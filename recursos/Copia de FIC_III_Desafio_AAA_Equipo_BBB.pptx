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style4.xml" ContentType="application/vnd.ms-office.chartstyle+xml"/>
  <Override PartName="/ppt/charts/colors4.xml" ContentType="application/vnd.ms-office.chartcolorstyle+xml"/>
  <Override PartName="/ppt/charts/chart22.xml" ContentType="application/vnd.openxmlformats-officedocument.drawingml.chart+xml"/>
  <Override PartName="/ppt/charts/style5.xml" ContentType="application/vnd.ms-office.chartstyle+xml"/>
  <Override PartName="/ppt/charts/colors5.xml" ContentType="application/vnd.ms-office.chartcolorstyle+xml"/>
  <Override PartName="/ppt/charts/chart23.xml" ContentType="application/vnd.openxmlformats-officedocument.drawingml.chart+xml"/>
  <Override PartName="/ppt/charts/style6.xml" ContentType="application/vnd.ms-office.chartstyle+xml"/>
  <Override PartName="/ppt/charts/colors6.xml" ContentType="application/vnd.ms-office.chartcolorstyle+xml"/>
  <Override PartName="/ppt/charts/chart24.xml" ContentType="application/vnd.openxmlformats-officedocument.drawingml.chart+xml"/>
  <Override PartName="/ppt/charts/style7.xml" ContentType="application/vnd.ms-office.chartstyle+xml"/>
  <Override PartName="/ppt/charts/colors7.xml" ContentType="application/vnd.ms-office.chartcolorstyl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64"/>
  </p:notesMasterIdLst>
  <p:sldIdLst>
    <p:sldId id="496" r:id="rId5"/>
    <p:sldId id="500" r:id="rId6"/>
    <p:sldId id="567" r:id="rId7"/>
    <p:sldId id="568" r:id="rId8"/>
    <p:sldId id="569" r:id="rId9"/>
    <p:sldId id="570" r:id="rId10"/>
    <p:sldId id="571" r:id="rId11"/>
    <p:sldId id="572" r:id="rId12"/>
    <p:sldId id="501" r:id="rId13"/>
    <p:sldId id="514" r:id="rId14"/>
    <p:sldId id="502" r:id="rId15"/>
    <p:sldId id="346" r:id="rId16"/>
    <p:sldId id="528" r:id="rId17"/>
    <p:sldId id="545" r:id="rId18"/>
    <p:sldId id="299" r:id="rId19"/>
    <p:sldId id="529" r:id="rId20"/>
    <p:sldId id="546" r:id="rId21"/>
    <p:sldId id="313" r:id="rId22"/>
    <p:sldId id="473" r:id="rId23"/>
    <p:sldId id="315" r:id="rId24"/>
    <p:sldId id="507" r:id="rId25"/>
    <p:sldId id="564" r:id="rId26"/>
    <p:sldId id="553" r:id="rId27"/>
    <p:sldId id="373" r:id="rId28"/>
    <p:sldId id="372" r:id="rId29"/>
    <p:sldId id="484" r:id="rId30"/>
    <p:sldId id="480" r:id="rId31"/>
    <p:sldId id="438" r:id="rId32"/>
    <p:sldId id="400" r:id="rId33"/>
    <p:sldId id="349" r:id="rId34"/>
    <p:sldId id="442" r:id="rId35"/>
    <p:sldId id="504" r:id="rId36"/>
    <p:sldId id="350" r:id="rId37"/>
    <p:sldId id="456" r:id="rId38"/>
    <p:sldId id="462" r:id="rId39"/>
    <p:sldId id="383" r:id="rId40"/>
    <p:sldId id="505" r:id="rId41"/>
    <p:sldId id="554" r:id="rId42"/>
    <p:sldId id="468" r:id="rId43"/>
    <p:sldId id="555" r:id="rId44"/>
    <p:sldId id="556" r:id="rId45"/>
    <p:sldId id="547" r:id="rId46"/>
    <p:sldId id="566" r:id="rId47"/>
    <p:sldId id="509" r:id="rId48"/>
    <p:sldId id="548" r:id="rId49"/>
    <p:sldId id="508" r:id="rId50"/>
    <p:sldId id="550" r:id="rId51"/>
    <p:sldId id="549" r:id="rId52"/>
    <p:sldId id="559" r:id="rId53"/>
    <p:sldId id="558" r:id="rId54"/>
    <p:sldId id="557" r:id="rId55"/>
    <p:sldId id="565" r:id="rId56"/>
    <p:sldId id="454" r:id="rId57"/>
    <p:sldId id="410" r:id="rId58"/>
    <p:sldId id="433" r:id="rId59"/>
    <p:sldId id="470" r:id="rId60"/>
    <p:sldId id="471" r:id="rId61"/>
    <p:sldId id="540" r:id="rId62"/>
    <p:sldId id="48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E7E07D-9F35-EF43-9F89-4BF82E3AFECA}">
          <p14:sldIdLst>
            <p14:sldId id="496"/>
            <p14:sldId id="500"/>
            <p14:sldId id="567"/>
            <p14:sldId id="568"/>
            <p14:sldId id="569"/>
            <p14:sldId id="570"/>
            <p14:sldId id="571"/>
            <p14:sldId id="572"/>
            <p14:sldId id="501"/>
            <p14:sldId id="514"/>
            <p14:sldId id="502"/>
            <p14:sldId id="346"/>
            <p14:sldId id="528"/>
            <p14:sldId id="545"/>
            <p14:sldId id="299"/>
            <p14:sldId id="529"/>
            <p14:sldId id="546"/>
            <p14:sldId id="313"/>
            <p14:sldId id="473"/>
            <p14:sldId id="315"/>
            <p14:sldId id="507"/>
            <p14:sldId id="564"/>
            <p14:sldId id="553"/>
            <p14:sldId id="373"/>
            <p14:sldId id="372"/>
            <p14:sldId id="484"/>
            <p14:sldId id="480"/>
            <p14:sldId id="438"/>
            <p14:sldId id="400"/>
            <p14:sldId id="349"/>
            <p14:sldId id="442"/>
            <p14:sldId id="504"/>
            <p14:sldId id="350"/>
            <p14:sldId id="456"/>
            <p14:sldId id="462"/>
            <p14:sldId id="383"/>
            <p14:sldId id="505"/>
            <p14:sldId id="554"/>
            <p14:sldId id="468"/>
            <p14:sldId id="555"/>
            <p14:sldId id="556"/>
            <p14:sldId id="547"/>
            <p14:sldId id="566"/>
            <p14:sldId id="509"/>
            <p14:sldId id="548"/>
            <p14:sldId id="508"/>
            <p14:sldId id="550"/>
            <p14:sldId id="549"/>
            <p14:sldId id="559"/>
            <p14:sldId id="558"/>
            <p14:sldId id="557"/>
            <p14:sldId id="565"/>
            <p14:sldId id="454"/>
            <p14:sldId id="410"/>
            <p14:sldId id="433"/>
            <p14:sldId id="470"/>
            <p14:sldId id="471"/>
            <p14:sldId id="540"/>
            <p14:sldId id="481"/>
          </p14:sldIdLst>
        </p14:section>
      </p14:sectionLst>
    </p:ext>
    <p:ext uri="{EFAFB233-063F-42B5-8137-9DF3F51BA10A}">
      <p15:sldGuideLst xmlns:p15="http://schemas.microsoft.com/office/powerpoint/2012/main">
        <p15:guide id="7" pos="236" userDrawn="1">
          <p15:clr>
            <a:srgbClr val="A4A3A4"/>
          </p15:clr>
        </p15:guide>
        <p15:guide id="8" orient="horz" pos="3988" userDrawn="1">
          <p15:clr>
            <a:srgbClr val="A4A3A4"/>
          </p15:clr>
        </p15:guide>
        <p15:guide id="9" pos="74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190BE0F-E96E-E1DF-23BC-F08059CAEEF7}" name="Jacob Woodworth" initials="JW" userId="S::jacob.woodworth@makerhouseww.com::b2453e36-8d3b-4d38-9255-2d496dfef1bf" providerId="AD"/>
  <p188:author id="{4C28E78E-7A26-14FB-4F6E-88C0128D444E}" name="Anne Brinich" initials="AB" userId="S::anne.brinich@hogarthww.com::5a79ad6c-b314-4acf-8c67-18920a60d701" providerId="AD"/>
  <p188:author id="{79F014DE-BFE9-104B-0D91-45A531622148}" name="Andy Duenas" initials="AD" userId="S::andy.duenas@corplogin.com::e7b822d5-89e4-4108-bcca-bc05fe29d2e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BAFF"/>
    <a:srgbClr val="FF1495"/>
    <a:srgbClr val="00142E"/>
    <a:srgbClr val="F3F3F3"/>
    <a:srgbClr val="1700F3"/>
    <a:srgbClr val="D8117D"/>
    <a:srgbClr val="FF008C"/>
    <a:srgbClr val="1700F4"/>
    <a:srgbClr val="ECECEC"/>
    <a:srgbClr val="C8C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52"/>
    <p:restoredTop sz="95652"/>
  </p:normalViewPr>
  <p:slideViewPr>
    <p:cSldViewPr snapToGrid="0" snapToObjects="1" showGuides="1">
      <p:cViewPr varScale="1">
        <p:scale>
          <a:sx n="84" d="100"/>
          <a:sy n="84" d="100"/>
        </p:scale>
        <p:origin x="456" y="42"/>
      </p:cViewPr>
      <p:guideLst>
        <p:guide pos="236"/>
        <p:guide orient="horz" pos="3988"/>
        <p:guide pos="74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143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TENEGRO, ULISES (U.)" userId="397ca87a-2993-4841-af50-e625afcd69d3" providerId="ADAL" clId="{B4D819F9-B266-436E-A9C1-11ED1B84F0AF}"/>
    <pc:docChg chg="undo custSel addSld delSld modSld modMainMaster modSection">
      <pc:chgData name="MONTENEGRO, ULISES (U.)" userId="397ca87a-2993-4841-af50-e625afcd69d3" providerId="ADAL" clId="{B4D819F9-B266-436E-A9C1-11ED1B84F0AF}" dt="2026-09-22T14:56:00.414" v="998" actId="20577"/>
      <pc:docMkLst>
        <pc:docMk/>
      </pc:docMkLst>
      <pc:sldChg chg="addSp modSp mod">
        <pc:chgData name="MONTENEGRO, ULISES (U.)" userId="397ca87a-2993-4841-af50-e625afcd69d3" providerId="ADAL" clId="{B4D819F9-B266-436E-A9C1-11ED1B84F0AF}" dt="2026-09-22T14:56:00.414" v="998" actId="20577"/>
        <pc:sldMkLst>
          <pc:docMk/>
          <pc:sldMk cId="314423501" sldId="496"/>
        </pc:sldMkLst>
        <pc:spChg chg="mod">
          <ac:chgData name="MONTENEGRO, ULISES (U.)" userId="397ca87a-2993-4841-af50-e625afcd69d3" providerId="ADAL" clId="{B4D819F9-B266-436E-A9C1-11ED1B84F0AF}" dt="2026-09-22T14:56:00.414" v="998" actId="20577"/>
          <ac:spMkLst>
            <pc:docMk/>
            <pc:sldMk cId="314423501" sldId="496"/>
            <ac:spMk id="2" creationId="{7F3C3402-3EC1-3C64-C446-288C550134C2}"/>
          </ac:spMkLst>
        </pc:spChg>
        <pc:spChg chg="mod">
          <ac:chgData name="MONTENEGRO, ULISES (U.)" userId="397ca87a-2993-4841-af50-e625afcd69d3" providerId="ADAL" clId="{B4D819F9-B266-436E-A9C1-11ED1B84F0AF}" dt="2026-09-22T14:55:57.076" v="991" actId="20577"/>
          <ac:spMkLst>
            <pc:docMk/>
            <pc:sldMk cId="314423501" sldId="496"/>
            <ac:spMk id="3" creationId="{C3265BA4-9BE6-87C1-65AE-1C6AD9FFCC87}"/>
          </ac:spMkLst>
        </pc:spChg>
        <pc:spChg chg="mod">
          <ac:chgData name="MONTENEGRO, ULISES (U.)" userId="397ca87a-2993-4841-af50-e625afcd69d3" providerId="ADAL" clId="{B4D819F9-B266-436E-A9C1-11ED1B84F0AF}" dt="2026-09-22T14:55:51.558" v="990" actId="20577"/>
          <ac:spMkLst>
            <pc:docMk/>
            <pc:sldMk cId="314423501" sldId="496"/>
            <ac:spMk id="4" creationId="{0D578F7B-3C4C-4670-A661-44BDDE1486F2}"/>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4.xml"/><Relationship Id="rId1" Type="http://schemas.microsoft.com/office/2011/relationships/chartStyle" Target="style4.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5.xml"/><Relationship Id="rId1" Type="http://schemas.microsoft.com/office/2011/relationships/chartStyle" Target="style5.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6.xml"/><Relationship Id="rId1" Type="http://schemas.microsoft.com/office/2011/relationships/chartStyle" Target="style6.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7.xml"/><Relationship Id="rId1" Type="http://schemas.microsoft.com/office/2011/relationships/chartStyle" Target="style7.xml"/></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602764904582938"/>
          <c:y val="0.14156603243279395"/>
          <c:w val="0.55236189894245535"/>
          <c:h val="0.71686793513441216"/>
        </c:manualLayout>
      </c:layout>
      <c:doughnutChart>
        <c:varyColors val="1"/>
        <c:ser>
          <c:idx val="0"/>
          <c:order val="0"/>
          <c:tx>
            <c:strRef>
              <c:f>Sheet1!$B$1</c:f>
              <c:strCache>
                <c:ptCount val="1"/>
                <c:pt idx="0">
                  <c:v>Series 1</c:v>
                </c:pt>
              </c:strCache>
            </c:strRef>
          </c:tx>
          <c:spPr>
            <a:ln w="19050">
              <a:noFill/>
            </a:ln>
            <a:effectLst>
              <a:outerShdw blurRad="381000" dir="6708131" sx="102000" sy="102000" algn="ctr" rotWithShape="0">
                <a:prstClr val="black">
                  <a:alpha val="25000"/>
                </a:prstClr>
              </a:outerShdw>
            </a:effectLst>
          </c:spPr>
          <c:dPt>
            <c:idx val="0"/>
            <c:bubble3D val="0"/>
            <c:spPr>
              <a:solidFill>
                <a:schemeClr val="tx1"/>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1-76FF-0046-A218-6BA27F53062A}"/>
              </c:ext>
            </c:extLst>
          </c:dPt>
          <c:dPt>
            <c:idx val="1"/>
            <c:bubble3D val="0"/>
            <c:spPr>
              <a:solidFill>
                <a:schemeClr val="bg2"/>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3-76FF-0046-A218-6BA27F53062A}"/>
              </c:ext>
            </c:extLst>
          </c:dPt>
          <c:dPt>
            <c:idx val="2"/>
            <c:bubble3D val="0"/>
            <c:spPr>
              <a:solidFill>
                <a:srgbClr val="00142E"/>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5-76FF-0046-A218-6BA27F53062A}"/>
              </c:ext>
            </c:extLst>
          </c:dPt>
          <c:dPt>
            <c:idx val="3"/>
            <c:bubble3D val="0"/>
            <c:spPr>
              <a:solidFill>
                <a:schemeClr val="accent4"/>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7-76FF-0046-A218-6BA27F53062A}"/>
              </c:ext>
            </c:extLst>
          </c:dPt>
          <c:cat>
            <c:strRef>
              <c:f>Sheet1!$A$2:$A$3</c:f>
              <c:strCache>
                <c:ptCount val="2"/>
                <c:pt idx="0">
                  <c:v>Category 1</c:v>
                </c:pt>
                <c:pt idx="1">
                  <c:v>Category 2</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8-76FF-0046-A218-6BA27F53062A}"/>
            </c:ext>
          </c:extLst>
        </c:ser>
        <c:dLbls>
          <c:showLegendKey val="0"/>
          <c:showVal val="0"/>
          <c:showCatName val="0"/>
          <c:showSerName val="0"/>
          <c:showPercent val="0"/>
          <c:showBubbleSize val="0"/>
          <c:showLeaderLines val="1"/>
        </c:dLbls>
        <c:firstSliceAng val="90"/>
        <c:holeSize val="8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602764904582938"/>
          <c:y val="0.14156603243279395"/>
          <c:w val="0.55236189894245535"/>
          <c:h val="0.71686793513441216"/>
        </c:manualLayout>
      </c:layout>
      <c:doughnutChart>
        <c:varyColors val="1"/>
        <c:ser>
          <c:idx val="0"/>
          <c:order val="0"/>
          <c:tx>
            <c:strRef>
              <c:f>Sheet1!$B$1</c:f>
              <c:strCache>
                <c:ptCount val="1"/>
                <c:pt idx="0">
                  <c:v>Series 1</c:v>
                </c:pt>
              </c:strCache>
            </c:strRef>
          </c:tx>
          <c:spPr>
            <a:ln w="19050">
              <a:noFill/>
            </a:ln>
            <a:effectLst>
              <a:outerShdw blurRad="381000" dir="6708131" sx="102000" sy="102000" algn="ctr" rotWithShape="0">
                <a:prstClr val="black">
                  <a:alpha val="25000"/>
                </a:prstClr>
              </a:outerShdw>
            </a:effectLst>
          </c:spPr>
          <c:dPt>
            <c:idx val="0"/>
            <c:bubble3D val="0"/>
            <c:spPr>
              <a:solidFill>
                <a:schemeClr val="tx1"/>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1-76FF-0046-A218-6BA27F53062A}"/>
              </c:ext>
            </c:extLst>
          </c:dPt>
          <c:dPt>
            <c:idx val="1"/>
            <c:bubble3D val="0"/>
            <c:spPr>
              <a:solidFill>
                <a:schemeClr val="bg2"/>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3-76FF-0046-A218-6BA27F53062A}"/>
              </c:ext>
            </c:extLst>
          </c:dPt>
          <c:dPt>
            <c:idx val="2"/>
            <c:bubble3D val="0"/>
            <c:spPr>
              <a:solidFill>
                <a:srgbClr val="00142E"/>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5-76FF-0046-A218-6BA27F53062A}"/>
              </c:ext>
            </c:extLst>
          </c:dPt>
          <c:dPt>
            <c:idx val="3"/>
            <c:bubble3D val="0"/>
            <c:spPr>
              <a:solidFill>
                <a:schemeClr val="accent4"/>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7-76FF-0046-A218-6BA27F53062A}"/>
              </c:ext>
            </c:extLst>
          </c:dPt>
          <c:cat>
            <c:strRef>
              <c:f>Sheet1!$A$2:$A$3</c:f>
              <c:strCache>
                <c:ptCount val="2"/>
                <c:pt idx="0">
                  <c:v>Category 1</c:v>
                </c:pt>
                <c:pt idx="1">
                  <c:v>Category 2</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8-76FF-0046-A218-6BA27F53062A}"/>
            </c:ext>
          </c:extLst>
        </c:ser>
        <c:dLbls>
          <c:showLegendKey val="0"/>
          <c:showVal val="0"/>
          <c:showCatName val="0"/>
          <c:showSerName val="0"/>
          <c:showPercent val="0"/>
          <c:showBubbleSize val="0"/>
          <c:showLeaderLines val="1"/>
        </c:dLbls>
        <c:firstSliceAng val="90"/>
        <c:holeSize val="8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602764904582938"/>
          <c:y val="0.14156603243279395"/>
          <c:w val="0.55236189894245535"/>
          <c:h val="0.71686793513441216"/>
        </c:manualLayout>
      </c:layout>
      <c:doughnutChart>
        <c:varyColors val="1"/>
        <c:ser>
          <c:idx val="0"/>
          <c:order val="0"/>
          <c:tx>
            <c:strRef>
              <c:f>Sheet1!$B$1</c:f>
              <c:strCache>
                <c:ptCount val="1"/>
                <c:pt idx="0">
                  <c:v>Series 1</c:v>
                </c:pt>
              </c:strCache>
            </c:strRef>
          </c:tx>
          <c:spPr>
            <a:ln w="19050">
              <a:noFill/>
            </a:ln>
            <a:effectLst>
              <a:outerShdw blurRad="381000" dir="6708131" sx="102000" sy="102000" algn="ctr" rotWithShape="0">
                <a:prstClr val="black">
                  <a:alpha val="25000"/>
                </a:prstClr>
              </a:outerShdw>
            </a:effectLst>
          </c:spPr>
          <c:dPt>
            <c:idx val="0"/>
            <c:bubble3D val="0"/>
            <c:spPr>
              <a:solidFill>
                <a:schemeClr val="tx1"/>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1-76FF-0046-A218-6BA27F53062A}"/>
              </c:ext>
            </c:extLst>
          </c:dPt>
          <c:dPt>
            <c:idx val="1"/>
            <c:bubble3D val="0"/>
            <c:spPr>
              <a:solidFill>
                <a:schemeClr val="bg2"/>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3-76FF-0046-A218-6BA27F53062A}"/>
              </c:ext>
            </c:extLst>
          </c:dPt>
          <c:dPt>
            <c:idx val="2"/>
            <c:bubble3D val="0"/>
            <c:spPr>
              <a:solidFill>
                <a:srgbClr val="00142E"/>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5-76FF-0046-A218-6BA27F53062A}"/>
              </c:ext>
            </c:extLst>
          </c:dPt>
          <c:dPt>
            <c:idx val="3"/>
            <c:bubble3D val="0"/>
            <c:spPr>
              <a:solidFill>
                <a:schemeClr val="accent4"/>
              </a:solidFill>
              <a:ln w="19050">
                <a:noFill/>
              </a:ln>
              <a:effectLst>
                <a:outerShdw blurRad="381000" dir="6708131" sx="102000" sy="102000" algn="ctr" rotWithShape="0">
                  <a:prstClr val="black">
                    <a:alpha val="25000"/>
                  </a:prstClr>
                </a:outerShdw>
              </a:effectLst>
            </c:spPr>
            <c:extLst>
              <c:ext xmlns:c16="http://schemas.microsoft.com/office/drawing/2014/chart" uri="{C3380CC4-5D6E-409C-BE32-E72D297353CC}">
                <c16:uniqueId val="{00000007-76FF-0046-A218-6BA27F53062A}"/>
              </c:ext>
            </c:extLst>
          </c:dPt>
          <c:cat>
            <c:strRef>
              <c:f>Sheet1!$A$2:$A$3</c:f>
              <c:strCache>
                <c:ptCount val="2"/>
                <c:pt idx="0">
                  <c:v>Category 1</c:v>
                </c:pt>
                <c:pt idx="1">
                  <c:v>Category 2</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8-76FF-0046-A218-6BA27F53062A}"/>
            </c:ext>
          </c:extLst>
        </c:ser>
        <c:dLbls>
          <c:showLegendKey val="0"/>
          <c:showVal val="0"/>
          <c:showCatName val="0"/>
          <c:showSerName val="0"/>
          <c:showPercent val="0"/>
          <c:showBubbleSize val="0"/>
          <c:showLeaderLines val="1"/>
        </c:dLbls>
        <c:firstSliceAng val="90"/>
        <c:holeSize val="8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00" b="1" i="0" spc="20" baseline="0">
                <a:latin typeface="Avenir Next LT Pro Demi" panose="020B0504020202020204" pitchFamily="34" charset="77"/>
              </a:defRPr>
            </a:pPr>
            <a:r>
              <a:rPr lang="en-US" sz="800" b="1" i="0" spc="20" baseline="0">
                <a:latin typeface="Avenir Next LT Pro Demi" panose="020B0504020202020204" pitchFamily="34" charset="77"/>
              </a:rPr>
              <a:t>Chart Title</a:t>
            </a:r>
          </a:p>
        </c:rich>
      </c:tx>
      <c:layout>
        <c:manualLayout>
          <c:xMode val="edge"/>
          <c:yMode val="edge"/>
          <c:x val="0.37298461933268467"/>
          <c:y val="5.5807926895058868E-2"/>
        </c:manualLayout>
      </c:layout>
      <c:overlay val="0"/>
    </c:title>
    <c:autoTitleDeleted val="0"/>
    <c:plotArea>
      <c:layout>
        <c:manualLayout>
          <c:layoutTarget val="inner"/>
          <c:xMode val="edge"/>
          <c:yMode val="edge"/>
          <c:x val="3.3443521449853124E-2"/>
          <c:y val="1.2487420499003796E-2"/>
          <c:w val="0.94743130227001193"/>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6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D519-4E4F-A890-F6A536672CA8}"/>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6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D519-4E4F-A890-F6A536672CA8}"/>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6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D519-4E4F-A890-F6A536672CA8}"/>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6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850268543403847E-2"/>
          <c:y val="0.11126946146284927"/>
          <c:w val="0.92829946291319232"/>
          <c:h val="0.83525940491445771"/>
        </c:manualLayout>
      </c:layout>
      <c:barChart>
        <c:barDir val="col"/>
        <c:grouping val="clustered"/>
        <c:varyColors val="0"/>
        <c:ser>
          <c:idx val="2"/>
          <c:order val="0"/>
          <c:tx>
            <c:strRef>
              <c:f>Sheet1!$A$2</c:f>
              <c:strCache>
                <c:ptCount val="1"/>
                <c:pt idx="0">
                  <c:v>Plan</c:v>
                </c:pt>
              </c:strCache>
            </c:strRef>
          </c:tx>
          <c:spPr>
            <a:solidFill>
              <a:srgbClr val="00095B"/>
            </a:solidFill>
            <a:ln>
              <a:noFill/>
            </a:ln>
            <a:effectLst/>
          </c:spPr>
          <c:invertIfNegative val="0"/>
          <c:dPt>
            <c:idx val="5"/>
            <c:invertIfNegative val="0"/>
            <c:bubble3D val="0"/>
            <c:spPr>
              <a:solidFill>
                <a:srgbClr val="1700F4"/>
              </a:solidFill>
              <a:ln>
                <a:noFill/>
              </a:ln>
              <a:effectLst/>
            </c:spPr>
            <c:extLst>
              <c:ext xmlns:c16="http://schemas.microsoft.com/office/drawing/2014/chart" uri="{C3380CC4-5D6E-409C-BE32-E72D297353CC}">
                <c16:uniqueId val="{00000001-CF1D-1245-B5E2-0CAD816BD1B2}"/>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F1D-1245-B5E2-0CAD816BD1B2}"/>
                </c:ext>
              </c:extLst>
            </c:dLbl>
            <c:dLbl>
              <c:idx val="5"/>
              <c:spPr>
                <a:noFill/>
                <a:ln>
                  <a:noFill/>
                </a:ln>
                <a:effectLst/>
              </c:spPr>
              <c:txPr>
                <a:bodyPr/>
                <a:lstStyle/>
                <a:p>
                  <a:pPr>
                    <a:defRPr sz="1200" b="1" i="0">
                      <a:solidFill>
                        <a:schemeClr val="accent1"/>
                      </a:solidFill>
                      <a:latin typeface="Avenir Next LT Pro Demi" panose="020B0504020202020204" pitchFamily="34" charset="77"/>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CF1D-1245-B5E2-0CAD816BD1B2}"/>
                </c:ext>
              </c:extLst>
            </c:dLbl>
            <c:spPr>
              <a:noFill/>
              <a:ln>
                <a:noFill/>
              </a:ln>
              <a:effectLst/>
            </c:spPr>
            <c:txPr>
              <a:bodyPr/>
              <a:lstStyle/>
              <a:p>
                <a:pPr>
                  <a:defRPr sz="1200" b="0">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2016</c:v>
                </c:pt>
                <c:pt idx="1">
                  <c:v>2017</c:v>
                </c:pt>
                <c:pt idx="2">
                  <c:v>2018</c:v>
                </c:pt>
                <c:pt idx="3">
                  <c:v>2019</c:v>
                </c:pt>
                <c:pt idx="4">
                  <c:v>2020</c:v>
                </c:pt>
                <c:pt idx="5">
                  <c:v>2021</c:v>
                </c:pt>
              </c:strCache>
            </c:strRef>
          </c:cat>
          <c:val>
            <c:numRef>
              <c:f>Sheet1!$B$2:$G$2</c:f>
              <c:numCache>
                <c:formatCode>_("$"* #,##0.0_);_("$"* \(#,##0.0\);_("$"* "-"??_);_(@_)</c:formatCode>
                <c:ptCount val="6"/>
                <c:pt idx="0">
                  <c:v>5</c:v>
                </c:pt>
                <c:pt idx="1">
                  <c:v>5.5</c:v>
                </c:pt>
                <c:pt idx="2">
                  <c:v>6</c:v>
                </c:pt>
                <c:pt idx="3">
                  <c:v>6.5</c:v>
                </c:pt>
                <c:pt idx="4">
                  <c:v>7</c:v>
                </c:pt>
                <c:pt idx="5">
                  <c:v>7.5</c:v>
                </c:pt>
              </c:numCache>
            </c:numRef>
          </c:val>
          <c:extLst>
            <c:ext xmlns:c16="http://schemas.microsoft.com/office/drawing/2014/chart" uri="{C3380CC4-5D6E-409C-BE32-E72D297353CC}">
              <c16:uniqueId val="{00000003-CF1D-1245-B5E2-0CAD816BD1B2}"/>
            </c:ext>
          </c:extLst>
        </c:ser>
        <c:dLbls>
          <c:showLegendKey val="0"/>
          <c:showVal val="0"/>
          <c:showCatName val="0"/>
          <c:showSerName val="0"/>
          <c:showPercent val="0"/>
          <c:showBubbleSize val="0"/>
        </c:dLbls>
        <c:gapWidth val="100"/>
        <c:overlap val="40"/>
        <c:axId val="374461952"/>
        <c:axId val="374463488"/>
      </c:barChart>
      <c:catAx>
        <c:axId val="374461952"/>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000" b="1" i="0" spc="0" baseline="0">
                <a:solidFill>
                  <a:schemeClr val="tx1"/>
                </a:solidFill>
                <a:latin typeface="Avenir Next LT Pro Demi" panose="020B0504020202020204" pitchFamily="34" charset="77"/>
              </a:defRPr>
            </a:pPr>
            <a:endParaRPr lang="en-US"/>
          </a:p>
        </c:txPr>
        <c:crossAx val="374463488"/>
        <c:crosses val="autoZero"/>
        <c:auto val="1"/>
        <c:lblAlgn val="ctr"/>
        <c:lblOffset val="0"/>
        <c:noMultiLvlLbl val="0"/>
      </c:catAx>
      <c:valAx>
        <c:axId val="374463488"/>
        <c:scaling>
          <c:orientation val="minMax"/>
        </c:scaling>
        <c:delete val="1"/>
        <c:axPos val="l"/>
        <c:numFmt formatCode="_(&quot;$&quot;* #,##0.0_);_(&quot;$&quot;* \(#,##0.0\);_(&quot;$&quot;* &quot;-&quot;??_);_(@_)" sourceLinked="1"/>
        <c:majorTickMark val="out"/>
        <c:minorTickMark val="none"/>
        <c:tickLblPos val="nextTo"/>
        <c:crossAx val="374461952"/>
        <c:crosses val="autoZero"/>
        <c:crossBetween val="between"/>
      </c:valAx>
      <c:spPr>
        <a:noFill/>
        <a:ln w="30190">
          <a:noFill/>
        </a:ln>
      </c:spPr>
    </c:plotArea>
    <c:plotVisOnly val="1"/>
    <c:dispBlanksAs val="gap"/>
    <c:showDLblsOverMax val="0"/>
  </c:chart>
  <c:spPr>
    <a:noFill/>
    <a:ln>
      <a:noFill/>
    </a:ln>
  </c:spPr>
  <c:txPr>
    <a:bodyPr/>
    <a:lstStyle/>
    <a:p>
      <a:pPr>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0" i="0">
                <a:solidFill>
                  <a:schemeClr val="accent1"/>
                </a:solidFill>
                <a:latin typeface="+mj-lt"/>
              </a:defRPr>
            </a:pPr>
            <a:r>
              <a:rPr lang="en-US" sz="1200" b="1" i="0" dirty="0">
                <a:solidFill>
                  <a:schemeClr val="tx1"/>
                </a:solidFill>
                <a:latin typeface="Avenir Next LT Pro Demi" panose="020B0504020202020204" pitchFamily="34" charset="77"/>
              </a:rPr>
              <a:t>Chart Title</a:t>
            </a:r>
          </a:p>
        </c:rich>
      </c:tx>
      <c:layout>
        <c:manualLayout>
          <c:xMode val="edge"/>
          <c:yMode val="edge"/>
          <c:x val="0.40662216967113635"/>
          <c:y val="5.5276466872873666E-2"/>
        </c:manualLayout>
      </c:layout>
      <c:overlay val="0"/>
    </c:title>
    <c:autoTitleDeleted val="0"/>
    <c:plotArea>
      <c:layout>
        <c:manualLayout>
          <c:layoutTarget val="inner"/>
          <c:xMode val="edge"/>
          <c:yMode val="edge"/>
          <c:x val="3.5850268543403847E-2"/>
          <c:y val="0.11126946146284927"/>
          <c:w val="0.92829946291319232"/>
          <c:h val="0.83525940491445771"/>
        </c:manualLayout>
      </c:layout>
      <c:barChart>
        <c:barDir val="col"/>
        <c:grouping val="clustered"/>
        <c:varyColors val="0"/>
        <c:ser>
          <c:idx val="2"/>
          <c:order val="0"/>
          <c:tx>
            <c:strRef>
              <c:f>Sheet1!$A$2</c:f>
              <c:strCache>
                <c:ptCount val="1"/>
                <c:pt idx="0">
                  <c:v>Plan</c:v>
                </c:pt>
              </c:strCache>
            </c:strRef>
          </c:tx>
          <c:spPr>
            <a:solidFill>
              <a:srgbClr val="00095B"/>
            </a:solidFill>
            <a:ln>
              <a:noFill/>
            </a:ln>
            <a:effectLst/>
          </c:spPr>
          <c:invertIfNegative val="0"/>
          <c:dPt>
            <c:idx val="5"/>
            <c:invertIfNegative val="0"/>
            <c:bubble3D val="0"/>
            <c:spPr>
              <a:solidFill>
                <a:srgbClr val="1700F4"/>
              </a:solidFill>
              <a:ln>
                <a:noFill/>
              </a:ln>
              <a:effectLst/>
            </c:spPr>
            <c:extLst>
              <c:ext xmlns:c16="http://schemas.microsoft.com/office/drawing/2014/chart" uri="{C3380CC4-5D6E-409C-BE32-E72D297353CC}">
                <c16:uniqueId val="{00000001-9798-5949-9314-EE746CCF3BB8}"/>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798-5949-9314-EE746CCF3BB8}"/>
                </c:ext>
              </c:extLst>
            </c:dLbl>
            <c:dLbl>
              <c:idx val="5"/>
              <c:spPr>
                <a:noFill/>
                <a:ln>
                  <a:noFill/>
                </a:ln>
                <a:effectLst/>
              </c:spPr>
              <c:txPr>
                <a:bodyPr/>
                <a:lstStyle/>
                <a:p>
                  <a:pPr>
                    <a:defRPr sz="1200" b="1" i="0">
                      <a:solidFill>
                        <a:schemeClr val="accent1"/>
                      </a:solidFill>
                      <a:latin typeface="Avenir Next LT Pro Demi" panose="020B0504020202020204" pitchFamily="34" charset="77"/>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9798-5949-9314-EE746CCF3BB8}"/>
                </c:ext>
              </c:extLst>
            </c:dLbl>
            <c:spPr>
              <a:noFill/>
              <a:ln>
                <a:noFill/>
              </a:ln>
              <a:effectLst/>
            </c:spPr>
            <c:txPr>
              <a:bodyPr/>
              <a:lstStyle/>
              <a:p>
                <a:pPr>
                  <a:defRPr sz="1200" b="0">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2016</c:v>
                </c:pt>
                <c:pt idx="1">
                  <c:v>2017</c:v>
                </c:pt>
                <c:pt idx="2">
                  <c:v>2018</c:v>
                </c:pt>
                <c:pt idx="3">
                  <c:v>2019</c:v>
                </c:pt>
                <c:pt idx="4">
                  <c:v>2020</c:v>
                </c:pt>
                <c:pt idx="5">
                  <c:v>2021</c:v>
                </c:pt>
              </c:strCache>
            </c:strRef>
          </c:cat>
          <c:val>
            <c:numRef>
              <c:f>Sheet1!$B$2:$G$2</c:f>
              <c:numCache>
                <c:formatCode>_("$"* #,##0.0_);_("$"* \(#,##0.0\);_("$"* "-"??_);_(@_)</c:formatCode>
                <c:ptCount val="6"/>
                <c:pt idx="0">
                  <c:v>5</c:v>
                </c:pt>
                <c:pt idx="1">
                  <c:v>5.5</c:v>
                </c:pt>
                <c:pt idx="2">
                  <c:v>6</c:v>
                </c:pt>
                <c:pt idx="3">
                  <c:v>6.5</c:v>
                </c:pt>
                <c:pt idx="4">
                  <c:v>7</c:v>
                </c:pt>
                <c:pt idx="5">
                  <c:v>7.5</c:v>
                </c:pt>
              </c:numCache>
            </c:numRef>
          </c:val>
          <c:extLst>
            <c:ext xmlns:c16="http://schemas.microsoft.com/office/drawing/2014/chart" uri="{C3380CC4-5D6E-409C-BE32-E72D297353CC}">
              <c16:uniqueId val="{00000003-9798-5949-9314-EE746CCF3BB8}"/>
            </c:ext>
          </c:extLst>
        </c:ser>
        <c:dLbls>
          <c:showLegendKey val="0"/>
          <c:showVal val="0"/>
          <c:showCatName val="0"/>
          <c:showSerName val="0"/>
          <c:showPercent val="0"/>
          <c:showBubbleSize val="0"/>
        </c:dLbls>
        <c:gapWidth val="50"/>
        <c:overlap val="40"/>
        <c:axId val="374461952"/>
        <c:axId val="374463488"/>
      </c:barChart>
      <c:catAx>
        <c:axId val="374461952"/>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000" b="1" i="0" spc="0" baseline="0">
                <a:solidFill>
                  <a:schemeClr val="tx1"/>
                </a:solidFill>
                <a:latin typeface="Avenir Next LT Pro Demi" panose="020B0504020202020204" pitchFamily="34" charset="77"/>
              </a:defRPr>
            </a:pPr>
            <a:endParaRPr lang="en-US"/>
          </a:p>
        </c:txPr>
        <c:crossAx val="374463488"/>
        <c:crosses val="autoZero"/>
        <c:auto val="1"/>
        <c:lblAlgn val="ctr"/>
        <c:lblOffset val="0"/>
        <c:noMultiLvlLbl val="0"/>
      </c:catAx>
      <c:valAx>
        <c:axId val="374463488"/>
        <c:scaling>
          <c:orientation val="minMax"/>
        </c:scaling>
        <c:delete val="1"/>
        <c:axPos val="l"/>
        <c:numFmt formatCode="_(&quot;$&quot;* #,##0.0_);_(&quot;$&quot;* \(#,##0.0\);_(&quot;$&quot;* &quot;-&quot;??_);_(@_)" sourceLinked="1"/>
        <c:majorTickMark val="out"/>
        <c:minorTickMark val="none"/>
        <c:tickLblPos val="nextTo"/>
        <c:crossAx val="374461952"/>
        <c:crosses val="autoZero"/>
        <c:crossBetween val="between"/>
      </c:valAx>
      <c:spPr>
        <a:noFill/>
        <a:ln w="30190">
          <a:noFill/>
        </a:ln>
      </c:spPr>
    </c:plotArea>
    <c:plotVisOnly val="1"/>
    <c:dispBlanksAs val="gap"/>
    <c:showDLblsOverMax val="0"/>
  </c:chart>
  <c:spPr>
    <a:noFill/>
    <a:ln>
      <a:noFill/>
    </a:ln>
  </c:spPr>
  <c:txPr>
    <a:bodyPr/>
    <a:lstStyle/>
    <a:p>
      <a:pPr>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1" i="0">
                <a:solidFill>
                  <a:schemeClr val="accent1"/>
                </a:solidFill>
                <a:latin typeface="Avenir Next LT Pro Demi" panose="020B0504020202020204" pitchFamily="34" charset="77"/>
              </a:defRPr>
            </a:pPr>
            <a:r>
              <a:rPr lang="en-US" sz="1200" b="1" i="0" dirty="0">
                <a:solidFill>
                  <a:schemeClr val="tx1"/>
                </a:solidFill>
                <a:latin typeface="Avenir Next LT Pro Demi" panose="020B0504020202020204" pitchFamily="34" charset="77"/>
              </a:rPr>
              <a:t>Chart Title</a:t>
            </a:r>
          </a:p>
        </c:rich>
      </c:tx>
      <c:layout>
        <c:manualLayout>
          <c:xMode val="edge"/>
          <c:yMode val="edge"/>
          <c:x val="0.3600860509094343"/>
          <c:y val="0"/>
        </c:manualLayout>
      </c:layout>
      <c:overlay val="0"/>
    </c:title>
    <c:autoTitleDeleted val="0"/>
    <c:plotArea>
      <c:layout>
        <c:manualLayout>
          <c:layoutTarget val="inner"/>
          <c:xMode val="edge"/>
          <c:yMode val="edge"/>
          <c:x val="3.5850268543403847E-2"/>
          <c:y val="0.11126946146284927"/>
          <c:w val="0.92829946291319232"/>
          <c:h val="0.83525940491445771"/>
        </c:manualLayout>
      </c:layout>
      <c:barChart>
        <c:barDir val="col"/>
        <c:grouping val="clustered"/>
        <c:varyColors val="0"/>
        <c:ser>
          <c:idx val="2"/>
          <c:order val="0"/>
          <c:tx>
            <c:strRef>
              <c:f>Sheet1!$A$2</c:f>
              <c:strCache>
                <c:ptCount val="1"/>
                <c:pt idx="0">
                  <c:v>Plan</c:v>
                </c:pt>
              </c:strCache>
            </c:strRef>
          </c:tx>
          <c:spPr>
            <a:solidFill>
              <a:srgbClr val="00095B"/>
            </a:solidFill>
            <a:ln>
              <a:noFill/>
            </a:ln>
            <a:effectLst/>
          </c:spPr>
          <c:invertIfNegative val="0"/>
          <c:dPt>
            <c:idx val="5"/>
            <c:invertIfNegative val="0"/>
            <c:bubble3D val="0"/>
            <c:spPr>
              <a:solidFill>
                <a:srgbClr val="1700F4"/>
              </a:solidFill>
              <a:ln>
                <a:noFill/>
              </a:ln>
              <a:effectLst/>
            </c:spPr>
            <c:extLst>
              <c:ext xmlns:c16="http://schemas.microsoft.com/office/drawing/2014/chart" uri="{C3380CC4-5D6E-409C-BE32-E72D297353CC}">
                <c16:uniqueId val="{00000001-EE44-EC4C-81CD-98C46AD4E4E1}"/>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44-EC4C-81CD-98C46AD4E4E1}"/>
                </c:ext>
              </c:extLst>
            </c:dLbl>
            <c:dLbl>
              <c:idx val="5"/>
              <c:spPr>
                <a:noFill/>
                <a:ln>
                  <a:noFill/>
                </a:ln>
                <a:effectLst/>
              </c:spPr>
              <c:txPr>
                <a:bodyPr/>
                <a:lstStyle/>
                <a:p>
                  <a:pPr>
                    <a:defRPr sz="1200" b="1" i="0">
                      <a:solidFill>
                        <a:schemeClr val="accent1"/>
                      </a:solidFill>
                      <a:latin typeface="Avenir Next LT Pro Demi" panose="020B0504020202020204" pitchFamily="34" charset="77"/>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EE44-EC4C-81CD-98C46AD4E4E1}"/>
                </c:ext>
              </c:extLst>
            </c:dLbl>
            <c:spPr>
              <a:noFill/>
              <a:ln>
                <a:noFill/>
              </a:ln>
              <a:effectLst/>
            </c:spPr>
            <c:txPr>
              <a:bodyPr/>
              <a:lstStyle/>
              <a:p>
                <a:pPr>
                  <a:defRPr sz="1200" b="0">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2016</c:v>
                </c:pt>
                <c:pt idx="1">
                  <c:v>2017</c:v>
                </c:pt>
                <c:pt idx="2">
                  <c:v>2018</c:v>
                </c:pt>
                <c:pt idx="3">
                  <c:v>2019</c:v>
                </c:pt>
                <c:pt idx="4">
                  <c:v>2020</c:v>
                </c:pt>
                <c:pt idx="5">
                  <c:v>2021</c:v>
                </c:pt>
              </c:strCache>
            </c:strRef>
          </c:cat>
          <c:val>
            <c:numRef>
              <c:f>Sheet1!$B$2:$G$2</c:f>
              <c:numCache>
                <c:formatCode>_("$"* #,##0.0_);_("$"* \(#,##0.0\);_("$"* "-"??_);_(@_)</c:formatCode>
                <c:ptCount val="6"/>
                <c:pt idx="0">
                  <c:v>5</c:v>
                </c:pt>
                <c:pt idx="1">
                  <c:v>5.5</c:v>
                </c:pt>
                <c:pt idx="2">
                  <c:v>6</c:v>
                </c:pt>
                <c:pt idx="3">
                  <c:v>6.5</c:v>
                </c:pt>
                <c:pt idx="4">
                  <c:v>7</c:v>
                </c:pt>
                <c:pt idx="5">
                  <c:v>7.5</c:v>
                </c:pt>
              </c:numCache>
            </c:numRef>
          </c:val>
          <c:extLst>
            <c:ext xmlns:c16="http://schemas.microsoft.com/office/drawing/2014/chart" uri="{C3380CC4-5D6E-409C-BE32-E72D297353CC}">
              <c16:uniqueId val="{00000003-EE44-EC4C-81CD-98C46AD4E4E1}"/>
            </c:ext>
          </c:extLst>
        </c:ser>
        <c:dLbls>
          <c:showLegendKey val="0"/>
          <c:showVal val="0"/>
          <c:showCatName val="0"/>
          <c:showSerName val="0"/>
          <c:showPercent val="0"/>
          <c:showBubbleSize val="0"/>
        </c:dLbls>
        <c:gapWidth val="50"/>
        <c:overlap val="40"/>
        <c:axId val="374461952"/>
        <c:axId val="374463488"/>
      </c:barChart>
      <c:catAx>
        <c:axId val="374461952"/>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000" b="1" i="0" spc="0" baseline="0">
                <a:solidFill>
                  <a:schemeClr val="tx1"/>
                </a:solidFill>
                <a:latin typeface="Avenir Next LT Pro Demi" panose="020B0504020202020204" pitchFamily="34" charset="77"/>
              </a:defRPr>
            </a:pPr>
            <a:endParaRPr lang="en-US"/>
          </a:p>
        </c:txPr>
        <c:crossAx val="374463488"/>
        <c:crosses val="autoZero"/>
        <c:auto val="1"/>
        <c:lblAlgn val="ctr"/>
        <c:lblOffset val="0"/>
        <c:noMultiLvlLbl val="0"/>
      </c:catAx>
      <c:valAx>
        <c:axId val="374463488"/>
        <c:scaling>
          <c:orientation val="minMax"/>
        </c:scaling>
        <c:delete val="1"/>
        <c:axPos val="l"/>
        <c:numFmt formatCode="_(&quot;$&quot;* #,##0.0_);_(&quot;$&quot;* \(#,##0.0\);_(&quot;$&quot;* &quot;-&quot;??_);_(@_)" sourceLinked="1"/>
        <c:majorTickMark val="out"/>
        <c:minorTickMark val="none"/>
        <c:tickLblPos val="nextTo"/>
        <c:crossAx val="374461952"/>
        <c:crosses val="autoZero"/>
        <c:crossBetween val="between"/>
      </c:valAx>
      <c:spPr>
        <a:noFill/>
        <a:ln w="30190">
          <a:noFill/>
        </a:ln>
      </c:spPr>
    </c:plotArea>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1" i="0">
                <a:solidFill>
                  <a:schemeClr val="accent1"/>
                </a:solidFill>
                <a:latin typeface="Avenir Next LT Pro Demi" panose="020B0504020202020204" pitchFamily="34" charset="77"/>
              </a:defRPr>
            </a:pPr>
            <a:r>
              <a:rPr lang="en-US" sz="1200" b="1" i="0" dirty="0">
                <a:solidFill>
                  <a:schemeClr val="tx1"/>
                </a:solidFill>
                <a:latin typeface="Avenir Next LT Pro Demi" panose="020B0504020202020204" pitchFamily="34" charset="77"/>
              </a:rPr>
              <a:t>Chart Title</a:t>
            </a:r>
          </a:p>
        </c:rich>
      </c:tx>
      <c:layout>
        <c:manualLayout>
          <c:xMode val="edge"/>
          <c:yMode val="edge"/>
          <c:x val="0.3600860509094343"/>
          <c:y val="0"/>
        </c:manualLayout>
      </c:layout>
      <c:overlay val="0"/>
    </c:title>
    <c:autoTitleDeleted val="0"/>
    <c:plotArea>
      <c:layout>
        <c:manualLayout>
          <c:layoutTarget val="inner"/>
          <c:xMode val="edge"/>
          <c:yMode val="edge"/>
          <c:x val="3.5850268543403847E-2"/>
          <c:y val="0.11126946146284927"/>
          <c:w val="0.92829946291319232"/>
          <c:h val="0.83525940491445771"/>
        </c:manualLayout>
      </c:layout>
      <c:barChart>
        <c:barDir val="col"/>
        <c:grouping val="clustered"/>
        <c:varyColors val="0"/>
        <c:ser>
          <c:idx val="2"/>
          <c:order val="0"/>
          <c:tx>
            <c:strRef>
              <c:f>Sheet1!$A$2</c:f>
              <c:strCache>
                <c:ptCount val="1"/>
                <c:pt idx="0">
                  <c:v>Plan</c:v>
                </c:pt>
              </c:strCache>
            </c:strRef>
          </c:tx>
          <c:spPr>
            <a:solidFill>
              <a:srgbClr val="00095B"/>
            </a:solidFill>
            <a:ln>
              <a:noFill/>
            </a:ln>
            <a:effectLst/>
          </c:spPr>
          <c:invertIfNegative val="0"/>
          <c:dPt>
            <c:idx val="5"/>
            <c:invertIfNegative val="0"/>
            <c:bubble3D val="0"/>
            <c:spPr>
              <a:solidFill>
                <a:srgbClr val="1700F4"/>
              </a:solidFill>
              <a:ln>
                <a:noFill/>
              </a:ln>
              <a:effectLst/>
            </c:spPr>
            <c:extLst>
              <c:ext xmlns:c16="http://schemas.microsoft.com/office/drawing/2014/chart" uri="{C3380CC4-5D6E-409C-BE32-E72D297353CC}">
                <c16:uniqueId val="{00000001-EE44-EC4C-81CD-98C46AD4E4E1}"/>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44-EC4C-81CD-98C46AD4E4E1}"/>
                </c:ext>
              </c:extLst>
            </c:dLbl>
            <c:dLbl>
              <c:idx val="5"/>
              <c:spPr>
                <a:noFill/>
                <a:ln>
                  <a:noFill/>
                </a:ln>
                <a:effectLst/>
              </c:spPr>
              <c:txPr>
                <a:bodyPr/>
                <a:lstStyle/>
                <a:p>
                  <a:pPr>
                    <a:defRPr sz="1200" b="1" i="0">
                      <a:solidFill>
                        <a:schemeClr val="accent1"/>
                      </a:solidFill>
                      <a:latin typeface="Avenir Next LT Pro Demi" panose="020B0504020202020204" pitchFamily="34" charset="77"/>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EE44-EC4C-81CD-98C46AD4E4E1}"/>
                </c:ext>
              </c:extLst>
            </c:dLbl>
            <c:spPr>
              <a:noFill/>
              <a:ln>
                <a:noFill/>
              </a:ln>
              <a:effectLst/>
            </c:spPr>
            <c:txPr>
              <a:bodyPr/>
              <a:lstStyle/>
              <a:p>
                <a:pPr>
                  <a:defRPr sz="1200" b="0">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2016</c:v>
                </c:pt>
                <c:pt idx="1">
                  <c:v>2017</c:v>
                </c:pt>
                <c:pt idx="2">
                  <c:v>2018</c:v>
                </c:pt>
                <c:pt idx="3">
                  <c:v>2019</c:v>
                </c:pt>
                <c:pt idx="4">
                  <c:v>2020</c:v>
                </c:pt>
                <c:pt idx="5">
                  <c:v>2021</c:v>
                </c:pt>
              </c:strCache>
            </c:strRef>
          </c:cat>
          <c:val>
            <c:numRef>
              <c:f>Sheet1!$B$2:$G$2</c:f>
              <c:numCache>
                <c:formatCode>_("$"* #,##0.0_);_("$"* \(#,##0.0\);_("$"* "-"??_);_(@_)</c:formatCode>
                <c:ptCount val="6"/>
                <c:pt idx="0">
                  <c:v>5</c:v>
                </c:pt>
                <c:pt idx="1">
                  <c:v>5.5</c:v>
                </c:pt>
                <c:pt idx="2">
                  <c:v>6</c:v>
                </c:pt>
                <c:pt idx="3">
                  <c:v>6.5</c:v>
                </c:pt>
                <c:pt idx="4">
                  <c:v>7</c:v>
                </c:pt>
                <c:pt idx="5">
                  <c:v>7.5</c:v>
                </c:pt>
              </c:numCache>
            </c:numRef>
          </c:val>
          <c:extLst>
            <c:ext xmlns:c16="http://schemas.microsoft.com/office/drawing/2014/chart" uri="{C3380CC4-5D6E-409C-BE32-E72D297353CC}">
              <c16:uniqueId val="{00000003-EE44-EC4C-81CD-98C46AD4E4E1}"/>
            </c:ext>
          </c:extLst>
        </c:ser>
        <c:dLbls>
          <c:showLegendKey val="0"/>
          <c:showVal val="0"/>
          <c:showCatName val="0"/>
          <c:showSerName val="0"/>
          <c:showPercent val="0"/>
          <c:showBubbleSize val="0"/>
        </c:dLbls>
        <c:gapWidth val="50"/>
        <c:overlap val="40"/>
        <c:axId val="374461952"/>
        <c:axId val="374463488"/>
      </c:barChart>
      <c:catAx>
        <c:axId val="374461952"/>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000" b="1" i="0" spc="0" baseline="0">
                <a:solidFill>
                  <a:schemeClr val="tx1"/>
                </a:solidFill>
                <a:latin typeface="Avenir Next LT Pro Demi" panose="020B0504020202020204" pitchFamily="34" charset="77"/>
              </a:defRPr>
            </a:pPr>
            <a:endParaRPr lang="en-US"/>
          </a:p>
        </c:txPr>
        <c:crossAx val="374463488"/>
        <c:crosses val="autoZero"/>
        <c:auto val="1"/>
        <c:lblAlgn val="ctr"/>
        <c:lblOffset val="0"/>
        <c:noMultiLvlLbl val="0"/>
      </c:catAx>
      <c:valAx>
        <c:axId val="374463488"/>
        <c:scaling>
          <c:orientation val="minMax"/>
        </c:scaling>
        <c:delete val="1"/>
        <c:axPos val="l"/>
        <c:numFmt formatCode="_(&quot;$&quot;* #,##0.0_);_(&quot;$&quot;* \(#,##0.0\);_(&quot;$&quot;* &quot;-&quot;??_);_(@_)" sourceLinked="1"/>
        <c:majorTickMark val="out"/>
        <c:minorTickMark val="none"/>
        <c:tickLblPos val="nextTo"/>
        <c:crossAx val="374461952"/>
        <c:crosses val="autoZero"/>
        <c:crossBetween val="between"/>
      </c:valAx>
      <c:spPr>
        <a:noFill/>
        <a:ln w="30190">
          <a:noFill/>
        </a:ln>
      </c:spPr>
    </c:plotArea>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1" i="0">
                <a:solidFill>
                  <a:schemeClr val="accent1"/>
                </a:solidFill>
                <a:latin typeface="Avenir Next LT Pro Demi" panose="020B0504020202020204" pitchFamily="34" charset="77"/>
              </a:defRPr>
            </a:pPr>
            <a:r>
              <a:rPr lang="en-US" sz="1200" b="1" i="0" dirty="0">
                <a:solidFill>
                  <a:schemeClr val="tx1"/>
                </a:solidFill>
                <a:latin typeface="Avenir Next LT Pro Demi" panose="020B0504020202020204" pitchFamily="34" charset="77"/>
              </a:rPr>
              <a:t>Chart Title</a:t>
            </a:r>
          </a:p>
        </c:rich>
      </c:tx>
      <c:layout>
        <c:manualLayout>
          <c:xMode val="edge"/>
          <c:yMode val="edge"/>
          <c:x val="0.3600860509094343"/>
          <c:y val="0"/>
        </c:manualLayout>
      </c:layout>
      <c:overlay val="0"/>
    </c:title>
    <c:autoTitleDeleted val="0"/>
    <c:plotArea>
      <c:layout>
        <c:manualLayout>
          <c:layoutTarget val="inner"/>
          <c:xMode val="edge"/>
          <c:yMode val="edge"/>
          <c:x val="3.5850268543403847E-2"/>
          <c:y val="0.11126946146284927"/>
          <c:w val="0.92829946291319232"/>
          <c:h val="0.83525940491445771"/>
        </c:manualLayout>
      </c:layout>
      <c:barChart>
        <c:barDir val="col"/>
        <c:grouping val="clustered"/>
        <c:varyColors val="0"/>
        <c:ser>
          <c:idx val="2"/>
          <c:order val="0"/>
          <c:tx>
            <c:strRef>
              <c:f>Sheet1!$A$2</c:f>
              <c:strCache>
                <c:ptCount val="1"/>
                <c:pt idx="0">
                  <c:v>Plan</c:v>
                </c:pt>
              </c:strCache>
            </c:strRef>
          </c:tx>
          <c:spPr>
            <a:solidFill>
              <a:srgbClr val="00095B"/>
            </a:solidFill>
            <a:ln>
              <a:noFill/>
            </a:ln>
            <a:effectLst/>
          </c:spPr>
          <c:invertIfNegative val="0"/>
          <c:dPt>
            <c:idx val="5"/>
            <c:invertIfNegative val="0"/>
            <c:bubble3D val="0"/>
            <c:spPr>
              <a:solidFill>
                <a:srgbClr val="1700F4"/>
              </a:solidFill>
              <a:ln>
                <a:noFill/>
              </a:ln>
              <a:effectLst/>
            </c:spPr>
            <c:extLst>
              <c:ext xmlns:c16="http://schemas.microsoft.com/office/drawing/2014/chart" uri="{C3380CC4-5D6E-409C-BE32-E72D297353CC}">
                <c16:uniqueId val="{00000001-EE44-EC4C-81CD-98C46AD4E4E1}"/>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44-EC4C-81CD-98C46AD4E4E1}"/>
                </c:ext>
              </c:extLst>
            </c:dLbl>
            <c:dLbl>
              <c:idx val="5"/>
              <c:spPr>
                <a:noFill/>
                <a:ln>
                  <a:noFill/>
                </a:ln>
                <a:effectLst/>
              </c:spPr>
              <c:txPr>
                <a:bodyPr/>
                <a:lstStyle/>
                <a:p>
                  <a:pPr>
                    <a:defRPr sz="1200" b="1" i="0">
                      <a:solidFill>
                        <a:schemeClr val="accent1"/>
                      </a:solidFill>
                      <a:latin typeface="Avenir Next LT Pro Demi" panose="020B0504020202020204" pitchFamily="34" charset="77"/>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EE44-EC4C-81CD-98C46AD4E4E1}"/>
                </c:ext>
              </c:extLst>
            </c:dLbl>
            <c:spPr>
              <a:noFill/>
              <a:ln>
                <a:noFill/>
              </a:ln>
              <a:effectLst/>
            </c:spPr>
            <c:txPr>
              <a:bodyPr/>
              <a:lstStyle/>
              <a:p>
                <a:pPr>
                  <a:defRPr sz="1200" b="0">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2016</c:v>
                </c:pt>
                <c:pt idx="1">
                  <c:v>2017</c:v>
                </c:pt>
                <c:pt idx="2">
                  <c:v>2018</c:v>
                </c:pt>
                <c:pt idx="3">
                  <c:v>2019</c:v>
                </c:pt>
                <c:pt idx="4">
                  <c:v>2020</c:v>
                </c:pt>
                <c:pt idx="5">
                  <c:v>2021</c:v>
                </c:pt>
              </c:strCache>
            </c:strRef>
          </c:cat>
          <c:val>
            <c:numRef>
              <c:f>Sheet1!$B$2:$G$2</c:f>
              <c:numCache>
                <c:formatCode>_("$"* #,##0.0_);_("$"* \(#,##0.0\);_("$"* "-"??_);_(@_)</c:formatCode>
                <c:ptCount val="6"/>
                <c:pt idx="0">
                  <c:v>5</c:v>
                </c:pt>
                <c:pt idx="1">
                  <c:v>5.5</c:v>
                </c:pt>
                <c:pt idx="2">
                  <c:v>6</c:v>
                </c:pt>
                <c:pt idx="3">
                  <c:v>6.5</c:v>
                </c:pt>
                <c:pt idx="4">
                  <c:v>7</c:v>
                </c:pt>
                <c:pt idx="5">
                  <c:v>7.5</c:v>
                </c:pt>
              </c:numCache>
            </c:numRef>
          </c:val>
          <c:extLst>
            <c:ext xmlns:c16="http://schemas.microsoft.com/office/drawing/2014/chart" uri="{C3380CC4-5D6E-409C-BE32-E72D297353CC}">
              <c16:uniqueId val="{00000003-EE44-EC4C-81CD-98C46AD4E4E1}"/>
            </c:ext>
          </c:extLst>
        </c:ser>
        <c:dLbls>
          <c:showLegendKey val="0"/>
          <c:showVal val="0"/>
          <c:showCatName val="0"/>
          <c:showSerName val="0"/>
          <c:showPercent val="0"/>
          <c:showBubbleSize val="0"/>
        </c:dLbls>
        <c:gapWidth val="50"/>
        <c:overlap val="40"/>
        <c:axId val="374461952"/>
        <c:axId val="374463488"/>
      </c:barChart>
      <c:catAx>
        <c:axId val="374461952"/>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000" b="1" i="0" spc="0" baseline="0">
                <a:solidFill>
                  <a:schemeClr val="tx1"/>
                </a:solidFill>
                <a:latin typeface="Avenir Next LT Pro Demi" panose="020B0504020202020204" pitchFamily="34" charset="77"/>
              </a:defRPr>
            </a:pPr>
            <a:endParaRPr lang="en-US"/>
          </a:p>
        </c:txPr>
        <c:crossAx val="374463488"/>
        <c:crosses val="autoZero"/>
        <c:auto val="1"/>
        <c:lblAlgn val="ctr"/>
        <c:lblOffset val="0"/>
        <c:noMultiLvlLbl val="0"/>
      </c:catAx>
      <c:valAx>
        <c:axId val="374463488"/>
        <c:scaling>
          <c:orientation val="minMax"/>
        </c:scaling>
        <c:delete val="1"/>
        <c:axPos val="l"/>
        <c:numFmt formatCode="_(&quot;$&quot;* #,##0.0_);_(&quot;$&quot;* \(#,##0.0\);_(&quot;$&quot;* &quot;-&quot;??_);_(@_)" sourceLinked="1"/>
        <c:majorTickMark val="out"/>
        <c:minorTickMark val="none"/>
        <c:tickLblPos val="nextTo"/>
        <c:crossAx val="374461952"/>
        <c:crosses val="autoZero"/>
        <c:crossBetween val="between"/>
      </c:valAx>
      <c:spPr>
        <a:noFill/>
        <a:ln w="30190">
          <a:noFill/>
        </a:ln>
      </c:spPr>
    </c:plotArea>
    <c:plotVisOnly val="1"/>
    <c:dispBlanksAs val="gap"/>
    <c:showDLblsOverMax val="0"/>
  </c:chart>
  <c:spPr>
    <a:noFill/>
    <a:ln>
      <a:noFill/>
    </a:ln>
  </c:spPr>
  <c:txPr>
    <a:bodyPr/>
    <a:lstStyle/>
    <a:p>
      <a:pPr>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1" i="0" spc="20" baseline="0">
                <a:latin typeface="Avenir Next LT Pro Demi" panose="020B0504020202020204" pitchFamily="34" charset="77"/>
              </a:defRPr>
            </a:pPr>
            <a:r>
              <a:rPr lang="en-US" sz="1000" b="1" i="0" spc="20" baseline="0">
                <a:latin typeface="Avenir Next LT Pro Demi" panose="020B0504020202020204" pitchFamily="34" charset="77"/>
              </a:rPr>
              <a:t>Chart Title</a:t>
            </a:r>
          </a:p>
        </c:rich>
      </c:tx>
      <c:layout>
        <c:manualLayout>
          <c:xMode val="edge"/>
          <c:yMode val="edge"/>
          <c:x val="0.39365556199674095"/>
          <c:y val="5.5807901618389333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8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D04-5C40-813F-74121F4EECF6}"/>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D04-5C40-813F-74121F4EECF6}"/>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D04-5C40-813F-74121F4EECF6}"/>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1" i="0" spc="20" baseline="0">
                <a:latin typeface="Avenir Next LT Pro Demi" panose="020B0504020202020204" pitchFamily="34" charset="77"/>
              </a:defRPr>
            </a:pPr>
            <a:r>
              <a:rPr lang="en-US" sz="1000" b="1" i="0" spc="20" baseline="0">
                <a:latin typeface="Avenir Next LT Pro Demi" panose="020B0504020202020204" pitchFamily="34" charset="77"/>
              </a:rPr>
              <a:t>Chart Title</a:t>
            </a:r>
          </a:p>
        </c:rich>
      </c:tx>
      <c:layout>
        <c:manualLayout>
          <c:xMode val="edge"/>
          <c:yMode val="edge"/>
          <c:x val="0.39365556199674095"/>
          <c:y val="5.5807901618389333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8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D04-5C40-813F-74121F4EECF6}"/>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D04-5C40-813F-74121F4EECF6}"/>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D04-5C40-813F-74121F4EECF6}"/>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1" i="0" spc="20" baseline="0">
                <a:latin typeface="Avenir Next LT Pro Demi" panose="020B0504020202020204" pitchFamily="34" charset="77"/>
              </a:defRPr>
            </a:pPr>
            <a:r>
              <a:rPr lang="en-US" sz="1000" b="1" i="0" spc="20" baseline="0">
                <a:latin typeface="Avenir Next LT Pro Demi" panose="020B0504020202020204" pitchFamily="34" charset="77"/>
              </a:rPr>
              <a:t>Chart Title</a:t>
            </a:r>
          </a:p>
        </c:rich>
      </c:tx>
      <c:layout>
        <c:manualLayout>
          <c:xMode val="edge"/>
          <c:yMode val="edge"/>
          <c:x val="0.39365556199674095"/>
          <c:y val="5.5807901618389333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8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D04-5C40-813F-74121F4EECF6}"/>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D04-5C40-813F-74121F4EECF6}"/>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D04-5C40-813F-74121F4EECF6}"/>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1" i="0" spc="20" baseline="0">
                <a:latin typeface="Avenir Next LT Pro Demi" panose="020B0504020202020204" pitchFamily="34" charset="77"/>
              </a:defRPr>
            </a:pPr>
            <a:r>
              <a:rPr lang="en-US" sz="1000" b="1" i="0" spc="20" baseline="0">
                <a:latin typeface="Avenir Next LT Pro Demi" panose="020B0504020202020204" pitchFamily="34" charset="77"/>
              </a:rPr>
              <a:t>Chart Title</a:t>
            </a:r>
          </a:p>
        </c:rich>
      </c:tx>
      <c:layout>
        <c:manualLayout>
          <c:xMode val="edge"/>
          <c:yMode val="edge"/>
          <c:x val="0.39365556199674095"/>
          <c:y val="5.5807901618389333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8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D04-5C40-813F-74121F4EECF6}"/>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6"/>
            <c:spPr>
              <a:solidFill>
                <a:schemeClr val="tx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D04-5C40-813F-74121F4EECF6}"/>
            </c:ext>
          </c:extLst>
        </c:ser>
        <c:ser>
          <c:idx val="1"/>
          <c:order val="1"/>
          <c:tx>
            <c:strRef>
              <c:f>Sheet1!$A$3</c:f>
              <c:strCache>
                <c:ptCount val="1"/>
                <c:pt idx="0">
                  <c:v>Forecast</c:v>
                </c:pt>
              </c:strCache>
            </c:strRef>
          </c:tx>
          <c:spPr>
            <a:ln w="19050">
              <a:noFill/>
            </a:ln>
          </c:spPr>
          <c:marker>
            <c:symbol val="diamond"/>
            <c:size val="8"/>
            <c:spPr>
              <a:solidFill>
                <a:schemeClr val="accent1"/>
              </a:solidFill>
            </c:spPr>
          </c:marker>
          <c:dLbls>
            <c:numFmt formatCode="&quot;$&quot;#,##0_);&quot;$&quot;\(#,##0\)" sourceLinked="0"/>
            <c:spPr>
              <a:noFill/>
              <a:ln>
                <a:noFill/>
              </a:ln>
              <a:effectLst/>
            </c:spPr>
            <c:txPr>
              <a:bodyPr/>
              <a:lstStyle/>
              <a:p>
                <a:pPr>
                  <a:defRPr sz="8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D04-5C40-813F-74121F4EECF6}"/>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Ford Antenna Cond Regular" charset="0"/>
                <a:cs typeface="Ford Antenna Cond Regular" charset="0"/>
              </a:defRPr>
            </a:pPr>
            <a:r>
              <a:rPr lang="en-US" sz="1200" b="1" i="0" dirty="0">
                <a:solidFill>
                  <a:schemeClr val="tx1"/>
                </a:solidFill>
                <a:latin typeface="Avenir Next LT Pro Demi" panose="020B0504020202020204" pitchFamily="34" charset="77"/>
              </a:rPr>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Ford Antenna Cond Regular" charset="0"/>
              <a:cs typeface="Ford Antenna Cond Regular" charset="0"/>
            </a:defRPr>
          </a:pPr>
          <a:endParaRPr lang="en-US"/>
        </a:p>
      </c:txPr>
    </c:title>
    <c:autoTitleDeleted val="0"/>
    <c:plotArea>
      <c:layout>
        <c:manualLayout>
          <c:layoutTarget val="inner"/>
          <c:xMode val="edge"/>
          <c:yMode val="edge"/>
          <c:x val="0.12707569833550092"/>
          <c:y val="8.5215808162001264E-2"/>
          <c:w val="0.74584841568888971"/>
          <c:h val="0.82838090006172915"/>
        </c:manualLayout>
      </c:layout>
      <c:doughnutChart>
        <c:varyColors val="1"/>
        <c:ser>
          <c:idx val="0"/>
          <c:order val="0"/>
          <c:tx>
            <c:strRef>
              <c:f>Sheet1!$B$1</c:f>
              <c:strCache>
                <c:ptCount val="1"/>
                <c:pt idx="0">
                  <c:v>Series 1</c:v>
                </c:pt>
              </c:strCache>
            </c:strRef>
          </c:tx>
          <c:spPr>
            <a:ln w="19050">
              <a:noFill/>
            </a:ln>
            <a:effectLst>
              <a:outerShdw blurRad="635000" sx="102000" sy="102000" algn="ctr" rotWithShape="0">
                <a:prstClr val="black">
                  <a:alpha val="25000"/>
                </a:prstClr>
              </a:outerShdw>
            </a:effectLst>
          </c:spPr>
          <c:dPt>
            <c:idx val="0"/>
            <c:bubble3D val="0"/>
            <c:spPr>
              <a:solidFill>
                <a:schemeClr val="tx1"/>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1-1D16-C245-BB48-5FFF46A8D69C}"/>
              </c:ext>
            </c:extLst>
          </c:dPt>
          <c:dPt>
            <c:idx val="1"/>
            <c:bubble3D val="0"/>
            <c:spPr>
              <a:solidFill>
                <a:srgbClr val="1700F4"/>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3-1D16-C245-BB48-5FFF46A8D69C}"/>
              </c:ext>
            </c:extLst>
          </c:dPt>
          <c:dPt>
            <c:idx val="2"/>
            <c:bubble3D val="0"/>
            <c:spPr>
              <a:solidFill>
                <a:srgbClr val="00142E"/>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5-1D16-C245-BB48-5FFF46A8D69C}"/>
              </c:ext>
            </c:extLst>
          </c:dPt>
          <c:dPt>
            <c:idx val="3"/>
            <c:bubble3D val="0"/>
            <c:spPr>
              <a:solidFill>
                <a:schemeClr val="bg1"/>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7-1D16-C245-BB48-5FFF46A8D69C}"/>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1D16-C245-BB48-5FFF46A8D69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1D16-C245-BB48-5FFF46A8D69C}"/>
            </c:ext>
          </c:extLst>
        </c:ser>
        <c:dLbls>
          <c:showLegendKey val="0"/>
          <c:showVal val="0"/>
          <c:showCatName val="0"/>
          <c:showSerName val="0"/>
          <c:showPercent val="0"/>
          <c:showBubbleSize val="0"/>
          <c:showLeaderLines val="1"/>
        </c:dLbls>
        <c:firstSliceAng val="0"/>
        <c:holeSize val="43"/>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Ford Antenna Cond Regular" charset="0"/>
              <a:cs typeface="Ford Antenna Cond Regular"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b="1" i="0" dirty="0">
                <a:solidFill>
                  <a:schemeClr val="tx1"/>
                </a:solidFill>
                <a:latin typeface="Avenir Next LT Pro Demi" panose="020B0504020202020204" pitchFamily="34" charset="77"/>
              </a:rPr>
              <a:t>Chart Title</a:t>
            </a:r>
          </a:p>
        </c:rich>
      </c:tx>
      <c:layout>
        <c:manualLayout>
          <c:xMode val="edge"/>
          <c:yMode val="edge"/>
          <c:x val="0.49658616968557712"/>
          <c:y val="1.588035300232453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spPr>
            <a:ln w="19050">
              <a:noFill/>
            </a:ln>
            <a:effectLst>
              <a:outerShdw blurRad="635000" algn="tl" rotWithShape="0">
                <a:prstClr val="black">
                  <a:alpha val="20000"/>
                </a:prstClr>
              </a:outerShdw>
            </a:effectLst>
          </c:spPr>
          <c:dPt>
            <c:idx val="0"/>
            <c:bubble3D val="0"/>
            <c:spPr>
              <a:solidFill>
                <a:schemeClr val="tx1"/>
              </a:solidFill>
              <a:ln w="19050">
                <a:noFill/>
              </a:ln>
              <a:effectLst>
                <a:outerShdw blurRad="635000" algn="tl" rotWithShape="0">
                  <a:prstClr val="black">
                    <a:alpha val="20000"/>
                  </a:prstClr>
                </a:outerShdw>
              </a:effectLst>
            </c:spPr>
            <c:extLst>
              <c:ext xmlns:c16="http://schemas.microsoft.com/office/drawing/2014/chart" uri="{C3380CC4-5D6E-409C-BE32-E72D297353CC}">
                <c16:uniqueId val="{00000001-1D16-C245-BB48-5FFF46A8D69C}"/>
              </c:ext>
            </c:extLst>
          </c:dPt>
          <c:dPt>
            <c:idx val="1"/>
            <c:bubble3D val="0"/>
            <c:spPr>
              <a:solidFill>
                <a:schemeClr val="bg2"/>
              </a:solidFill>
              <a:ln w="19050">
                <a:noFill/>
              </a:ln>
              <a:effectLst>
                <a:outerShdw blurRad="635000" algn="tl" rotWithShape="0">
                  <a:prstClr val="black">
                    <a:alpha val="20000"/>
                  </a:prstClr>
                </a:outerShdw>
              </a:effectLst>
            </c:spPr>
            <c:extLst>
              <c:ext xmlns:c16="http://schemas.microsoft.com/office/drawing/2014/chart" uri="{C3380CC4-5D6E-409C-BE32-E72D297353CC}">
                <c16:uniqueId val="{00000003-1D16-C245-BB48-5FFF46A8D69C}"/>
              </c:ext>
            </c:extLst>
          </c:dPt>
          <c:dPt>
            <c:idx val="2"/>
            <c:bubble3D val="0"/>
            <c:spPr>
              <a:solidFill>
                <a:schemeClr val="bg1"/>
              </a:solidFill>
              <a:ln w="19050">
                <a:noFill/>
              </a:ln>
              <a:effectLst>
                <a:outerShdw blurRad="635000" algn="tl" rotWithShape="0">
                  <a:prstClr val="black">
                    <a:alpha val="20000"/>
                  </a:prstClr>
                </a:outerShdw>
              </a:effectLst>
            </c:spPr>
            <c:extLst>
              <c:ext xmlns:c16="http://schemas.microsoft.com/office/drawing/2014/chart" uri="{C3380CC4-5D6E-409C-BE32-E72D297353CC}">
                <c16:uniqueId val="{00000005-1D16-C245-BB48-5FFF46A8D69C}"/>
              </c:ext>
            </c:extLst>
          </c:dPt>
          <c:dPt>
            <c:idx val="3"/>
            <c:bubble3D val="0"/>
            <c:spPr>
              <a:solidFill>
                <a:schemeClr val="accent3"/>
              </a:solidFill>
              <a:ln w="19050">
                <a:noFill/>
              </a:ln>
              <a:effectLst>
                <a:outerShdw blurRad="635000" algn="tl" rotWithShape="0">
                  <a:prstClr val="black">
                    <a:alpha val="20000"/>
                  </a:prstClr>
                </a:outerShdw>
              </a:effectLst>
            </c:spPr>
            <c:extLst>
              <c:ext xmlns:c16="http://schemas.microsoft.com/office/drawing/2014/chart" uri="{C3380CC4-5D6E-409C-BE32-E72D297353CC}">
                <c16:uniqueId val="{00000007-1D16-C245-BB48-5FFF46A8D69C}"/>
              </c:ext>
            </c:extLst>
          </c:dPt>
          <c:dPt>
            <c:idx val="4"/>
            <c:bubble3D val="0"/>
            <c:spPr>
              <a:solidFill>
                <a:schemeClr val="tx1">
                  <a:lumMod val="90000"/>
                  <a:lumOff val="10000"/>
                </a:schemeClr>
              </a:solidFill>
              <a:ln w="19050">
                <a:noFill/>
              </a:ln>
              <a:effectLst>
                <a:outerShdw blurRad="635000" algn="tl" rotWithShape="0">
                  <a:prstClr val="black">
                    <a:alpha val="20000"/>
                  </a:prstClr>
                </a:outerShdw>
              </a:effectLst>
            </c:spPr>
            <c:extLst>
              <c:ext xmlns:c16="http://schemas.microsoft.com/office/drawing/2014/chart" uri="{C3380CC4-5D6E-409C-BE32-E72D297353CC}">
                <c16:uniqueId val="{00000018-3D6A-964D-B5A4-1733EC2FA6DC}"/>
              </c:ext>
            </c:extLst>
          </c:dPt>
          <c:dPt>
            <c:idx val="5"/>
            <c:bubble3D val="0"/>
            <c:spPr>
              <a:solidFill>
                <a:schemeClr val="accent1"/>
              </a:solidFill>
              <a:ln w="19050">
                <a:noFill/>
              </a:ln>
              <a:effectLst>
                <a:outerShdw blurRad="635000" algn="tl" rotWithShape="0">
                  <a:prstClr val="black">
                    <a:alpha val="20000"/>
                  </a:prstClr>
                </a:outerShdw>
              </a:effectLst>
            </c:spPr>
            <c:extLst>
              <c:ext xmlns:c16="http://schemas.microsoft.com/office/drawing/2014/chart" uri="{C3380CC4-5D6E-409C-BE32-E72D297353CC}">
                <c16:uniqueId val="{00000019-3D6A-964D-B5A4-1733EC2FA6DC}"/>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1D16-C245-BB48-5FFF46A8D69C}"/>
                </c:ext>
              </c:extLst>
            </c:dLbl>
            <c:dLbl>
              <c:idx val="3"/>
              <c:layout>
                <c:manualLayout>
                  <c:x val="-0.1096193513994481"/>
                  <c:y val="-0.103222294515109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D16-C245-BB48-5FFF46A8D69C}"/>
                </c:ext>
              </c:extLst>
            </c:dLbl>
            <c:dLbl>
              <c:idx val="4"/>
              <c:layout>
                <c:manualLayout>
                  <c:x val="-7.8639969482212746E-2"/>
                  <c:y val="-0.1164559220170465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D6A-964D-B5A4-1733EC2FA6DC}"/>
                </c:ext>
              </c:extLst>
            </c:dLbl>
            <c:dLbl>
              <c:idx val="5"/>
              <c:layout>
                <c:manualLayout>
                  <c:x val="-4.5277558186728552E-2"/>
                  <c:y val="-0.1349830005197585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D6A-964D-B5A4-1733EC2FA6D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10</c:v>
                </c:pt>
                <c:pt idx="1">
                  <c:v>4.5999999999999996</c:v>
                </c:pt>
                <c:pt idx="2">
                  <c:v>6.2</c:v>
                </c:pt>
                <c:pt idx="3">
                  <c:v>0.8</c:v>
                </c:pt>
                <c:pt idx="4">
                  <c:v>1.5</c:v>
                </c:pt>
                <c:pt idx="5">
                  <c:v>1.5</c:v>
                </c:pt>
              </c:numCache>
            </c:numRef>
          </c:val>
          <c:extLst>
            <c:ext xmlns:c16="http://schemas.microsoft.com/office/drawing/2014/chart" uri="{C3380CC4-5D6E-409C-BE32-E72D297353CC}">
              <c16:uniqueId val="{00000008-1D16-C245-BB48-5FFF46A8D69C}"/>
            </c:ext>
          </c:extLst>
        </c:ser>
        <c:dLbls>
          <c:showLegendKey val="0"/>
          <c:showVal val="0"/>
          <c:showCatName val="0"/>
          <c:showSerName val="0"/>
          <c:showPercent val="0"/>
          <c:showBubbleSize val="0"/>
          <c:showLeaderLines val="1"/>
        </c:dLbls>
        <c:firstSliceAng val="0"/>
        <c:holeSize val="43"/>
      </c:doughnutChart>
      <c:spPr>
        <a:noFill/>
        <a:ln>
          <a:noFill/>
        </a:ln>
        <a:effectLst/>
      </c:spPr>
    </c:plotArea>
    <c:legend>
      <c:legendPos val="l"/>
      <c:layout>
        <c:manualLayout>
          <c:xMode val="edge"/>
          <c:yMode val="edge"/>
          <c:x val="1.4298176269493227E-2"/>
          <c:y val="0.3570086750075338"/>
          <c:w val="0.1609901468302613"/>
          <c:h val="0.2859826499849324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Ford Antenna Cond Regular" charset="0"/>
              <a:cs typeface="Ford Antenna Cond Regular"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solidFill>
                <a:latin typeface="Avenir Next LT Pro Demi" panose="020B0504020202020204" pitchFamily="34" charset="77"/>
                <a:ea typeface="+mn-ea"/>
                <a:cs typeface="+mn-cs"/>
              </a:defRPr>
            </a:pPr>
            <a:r>
              <a:rPr lang="en-US" sz="1200" b="1" i="0" dirty="0">
                <a:solidFill>
                  <a:schemeClr val="tx1"/>
                </a:solidFill>
                <a:latin typeface="Avenir Next LT Pro Demi" panose="020B0504020202020204" pitchFamily="34" charset="77"/>
              </a:rPr>
              <a:t>Chart Title</a:t>
            </a:r>
          </a:p>
        </c:rich>
      </c:tx>
      <c:layout>
        <c:manualLayout>
          <c:xMode val="edge"/>
          <c:yMode val="edge"/>
          <c:x val="0.40892652782674666"/>
          <c:y val="1.5880353002324533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Avenir Next LT Pro Demi" panose="020B0504020202020204" pitchFamily="34" charset="77"/>
              <a:ea typeface="+mn-ea"/>
              <a:cs typeface="+mn-cs"/>
            </a:defRPr>
          </a:pPr>
          <a:endParaRPr lang="en-US"/>
        </a:p>
      </c:txPr>
    </c:title>
    <c:autoTitleDeleted val="0"/>
    <c:plotArea>
      <c:layout>
        <c:manualLayout>
          <c:layoutTarget val="inner"/>
          <c:xMode val="edge"/>
          <c:yMode val="edge"/>
          <c:x val="0.14659983926748305"/>
          <c:y val="0.12866795515655072"/>
          <c:w val="0.66867166377294351"/>
          <c:h val="0.74266408968689868"/>
        </c:manualLayout>
      </c:layout>
      <c:doughnutChart>
        <c:varyColors val="1"/>
        <c:ser>
          <c:idx val="0"/>
          <c:order val="0"/>
          <c:tx>
            <c:strRef>
              <c:f>Sheet1!$B$1</c:f>
              <c:strCache>
                <c:ptCount val="1"/>
                <c:pt idx="0">
                  <c:v>Series 1</c:v>
                </c:pt>
              </c:strCache>
            </c:strRef>
          </c:tx>
          <c:spPr>
            <a:ln w="19050">
              <a:noFill/>
            </a:ln>
            <a:effectLst>
              <a:outerShdw blurRad="628656" algn="tl" rotWithShape="0">
                <a:prstClr val="black">
                  <a:alpha val="20000"/>
                </a:prstClr>
              </a:outerShdw>
            </a:effectLst>
          </c:spPr>
          <c:dPt>
            <c:idx val="0"/>
            <c:bubble3D val="0"/>
            <c:spPr>
              <a:solidFill>
                <a:schemeClr val="tx1"/>
              </a:solidFill>
              <a:ln w="19050">
                <a:noFill/>
              </a:ln>
              <a:effectLst>
                <a:outerShdw blurRad="628656" algn="tl" rotWithShape="0">
                  <a:prstClr val="black">
                    <a:alpha val="20000"/>
                  </a:prstClr>
                </a:outerShdw>
              </a:effectLst>
            </c:spPr>
            <c:extLst>
              <c:ext xmlns:c16="http://schemas.microsoft.com/office/drawing/2014/chart" uri="{C3380CC4-5D6E-409C-BE32-E72D297353CC}">
                <c16:uniqueId val="{00000001-1D16-C245-BB48-5FFF46A8D69C}"/>
              </c:ext>
            </c:extLst>
          </c:dPt>
          <c:dPt>
            <c:idx val="1"/>
            <c:bubble3D val="0"/>
            <c:spPr>
              <a:solidFill>
                <a:schemeClr val="bg2"/>
              </a:solidFill>
              <a:ln w="19050">
                <a:noFill/>
              </a:ln>
              <a:effectLst>
                <a:outerShdw blurRad="628656" algn="tl" rotWithShape="0">
                  <a:prstClr val="black">
                    <a:alpha val="20000"/>
                  </a:prstClr>
                </a:outerShdw>
              </a:effectLst>
            </c:spPr>
            <c:extLst>
              <c:ext xmlns:c16="http://schemas.microsoft.com/office/drawing/2014/chart" uri="{C3380CC4-5D6E-409C-BE32-E72D297353CC}">
                <c16:uniqueId val="{00000003-1D16-C245-BB48-5FFF46A8D69C}"/>
              </c:ext>
            </c:extLst>
          </c:dPt>
          <c:dPt>
            <c:idx val="2"/>
            <c:bubble3D val="0"/>
            <c:spPr>
              <a:solidFill>
                <a:schemeClr val="bg1"/>
              </a:solidFill>
              <a:ln w="19050">
                <a:noFill/>
              </a:ln>
              <a:effectLst>
                <a:outerShdw blurRad="628656" algn="tl" rotWithShape="0">
                  <a:prstClr val="black">
                    <a:alpha val="20000"/>
                  </a:prstClr>
                </a:outerShdw>
              </a:effectLst>
            </c:spPr>
            <c:extLst>
              <c:ext xmlns:c16="http://schemas.microsoft.com/office/drawing/2014/chart" uri="{C3380CC4-5D6E-409C-BE32-E72D297353CC}">
                <c16:uniqueId val="{00000005-1D16-C245-BB48-5FFF46A8D69C}"/>
              </c:ext>
            </c:extLst>
          </c:dPt>
          <c:dPt>
            <c:idx val="3"/>
            <c:bubble3D val="0"/>
            <c:spPr>
              <a:solidFill>
                <a:schemeClr val="accent3"/>
              </a:solidFill>
              <a:ln w="19050">
                <a:noFill/>
              </a:ln>
              <a:effectLst>
                <a:outerShdw blurRad="628656" algn="tl" rotWithShape="0">
                  <a:prstClr val="black">
                    <a:alpha val="20000"/>
                  </a:prstClr>
                </a:outerShdw>
              </a:effectLst>
            </c:spPr>
            <c:extLst>
              <c:ext xmlns:c16="http://schemas.microsoft.com/office/drawing/2014/chart" uri="{C3380CC4-5D6E-409C-BE32-E72D297353CC}">
                <c16:uniqueId val="{00000007-1D16-C245-BB48-5FFF46A8D69C}"/>
              </c:ext>
            </c:extLst>
          </c:dPt>
          <c:dPt>
            <c:idx val="4"/>
            <c:bubble3D val="0"/>
            <c:spPr>
              <a:solidFill>
                <a:schemeClr val="tx1">
                  <a:lumMod val="90000"/>
                  <a:lumOff val="10000"/>
                </a:schemeClr>
              </a:solidFill>
              <a:ln w="19050">
                <a:noFill/>
              </a:ln>
              <a:effectLst>
                <a:outerShdw blurRad="628656" algn="tl" rotWithShape="0">
                  <a:prstClr val="black">
                    <a:alpha val="20000"/>
                  </a:prstClr>
                </a:outerShdw>
              </a:effectLst>
            </c:spPr>
            <c:extLst>
              <c:ext xmlns:c16="http://schemas.microsoft.com/office/drawing/2014/chart" uri="{C3380CC4-5D6E-409C-BE32-E72D297353CC}">
                <c16:uniqueId val="{00000018-3D6A-964D-B5A4-1733EC2FA6DC}"/>
              </c:ext>
            </c:extLst>
          </c:dPt>
          <c:dPt>
            <c:idx val="5"/>
            <c:bubble3D val="0"/>
            <c:spPr>
              <a:solidFill>
                <a:schemeClr val="accent1"/>
              </a:solidFill>
              <a:ln w="19050">
                <a:noFill/>
              </a:ln>
              <a:effectLst>
                <a:outerShdw blurRad="628656" algn="tl" rotWithShape="0">
                  <a:prstClr val="black">
                    <a:alpha val="20000"/>
                  </a:prstClr>
                </a:outerShdw>
              </a:effectLst>
            </c:spPr>
            <c:extLst>
              <c:ext xmlns:c16="http://schemas.microsoft.com/office/drawing/2014/chart" uri="{C3380CC4-5D6E-409C-BE32-E72D297353CC}">
                <c16:uniqueId val="{00000019-3D6A-964D-B5A4-1733EC2FA6DC}"/>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1D16-C245-BB48-5FFF46A8D69C}"/>
                </c:ext>
              </c:extLst>
            </c:dLbl>
            <c:dLbl>
              <c:idx val="3"/>
              <c:layout>
                <c:manualLayout>
                  <c:x val="-0.1096193513994481"/>
                  <c:y val="-0.103222294515109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D16-C245-BB48-5FFF46A8D69C}"/>
                </c:ext>
              </c:extLst>
            </c:dLbl>
            <c:dLbl>
              <c:idx val="4"/>
              <c:layout>
                <c:manualLayout>
                  <c:x val="-7.8639969482212746E-2"/>
                  <c:y val="-0.1164559220170465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D6A-964D-B5A4-1733EC2FA6DC}"/>
                </c:ext>
              </c:extLst>
            </c:dLbl>
            <c:dLbl>
              <c:idx val="5"/>
              <c:layout>
                <c:manualLayout>
                  <c:x val="-4.5277558186728552E-2"/>
                  <c:y val="-0.1349830005197585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D6A-964D-B5A4-1733EC2FA6D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10</c:v>
                </c:pt>
                <c:pt idx="1">
                  <c:v>4.5999999999999996</c:v>
                </c:pt>
                <c:pt idx="2">
                  <c:v>6.2</c:v>
                </c:pt>
                <c:pt idx="3">
                  <c:v>0.8</c:v>
                </c:pt>
                <c:pt idx="4">
                  <c:v>1.5</c:v>
                </c:pt>
                <c:pt idx="5">
                  <c:v>1.5</c:v>
                </c:pt>
              </c:numCache>
            </c:numRef>
          </c:val>
          <c:extLst>
            <c:ext xmlns:c16="http://schemas.microsoft.com/office/drawing/2014/chart" uri="{C3380CC4-5D6E-409C-BE32-E72D297353CC}">
              <c16:uniqueId val="{00000008-1D16-C245-BB48-5FFF46A8D69C}"/>
            </c:ext>
          </c:extLst>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Ford Antenna Cond Regular" charset="0"/>
                <a:cs typeface="Ford Antenna Cond Regular" charset="0"/>
              </a:defRPr>
            </a:pPr>
            <a:r>
              <a:rPr lang="en-US" sz="1200" b="1" i="0" dirty="0">
                <a:solidFill>
                  <a:schemeClr val="tx1"/>
                </a:solidFill>
                <a:latin typeface="Avenir Next LT Pro Demi" panose="020B0504020202020204" pitchFamily="34" charset="77"/>
              </a:rPr>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Ford Antenna Cond Regular" charset="0"/>
              <a:cs typeface="Ford Antenna Cond Regular" charset="0"/>
            </a:defRPr>
          </a:pPr>
          <a:endParaRPr lang="en-US"/>
        </a:p>
      </c:txPr>
    </c:title>
    <c:autoTitleDeleted val="0"/>
    <c:plotArea>
      <c:layout>
        <c:manualLayout>
          <c:layoutTarget val="inner"/>
          <c:xMode val="edge"/>
          <c:yMode val="edge"/>
          <c:x val="0.12707569833550092"/>
          <c:y val="8.5215808162001264E-2"/>
          <c:w val="0.74584841568888971"/>
          <c:h val="0.82838090006172915"/>
        </c:manualLayout>
      </c:layout>
      <c:doughnutChart>
        <c:varyColors val="1"/>
        <c:ser>
          <c:idx val="0"/>
          <c:order val="0"/>
          <c:tx>
            <c:strRef>
              <c:f>Sheet1!$B$1</c:f>
              <c:strCache>
                <c:ptCount val="1"/>
                <c:pt idx="0">
                  <c:v>Series 1</c:v>
                </c:pt>
              </c:strCache>
            </c:strRef>
          </c:tx>
          <c:spPr>
            <a:ln w="19050">
              <a:noFill/>
            </a:ln>
            <a:effectLst>
              <a:outerShdw blurRad="635000" sx="102000" sy="102000" algn="ctr" rotWithShape="0">
                <a:prstClr val="black">
                  <a:alpha val="25000"/>
                </a:prstClr>
              </a:outerShdw>
            </a:effectLst>
          </c:spPr>
          <c:dPt>
            <c:idx val="0"/>
            <c:bubble3D val="0"/>
            <c:spPr>
              <a:solidFill>
                <a:schemeClr val="tx1"/>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1-BF98-D64C-A25F-B0C34395CD61}"/>
              </c:ext>
            </c:extLst>
          </c:dPt>
          <c:dPt>
            <c:idx val="1"/>
            <c:bubble3D val="0"/>
            <c:spPr>
              <a:solidFill>
                <a:srgbClr val="1700F4"/>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3-BF98-D64C-A25F-B0C34395CD61}"/>
              </c:ext>
            </c:extLst>
          </c:dPt>
          <c:dPt>
            <c:idx val="2"/>
            <c:bubble3D val="0"/>
            <c:spPr>
              <a:solidFill>
                <a:srgbClr val="00142E"/>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5-BF98-D64C-A25F-B0C34395CD61}"/>
              </c:ext>
            </c:extLst>
          </c:dPt>
          <c:dPt>
            <c:idx val="3"/>
            <c:bubble3D val="0"/>
            <c:spPr>
              <a:solidFill>
                <a:schemeClr val="bg1"/>
              </a:solidFill>
              <a:ln w="19050">
                <a:noFill/>
              </a:ln>
              <a:effectLst>
                <a:outerShdw blurRad="635000" sx="102000" sy="102000" algn="ctr" rotWithShape="0">
                  <a:prstClr val="black">
                    <a:alpha val="25000"/>
                  </a:prstClr>
                </a:outerShdw>
              </a:effectLst>
            </c:spPr>
            <c:extLst>
              <c:ext xmlns:c16="http://schemas.microsoft.com/office/drawing/2014/chart" uri="{C3380CC4-5D6E-409C-BE32-E72D297353CC}">
                <c16:uniqueId val="{00000007-BF98-D64C-A25F-B0C34395CD61}"/>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BF98-D64C-A25F-B0C34395CD6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BF98-D64C-A25F-B0C34395CD61}"/>
            </c:ext>
          </c:extLst>
        </c:ser>
        <c:dLbls>
          <c:showLegendKey val="0"/>
          <c:showVal val="0"/>
          <c:showCatName val="0"/>
          <c:showSerName val="0"/>
          <c:showPercent val="0"/>
          <c:showBubbleSize val="0"/>
          <c:showLeaderLines val="1"/>
        </c:dLbls>
        <c:firstSliceAng val="0"/>
        <c:holeSize val="43"/>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Ford Antenna Cond Regular" charset="0"/>
              <a:cs typeface="Ford Antenna Cond Regular"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43115338140626996"/>
          <c:y val="6.2783758502569925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dirty="0">
                <a:latin typeface="Avenir Next LT Pro Demi" panose="020B0504020202020204" pitchFamily="34" charset="77"/>
              </a:rPr>
              <a:t>Chart Title</a:t>
            </a:r>
          </a:p>
        </c:rich>
      </c:tx>
      <c:layout>
        <c:manualLayout>
          <c:xMode val="edge"/>
          <c:yMode val="edge"/>
          <c:x val="0.42646615936407317"/>
          <c:y val="2.9636880214518095E-2"/>
        </c:manualLayout>
      </c:layout>
      <c:overlay val="0"/>
    </c:title>
    <c:autoTitleDeleted val="0"/>
    <c:plotArea>
      <c:layout>
        <c:manualLayout>
          <c:layoutTarget val="inner"/>
          <c:xMode val="edge"/>
          <c:yMode val="edge"/>
          <c:x val="2.4371010108381018E-3"/>
          <c:y val="1.2487420499003796E-2"/>
          <c:w val="0.99756282907435856"/>
          <c:h val="0.80605689056949814"/>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43115338140626996"/>
          <c:y val="6.2783758502569925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dirty="0">
                <a:latin typeface="Avenir Next LT Pro Demi" panose="020B0504020202020204" pitchFamily="34" charset="77"/>
              </a:rPr>
              <a:t>Chart Title</a:t>
            </a:r>
          </a:p>
        </c:rich>
      </c:tx>
      <c:layout>
        <c:manualLayout>
          <c:xMode val="edge"/>
          <c:yMode val="edge"/>
          <c:x val="0.42646615936407317"/>
          <c:y val="2.9636880214518095E-2"/>
        </c:manualLayout>
      </c:layout>
      <c:overlay val="0"/>
    </c:title>
    <c:autoTitleDeleted val="0"/>
    <c:plotArea>
      <c:layout>
        <c:manualLayout>
          <c:layoutTarget val="inner"/>
          <c:xMode val="edge"/>
          <c:yMode val="edge"/>
          <c:x val="2.4371010108381018E-3"/>
          <c:y val="1.2487420499003796E-2"/>
          <c:w val="0.99756282907435856"/>
          <c:h val="0.80605689056949814"/>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dirty="0">
                <a:latin typeface="Avenir Next LT Pro Demi" panose="020B0504020202020204" pitchFamily="34" charset="77"/>
              </a:rPr>
              <a:t>Chart Title</a:t>
            </a:r>
          </a:p>
        </c:rich>
      </c:tx>
      <c:layout>
        <c:manualLayout>
          <c:xMode val="edge"/>
          <c:yMode val="edge"/>
          <c:x val="0.42646615936407317"/>
          <c:y val="2.9636880214518095E-2"/>
        </c:manualLayout>
      </c:layout>
      <c:overlay val="0"/>
    </c:title>
    <c:autoTitleDeleted val="0"/>
    <c:plotArea>
      <c:layout>
        <c:manualLayout>
          <c:layoutTarget val="inner"/>
          <c:xMode val="edge"/>
          <c:yMode val="edge"/>
          <c:x val="2.4371010108381018E-3"/>
          <c:y val="1.2487420499003796E-2"/>
          <c:w val="0.99756282907435856"/>
          <c:h val="0.80605689056949814"/>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56199674095"/>
          <c:y val="5.5807901618389333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56199674095"/>
          <c:y val="5.5807901618389333E-2"/>
        </c:manualLayout>
      </c:layout>
      <c:overlay val="0"/>
    </c:title>
    <c:autoTitleDeleted val="0"/>
    <c:plotArea>
      <c:layout>
        <c:manualLayout>
          <c:layoutTarget val="inner"/>
          <c:xMode val="edge"/>
          <c:yMode val="edge"/>
          <c:x val="2.4371010108381018E-3"/>
          <c:y val="1.2487420499003796E-2"/>
          <c:w val="0.97843773253033428"/>
          <c:h val="0.89966778516677448"/>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1CF5-444A-8948-24791796F3B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1CF5-444A-8948-24791796F3B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1CF5-444A-8948-24791796F3B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6028378594628293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F65F-2A45-A511-7F10165E5A0E}"/>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F65F-2A45-A511-7F10165E5A0E}"/>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F65F-2A45-A511-7F10165E5A0E}"/>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0694214195681519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F293-AA45-A25A-C6544AE7543C}"/>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F293-AA45-A25A-C6544AE7543C}"/>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F293-AA45-A25A-C6544AE7543C}"/>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0694214195681519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21ED-D148-B965-021D8D446F91}"/>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21ED-D148-B965-021D8D446F91}"/>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21ED-D148-B965-021D8D446F91}"/>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6028378594628293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641-AB4A-AF71-062E37AE105D}"/>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641-AB4A-AF71-062E37AE105D}"/>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641-AB4A-AF71-062E37AE105D}"/>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6028378594628293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641-AB4A-AF71-062E37AE105D}"/>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641-AB4A-AF71-062E37AE105D}"/>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641-AB4A-AF71-062E37AE105D}"/>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6028378594628293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641-AB4A-AF71-062E37AE105D}"/>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641-AB4A-AF71-062E37AE105D}"/>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641-AB4A-AF71-062E37AE105D}"/>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6028378594628293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641-AB4A-AF71-062E37AE105D}"/>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641-AB4A-AF71-062E37AE105D}"/>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641-AB4A-AF71-062E37AE105D}"/>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0694214195681519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641-AB4A-AF71-062E37AE105D}"/>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641-AB4A-AF71-062E37AE105D}"/>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641-AB4A-AF71-062E37AE105D}"/>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1" i="0" spc="20" baseline="0">
                <a:latin typeface="Avenir Next LT Pro Demi" panose="020B0504020202020204" pitchFamily="34" charset="77"/>
              </a:defRPr>
            </a:pPr>
            <a:r>
              <a:rPr lang="en-US" sz="1050" b="1" i="0" spc="20" baseline="0">
                <a:latin typeface="Avenir Next LT Pro Demi" panose="020B0504020202020204" pitchFamily="34" charset="77"/>
              </a:rPr>
              <a:t>Chart Title</a:t>
            </a:r>
          </a:p>
        </c:rich>
      </c:tx>
      <c:layout>
        <c:manualLayout>
          <c:xMode val="edge"/>
          <c:yMode val="edge"/>
          <c:x val="0.3936554192002622"/>
          <c:y val="4.0694214195681519E-2"/>
        </c:manualLayout>
      </c:layout>
      <c:overlay val="0"/>
    </c:title>
    <c:autoTitleDeleted val="0"/>
    <c:plotArea>
      <c:layout>
        <c:manualLayout>
          <c:layoutTarget val="inner"/>
          <c:xMode val="edge"/>
          <c:yMode val="edge"/>
          <c:x val="2.4371010108381018E-3"/>
          <c:y val="1.2487420499003796E-2"/>
          <c:w val="0.97843773253033428"/>
          <c:h val="0.83682225575989622"/>
        </c:manualLayout>
      </c:layout>
      <c:barChart>
        <c:barDir val="col"/>
        <c:grouping val="clustered"/>
        <c:varyColors val="0"/>
        <c:ser>
          <c:idx val="2"/>
          <c:order val="2"/>
          <c:tx>
            <c:strRef>
              <c:f>Sheet1!$A$4</c:f>
              <c:strCache>
                <c:ptCount val="1"/>
                <c:pt idx="0">
                  <c:v>Plan</c:v>
                </c:pt>
              </c:strCache>
            </c:strRef>
          </c:tx>
          <c:spPr>
            <a:solidFill>
              <a:schemeClr val="tx1"/>
            </a:solidFill>
          </c:spPr>
          <c:invertIfNegative val="0"/>
          <c:dLbls>
            <c:numFmt formatCode="&quot;$&quot;#,##0_);&quot;$&quot;\(#,##0\)" sourceLinked="0"/>
            <c:spPr>
              <a:noFill/>
              <a:ln>
                <a:noFill/>
              </a:ln>
              <a:effectLst/>
            </c:spPr>
            <c:txPr>
              <a:bodyPr/>
              <a:lstStyle/>
              <a:p>
                <a:pPr>
                  <a:defRPr sz="1000">
                    <a:solidFill>
                      <a:schemeClr val="bg1"/>
                    </a:solidFil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Sheet1!$B$4:$I$4</c:f>
              <c:numCache>
                <c:formatCode>General</c:formatCode>
                <c:ptCount val="8"/>
                <c:pt idx="3">
                  <c:v>155</c:v>
                </c:pt>
                <c:pt idx="4">
                  <c:v>165</c:v>
                </c:pt>
                <c:pt idx="5">
                  <c:v>170</c:v>
                </c:pt>
                <c:pt idx="6">
                  <c:v>175</c:v>
                </c:pt>
                <c:pt idx="7">
                  <c:v>175</c:v>
                </c:pt>
              </c:numCache>
            </c:numRef>
          </c:val>
          <c:extLst>
            <c:ext xmlns:c16="http://schemas.microsoft.com/office/drawing/2014/chart" uri="{C3380CC4-5D6E-409C-BE32-E72D297353CC}">
              <c16:uniqueId val="{00000000-C641-AB4A-AF71-062E37AE105D}"/>
            </c:ext>
          </c:extLst>
        </c:ser>
        <c:dLbls>
          <c:showLegendKey val="0"/>
          <c:showVal val="0"/>
          <c:showCatName val="0"/>
          <c:showSerName val="0"/>
          <c:showPercent val="0"/>
          <c:showBubbleSize val="0"/>
        </c:dLbls>
        <c:gapWidth val="37"/>
        <c:overlap val="3"/>
        <c:axId val="289698176"/>
        <c:axId val="289699712"/>
      </c:barChart>
      <c:lineChart>
        <c:grouping val="standard"/>
        <c:varyColors val="0"/>
        <c:ser>
          <c:idx val="0"/>
          <c:order val="0"/>
          <c:tx>
            <c:strRef>
              <c:f>Sheet1!$A$2</c:f>
              <c:strCache>
                <c:ptCount val="1"/>
                <c:pt idx="0">
                  <c:v>Actual</c:v>
                </c:pt>
              </c:strCache>
            </c:strRef>
          </c:tx>
          <c:spPr>
            <a:ln w="19050">
              <a:noFill/>
            </a:ln>
          </c:spPr>
          <c:marker>
            <c:symbol val="circle"/>
            <c:size val="8"/>
            <c:spPr>
              <a:solidFill>
                <a:schemeClr val="tx1"/>
              </a:solidFill>
            </c:spPr>
          </c:marker>
          <c:dLbls>
            <c:numFmt formatCode="&quot;$&quot;#,##0_);&quot;$&quot;\(#,##0\)" sourceLinked="0"/>
            <c:spPr>
              <a:noFill/>
              <a:ln>
                <a:noFill/>
              </a:ln>
              <a:effectLst/>
            </c:spPr>
            <c:txPr>
              <a:bodyPr/>
              <a:lstStyle/>
              <a:p>
                <a:pPr>
                  <a:defRPr sz="9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Sheet1!$B$2:$I$2</c:f>
              <c:numCache>
                <c:formatCode>General</c:formatCode>
                <c:ptCount val="8"/>
                <c:pt idx="0">
                  <c:v>100</c:v>
                </c:pt>
                <c:pt idx="1">
                  <c:v>100</c:v>
                </c:pt>
                <c:pt idx="2">
                  <c:v>100</c:v>
                </c:pt>
              </c:numCache>
            </c:numRef>
          </c:val>
          <c:smooth val="0"/>
          <c:extLst>
            <c:ext xmlns:c16="http://schemas.microsoft.com/office/drawing/2014/chart" uri="{C3380CC4-5D6E-409C-BE32-E72D297353CC}">
              <c16:uniqueId val="{00000001-C641-AB4A-AF71-062E37AE105D}"/>
            </c:ext>
          </c:extLst>
        </c:ser>
        <c:ser>
          <c:idx val="1"/>
          <c:order val="1"/>
          <c:tx>
            <c:strRef>
              <c:f>Sheet1!$A$3</c:f>
              <c:strCache>
                <c:ptCount val="1"/>
                <c:pt idx="0">
                  <c:v>Forecast</c:v>
                </c:pt>
              </c:strCache>
            </c:strRef>
          </c:tx>
          <c:spPr>
            <a:ln w="19050">
              <a:noFill/>
            </a:ln>
          </c:spPr>
          <c:marker>
            <c:symbol val="diamond"/>
            <c:size val="9"/>
            <c:spPr>
              <a:solidFill>
                <a:schemeClr val="accent1"/>
              </a:solidFill>
              <a:ln>
                <a:noFill/>
              </a:ln>
            </c:spPr>
          </c:marker>
          <c:dLbls>
            <c:numFmt formatCode="&quot;$&quot;#,##0_);&quot;$&quot;\(#,##0\)" sourceLinked="0"/>
            <c:spPr>
              <a:noFill/>
              <a:ln>
                <a:noFill/>
              </a:ln>
              <a:effectLst/>
            </c:spPr>
            <c:txPr>
              <a:bodyPr/>
              <a:lstStyle/>
              <a:p>
                <a:pPr>
                  <a:defRPr sz="1000" b="1" i="0">
                    <a:latin typeface="Avenir Next LT Pro Demi" panose="020B0504020202020204" pitchFamily="34" charset="77"/>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2018</c:v>
                </c:pt>
                <c:pt idx="1">
                  <c:v>2019</c:v>
                </c:pt>
                <c:pt idx="2">
                  <c:v>2020</c:v>
                </c:pt>
                <c:pt idx="3">
                  <c:v>2021</c:v>
                </c:pt>
                <c:pt idx="4">
                  <c:v>2022</c:v>
                </c:pt>
                <c:pt idx="5">
                  <c:v>2023</c:v>
                </c:pt>
                <c:pt idx="6">
                  <c:v>2024</c:v>
                </c:pt>
                <c:pt idx="7">
                  <c:v>2025</c:v>
                </c:pt>
              </c:strCache>
            </c:strRef>
          </c:cat>
          <c:val>
            <c:numRef>
              <c:f>Sheet1!$B$3:$I$3</c:f>
              <c:numCache>
                <c:formatCode>General</c:formatCode>
                <c:ptCount val="8"/>
                <c:pt idx="3">
                  <c:v>160</c:v>
                </c:pt>
              </c:numCache>
            </c:numRef>
          </c:val>
          <c:smooth val="0"/>
          <c:extLst>
            <c:ext xmlns:c16="http://schemas.microsoft.com/office/drawing/2014/chart" uri="{C3380CC4-5D6E-409C-BE32-E72D297353CC}">
              <c16:uniqueId val="{00000002-C641-AB4A-AF71-062E37AE105D}"/>
            </c:ext>
          </c:extLst>
        </c:ser>
        <c:dLbls>
          <c:showLegendKey val="0"/>
          <c:showVal val="0"/>
          <c:showCatName val="0"/>
          <c:showSerName val="0"/>
          <c:showPercent val="0"/>
          <c:showBubbleSize val="0"/>
        </c:dLbls>
        <c:marker val="1"/>
        <c:smooth val="0"/>
        <c:axId val="289698176"/>
        <c:axId val="289699712"/>
      </c:lineChart>
      <c:catAx>
        <c:axId val="289698176"/>
        <c:scaling>
          <c:orientation val="minMax"/>
        </c:scaling>
        <c:delete val="0"/>
        <c:axPos val="b"/>
        <c:numFmt formatCode="General" sourceLinked="0"/>
        <c:majorTickMark val="none"/>
        <c:minorTickMark val="none"/>
        <c:tickLblPos val="nextTo"/>
        <c:txPr>
          <a:bodyPr/>
          <a:lstStyle/>
          <a:p>
            <a:pPr>
              <a:defRPr sz="1000" b="1" i="0">
                <a:latin typeface="Avenir Next LT Pro Demi" panose="020B0504020202020204" pitchFamily="34" charset="77"/>
              </a:defRPr>
            </a:pPr>
            <a:endParaRPr lang="en-US"/>
          </a:p>
        </c:txPr>
        <c:crossAx val="289699712"/>
        <c:crosses val="autoZero"/>
        <c:auto val="1"/>
        <c:lblAlgn val="ctr"/>
        <c:lblOffset val="0"/>
        <c:noMultiLvlLbl val="0"/>
      </c:catAx>
      <c:valAx>
        <c:axId val="289699712"/>
        <c:scaling>
          <c:orientation val="minMax"/>
          <c:max val="275"/>
          <c:min val="0"/>
        </c:scaling>
        <c:delete val="1"/>
        <c:axPos val="l"/>
        <c:numFmt formatCode="General" sourceLinked="1"/>
        <c:majorTickMark val="out"/>
        <c:minorTickMark val="none"/>
        <c:tickLblPos val="nextTo"/>
        <c:crossAx val="289698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545676582093906E-2"/>
          <c:y val="3.2871298471994527E-2"/>
          <c:w val="0.94372284193642464"/>
          <c:h val="0.76494610720913758"/>
        </c:manualLayout>
      </c:layout>
      <c:lineChart>
        <c:grouping val="standard"/>
        <c:varyColors val="0"/>
        <c:ser>
          <c:idx val="0"/>
          <c:order val="0"/>
          <c:tx>
            <c:strRef>
              <c:f>Sheet1!$B$1</c:f>
              <c:strCache>
                <c:ptCount val="1"/>
                <c:pt idx="0">
                  <c:v>Series 1</c:v>
                </c:pt>
              </c:strCache>
            </c:strRef>
          </c:tx>
          <c:spPr>
            <a:ln w="28575" cap="rnd">
              <a:solidFill>
                <a:schemeClr val="tx1"/>
              </a:solidFill>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Sheet1!$B$2:$B$6</c:f>
              <c:numCache>
                <c:formatCode>General</c:formatCode>
                <c:ptCount val="5"/>
                <c:pt idx="0">
                  <c:v>27</c:v>
                </c:pt>
                <c:pt idx="1">
                  <c:v>55</c:v>
                </c:pt>
                <c:pt idx="2">
                  <c:v>30</c:v>
                </c:pt>
                <c:pt idx="3">
                  <c:v>0</c:v>
                </c:pt>
              </c:numCache>
            </c:numRef>
          </c:val>
          <c:smooth val="0"/>
          <c:extLst>
            <c:ext xmlns:c16="http://schemas.microsoft.com/office/drawing/2014/chart" uri="{C3380CC4-5D6E-409C-BE32-E72D297353CC}">
              <c16:uniqueId val="{00000000-E403-0048-BA4B-693F96B66A9A}"/>
            </c:ext>
          </c:extLst>
        </c:ser>
        <c:ser>
          <c:idx val="1"/>
          <c:order val="1"/>
          <c:tx>
            <c:strRef>
              <c:f>Sheet1!$C$1</c:f>
              <c:strCache>
                <c:ptCount val="1"/>
                <c:pt idx="0">
                  <c:v>Series 2</c:v>
                </c:pt>
              </c:strCache>
            </c:strRef>
          </c:tx>
          <c:spPr>
            <a:ln w="28575" cap="rnd">
              <a:solidFill>
                <a:schemeClr val="accent1"/>
              </a:solidFill>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Sheet1!$C$2:$C$6</c:f>
              <c:numCache>
                <c:formatCode>General</c:formatCode>
                <c:ptCount val="5"/>
                <c:pt idx="0">
                  <c:v>36</c:v>
                </c:pt>
                <c:pt idx="1">
                  <c:v>43</c:v>
                </c:pt>
                <c:pt idx="2">
                  <c:v>50</c:v>
                </c:pt>
                <c:pt idx="3">
                  <c:v>30</c:v>
                </c:pt>
                <c:pt idx="4">
                  <c:v>15</c:v>
                </c:pt>
              </c:numCache>
            </c:numRef>
          </c:val>
          <c:smooth val="0"/>
          <c:extLst>
            <c:ext xmlns:c16="http://schemas.microsoft.com/office/drawing/2014/chart" uri="{C3380CC4-5D6E-409C-BE32-E72D297353CC}">
              <c16:uniqueId val="{00000001-E403-0048-BA4B-693F96B66A9A}"/>
            </c:ext>
          </c:extLst>
        </c:ser>
        <c:ser>
          <c:idx val="2"/>
          <c:order val="2"/>
          <c:tx>
            <c:strRef>
              <c:f>Sheet1!$D$1</c:f>
              <c:strCache>
                <c:ptCount val="1"/>
                <c:pt idx="0">
                  <c:v>Series 3</c:v>
                </c:pt>
              </c:strCache>
            </c:strRef>
          </c:tx>
          <c:spPr>
            <a:ln w="28575" cap="rnd">
              <a:solidFill>
                <a:schemeClr val="accent1">
                  <a:lumMod val="25000"/>
                  <a:lumOff val="75000"/>
                </a:schemeClr>
              </a:solidFill>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Sheet1!$D$2:$D$6</c:f>
              <c:numCache>
                <c:formatCode>General</c:formatCode>
                <c:ptCount val="5"/>
                <c:pt idx="0">
                  <c:v>63</c:v>
                </c:pt>
                <c:pt idx="1">
                  <c:v>80</c:v>
                </c:pt>
                <c:pt idx="2">
                  <c:v>95</c:v>
                </c:pt>
                <c:pt idx="3">
                  <c:v>20</c:v>
                </c:pt>
                <c:pt idx="4">
                  <c:v>70</c:v>
                </c:pt>
              </c:numCache>
            </c:numRef>
          </c:val>
          <c:smooth val="0"/>
          <c:extLst>
            <c:ext xmlns:c16="http://schemas.microsoft.com/office/drawing/2014/chart" uri="{C3380CC4-5D6E-409C-BE32-E72D297353CC}">
              <c16:uniqueId val="{00000002-E403-0048-BA4B-693F96B66A9A}"/>
            </c:ext>
          </c:extLst>
        </c:ser>
        <c:ser>
          <c:idx val="3"/>
          <c:order val="3"/>
          <c:tx>
            <c:strRef>
              <c:f>Sheet1!$E$1</c:f>
              <c:strCache>
                <c:ptCount val="1"/>
                <c:pt idx="0">
                  <c:v>Series 4</c:v>
                </c:pt>
              </c:strCache>
            </c:strRef>
          </c:tx>
          <c:spPr>
            <a:ln w="28575" cap="rnd">
              <a:solidFill>
                <a:schemeClr val="tx2"/>
              </a:solidFill>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Sheet1!$E$2:$E$6</c:f>
              <c:numCache>
                <c:formatCode>General</c:formatCode>
                <c:ptCount val="5"/>
                <c:pt idx="0">
                  <c:v>143</c:v>
                </c:pt>
                <c:pt idx="1">
                  <c:v>48</c:v>
                </c:pt>
                <c:pt idx="2">
                  <c:v>30</c:v>
                </c:pt>
                <c:pt idx="3">
                  <c:v>60</c:v>
                </c:pt>
              </c:numCache>
            </c:numRef>
          </c:val>
          <c:smooth val="0"/>
          <c:extLst>
            <c:ext xmlns:c16="http://schemas.microsoft.com/office/drawing/2014/chart" uri="{C3380CC4-5D6E-409C-BE32-E72D297353CC}">
              <c16:uniqueId val="{00000003-E403-0048-BA4B-693F96B66A9A}"/>
            </c:ext>
          </c:extLst>
        </c:ser>
        <c:ser>
          <c:idx val="4"/>
          <c:order val="4"/>
          <c:tx>
            <c:strRef>
              <c:f>Sheet1!$F$1</c:f>
              <c:strCache>
                <c:ptCount val="1"/>
                <c:pt idx="0">
                  <c:v>Series 5</c:v>
                </c:pt>
              </c:strCache>
            </c:strRef>
          </c:tx>
          <c:spPr>
            <a:ln w="28575" cap="rnd">
              <a:solidFill>
                <a:schemeClr val="accent5"/>
              </a:solidFill>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Sheet1!$F$2:$F$6</c:f>
              <c:numCache>
                <c:formatCode>General</c:formatCode>
                <c:ptCount val="5"/>
                <c:pt idx="0">
                  <c:v>120</c:v>
                </c:pt>
                <c:pt idx="1">
                  <c:v>120</c:v>
                </c:pt>
                <c:pt idx="2">
                  <c:v>120</c:v>
                </c:pt>
                <c:pt idx="3">
                  <c:v>120</c:v>
                </c:pt>
                <c:pt idx="4">
                  <c:v>120</c:v>
                </c:pt>
              </c:numCache>
            </c:numRef>
          </c:val>
          <c:smooth val="0"/>
          <c:extLst>
            <c:ext xmlns:c16="http://schemas.microsoft.com/office/drawing/2014/chart" uri="{C3380CC4-5D6E-409C-BE32-E72D297353CC}">
              <c16:uniqueId val="{00000004-E403-0048-BA4B-693F96B66A9A}"/>
            </c:ext>
          </c:extLst>
        </c:ser>
        <c:ser>
          <c:idx val="5"/>
          <c:order val="5"/>
          <c:tx>
            <c:strRef>
              <c:f>Sheet1!$G$1</c:f>
              <c:strCache>
                <c:ptCount val="1"/>
                <c:pt idx="0">
                  <c:v>Series 6</c:v>
                </c:pt>
              </c:strCache>
            </c:strRef>
          </c:tx>
          <c:spPr>
            <a:ln w="28575" cap="rnd">
              <a:solidFill>
                <a:schemeClr val="accent6"/>
              </a:solidFill>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Sheet1!$G$2:$G$6</c:f>
              <c:numCache>
                <c:formatCode>General</c:formatCode>
                <c:ptCount val="5"/>
                <c:pt idx="0">
                  <c:v>45</c:v>
                </c:pt>
                <c:pt idx="1">
                  <c:v>70</c:v>
                </c:pt>
                <c:pt idx="2">
                  <c:v>65</c:v>
                </c:pt>
                <c:pt idx="3">
                  <c:v>130</c:v>
                </c:pt>
                <c:pt idx="4">
                  <c:v>90</c:v>
                </c:pt>
              </c:numCache>
            </c:numRef>
          </c:val>
          <c:smooth val="0"/>
          <c:extLst>
            <c:ext xmlns:c16="http://schemas.microsoft.com/office/drawing/2014/chart" uri="{C3380CC4-5D6E-409C-BE32-E72D297353CC}">
              <c16:uniqueId val="{00000005-E403-0048-BA4B-693F96B66A9A}"/>
            </c:ext>
          </c:extLst>
        </c:ser>
        <c:ser>
          <c:idx val="6"/>
          <c:order val="6"/>
          <c:tx>
            <c:strRef>
              <c:f>Sheet1!$H$1</c:f>
              <c:strCache>
                <c:ptCount val="1"/>
                <c:pt idx="0">
                  <c:v>Series 7</c:v>
                </c:pt>
              </c:strCache>
            </c:strRef>
          </c:tx>
          <c:spPr>
            <a:ln w="28575" cap="rnd">
              <a:solidFill>
                <a:schemeClr val="tx2"/>
              </a:solidFill>
              <a:prstDash val="sysDot"/>
              <a:round/>
            </a:ln>
            <a:effectLst/>
          </c:spPr>
          <c:marker>
            <c:symbol val="none"/>
          </c:marker>
          <c:cat>
            <c:strRef>
              <c:f>Sheet1!$A$2:$A$6</c:f>
              <c:strCache>
                <c:ptCount val="5"/>
                <c:pt idx="0">
                  <c:v>Region 1</c:v>
                </c:pt>
                <c:pt idx="1">
                  <c:v>Region 2</c:v>
                </c:pt>
                <c:pt idx="2">
                  <c:v>Region 3</c:v>
                </c:pt>
                <c:pt idx="3">
                  <c:v>Region 5</c:v>
                </c:pt>
                <c:pt idx="4">
                  <c:v>Region 6</c:v>
                </c:pt>
              </c:strCache>
            </c:strRef>
          </c:cat>
          <c:val>
            <c:numRef>
              <c:f>Sheet1!$H$2:$H$6</c:f>
              <c:numCache>
                <c:formatCode>General</c:formatCode>
                <c:ptCount val="5"/>
                <c:pt idx="0">
                  <c:v>30</c:v>
                </c:pt>
                <c:pt idx="1">
                  <c:v>35</c:v>
                </c:pt>
                <c:pt idx="2">
                  <c:v>40</c:v>
                </c:pt>
                <c:pt idx="3">
                  <c:v>60</c:v>
                </c:pt>
                <c:pt idx="4">
                  <c:v>80</c:v>
                </c:pt>
              </c:numCache>
            </c:numRef>
          </c:val>
          <c:smooth val="0"/>
          <c:extLst>
            <c:ext xmlns:c16="http://schemas.microsoft.com/office/drawing/2014/chart" uri="{C3380CC4-5D6E-409C-BE32-E72D297353CC}">
              <c16:uniqueId val="{00000006-E403-0048-BA4B-693F96B66A9A}"/>
            </c:ext>
          </c:extLst>
        </c:ser>
        <c:dLbls>
          <c:showLegendKey val="0"/>
          <c:showVal val="0"/>
          <c:showCatName val="0"/>
          <c:showSerName val="0"/>
          <c:showPercent val="0"/>
          <c:showBubbleSize val="0"/>
        </c:dLbls>
        <c:smooth val="0"/>
        <c:axId val="1038072239"/>
        <c:axId val="484027776"/>
      </c:lineChart>
      <c:catAx>
        <c:axId val="1038072239"/>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Avenir Next LT Pro Demi" panose="020B0504020202020204" pitchFamily="34" charset="77"/>
                <a:ea typeface="+mn-ea"/>
                <a:cs typeface="+mn-cs"/>
              </a:defRPr>
            </a:pPr>
            <a:endParaRPr lang="en-US"/>
          </a:p>
        </c:txPr>
        <c:crossAx val="484027776"/>
        <c:crosses val="autoZero"/>
        <c:auto val="1"/>
        <c:lblAlgn val="ctr"/>
        <c:lblOffset val="100"/>
        <c:noMultiLvlLbl val="0"/>
      </c:catAx>
      <c:valAx>
        <c:axId val="484027776"/>
        <c:scaling>
          <c:orientation val="minMax"/>
        </c:scaling>
        <c:delete val="0"/>
        <c:axPos val="l"/>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197" b="1" i="0" u="none" strike="noStrike" kern="1200" baseline="0">
                <a:solidFill>
                  <a:schemeClr val="tx1"/>
                </a:solidFill>
                <a:latin typeface="Avenir Next LT Pro Demi" panose="020B0504020202020204" pitchFamily="34" charset="77"/>
                <a:ea typeface="+mn-ea"/>
                <a:cs typeface="+mn-cs"/>
              </a:defRPr>
            </a:pPr>
            <a:endParaRPr lang="en-US"/>
          </a:p>
        </c:txPr>
        <c:crossAx val="1038072239"/>
        <c:crosses val="autoZero"/>
        <c:crossBetween val="between"/>
      </c:valAx>
      <c:spPr>
        <a:noFill/>
        <a:ln>
          <a:noFill/>
        </a:ln>
        <a:effectLst/>
      </c:spPr>
    </c:plotArea>
    <c:legend>
      <c:legendPos val="b"/>
      <c:layout>
        <c:manualLayout>
          <c:xMode val="edge"/>
          <c:yMode val="edge"/>
          <c:x val="3.7506652814231552E-2"/>
          <c:y val="0.89413185123560879"/>
          <c:w val="0.92348042562586075"/>
          <c:h val="9.180560458873003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39065D-4032-554A-8CA5-41F0190DF726}"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0D495-7193-5445-8C4B-C97D92EB04C1}" type="slidenum">
              <a:rPr lang="en-US" smtClean="0"/>
              <a:t>‹#›</a:t>
            </a:fld>
            <a:endParaRPr lang="en-US"/>
          </a:p>
        </p:txBody>
      </p:sp>
    </p:spTree>
    <p:extLst>
      <p:ext uri="{BB962C8B-B14F-4D97-AF65-F5344CB8AC3E}">
        <p14:creationId xmlns:p14="http://schemas.microsoft.com/office/powerpoint/2010/main" val="461956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40D495-7193-5445-8C4B-C97D92EB04C1}" type="slidenum">
              <a:rPr lang="en-US" smtClean="0"/>
              <a:t>35</a:t>
            </a:fld>
            <a:endParaRPr lang="en-US"/>
          </a:p>
        </p:txBody>
      </p:sp>
    </p:spTree>
    <p:extLst>
      <p:ext uri="{BB962C8B-B14F-4D97-AF65-F5344CB8AC3E}">
        <p14:creationId xmlns:p14="http://schemas.microsoft.com/office/powerpoint/2010/main" val="3512018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40D495-7193-5445-8C4B-C97D92EB04C1}" type="slidenum">
              <a:rPr lang="en-US" smtClean="0"/>
              <a:t>56</a:t>
            </a:fld>
            <a:endParaRPr lang="en-US"/>
          </a:p>
        </p:txBody>
      </p:sp>
    </p:spTree>
    <p:extLst>
      <p:ext uri="{BB962C8B-B14F-4D97-AF65-F5344CB8AC3E}">
        <p14:creationId xmlns:p14="http://schemas.microsoft.com/office/powerpoint/2010/main" val="2009992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40D495-7193-5445-8C4B-C97D92EB04C1}" type="slidenum">
              <a:rPr lang="en-US" smtClean="0"/>
              <a:t>57</a:t>
            </a:fld>
            <a:endParaRPr lang="en-US"/>
          </a:p>
        </p:txBody>
      </p:sp>
    </p:spTree>
    <p:extLst>
      <p:ext uri="{BB962C8B-B14F-4D97-AF65-F5344CB8AC3E}">
        <p14:creationId xmlns:p14="http://schemas.microsoft.com/office/powerpoint/2010/main" val="1134404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40D495-7193-5445-8C4B-C97D92EB04C1}" type="slidenum">
              <a:rPr lang="en-US" smtClean="0"/>
              <a:t>58</a:t>
            </a:fld>
            <a:endParaRPr lang="en-US"/>
          </a:p>
        </p:txBody>
      </p:sp>
    </p:spTree>
    <p:extLst>
      <p:ext uri="{BB962C8B-B14F-4D97-AF65-F5344CB8AC3E}">
        <p14:creationId xmlns:p14="http://schemas.microsoft.com/office/powerpoint/2010/main" val="25661779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A8DF057-B96A-6FF7-4819-609FC163437D}"/>
              </a:ext>
            </a:extLst>
          </p:cNvPr>
          <p:cNvSpPr>
            <a:spLocks noGrp="1"/>
          </p:cNvSpPr>
          <p:nvPr>
            <p:ph type="body" sz="quarter" idx="20" hasCustomPrompt="1"/>
          </p:nvPr>
        </p:nvSpPr>
        <p:spPr>
          <a:xfrm>
            <a:off x="996639" y="2868221"/>
            <a:ext cx="6100508" cy="571500"/>
          </a:xfrm>
        </p:spPr>
        <p:txBody>
          <a:bodyPr lIns="0" bIns="0" anchor="b">
            <a:noAutofit/>
          </a:bodyPr>
          <a:lstStyle>
            <a:lvl1pPr>
              <a:defRPr kumimoji="0" lang="en-US" sz="2400" b="0" i="0" u="none" strike="noStrike" kern="1200" cap="none" spc="40" normalizeH="0" baseline="0" dirty="0" smtClean="0">
                <a:ln>
                  <a:noFill/>
                </a:ln>
                <a:solidFill>
                  <a:schemeClr val="tx1"/>
                </a:solidFill>
                <a:effectLst/>
                <a:uLnTx/>
                <a:uFillTx/>
                <a:latin typeface="+mn-lt"/>
                <a:ea typeface="+mn-ea"/>
                <a:cs typeface="+mn-cs"/>
              </a:defRPr>
            </a:lvl1pPr>
            <a:lvl2pPr marL="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Presentation Title here</a:t>
            </a:r>
          </a:p>
        </p:txBody>
      </p:sp>
      <p:pic>
        <p:nvPicPr>
          <p:cNvPr id="3" name="Picture 2" descr="Logo, company name&#10;&#10;Description automatically generated">
            <a:extLst>
              <a:ext uri="{FF2B5EF4-FFF2-40B4-BE49-F238E27FC236}">
                <a16:creationId xmlns:a16="http://schemas.microsoft.com/office/drawing/2014/main" id="{4C8FAD6D-B5F4-EA3B-2F5E-83CC0773DA2F}"/>
              </a:ext>
            </a:extLst>
          </p:cNvPr>
          <p:cNvPicPr>
            <a:picLocks noChangeAspect="1"/>
          </p:cNvPicPr>
          <p:nvPr userDrawn="1"/>
        </p:nvPicPr>
        <p:blipFill rotWithShape="1">
          <a:blip r:embed="rId2"/>
          <a:srcRect l="6480" t="-2130" r="3669" b="13543"/>
          <a:stretch/>
        </p:blipFill>
        <p:spPr>
          <a:xfrm>
            <a:off x="8039310" y="4599709"/>
            <a:ext cx="3998792" cy="2018145"/>
          </a:xfrm>
          <a:prstGeom prst="rect">
            <a:avLst/>
          </a:prstGeom>
          <a:effectLst/>
        </p:spPr>
      </p:pic>
      <p:cxnSp>
        <p:nvCxnSpPr>
          <p:cNvPr id="5" name="Straight Connector 4">
            <a:extLst>
              <a:ext uri="{FF2B5EF4-FFF2-40B4-BE49-F238E27FC236}">
                <a16:creationId xmlns:a16="http://schemas.microsoft.com/office/drawing/2014/main" id="{F8063D35-1A75-9EFF-5EC1-FAEF13AC537B}"/>
              </a:ext>
            </a:extLst>
          </p:cNvPr>
          <p:cNvCxnSpPr>
            <a:cxnSpLocks/>
          </p:cNvCxnSpPr>
          <p:nvPr userDrawn="1"/>
        </p:nvCxnSpPr>
        <p:spPr>
          <a:xfrm>
            <a:off x="983905" y="3485351"/>
            <a:ext cx="2621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6">
            <a:extLst>
              <a:ext uri="{FF2B5EF4-FFF2-40B4-BE49-F238E27FC236}">
                <a16:creationId xmlns:a16="http://schemas.microsoft.com/office/drawing/2014/main" id="{AC12C122-AE0B-BE00-E8BF-A4C9FC90F11C}"/>
              </a:ext>
            </a:extLst>
          </p:cNvPr>
          <p:cNvSpPr>
            <a:spLocks noGrp="1"/>
          </p:cNvSpPr>
          <p:nvPr>
            <p:ph type="body" sz="quarter" idx="21" hasCustomPrompt="1"/>
          </p:nvPr>
        </p:nvSpPr>
        <p:spPr>
          <a:xfrm>
            <a:off x="996639" y="3542543"/>
            <a:ext cx="6100508" cy="571500"/>
          </a:xfrm>
        </p:spPr>
        <p:txBody>
          <a:bodyPr lIns="0" bIns="0" anchor="t">
            <a:noAutofit/>
          </a:bodyPr>
          <a:lstStyle>
            <a:lvl1pPr>
              <a:defRPr kumimoji="0" lang="en-US" sz="1000" b="0" i="0" u="none" strike="noStrike" kern="1200" cap="none" spc="300" normalizeH="0" baseline="0" dirty="0" smtClean="0">
                <a:ln>
                  <a:noFill/>
                </a:ln>
                <a:solidFill>
                  <a:schemeClr val="accent1"/>
                </a:solidFill>
                <a:effectLst/>
                <a:uLnTx/>
                <a:uFillTx/>
                <a:latin typeface="+mn-lt"/>
                <a:ea typeface="+mn-ea"/>
                <a:cs typeface="+mn-cs"/>
              </a:defRPr>
            </a:lvl1pPr>
            <a:lvl2pPr marL="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XX.XX.20XX</a:t>
            </a:r>
          </a:p>
        </p:txBody>
      </p:sp>
      <p:sp>
        <p:nvSpPr>
          <p:cNvPr id="10" name="Slide Number Placeholder 5">
            <a:extLst>
              <a:ext uri="{FF2B5EF4-FFF2-40B4-BE49-F238E27FC236}">
                <a16:creationId xmlns:a16="http://schemas.microsoft.com/office/drawing/2014/main" id="{5A63E7E5-97EB-4DE1-9534-B5B7231F6FED}"/>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239868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vider Slide-Pattern">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1095F17-CB47-45E5-7432-5A7A8CCE534F}"/>
              </a:ext>
            </a:extLst>
          </p:cNvPr>
          <p:cNvPicPr>
            <a:picLocks noChangeAspect="1"/>
          </p:cNvPicPr>
          <p:nvPr userDrawn="1"/>
        </p:nvPicPr>
        <p:blipFill>
          <a:blip r:embed="rId2">
            <a:alphaModFix amt="65000"/>
            <a:extLst>
              <a:ext uri="{28A0092B-C50C-407E-A947-70E740481C1C}">
                <a14:useLocalDpi xmlns:a14="http://schemas.microsoft.com/office/drawing/2010/main"/>
              </a:ext>
            </a:extLst>
          </a:blip>
          <a:stretch>
            <a:fillRect/>
          </a:stretch>
        </p:blipFill>
        <p:spPr>
          <a:xfrm rot="10800000">
            <a:off x="0" y="0"/>
            <a:ext cx="12192000" cy="6858000"/>
          </a:xfrm>
          <a:prstGeom prst="rect">
            <a:avLst/>
          </a:prstGeom>
        </p:spPr>
      </p:pic>
      <p:sp>
        <p:nvSpPr>
          <p:cNvPr id="13" name="Title 1">
            <a:extLst>
              <a:ext uri="{FF2B5EF4-FFF2-40B4-BE49-F238E27FC236}">
                <a16:creationId xmlns:a16="http://schemas.microsoft.com/office/drawing/2014/main" id="{F2A3FFA0-58AF-EC43-A21F-25B7173D0ED5}"/>
              </a:ext>
            </a:extLst>
          </p:cNvPr>
          <p:cNvSpPr>
            <a:spLocks noGrp="1"/>
          </p:cNvSpPr>
          <p:nvPr>
            <p:ph type="title" hasCustomPrompt="1"/>
          </p:nvPr>
        </p:nvSpPr>
        <p:spPr>
          <a:xfrm>
            <a:off x="996696" y="3033165"/>
            <a:ext cx="10524785" cy="395835"/>
          </a:xfrm>
        </p:spPr>
        <p:txBody>
          <a:bodyPr lIns="0" anchor="t">
            <a:noAutofit/>
          </a:bodyPr>
          <a:lstStyle>
            <a:lvl1pPr marL="0" algn="l" defTabSz="914400" rtl="0" eaLnBrk="1" latinLnBrk="0" hangingPunct="1">
              <a:lnSpc>
                <a:spcPct val="100000"/>
              </a:lnSpc>
              <a:spcBef>
                <a:spcPct val="0"/>
              </a:spcBef>
              <a:buNone/>
              <a:defRPr lang="en-US" sz="2400" b="0" i="0" kern="1200" spc="40" baseline="0" dirty="0">
                <a:solidFill>
                  <a:schemeClr val="tx1"/>
                </a:solidFill>
                <a:latin typeface="+mj-lt"/>
                <a:ea typeface="Avenir Next" panose="020B0503020202020204" pitchFamily="34" charset="0"/>
                <a:cs typeface="Avenir Next" panose="020B0503020202020204" pitchFamily="34" charset="0"/>
              </a:defRPr>
            </a:lvl1pPr>
          </a:lstStyle>
          <a:p>
            <a:r>
              <a:rPr lang="en-US" dirty="0"/>
              <a:t>Section Break Goes Here</a:t>
            </a:r>
          </a:p>
        </p:txBody>
      </p:sp>
      <p:sp>
        <p:nvSpPr>
          <p:cNvPr id="14" name="Text Placeholder 8">
            <a:extLst>
              <a:ext uri="{FF2B5EF4-FFF2-40B4-BE49-F238E27FC236}">
                <a16:creationId xmlns:a16="http://schemas.microsoft.com/office/drawing/2014/main" id="{BC3041C3-FB5F-8E43-8838-ACD52A3D2931}"/>
              </a:ext>
            </a:extLst>
          </p:cNvPr>
          <p:cNvSpPr>
            <a:spLocks noGrp="1"/>
          </p:cNvSpPr>
          <p:nvPr>
            <p:ph type="body" sz="quarter" idx="13" hasCustomPrompt="1"/>
          </p:nvPr>
        </p:nvSpPr>
        <p:spPr>
          <a:xfrm>
            <a:off x="996696" y="3584448"/>
            <a:ext cx="10515600" cy="439738"/>
          </a:xfrm>
        </p:spPr>
        <p:txBody>
          <a:bodyPr lIns="0" anchor="t">
            <a:noAutofit/>
          </a:bodyPr>
          <a:lstStyle>
            <a:lvl1pPr marL="0" indent="0" algn="l" defTabSz="914400" rtl="0" eaLnBrk="1" latinLnBrk="0" hangingPunct="1">
              <a:lnSpc>
                <a:spcPct val="90000"/>
              </a:lnSpc>
              <a:spcBef>
                <a:spcPts val="1000"/>
              </a:spcBef>
              <a:buFont typeface="Arial"/>
              <a:buNone/>
              <a:defRPr lang="en-US" sz="1200" b="0" i="0" kern="1200" spc="60" baseline="0" dirty="0">
                <a:solidFill>
                  <a:schemeClr val="tx1"/>
                </a:solidFill>
                <a:latin typeface="+mj-lt"/>
                <a:ea typeface="Avenir Next" panose="020B0503020202020204" pitchFamily="34" charset="0"/>
                <a:cs typeface="Avenir Next" panose="020B0503020202020204" pitchFamily="34" charset="0"/>
              </a:defRPr>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34D476D0-D236-2C6A-84F2-E49C01191961}"/>
              </a:ext>
            </a:extLst>
          </p:cNvPr>
          <p:cNvCxnSpPr>
            <a:cxnSpLocks/>
          </p:cNvCxnSpPr>
          <p:nvPr userDrawn="1"/>
        </p:nvCxnSpPr>
        <p:spPr>
          <a:xfrm>
            <a:off x="971982" y="2788920"/>
            <a:ext cx="782677" cy="0"/>
          </a:xfrm>
          <a:prstGeom prst="line">
            <a:avLst/>
          </a:prstGeom>
          <a:ln w="19050">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7D198DFD-85E0-E9DC-6122-B3B916B1E0D3}"/>
              </a:ext>
            </a:extLst>
          </p:cNvPr>
          <p:cNvSpPr>
            <a:spLocks noGrp="1"/>
          </p:cNvSpPr>
          <p:nvPr>
            <p:ph type="body" sz="quarter" idx="21" hasCustomPrompt="1"/>
          </p:nvPr>
        </p:nvSpPr>
        <p:spPr>
          <a:xfrm>
            <a:off x="996696" y="1550634"/>
            <a:ext cx="1471612" cy="1103312"/>
          </a:xfrm>
        </p:spPr>
        <p:txBody>
          <a:bodyPr lIns="0" bIns="0" anchor="b">
            <a:noAutofit/>
          </a:bodyPr>
          <a:lstStyle>
            <a:lvl1pPr>
              <a:defRPr sz="3200" b="0" i="0">
                <a:solidFill>
                  <a:schemeClr val="accent1"/>
                </a:solidFill>
                <a:latin typeface="+mn-lt"/>
              </a:defRPr>
            </a:lvl1pPr>
          </a:lstStyle>
          <a:p>
            <a:pPr lvl="0"/>
            <a:r>
              <a:rPr lang="en-US" dirty="0"/>
              <a:t>XX</a:t>
            </a:r>
          </a:p>
        </p:txBody>
      </p:sp>
      <p:sp>
        <p:nvSpPr>
          <p:cNvPr id="10" name="Slide Number Placeholder 5">
            <a:extLst>
              <a:ext uri="{FF2B5EF4-FFF2-40B4-BE49-F238E27FC236}">
                <a16:creationId xmlns:a16="http://schemas.microsoft.com/office/drawing/2014/main" id="{D06A3EA2-9AD7-4AA5-A0D6-EBB0412190C6}"/>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25641933"/>
      </p:ext>
    </p:extLst>
  </p:cSld>
  <p:clrMapOvr>
    <a:masterClrMapping/>
  </p:clrMapOvr>
  <p:extLst>
    <p:ext uri="{DCECCB84-F9BA-43D5-87BE-67443E8EF086}">
      <p15:sldGuideLst xmlns:p15="http://schemas.microsoft.com/office/powerpoint/2012/main">
        <p15:guide id="1" orient="horz" pos="2241">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4904" y="502920"/>
            <a:ext cx="5438458" cy="1079725"/>
          </a:xfrm>
        </p:spPr>
        <p:txBody>
          <a:bodyPr lIns="0" rIns="0">
            <a:noAutofit/>
          </a:bodyPr>
          <a:lstStyle>
            <a:lvl1pPr>
              <a:defRPr sz="2400" b="0" i="0" spc="70" baseline="0">
                <a:solidFill>
                  <a:schemeClr val="tx1"/>
                </a:solidFill>
                <a:latin typeface="+mn-lt"/>
              </a:defRPr>
            </a:lvl1pPr>
          </a:lstStyle>
          <a:p>
            <a:r>
              <a:rPr lang="en-US" dirty="0"/>
              <a:t>Agenda</a:t>
            </a:r>
          </a:p>
        </p:txBody>
      </p:sp>
      <p:sp>
        <p:nvSpPr>
          <p:cNvPr id="9" name="Text Placeholder 8"/>
          <p:cNvSpPr>
            <a:spLocks noGrp="1"/>
          </p:cNvSpPr>
          <p:nvPr>
            <p:ph type="body" sz="quarter" idx="13" hasCustomPrompt="1"/>
          </p:nvPr>
        </p:nvSpPr>
        <p:spPr>
          <a:xfrm>
            <a:off x="392156" y="286911"/>
            <a:ext cx="5438458" cy="198802"/>
          </a:xfrm>
        </p:spPr>
        <p:txBody>
          <a:bodyPr lIns="0" rIns="0" anchor="t">
            <a:noAutofit/>
          </a:bodyPr>
          <a:lstStyle>
            <a:lvl1pPr>
              <a:defRPr sz="900" b="0" i="0" cap="all" spc="300" baseline="0">
                <a:solidFill>
                  <a:schemeClr val="accent1"/>
                </a:solidFill>
                <a:latin typeface="+mn-lt"/>
              </a:defRPr>
            </a:lvl1pPr>
          </a:lstStyle>
          <a:p>
            <a:pPr lvl="0"/>
            <a:r>
              <a:rPr lang="en-US" dirty="0"/>
              <a:t>Click to add copy</a:t>
            </a:r>
          </a:p>
        </p:txBody>
      </p:sp>
      <p:sp>
        <p:nvSpPr>
          <p:cNvPr id="10" name="Content Placeholder 2">
            <a:extLst>
              <a:ext uri="{FF2B5EF4-FFF2-40B4-BE49-F238E27FC236}">
                <a16:creationId xmlns:a16="http://schemas.microsoft.com/office/drawing/2014/main" id="{741A42FA-80FE-6E4C-95DB-AF4CBA777B60}"/>
              </a:ext>
            </a:extLst>
          </p:cNvPr>
          <p:cNvSpPr>
            <a:spLocks noGrp="1"/>
          </p:cNvSpPr>
          <p:nvPr>
            <p:ph idx="1" hasCustomPrompt="1"/>
          </p:nvPr>
        </p:nvSpPr>
        <p:spPr>
          <a:xfrm>
            <a:off x="7409536" y="1448845"/>
            <a:ext cx="4533375" cy="371232"/>
          </a:xfrm>
        </p:spPr>
        <p:txBody>
          <a:bodyPr tIns="0" bIns="0" anchor="ctr">
            <a:noAutofit/>
          </a:bodyPr>
          <a:lstStyle>
            <a:lvl1pPr marL="0" indent="0">
              <a:lnSpc>
                <a:spcPct val="100000"/>
              </a:lnSpc>
              <a:spcBef>
                <a:spcPts val="1200"/>
              </a:spcBef>
              <a:buNone/>
              <a:defRPr sz="1600" b="0" i="0" spc="50" baseline="0">
                <a:solidFill>
                  <a:schemeClr val="tx1"/>
                </a:solidFill>
                <a:latin typeface="+mn-lt"/>
              </a:defRPr>
            </a:lvl1pPr>
            <a:lvl2pPr marL="0" indent="0">
              <a:lnSpc>
                <a:spcPct val="100000"/>
              </a:lnSpc>
              <a:spcBef>
                <a:spcPts val="1200"/>
              </a:spcBef>
              <a:buSzPct val="75000"/>
              <a:buNone/>
              <a:defRPr sz="2000" spc="0">
                <a:solidFill>
                  <a:schemeClr val="accent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p:txBody>
      </p:sp>
      <p:sp>
        <p:nvSpPr>
          <p:cNvPr id="12" name="Text Placeholder 4">
            <a:extLst>
              <a:ext uri="{FF2B5EF4-FFF2-40B4-BE49-F238E27FC236}">
                <a16:creationId xmlns:a16="http://schemas.microsoft.com/office/drawing/2014/main" id="{083A51FB-9E3C-F947-84EE-240FE1A46C11}"/>
              </a:ext>
            </a:extLst>
          </p:cNvPr>
          <p:cNvSpPr>
            <a:spLocks noGrp="1"/>
          </p:cNvSpPr>
          <p:nvPr>
            <p:ph type="body" sz="quarter" idx="19" hasCustomPrompt="1"/>
          </p:nvPr>
        </p:nvSpPr>
        <p:spPr>
          <a:xfrm>
            <a:off x="5964475" y="1249603"/>
            <a:ext cx="1193304" cy="757130"/>
          </a:xfrm>
        </p:spPr>
        <p:txBody>
          <a:bodyPr wrap="square" tIns="91440" bIns="0" anchor="ctr" anchorCtr="0">
            <a:noAutofit/>
          </a:bodyPr>
          <a:lstStyle>
            <a:lvl1pPr>
              <a:defRPr sz="4800" b="0" i="0" spc="-20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01 </a:t>
            </a:r>
          </a:p>
        </p:txBody>
      </p:sp>
      <p:sp>
        <p:nvSpPr>
          <p:cNvPr id="13" name="Text Placeholder 4">
            <a:extLst>
              <a:ext uri="{FF2B5EF4-FFF2-40B4-BE49-F238E27FC236}">
                <a16:creationId xmlns:a16="http://schemas.microsoft.com/office/drawing/2014/main" id="{6D119B84-A418-C24F-A5DE-7975282EAD36}"/>
              </a:ext>
            </a:extLst>
          </p:cNvPr>
          <p:cNvSpPr>
            <a:spLocks noGrp="1"/>
          </p:cNvSpPr>
          <p:nvPr>
            <p:ph type="body" sz="quarter" idx="20" hasCustomPrompt="1"/>
          </p:nvPr>
        </p:nvSpPr>
        <p:spPr>
          <a:xfrm>
            <a:off x="5964475" y="2276019"/>
            <a:ext cx="1193304" cy="757130"/>
          </a:xfrm>
        </p:spPr>
        <p:txBody>
          <a:bodyPr tIns="91440" bIns="0" anchor="ctr" anchorCtr="0">
            <a:noAutofit/>
          </a:bodyPr>
          <a:lstStyle>
            <a:lvl1pPr>
              <a:defRPr sz="4800" b="0" i="0" spc="-20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02 </a:t>
            </a:r>
          </a:p>
        </p:txBody>
      </p:sp>
      <p:sp>
        <p:nvSpPr>
          <p:cNvPr id="14" name="Text Placeholder 4">
            <a:extLst>
              <a:ext uri="{FF2B5EF4-FFF2-40B4-BE49-F238E27FC236}">
                <a16:creationId xmlns:a16="http://schemas.microsoft.com/office/drawing/2014/main" id="{5BAD016E-C071-E740-AF64-C9DFE0BF62F2}"/>
              </a:ext>
            </a:extLst>
          </p:cNvPr>
          <p:cNvSpPr>
            <a:spLocks noGrp="1"/>
          </p:cNvSpPr>
          <p:nvPr>
            <p:ph type="body" sz="quarter" idx="21" hasCustomPrompt="1"/>
          </p:nvPr>
        </p:nvSpPr>
        <p:spPr>
          <a:xfrm>
            <a:off x="5964476" y="3302435"/>
            <a:ext cx="1193304" cy="757130"/>
          </a:xfrm>
        </p:spPr>
        <p:txBody>
          <a:bodyPr tIns="91440" bIns="0" anchor="ctr" anchorCtr="0">
            <a:noAutofit/>
          </a:bodyPr>
          <a:lstStyle>
            <a:lvl1pPr>
              <a:defRPr sz="4800" b="0" i="0" spc="-20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03</a:t>
            </a:r>
          </a:p>
        </p:txBody>
      </p:sp>
      <p:sp>
        <p:nvSpPr>
          <p:cNvPr id="15" name="Text Placeholder 4">
            <a:extLst>
              <a:ext uri="{FF2B5EF4-FFF2-40B4-BE49-F238E27FC236}">
                <a16:creationId xmlns:a16="http://schemas.microsoft.com/office/drawing/2014/main" id="{D0315E9E-44B3-8846-9CF0-BD5BA4ECA7F7}"/>
              </a:ext>
            </a:extLst>
          </p:cNvPr>
          <p:cNvSpPr>
            <a:spLocks noGrp="1"/>
          </p:cNvSpPr>
          <p:nvPr>
            <p:ph type="body" sz="quarter" idx="22" hasCustomPrompt="1"/>
          </p:nvPr>
        </p:nvSpPr>
        <p:spPr>
          <a:xfrm>
            <a:off x="5964476" y="4328851"/>
            <a:ext cx="1193304" cy="757130"/>
          </a:xfrm>
        </p:spPr>
        <p:txBody>
          <a:bodyPr tIns="91440" bIns="0" anchor="ctr" anchorCtr="0">
            <a:noAutofit/>
          </a:bodyPr>
          <a:lstStyle>
            <a:lvl1pPr>
              <a:defRPr sz="4800" b="0" i="0" spc="-20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04 </a:t>
            </a:r>
          </a:p>
        </p:txBody>
      </p:sp>
      <p:sp>
        <p:nvSpPr>
          <p:cNvPr id="16" name="Content Placeholder 2">
            <a:extLst>
              <a:ext uri="{FF2B5EF4-FFF2-40B4-BE49-F238E27FC236}">
                <a16:creationId xmlns:a16="http://schemas.microsoft.com/office/drawing/2014/main" id="{F5A4DAE2-A99D-6447-AF73-EA87CA912047}"/>
              </a:ext>
            </a:extLst>
          </p:cNvPr>
          <p:cNvSpPr>
            <a:spLocks noGrp="1"/>
          </p:cNvSpPr>
          <p:nvPr>
            <p:ph idx="23" hasCustomPrompt="1"/>
          </p:nvPr>
        </p:nvSpPr>
        <p:spPr>
          <a:xfrm>
            <a:off x="7409536" y="2473688"/>
            <a:ext cx="4533375" cy="371232"/>
          </a:xfrm>
        </p:spPr>
        <p:txBody>
          <a:bodyPr tIns="0" bIns="0" anchor="ctr">
            <a:noAutofit/>
          </a:bodyPr>
          <a:lstStyle>
            <a:lvl1pPr marL="0" indent="0">
              <a:lnSpc>
                <a:spcPct val="100000"/>
              </a:lnSpc>
              <a:spcBef>
                <a:spcPts val="1200"/>
              </a:spcBef>
              <a:buNone/>
              <a:defRPr sz="1600" b="0" i="0" spc="50" baseline="0">
                <a:solidFill>
                  <a:schemeClr val="tx1"/>
                </a:solidFill>
                <a:latin typeface="+mn-lt"/>
              </a:defRPr>
            </a:lvl1pPr>
            <a:lvl2pPr marL="0" indent="0">
              <a:lnSpc>
                <a:spcPct val="100000"/>
              </a:lnSpc>
              <a:spcBef>
                <a:spcPts val="1200"/>
              </a:spcBef>
              <a:buSzPct val="75000"/>
              <a:buNone/>
              <a:defRPr sz="2000" spc="0">
                <a:solidFill>
                  <a:schemeClr val="accent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p:txBody>
      </p:sp>
      <p:sp>
        <p:nvSpPr>
          <p:cNvPr id="17" name="Content Placeholder 2">
            <a:extLst>
              <a:ext uri="{FF2B5EF4-FFF2-40B4-BE49-F238E27FC236}">
                <a16:creationId xmlns:a16="http://schemas.microsoft.com/office/drawing/2014/main" id="{9E1C1682-F07F-6946-8B54-7E3DA45B4EE1}"/>
              </a:ext>
            </a:extLst>
          </p:cNvPr>
          <p:cNvSpPr>
            <a:spLocks noGrp="1"/>
          </p:cNvSpPr>
          <p:nvPr>
            <p:ph idx="24" hasCustomPrompt="1"/>
          </p:nvPr>
        </p:nvSpPr>
        <p:spPr>
          <a:xfrm>
            <a:off x="7409536" y="3498530"/>
            <a:ext cx="4533375" cy="371232"/>
          </a:xfrm>
        </p:spPr>
        <p:txBody>
          <a:bodyPr tIns="0" bIns="0" anchor="ctr">
            <a:noAutofit/>
          </a:bodyPr>
          <a:lstStyle>
            <a:lvl1pPr marL="0" indent="0">
              <a:lnSpc>
                <a:spcPct val="100000"/>
              </a:lnSpc>
              <a:spcBef>
                <a:spcPts val="1200"/>
              </a:spcBef>
              <a:buNone/>
              <a:defRPr sz="1600" b="0" i="0" spc="50" baseline="0">
                <a:solidFill>
                  <a:schemeClr val="tx1"/>
                </a:solidFill>
                <a:latin typeface="+mn-lt"/>
              </a:defRPr>
            </a:lvl1pPr>
            <a:lvl2pPr marL="0" indent="0">
              <a:lnSpc>
                <a:spcPct val="100000"/>
              </a:lnSpc>
              <a:spcBef>
                <a:spcPts val="1200"/>
              </a:spcBef>
              <a:buSzPct val="75000"/>
              <a:buNone/>
              <a:defRPr sz="2000" spc="0">
                <a:solidFill>
                  <a:schemeClr val="accent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p:txBody>
      </p:sp>
      <p:sp>
        <p:nvSpPr>
          <p:cNvPr id="18" name="Content Placeholder 2">
            <a:extLst>
              <a:ext uri="{FF2B5EF4-FFF2-40B4-BE49-F238E27FC236}">
                <a16:creationId xmlns:a16="http://schemas.microsoft.com/office/drawing/2014/main" id="{46D89A07-9EB2-B141-B2B7-966F8AEEF2EF}"/>
              </a:ext>
            </a:extLst>
          </p:cNvPr>
          <p:cNvSpPr>
            <a:spLocks noGrp="1"/>
          </p:cNvSpPr>
          <p:nvPr>
            <p:ph idx="25" hasCustomPrompt="1"/>
          </p:nvPr>
        </p:nvSpPr>
        <p:spPr>
          <a:xfrm>
            <a:off x="7409536" y="4523372"/>
            <a:ext cx="4533375" cy="371232"/>
          </a:xfrm>
        </p:spPr>
        <p:txBody>
          <a:bodyPr tIns="0" bIns="0" anchor="ctr">
            <a:noAutofit/>
          </a:bodyPr>
          <a:lstStyle>
            <a:lvl1pPr marL="0" indent="0">
              <a:lnSpc>
                <a:spcPct val="100000"/>
              </a:lnSpc>
              <a:spcBef>
                <a:spcPts val="1200"/>
              </a:spcBef>
              <a:buNone/>
              <a:defRPr sz="1600" b="0" i="0" spc="50" baseline="0">
                <a:solidFill>
                  <a:schemeClr val="tx1"/>
                </a:solidFill>
                <a:latin typeface="+mn-lt"/>
              </a:defRPr>
            </a:lvl1pPr>
            <a:lvl2pPr marL="0" indent="0">
              <a:lnSpc>
                <a:spcPct val="100000"/>
              </a:lnSpc>
              <a:spcBef>
                <a:spcPts val="1200"/>
              </a:spcBef>
              <a:buSzPct val="75000"/>
              <a:buNone/>
              <a:defRPr sz="2000" spc="0">
                <a:solidFill>
                  <a:schemeClr val="accent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p:txBody>
      </p:sp>
      <p:sp>
        <p:nvSpPr>
          <p:cNvPr id="19" name="Text Placeholder 4">
            <a:extLst>
              <a:ext uri="{FF2B5EF4-FFF2-40B4-BE49-F238E27FC236}">
                <a16:creationId xmlns:a16="http://schemas.microsoft.com/office/drawing/2014/main" id="{F0F1D582-DD59-1947-89E8-E75E97322C72}"/>
              </a:ext>
            </a:extLst>
          </p:cNvPr>
          <p:cNvSpPr>
            <a:spLocks noGrp="1"/>
          </p:cNvSpPr>
          <p:nvPr>
            <p:ph type="body" sz="quarter" idx="26" hasCustomPrompt="1"/>
          </p:nvPr>
        </p:nvSpPr>
        <p:spPr>
          <a:xfrm>
            <a:off x="5964476" y="5355266"/>
            <a:ext cx="1193304" cy="757130"/>
          </a:xfrm>
        </p:spPr>
        <p:txBody>
          <a:bodyPr tIns="91440" bIns="0" anchor="ctr" anchorCtr="0">
            <a:noAutofit/>
          </a:bodyPr>
          <a:lstStyle>
            <a:lvl1pPr>
              <a:defRPr sz="4800" b="0" i="0" spc="-20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05 </a:t>
            </a:r>
          </a:p>
        </p:txBody>
      </p:sp>
      <p:sp>
        <p:nvSpPr>
          <p:cNvPr id="20" name="Content Placeholder 2">
            <a:extLst>
              <a:ext uri="{FF2B5EF4-FFF2-40B4-BE49-F238E27FC236}">
                <a16:creationId xmlns:a16="http://schemas.microsoft.com/office/drawing/2014/main" id="{98FFC2BD-5A1D-C342-9785-816A4C0299FC}"/>
              </a:ext>
            </a:extLst>
          </p:cNvPr>
          <p:cNvSpPr>
            <a:spLocks noGrp="1"/>
          </p:cNvSpPr>
          <p:nvPr>
            <p:ph idx="27" hasCustomPrompt="1"/>
          </p:nvPr>
        </p:nvSpPr>
        <p:spPr>
          <a:xfrm>
            <a:off x="7409536" y="5548215"/>
            <a:ext cx="4533375" cy="371232"/>
          </a:xfrm>
        </p:spPr>
        <p:txBody>
          <a:bodyPr tIns="0" bIns="0" anchor="ctr" anchorCtr="0">
            <a:noAutofit/>
          </a:bodyPr>
          <a:lstStyle>
            <a:lvl1pPr marL="0" indent="0">
              <a:lnSpc>
                <a:spcPct val="100000"/>
              </a:lnSpc>
              <a:spcBef>
                <a:spcPts val="1200"/>
              </a:spcBef>
              <a:buNone/>
              <a:defRPr sz="1600" b="0" i="0" spc="50" baseline="0">
                <a:solidFill>
                  <a:schemeClr val="tx1"/>
                </a:solidFill>
                <a:latin typeface="+mn-lt"/>
              </a:defRPr>
            </a:lvl1pPr>
            <a:lvl2pPr marL="0" indent="0">
              <a:lnSpc>
                <a:spcPct val="100000"/>
              </a:lnSpc>
              <a:spcBef>
                <a:spcPts val="1200"/>
              </a:spcBef>
              <a:buSzPct val="75000"/>
              <a:buNone/>
              <a:defRPr sz="2000" spc="0">
                <a:solidFill>
                  <a:schemeClr val="accent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p:txBody>
      </p:sp>
      <p:sp>
        <p:nvSpPr>
          <p:cNvPr id="24" name="Slide Number Placeholder 5">
            <a:extLst>
              <a:ext uri="{FF2B5EF4-FFF2-40B4-BE49-F238E27FC236}">
                <a16:creationId xmlns:a16="http://schemas.microsoft.com/office/drawing/2014/main" id="{55E70678-76E0-49E5-ADE5-F583465F8024}"/>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545932580"/>
      </p:ext>
    </p:extLst>
  </p:cSld>
  <p:clrMapOvr>
    <a:masterClrMapping/>
  </p:clrMapOvr>
  <p:extLst>
    <p:ext uri="{DCECCB84-F9BA-43D5-87BE-67443E8EF086}">
      <p15:sldGuideLst xmlns:p15="http://schemas.microsoft.com/office/powerpoint/2012/main">
        <p15:guide id="2" orient="horz" pos="2260" userDrawn="1">
          <p15:clr>
            <a:srgbClr val="FBAE40"/>
          </p15:clr>
        </p15:guide>
        <p15:guide id="3" orient="horz" pos="4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2">
    <p:bg>
      <p:bgPr>
        <a:solidFill>
          <a:schemeClr val="bg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083A51FB-9E3C-F947-84EE-240FE1A46C11}"/>
              </a:ext>
            </a:extLst>
          </p:cNvPr>
          <p:cNvSpPr>
            <a:spLocks noGrp="1"/>
          </p:cNvSpPr>
          <p:nvPr>
            <p:ph type="body" sz="quarter" idx="19" hasCustomPrompt="1"/>
          </p:nvPr>
        </p:nvSpPr>
        <p:spPr>
          <a:xfrm>
            <a:off x="2897133" y="1319496"/>
            <a:ext cx="1193304" cy="646331"/>
          </a:xfrm>
        </p:spPr>
        <p:txBody>
          <a:bodyPr wrap="square"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01 </a:t>
            </a:r>
          </a:p>
        </p:txBody>
      </p:sp>
      <p:sp>
        <p:nvSpPr>
          <p:cNvPr id="22" name="Text Placeholder 4">
            <a:extLst>
              <a:ext uri="{FF2B5EF4-FFF2-40B4-BE49-F238E27FC236}">
                <a16:creationId xmlns:a16="http://schemas.microsoft.com/office/drawing/2014/main" id="{9CE81BCA-C098-8E4B-8BBE-D837B9E552AB}"/>
              </a:ext>
            </a:extLst>
          </p:cNvPr>
          <p:cNvSpPr>
            <a:spLocks noGrp="1"/>
          </p:cNvSpPr>
          <p:nvPr>
            <p:ph type="body" sz="quarter" idx="29" hasCustomPrompt="1"/>
          </p:nvPr>
        </p:nvSpPr>
        <p:spPr>
          <a:xfrm>
            <a:off x="7822419" y="1319496"/>
            <a:ext cx="1193304" cy="646331"/>
          </a:xfrm>
        </p:spPr>
        <p:txBody>
          <a:bodyPr wrap="square"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06 </a:t>
            </a:r>
          </a:p>
        </p:txBody>
      </p:sp>
      <p:sp>
        <p:nvSpPr>
          <p:cNvPr id="31" name="Text Placeholder 4">
            <a:extLst>
              <a:ext uri="{FF2B5EF4-FFF2-40B4-BE49-F238E27FC236}">
                <a16:creationId xmlns:a16="http://schemas.microsoft.com/office/drawing/2014/main" id="{401BF23C-3D99-8E4B-92E4-F0E93BCE3397}"/>
              </a:ext>
            </a:extLst>
          </p:cNvPr>
          <p:cNvSpPr>
            <a:spLocks noGrp="1"/>
          </p:cNvSpPr>
          <p:nvPr>
            <p:ph type="body" sz="quarter" idx="39"/>
          </p:nvPr>
        </p:nvSpPr>
        <p:spPr>
          <a:xfrm>
            <a:off x="4108440" y="2523643"/>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2" name="Text Placeholder 4">
            <a:extLst>
              <a:ext uri="{FF2B5EF4-FFF2-40B4-BE49-F238E27FC236}">
                <a16:creationId xmlns:a16="http://schemas.microsoft.com/office/drawing/2014/main" id="{DF6B8C2A-A1D6-9B45-9B81-FFE9AB6D3959}"/>
              </a:ext>
            </a:extLst>
          </p:cNvPr>
          <p:cNvSpPr>
            <a:spLocks noGrp="1"/>
          </p:cNvSpPr>
          <p:nvPr>
            <p:ph type="body" sz="quarter" idx="40"/>
          </p:nvPr>
        </p:nvSpPr>
        <p:spPr>
          <a:xfrm>
            <a:off x="4108440" y="3548046"/>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3" name="Text Placeholder 4">
            <a:extLst>
              <a:ext uri="{FF2B5EF4-FFF2-40B4-BE49-F238E27FC236}">
                <a16:creationId xmlns:a16="http://schemas.microsoft.com/office/drawing/2014/main" id="{F4CE2E6E-FF0C-2540-9240-819F5B28C6FA}"/>
              </a:ext>
            </a:extLst>
          </p:cNvPr>
          <p:cNvSpPr>
            <a:spLocks noGrp="1"/>
          </p:cNvSpPr>
          <p:nvPr>
            <p:ph type="body" sz="quarter" idx="41"/>
          </p:nvPr>
        </p:nvSpPr>
        <p:spPr>
          <a:xfrm>
            <a:off x="4108440" y="4572449"/>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4" name="Text Placeholder 4">
            <a:extLst>
              <a:ext uri="{FF2B5EF4-FFF2-40B4-BE49-F238E27FC236}">
                <a16:creationId xmlns:a16="http://schemas.microsoft.com/office/drawing/2014/main" id="{DE8D63EE-9917-D943-9961-CEC8BEE53C47}"/>
              </a:ext>
            </a:extLst>
          </p:cNvPr>
          <p:cNvSpPr>
            <a:spLocks noGrp="1"/>
          </p:cNvSpPr>
          <p:nvPr>
            <p:ph type="body" sz="quarter" idx="42"/>
          </p:nvPr>
        </p:nvSpPr>
        <p:spPr>
          <a:xfrm>
            <a:off x="4108440" y="5596852"/>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5" name="Text Placeholder 4">
            <a:extLst>
              <a:ext uri="{FF2B5EF4-FFF2-40B4-BE49-F238E27FC236}">
                <a16:creationId xmlns:a16="http://schemas.microsoft.com/office/drawing/2014/main" id="{B2D0578B-F58C-704B-86B0-99FDF047074C}"/>
              </a:ext>
            </a:extLst>
          </p:cNvPr>
          <p:cNvSpPr>
            <a:spLocks noGrp="1"/>
          </p:cNvSpPr>
          <p:nvPr>
            <p:ph type="body" sz="quarter" idx="38"/>
          </p:nvPr>
        </p:nvSpPr>
        <p:spPr>
          <a:xfrm>
            <a:off x="4108440" y="1492364"/>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2" name="Title 1"/>
          <p:cNvSpPr>
            <a:spLocks noGrp="1"/>
          </p:cNvSpPr>
          <p:nvPr>
            <p:ph type="title" hasCustomPrompt="1"/>
          </p:nvPr>
        </p:nvSpPr>
        <p:spPr>
          <a:xfrm>
            <a:off x="374904" y="502920"/>
            <a:ext cx="5475988" cy="640761"/>
          </a:xfrm>
        </p:spPr>
        <p:txBody>
          <a:bodyPr lIns="0">
            <a:noAutofit/>
          </a:bodyPr>
          <a:lstStyle>
            <a:lvl1pPr>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Agenda</a:t>
            </a:r>
          </a:p>
        </p:txBody>
      </p:sp>
      <p:sp>
        <p:nvSpPr>
          <p:cNvPr id="9" name="Text Placeholder 8"/>
          <p:cNvSpPr>
            <a:spLocks noGrp="1"/>
          </p:cNvSpPr>
          <p:nvPr>
            <p:ph type="body" sz="quarter" idx="13" hasCustomPrompt="1"/>
          </p:nvPr>
        </p:nvSpPr>
        <p:spPr>
          <a:xfrm>
            <a:off x="393192" y="286911"/>
            <a:ext cx="5438458" cy="197950"/>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add copy</a:t>
            </a:r>
          </a:p>
        </p:txBody>
      </p:sp>
      <p:sp>
        <p:nvSpPr>
          <p:cNvPr id="13" name="Text Placeholder 4">
            <a:extLst>
              <a:ext uri="{FF2B5EF4-FFF2-40B4-BE49-F238E27FC236}">
                <a16:creationId xmlns:a16="http://schemas.microsoft.com/office/drawing/2014/main" id="{6D119B84-A418-C24F-A5DE-7975282EAD36}"/>
              </a:ext>
            </a:extLst>
          </p:cNvPr>
          <p:cNvSpPr>
            <a:spLocks noGrp="1"/>
          </p:cNvSpPr>
          <p:nvPr>
            <p:ph type="body" sz="quarter" idx="20" hasCustomPrompt="1"/>
          </p:nvPr>
        </p:nvSpPr>
        <p:spPr>
          <a:xfrm>
            <a:off x="2897133" y="2345912"/>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02 </a:t>
            </a:r>
          </a:p>
        </p:txBody>
      </p:sp>
      <p:sp>
        <p:nvSpPr>
          <p:cNvPr id="14" name="Text Placeholder 4">
            <a:extLst>
              <a:ext uri="{FF2B5EF4-FFF2-40B4-BE49-F238E27FC236}">
                <a16:creationId xmlns:a16="http://schemas.microsoft.com/office/drawing/2014/main" id="{5BAD016E-C071-E740-AF64-C9DFE0BF62F2}"/>
              </a:ext>
            </a:extLst>
          </p:cNvPr>
          <p:cNvSpPr>
            <a:spLocks noGrp="1"/>
          </p:cNvSpPr>
          <p:nvPr>
            <p:ph type="body" sz="quarter" idx="21" hasCustomPrompt="1"/>
          </p:nvPr>
        </p:nvSpPr>
        <p:spPr>
          <a:xfrm>
            <a:off x="2897134" y="3372328"/>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03</a:t>
            </a:r>
          </a:p>
        </p:txBody>
      </p:sp>
      <p:sp>
        <p:nvSpPr>
          <p:cNvPr id="15" name="Text Placeholder 4">
            <a:extLst>
              <a:ext uri="{FF2B5EF4-FFF2-40B4-BE49-F238E27FC236}">
                <a16:creationId xmlns:a16="http://schemas.microsoft.com/office/drawing/2014/main" id="{D0315E9E-44B3-8846-9CF0-BD5BA4ECA7F7}"/>
              </a:ext>
            </a:extLst>
          </p:cNvPr>
          <p:cNvSpPr>
            <a:spLocks noGrp="1"/>
          </p:cNvSpPr>
          <p:nvPr>
            <p:ph type="body" sz="quarter" idx="22" hasCustomPrompt="1"/>
          </p:nvPr>
        </p:nvSpPr>
        <p:spPr>
          <a:xfrm>
            <a:off x="2897134" y="4398744"/>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04 </a:t>
            </a:r>
          </a:p>
        </p:txBody>
      </p:sp>
      <p:sp>
        <p:nvSpPr>
          <p:cNvPr id="19" name="Text Placeholder 4">
            <a:extLst>
              <a:ext uri="{FF2B5EF4-FFF2-40B4-BE49-F238E27FC236}">
                <a16:creationId xmlns:a16="http://schemas.microsoft.com/office/drawing/2014/main" id="{F0F1D582-DD59-1947-89E8-E75E97322C72}"/>
              </a:ext>
            </a:extLst>
          </p:cNvPr>
          <p:cNvSpPr>
            <a:spLocks noGrp="1"/>
          </p:cNvSpPr>
          <p:nvPr>
            <p:ph type="body" sz="quarter" idx="26" hasCustomPrompt="1"/>
          </p:nvPr>
        </p:nvSpPr>
        <p:spPr>
          <a:xfrm>
            <a:off x="2897134" y="5425159"/>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05 </a:t>
            </a:r>
          </a:p>
        </p:txBody>
      </p:sp>
      <p:sp>
        <p:nvSpPr>
          <p:cNvPr id="23" name="Text Placeholder 4">
            <a:extLst>
              <a:ext uri="{FF2B5EF4-FFF2-40B4-BE49-F238E27FC236}">
                <a16:creationId xmlns:a16="http://schemas.microsoft.com/office/drawing/2014/main" id="{D56E5795-01DD-6043-94A8-F499AB73F961}"/>
              </a:ext>
            </a:extLst>
          </p:cNvPr>
          <p:cNvSpPr>
            <a:spLocks noGrp="1"/>
          </p:cNvSpPr>
          <p:nvPr>
            <p:ph type="body" sz="quarter" idx="30" hasCustomPrompt="1"/>
          </p:nvPr>
        </p:nvSpPr>
        <p:spPr>
          <a:xfrm>
            <a:off x="7822419" y="2345912"/>
            <a:ext cx="1193304" cy="646331"/>
          </a:xfrm>
        </p:spPr>
        <p:txBody>
          <a:bodyPr tIns="91440" bIns="0" anchor="ctr" anchorCtr="0">
            <a:noAutofit/>
          </a:bodyPr>
          <a:lstStyle>
            <a:lvl1pPr>
              <a:defRPr sz="4000" b="0" i="0" spc="-20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07</a:t>
            </a:r>
          </a:p>
        </p:txBody>
      </p:sp>
      <p:sp>
        <p:nvSpPr>
          <p:cNvPr id="24" name="Text Placeholder 4">
            <a:extLst>
              <a:ext uri="{FF2B5EF4-FFF2-40B4-BE49-F238E27FC236}">
                <a16:creationId xmlns:a16="http://schemas.microsoft.com/office/drawing/2014/main" id="{E84276F7-C9B2-D84D-ADD0-71C5434D3F87}"/>
              </a:ext>
            </a:extLst>
          </p:cNvPr>
          <p:cNvSpPr>
            <a:spLocks noGrp="1"/>
          </p:cNvSpPr>
          <p:nvPr>
            <p:ph type="body" sz="quarter" idx="31" hasCustomPrompt="1"/>
          </p:nvPr>
        </p:nvSpPr>
        <p:spPr>
          <a:xfrm>
            <a:off x="7822420" y="3372328"/>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08</a:t>
            </a:r>
          </a:p>
        </p:txBody>
      </p:sp>
      <p:sp>
        <p:nvSpPr>
          <p:cNvPr id="25" name="Text Placeholder 4">
            <a:extLst>
              <a:ext uri="{FF2B5EF4-FFF2-40B4-BE49-F238E27FC236}">
                <a16:creationId xmlns:a16="http://schemas.microsoft.com/office/drawing/2014/main" id="{E471C3FB-B3F6-744B-A296-00DDC878B0AC}"/>
              </a:ext>
            </a:extLst>
          </p:cNvPr>
          <p:cNvSpPr>
            <a:spLocks noGrp="1"/>
          </p:cNvSpPr>
          <p:nvPr>
            <p:ph type="body" sz="quarter" idx="32" hasCustomPrompt="1"/>
          </p:nvPr>
        </p:nvSpPr>
        <p:spPr>
          <a:xfrm>
            <a:off x="7822420" y="4398744"/>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09</a:t>
            </a:r>
          </a:p>
        </p:txBody>
      </p:sp>
      <p:sp>
        <p:nvSpPr>
          <p:cNvPr id="29" name="Text Placeholder 4">
            <a:extLst>
              <a:ext uri="{FF2B5EF4-FFF2-40B4-BE49-F238E27FC236}">
                <a16:creationId xmlns:a16="http://schemas.microsoft.com/office/drawing/2014/main" id="{CE1CEB61-A22E-444D-B87A-AD4205A7BB59}"/>
              </a:ext>
            </a:extLst>
          </p:cNvPr>
          <p:cNvSpPr>
            <a:spLocks noGrp="1"/>
          </p:cNvSpPr>
          <p:nvPr>
            <p:ph type="body" sz="quarter" idx="36" hasCustomPrompt="1"/>
          </p:nvPr>
        </p:nvSpPr>
        <p:spPr>
          <a:xfrm>
            <a:off x="7822420" y="5425159"/>
            <a:ext cx="1193304" cy="646331"/>
          </a:xfrm>
        </p:spPr>
        <p:txBody>
          <a:bodyPr tIns="91440" bIns="0" anchor="ctr" anchorCtr="0">
            <a:noAutofit/>
          </a:bodyPr>
          <a:lstStyle>
            <a:lvl1pPr>
              <a:defRPr sz="4000" b="0" i="0" spc="-35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10</a:t>
            </a:r>
          </a:p>
        </p:txBody>
      </p:sp>
      <p:sp>
        <p:nvSpPr>
          <p:cNvPr id="35" name="Text Placeholder 4">
            <a:extLst>
              <a:ext uri="{FF2B5EF4-FFF2-40B4-BE49-F238E27FC236}">
                <a16:creationId xmlns:a16="http://schemas.microsoft.com/office/drawing/2014/main" id="{49258B9B-B0F1-7A46-880B-40B510E1B385}"/>
              </a:ext>
            </a:extLst>
          </p:cNvPr>
          <p:cNvSpPr>
            <a:spLocks noGrp="1"/>
          </p:cNvSpPr>
          <p:nvPr>
            <p:ph type="body" sz="quarter" idx="43"/>
          </p:nvPr>
        </p:nvSpPr>
        <p:spPr>
          <a:xfrm>
            <a:off x="9033726" y="2523643"/>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6" name="Text Placeholder 4">
            <a:extLst>
              <a:ext uri="{FF2B5EF4-FFF2-40B4-BE49-F238E27FC236}">
                <a16:creationId xmlns:a16="http://schemas.microsoft.com/office/drawing/2014/main" id="{EB9B68E6-53A8-354C-9455-ABE0394F226A}"/>
              </a:ext>
            </a:extLst>
          </p:cNvPr>
          <p:cNvSpPr>
            <a:spLocks noGrp="1"/>
          </p:cNvSpPr>
          <p:nvPr>
            <p:ph type="body" sz="quarter" idx="44"/>
          </p:nvPr>
        </p:nvSpPr>
        <p:spPr>
          <a:xfrm>
            <a:off x="9033726" y="3548046"/>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7" name="Text Placeholder 4">
            <a:extLst>
              <a:ext uri="{FF2B5EF4-FFF2-40B4-BE49-F238E27FC236}">
                <a16:creationId xmlns:a16="http://schemas.microsoft.com/office/drawing/2014/main" id="{B202948B-1C87-494D-8E9B-B02926867206}"/>
              </a:ext>
            </a:extLst>
          </p:cNvPr>
          <p:cNvSpPr>
            <a:spLocks noGrp="1"/>
          </p:cNvSpPr>
          <p:nvPr>
            <p:ph type="body" sz="quarter" idx="45"/>
          </p:nvPr>
        </p:nvSpPr>
        <p:spPr>
          <a:xfrm>
            <a:off x="9033726" y="4572449"/>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8" name="Text Placeholder 4">
            <a:extLst>
              <a:ext uri="{FF2B5EF4-FFF2-40B4-BE49-F238E27FC236}">
                <a16:creationId xmlns:a16="http://schemas.microsoft.com/office/drawing/2014/main" id="{7C16E18E-CAE0-AD41-8F2B-DD98ED319ACB}"/>
              </a:ext>
            </a:extLst>
          </p:cNvPr>
          <p:cNvSpPr>
            <a:spLocks noGrp="1"/>
          </p:cNvSpPr>
          <p:nvPr>
            <p:ph type="body" sz="quarter" idx="46"/>
          </p:nvPr>
        </p:nvSpPr>
        <p:spPr>
          <a:xfrm>
            <a:off x="9033726" y="5596852"/>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39" name="Text Placeholder 4">
            <a:extLst>
              <a:ext uri="{FF2B5EF4-FFF2-40B4-BE49-F238E27FC236}">
                <a16:creationId xmlns:a16="http://schemas.microsoft.com/office/drawing/2014/main" id="{D6A3AD81-78AD-F247-999C-689AE0C7368E}"/>
              </a:ext>
            </a:extLst>
          </p:cNvPr>
          <p:cNvSpPr>
            <a:spLocks noGrp="1"/>
          </p:cNvSpPr>
          <p:nvPr>
            <p:ph type="body" sz="quarter" idx="47"/>
          </p:nvPr>
        </p:nvSpPr>
        <p:spPr>
          <a:xfrm>
            <a:off x="9033726" y="1492364"/>
            <a:ext cx="3335784" cy="776288"/>
          </a:xfrm>
        </p:spPr>
        <p:txBody>
          <a:bodyPr>
            <a:noAutofit/>
          </a:bodyPr>
          <a:lstStyle>
            <a:lvl1pPr>
              <a:defRPr sz="1600" b="0" i="0" spc="0" baseline="0">
                <a:solidFill>
                  <a:schemeClr val="tx1"/>
                </a:solidFill>
                <a:latin typeface="+mn-lt"/>
              </a:defRPr>
            </a:lvl1pPr>
            <a:lvl2pPr marL="169863" indent="-169863">
              <a:defRPr sz="1200" b="0" i="0" spc="0">
                <a:solidFill>
                  <a:schemeClr val="tx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27" name="Slide Number Placeholder 5">
            <a:extLst>
              <a:ext uri="{FF2B5EF4-FFF2-40B4-BE49-F238E27FC236}">
                <a16:creationId xmlns:a16="http://schemas.microsoft.com/office/drawing/2014/main" id="{A94209CA-4FA4-4040-BEAB-CBB5E32F6C83}"/>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6094221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608" userDrawn="1">
          <p15:clr>
            <a:srgbClr val="FBAE40"/>
          </p15:clr>
        </p15:guide>
        <p15:guide id="4" orient="horz" pos="4045" userDrawn="1">
          <p15:clr>
            <a:srgbClr val="FBAE40"/>
          </p15:clr>
        </p15:guide>
        <p15:guide id="5" orient="horz" pos="1032" userDrawn="1">
          <p15:clr>
            <a:srgbClr val="FBAE40"/>
          </p15:clr>
        </p15:guide>
        <p15:guide id="6" orient="horz" pos="1845" userDrawn="1">
          <p15:clr>
            <a:srgbClr val="FBAE40"/>
          </p15:clr>
        </p15:guide>
        <p15:guide id="7" orient="horz" pos="2663" userDrawn="1">
          <p15:clr>
            <a:srgbClr val="FBAE40"/>
          </p15:clr>
        </p15:guide>
        <p15:guide id="8" orient="horz" pos="347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xecutive Summar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9C1E200-8DFA-9E42-B307-DF304F8A15BC}"/>
              </a:ext>
            </a:extLst>
          </p:cNvPr>
          <p:cNvSpPr/>
          <p:nvPr userDrawn="1"/>
        </p:nvSpPr>
        <p:spPr>
          <a:xfrm>
            <a:off x="0" y="1816962"/>
            <a:ext cx="12192000" cy="50410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438458" cy="213074"/>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484957"/>
            <a:ext cx="8631395" cy="425329"/>
          </a:xfrm>
        </p:spPr>
        <p:txBody>
          <a:bodyPr lIns="0">
            <a:noAutofit/>
          </a:bodyPr>
          <a:lstStyle>
            <a:lvl1pPr>
              <a:defRPr sz="1400" b="1" i="0" spc="-20" baseline="0">
                <a:solidFill>
                  <a:schemeClr val="tx1"/>
                </a:solidFill>
                <a:latin typeface="Avenir Next LT Pro Demi" panose="020B0504020202020204" pitchFamily="34" charset="77"/>
              </a:defRPr>
            </a:lvl1pPr>
          </a:lstStyle>
          <a:p>
            <a:pPr lvl="0"/>
            <a:r>
              <a:rPr lang="en-US" dirty="0"/>
              <a:t>Click to edit Master text styles</a:t>
            </a:r>
          </a:p>
        </p:txBody>
      </p:sp>
      <p:cxnSp>
        <p:nvCxnSpPr>
          <p:cNvPr id="13" name="Straight Connector 12">
            <a:extLst>
              <a:ext uri="{FF2B5EF4-FFF2-40B4-BE49-F238E27FC236}">
                <a16:creationId xmlns:a16="http://schemas.microsoft.com/office/drawing/2014/main" id="{33B54D66-D9A2-A342-8778-8E97E1782828}"/>
              </a:ext>
            </a:extLst>
          </p:cNvPr>
          <p:cNvCxnSpPr>
            <a:cxnSpLocks/>
          </p:cNvCxnSpPr>
          <p:nvPr userDrawn="1"/>
        </p:nvCxnSpPr>
        <p:spPr>
          <a:xfrm>
            <a:off x="4288810" y="1816962"/>
            <a:ext cx="0" cy="5041038"/>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6AE7F39-2379-CF4F-A88B-5D54E32B3408}"/>
              </a:ext>
            </a:extLst>
          </p:cNvPr>
          <p:cNvCxnSpPr>
            <a:cxnSpLocks/>
          </p:cNvCxnSpPr>
          <p:nvPr userDrawn="1"/>
        </p:nvCxnSpPr>
        <p:spPr>
          <a:xfrm>
            <a:off x="2144405" y="1816962"/>
            <a:ext cx="0" cy="5041038"/>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273FDD5-19C1-844D-B396-4910BE9DFB46}"/>
              </a:ext>
            </a:extLst>
          </p:cNvPr>
          <p:cNvCxnSpPr>
            <a:cxnSpLocks/>
          </p:cNvCxnSpPr>
          <p:nvPr userDrawn="1"/>
        </p:nvCxnSpPr>
        <p:spPr>
          <a:xfrm>
            <a:off x="8240405" y="1816962"/>
            <a:ext cx="0" cy="5041038"/>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31261D3-AAF9-A6B4-C539-63F3943DCA27}"/>
              </a:ext>
            </a:extLst>
          </p:cNvPr>
          <p:cNvSpPr>
            <a:spLocks noGrp="1"/>
          </p:cNvSpPr>
          <p:nvPr>
            <p:ph type="body" sz="quarter" idx="29" hasCustomPrompt="1"/>
          </p:nvPr>
        </p:nvSpPr>
        <p:spPr>
          <a:xfrm>
            <a:off x="212725" y="1919710"/>
            <a:ext cx="1931673" cy="619913"/>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Type of Meeting </a:t>
            </a:r>
            <a:br>
              <a:rPr lang="en-US" dirty="0"/>
            </a:br>
            <a:r>
              <a:rPr lang="en-US" dirty="0"/>
              <a:t>&amp; Discussion: </a:t>
            </a:r>
            <a:br>
              <a:rPr lang="en-US" dirty="0"/>
            </a:br>
            <a:r>
              <a:rPr lang="en-US" dirty="0"/>
              <a:t>Check Appropriate Box</a:t>
            </a:r>
          </a:p>
        </p:txBody>
      </p:sp>
      <p:sp>
        <p:nvSpPr>
          <p:cNvPr id="25" name="Text Placeholder 5">
            <a:extLst>
              <a:ext uri="{FF2B5EF4-FFF2-40B4-BE49-F238E27FC236}">
                <a16:creationId xmlns:a16="http://schemas.microsoft.com/office/drawing/2014/main" id="{0B8CC19D-7573-84AE-344C-89D0E4AD8CED}"/>
              </a:ext>
            </a:extLst>
          </p:cNvPr>
          <p:cNvSpPr>
            <a:spLocks noGrp="1"/>
          </p:cNvSpPr>
          <p:nvPr>
            <p:ph type="body" sz="quarter" idx="30" hasCustomPrompt="1"/>
          </p:nvPr>
        </p:nvSpPr>
        <p:spPr>
          <a:xfrm>
            <a:off x="212725" y="4676661"/>
            <a:ext cx="1931673" cy="440377"/>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Corporate Objective(s) </a:t>
            </a:r>
            <a:br>
              <a:rPr lang="en-US" dirty="0"/>
            </a:br>
            <a:r>
              <a:rPr lang="en-US" dirty="0"/>
              <a:t>Addressed:</a:t>
            </a:r>
          </a:p>
        </p:txBody>
      </p:sp>
      <p:sp>
        <p:nvSpPr>
          <p:cNvPr id="26" name="Text Placeholder 5">
            <a:extLst>
              <a:ext uri="{FF2B5EF4-FFF2-40B4-BE49-F238E27FC236}">
                <a16:creationId xmlns:a16="http://schemas.microsoft.com/office/drawing/2014/main" id="{40655C5A-7261-900D-811F-87EFCE938ED3}"/>
              </a:ext>
            </a:extLst>
          </p:cNvPr>
          <p:cNvSpPr>
            <a:spLocks noGrp="1"/>
          </p:cNvSpPr>
          <p:nvPr>
            <p:ph type="body" sz="quarter" idx="31" hasCustomPrompt="1"/>
          </p:nvPr>
        </p:nvSpPr>
        <p:spPr>
          <a:xfrm>
            <a:off x="2217454" y="1919710"/>
            <a:ext cx="1931673" cy="430887"/>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Directly Responsible </a:t>
            </a:r>
            <a:br>
              <a:rPr lang="en-US" dirty="0"/>
            </a:br>
            <a:r>
              <a:rPr lang="en-US" dirty="0"/>
              <a:t>Individual:</a:t>
            </a:r>
          </a:p>
        </p:txBody>
      </p:sp>
      <p:sp>
        <p:nvSpPr>
          <p:cNvPr id="27" name="Text Placeholder 5">
            <a:extLst>
              <a:ext uri="{FF2B5EF4-FFF2-40B4-BE49-F238E27FC236}">
                <a16:creationId xmlns:a16="http://schemas.microsoft.com/office/drawing/2014/main" id="{925DA0CB-30FD-E608-6678-992572E923CF}"/>
              </a:ext>
            </a:extLst>
          </p:cNvPr>
          <p:cNvSpPr>
            <a:spLocks noGrp="1"/>
          </p:cNvSpPr>
          <p:nvPr>
            <p:ph type="body" sz="quarter" idx="32" hasCustomPrompt="1"/>
          </p:nvPr>
        </p:nvSpPr>
        <p:spPr>
          <a:xfrm>
            <a:off x="2217454" y="4676661"/>
            <a:ext cx="1931673" cy="440377"/>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Required Decision Makers/Stakeholders: </a:t>
            </a:r>
          </a:p>
        </p:txBody>
      </p:sp>
      <p:sp>
        <p:nvSpPr>
          <p:cNvPr id="28" name="Text Placeholder 5">
            <a:extLst>
              <a:ext uri="{FF2B5EF4-FFF2-40B4-BE49-F238E27FC236}">
                <a16:creationId xmlns:a16="http://schemas.microsoft.com/office/drawing/2014/main" id="{0724039A-930F-636D-07AF-23F88AB6460E}"/>
              </a:ext>
            </a:extLst>
          </p:cNvPr>
          <p:cNvSpPr>
            <a:spLocks noGrp="1"/>
          </p:cNvSpPr>
          <p:nvPr>
            <p:ph type="body" sz="quarter" idx="33" hasCustomPrompt="1"/>
          </p:nvPr>
        </p:nvSpPr>
        <p:spPr>
          <a:xfrm>
            <a:off x="2217454" y="3077951"/>
            <a:ext cx="1931673" cy="260841"/>
          </a:xfrm>
        </p:spPr>
        <p:txBody>
          <a:bodyPr>
            <a:noAutofit/>
          </a:bodyPr>
          <a:lstStyle>
            <a:lvl1pPr marL="0" marR="0" indent="0" algn="l" defTabSz="914400" rtl="0" eaLnBrk="1" fontAlgn="auto" latinLnBrk="0" hangingPunct="1">
              <a:lnSpc>
                <a:spcPts val="142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Discussion Leads: </a:t>
            </a:r>
          </a:p>
        </p:txBody>
      </p:sp>
      <p:sp>
        <p:nvSpPr>
          <p:cNvPr id="29" name="Text Placeholder 5">
            <a:extLst>
              <a:ext uri="{FF2B5EF4-FFF2-40B4-BE49-F238E27FC236}">
                <a16:creationId xmlns:a16="http://schemas.microsoft.com/office/drawing/2014/main" id="{14D97DCA-30D3-FD69-66FA-45E1ACF69CB3}"/>
              </a:ext>
            </a:extLst>
          </p:cNvPr>
          <p:cNvSpPr>
            <a:spLocks noGrp="1"/>
          </p:cNvSpPr>
          <p:nvPr>
            <p:ph type="body" sz="quarter" idx="34" hasCustomPrompt="1"/>
          </p:nvPr>
        </p:nvSpPr>
        <p:spPr>
          <a:xfrm>
            <a:off x="4356142" y="1919710"/>
            <a:ext cx="2691019" cy="260841"/>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Background and Key Points:</a:t>
            </a:r>
          </a:p>
        </p:txBody>
      </p:sp>
      <p:sp>
        <p:nvSpPr>
          <p:cNvPr id="30" name="Text Placeholder 5">
            <a:extLst>
              <a:ext uri="{FF2B5EF4-FFF2-40B4-BE49-F238E27FC236}">
                <a16:creationId xmlns:a16="http://schemas.microsoft.com/office/drawing/2014/main" id="{69AE8DBA-FDBF-6315-B46E-7CB26A9C2352}"/>
              </a:ext>
            </a:extLst>
          </p:cNvPr>
          <p:cNvSpPr>
            <a:spLocks noGrp="1"/>
          </p:cNvSpPr>
          <p:nvPr>
            <p:ph type="body" sz="quarter" idx="35" hasCustomPrompt="1"/>
          </p:nvPr>
        </p:nvSpPr>
        <p:spPr>
          <a:xfrm>
            <a:off x="4356142" y="4676661"/>
            <a:ext cx="2691024" cy="440377"/>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Expected Outcomes from </a:t>
            </a:r>
            <a:br>
              <a:rPr lang="en-US" dirty="0"/>
            </a:br>
            <a:r>
              <a:rPr lang="en-US" dirty="0"/>
              <a:t>Today’s Meeting:</a:t>
            </a:r>
          </a:p>
        </p:txBody>
      </p:sp>
      <p:sp>
        <p:nvSpPr>
          <p:cNvPr id="31" name="Text Placeholder 5">
            <a:extLst>
              <a:ext uri="{FF2B5EF4-FFF2-40B4-BE49-F238E27FC236}">
                <a16:creationId xmlns:a16="http://schemas.microsoft.com/office/drawing/2014/main" id="{20DDD09D-53BC-7E6E-7D51-1F69E2E67851}"/>
              </a:ext>
            </a:extLst>
          </p:cNvPr>
          <p:cNvSpPr>
            <a:spLocks noGrp="1"/>
          </p:cNvSpPr>
          <p:nvPr>
            <p:ph type="body" sz="quarter" idx="36" hasCustomPrompt="1"/>
          </p:nvPr>
        </p:nvSpPr>
        <p:spPr>
          <a:xfrm>
            <a:off x="8296130" y="1919710"/>
            <a:ext cx="3724383" cy="440377"/>
          </a:xfr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Key Considerations, Counterpoints </a:t>
            </a:r>
            <a:br>
              <a:rPr lang="en-US" dirty="0"/>
            </a:br>
            <a:r>
              <a:rPr lang="en-US" dirty="0"/>
              <a:t>and Tradeoffs</a:t>
            </a:r>
          </a:p>
        </p:txBody>
      </p:sp>
      <p:sp>
        <p:nvSpPr>
          <p:cNvPr id="42" name="Text Placeholder 5">
            <a:extLst>
              <a:ext uri="{FF2B5EF4-FFF2-40B4-BE49-F238E27FC236}">
                <a16:creationId xmlns:a16="http://schemas.microsoft.com/office/drawing/2014/main" id="{EC24C288-6926-0E18-0744-57E9955DAB4A}"/>
              </a:ext>
            </a:extLst>
          </p:cNvPr>
          <p:cNvSpPr>
            <a:spLocks noGrp="1"/>
          </p:cNvSpPr>
          <p:nvPr>
            <p:ph type="body" sz="quarter" idx="37" hasCustomPrompt="1"/>
          </p:nvPr>
        </p:nvSpPr>
        <p:spPr>
          <a:xfrm>
            <a:off x="8296130" y="4676661"/>
            <a:ext cx="3724383" cy="260841"/>
          </a:xfr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Help/Feedback Needed:</a:t>
            </a:r>
          </a:p>
        </p:txBody>
      </p:sp>
      <p:sp>
        <p:nvSpPr>
          <p:cNvPr id="48" name="Text Placeholder 5">
            <a:extLst>
              <a:ext uri="{FF2B5EF4-FFF2-40B4-BE49-F238E27FC236}">
                <a16:creationId xmlns:a16="http://schemas.microsoft.com/office/drawing/2014/main" id="{294A7792-00C3-EA4B-0DF4-B4C0899FAE71}"/>
              </a:ext>
            </a:extLst>
          </p:cNvPr>
          <p:cNvSpPr>
            <a:spLocks noGrp="1"/>
          </p:cNvSpPr>
          <p:nvPr>
            <p:ph type="body" sz="quarter" idx="38" hasCustomPrompt="1"/>
          </p:nvPr>
        </p:nvSpPr>
        <p:spPr>
          <a:xfrm>
            <a:off x="8296130" y="5761327"/>
            <a:ext cx="3724383" cy="260841"/>
          </a:xfr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1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Next Steps:</a:t>
            </a:r>
          </a:p>
        </p:txBody>
      </p:sp>
      <p:sp>
        <p:nvSpPr>
          <p:cNvPr id="60" name="Text Placeholder 59">
            <a:extLst>
              <a:ext uri="{FF2B5EF4-FFF2-40B4-BE49-F238E27FC236}">
                <a16:creationId xmlns:a16="http://schemas.microsoft.com/office/drawing/2014/main" id="{F69944D9-B135-75C7-8994-06E189602FF2}"/>
              </a:ext>
            </a:extLst>
          </p:cNvPr>
          <p:cNvSpPr>
            <a:spLocks noGrp="1"/>
          </p:cNvSpPr>
          <p:nvPr>
            <p:ph type="body" sz="quarter" idx="43"/>
          </p:nvPr>
        </p:nvSpPr>
        <p:spPr>
          <a:xfrm>
            <a:off x="512064" y="2634649"/>
            <a:ext cx="1550492" cy="294889"/>
          </a:xfrm>
        </p:spPr>
        <p:txBody>
          <a:bodyPr tIns="0" bIns="0" anchor="ctr">
            <a:spAutoFit/>
          </a:bodyPr>
          <a:lstStyle>
            <a:lvl1pPr>
              <a:defRPr sz="1050" b="0" i="0" spc="0" baseline="0">
                <a:latin typeface="+mn-lt"/>
              </a:defRPr>
            </a:lvl1pPr>
          </a:lstStyle>
          <a:p>
            <a:pPr lvl="0"/>
            <a:r>
              <a:rPr lang="en-US" dirty="0"/>
              <a:t>Click to edit Master text styles</a:t>
            </a:r>
          </a:p>
        </p:txBody>
      </p:sp>
      <p:sp>
        <p:nvSpPr>
          <p:cNvPr id="61" name="Text Placeholder 59">
            <a:extLst>
              <a:ext uri="{FF2B5EF4-FFF2-40B4-BE49-F238E27FC236}">
                <a16:creationId xmlns:a16="http://schemas.microsoft.com/office/drawing/2014/main" id="{ACBC388F-DF8C-7183-1E67-C0633747ECA0}"/>
              </a:ext>
            </a:extLst>
          </p:cNvPr>
          <p:cNvSpPr>
            <a:spLocks noGrp="1"/>
          </p:cNvSpPr>
          <p:nvPr>
            <p:ph type="body" sz="quarter" idx="44"/>
          </p:nvPr>
        </p:nvSpPr>
        <p:spPr>
          <a:xfrm>
            <a:off x="512064" y="3091849"/>
            <a:ext cx="1550492" cy="294889"/>
          </a:xfrm>
        </p:spPr>
        <p:txBody>
          <a:bodyPr tIns="0" bIns="0" anchor="ctr">
            <a:spAutoFit/>
          </a:bodyPr>
          <a:lstStyle>
            <a:lvl1pPr>
              <a:defRPr sz="1050" b="0" i="0" spc="0" baseline="0">
                <a:latin typeface="+mn-lt"/>
              </a:defRPr>
            </a:lvl1pPr>
          </a:lstStyle>
          <a:p>
            <a:pPr lvl="0"/>
            <a:r>
              <a:rPr lang="en-US" dirty="0"/>
              <a:t>Click to edit Master text styles</a:t>
            </a:r>
          </a:p>
        </p:txBody>
      </p:sp>
      <p:sp>
        <p:nvSpPr>
          <p:cNvPr id="62" name="Text Placeholder 59">
            <a:extLst>
              <a:ext uri="{FF2B5EF4-FFF2-40B4-BE49-F238E27FC236}">
                <a16:creationId xmlns:a16="http://schemas.microsoft.com/office/drawing/2014/main" id="{41163D1C-7DDB-43E5-775B-80EC72D3F25E}"/>
              </a:ext>
            </a:extLst>
          </p:cNvPr>
          <p:cNvSpPr>
            <a:spLocks noGrp="1"/>
          </p:cNvSpPr>
          <p:nvPr>
            <p:ph type="body" sz="quarter" idx="45"/>
          </p:nvPr>
        </p:nvSpPr>
        <p:spPr>
          <a:xfrm>
            <a:off x="512064" y="3539905"/>
            <a:ext cx="1550492" cy="294889"/>
          </a:xfrm>
        </p:spPr>
        <p:txBody>
          <a:bodyPr tIns="0" bIns="0" anchor="ctr">
            <a:spAutoFit/>
          </a:bodyPr>
          <a:lstStyle>
            <a:lvl1pPr>
              <a:defRPr sz="1050" b="0" i="0" spc="0" baseline="0">
                <a:latin typeface="+mn-lt"/>
              </a:defRPr>
            </a:lvl1pPr>
          </a:lstStyle>
          <a:p>
            <a:pPr lvl="0"/>
            <a:r>
              <a:rPr lang="en-US" dirty="0"/>
              <a:t>Click to edit Master text styles</a:t>
            </a:r>
          </a:p>
        </p:txBody>
      </p:sp>
      <p:sp>
        <p:nvSpPr>
          <p:cNvPr id="63" name="Text Placeholder 59">
            <a:extLst>
              <a:ext uri="{FF2B5EF4-FFF2-40B4-BE49-F238E27FC236}">
                <a16:creationId xmlns:a16="http://schemas.microsoft.com/office/drawing/2014/main" id="{56BFD7DE-4527-6233-80C3-61BA8EF12A2F}"/>
              </a:ext>
            </a:extLst>
          </p:cNvPr>
          <p:cNvSpPr>
            <a:spLocks noGrp="1"/>
          </p:cNvSpPr>
          <p:nvPr>
            <p:ph type="body" sz="quarter" idx="46"/>
          </p:nvPr>
        </p:nvSpPr>
        <p:spPr>
          <a:xfrm>
            <a:off x="512064" y="3997105"/>
            <a:ext cx="1550492" cy="294889"/>
          </a:xfrm>
        </p:spPr>
        <p:txBody>
          <a:bodyPr tIns="0" bIns="0" anchor="ctr">
            <a:spAutoFit/>
          </a:bodyPr>
          <a:lstStyle>
            <a:lvl1pPr>
              <a:defRPr sz="1050" b="0" i="0" spc="0" baseline="0">
                <a:latin typeface="+mn-lt"/>
              </a:defRPr>
            </a:lvl1pPr>
          </a:lstStyle>
          <a:p>
            <a:pPr lvl="0"/>
            <a:r>
              <a:rPr lang="en-US" dirty="0"/>
              <a:t>Click to edit Master text styles</a:t>
            </a:r>
          </a:p>
        </p:txBody>
      </p:sp>
      <p:sp>
        <p:nvSpPr>
          <p:cNvPr id="64" name="Text Placeholder 59">
            <a:extLst>
              <a:ext uri="{FF2B5EF4-FFF2-40B4-BE49-F238E27FC236}">
                <a16:creationId xmlns:a16="http://schemas.microsoft.com/office/drawing/2014/main" id="{CC03F222-4D10-6055-C958-B009182E8692}"/>
              </a:ext>
            </a:extLst>
          </p:cNvPr>
          <p:cNvSpPr>
            <a:spLocks noGrp="1"/>
          </p:cNvSpPr>
          <p:nvPr>
            <p:ph type="body" sz="quarter" idx="47"/>
          </p:nvPr>
        </p:nvSpPr>
        <p:spPr>
          <a:xfrm>
            <a:off x="212724" y="5128644"/>
            <a:ext cx="1826267" cy="1209905"/>
          </a:xfrm>
        </p:spPr>
        <p:txBody>
          <a:bodyPr wrap="square" tIns="0" bIns="0" anchor="t">
            <a:noAutofit/>
          </a:bodyPr>
          <a:lstStyle>
            <a:lvl1pPr>
              <a:defRPr sz="1050" b="0" i="0" spc="0" baseline="0">
                <a:latin typeface="+mn-lt"/>
              </a:defRPr>
            </a:lvl1pPr>
          </a:lstStyle>
          <a:p>
            <a:pPr lvl="0"/>
            <a:r>
              <a:rPr lang="en-US" dirty="0"/>
              <a:t>Click to edit Master text styles</a:t>
            </a:r>
          </a:p>
        </p:txBody>
      </p:sp>
      <p:sp>
        <p:nvSpPr>
          <p:cNvPr id="65" name="Text Placeholder 59">
            <a:extLst>
              <a:ext uri="{FF2B5EF4-FFF2-40B4-BE49-F238E27FC236}">
                <a16:creationId xmlns:a16="http://schemas.microsoft.com/office/drawing/2014/main" id="{D09E59A6-573D-31D0-2044-D61413F3D77D}"/>
              </a:ext>
            </a:extLst>
          </p:cNvPr>
          <p:cNvSpPr>
            <a:spLocks noGrp="1"/>
          </p:cNvSpPr>
          <p:nvPr>
            <p:ph type="body" sz="quarter" idx="48"/>
          </p:nvPr>
        </p:nvSpPr>
        <p:spPr>
          <a:xfrm>
            <a:off x="2217453" y="5128644"/>
            <a:ext cx="2059025" cy="1209905"/>
          </a:xfrm>
        </p:spPr>
        <p:txBody>
          <a:bodyPr wrap="square" tIns="0" rIns="0" bIns="0" anchor="t">
            <a:noAutofit/>
          </a:bodyPr>
          <a:lstStyle>
            <a:lvl1pPr>
              <a:defRPr sz="1050" b="0" i="0" spc="0" baseline="0">
                <a:latin typeface="+mn-lt"/>
              </a:defRPr>
            </a:lvl1pPr>
          </a:lstStyle>
          <a:p>
            <a:pPr lvl="0"/>
            <a:r>
              <a:rPr lang="en-US" dirty="0"/>
              <a:t>Click to edit Master text styles</a:t>
            </a:r>
          </a:p>
        </p:txBody>
      </p:sp>
      <p:sp>
        <p:nvSpPr>
          <p:cNvPr id="66" name="Text Placeholder 59">
            <a:extLst>
              <a:ext uri="{FF2B5EF4-FFF2-40B4-BE49-F238E27FC236}">
                <a16:creationId xmlns:a16="http://schemas.microsoft.com/office/drawing/2014/main" id="{88BC7428-02BE-D03F-1A26-347F052C520E}"/>
              </a:ext>
            </a:extLst>
          </p:cNvPr>
          <p:cNvSpPr>
            <a:spLocks noGrp="1"/>
          </p:cNvSpPr>
          <p:nvPr>
            <p:ph type="body" sz="quarter" idx="49"/>
          </p:nvPr>
        </p:nvSpPr>
        <p:spPr>
          <a:xfrm>
            <a:off x="2217453" y="3354708"/>
            <a:ext cx="2059025" cy="1209905"/>
          </a:xfrm>
        </p:spPr>
        <p:txBody>
          <a:bodyPr wrap="square" tIns="0" rIns="0" bIns="0" anchor="t">
            <a:noAutofit/>
          </a:bodyPr>
          <a:lstStyle>
            <a:lvl1pPr>
              <a:defRPr sz="1050" b="0" i="0" spc="0" baseline="0">
                <a:latin typeface="+mn-lt"/>
              </a:defRPr>
            </a:lvl1pPr>
          </a:lstStyle>
          <a:p>
            <a:pPr lvl="0"/>
            <a:r>
              <a:rPr lang="en-US" dirty="0"/>
              <a:t>Click to edit Master text styles</a:t>
            </a:r>
          </a:p>
        </p:txBody>
      </p:sp>
      <p:sp>
        <p:nvSpPr>
          <p:cNvPr id="67" name="Text Placeholder 59">
            <a:extLst>
              <a:ext uri="{FF2B5EF4-FFF2-40B4-BE49-F238E27FC236}">
                <a16:creationId xmlns:a16="http://schemas.microsoft.com/office/drawing/2014/main" id="{533A9EFB-BD0E-5EDB-A7E7-6AE6518878C4}"/>
              </a:ext>
            </a:extLst>
          </p:cNvPr>
          <p:cNvSpPr>
            <a:spLocks noGrp="1"/>
          </p:cNvSpPr>
          <p:nvPr>
            <p:ph type="body" sz="quarter" idx="50"/>
          </p:nvPr>
        </p:nvSpPr>
        <p:spPr>
          <a:xfrm>
            <a:off x="2217453" y="2348868"/>
            <a:ext cx="2059025" cy="617035"/>
          </a:xfrm>
        </p:spPr>
        <p:txBody>
          <a:bodyPr wrap="square" tIns="0" rIns="0" bIns="0" anchor="t">
            <a:noAutofit/>
          </a:bodyPr>
          <a:lstStyle>
            <a:lvl1pPr>
              <a:defRPr sz="1050" b="0" i="0" spc="0" baseline="0">
                <a:latin typeface="+mn-lt"/>
              </a:defRPr>
            </a:lvl1pPr>
          </a:lstStyle>
          <a:p>
            <a:pPr lvl="0"/>
            <a:r>
              <a:rPr lang="en-US" dirty="0"/>
              <a:t>Click to edit Master text styles</a:t>
            </a:r>
          </a:p>
        </p:txBody>
      </p:sp>
      <p:sp>
        <p:nvSpPr>
          <p:cNvPr id="68" name="Text Placeholder 59">
            <a:extLst>
              <a:ext uri="{FF2B5EF4-FFF2-40B4-BE49-F238E27FC236}">
                <a16:creationId xmlns:a16="http://schemas.microsoft.com/office/drawing/2014/main" id="{5149917C-8D06-672E-0916-3722D6C7EA70}"/>
              </a:ext>
            </a:extLst>
          </p:cNvPr>
          <p:cNvSpPr>
            <a:spLocks noGrp="1"/>
          </p:cNvSpPr>
          <p:nvPr>
            <p:ph type="body" sz="quarter" idx="51"/>
          </p:nvPr>
        </p:nvSpPr>
        <p:spPr>
          <a:xfrm>
            <a:off x="4356141" y="2209307"/>
            <a:ext cx="3798779" cy="2355306"/>
          </a:xfrm>
        </p:spPr>
        <p:txBody>
          <a:bodyPr wrap="square" tIns="0" bIns="0" anchor="t">
            <a:noAutofit/>
          </a:bodyPr>
          <a:lstStyle>
            <a:lvl1pPr>
              <a:defRPr sz="1050" b="0" i="0" spc="0" baseline="0">
                <a:latin typeface="+mn-lt"/>
              </a:defRPr>
            </a:lvl1pPr>
          </a:lstStyle>
          <a:p>
            <a:pPr lvl="0"/>
            <a:r>
              <a:rPr lang="en-US" dirty="0"/>
              <a:t>Click to edit Master text styles</a:t>
            </a:r>
          </a:p>
        </p:txBody>
      </p:sp>
      <p:sp>
        <p:nvSpPr>
          <p:cNvPr id="69" name="Text Placeholder 59">
            <a:extLst>
              <a:ext uri="{FF2B5EF4-FFF2-40B4-BE49-F238E27FC236}">
                <a16:creationId xmlns:a16="http://schemas.microsoft.com/office/drawing/2014/main" id="{DEF8E2EE-FFAB-61A7-7DBC-D86B2E5580D7}"/>
              </a:ext>
            </a:extLst>
          </p:cNvPr>
          <p:cNvSpPr>
            <a:spLocks noGrp="1"/>
          </p:cNvSpPr>
          <p:nvPr>
            <p:ph type="body" sz="quarter" idx="52"/>
          </p:nvPr>
        </p:nvSpPr>
        <p:spPr>
          <a:xfrm>
            <a:off x="4356141" y="5128644"/>
            <a:ext cx="3798779" cy="1209905"/>
          </a:xfrm>
        </p:spPr>
        <p:txBody>
          <a:bodyPr wrap="square" tIns="0" bIns="0" anchor="t">
            <a:noAutofit/>
          </a:bodyPr>
          <a:lstStyle>
            <a:lvl1pPr>
              <a:defRPr sz="1050" b="0" i="0" spc="0" baseline="0">
                <a:latin typeface="+mn-lt"/>
              </a:defRPr>
            </a:lvl1pPr>
          </a:lstStyle>
          <a:p>
            <a:pPr lvl="0"/>
            <a:r>
              <a:rPr lang="en-US" dirty="0"/>
              <a:t>Click to edit Master text styles</a:t>
            </a:r>
          </a:p>
        </p:txBody>
      </p:sp>
      <p:sp>
        <p:nvSpPr>
          <p:cNvPr id="70" name="Text Placeholder 59">
            <a:extLst>
              <a:ext uri="{FF2B5EF4-FFF2-40B4-BE49-F238E27FC236}">
                <a16:creationId xmlns:a16="http://schemas.microsoft.com/office/drawing/2014/main" id="{1A1864DA-5841-865E-20F2-6CDC3BD353C6}"/>
              </a:ext>
            </a:extLst>
          </p:cNvPr>
          <p:cNvSpPr>
            <a:spLocks noGrp="1"/>
          </p:cNvSpPr>
          <p:nvPr>
            <p:ph type="body" sz="quarter" idx="53"/>
          </p:nvPr>
        </p:nvSpPr>
        <p:spPr>
          <a:xfrm>
            <a:off x="8296130" y="6036901"/>
            <a:ext cx="3724385" cy="613510"/>
          </a:xfrm>
        </p:spPr>
        <p:txBody>
          <a:bodyPr wrap="square" tIns="0" bIns="0" anchor="t">
            <a:noAutofit/>
          </a:bodyPr>
          <a:lstStyle>
            <a:lvl1pPr>
              <a:defRPr sz="1050" b="0" i="0" spc="0" baseline="0">
                <a:latin typeface="+mn-lt"/>
              </a:defRPr>
            </a:lvl1pPr>
          </a:lstStyle>
          <a:p>
            <a:pPr lvl="0"/>
            <a:r>
              <a:rPr lang="en-US" dirty="0"/>
              <a:t>Click to edit Master text styles</a:t>
            </a:r>
          </a:p>
        </p:txBody>
      </p:sp>
      <p:sp>
        <p:nvSpPr>
          <p:cNvPr id="71" name="Text Placeholder 59">
            <a:extLst>
              <a:ext uri="{FF2B5EF4-FFF2-40B4-BE49-F238E27FC236}">
                <a16:creationId xmlns:a16="http://schemas.microsoft.com/office/drawing/2014/main" id="{6F062706-0F86-8A68-B460-0047281B79BF}"/>
              </a:ext>
            </a:extLst>
          </p:cNvPr>
          <p:cNvSpPr>
            <a:spLocks noGrp="1"/>
          </p:cNvSpPr>
          <p:nvPr>
            <p:ph type="body" sz="quarter" idx="54"/>
          </p:nvPr>
        </p:nvSpPr>
        <p:spPr>
          <a:xfrm>
            <a:off x="8296130" y="4952452"/>
            <a:ext cx="3724385" cy="707553"/>
          </a:xfrm>
        </p:spPr>
        <p:txBody>
          <a:bodyPr wrap="square" tIns="0" bIns="0" anchor="t">
            <a:noAutofit/>
          </a:bodyPr>
          <a:lstStyle>
            <a:lvl1pPr>
              <a:defRPr sz="1050" b="0" i="0" spc="0" baseline="0">
                <a:latin typeface="+mn-lt"/>
              </a:defRPr>
            </a:lvl1pPr>
          </a:lstStyle>
          <a:p>
            <a:pPr lvl="0"/>
            <a:r>
              <a:rPr lang="en-US" dirty="0"/>
              <a:t>Click to edit Master text styles</a:t>
            </a:r>
          </a:p>
        </p:txBody>
      </p:sp>
      <p:sp>
        <p:nvSpPr>
          <p:cNvPr id="72" name="Text Placeholder 59">
            <a:extLst>
              <a:ext uri="{FF2B5EF4-FFF2-40B4-BE49-F238E27FC236}">
                <a16:creationId xmlns:a16="http://schemas.microsoft.com/office/drawing/2014/main" id="{494C5C0C-843C-CD3B-8745-776341D5DC9D}"/>
              </a:ext>
            </a:extLst>
          </p:cNvPr>
          <p:cNvSpPr>
            <a:spLocks noGrp="1"/>
          </p:cNvSpPr>
          <p:nvPr>
            <p:ph type="body" sz="quarter" idx="55"/>
          </p:nvPr>
        </p:nvSpPr>
        <p:spPr>
          <a:xfrm>
            <a:off x="8296130" y="2348868"/>
            <a:ext cx="3724385" cy="2215745"/>
          </a:xfrm>
        </p:spPr>
        <p:txBody>
          <a:bodyPr wrap="square" tIns="0" bIns="0" anchor="t">
            <a:noAutofit/>
          </a:bodyPr>
          <a:lstStyle>
            <a:lvl1pPr>
              <a:defRPr sz="1050" b="0" i="0" spc="0" baseline="0">
                <a:latin typeface="+mn-lt"/>
              </a:defRPr>
            </a:lvl1pPr>
          </a:lstStyle>
          <a:p>
            <a:pPr lvl="0"/>
            <a:r>
              <a:rPr lang="en-US" dirty="0"/>
              <a:t>Click to edit Master text styles</a:t>
            </a:r>
          </a:p>
        </p:txBody>
      </p:sp>
      <p:sp>
        <p:nvSpPr>
          <p:cNvPr id="37" name="Slide Number Placeholder 5">
            <a:extLst>
              <a:ext uri="{FF2B5EF4-FFF2-40B4-BE49-F238E27FC236}">
                <a16:creationId xmlns:a16="http://schemas.microsoft.com/office/drawing/2014/main" id="{ED6A4F12-BF0A-4ADC-BF1B-4041153279EB}"/>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5318769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Sl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9C1E200-8DFA-9E42-B307-DF304F8A15BC}"/>
              </a:ext>
            </a:extLst>
          </p:cNvPr>
          <p:cNvSpPr/>
          <p:nvPr userDrawn="1"/>
        </p:nvSpPr>
        <p:spPr>
          <a:xfrm>
            <a:off x="0" y="1816962"/>
            <a:ext cx="12192000" cy="50410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j-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438458" cy="213074"/>
          </a:xfrm>
        </p:spPr>
        <p:txBody>
          <a:bodyPr lIns="0" anchor="t">
            <a:noAutofit/>
          </a:bodyPr>
          <a:lstStyle>
            <a:lvl1pPr>
              <a:defRPr lang="en-US" sz="900" b="0" i="0" kern="1200" cap="all" spc="300" baseline="0" dirty="0">
                <a:solidFill>
                  <a:schemeClr val="accent1"/>
                </a:solidFill>
                <a:latin typeface="+mj-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Click to edit copy</a:t>
            </a:r>
          </a:p>
        </p:txBody>
      </p:sp>
      <p:cxnSp>
        <p:nvCxnSpPr>
          <p:cNvPr id="13" name="Straight Connector 12">
            <a:extLst>
              <a:ext uri="{FF2B5EF4-FFF2-40B4-BE49-F238E27FC236}">
                <a16:creationId xmlns:a16="http://schemas.microsoft.com/office/drawing/2014/main" id="{33B54D66-D9A2-A342-8778-8E97E1782828}"/>
              </a:ext>
            </a:extLst>
          </p:cNvPr>
          <p:cNvCxnSpPr>
            <a:cxnSpLocks/>
          </p:cNvCxnSpPr>
          <p:nvPr userDrawn="1"/>
        </p:nvCxnSpPr>
        <p:spPr>
          <a:xfrm>
            <a:off x="8128000" y="1816962"/>
            <a:ext cx="0" cy="5041038"/>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6AE7F39-2379-CF4F-A88B-5D54E32B3408}"/>
              </a:ext>
            </a:extLst>
          </p:cNvPr>
          <p:cNvCxnSpPr>
            <a:cxnSpLocks/>
          </p:cNvCxnSpPr>
          <p:nvPr userDrawn="1"/>
        </p:nvCxnSpPr>
        <p:spPr>
          <a:xfrm>
            <a:off x="4064000" y="1816962"/>
            <a:ext cx="0" cy="5041038"/>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31261D3-AAF9-A6B4-C539-63F3943DCA27}"/>
              </a:ext>
            </a:extLst>
          </p:cNvPr>
          <p:cNvSpPr>
            <a:spLocks noGrp="1"/>
          </p:cNvSpPr>
          <p:nvPr>
            <p:ph type="body" sz="quarter" idx="29" hasCustomPrompt="1"/>
          </p:nvPr>
        </p:nvSpPr>
        <p:spPr>
          <a:xfrm>
            <a:off x="374904" y="1919710"/>
            <a:ext cx="3441445" cy="260841"/>
          </a:xfrm>
        </p:spPr>
        <p:txBody>
          <a:bodyPr lIns="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Purpose:</a:t>
            </a:r>
          </a:p>
        </p:txBody>
      </p:sp>
      <p:sp>
        <p:nvSpPr>
          <p:cNvPr id="26" name="Text Placeholder 5">
            <a:extLst>
              <a:ext uri="{FF2B5EF4-FFF2-40B4-BE49-F238E27FC236}">
                <a16:creationId xmlns:a16="http://schemas.microsoft.com/office/drawing/2014/main" id="{40655C5A-7261-900D-811F-87EFCE938ED3}"/>
              </a:ext>
            </a:extLst>
          </p:cNvPr>
          <p:cNvSpPr>
            <a:spLocks noGrp="1"/>
          </p:cNvSpPr>
          <p:nvPr>
            <p:ph type="body" sz="quarter" idx="31" hasCustomPrompt="1"/>
          </p:nvPr>
        </p:nvSpPr>
        <p:spPr>
          <a:xfrm>
            <a:off x="4438904" y="1919710"/>
            <a:ext cx="3428995" cy="260841"/>
          </a:xfrm>
        </p:spPr>
        <p:txBody>
          <a:bodyPr lIns="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Areas of Focus:</a:t>
            </a:r>
          </a:p>
        </p:txBody>
      </p:sp>
      <p:sp>
        <p:nvSpPr>
          <p:cNvPr id="29" name="Text Placeholder 5">
            <a:extLst>
              <a:ext uri="{FF2B5EF4-FFF2-40B4-BE49-F238E27FC236}">
                <a16:creationId xmlns:a16="http://schemas.microsoft.com/office/drawing/2014/main" id="{14D97DCA-30D3-FD69-66FA-45E1ACF69CB3}"/>
              </a:ext>
            </a:extLst>
          </p:cNvPr>
          <p:cNvSpPr>
            <a:spLocks noGrp="1"/>
          </p:cNvSpPr>
          <p:nvPr>
            <p:ph type="body" sz="quarter" idx="34" hasCustomPrompt="1"/>
          </p:nvPr>
        </p:nvSpPr>
        <p:spPr>
          <a:xfrm>
            <a:off x="8502904" y="1919710"/>
            <a:ext cx="3453800" cy="260841"/>
          </a:xfrm>
        </p:spPr>
        <p:txBody>
          <a:bodyPr lIns="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b="1" i="0" kern="1200" spc="0" baseline="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Key Takeaways:</a:t>
            </a:r>
          </a:p>
        </p:txBody>
      </p:sp>
      <p:sp>
        <p:nvSpPr>
          <p:cNvPr id="64" name="Text Placeholder 59">
            <a:extLst>
              <a:ext uri="{FF2B5EF4-FFF2-40B4-BE49-F238E27FC236}">
                <a16:creationId xmlns:a16="http://schemas.microsoft.com/office/drawing/2014/main" id="{CC03F222-4D10-6055-C958-B009182E8692}"/>
              </a:ext>
            </a:extLst>
          </p:cNvPr>
          <p:cNvSpPr>
            <a:spLocks noGrp="1"/>
          </p:cNvSpPr>
          <p:nvPr>
            <p:ph type="body" sz="quarter" idx="47"/>
          </p:nvPr>
        </p:nvSpPr>
        <p:spPr>
          <a:xfrm>
            <a:off x="374904" y="2209307"/>
            <a:ext cx="3429000" cy="3791442"/>
          </a:xfrm>
        </p:spPr>
        <p:txBody>
          <a:bodyPr wrap="square" lIns="0" tIns="0" bIns="0" anchor="t">
            <a:noAutofit/>
          </a:bodyPr>
          <a:lstStyle>
            <a:lvl1pPr marL="169863" indent="-169863">
              <a:buFont typeface="Arial" panose="020B0604020202020204" pitchFamily="34" charset="0"/>
              <a:buChar char="•"/>
              <a:tabLst/>
              <a:defRPr sz="1100" b="0" i="0" spc="0" baseline="0">
                <a:latin typeface="+mn-lt"/>
              </a:defRPr>
            </a:lvl1pPr>
          </a:lstStyle>
          <a:p>
            <a:pPr lvl="0"/>
            <a:r>
              <a:rPr lang="en-US" dirty="0"/>
              <a:t>Click to edit Master text styles</a:t>
            </a:r>
          </a:p>
        </p:txBody>
      </p:sp>
      <p:sp>
        <p:nvSpPr>
          <p:cNvPr id="67" name="Text Placeholder 59">
            <a:extLst>
              <a:ext uri="{FF2B5EF4-FFF2-40B4-BE49-F238E27FC236}">
                <a16:creationId xmlns:a16="http://schemas.microsoft.com/office/drawing/2014/main" id="{533A9EFB-BD0E-5EDB-A7E7-6AE6518878C4}"/>
              </a:ext>
            </a:extLst>
          </p:cNvPr>
          <p:cNvSpPr>
            <a:spLocks noGrp="1"/>
          </p:cNvSpPr>
          <p:nvPr>
            <p:ph type="body" sz="quarter" idx="50"/>
          </p:nvPr>
        </p:nvSpPr>
        <p:spPr>
          <a:xfrm>
            <a:off x="4438904" y="2209307"/>
            <a:ext cx="3429000" cy="3791442"/>
          </a:xfrm>
        </p:spPr>
        <p:txBody>
          <a:bodyPr wrap="square" lIns="0" tIns="0" rIns="0" bIns="0" anchor="t">
            <a:noAutofit/>
          </a:bodyPr>
          <a:lstStyle>
            <a:lvl1pPr marL="169863" indent="-169863">
              <a:buFont typeface="Arial" panose="020B0604020202020204" pitchFamily="34" charset="0"/>
              <a:buChar char="•"/>
              <a:tabLst/>
              <a:defRPr sz="1100" b="0" i="0" spc="0" baseline="0">
                <a:latin typeface="+mn-lt"/>
              </a:defRPr>
            </a:lvl1pPr>
          </a:lstStyle>
          <a:p>
            <a:pPr lvl="0"/>
            <a:r>
              <a:rPr lang="en-US" dirty="0"/>
              <a:t>Click to edit Master text styles</a:t>
            </a:r>
          </a:p>
        </p:txBody>
      </p:sp>
      <p:sp>
        <p:nvSpPr>
          <p:cNvPr id="68" name="Text Placeholder 59">
            <a:extLst>
              <a:ext uri="{FF2B5EF4-FFF2-40B4-BE49-F238E27FC236}">
                <a16:creationId xmlns:a16="http://schemas.microsoft.com/office/drawing/2014/main" id="{5149917C-8D06-672E-0916-3722D6C7EA70}"/>
              </a:ext>
            </a:extLst>
          </p:cNvPr>
          <p:cNvSpPr>
            <a:spLocks noGrp="1"/>
          </p:cNvSpPr>
          <p:nvPr>
            <p:ph type="body" sz="quarter" idx="51"/>
          </p:nvPr>
        </p:nvSpPr>
        <p:spPr>
          <a:xfrm>
            <a:off x="8502904" y="2209306"/>
            <a:ext cx="3429000" cy="3791443"/>
          </a:xfrm>
        </p:spPr>
        <p:txBody>
          <a:bodyPr wrap="square" lIns="0" tIns="0" bIns="0" anchor="t">
            <a:noAutofit/>
          </a:bodyPr>
          <a:lstStyle>
            <a:lvl1pPr marL="169863" indent="-169863">
              <a:buFont typeface="Arial" panose="020B0604020202020204" pitchFamily="34" charset="0"/>
              <a:buChar char="•"/>
              <a:tabLst/>
              <a:defRPr sz="1100" b="0" i="0" spc="0" baseline="0">
                <a:latin typeface="+mn-lt"/>
              </a:defRPr>
            </a:lvl1pPr>
          </a:lstStyle>
          <a:p>
            <a:pPr lvl="0"/>
            <a:r>
              <a:rPr lang="en-US" dirty="0"/>
              <a:t>Click to edit Master text styles</a:t>
            </a:r>
          </a:p>
        </p:txBody>
      </p:sp>
      <p:sp>
        <p:nvSpPr>
          <p:cNvPr id="17" name="Slide Number Placeholder 5">
            <a:extLst>
              <a:ext uri="{FF2B5EF4-FFF2-40B4-BE49-F238E27FC236}">
                <a16:creationId xmlns:a16="http://schemas.microsoft.com/office/drawing/2014/main" id="{6FD8C691-58B9-4AC2-8073-C76911B2E530}"/>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8545895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xt_Objective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9F1F5A-08C3-F14A-AADC-44E5019280E7}"/>
              </a:ext>
            </a:extLst>
          </p:cNvPr>
          <p:cNvSpPr/>
          <p:nvPr userDrawn="1"/>
        </p:nvSpPr>
        <p:spPr>
          <a:xfrm flipH="1">
            <a:off x="8130746" y="1"/>
            <a:ext cx="4061254"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9" name="Text Placeholder 8"/>
          <p:cNvSpPr>
            <a:spLocks noGrp="1"/>
          </p:cNvSpPr>
          <p:nvPr>
            <p:ph type="body" sz="quarter" idx="13"/>
          </p:nvPr>
        </p:nvSpPr>
        <p:spPr>
          <a:xfrm>
            <a:off x="395000" y="286911"/>
            <a:ext cx="6111557" cy="216010"/>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Click to edit Master text styles</a:t>
            </a:r>
          </a:p>
        </p:txBody>
      </p:sp>
      <p:sp>
        <p:nvSpPr>
          <p:cNvPr id="11" name="Title 1">
            <a:extLst>
              <a:ext uri="{FF2B5EF4-FFF2-40B4-BE49-F238E27FC236}">
                <a16:creationId xmlns:a16="http://schemas.microsoft.com/office/drawing/2014/main" id="{00F984E6-8155-464F-8380-DEDAA20C8B07}"/>
              </a:ext>
            </a:extLst>
          </p:cNvPr>
          <p:cNvSpPr>
            <a:spLocks noGrp="1"/>
          </p:cNvSpPr>
          <p:nvPr>
            <p:ph type="title"/>
          </p:nvPr>
        </p:nvSpPr>
        <p:spPr>
          <a:xfrm>
            <a:off x="374904" y="502920"/>
            <a:ext cx="7237682" cy="770650"/>
          </a:xfrm>
        </p:spPr>
        <p:txBody>
          <a:bodyPr lIns="0">
            <a:noAutofit/>
          </a:bodyPr>
          <a:lstStyle>
            <a:lvl1pPr>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10" name="Content Placeholder 2">
            <a:extLst>
              <a:ext uri="{FF2B5EF4-FFF2-40B4-BE49-F238E27FC236}">
                <a16:creationId xmlns:a16="http://schemas.microsoft.com/office/drawing/2014/main" id="{9747DA2B-FC81-AC4B-9837-5F9CBBAD8413}"/>
              </a:ext>
            </a:extLst>
          </p:cNvPr>
          <p:cNvSpPr>
            <a:spLocks noGrp="1"/>
          </p:cNvSpPr>
          <p:nvPr>
            <p:ph idx="18" hasCustomPrompt="1"/>
          </p:nvPr>
        </p:nvSpPr>
        <p:spPr>
          <a:xfrm>
            <a:off x="374904" y="2473297"/>
            <a:ext cx="7237681" cy="3286123"/>
          </a:xfrm>
        </p:spPr>
        <p:txBody>
          <a:bodyPr lIns="0">
            <a:noAutofit/>
          </a:bodyPr>
          <a:lstStyle>
            <a:lvl1pPr marL="0" indent="0" algn="l" defTabSz="914400" rtl="0" eaLnBrk="1" latinLnBrk="0" hangingPunct="1">
              <a:lnSpc>
                <a:spcPct val="110000"/>
              </a:lnSpc>
              <a:spcBef>
                <a:spcPts val="1200"/>
              </a:spcBef>
              <a:buFont typeface="Arial"/>
              <a:buNone/>
              <a:defRPr lang="en-US" sz="2200" b="0" i="0" kern="1200" spc="50" baseline="0" dirty="0">
                <a:solidFill>
                  <a:schemeClr val="tx1"/>
                </a:solidFill>
                <a:latin typeface="+mn-lt"/>
                <a:ea typeface="Avenir Next" panose="020B0503020202020204" pitchFamily="34" charset="0"/>
                <a:cs typeface="Avenir Next" panose="020B0503020202020204" pitchFamily="34" charset="0"/>
              </a:defRPr>
            </a:lvl1pPr>
            <a:lvl2pPr marL="0" indent="0" algn="l" defTabSz="914400" rtl="0" eaLnBrk="1" latinLnBrk="0" hangingPunct="1">
              <a:lnSpc>
                <a:spcPct val="110000"/>
              </a:lnSpc>
              <a:spcBef>
                <a:spcPts val="1200"/>
              </a:spcBef>
              <a:buSzPct val="75000"/>
              <a:buFont typeface="Arial"/>
              <a:buNone/>
              <a:defRPr lang="en-US" sz="2200" b="0" i="0" kern="1200" spc="50" baseline="0" dirty="0">
                <a:solidFill>
                  <a:schemeClr val="tx1"/>
                </a:solidFill>
                <a:latin typeface="+mn-lt"/>
                <a:ea typeface="Avenir Next" panose="020B0503020202020204" pitchFamily="34" charset="0"/>
                <a:cs typeface="Avenir Next" panose="020B0503020202020204" pitchFamily="34"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a:p>
            <a:pPr lvl="1"/>
            <a:r>
              <a:rPr lang="en-US" dirty="0"/>
              <a:t>Second level</a:t>
            </a:r>
          </a:p>
        </p:txBody>
      </p:sp>
      <p:sp>
        <p:nvSpPr>
          <p:cNvPr id="13" name="Text Placeholder 38">
            <a:extLst>
              <a:ext uri="{FF2B5EF4-FFF2-40B4-BE49-F238E27FC236}">
                <a16:creationId xmlns:a16="http://schemas.microsoft.com/office/drawing/2014/main" id="{08437C7E-89B0-6445-BAC5-D1E4D35E410E}"/>
              </a:ext>
            </a:extLst>
          </p:cNvPr>
          <p:cNvSpPr>
            <a:spLocks noGrp="1"/>
          </p:cNvSpPr>
          <p:nvPr>
            <p:ph type="body" sz="quarter" idx="19"/>
          </p:nvPr>
        </p:nvSpPr>
        <p:spPr>
          <a:xfrm>
            <a:off x="374904" y="2231136"/>
            <a:ext cx="7237682" cy="242161"/>
          </a:xfrm>
        </p:spPr>
        <p:txBody>
          <a:bodyPr lIns="0">
            <a:noAutofit/>
          </a:bodyPr>
          <a:lstStyle>
            <a:lvl1pPr marL="0" indent="0" algn="l" defTabSz="914400" rtl="0" eaLnBrk="1" latinLnBrk="0" hangingPunct="1">
              <a:lnSpc>
                <a:spcPct val="90000"/>
              </a:lnSpc>
              <a:spcBef>
                <a:spcPts val="1000"/>
              </a:spcBef>
              <a:buFont typeface="Arial"/>
              <a:buNone/>
              <a:defRPr lang="en-US" sz="1200" b="1" i="0" kern="1200" spc="4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8" name="Text Placeholder 38">
            <a:extLst>
              <a:ext uri="{FF2B5EF4-FFF2-40B4-BE49-F238E27FC236}">
                <a16:creationId xmlns:a16="http://schemas.microsoft.com/office/drawing/2014/main" id="{ADA19450-9E07-694E-9C16-2DBF74AD0A2E}"/>
              </a:ext>
            </a:extLst>
          </p:cNvPr>
          <p:cNvSpPr>
            <a:spLocks noGrp="1"/>
          </p:cNvSpPr>
          <p:nvPr>
            <p:ph type="body" sz="quarter" idx="24"/>
          </p:nvPr>
        </p:nvSpPr>
        <p:spPr>
          <a:xfrm>
            <a:off x="8404321" y="2231136"/>
            <a:ext cx="3631156" cy="242161"/>
          </a:xfrm>
        </p:spPr>
        <p:txBody>
          <a:bodyPr lIns="0">
            <a:noAutofit/>
          </a:bodyPr>
          <a:lstStyle>
            <a:lvl1pPr marL="0" indent="0" algn="l" defTabSz="914400" rtl="0" eaLnBrk="1" latinLnBrk="0" hangingPunct="1">
              <a:lnSpc>
                <a:spcPct val="90000"/>
              </a:lnSpc>
              <a:spcBef>
                <a:spcPts val="1000"/>
              </a:spcBef>
              <a:buFont typeface="Arial"/>
              <a:buNone/>
              <a:defRPr lang="en-US" sz="1200" b="1" i="0" kern="1200" spc="4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9" name="Content Placeholder 2">
            <a:extLst>
              <a:ext uri="{FF2B5EF4-FFF2-40B4-BE49-F238E27FC236}">
                <a16:creationId xmlns:a16="http://schemas.microsoft.com/office/drawing/2014/main" id="{BC30AE18-2C45-744D-A2A7-7BD07B58EFDA}"/>
              </a:ext>
            </a:extLst>
          </p:cNvPr>
          <p:cNvSpPr>
            <a:spLocks noGrp="1"/>
          </p:cNvSpPr>
          <p:nvPr>
            <p:ph idx="25" hasCustomPrompt="1"/>
          </p:nvPr>
        </p:nvSpPr>
        <p:spPr>
          <a:xfrm>
            <a:off x="8404322" y="2473297"/>
            <a:ext cx="3631156" cy="3544393"/>
          </a:xfrm>
        </p:spPr>
        <p:txBody>
          <a:bodyPr lIns="0">
            <a:noAutofit/>
          </a:bodyPr>
          <a:lstStyle>
            <a:lvl1pPr marL="171450" indent="-171450" algn="l" defTabSz="914400" rtl="0" eaLnBrk="1" latinLnBrk="0" hangingPunct="1">
              <a:lnSpc>
                <a:spcPct val="100000"/>
              </a:lnSpc>
              <a:spcBef>
                <a:spcPts val="1200"/>
              </a:spcBef>
              <a:buFont typeface="Arial" panose="020B0604020202020204" pitchFamily="34" charset="0"/>
              <a:buChar char="•"/>
              <a:defRPr lang="en-US" sz="1400" b="0" i="0" kern="1200" spc="0" baseline="0" dirty="0">
                <a:solidFill>
                  <a:schemeClr val="tx1"/>
                </a:solidFill>
                <a:latin typeface="+mn-lt"/>
                <a:ea typeface="Avenir Next" panose="020B0503020202020204" pitchFamily="34" charset="0"/>
                <a:cs typeface="Avenir Next" panose="020B0503020202020204" pitchFamily="34" charset="0"/>
              </a:defRPr>
            </a:lvl1pPr>
            <a:lvl2pPr marL="171450" indent="-171450" algn="l" defTabSz="914400" rtl="0" eaLnBrk="1" latinLnBrk="0" hangingPunct="1">
              <a:lnSpc>
                <a:spcPct val="100000"/>
              </a:lnSpc>
              <a:spcBef>
                <a:spcPts val="1200"/>
              </a:spcBef>
              <a:buSzPct val="75000"/>
              <a:buFont typeface="Arial" panose="020B0604020202020204" pitchFamily="34" charset="0"/>
              <a:buChar char="•"/>
              <a:defRPr lang="en-US" sz="1400" b="0" i="0" kern="1200" spc="0" baseline="0" dirty="0">
                <a:solidFill>
                  <a:schemeClr val="tx1"/>
                </a:solidFill>
                <a:latin typeface="+mn-lt"/>
                <a:ea typeface="Avenir Next" panose="020B0503020202020204" pitchFamily="34" charset="0"/>
                <a:cs typeface="Avenir Next" panose="020B0503020202020204" pitchFamily="34" charset="0"/>
              </a:defRPr>
            </a:lvl2pPr>
            <a:lvl3pPr marL="457200" indent="-187325">
              <a:lnSpc>
                <a:spcPct val="120000"/>
              </a:lnSpc>
              <a:buSzPct val="75000"/>
              <a:buFont typeface="Arial" panose="020B0604020202020204" pitchFamily="34" charset="0"/>
              <a:buChar char="ꟷ"/>
              <a:defRPr sz="1400" spc="0">
                <a:solidFill>
                  <a:srgbClr val="00095B"/>
                </a:solidFill>
                <a:latin typeface="+mn-lt"/>
              </a:defRPr>
            </a:lvl3pPr>
          </a:lstStyle>
          <a:p>
            <a:pPr lvl="0"/>
            <a:r>
              <a:rPr lang="en-US" dirty="0"/>
              <a:t>Click to edit master text styles</a:t>
            </a:r>
          </a:p>
          <a:p>
            <a:pPr lvl="2"/>
            <a:r>
              <a:rPr lang="en-US" dirty="0"/>
              <a:t>Second level</a:t>
            </a:r>
          </a:p>
        </p:txBody>
      </p:sp>
      <p:pic>
        <p:nvPicPr>
          <p:cNvPr id="3" name="Graphic 2">
            <a:extLst>
              <a:ext uri="{FF2B5EF4-FFF2-40B4-BE49-F238E27FC236}">
                <a16:creationId xmlns:a16="http://schemas.microsoft.com/office/drawing/2014/main" id="{6FAB120A-99F5-04D5-F780-F21D0F9825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5" name="Slide Number Placeholder 5">
            <a:extLst>
              <a:ext uri="{FF2B5EF4-FFF2-40B4-BE49-F238E27FC236}">
                <a16:creationId xmlns:a16="http://schemas.microsoft.com/office/drawing/2014/main" id="{D92181FB-286C-4569-81C0-B85A63246CDF}"/>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768559897"/>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rd+">
    <p:spTree>
      <p:nvGrpSpPr>
        <p:cNvPr id="1" name=""/>
        <p:cNvGrpSpPr/>
        <p:nvPr/>
      </p:nvGrpSpPr>
      <p:grpSpPr>
        <a:xfrm>
          <a:off x="0" y="0"/>
          <a:ext cx="0" cy="0"/>
          <a:chOff x="0" y="0"/>
          <a:chExt cx="0" cy="0"/>
        </a:xfrm>
      </p:grpSpPr>
      <p:sp>
        <p:nvSpPr>
          <p:cNvPr id="23" name="Text Placeholder 38">
            <a:extLst>
              <a:ext uri="{FF2B5EF4-FFF2-40B4-BE49-F238E27FC236}">
                <a16:creationId xmlns:a16="http://schemas.microsoft.com/office/drawing/2014/main" id="{099F8885-97DA-1E42-B2AC-AECB0695FC3E}"/>
              </a:ext>
            </a:extLst>
          </p:cNvPr>
          <p:cNvSpPr>
            <a:spLocks noGrp="1"/>
          </p:cNvSpPr>
          <p:nvPr>
            <p:ph type="body" sz="quarter" idx="25" hasCustomPrompt="1"/>
          </p:nvPr>
        </p:nvSpPr>
        <p:spPr>
          <a:xfrm>
            <a:off x="9316564" y="1310139"/>
            <a:ext cx="2412918" cy="685801"/>
          </a:xfrm>
        </p:spPr>
        <p:txBody>
          <a:bodyPr lIns="0">
            <a:noAutofit/>
          </a:bodyPr>
          <a:lstStyle>
            <a:lvl1pPr>
              <a:defRPr b="1" i="0" spc="80" baseline="0">
                <a:solidFill>
                  <a:schemeClr val="tx1"/>
                </a:solidFill>
                <a:latin typeface="Avenir Next LT Pro Demi" panose="020B0504020202020204" pitchFamily="34" charset="77"/>
              </a:defRPr>
            </a:lvl1pPr>
          </a:lstStyle>
          <a:p>
            <a:pPr lvl="0"/>
            <a:r>
              <a:rPr lang="en-US" dirty="0"/>
              <a:t>Ford+</a:t>
            </a:r>
            <a:br>
              <a:rPr lang="en-US" dirty="0"/>
            </a:br>
            <a:r>
              <a:rPr lang="en-US" dirty="0"/>
              <a:t>Behaviors</a:t>
            </a:r>
          </a:p>
        </p:txBody>
      </p:sp>
      <p:sp>
        <p:nvSpPr>
          <p:cNvPr id="2" name="Title 1"/>
          <p:cNvSpPr>
            <a:spLocks noGrp="1"/>
          </p:cNvSpPr>
          <p:nvPr>
            <p:ph type="title" hasCustomPrompt="1"/>
          </p:nvPr>
        </p:nvSpPr>
        <p:spPr>
          <a:xfrm>
            <a:off x="3063321" y="1308159"/>
            <a:ext cx="5567871" cy="685800"/>
          </a:xfrm>
        </p:spPr>
        <p:txBody>
          <a:bodyPr lIns="0">
            <a:noAutofit/>
          </a:bodyPr>
          <a:lstStyle>
            <a:lvl1pPr>
              <a:defRPr sz="3200" b="1" i="0" spc="80" baseline="0">
                <a:solidFill>
                  <a:schemeClr val="tx1"/>
                </a:solidFill>
                <a:latin typeface="Avenir Next LT Pro Demi" panose="020B0504020202020204" pitchFamily="34" charset="77"/>
              </a:defRPr>
            </a:lvl1pPr>
          </a:lstStyle>
          <a:p>
            <a:r>
              <a:rPr lang="en-US" dirty="0"/>
              <a:t>Ford +</a:t>
            </a:r>
          </a:p>
        </p:txBody>
      </p:sp>
      <p:sp>
        <p:nvSpPr>
          <p:cNvPr id="9" name="Text Placeholder 8"/>
          <p:cNvSpPr>
            <a:spLocks noGrp="1"/>
          </p:cNvSpPr>
          <p:nvPr>
            <p:ph type="body" sz="quarter" idx="13"/>
          </p:nvPr>
        </p:nvSpPr>
        <p:spPr>
          <a:xfrm>
            <a:off x="395000" y="286910"/>
            <a:ext cx="4986298" cy="264121"/>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j-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7" name="Text Placeholder 38">
            <a:extLst>
              <a:ext uri="{FF2B5EF4-FFF2-40B4-BE49-F238E27FC236}">
                <a16:creationId xmlns:a16="http://schemas.microsoft.com/office/drawing/2014/main" id="{CBA7E0DA-2F5B-C74F-905A-612EFE570A8E}"/>
              </a:ext>
            </a:extLst>
          </p:cNvPr>
          <p:cNvSpPr>
            <a:spLocks noGrp="1"/>
          </p:cNvSpPr>
          <p:nvPr>
            <p:ph type="body" sz="quarter" idx="16" hasCustomPrompt="1"/>
          </p:nvPr>
        </p:nvSpPr>
        <p:spPr>
          <a:xfrm>
            <a:off x="374904" y="1310139"/>
            <a:ext cx="2412918" cy="685801"/>
          </a:xfrm>
        </p:spPr>
        <p:txBody>
          <a:bodyPr lIns="0">
            <a:noAutofit/>
          </a:bodyPr>
          <a:lstStyle>
            <a:lvl1pPr>
              <a:defRPr b="1" i="0" spc="80" baseline="0">
                <a:solidFill>
                  <a:schemeClr val="tx1"/>
                </a:solidFill>
                <a:latin typeface="Avenir Next LT Pro Demi" panose="020B0504020202020204" pitchFamily="34" charset="77"/>
              </a:defRPr>
            </a:lvl1pPr>
          </a:lstStyle>
          <a:p>
            <a:pPr lvl="0"/>
            <a:r>
              <a:rPr lang="en-US" dirty="0"/>
              <a:t>Our</a:t>
            </a:r>
            <a:br>
              <a:rPr lang="en-US" dirty="0"/>
            </a:br>
            <a:r>
              <a:rPr lang="en-US" dirty="0"/>
              <a:t>Purpose</a:t>
            </a:r>
          </a:p>
        </p:txBody>
      </p:sp>
      <p:cxnSp>
        <p:nvCxnSpPr>
          <p:cNvPr id="18" name="Straight Connector 17">
            <a:extLst>
              <a:ext uri="{FF2B5EF4-FFF2-40B4-BE49-F238E27FC236}">
                <a16:creationId xmlns:a16="http://schemas.microsoft.com/office/drawing/2014/main" id="{BD9C6CD1-D9B5-9F42-8173-83542C1C1811}"/>
              </a:ext>
            </a:extLst>
          </p:cNvPr>
          <p:cNvCxnSpPr>
            <a:cxnSpLocks/>
          </p:cNvCxnSpPr>
          <p:nvPr userDrawn="1"/>
        </p:nvCxnSpPr>
        <p:spPr>
          <a:xfrm>
            <a:off x="2775097" y="1308159"/>
            <a:ext cx="0" cy="4507850"/>
          </a:xfrm>
          <a:prstGeom prst="line">
            <a:avLst/>
          </a:prstGeom>
          <a:ln w="952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EEB3C58-76AE-8949-8FCA-271943EF2093}"/>
              </a:ext>
            </a:extLst>
          </p:cNvPr>
          <p:cNvCxnSpPr>
            <a:cxnSpLocks/>
          </p:cNvCxnSpPr>
          <p:nvPr userDrawn="1"/>
        </p:nvCxnSpPr>
        <p:spPr>
          <a:xfrm>
            <a:off x="8973878" y="1308159"/>
            <a:ext cx="0" cy="4507850"/>
          </a:xfrm>
          <a:prstGeom prst="line">
            <a:avLst/>
          </a:prstGeom>
          <a:ln w="952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5070B464-31EF-494D-AC7D-736E3B1608EA}"/>
              </a:ext>
            </a:extLst>
          </p:cNvPr>
          <p:cNvSpPr>
            <a:spLocks noGrp="1"/>
          </p:cNvSpPr>
          <p:nvPr>
            <p:ph type="body" sz="quarter" idx="23"/>
          </p:nvPr>
        </p:nvSpPr>
        <p:spPr>
          <a:xfrm>
            <a:off x="3063321" y="1995939"/>
            <a:ext cx="5555038" cy="3405187"/>
          </a:xfrm>
        </p:spPr>
        <p:txBody>
          <a:bodyPr lIns="0">
            <a:noAutofit/>
          </a:bodyPr>
          <a:lstStyle>
            <a:lvl1pPr>
              <a:lnSpc>
                <a:spcPct val="100000"/>
              </a:lnSpc>
              <a:spcBef>
                <a:spcPts val="600"/>
              </a:spcBef>
              <a:defRPr sz="1400" b="0" i="0" spc="0" baseline="0">
                <a:latin typeface="+mn-lt"/>
              </a:defRPr>
            </a:lvl1pPr>
          </a:lstStyle>
          <a:p>
            <a:pPr lvl="0"/>
            <a:r>
              <a:rPr lang="en-US" dirty="0"/>
              <a:t>Click to edit Master text styles</a:t>
            </a:r>
          </a:p>
        </p:txBody>
      </p:sp>
      <p:sp>
        <p:nvSpPr>
          <p:cNvPr id="22" name="Text Placeholder 4">
            <a:extLst>
              <a:ext uri="{FF2B5EF4-FFF2-40B4-BE49-F238E27FC236}">
                <a16:creationId xmlns:a16="http://schemas.microsoft.com/office/drawing/2014/main" id="{47F89BCD-8E0E-7246-BB12-D56E074F98A7}"/>
              </a:ext>
            </a:extLst>
          </p:cNvPr>
          <p:cNvSpPr>
            <a:spLocks noGrp="1"/>
          </p:cNvSpPr>
          <p:nvPr>
            <p:ph type="body" sz="quarter" idx="24"/>
          </p:nvPr>
        </p:nvSpPr>
        <p:spPr>
          <a:xfrm>
            <a:off x="374904" y="1995939"/>
            <a:ext cx="2412916" cy="3405187"/>
          </a:xfrm>
        </p:spPr>
        <p:txBody>
          <a:bodyPr lIns="0">
            <a:noAutofit/>
          </a:bodyPr>
          <a:lstStyle>
            <a:lvl1pPr>
              <a:lnSpc>
                <a:spcPct val="100000"/>
              </a:lnSpc>
              <a:spcBef>
                <a:spcPts val="1200"/>
              </a:spcBef>
              <a:defRPr sz="1400" b="0" i="0" spc="0" baseline="0">
                <a:latin typeface="+mn-lt"/>
              </a:defRPr>
            </a:lvl1pPr>
          </a:lstStyle>
          <a:p>
            <a:pPr lvl="0"/>
            <a:r>
              <a:rPr lang="en-US" dirty="0"/>
              <a:t>Click to edit Master text styles</a:t>
            </a:r>
          </a:p>
        </p:txBody>
      </p:sp>
      <p:sp>
        <p:nvSpPr>
          <p:cNvPr id="24" name="Text Placeholder 4">
            <a:extLst>
              <a:ext uri="{FF2B5EF4-FFF2-40B4-BE49-F238E27FC236}">
                <a16:creationId xmlns:a16="http://schemas.microsoft.com/office/drawing/2014/main" id="{59AD0696-8B5D-FF4B-B03A-7DEF33EBF447}"/>
              </a:ext>
            </a:extLst>
          </p:cNvPr>
          <p:cNvSpPr>
            <a:spLocks noGrp="1"/>
          </p:cNvSpPr>
          <p:nvPr>
            <p:ph type="body" sz="quarter" idx="26"/>
          </p:nvPr>
        </p:nvSpPr>
        <p:spPr>
          <a:xfrm>
            <a:off x="9316564" y="1995939"/>
            <a:ext cx="2412916" cy="3405187"/>
          </a:xfrm>
        </p:spPr>
        <p:txBody>
          <a:bodyPr lIns="0">
            <a:noAutofit/>
          </a:bodyPr>
          <a:lstStyle>
            <a:lvl1pPr>
              <a:lnSpc>
                <a:spcPct val="100000"/>
              </a:lnSpc>
              <a:spcBef>
                <a:spcPts val="1200"/>
              </a:spcBef>
              <a:defRPr sz="1400" b="0" i="0" spc="0" baseline="0">
                <a:latin typeface="+mn-lt"/>
              </a:defRPr>
            </a:lvl1pPr>
          </a:lstStyle>
          <a:p>
            <a:pPr lvl="0"/>
            <a:r>
              <a:rPr lang="en-US" dirty="0"/>
              <a:t>Click to edit Master text styles</a:t>
            </a:r>
          </a:p>
        </p:txBody>
      </p:sp>
      <p:sp>
        <p:nvSpPr>
          <p:cNvPr id="15" name="Slide Number Placeholder 5">
            <a:extLst>
              <a:ext uri="{FF2B5EF4-FFF2-40B4-BE49-F238E27FC236}">
                <a16:creationId xmlns:a16="http://schemas.microsoft.com/office/drawing/2014/main" id="{2B740AD5-675A-49AC-8C93-8DB9B250DACA}"/>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539762218"/>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ey Decisions">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1388A60-32B3-812F-3C3D-D48F5117B2A9}"/>
              </a:ext>
            </a:extLst>
          </p:cNvPr>
          <p:cNvSpPr>
            <a:spLocks noGrp="1"/>
          </p:cNvSpPr>
          <p:nvPr>
            <p:ph idx="1" hasCustomPrompt="1"/>
          </p:nvPr>
        </p:nvSpPr>
        <p:spPr>
          <a:xfrm>
            <a:off x="374904" y="2013577"/>
            <a:ext cx="2368296" cy="2648967"/>
          </a:xfrm>
        </p:spPr>
        <p:txBody>
          <a:bodyPr lIns="0">
            <a:noAutofit/>
          </a:bodyPr>
          <a:lstStyle>
            <a:lvl1pPr marL="0" indent="0">
              <a:lnSpc>
                <a:spcPct val="110000"/>
              </a:lnSpc>
              <a:spcBef>
                <a:spcPts val="1200"/>
              </a:spcBef>
              <a:buNone/>
              <a:defRPr sz="1400" spc="40" baseline="0">
                <a:solidFill>
                  <a:schemeClr val="tx1"/>
                </a:solidFill>
                <a:latin typeface="+mn-lt"/>
              </a:defRPr>
            </a:lvl1pPr>
            <a:lvl2pPr marL="0" indent="0">
              <a:lnSpc>
                <a:spcPct val="100000"/>
              </a:lnSpc>
              <a:spcBef>
                <a:spcPts val="1200"/>
              </a:spcBef>
              <a:buSzPct val="75000"/>
              <a:buNone/>
              <a:defRPr sz="1400" spc="0">
                <a:solidFill>
                  <a:schemeClr val="tx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r>
              <a:rPr lang="en-US" dirty="0">
                <a:solidFill>
                  <a:schemeClr val="tx1"/>
                </a:solidFill>
              </a:rPr>
              <a:t>Body copy. Lorem ipsum dolor sit </a:t>
            </a:r>
            <a:r>
              <a:rPr lang="en-US" dirty="0" err="1">
                <a:solidFill>
                  <a:schemeClr val="tx1"/>
                </a:solidFill>
              </a:rPr>
              <a:t>amet</a:t>
            </a:r>
            <a:r>
              <a:rPr lang="en-US" dirty="0">
                <a:solidFill>
                  <a:schemeClr val="tx1"/>
                </a:solidFill>
              </a:rPr>
              <a:t>, </a:t>
            </a:r>
            <a:r>
              <a:rPr lang="en-US" dirty="0" err="1">
                <a:solidFill>
                  <a:schemeClr val="tx1"/>
                </a:solidFill>
              </a:rPr>
              <a:t>consec</a:t>
            </a:r>
            <a:r>
              <a:rPr lang="en-US" dirty="0">
                <a:solidFill>
                  <a:schemeClr val="tx1"/>
                </a:solidFill>
              </a:rPr>
              <a:t> </a:t>
            </a:r>
            <a:r>
              <a:rPr lang="en-US" dirty="0" err="1">
                <a:solidFill>
                  <a:schemeClr val="tx1"/>
                </a:solidFill>
              </a:rPr>
              <a:t>adipiscing</a:t>
            </a:r>
            <a:r>
              <a:rPr lang="en-US" dirty="0">
                <a:solidFill>
                  <a:schemeClr val="tx1"/>
                </a:solidFill>
              </a:rPr>
              <a:t> </a:t>
            </a:r>
            <a:r>
              <a:rPr lang="en-US" dirty="0" err="1">
                <a:solidFill>
                  <a:schemeClr val="tx1"/>
                </a:solidFill>
              </a:rPr>
              <a:t>elit</a:t>
            </a:r>
            <a:r>
              <a:rPr lang="en-US" dirty="0">
                <a:solidFill>
                  <a:schemeClr val="tx1"/>
                </a:solidFill>
              </a:rPr>
              <a:t>. </a:t>
            </a:r>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0"/>
            <a:ext cx="543845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hasCustomPrompt="1"/>
          </p:nvPr>
        </p:nvSpPr>
        <p:spPr>
          <a:xfrm>
            <a:off x="374904" y="1692462"/>
            <a:ext cx="2368296" cy="321115"/>
          </a:xfrm>
        </p:spPr>
        <p:txBody>
          <a:bodyPr lIns="0">
            <a:noAutofit/>
          </a:bodyPr>
          <a:lstStyle>
            <a:lvl1pPr marL="0" indent="0" algn="l" defTabSz="914400" rtl="0" eaLnBrk="1" latinLnBrk="0" hangingPunct="1">
              <a:lnSpc>
                <a:spcPct val="90000"/>
              </a:lnSpc>
              <a:spcBef>
                <a:spcPts val="1000"/>
              </a:spcBef>
              <a:buFont typeface="Arial"/>
              <a:buNone/>
              <a:defRPr lang="en-US" sz="1500" b="1" i="0" kern="1200" spc="3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Decision</a:t>
            </a:r>
          </a:p>
        </p:txBody>
      </p:sp>
      <p:sp>
        <p:nvSpPr>
          <p:cNvPr id="15" name="Content Placeholder 2">
            <a:extLst>
              <a:ext uri="{FF2B5EF4-FFF2-40B4-BE49-F238E27FC236}">
                <a16:creationId xmlns:a16="http://schemas.microsoft.com/office/drawing/2014/main" id="{5836CCC6-ADF6-93EE-8675-E2927B405CD5}"/>
              </a:ext>
            </a:extLst>
          </p:cNvPr>
          <p:cNvSpPr>
            <a:spLocks noGrp="1"/>
          </p:cNvSpPr>
          <p:nvPr>
            <p:ph idx="18" hasCustomPrompt="1"/>
          </p:nvPr>
        </p:nvSpPr>
        <p:spPr>
          <a:xfrm>
            <a:off x="3669792" y="2013577"/>
            <a:ext cx="4000375" cy="2648967"/>
          </a:xfrm>
        </p:spPr>
        <p:txBody>
          <a:bodyPr lIns="0">
            <a:noAutofit/>
          </a:bodyPr>
          <a:lstStyle>
            <a:lvl1pPr marL="0" indent="0">
              <a:lnSpc>
                <a:spcPct val="110000"/>
              </a:lnSpc>
              <a:spcBef>
                <a:spcPts val="1200"/>
              </a:spcBef>
              <a:buNone/>
              <a:defRPr sz="1400" spc="40" baseline="0">
                <a:solidFill>
                  <a:schemeClr val="tx1"/>
                </a:solidFill>
                <a:latin typeface="+mn-lt"/>
              </a:defRPr>
            </a:lvl1pPr>
            <a:lvl2pPr marL="0" indent="0">
              <a:lnSpc>
                <a:spcPct val="100000"/>
              </a:lnSpc>
              <a:spcBef>
                <a:spcPts val="1200"/>
              </a:spcBef>
              <a:buSzPct val="75000"/>
              <a:buNone/>
              <a:defRPr sz="1400" spc="0">
                <a:solidFill>
                  <a:schemeClr val="tx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r>
              <a:rPr lang="en-US" dirty="0">
                <a:solidFill>
                  <a:schemeClr val="tx1"/>
                </a:solidFill>
              </a:rPr>
              <a:t>Body copy. Lorem ipsum dolor sit </a:t>
            </a:r>
            <a:r>
              <a:rPr lang="en-US" dirty="0" err="1">
                <a:solidFill>
                  <a:schemeClr val="tx1"/>
                </a:solidFill>
              </a:rPr>
              <a:t>amet</a:t>
            </a:r>
            <a:r>
              <a:rPr lang="en-US" dirty="0">
                <a:solidFill>
                  <a:schemeClr val="tx1"/>
                </a:solidFill>
              </a:rPr>
              <a:t>, </a:t>
            </a:r>
            <a:r>
              <a:rPr lang="en-US" dirty="0" err="1">
                <a:solidFill>
                  <a:schemeClr val="tx1"/>
                </a:solidFill>
              </a:rPr>
              <a:t>consectetuer</a:t>
            </a:r>
            <a:r>
              <a:rPr lang="en-US" dirty="0">
                <a:solidFill>
                  <a:schemeClr val="tx1"/>
                </a:solidFill>
              </a:rPr>
              <a:t> </a:t>
            </a:r>
            <a:r>
              <a:rPr lang="en-US" dirty="0" err="1">
                <a:solidFill>
                  <a:schemeClr val="tx1"/>
                </a:solidFill>
              </a:rPr>
              <a:t>adipiscing</a:t>
            </a:r>
            <a:r>
              <a:rPr lang="en-US" dirty="0">
                <a:solidFill>
                  <a:schemeClr val="tx1"/>
                </a:solidFill>
              </a:rPr>
              <a:t> </a:t>
            </a:r>
            <a:r>
              <a:rPr lang="en-US" dirty="0" err="1">
                <a:solidFill>
                  <a:schemeClr val="tx1"/>
                </a:solidFill>
              </a:rPr>
              <a:t>elit</a:t>
            </a:r>
            <a:r>
              <a:rPr lang="en-US" dirty="0">
                <a:solidFill>
                  <a:schemeClr val="tx1"/>
                </a:solidFill>
              </a:rPr>
              <a:t>. Maecenas </a:t>
            </a:r>
            <a:r>
              <a:rPr lang="en-US" dirty="0" err="1">
                <a:solidFill>
                  <a:schemeClr val="tx1"/>
                </a:solidFill>
              </a:rPr>
              <a:t>porttitor</a:t>
            </a:r>
            <a:r>
              <a:rPr lang="en-US" dirty="0">
                <a:solidFill>
                  <a:schemeClr val="tx1"/>
                </a:solidFill>
              </a:rPr>
              <a:t> </a:t>
            </a:r>
            <a:r>
              <a:rPr lang="en-US" dirty="0" err="1">
                <a:solidFill>
                  <a:schemeClr val="tx1"/>
                </a:solidFill>
              </a:rPr>
              <a:t>congue</a:t>
            </a:r>
            <a:r>
              <a:rPr lang="en-US" dirty="0">
                <a:solidFill>
                  <a:schemeClr val="tx1"/>
                </a:solidFill>
              </a:rPr>
              <a:t> </a:t>
            </a:r>
            <a:r>
              <a:rPr lang="en-US" dirty="0" err="1">
                <a:solidFill>
                  <a:schemeClr val="tx1"/>
                </a:solidFill>
              </a:rPr>
              <a:t>massa</a:t>
            </a:r>
            <a:r>
              <a:rPr lang="en-US" dirty="0">
                <a:solidFill>
                  <a:schemeClr val="tx1"/>
                </a:solidFill>
              </a:rPr>
              <a:t>. </a:t>
            </a:r>
            <a:r>
              <a:rPr lang="en-US" dirty="0" err="1">
                <a:solidFill>
                  <a:schemeClr val="tx1"/>
                </a:solidFill>
              </a:rPr>
              <a:t>Fusce</a:t>
            </a:r>
            <a:r>
              <a:rPr lang="en-US" dirty="0">
                <a:solidFill>
                  <a:schemeClr val="tx1"/>
                </a:solidFill>
              </a:rPr>
              <a:t> </a:t>
            </a:r>
            <a:r>
              <a:rPr lang="en-US" dirty="0" err="1">
                <a:solidFill>
                  <a:schemeClr val="tx1"/>
                </a:solidFill>
              </a:rPr>
              <a:t>posuere</a:t>
            </a:r>
            <a:r>
              <a:rPr lang="en-US" dirty="0">
                <a:solidFill>
                  <a:schemeClr val="tx1"/>
                </a:solidFill>
              </a:rPr>
              <a:t>, magna sed pulvinar </a:t>
            </a:r>
            <a:r>
              <a:rPr lang="en-US" dirty="0" err="1">
                <a:solidFill>
                  <a:schemeClr val="tx1"/>
                </a:solidFill>
              </a:rPr>
              <a:t>ultricies</a:t>
            </a:r>
            <a:r>
              <a:rPr lang="en-US" dirty="0">
                <a:solidFill>
                  <a:schemeClr val="tx1"/>
                </a:solidFill>
              </a:rPr>
              <a:t>, </a:t>
            </a:r>
            <a:r>
              <a:rPr lang="en-US" dirty="0" err="1">
                <a:solidFill>
                  <a:schemeClr val="tx1"/>
                </a:solidFill>
              </a:rPr>
              <a:t>purus</a:t>
            </a:r>
            <a:r>
              <a:rPr lang="en-US" dirty="0">
                <a:solidFill>
                  <a:schemeClr val="tx1"/>
                </a:solidFill>
              </a:rPr>
              <a:t> </a:t>
            </a:r>
            <a:r>
              <a:rPr lang="en-US" dirty="0" err="1">
                <a:solidFill>
                  <a:schemeClr val="tx1"/>
                </a:solidFill>
              </a:rPr>
              <a:t>lectus</a:t>
            </a:r>
            <a:r>
              <a:rPr lang="en-US" dirty="0">
                <a:solidFill>
                  <a:schemeClr val="tx1"/>
                </a:solidFill>
              </a:rPr>
              <a:t> </a:t>
            </a:r>
            <a:r>
              <a:rPr lang="en-US" dirty="0" err="1">
                <a:solidFill>
                  <a:schemeClr val="tx1"/>
                </a:solidFill>
              </a:rPr>
              <a:t>malesuada</a:t>
            </a:r>
            <a:r>
              <a:rPr lang="en-US" dirty="0">
                <a:solidFill>
                  <a:schemeClr val="tx1"/>
                </a:solidFill>
              </a:rPr>
              <a:t> libero, sit </a:t>
            </a:r>
            <a:r>
              <a:rPr lang="en-US" dirty="0" err="1">
                <a:solidFill>
                  <a:schemeClr val="tx1"/>
                </a:solidFill>
              </a:rPr>
              <a:t>amet</a:t>
            </a:r>
            <a:r>
              <a:rPr lang="en-US" dirty="0">
                <a:solidFill>
                  <a:schemeClr val="tx1"/>
                </a:solidFill>
              </a:rPr>
              <a:t> </a:t>
            </a:r>
            <a:r>
              <a:rPr lang="en-US" dirty="0" err="1">
                <a:solidFill>
                  <a:schemeClr val="tx1"/>
                </a:solidFill>
              </a:rPr>
              <a:t>commodo</a:t>
            </a:r>
            <a:r>
              <a:rPr lang="en-US" dirty="0">
                <a:solidFill>
                  <a:schemeClr val="tx1"/>
                </a:solidFill>
              </a:rPr>
              <a:t> </a:t>
            </a:r>
            <a:br>
              <a:rPr lang="en-US" dirty="0">
                <a:solidFill>
                  <a:schemeClr val="tx1"/>
                </a:solidFill>
              </a:rPr>
            </a:br>
            <a:r>
              <a:rPr lang="en-US" dirty="0">
                <a:solidFill>
                  <a:schemeClr val="tx1"/>
                </a:solidFill>
              </a:rPr>
              <a:t>magna eros </a:t>
            </a:r>
            <a:r>
              <a:rPr lang="en-US" dirty="0" err="1">
                <a:solidFill>
                  <a:schemeClr val="tx1"/>
                </a:solidFill>
              </a:rPr>
              <a:t>quis</a:t>
            </a:r>
            <a:r>
              <a:rPr lang="en-US" dirty="0">
                <a:solidFill>
                  <a:schemeClr val="tx1"/>
                </a:solidFill>
              </a:rPr>
              <a:t> </a:t>
            </a:r>
            <a:r>
              <a:rPr lang="en-US" dirty="0" err="1">
                <a:solidFill>
                  <a:schemeClr val="tx1"/>
                </a:solidFill>
              </a:rPr>
              <a:t>urna</a:t>
            </a:r>
            <a:r>
              <a:rPr lang="en-US" dirty="0">
                <a:solidFill>
                  <a:schemeClr val="tx1"/>
                </a:solidFill>
              </a:rPr>
              <a:t>.</a:t>
            </a:r>
          </a:p>
        </p:txBody>
      </p:sp>
      <p:sp>
        <p:nvSpPr>
          <p:cNvPr id="16" name="Text Placeholder 38">
            <a:extLst>
              <a:ext uri="{FF2B5EF4-FFF2-40B4-BE49-F238E27FC236}">
                <a16:creationId xmlns:a16="http://schemas.microsoft.com/office/drawing/2014/main" id="{908D6FE8-5CD5-81A2-A75E-A989C0EDEF33}"/>
              </a:ext>
            </a:extLst>
          </p:cNvPr>
          <p:cNvSpPr>
            <a:spLocks noGrp="1"/>
          </p:cNvSpPr>
          <p:nvPr>
            <p:ph type="body" sz="quarter" idx="19" hasCustomPrompt="1"/>
          </p:nvPr>
        </p:nvSpPr>
        <p:spPr>
          <a:xfrm>
            <a:off x="3669792" y="1692462"/>
            <a:ext cx="4000375" cy="321115"/>
          </a:xfrm>
        </p:spPr>
        <p:txBody>
          <a:bodyPr lIns="0">
            <a:noAutofit/>
          </a:bodyPr>
          <a:lstStyle>
            <a:lvl1pPr marL="0" indent="0" algn="l" defTabSz="914400" rtl="0" eaLnBrk="1" latinLnBrk="0" hangingPunct="1">
              <a:lnSpc>
                <a:spcPct val="90000"/>
              </a:lnSpc>
              <a:spcBef>
                <a:spcPts val="1000"/>
              </a:spcBef>
              <a:buFont typeface="Arial"/>
              <a:buNone/>
              <a:defRPr lang="en-US" sz="1500" b="1" i="0" kern="1200" spc="3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sz="1600" dirty="0"/>
              <a:t>Consideration</a:t>
            </a:r>
          </a:p>
        </p:txBody>
      </p:sp>
      <p:sp>
        <p:nvSpPr>
          <p:cNvPr id="17" name="Content Placeholder 2">
            <a:extLst>
              <a:ext uri="{FF2B5EF4-FFF2-40B4-BE49-F238E27FC236}">
                <a16:creationId xmlns:a16="http://schemas.microsoft.com/office/drawing/2014/main" id="{389978CC-AA3A-17C7-2EE0-D57431D83FA6}"/>
              </a:ext>
            </a:extLst>
          </p:cNvPr>
          <p:cNvSpPr>
            <a:spLocks noGrp="1"/>
          </p:cNvSpPr>
          <p:nvPr>
            <p:ph idx="20" hasCustomPrompt="1"/>
          </p:nvPr>
        </p:nvSpPr>
        <p:spPr>
          <a:xfrm>
            <a:off x="8362941" y="2013577"/>
            <a:ext cx="3278598" cy="2648967"/>
          </a:xfrm>
        </p:spPr>
        <p:txBody>
          <a:bodyPr lIns="0">
            <a:noAutofit/>
          </a:bodyPr>
          <a:lstStyle>
            <a:lvl1pPr marL="0" indent="0">
              <a:lnSpc>
                <a:spcPct val="110000"/>
              </a:lnSpc>
              <a:spcBef>
                <a:spcPts val="1200"/>
              </a:spcBef>
              <a:buNone/>
              <a:defRPr sz="1400" spc="40" baseline="0">
                <a:solidFill>
                  <a:schemeClr val="tx1"/>
                </a:solidFill>
                <a:latin typeface="+mn-lt"/>
              </a:defRPr>
            </a:lvl1pPr>
            <a:lvl2pPr marL="0" indent="0">
              <a:lnSpc>
                <a:spcPct val="100000"/>
              </a:lnSpc>
              <a:spcBef>
                <a:spcPts val="1200"/>
              </a:spcBef>
              <a:buSzPct val="75000"/>
              <a:buNone/>
              <a:defRPr sz="1400" spc="0">
                <a:solidFill>
                  <a:schemeClr val="tx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r>
              <a:rPr lang="en-US" dirty="0">
                <a:solidFill>
                  <a:schemeClr val="tx1"/>
                </a:solidFill>
              </a:rPr>
              <a:t>Body copy. Lorem ipsum dolor sit </a:t>
            </a:r>
            <a:r>
              <a:rPr lang="en-US" dirty="0" err="1">
                <a:solidFill>
                  <a:schemeClr val="tx1"/>
                </a:solidFill>
              </a:rPr>
              <a:t>amet</a:t>
            </a:r>
            <a:r>
              <a:rPr lang="en-US" dirty="0">
                <a:solidFill>
                  <a:schemeClr val="tx1"/>
                </a:solidFill>
              </a:rPr>
              <a:t>, </a:t>
            </a:r>
            <a:r>
              <a:rPr lang="en-US" dirty="0" err="1">
                <a:solidFill>
                  <a:schemeClr val="tx1"/>
                </a:solidFill>
              </a:rPr>
              <a:t>consectetuer</a:t>
            </a:r>
            <a:r>
              <a:rPr lang="en-US" dirty="0">
                <a:solidFill>
                  <a:schemeClr val="tx1"/>
                </a:solidFill>
              </a:rPr>
              <a:t> </a:t>
            </a:r>
            <a:r>
              <a:rPr lang="en-US" dirty="0" err="1">
                <a:solidFill>
                  <a:schemeClr val="tx1"/>
                </a:solidFill>
              </a:rPr>
              <a:t>adipiscing</a:t>
            </a:r>
            <a:r>
              <a:rPr lang="en-US" dirty="0">
                <a:solidFill>
                  <a:schemeClr val="tx1"/>
                </a:solidFill>
              </a:rPr>
              <a:t> </a:t>
            </a:r>
            <a:r>
              <a:rPr lang="en-US" dirty="0" err="1">
                <a:solidFill>
                  <a:schemeClr val="tx1"/>
                </a:solidFill>
              </a:rPr>
              <a:t>elit</a:t>
            </a:r>
            <a:r>
              <a:rPr lang="en-US" dirty="0">
                <a:solidFill>
                  <a:schemeClr val="tx1"/>
                </a:solidFill>
              </a:rPr>
              <a:t>. Maecenas </a:t>
            </a:r>
            <a:r>
              <a:rPr lang="en-US" dirty="0" err="1">
                <a:solidFill>
                  <a:schemeClr val="tx1"/>
                </a:solidFill>
              </a:rPr>
              <a:t>porttitor</a:t>
            </a:r>
            <a:r>
              <a:rPr lang="en-US" dirty="0">
                <a:solidFill>
                  <a:schemeClr val="tx1"/>
                </a:solidFill>
              </a:rPr>
              <a:t> </a:t>
            </a:r>
            <a:r>
              <a:rPr lang="en-US" dirty="0" err="1">
                <a:solidFill>
                  <a:schemeClr val="tx1"/>
                </a:solidFill>
              </a:rPr>
              <a:t>congue</a:t>
            </a:r>
            <a:r>
              <a:rPr lang="en-US" dirty="0">
                <a:solidFill>
                  <a:schemeClr val="tx1"/>
                </a:solidFill>
              </a:rPr>
              <a:t> </a:t>
            </a:r>
            <a:r>
              <a:rPr lang="en-US" dirty="0" err="1">
                <a:solidFill>
                  <a:schemeClr val="tx1"/>
                </a:solidFill>
              </a:rPr>
              <a:t>massa</a:t>
            </a:r>
            <a:r>
              <a:rPr lang="en-US" dirty="0">
                <a:solidFill>
                  <a:schemeClr val="tx1"/>
                </a:solidFill>
              </a:rPr>
              <a:t>. </a:t>
            </a:r>
            <a:r>
              <a:rPr lang="en-US" dirty="0" err="1">
                <a:solidFill>
                  <a:schemeClr val="tx1"/>
                </a:solidFill>
              </a:rPr>
              <a:t>Fusce</a:t>
            </a:r>
            <a:r>
              <a:rPr lang="en-US" dirty="0">
                <a:solidFill>
                  <a:schemeClr val="tx1"/>
                </a:solidFill>
              </a:rPr>
              <a:t> </a:t>
            </a:r>
            <a:r>
              <a:rPr lang="en-US" dirty="0" err="1">
                <a:solidFill>
                  <a:schemeClr val="tx1"/>
                </a:solidFill>
              </a:rPr>
              <a:t>posuere</a:t>
            </a:r>
            <a:r>
              <a:rPr lang="en-US" dirty="0">
                <a:solidFill>
                  <a:schemeClr val="tx1"/>
                </a:solidFill>
              </a:rPr>
              <a:t>, magna sed pulvinar </a:t>
            </a:r>
            <a:r>
              <a:rPr lang="en-US" dirty="0" err="1">
                <a:solidFill>
                  <a:schemeClr val="tx1"/>
                </a:solidFill>
              </a:rPr>
              <a:t>ultricies</a:t>
            </a:r>
            <a:r>
              <a:rPr lang="en-US" dirty="0">
                <a:solidFill>
                  <a:schemeClr val="tx1"/>
                </a:solidFill>
              </a:rPr>
              <a:t>, </a:t>
            </a:r>
            <a:r>
              <a:rPr lang="en-US" dirty="0" err="1">
                <a:solidFill>
                  <a:schemeClr val="tx1"/>
                </a:solidFill>
              </a:rPr>
              <a:t>purus</a:t>
            </a:r>
            <a:r>
              <a:rPr lang="en-US" dirty="0">
                <a:solidFill>
                  <a:schemeClr val="tx1"/>
                </a:solidFill>
              </a:rPr>
              <a:t> </a:t>
            </a:r>
            <a:r>
              <a:rPr lang="en-US" dirty="0" err="1">
                <a:solidFill>
                  <a:schemeClr val="tx1"/>
                </a:solidFill>
              </a:rPr>
              <a:t>lectus</a:t>
            </a:r>
            <a:r>
              <a:rPr lang="en-US" dirty="0">
                <a:solidFill>
                  <a:schemeClr val="tx1"/>
                </a:solidFill>
              </a:rPr>
              <a:t> </a:t>
            </a:r>
            <a:r>
              <a:rPr lang="en-US" dirty="0" err="1">
                <a:solidFill>
                  <a:schemeClr val="tx1"/>
                </a:solidFill>
              </a:rPr>
              <a:t>malesuada</a:t>
            </a:r>
            <a:r>
              <a:rPr lang="en-US" dirty="0">
                <a:solidFill>
                  <a:schemeClr val="tx1"/>
                </a:solidFill>
              </a:rPr>
              <a:t> libero, sit </a:t>
            </a:r>
            <a:r>
              <a:rPr lang="en-US" dirty="0" err="1">
                <a:solidFill>
                  <a:schemeClr val="tx1"/>
                </a:solidFill>
              </a:rPr>
              <a:t>amet</a:t>
            </a:r>
            <a:r>
              <a:rPr lang="en-US" dirty="0">
                <a:solidFill>
                  <a:schemeClr val="tx1"/>
                </a:solidFill>
              </a:rPr>
              <a:t> </a:t>
            </a:r>
            <a:r>
              <a:rPr lang="en-US" dirty="0" err="1">
                <a:solidFill>
                  <a:schemeClr val="tx1"/>
                </a:solidFill>
              </a:rPr>
              <a:t>commodo</a:t>
            </a:r>
            <a:r>
              <a:rPr lang="en-US" dirty="0">
                <a:solidFill>
                  <a:schemeClr val="tx1"/>
                </a:solidFill>
              </a:rPr>
              <a:t> magna </a:t>
            </a:r>
            <a:br>
              <a:rPr lang="en-US" dirty="0">
                <a:solidFill>
                  <a:schemeClr val="tx1"/>
                </a:solidFill>
              </a:rPr>
            </a:br>
            <a:r>
              <a:rPr lang="en-US" dirty="0">
                <a:solidFill>
                  <a:schemeClr val="tx1"/>
                </a:solidFill>
              </a:rPr>
              <a:t>eros </a:t>
            </a:r>
            <a:r>
              <a:rPr lang="en-US" dirty="0" err="1">
                <a:solidFill>
                  <a:schemeClr val="tx1"/>
                </a:solidFill>
              </a:rPr>
              <a:t>quis</a:t>
            </a:r>
            <a:r>
              <a:rPr lang="en-US" dirty="0">
                <a:solidFill>
                  <a:schemeClr val="tx1"/>
                </a:solidFill>
              </a:rPr>
              <a:t> </a:t>
            </a:r>
            <a:r>
              <a:rPr lang="en-US" dirty="0" err="1">
                <a:solidFill>
                  <a:schemeClr val="tx1"/>
                </a:solidFill>
              </a:rPr>
              <a:t>urna</a:t>
            </a:r>
            <a:r>
              <a:rPr lang="en-US" dirty="0">
                <a:solidFill>
                  <a:schemeClr val="tx1"/>
                </a:solidFill>
              </a:rPr>
              <a:t>.</a:t>
            </a:r>
          </a:p>
        </p:txBody>
      </p:sp>
      <p:sp>
        <p:nvSpPr>
          <p:cNvPr id="18" name="Text Placeholder 38">
            <a:extLst>
              <a:ext uri="{FF2B5EF4-FFF2-40B4-BE49-F238E27FC236}">
                <a16:creationId xmlns:a16="http://schemas.microsoft.com/office/drawing/2014/main" id="{44665AA2-911B-2EB0-2A04-BD894ED79285}"/>
              </a:ext>
            </a:extLst>
          </p:cNvPr>
          <p:cNvSpPr>
            <a:spLocks noGrp="1"/>
          </p:cNvSpPr>
          <p:nvPr>
            <p:ph type="body" sz="quarter" idx="21" hasCustomPrompt="1"/>
          </p:nvPr>
        </p:nvSpPr>
        <p:spPr>
          <a:xfrm>
            <a:off x="8362941" y="1692462"/>
            <a:ext cx="3278598" cy="321115"/>
          </a:xfrm>
        </p:spPr>
        <p:txBody>
          <a:bodyPr lIns="0">
            <a:noAutofit/>
          </a:bodyPr>
          <a:lstStyle>
            <a:lvl1pPr marL="0" indent="0" algn="l" defTabSz="914400" rtl="0" eaLnBrk="1" latinLnBrk="0" hangingPunct="1">
              <a:lnSpc>
                <a:spcPct val="90000"/>
              </a:lnSpc>
              <a:spcBef>
                <a:spcPts val="1000"/>
              </a:spcBef>
              <a:buFont typeface="Arial"/>
              <a:buNone/>
              <a:defRPr lang="en-US" sz="1500" b="1" i="0" kern="1200" spc="3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sz="1600" dirty="0"/>
              <a:t>Recommendation</a:t>
            </a:r>
          </a:p>
        </p:txBody>
      </p:sp>
      <p:sp>
        <p:nvSpPr>
          <p:cNvPr id="22" name="Slide Number Placeholder 5">
            <a:extLst>
              <a:ext uri="{FF2B5EF4-FFF2-40B4-BE49-F238E27FC236}">
                <a16:creationId xmlns:a16="http://schemas.microsoft.com/office/drawing/2014/main" id="{F4097A7A-C49C-48BA-9E8A-FBCD3A3AF5BD}"/>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76745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Large Statement">
    <p:bg>
      <p:bgPr>
        <a:solidFill>
          <a:schemeClr val="bg1"/>
        </a:solidFill>
        <a:effectLst/>
      </p:bgPr>
    </p:bg>
    <p:spTree>
      <p:nvGrpSpPr>
        <p:cNvPr id="1" name=""/>
        <p:cNvGrpSpPr/>
        <p:nvPr/>
      </p:nvGrpSpPr>
      <p:grpSpPr>
        <a:xfrm>
          <a:off x="0" y="0"/>
          <a:ext cx="0" cy="0"/>
          <a:chOff x="0" y="0"/>
          <a:chExt cx="0" cy="0"/>
        </a:xfrm>
      </p:grpSpPr>
      <p:sp>
        <p:nvSpPr>
          <p:cNvPr id="6" name="Text Placeholder 38">
            <a:extLst>
              <a:ext uri="{FF2B5EF4-FFF2-40B4-BE49-F238E27FC236}">
                <a16:creationId xmlns:a16="http://schemas.microsoft.com/office/drawing/2014/main" id="{EC158C82-B576-314A-98A5-F40206B7133B}"/>
              </a:ext>
            </a:extLst>
          </p:cNvPr>
          <p:cNvSpPr>
            <a:spLocks noGrp="1"/>
          </p:cNvSpPr>
          <p:nvPr>
            <p:ph type="body" sz="quarter" idx="16"/>
          </p:nvPr>
        </p:nvSpPr>
        <p:spPr>
          <a:xfrm>
            <a:off x="1566880" y="1475536"/>
            <a:ext cx="9058241" cy="3657966"/>
          </a:xfrm>
        </p:spPr>
        <p:txBody>
          <a:bodyPr lIns="0" rIns="0" anchor="ctr">
            <a:noAutofit/>
          </a:bodyPr>
          <a:lstStyle>
            <a:lvl1pPr algn="ctr">
              <a:lnSpc>
                <a:spcPct val="110000"/>
              </a:lnSpc>
              <a:defRPr sz="3600" b="0" i="0" spc="0">
                <a:solidFill>
                  <a:schemeClr val="tx1"/>
                </a:solidFill>
                <a:latin typeface="+mn-lt"/>
              </a:defRPr>
            </a:lvl1pPr>
          </a:lstStyle>
          <a:p>
            <a:pPr lvl="0"/>
            <a:r>
              <a:rPr lang="en-US" dirty="0"/>
              <a:t>Click to edit Master text styles</a:t>
            </a:r>
          </a:p>
        </p:txBody>
      </p:sp>
      <p:sp>
        <p:nvSpPr>
          <p:cNvPr id="5" name="Slide Number Placeholder 5">
            <a:extLst>
              <a:ext uri="{FF2B5EF4-FFF2-40B4-BE49-F238E27FC236}">
                <a16:creationId xmlns:a16="http://schemas.microsoft.com/office/drawing/2014/main" id="{60658894-95CD-4414-8C4B-B4A8C28628F8}"/>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06912669"/>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Bod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438458"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0" name="Content Placeholder 2">
            <a:extLst>
              <a:ext uri="{FF2B5EF4-FFF2-40B4-BE49-F238E27FC236}">
                <a16:creationId xmlns:a16="http://schemas.microsoft.com/office/drawing/2014/main" id="{741A42FA-80FE-6E4C-95DB-AF4CBA777B60}"/>
              </a:ext>
            </a:extLst>
          </p:cNvPr>
          <p:cNvSpPr>
            <a:spLocks noGrp="1"/>
          </p:cNvSpPr>
          <p:nvPr>
            <p:ph idx="1" hasCustomPrompt="1"/>
          </p:nvPr>
        </p:nvSpPr>
        <p:spPr>
          <a:xfrm>
            <a:off x="374904" y="1948330"/>
            <a:ext cx="8630819" cy="2648967"/>
          </a:xfrm>
        </p:spPr>
        <p:txBody>
          <a:bodyPr lIns="0">
            <a:noAutofit/>
          </a:bodyPr>
          <a:lstStyle>
            <a:lvl1pPr marL="114300" indent="-114300">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342900" indent="-106363">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576263" indent="-117475">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262529"/>
            <a:ext cx="8631395" cy="685801"/>
          </a:xfrm>
        </p:spPr>
        <p:txBody>
          <a:bodyPr lIns="0">
            <a:noAutofit/>
          </a:bodyPr>
          <a:lstStyle>
            <a:lvl1pPr>
              <a:lnSpc>
                <a:spcPct val="100000"/>
              </a:lnSpc>
              <a:defRPr sz="1600" b="1" i="0" spc="40" baseline="0">
                <a:solidFill>
                  <a:schemeClr val="tx1"/>
                </a:solidFill>
                <a:latin typeface="Avenir Next LT Pro Demi" panose="020B0504020202020204" pitchFamily="34" charset="77"/>
              </a:defRPr>
            </a:lvl1pPr>
          </a:lstStyle>
          <a:p>
            <a:pPr lvl="0"/>
            <a:r>
              <a:rPr lang="en-US" dirty="0"/>
              <a:t>Click to edit Master text styles</a:t>
            </a:r>
          </a:p>
        </p:txBody>
      </p:sp>
      <p:sp>
        <p:nvSpPr>
          <p:cNvPr id="13" name="Slide Number Placeholder 5">
            <a:extLst>
              <a:ext uri="{FF2B5EF4-FFF2-40B4-BE49-F238E27FC236}">
                <a16:creationId xmlns:a16="http://schemas.microsoft.com/office/drawing/2014/main" id="{AD726067-3DAB-485E-B81E-25F899949B1B}"/>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4037079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ull Body">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F37A00DA-1ABC-5DCF-EA7F-D40C38610326}"/>
              </a:ext>
            </a:extLst>
          </p:cNvPr>
          <p:cNvSpPr>
            <a:spLocks noGrp="1" noChangeAspect="1"/>
          </p:cNvSpPr>
          <p:nvPr>
            <p:ph type="body" sz="quarter" idx="33" hasCustomPrompt="1"/>
          </p:nvPr>
        </p:nvSpPr>
        <p:spPr>
          <a:xfrm>
            <a:off x="4276631" y="617006"/>
            <a:ext cx="7242048" cy="7242048"/>
          </a:xfrm>
          <a:prstGeom prst="chord">
            <a:avLst>
              <a:gd name="adj1" fmla="val 23405"/>
              <a:gd name="adj2" fmla="val 4101"/>
            </a:avLst>
          </a:prstGeom>
          <a:solidFill>
            <a:schemeClr val="bg1"/>
          </a:solidFill>
          <a:ln>
            <a:noFill/>
          </a:ln>
          <a:effectLst>
            <a:outerShdw blurRad="635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57200" rtlCol="0" anchor="ctr"/>
          <a:lstStyle>
            <a:lvl1pPr marL="7938" indent="0" algn="ctr">
              <a:tabLst/>
              <a:defRPr lang="en-US" sz="1600" b="1" i="0" cap="all" baseline="0" dirty="0" smtClean="0">
                <a:solidFill>
                  <a:schemeClr val="accent1"/>
                </a:solidFill>
                <a:latin typeface="Avenir Next LT Pro Demi" panose="020B0504020202020204" pitchFamily="34" charset="77"/>
                <a:ea typeface="+mn-ea"/>
                <a:cs typeface="+mn-cs"/>
              </a:defRPr>
            </a:lvl1pPr>
          </a:lstStyle>
          <a:p>
            <a:pPr lvl="0" algn="ctr"/>
            <a:r>
              <a:rPr lang="en-US" dirty="0"/>
              <a:t>series</a:t>
            </a:r>
          </a:p>
        </p:txBody>
      </p:sp>
      <p:sp>
        <p:nvSpPr>
          <p:cNvPr id="6" name="Text Placeholder 5">
            <a:extLst>
              <a:ext uri="{FF2B5EF4-FFF2-40B4-BE49-F238E27FC236}">
                <a16:creationId xmlns:a16="http://schemas.microsoft.com/office/drawing/2014/main" id="{B065B7A6-1800-D9BF-3521-00D4B7BFCA7E}"/>
              </a:ext>
            </a:extLst>
          </p:cNvPr>
          <p:cNvSpPr>
            <a:spLocks noGrp="1" noChangeAspect="1"/>
          </p:cNvSpPr>
          <p:nvPr>
            <p:ph type="body" sz="quarter" idx="25" hasCustomPrompt="1"/>
          </p:nvPr>
        </p:nvSpPr>
        <p:spPr>
          <a:xfrm>
            <a:off x="4276631" y="617006"/>
            <a:ext cx="7239242" cy="7239242"/>
          </a:xfrm>
          <a:prstGeom prst="chord">
            <a:avLst>
              <a:gd name="adj1" fmla="val 10800151"/>
              <a:gd name="adj2" fmla="val 21598022"/>
            </a:avLst>
          </a:prstGeom>
          <a:solidFill>
            <a:schemeClr val="bg1"/>
          </a:solidFill>
          <a:ln>
            <a:noFill/>
          </a:ln>
          <a:effectLst>
            <a:outerShdw blurRad="6096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280160" rtlCol="0" anchor="t"/>
          <a:lstStyle>
            <a:lvl1pPr algn="ctr">
              <a:defRPr lang="en-US" sz="9000" dirty="0" smtClean="0">
                <a:solidFill>
                  <a:schemeClr val="accent1"/>
                </a:solidFill>
                <a:ea typeface="+mn-ea"/>
                <a:cs typeface="+mn-cs"/>
              </a:defRPr>
            </a:lvl1pPr>
          </a:lstStyle>
          <a:p>
            <a:pPr lvl="0" algn="ctr"/>
            <a:r>
              <a:rPr lang="en-US" dirty="0"/>
              <a:t>$XX</a:t>
            </a:r>
          </a:p>
        </p:txBody>
      </p:sp>
      <p:sp>
        <p:nvSpPr>
          <p:cNvPr id="5" name="Text Placeholder 5">
            <a:extLst>
              <a:ext uri="{FF2B5EF4-FFF2-40B4-BE49-F238E27FC236}">
                <a16:creationId xmlns:a16="http://schemas.microsoft.com/office/drawing/2014/main" id="{B98117EE-9CAE-BB39-5E25-86EC35A6DA2B}"/>
              </a:ext>
            </a:extLst>
          </p:cNvPr>
          <p:cNvSpPr>
            <a:spLocks noGrp="1" noChangeAspect="1"/>
          </p:cNvSpPr>
          <p:nvPr>
            <p:ph type="body" sz="quarter" idx="32" hasCustomPrompt="1"/>
          </p:nvPr>
        </p:nvSpPr>
        <p:spPr>
          <a:xfrm>
            <a:off x="2419562" y="2297544"/>
            <a:ext cx="3878167" cy="3878167"/>
          </a:xfrm>
          <a:prstGeom prst="chord">
            <a:avLst>
              <a:gd name="adj1" fmla="val 23405"/>
              <a:gd name="adj2" fmla="val 4101"/>
            </a:avLst>
          </a:prstGeom>
          <a:solidFill>
            <a:schemeClr val="bg1"/>
          </a:solidFill>
          <a:ln>
            <a:noFill/>
          </a:ln>
          <a:effectLst>
            <a:outerShdw blurRad="635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57200" rtlCol="0" anchor="ctr"/>
          <a:lstStyle>
            <a:lvl1pPr marL="7938" indent="0" algn="ctr">
              <a:tabLst/>
              <a:defRPr lang="en-US" sz="1600" b="1" i="0" cap="all" baseline="0" dirty="0" smtClean="0">
                <a:solidFill>
                  <a:schemeClr val="accent1"/>
                </a:solidFill>
                <a:latin typeface="Avenir Next LT Pro Demi" panose="020B0504020202020204" pitchFamily="34" charset="77"/>
                <a:ea typeface="+mn-ea"/>
                <a:cs typeface="+mn-cs"/>
              </a:defRPr>
            </a:lvl1pPr>
          </a:lstStyle>
          <a:p>
            <a:pPr lvl="0" algn="ctr"/>
            <a:r>
              <a:rPr lang="en-US" dirty="0"/>
              <a:t>series</a:t>
            </a:r>
          </a:p>
        </p:txBody>
      </p:sp>
      <p:sp>
        <p:nvSpPr>
          <p:cNvPr id="16" name="Text Placeholder 5">
            <a:extLst>
              <a:ext uri="{FF2B5EF4-FFF2-40B4-BE49-F238E27FC236}">
                <a16:creationId xmlns:a16="http://schemas.microsoft.com/office/drawing/2014/main" id="{97E3A8A1-CDAB-3897-116D-233CE8B024D9}"/>
              </a:ext>
            </a:extLst>
          </p:cNvPr>
          <p:cNvSpPr>
            <a:spLocks noGrp="1" noChangeAspect="1"/>
          </p:cNvSpPr>
          <p:nvPr>
            <p:ph type="body" sz="quarter" idx="26" hasCustomPrompt="1"/>
          </p:nvPr>
        </p:nvSpPr>
        <p:spPr>
          <a:xfrm>
            <a:off x="2419562" y="2297544"/>
            <a:ext cx="3878167" cy="3878167"/>
          </a:xfrm>
          <a:prstGeom prst="chord">
            <a:avLst>
              <a:gd name="adj1" fmla="val 10795454"/>
              <a:gd name="adj2" fmla="val 4101"/>
            </a:avLst>
          </a:prstGeom>
          <a:solidFill>
            <a:schemeClr val="bg1"/>
          </a:solidFill>
          <a:ln>
            <a:noFill/>
          </a:ln>
          <a:effectLst>
            <a:outerShdw blurRad="635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548640" rtlCol="0" anchor="t"/>
          <a:lstStyle>
            <a:lvl1pPr marL="7938" indent="0" algn="ctr">
              <a:tabLst/>
              <a:defRPr lang="en-US" sz="4800" dirty="0" smtClean="0">
                <a:solidFill>
                  <a:schemeClr val="accent1"/>
                </a:solidFill>
                <a:ea typeface="+mn-ea"/>
                <a:cs typeface="+mn-cs"/>
              </a:defRPr>
            </a:lvl1pPr>
          </a:lstStyle>
          <a:p>
            <a:pPr lvl="0" algn="ctr"/>
            <a:r>
              <a:rPr lang="en-US" dirty="0"/>
              <a:t>$XX</a:t>
            </a:r>
          </a:p>
        </p:txBody>
      </p:sp>
      <p:sp>
        <p:nvSpPr>
          <p:cNvPr id="2" name="Title 1"/>
          <p:cNvSpPr>
            <a:spLocks noGrp="1"/>
          </p:cNvSpPr>
          <p:nvPr>
            <p:ph type="title" hasCustomPrompt="1"/>
          </p:nvPr>
        </p:nvSpPr>
        <p:spPr>
          <a:xfrm>
            <a:off x="374904" y="502920"/>
            <a:ext cx="598364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438458"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5" y="1262529"/>
            <a:ext cx="4911480" cy="685801"/>
          </a:xfrm>
        </p:spPr>
        <p:txBody>
          <a:bodyPr lIns="0">
            <a:noAutofit/>
          </a:bodyPr>
          <a:lstStyle>
            <a:lvl1pPr>
              <a:lnSpc>
                <a:spcPct val="100000"/>
              </a:lnSpc>
              <a:defRPr sz="1600" b="1" i="0" spc="40" baseline="0">
                <a:solidFill>
                  <a:schemeClr val="tx1"/>
                </a:solidFill>
                <a:latin typeface="Avenir Next LT Pro Demi" panose="020B0504020202020204" pitchFamily="34" charset="77"/>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id="{DDF4A202-8C3B-DD15-289D-0C6E605C5CC1}"/>
              </a:ext>
            </a:extLst>
          </p:cNvPr>
          <p:cNvSpPr>
            <a:spLocks noGrp="1"/>
          </p:cNvSpPr>
          <p:nvPr>
            <p:ph type="sldNum" sz="quarter" idx="4"/>
          </p:nvPr>
        </p:nvSpPr>
        <p:spPr>
          <a:xfrm>
            <a:off x="11521481" y="6400800"/>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
        <p:nvSpPr>
          <p:cNvPr id="17" name="Text Placeholder 5">
            <a:extLst>
              <a:ext uri="{FF2B5EF4-FFF2-40B4-BE49-F238E27FC236}">
                <a16:creationId xmlns:a16="http://schemas.microsoft.com/office/drawing/2014/main" id="{4EDADF96-3C42-243F-4442-9ADD85D3EA4A}"/>
              </a:ext>
            </a:extLst>
          </p:cNvPr>
          <p:cNvSpPr>
            <a:spLocks noGrp="1" noChangeAspect="1"/>
          </p:cNvSpPr>
          <p:nvPr>
            <p:ph type="body" sz="quarter" idx="27" hasCustomPrompt="1"/>
          </p:nvPr>
        </p:nvSpPr>
        <p:spPr>
          <a:xfrm>
            <a:off x="409990" y="3008377"/>
            <a:ext cx="2456501" cy="2456501"/>
          </a:xfrm>
          <a:prstGeom prst="chord">
            <a:avLst>
              <a:gd name="adj1" fmla="val 21590024"/>
              <a:gd name="adj2" fmla="val 10817800"/>
            </a:avLst>
          </a:prstGeom>
          <a:solidFill>
            <a:schemeClr val="accent1"/>
          </a:solidFill>
          <a:ln>
            <a:noFill/>
          </a:ln>
          <a:effectLst>
            <a:outerShdw blurRad="635000" sx="105000" sy="10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1188720" rIns="0" bIns="0" rtlCol="0" anchor="t"/>
          <a:lstStyle>
            <a:lvl1pPr algn="ctr">
              <a:defRPr lang="en-US" sz="3600" dirty="0" smtClean="0">
                <a:solidFill>
                  <a:schemeClr val="bg1"/>
                </a:solidFill>
                <a:ea typeface="+mn-ea"/>
                <a:cs typeface="+mn-cs"/>
              </a:defRPr>
            </a:lvl1pPr>
          </a:lstStyle>
          <a:p>
            <a:pPr lvl="0" algn="ctr"/>
            <a:r>
              <a:rPr lang="en-US" dirty="0"/>
              <a:t>$XX</a:t>
            </a:r>
          </a:p>
        </p:txBody>
      </p:sp>
      <p:sp>
        <p:nvSpPr>
          <p:cNvPr id="19" name="Text Placeholder 18">
            <a:extLst>
              <a:ext uri="{FF2B5EF4-FFF2-40B4-BE49-F238E27FC236}">
                <a16:creationId xmlns:a16="http://schemas.microsoft.com/office/drawing/2014/main" id="{7BD26C42-079E-0D49-32B5-E87D5611D4EE}"/>
              </a:ext>
            </a:extLst>
          </p:cNvPr>
          <p:cNvSpPr>
            <a:spLocks noGrp="1"/>
          </p:cNvSpPr>
          <p:nvPr>
            <p:ph type="body" sz="quarter" idx="28" hasCustomPrompt="1"/>
          </p:nvPr>
        </p:nvSpPr>
        <p:spPr>
          <a:xfrm>
            <a:off x="554771" y="3741185"/>
            <a:ext cx="2166938" cy="455612"/>
          </a:xfrm>
        </p:spPr>
        <p:txBody>
          <a:bodyPr anchor="b"/>
          <a:lstStyle>
            <a:lvl1pPr algn="ctr">
              <a:defRPr sz="1600" b="0" i="0" cap="all" baseline="0">
                <a:solidFill>
                  <a:schemeClr val="accent1"/>
                </a:solidFill>
                <a:latin typeface="Avenir Next LT Pro Demi" panose="020B0504020202020204" pitchFamily="34" charset="77"/>
              </a:defRPr>
            </a:lvl1pPr>
          </a:lstStyle>
          <a:p>
            <a:pPr lvl="0"/>
            <a:r>
              <a:rPr lang="en-US" dirty="0"/>
              <a:t>series</a:t>
            </a:r>
          </a:p>
        </p:txBody>
      </p:sp>
    </p:spTree>
    <p:extLst>
      <p:ext uri="{BB962C8B-B14F-4D97-AF65-F5344CB8AC3E}">
        <p14:creationId xmlns:p14="http://schemas.microsoft.com/office/powerpoint/2010/main" val="1270707150"/>
      </p:ext>
    </p:extLst>
  </p:cSld>
  <p:clrMapOvr>
    <a:masterClrMapping/>
  </p:clrMapOvr>
  <p:extLst>
    <p:ext uri="{DCECCB84-F9BA-43D5-87BE-67443E8EF086}">
      <p15:sldGuideLst xmlns:p15="http://schemas.microsoft.com/office/powerpoint/2012/main">
        <p15:guide id="2" pos="4848" userDrawn="1">
          <p15:clr>
            <a:srgbClr val="FBAE40"/>
          </p15:clr>
        </p15:guide>
        <p15:guide id="3" orient="horz" pos="3792" userDrawn="1">
          <p15:clr>
            <a:srgbClr val="FBAE40"/>
          </p15:clr>
        </p15:guide>
        <p15:guide id="4" orient="horz" pos="4045" userDrawn="1">
          <p15:clr>
            <a:srgbClr val="FBAE40"/>
          </p15:clr>
        </p15:guide>
        <p15:guide id="5" orient="horz" pos="2840" userDrawn="1">
          <p15:clr>
            <a:srgbClr val="FBAE40"/>
          </p15:clr>
        </p15:guide>
        <p15:guide id="6" orient="horz" pos="24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Body with Bump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E67DF8E-1673-354F-9EA0-20DAB3790698}"/>
              </a:ext>
            </a:extLst>
          </p:cNvPr>
          <p:cNvSpPr/>
          <p:nvPr userDrawn="1"/>
        </p:nvSpPr>
        <p:spPr>
          <a:xfrm>
            <a:off x="178633" y="6031336"/>
            <a:ext cx="11834735" cy="6858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74904" y="1948330"/>
            <a:ext cx="8630819" cy="2648967"/>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3225" indent="-171450">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27063" indent="-168275">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9" name="Text Placeholder 8"/>
          <p:cNvSpPr>
            <a:spLocks noGrp="1"/>
          </p:cNvSpPr>
          <p:nvPr>
            <p:ph type="body" sz="quarter" idx="13"/>
          </p:nvPr>
        </p:nvSpPr>
        <p:spPr>
          <a:xfrm>
            <a:off x="395000" y="286910"/>
            <a:ext cx="4536461"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p:nvPr>
        </p:nvSpPr>
        <p:spPr>
          <a:xfrm>
            <a:off x="374904" y="1262529"/>
            <a:ext cx="8631395"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6" name="Slide Number Placeholder 5">
            <a:extLst>
              <a:ext uri="{FF2B5EF4-FFF2-40B4-BE49-F238E27FC236}">
                <a16:creationId xmlns:a16="http://schemas.microsoft.com/office/drawing/2014/main" id="{AF9870AD-14DB-96B6-F634-6A9487B88616}"/>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bg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
        <p:nvSpPr>
          <p:cNvPr id="4" name="Content Placeholder 2">
            <a:extLst>
              <a:ext uri="{FF2B5EF4-FFF2-40B4-BE49-F238E27FC236}">
                <a16:creationId xmlns:a16="http://schemas.microsoft.com/office/drawing/2014/main" id="{34484729-F5EC-DF0C-F078-5358290CACDE}"/>
              </a:ext>
            </a:extLst>
          </p:cNvPr>
          <p:cNvSpPr>
            <a:spLocks noGrp="1"/>
          </p:cNvSpPr>
          <p:nvPr>
            <p:ph idx="18" hasCustomPrompt="1"/>
          </p:nvPr>
        </p:nvSpPr>
        <p:spPr>
          <a:xfrm>
            <a:off x="185979" y="6227064"/>
            <a:ext cx="11827388" cy="294344"/>
          </a:xfrm>
        </p:spPr>
        <p:txBody>
          <a:bodyPr anchor="ctr">
            <a:noAutofit/>
          </a:bodyPr>
          <a:lstStyle>
            <a:lvl1pPr marL="0" indent="0" algn="ctr">
              <a:lnSpc>
                <a:spcPct val="100000"/>
              </a:lnSpc>
              <a:spcBef>
                <a:spcPts val="0"/>
              </a:spcBef>
              <a:buNone/>
              <a:defRPr sz="1600" spc="0">
                <a:solidFill>
                  <a:schemeClr val="bg1"/>
                </a:solidFill>
                <a:latin typeface="+mn-lt"/>
              </a:defRPr>
            </a:lvl1pPr>
            <a:lvl2pPr marL="0" indent="0" algn="ctr">
              <a:lnSpc>
                <a:spcPct val="100000"/>
              </a:lnSpc>
              <a:spcBef>
                <a:spcPts val="1200"/>
              </a:spcBef>
              <a:buSzPct val="75000"/>
              <a:buNone/>
              <a:defRPr sz="1400" spc="0">
                <a:solidFill>
                  <a:schemeClr val="bg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a:t>
            </a:r>
            <a:r>
              <a:rPr lang="en-US" dirty="0" err="1"/>
              <a:t>jfjstyles</a:t>
            </a:r>
            <a:endParaRPr lang="en-US" dirty="0"/>
          </a:p>
        </p:txBody>
      </p:sp>
    </p:spTree>
    <p:extLst>
      <p:ext uri="{BB962C8B-B14F-4D97-AF65-F5344CB8AC3E}">
        <p14:creationId xmlns:p14="http://schemas.microsoft.com/office/powerpoint/2010/main" val="324852449"/>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4999" y="286911"/>
            <a:ext cx="4838119" cy="198802"/>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Content Placeholder 2">
            <a:extLst>
              <a:ext uri="{FF2B5EF4-FFF2-40B4-BE49-F238E27FC236}">
                <a16:creationId xmlns:a16="http://schemas.microsoft.com/office/drawing/2014/main" id="{A7816E41-F362-3A42-B3B9-08E8809BBE56}"/>
              </a:ext>
            </a:extLst>
          </p:cNvPr>
          <p:cNvSpPr>
            <a:spLocks noGrp="1"/>
          </p:cNvSpPr>
          <p:nvPr>
            <p:ph idx="17" hasCustomPrompt="1"/>
          </p:nvPr>
        </p:nvSpPr>
        <p:spPr>
          <a:xfrm>
            <a:off x="6111801" y="1948330"/>
            <a:ext cx="5413248" cy="3286123"/>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3225" indent="-171450">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27063" indent="-168275">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latin typeface="+mn-lt"/>
              </a:rPr>
              <a:t>Third Level</a:t>
            </a:r>
            <a:endParaRPr lang="en-US" dirty="0"/>
          </a:p>
        </p:txBody>
      </p:sp>
      <p:sp>
        <p:nvSpPr>
          <p:cNvPr id="11" name="Content Placeholder 2">
            <a:extLst>
              <a:ext uri="{FF2B5EF4-FFF2-40B4-BE49-F238E27FC236}">
                <a16:creationId xmlns:a16="http://schemas.microsoft.com/office/drawing/2014/main" id="{64B47EF6-66B2-914E-8CB4-09B82765B357}"/>
              </a:ext>
            </a:extLst>
          </p:cNvPr>
          <p:cNvSpPr>
            <a:spLocks noGrp="1"/>
          </p:cNvSpPr>
          <p:nvPr>
            <p:ph idx="1" hasCustomPrompt="1"/>
          </p:nvPr>
        </p:nvSpPr>
        <p:spPr>
          <a:xfrm>
            <a:off x="374904" y="1948330"/>
            <a:ext cx="5410326" cy="3286123"/>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3225" indent="-171450">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27063" indent="-168275">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12" name="Text Placeholder 38">
            <a:extLst>
              <a:ext uri="{FF2B5EF4-FFF2-40B4-BE49-F238E27FC236}">
                <a16:creationId xmlns:a16="http://schemas.microsoft.com/office/drawing/2014/main" id="{16E527E8-D863-0E4F-B7F6-40B77A53A728}"/>
              </a:ext>
            </a:extLst>
          </p:cNvPr>
          <p:cNvSpPr>
            <a:spLocks noGrp="1"/>
          </p:cNvSpPr>
          <p:nvPr>
            <p:ph type="body" sz="quarter" idx="16"/>
          </p:nvPr>
        </p:nvSpPr>
        <p:spPr>
          <a:xfrm>
            <a:off x="374904" y="1262529"/>
            <a:ext cx="10515600"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3" name="Slide Number Placeholder 5">
            <a:extLst>
              <a:ext uri="{FF2B5EF4-FFF2-40B4-BE49-F238E27FC236}">
                <a16:creationId xmlns:a16="http://schemas.microsoft.com/office/drawing/2014/main" id="{EB80CE9C-3A05-47A0-9926-B334B56F6A13}"/>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845878627"/>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1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Bump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DE0E22C-D709-F287-06F2-BFAD672F2B71}"/>
              </a:ext>
            </a:extLst>
          </p:cNvPr>
          <p:cNvSpPr/>
          <p:nvPr userDrawn="1"/>
        </p:nvSpPr>
        <p:spPr>
          <a:xfrm>
            <a:off x="178633" y="6031336"/>
            <a:ext cx="11834735" cy="6858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B831EB8F-2065-1045-8C6C-C5844FBCD9BA}"/>
              </a:ext>
            </a:extLst>
          </p:cNvPr>
          <p:cNvSpPr>
            <a:spLocks noGrp="1"/>
          </p:cNvSpPr>
          <p:nvPr>
            <p:ph idx="18" hasCustomPrompt="1"/>
          </p:nvPr>
        </p:nvSpPr>
        <p:spPr>
          <a:xfrm>
            <a:off x="185978" y="6227064"/>
            <a:ext cx="11834735" cy="294344"/>
          </a:xfrm>
        </p:spPr>
        <p:txBody>
          <a:bodyPr anchor="ctr">
            <a:noAutofit/>
          </a:bodyPr>
          <a:lstStyle>
            <a:lvl1pPr marL="0" indent="0" algn="ctr">
              <a:lnSpc>
                <a:spcPct val="100000"/>
              </a:lnSpc>
              <a:spcBef>
                <a:spcPts val="0"/>
              </a:spcBef>
              <a:buNone/>
              <a:defRPr sz="1600" spc="0">
                <a:solidFill>
                  <a:schemeClr val="bg1"/>
                </a:solidFill>
                <a:latin typeface="+mn-lt"/>
              </a:defRPr>
            </a:lvl1pPr>
            <a:lvl2pPr marL="0" indent="0" algn="ctr">
              <a:lnSpc>
                <a:spcPct val="100000"/>
              </a:lnSpc>
              <a:spcBef>
                <a:spcPts val="1200"/>
              </a:spcBef>
              <a:buSzPct val="75000"/>
              <a:buNone/>
              <a:defRPr sz="1400" spc="0">
                <a:solidFill>
                  <a:schemeClr val="bg1"/>
                </a:solidFill>
                <a:latin typeface="Ford Antenna Regular" panose="02000505000000020004" pitchFamily="2"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p:txBody>
      </p:sp>
      <p:sp>
        <p:nvSpPr>
          <p:cNvPr id="2" name="Title 1"/>
          <p:cNvSpPr>
            <a:spLocks noGrp="1"/>
          </p:cNvSpPr>
          <p:nvPr>
            <p:ph type="title"/>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1"/>
            <a:ext cx="4986298" cy="198802"/>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7" name="Text Placeholder 38">
            <a:extLst>
              <a:ext uri="{FF2B5EF4-FFF2-40B4-BE49-F238E27FC236}">
                <a16:creationId xmlns:a16="http://schemas.microsoft.com/office/drawing/2014/main" id="{CBA7E0DA-2F5B-C74F-905A-612EFE570A8E}"/>
              </a:ext>
            </a:extLst>
          </p:cNvPr>
          <p:cNvSpPr>
            <a:spLocks noGrp="1"/>
          </p:cNvSpPr>
          <p:nvPr>
            <p:ph type="body" sz="quarter" idx="16"/>
          </p:nvPr>
        </p:nvSpPr>
        <p:spPr>
          <a:xfrm>
            <a:off x="374904" y="1262529"/>
            <a:ext cx="8631395"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4" name="Content Placeholder 2">
            <a:extLst>
              <a:ext uri="{FF2B5EF4-FFF2-40B4-BE49-F238E27FC236}">
                <a16:creationId xmlns:a16="http://schemas.microsoft.com/office/drawing/2014/main" id="{A3AD5C45-36F0-3A28-BB9C-D2D32A16DCE3}"/>
              </a:ext>
            </a:extLst>
          </p:cNvPr>
          <p:cNvSpPr>
            <a:spLocks noGrp="1"/>
          </p:cNvSpPr>
          <p:nvPr>
            <p:ph idx="17" hasCustomPrompt="1"/>
          </p:nvPr>
        </p:nvSpPr>
        <p:spPr>
          <a:xfrm>
            <a:off x="6111801" y="1948330"/>
            <a:ext cx="5413248" cy="3286123"/>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0050" indent="-163513">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30238" indent="-171450">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latin typeface="+mn-lt"/>
              </a:rPr>
              <a:t>Third level</a:t>
            </a:r>
            <a:endParaRPr lang="en-US" dirty="0"/>
          </a:p>
        </p:txBody>
      </p:sp>
      <p:sp>
        <p:nvSpPr>
          <p:cNvPr id="7" name="Content Placeholder 2">
            <a:extLst>
              <a:ext uri="{FF2B5EF4-FFF2-40B4-BE49-F238E27FC236}">
                <a16:creationId xmlns:a16="http://schemas.microsoft.com/office/drawing/2014/main" id="{9A5C8C9B-8CCA-DB22-1AC1-1A74A2EB44F5}"/>
              </a:ext>
            </a:extLst>
          </p:cNvPr>
          <p:cNvSpPr>
            <a:spLocks noGrp="1"/>
          </p:cNvSpPr>
          <p:nvPr>
            <p:ph idx="1" hasCustomPrompt="1"/>
          </p:nvPr>
        </p:nvSpPr>
        <p:spPr>
          <a:xfrm>
            <a:off x="374904" y="1948330"/>
            <a:ext cx="5410326" cy="3286123"/>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0050" indent="-163513">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30238" indent="-171450">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12" name="Slide Number Placeholder 5">
            <a:extLst>
              <a:ext uri="{FF2B5EF4-FFF2-40B4-BE49-F238E27FC236}">
                <a16:creationId xmlns:a16="http://schemas.microsoft.com/office/drawing/2014/main" id="{9548627F-48FD-4169-AB23-200F62E4A8C9}"/>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bg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096337297"/>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Body w/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D2C0E4A-9912-D97D-1512-44B15F19D743}"/>
              </a:ext>
            </a:extLst>
          </p:cNvPr>
          <p:cNvSpPr>
            <a:spLocks noGrp="1"/>
          </p:cNvSpPr>
          <p:nvPr>
            <p:ph type="pic" sz="quarter" idx="20"/>
          </p:nvPr>
        </p:nvSpPr>
        <p:spPr>
          <a:xfrm>
            <a:off x="6096000" y="0"/>
            <a:ext cx="6096000" cy="6858000"/>
          </a:xfrm>
          <a:solidFill>
            <a:schemeClr val="bg2"/>
          </a:solidFill>
        </p:spPr>
        <p:txBody>
          <a:bodyPr>
            <a:normAutofit/>
          </a:bodyPr>
          <a:lstStyle>
            <a:lvl1pPr>
              <a:defRPr sz="1100">
                <a:latin typeface="Avenir Next" panose="020B0503020202020204" pitchFamily="34" charset="0"/>
              </a:defRPr>
            </a:lvl1pPr>
          </a:lstStyle>
          <a:p>
            <a:endParaRPr lang="en-US"/>
          </a:p>
        </p:txBody>
      </p:sp>
      <p:sp>
        <p:nvSpPr>
          <p:cNvPr id="18" name="Content Placeholder 2">
            <a:extLst>
              <a:ext uri="{FF2B5EF4-FFF2-40B4-BE49-F238E27FC236}">
                <a16:creationId xmlns:a16="http://schemas.microsoft.com/office/drawing/2014/main" id="{A33DA785-DBDC-474D-ABAE-8A5F7523F364}"/>
              </a:ext>
            </a:extLst>
          </p:cNvPr>
          <p:cNvSpPr>
            <a:spLocks noGrp="1"/>
          </p:cNvSpPr>
          <p:nvPr>
            <p:ph idx="18" hasCustomPrompt="1"/>
          </p:nvPr>
        </p:nvSpPr>
        <p:spPr>
          <a:xfrm>
            <a:off x="374904" y="1947672"/>
            <a:ext cx="5410326" cy="3286123"/>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3225" indent="-171450">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27063" indent="-168275">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latin typeface="+mn-lt"/>
              </a:rPr>
              <a:t>Third level</a:t>
            </a:r>
            <a:endParaRPr lang="en-US" dirty="0"/>
          </a:p>
        </p:txBody>
      </p:sp>
      <p:sp>
        <p:nvSpPr>
          <p:cNvPr id="19" name="Text Placeholder 38">
            <a:extLst>
              <a:ext uri="{FF2B5EF4-FFF2-40B4-BE49-F238E27FC236}">
                <a16:creationId xmlns:a16="http://schemas.microsoft.com/office/drawing/2014/main" id="{BFF6EACA-9341-CD4B-8917-BBB894851201}"/>
              </a:ext>
            </a:extLst>
          </p:cNvPr>
          <p:cNvSpPr>
            <a:spLocks noGrp="1"/>
          </p:cNvSpPr>
          <p:nvPr>
            <p:ph type="body" sz="quarter" idx="19"/>
          </p:nvPr>
        </p:nvSpPr>
        <p:spPr>
          <a:xfrm>
            <a:off x="374904" y="1261872"/>
            <a:ext cx="5410327"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9" name="Text Placeholder 8"/>
          <p:cNvSpPr>
            <a:spLocks noGrp="1"/>
          </p:cNvSpPr>
          <p:nvPr>
            <p:ph type="body" sz="quarter" idx="13"/>
          </p:nvPr>
        </p:nvSpPr>
        <p:spPr>
          <a:xfrm>
            <a:off x="395000" y="286910"/>
            <a:ext cx="5335305" cy="216009"/>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C76D422-6A8E-8F4E-870E-AE1452E6C4D9}"/>
              </a:ext>
            </a:extLst>
          </p:cNvPr>
          <p:cNvSpPr>
            <a:spLocks noGrp="1"/>
          </p:cNvSpPr>
          <p:nvPr>
            <p:ph type="title"/>
          </p:nvPr>
        </p:nvSpPr>
        <p:spPr>
          <a:xfrm>
            <a:off x="374904" y="502920"/>
            <a:ext cx="5335305" cy="68580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pic>
        <p:nvPicPr>
          <p:cNvPr id="2" name="Graphic 1">
            <a:extLst>
              <a:ext uri="{FF2B5EF4-FFF2-40B4-BE49-F238E27FC236}">
                <a16:creationId xmlns:a16="http://schemas.microsoft.com/office/drawing/2014/main" id="{A56CB69C-D6DB-7C94-0C1E-8B071D941BE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2" name="Slide Number Placeholder 5">
            <a:extLst>
              <a:ext uri="{FF2B5EF4-FFF2-40B4-BE49-F238E27FC236}">
                <a16:creationId xmlns:a16="http://schemas.microsoft.com/office/drawing/2014/main" id="{CEE7295A-1BCF-4AFF-B037-37A71D3A9CF7}"/>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88130183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lit White/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521E54-4036-439D-6327-07DB07E8B620}"/>
              </a:ext>
            </a:extLst>
          </p:cNvPr>
          <p:cNvSpPr/>
          <p:nvPr userDrawn="1"/>
        </p:nvSpPr>
        <p:spPr>
          <a:xfrm>
            <a:off x="6096000" y="0"/>
            <a:ext cx="609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Content Placeholder 2">
            <a:extLst>
              <a:ext uri="{FF2B5EF4-FFF2-40B4-BE49-F238E27FC236}">
                <a16:creationId xmlns:a16="http://schemas.microsoft.com/office/drawing/2014/main" id="{A33DA785-DBDC-474D-ABAE-8A5F7523F364}"/>
              </a:ext>
            </a:extLst>
          </p:cNvPr>
          <p:cNvSpPr>
            <a:spLocks noGrp="1"/>
          </p:cNvSpPr>
          <p:nvPr>
            <p:ph idx="18" hasCustomPrompt="1"/>
          </p:nvPr>
        </p:nvSpPr>
        <p:spPr>
          <a:xfrm>
            <a:off x="374904" y="1947672"/>
            <a:ext cx="4897312" cy="3286123"/>
          </a:xfrm>
        </p:spPr>
        <p:txBody>
          <a:bodyPr lIns="0">
            <a:noAutofit/>
          </a:bodyPr>
          <a:lstStyle>
            <a:lvl1pPr marL="169863" indent="-169863">
              <a:lnSpc>
                <a:spcPct val="110000"/>
              </a:lnSpc>
              <a:spcBef>
                <a:spcPts val="600"/>
              </a:spcBef>
              <a:buSzPct val="75000"/>
              <a:buFont typeface="Arial" panose="020B0604020202020204" pitchFamily="34" charset="0"/>
              <a:buChar char="•"/>
              <a:tabLst/>
              <a:defRPr sz="1400" spc="0">
                <a:solidFill>
                  <a:schemeClr val="tx1"/>
                </a:solidFill>
                <a:latin typeface="+mn-lt"/>
              </a:defRPr>
            </a:lvl1pPr>
            <a:lvl2pPr marL="403225" indent="-171450">
              <a:lnSpc>
                <a:spcPct val="110000"/>
              </a:lnSpc>
              <a:spcBef>
                <a:spcPts val="600"/>
              </a:spcBef>
              <a:buSzPct val="75000"/>
              <a:buFont typeface="Arial" panose="020B0604020202020204" pitchFamily="34" charset="0"/>
              <a:buChar char="ꟷ"/>
              <a:tabLst/>
              <a:defRPr sz="1400" spc="0">
                <a:solidFill>
                  <a:schemeClr val="tx1"/>
                </a:solidFill>
                <a:latin typeface="+mn-lt"/>
              </a:defRPr>
            </a:lvl2pPr>
            <a:lvl3pPr marL="627063" indent="-168275">
              <a:lnSpc>
                <a:spcPct val="110000"/>
              </a:lnSpc>
              <a:spcBef>
                <a:spcPts val="600"/>
              </a:spcBef>
              <a:buSzPct val="75000"/>
              <a:buFont typeface="Courier New" panose="02070309020205020404" pitchFamily="49" charset="0"/>
              <a:buChar char="o"/>
              <a:tabLst/>
              <a:defRPr sz="1400" spc="0">
                <a:solidFill>
                  <a:srgbClr val="00095B"/>
                </a:solidFill>
                <a:latin typeface="+mn-lt"/>
              </a:defRPr>
            </a:lvl3pPr>
          </a:lstStyle>
          <a:p>
            <a:pPr lvl="0"/>
            <a:r>
              <a:rPr lang="en-US" dirty="0"/>
              <a:t>Click to edit master text styles</a:t>
            </a:r>
          </a:p>
          <a:p>
            <a:pPr lvl="1"/>
            <a:r>
              <a:rPr lang="en-US" dirty="0"/>
              <a:t>Second level</a:t>
            </a:r>
          </a:p>
          <a:p>
            <a:pPr lvl="2"/>
            <a:r>
              <a:rPr lang="en-US" dirty="0">
                <a:latin typeface="+mn-lt"/>
              </a:rPr>
              <a:t>Third level</a:t>
            </a:r>
            <a:endParaRPr lang="en-US" dirty="0"/>
          </a:p>
        </p:txBody>
      </p:sp>
      <p:sp>
        <p:nvSpPr>
          <p:cNvPr id="19" name="Text Placeholder 38">
            <a:extLst>
              <a:ext uri="{FF2B5EF4-FFF2-40B4-BE49-F238E27FC236}">
                <a16:creationId xmlns:a16="http://schemas.microsoft.com/office/drawing/2014/main" id="{BFF6EACA-9341-CD4B-8917-BBB894851201}"/>
              </a:ext>
            </a:extLst>
          </p:cNvPr>
          <p:cNvSpPr>
            <a:spLocks noGrp="1"/>
          </p:cNvSpPr>
          <p:nvPr>
            <p:ph type="body" sz="quarter" idx="19"/>
          </p:nvPr>
        </p:nvSpPr>
        <p:spPr>
          <a:xfrm>
            <a:off x="374904" y="1261872"/>
            <a:ext cx="4897313"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9" name="Text Placeholder 8"/>
          <p:cNvSpPr>
            <a:spLocks noGrp="1"/>
          </p:cNvSpPr>
          <p:nvPr>
            <p:ph type="body" sz="quarter" idx="13"/>
          </p:nvPr>
        </p:nvSpPr>
        <p:spPr>
          <a:xfrm>
            <a:off x="395000" y="286910"/>
            <a:ext cx="5335305" cy="216009"/>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C76D422-6A8E-8F4E-870E-AE1452E6C4D9}"/>
              </a:ext>
            </a:extLst>
          </p:cNvPr>
          <p:cNvSpPr>
            <a:spLocks noGrp="1"/>
          </p:cNvSpPr>
          <p:nvPr>
            <p:ph type="title"/>
          </p:nvPr>
        </p:nvSpPr>
        <p:spPr>
          <a:xfrm>
            <a:off x="374904" y="502920"/>
            <a:ext cx="5335305" cy="68580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pic>
        <p:nvPicPr>
          <p:cNvPr id="3" name="Graphic 2">
            <a:extLst>
              <a:ext uri="{FF2B5EF4-FFF2-40B4-BE49-F238E27FC236}">
                <a16:creationId xmlns:a16="http://schemas.microsoft.com/office/drawing/2014/main" id="{FCEC3387-5A02-2B1F-3CC4-C5CF425BA5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2" name="Slide Number Placeholder 5">
            <a:extLst>
              <a:ext uri="{FF2B5EF4-FFF2-40B4-BE49-F238E27FC236}">
                <a16:creationId xmlns:a16="http://schemas.microsoft.com/office/drawing/2014/main" id="{9D80CF94-F571-4845-AAF6-537D2F472B24}"/>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185833487"/>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hree Colum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9ED5FFB-CC4E-F385-566B-A18BF8B943C4}"/>
              </a:ext>
            </a:extLst>
          </p:cNvPr>
          <p:cNvSpPr/>
          <p:nvPr userDrawn="1"/>
        </p:nvSpPr>
        <p:spPr>
          <a:xfrm flipV="1">
            <a:off x="0" y="0"/>
            <a:ext cx="12192000" cy="1816962"/>
          </a:xfrm>
          <a:prstGeom prst="rect">
            <a:avLst/>
          </a:prstGeom>
          <a:solidFill>
            <a:schemeClr val="bg1"/>
          </a:solidFill>
          <a:ln>
            <a:noFill/>
          </a:ln>
          <a:effectLst>
            <a:outerShdw blurRad="635000" sx="105000" sy="105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8" name="Rounded Rectangle 7">
            <a:extLst>
              <a:ext uri="{FF2B5EF4-FFF2-40B4-BE49-F238E27FC236}">
                <a16:creationId xmlns:a16="http://schemas.microsoft.com/office/drawing/2014/main" id="{47AD5D69-64A3-4C74-1FD4-1CCE82FB8A84}"/>
              </a:ext>
            </a:extLst>
          </p:cNvPr>
          <p:cNvSpPr/>
          <p:nvPr userDrawn="1"/>
        </p:nvSpPr>
        <p:spPr>
          <a:xfrm>
            <a:off x="549187" y="2671006"/>
            <a:ext cx="2959539" cy="3561962"/>
          </a:xfrm>
          <a:prstGeom prst="roundRect">
            <a:avLst>
              <a:gd name="adj" fmla="val 4811"/>
            </a:avLst>
          </a:prstGeom>
          <a:solidFill>
            <a:schemeClr val="bg1"/>
          </a:solidFill>
          <a:ln>
            <a:noFill/>
          </a:ln>
          <a:effectLst>
            <a:outerShdw blurRad="635000" sx="105000" sy="105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ounded Rectangle 9">
            <a:extLst>
              <a:ext uri="{FF2B5EF4-FFF2-40B4-BE49-F238E27FC236}">
                <a16:creationId xmlns:a16="http://schemas.microsoft.com/office/drawing/2014/main" id="{0664F654-C0F2-7D70-12F0-5C73A10164D8}"/>
              </a:ext>
            </a:extLst>
          </p:cNvPr>
          <p:cNvSpPr/>
          <p:nvPr userDrawn="1"/>
        </p:nvSpPr>
        <p:spPr>
          <a:xfrm>
            <a:off x="4629262" y="2671006"/>
            <a:ext cx="2959539" cy="3561962"/>
          </a:xfrm>
          <a:prstGeom prst="roundRect">
            <a:avLst>
              <a:gd name="adj" fmla="val 4811"/>
            </a:avLst>
          </a:prstGeom>
          <a:solidFill>
            <a:schemeClr val="bg1"/>
          </a:solidFill>
          <a:ln>
            <a:noFill/>
          </a:ln>
          <a:effectLst>
            <a:outerShdw blurRad="635000" sx="105000" sy="105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ounded Rectangle 11">
            <a:extLst>
              <a:ext uri="{FF2B5EF4-FFF2-40B4-BE49-F238E27FC236}">
                <a16:creationId xmlns:a16="http://schemas.microsoft.com/office/drawing/2014/main" id="{537A6078-53C8-4BCE-FA7F-89D22C57CB22}"/>
              </a:ext>
            </a:extLst>
          </p:cNvPr>
          <p:cNvSpPr/>
          <p:nvPr userDrawn="1"/>
        </p:nvSpPr>
        <p:spPr>
          <a:xfrm>
            <a:off x="8709338" y="2671006"/>
            <a:ext cx="2959539" cy="3561962"/>
          </a:xfrm>
          <a:prstGeom prst="roundRect">
            <a:avLst>
              <a:gd name="adj" fmla="val 4811"/>
            </a:avLst>
          </a:prstGeom>
          <a:solidFill>
            <a:schemeClr val="bg1"/>
          </a:solidFill>
          <a:ln>
            <a:noFill/>
          </a:ln>
          <a:effectLst>
            <a:outerShdw blurRad="635000" sx="105000" sy="105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Content Placeholder 2">
            <a:extLst>
              <a:ext uri="{FF2B5EF4-FFF2-40B4-BE49-F238E27FC236}">
                <a16:creationId xmlns:a16="http://schemas.microsoft.com/office/drawing/2014/main" id="{09D3A4FA-CF4E-D649-8903-34BEF45A27F7}"/>
              </a:ext>
            </a:extLst>
          </p:cNvPr>
          <p:cNvSpPr>
            <a:spLocks noGrp="1"/>
          </p:cNvSpPr>
          <p:nvPr>
            <p:ph idx="1" hasCustomPrompt="1"/>
          </p:nvPr>
        </p:nvSpPr>
        <p:spPr>
          <a:xfrm>
            <a:off x="549187" y="2133607"/>
            <a:ext cx="1826900" cy="412399"/>
          </a:xfrm>
          <a:noFill/>
        </p:spPr>
        <p:txBody>
          <a:bodyPr lIns="0">
            <a:noAutofit/>
          </a:bodyPr>
          <a:lstStyle>
            <a:lvl1pPr marL="0" indent="0" algn="l" defTabSz="914400" rtl="0" eaLnBrk="1" latinLnBrk="0" hangingPunct="1">
              <a:lnSpc>
                <a:spcPct val="100000"/>
              </a:lnSpc>
              <a:spcBef>
                <a:spcPts val="0"/>
              </a:spcBef>
              <a:buNone/>
              <a:defRPr lang="en-US" sz="1400" b="0" i="0" kern="120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Header</a:t>
            </a:r>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0"/>
            <a:ext cx="543845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262530"/>
            <a:ext cx="10515600" cy="500130"/>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5" name="Cross 14">
            <a:extLst>
              <a:ext uri="{FF2B5EF4-FFF2-40B4-BE49-F238E27FC236}">
                <a16:creationId xmlns:a16="http://schemas.microsoft.com/office/drawing/2014/main" id="{F02E0607-8917-AC40-BC70-8FD1135114FE}"/>
              </a:ext>
            </a:extLst>
          </p:cNvPr>
          <p:cNvSpPr>
            <a:spLocks noChangeAspect="1"/>
          </p:cNvSpPr>
          <p:nvPr userDrawn="1"/>
        </p:nvSpPr>
        <p:spPr>
          <a:xfrm>
            <a:off x="3764183" y="4116893"/>
            <a:ext cx="602145" cy="602145"/>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venir Next" panose="020B0503020202020204" pitchFamily="34" charset="0"/>
            </a:endParaRPr>
          </a:p>
        </p:txBody>
      </p:sp>
      <p:sp>
        <p:nvSpPr>
          <p:cNvPr id="16" name="Equal 15">
            <a:extLst>
              <a:ext uri="{FF2B5EF4-FFF2-40B4-BE49-F238E27FC236}">
                <a16:creationId xmlns:a16="http://schemas.microsoft.com/office/drawing/2014/main" id="{6F2F1E6A-702C-4249-8B4E-DB4E4FFC92DD}"/>
              </a:ext>
            </a:extLst>
          </p:cNvPr>
          <p:cNvSpPr>
            <a:spLocks/>
          </p:cNvSpPr>
          <p:nvPr userDrawn="1"/>
        </p:nvSpPr>
        <p:spPr>
          <a:xfrm>
            <a:off x="7741283" y="4116213"/>
            <a:ext cx="824336" cy="603504"/>
          </a:xfrm>
          <a:prstGeom prst="mathEqual">
            <a:avLst>
              <a:gd name="adj1" fmla="val 18785"/>
              <a:gd name="adj2" fmla="val 19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venir Next" panose="020B0503020202020204" pitchFamily="34" charset="0"/>
            </a:endParaRPr>
          </a:p>
        </p:txBody>
      </p:sp>
      <p:sp>
        <p:nvSpPr>
          <p:cNvPr id="21" name="Text Placeholder 6">
            <a:extLst>
              <a:ext uri="{FF2B5EF4-FFF2-40B4-BE49-F238E27FC236}">
                <a16:creationId xmlns:a16="http://schemas.microsoft.com/office/drawing/2014/main" id="{E200AC3F-45AF-6741-8199-8568421AD62F}"/>
              </a:ext>
            </a:extLst>
          </p:cNvPr>
          <p:cNvSpPr>
            <a:spLocks noGrp="1"/>
          </p:cNvSpPr>
          <p:nvPr>
            <p:ph type="body" sz="quarter" idx="20" hasCustomPrompt="1"/>
          </p:nvPr>
        </p:nvSpPr>
        <p:spPr>
          <a:xfrm>
            <a:off x="697510" y="3429000"/>
            <a:ext cx="2705194" cy="2036763"/>
          </a:xfrm>
        </p:spPr>
        <p:txBody>
          <a:bodyPr anchor="ctr">
            <a:normAutofit/>
          </a:bodyPr>
          <a:lstStyle>
            <a:lvl1pPr marL="0" marR="0" indent="0" algn="l" defTabSz="914400" rtl="0" eaLnBrk="1" fontAlgn="auto" latinLnBrk="0" hangingPunct="1">
              <a:lnSpc>
                <a:spcPct val="100000"/>
              </a:lnSpc>
              <a:spcBef>
                <a:spcPts val="3600"/>
              </a:spcBef>
              <a:spcAft>
                <a:spcPts val="0"/>
              </a:spcAft>
              <a:buClrTx/>
              <a:buSzTx/>
              <a:buFont typeface="Arial"/>
              <a:buNone/>
              <a:tabLst/>
              <a:defRPr lang="en-US" sz="1200" kern="1200" spc="40" dirty="0" smtClean="0">
                <a:solidFill>
                  <a:schemeClr val="tx1"/>
                </a:solidFill>
                <a:latin typeface="+mn-lt"/>
                <a:ea typeface="Avenir Next" panose="020B0503020202020204" pitchFamily="34" charset="0"/>
                <a:cs typeface="Avenir Next" panose="020B0503020202020204" pitchFamily="34" charset="0"/>
              </a:defRPr>
            </a:lvl1pPr>
            <a:lvl2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2pPr>
            <a:lvl3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3pPr>
            <a:lvl4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4pPr>
            <a:lvl5pPr marL="0" algn="l" defTabSz="914400" rtl="0" eaLnBrk="1" latinLnBrk="0" hangingPunct="1">
              <a:defRPr lang="en-US" sz="1200" kern="1200" spc="40" dirty="0">
                <a:solidFill>
                  <a:schemeClr val="tx1"/>
                </a:solidFill>
                <a:latin typeface="Ford Antenna Regular" panose="02000505000000020004" pitchFamily="2" charset="0"/>
                <a:ea typeface="Ford Antenna Light" charset="0"/>
                <a:cs typeface="Ford Antenna Light" charset="0"/>
              </a:defRPr>
            </a:lvl5pPr>
          </a:lstStyle>
          <a:p>
            <a:pPr lvl="0"/>
            <a:r>
              <a:rPr lang="en-US" dirty="0"/>
              <a:t>Bullet Content Here</a:t>
            </a:r>
          </a:p>
          <a:p>
            <a:pPr marL="0" marR="0" lvl="0" indent="0" algn="l" defTabSz="914400" rtl="0" eaLnBrk="1" fontAlgn="auto" latinLnBrk="0" hangingPunct="1">
              <a:lnSpc>
                <a:spcPct val="100000"/>
              </a:lnSpc>
              <a:spcBef>
                <a:spcPts val="3600"/>
              </a:spcBef>
              <a:spcAft>
                <a:spcPts val="0"/>
              </a:spcAft>
              <a:buClrTx/>
              <a:buSzTx/>
              <a:buFont typeface="Arial"/>
              <a:buNone/>
              <a:tabLst/>
              <a:defRPr/>
            </a:pPr>
            <a:r>
              <a:rPr lang="en-US" dirty="0"/>
              <a:t>Bullet Content Here</a:t>
            </a:r>
          </a:p>
          <a:p>
            <a:pPr marL="0" marR="0" lvl="0" indent="0" algn="l" defTabSz="914400" rtl="0" eaLnBrk="1" fontAlgn="auto" latinLnBrk="0" hangingPunct="1">
              <a:lnSpc>
                <a:spcPct val="100000"/>
              </a:lnSpc>
              <a:spcBef>
                <a:spcPts val="3600"/>
              </a:spcBef>
              <a:spcAft>
                <a:spcPts val="0"/>
              </a:spcAft>
              <a:buClrTx/>
              <a:buSzTx/>
              <a:buFont typeface="Arial"/>
              <a:buNone/>
              <a:tabLst/>
              <a:defRPr/>
            </a:pPr>
            <a:r>
              <a:rPr lang="en-US" dirty="0"/>
              <a:t>Bullet Content Here</a:t>
            </a:r>
          </a:p>
        </p:txBody>
      </p:sp>
      <p:sp>
        <p:nvSpPr>
          <p:cNvPr id="24" name="Text Placeholder 6">
            <a:extLst>
              <a:ext uri="{FF2B5EF4-FFF2-40B4-BE49-F238E27FC236}">
                <a16:creationId xmlns:a16="http://schemas.microsoft.com/office/drawing/2014/main" id="{45AACC7F-D51C-854F-9377-4DE3E7E30560}"/>
              </a:ext>
            </a:extLst>
          </p:cNvPr>
          <p:cNvSpPr>
            <a:spLocks noGrp="1"/>
          </p:cNvSpPr>
          <p:nvPr>
            <p:ph type="body" sz="quarter" idx="23" hasCustomPrompt="1"/>
          </p:nvPr>
        </p:nvSpPr>
        <p:spPr>
          <a:xfrm>
            <a:off x="4771670" y="3429000"/>
            <a:ext cx="2705194" cy="2036763"/>
          </a:xfrm>
        </p:spPr>
        <p:txBody>
          <a:bodyPr anchor="ctr">
            <a:normAutofit/>
          </a:bodyPr>
          <a:lstStyle>
            <a:lvl1pPr marL="0" marR="0" indent="0" algn="l" defTabSz="914400" rtl="0" eaLnBrk="1" fontAlgn="auto" latinLnBrk="0" hangingPunct="1">
              <a:lnSpc>
                <a:spcPct val="100000"/>
              </a:lnSpc>
              <a:spcBef>
                <a:spcPts val="3600"/>
              </a:spcBef>
              <a:spcAft>
                <a:spcPts val="0"/>
              </a:spcAft>
              <a:buClrTx/>
              <a:buSzTx/>
              <a:buFont typeface="Arial"/>
              <a:buNone/>
              <a:tabLst/>
              <a:defRPr lang="en-US" sz="1200" kern="1200" spc="40" dirty="0" smtClean="0">
                <a:solidFill>
                  <a:schemeClr val="tx1"/>
                </a:solidFill>
                <a:latin typeface="+mn-lt"/>
                <a:ea typeface="Avenir Next" panose="020B0503020202020204" pitchFamily="34" charset="0"/>
                <a:cs typeface="Avenir Next" panose="020B0503020202020204" pitchFamily="34" charset="0"/>
              </a:defRPr>
            </a:lvl1pPr>
            <a:lvl2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2pPr>
            <a:lvl3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3pPr>
            <a:lvl4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4pPr>
            <a:lvl5pPr marL="0" algn="l" defTabSz="914400" rtl="0" eaLnBrk="1" latinLnBrk="0" hangingPunct="1">
              <a:defRPr lang="en-US" sz="1200" kern="1200" spc="40" dirty="0">
                <a:solidFill>
                  <a:schemeClr val="tx1"/>
                </a:solidFill>
                <a:latin typeface="Ford Antenna Regular" panose="02000505000000020004" pitchFamily="2" charset="0"/>
                <a:ea typeface="Ford Antenna Light" charset="0"/>
                <a:cs typeface="Ford Antenna Light" charset="0"/>
              </a:defRPr>
            </a:lvl5pPr>
          </a:lstStyle>
          <a:p>
            <a:pPr lvl="0"/>
            <a:r>
              <a:rPr lang="en-US" dirty="0"/>
              <a:t>Bullet Content Here</a:t>
            </a:r>
          </a:p>
          <a:p>
            <a:pPr marL="0" marR="0" lvl="0" indent="0" algn="l" defTabSz="914400" rtl="0" eaLnBrk="1" fontAlgn="auto" latinLnBrk="0" hangingPunct="1">
              <a:lnSpc>
                <a:spcPct val="100000"/>
              </a:lnSpc>
              <a:spcBef>
                <a:spcPts val="3600"/>
              </a:spcBef>
              <a:spcAft>
                <a:spcPts val="0"/>
              </a:spcAft>
              <a:buClrTx/>
              <a:buSzTx/>
              <a:buFont typeface="Arial"/>
              <a:buNone/>
              <a:tabLst/>
              <a:defRPr/>
            </a:pPr>
            <a:r>
              <a:rPr lang="en-US" dirty="0"/>
              <a:t>Bullet Content Here</a:t>
            </a:r>
          </a:p>
          <a:p>
            <a:pPr marL="0" marR="0" lvl="0" indent="0" algn="l" defTabSz="914400" rtl="0" eaLnBrk="1" fontAlgn="auto" latinLnBrk="0" hangingPunct="1">
              <a:lnSpc>
                <a:spcPct val="100000"/>
              </a:lnSpc>
              <a:spcBef>
                <a:spcPts val="3600"/>
              </a:spcBef>
              <a:spcAft>
                <a:spcPts val="0"/>
              </a:spcAft>
              <a:buClrTx/>
              <a:buSzTx/>
              <a:buFont typeface="Arial"/>
              <a:buNone/>
              <a:tabLst/>
              <a:defRPr/>
            </a:pPr>
            <a:r>
              <a:rPr lang="en-US" dirty="0"/>
              <a:t>Bullet Content Here</a:t>
            </a:r>
          </a:p>
        </p:txBody>
      </p:sp>
      <p:sp>
        <p:nvSpPr>
          <p:cNvPr id="27" name="Text Placeholder 6">
            <a:extLst>
              <a:ext uri="{FF2B5EF4-FFF2-40B4-BE49-F238E27FC236}">
                <a16:creationId xmlns:a16="http://schemas.microsoft.com/office/drawing/2014/main" id="{3DDC3310-9A03-7848-A0B6-B9EE4174A06E}"/>
              </a:ext>
            </a:extLst>
          </p:cNvPr>
          <p:cNvSpPr>
            <a:spLocks noGrp="1"/>
          </p:cNvSpPr>
          <p:nvPr>
            <p:ph type="body" sz="quarter" idx="26" hasCustomPrompt="1"/>
          </p:nvPr>
        </p:nvSpPr>
        <p:spPr>
          <a:xfrm>
            <a:off x="8845830" y="3429000"/>
            <a:ext cx="2705194" cy="2036763"/>
          </a:xfrm>
        </p:spPr>
        <p:txBody>
          <a:bodyPr anchor="ctr">
            <a:normAutofit/>
          </a:bodyPr>
          <a:lstStyle>
            <a:lvl1pPr marL="0" marR="0" indent="0" algn="l" defTabSz="914400" rtl="0" eaLnBrk="1" fontAlgn="auto" latinLnBrk="0" hangingPunct="1">
              <a:lnSpc>
                <a:spcPct val="100000"/>
              </a:lnSpc>
              <a:spcBef>
                <a:spcPts val="3600"/>
              </a:spcBef>
              <a:spcAft>
                <a:spcPts val="0"/>
              </a:spcAft>
              <a:buClrTx/>
              <a:buSzTx/>
              <a:buFont typeface="Arial"/>
              <a:buNone/>
              <a:tabLst/>
              <a:defRPr lang="en-US" sz="1200" kern="1200" spc="40" dirty="0" smtClean="0">
                <a:solidFill>
                  <a:schemeClr val="tx1"/>
                </a:solidFill>
                <a:latin typeface="+mn-lt"/>
                <a:ea typeface="Avenir Next" panose="020B0503020202020204" pitchFamily="34" charset="0"/>
                <a:cs typeface="Avenir Next" panose="020B0503020202020204" pitchFamily="34" charset="0"/>
              </a:defRPr>
            </a:lvl1pPr>
            <a:lvl2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2pPr>
            <a:lvl3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3pPr>
            <a:lvl4pPr marL="0" algn="l" defTabSz="914400" rtl="0" eaLnBrk="1" latinLnBrk="0" hangingPunct="1">
              <a:defRPr lang="en-US" sz="1200" kern="1200" spc="40" dirty="0" smtClean="0">
                <a:solidFill>
                  <a:schemeClr val="tx1"/>
                </a:solidFill>
                <a:latin typeface="Ford Antenna Regular" panose="02000505000000020004" pitchFamily="2" charset="0"/>
                <a:ea typeface="Ford Antenna Light" charset="0"/>
                <a:cs typeface="Ford Antenna Light" charset="0"/>
              </a:defRPr>
            </a:lvl4pPr>
            <a:lvl5pPr marL="0" algn="l" defTabSz="914400" rtl="0" eaLnBrk="1" latinLnBrk="0" hangingPunct="1">
              <a:defRPr lang="en-US" sz="1200" kern="1200" spc="40" dirty="0">
                <a:solidFill>
                  <a:schemeClr val="tx1"/>
                </a:solidFill>
                <a:latin typeface="Ford Antenna Regular" panose="02000505000000020004" pitchFamily="2" charset="0"/>
                <a:ea typeface="Ford Antenna Light" charset="0"/>
                <a:cs typeface="Ford Antenna Light" charset="0"/>
              </a:defRPr>
            </a:lvl5pPr>
          </a:lstStyle>
          <a:p>
            <a:pPr lvl="0"/>
            <a:r>
              <a:rPr lang="en-US" dirty="0"/>
              <a:t>Bullet Content Here</a:t>
            </a:r>
          </a:p>
          <a:p>
            <a:pPr marL="0" marR="0" lvl="0" indent="0" algn="l" defTabSz="914400" rtl="0" eaLnBrk="1" fontAlgn="auto" latinLnBrk="0" hangingPunct="1">
              <a:lnSpc>
                <a:spcPct val="100000"/>
              </a:lnSpc>
              <a:spcBef>
                <a:spcPts val="3600"/>
              </a:spcBef>
              <a:spcAft>
                <a:spcPts val="0"/>
              </a:spcAft>
              <a:buClrTx/>
              <a:buSzTx/>
              <a:buFont typeface="Arial"/>
              <a:buNone/>
              <a:tabLst/>
              <a:defRPr/>
            </a:pPr>
            <a:r>
              <a:rPr lang="en-US" dirty="0"/>
              <a:t>Bullet Content Here</a:t>
            </a:r>
          </a:p>
          <a:p>
            <a:pPr marL="0" marR="0" lvl="0" indent="0" algn="l" defTabSz="914400" rtl="0" eaLnBrk="1" fontAlgn="auto" latinLnBrk="0" hangingPunct="1">
              <a:lnSpc>
                <a:spcPct val="100000"/>
              </a:lnSpc>
              <a:spcBef>
                <a:spcPts val="3600"/>
              </a:spcBef>
              <a:spcAft>
                <a:spcPts val="0"/>
              </a:spcAft>
              <a:buClrTx/>
              <a:buSzTx/>
              <a:buFont typeface="Arial"/>
              <a:buNone/>
              <a:tabLst/>
              <a:defRPr/>
            </a:pPr>
            <a:r>
              <a:rPr lang="en-US" dirty="0"/>
              <a:t>Bullet Content Here</a:t>
            </a:r>
          </a:p>
        </p:txBody>
      </p:sp>
      <p:sp>
        <p:nvSpPr>
          <p:cNvPr id="19" name="Text Placeholder 4">
            <a:extLst>
              <a:ext uri="{FF2B5EF4-FFF2-40B4-BE49-F238E27FC236}">
                <a16:creationId xmlns:a16="http://schemas.microsoft.com/office/drawing/2014/main" id="{7384C527-0CD4-A948-B9DA-6CF0CB520B19}"/>
              </a:ext>
            </a:extLst>
          </p:cNvPr>
          <p:cNvSpPr>
            <a:spLocks noGrp="1"/>
          </p:cNvSpPr>
          <p:nvPr>
            <p:ph type="body" sz="quarter" idx="18" hasCustomPrompt="1"/>
          </p:nvPr>
        </p:nvSpPr>
        <p:spPr>
          <a:xfrm>
            <a:off x="697509" y="2801762"/>
            <a:ext cx="2705193" cy="523220"/>
          </a:xfrm>
          <a:solidFill>
            <a:schemeClr val="bg1"/>
          </a:solidFill>
        </p:spPr>
        <p:txBody>
          <a:bodyPr wrap="square">
            <a:spAutoFit/>
          </a:bodyPr>
          <a:lstStyle>
            <a:lvl1pPr marL="0" algn="l" defTabSz="914400" rtl="0" eaLnBrk="1" latinLnBrk="0" hangingPunct="1">
              <a:lnSpc>
                <a:spcPct val="100000"/>
              </a:lnSpc>
              <a:spcBef>
                <a:spcPts val="0"/>
              </a:spcBef>
              <a:defRPr lang="en-US" sz="1400" b="0" i="0" kern="1200" spc="40" dirty="0" smtClean="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a:t>
            </a:r>
            <a:br>
              <a:rPr lang="en-US" dirty="0"/>
            </a:br>
            <a:r>
              <a:rPr lang="en-US" dirty="0"/>
              <a:t>Ipsum</a:t>
            </a:r>
          </a:p>
        </p:txBody>
      </p:sp>
      <p:sp>
        <p:nvSpPr>
          <p:cNvPr id="22" name="Text Placeholder 4">
            <a:extLst>
              <a:ext uri="{FF2B5EF4-FFF2-40B4-BE49-F238E27FC236}">
                <a16:creationId xmlns:a16="http://schemas.microsoft.com/office/drawing/2014/main" id="{D511FC0D-B46D-BE48-B824-84090F564D19}"/>
              </a:ext>
            </a:extLst>
          </p:cNvPr>
          <p:cNvSpPr>
            <a:spLocks noGrp="1"/>
          </p:cNvSpPr>
          <p:nvPr>
            <p:ph type="body" sz="quarter" idx="21" hasCustomPrompt="1"/>
          </p:nvPr>
        </p:nvSpPr>
        <p:spPr>
          <a:xfrm>
            <a:off x="4771669" y="2801762"/>
            <a:ext cx="2705193" cy="523220"/>
          </a:xfrm>
          <a:solidFill>
            <a:schemeClr val="bg1"/>
          </a:solidFill>
        </p:spPr>
        <p:txBody>
          <a:bodyPr wrap="square">
            <a:spAutoFit/>
          </a:bodyPr>
          <a:lstStyle>
            <a:lvl1pPr marL="0" algn="l" defTabSz="914400" rtl="0" eaLnBrk="1" latinLnBrk="0" hangingPunct="1">
              <a:lnSpc>
                <a:spcPct val="100000"/>
              </a:lnSpc>
              <a:spcBef>
                <a:spcPts val="0"/>
              </a:spcBef>
              <a:defRPr lang="en-US" sz="1400" b="1" i="0" kern="1200" spc="40" dirty="0" smtClean="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a:t>
            </a:r>
            <a:br>
              <a:rPr lang="en-US" dirty="0"/>
            </a:br>
            <a:r>
              <a:rPr lang="en-US" dirty="0"/>
              <a:t>Ipsum</a:t>
            </a:r>
          </a:p>
        </p:txBody>
      </p:sp>
      <p:sp>
        <p:nvSpPr>
          <p:cNvPr id="25" name="Text Placeholder 4">
            <a:extLst>
              <a:ext uri="{FF2B5EF4-FFF2-40B4-BE49-F238E27FC236}">
                <a16:creationId xmlns:a16="http://schemas.microsoft.com/office/drawing/2014/main" id="{0F82C114-47CD-A745-8838-6795228FE5AF}"/>
              </a:ext>
            </a:extLst>
          </p:cNvPr>
          <p:cNvSpPr>
            <a:spLocks noGrp="1"/>
          </p:cNvSpPr>
          <p:nvPr>
            <p:ph type="body" sz="quarter" idx="24" hasCustomPrompt="1"/>
          </p:nvPr>
        </p:nvSpPr>
        <p:spPr>
          <a:xfrm>
            <a:off x="8845829" y="2801762"/>
            <a:ext cx="2705193" cy="523220"/>
          </a:xfrm>
          <a:solidFill>
            <a:schemeClr val="bg1"/>
          </a:solidFill>
        </p:spPr>
        <p:txBody>
          <a:bodyPr wrap="square">
            <a:spAutoFit/>
          </a:bodyPr>
          <a:lstStyle>
            <a:lvl1pPr marL="0" algn="l" defTabSz="914400" rtl="0" eaLnBrk="1" latinLnBrk="0" hangingPunct="1">
              <a:lnSpc>
                <a:spcPct val="100000"/>
              </a:lnSpc>
              <a:spcBef>
                <a:spcPts val="0"/>
              </a:spcBef>
              <a:defRPr lang="en-US" sz="1400" b="1" i="0" kern="1200" spc="40" dirty="0" smtClean="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a:t>
            </a:r>
            <a:br>
              <a:rPr lang="en-US" dirty="0"/>
            </a:br>
            <a:r>
              <a:rPr lang="en-US" dirty="0"/>
              <a:t>Ipsum</a:t>
            </a:r>
          </a:p>
        </p:txBody>
      </p:sp>
      <p:sp>
        <p:nvSpPr>
          <p:cNvPr id="3" name="Text Placeholder 4">
            <a:extLst>
              <a:ext uri="{FF2B5EF4-FFF2-40B4-BE49-F238E27FC236}">
                <a16:creationId xmlns:a16="http://schemas.microsoft.com/office/drawing/2014/main" id="{406DE37B-3588-4FEA-1927-1346103AE0FD}"/>
              </a:ext>
            </a:extLst>
          </p:cNvPr>
          <p:cNvSpPr>
            <a:spLocks noGrp="1"/>
          </p:cNvSpPr>
          <p:nvPr>
            <p:ph type="body" sz="quarter" idx="27" hasCustomPrompt="1"/>
          </p:nvPr>
        </p:nvSpPr>
        <p:spPr>
          <a:xfrm>
            <a:off x="697510" y="5510948"/>
            <a:ext cx="2705192" cy="523220"/>
          </a:xfrm>
          <a:solidFill>
            <a:schemeClr val="bg1"/>
          </a:solidFill>
        </p:spPr>
        <p:txBody>
          <a:bodyPr wrap="square">
            <a:spAutoFit/>
          </a:bodyPr>
          <a:lstStyle>
            <a:lvl1pPr marL="0" algn="l" defTabSz="914400" rtl="0" eaLnBrk="1" latinLnBrk="0" hangingPunct="1">
              <a:lnSpc>
                <a:spcPct val="100000"/>
              </a:lnSpc>
              <a:spcBef>
                <a:spcPts val="0"/>
              </a:spcBef>
              <a:defRPr lang="en-US" sz="1400" b="1" i="1" kern="1200" spc="4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a:t>
            </a:r>
            <a:br>
              <a:rPr lang="en-US" dirty="0"/>
            </a:br>
            <a:r>
              <a:rPr lang="en-US" dirty="0"/>
              <a:t>Ipsum</a:t>
            </a:r>
          </a:p>
        </p:txBody>
      </p:sp>
      <p:sp>
        <p:nvSpPr>
          <p:cNvPr id="4" name="Text Placeholder 4">
            <a:extLst>
              <a:ext uri="{FF2B5EF4-FFF2-40B4-BE49-F238E27FC236}">
                <a16:creationId xmlns:a16="http://schemas.microsoft.com/office/drawing/2014/main" id="{489CA32D-24A4-A00F-E46D-FEB64D27BD5D}"/>
              </a:ext>
            </a:extLst>
          </p:cNvPr>
          <p:cNvSpPr>
            <a:spLocks noGrp="1"/>
          </p:cNvSpPr>
          <p:nvPr>
            <p:ph type="body" sz="quarter" idx="28" hasCustomPrompt="1"/>
          </p:nvPr>
        </p:nvSpPr>
        <p:spPr>
          <a:xfrm>
            <a:off x="4771670" y="5510948"/>
            <a:ext cx="2705192" cy="523220"/>
          </a:xfrm>
          <a:solidFill>
            <a:schemeClr val="bg1"/>
          </a:solidFill>
        </p:spPr>
        <p:txBody>
          <a:bodyPr wrap="square">
            <a:spAutoFit/>
          </a:bodyPr>
          <a:lstStyle>
            <a:lvl1pPr marL="0" algn="l" defTabSz="914400" rtl="0" eaLnBrk="1" latinLnBrk="0" hangingPunct="1">
              <a:lnSpc>
                <a:spcPct val="100000"/>
              </a:lnSpc>
              <a:spcBef>
                <a:spcPts val="0"/>
              </a:spcBef>
              <a:defRPr lang="en-US" sz="1400" b="1" i="1" kern="1200" spc="4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a:t>
            </a:r>
            <a:br>
              <a:rPr lang="en-US" dirty="0"/>
            </a:br>
            <a:r>
              <a:rPr lang="en-US" dirty="0"/>
              <a:t>Ipsum</a:t>
            </a:r>
          </a:p>
        </p:txBody>
      </p:sp>
      <p:sp>
        <p:nvSpPr>
          <p:cNvPr id="7" name="Text Placeholder 4">
            <a:extLst>
              <a:ext uri="{FF2B5EF4-FFF2-40B4-BE49-F238E27FC236}">
                <a16:creationId xmlns:a16="http://schemas.microsoft.com/office/drawing/2014/main" id="{64961219-2E9E-6740-64B9-CFB0723813E2}"/>
              </a:ext>
            </a:extLst>
          </p:cNvPr>
          <p:cNvSpPr>
            <a:spLocks noGrp="1"/>
          </p:cNvSpPr>
          <p:nvPr>
            <p:ph type="body" sz="quarter" idx="29" hasCustomPrompt="1"/>
          </p:nvPr>
        </p:nvSpPr>
        <p:spPr>
          <a:xfrm>
            <a:off x="8845830" y="5510948"/>
            <a:ext cx="2705192" cy="523220"/>
          </a:xfrm>
          <a:solidFill>
            <a:schemeClr val="bg1"/>
          </a:solidFill>
        </p:spPr>
        <p:txBody>
          <a:bodyPr wrap="square">
            <a:spAutoFit/>
          </a:bodyPr>
          <a:lstStyle>
            <a:lvl1pPr marL="0" algn="l" defTabSz="914400" rtl="0" eaLnBrk="1" latinLnBrk="0" hangingPunct="1">
              <a:lnSpc>
                <a:spcPct val="100000"/>
              </a:lnSpc>
              <a:spcBef>
                <a:spcPts val="0"/>
              </a:spcBef>
              <a:defRPr lang="en-US" sz="1400" b="1" i="1" kern="1200" spc="40" dirty="0" smtClean="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a:t>
            </a:r>
            <a:br>
              <a:rPr lang="en-US" dirty="0"/>
            </a:br>
            <a:r>
              <a:rPr lang="en-US" dirty="0"/>
              <a:t>Ipsum</a:t>
            </a:r>
          </a:p>
        </p:txBody>
      </p:sp>
      <p:pic>
        <p:nvPicPr>
          <p:cNvPr id="14" name="Graphic 13">
            <a:extLst>
              <a:ext uri="{FF2B5EF4-FFF2-40B4-BE49-F238E27FC236}">
                <a16:creationId xmlns:a16="http://schemas.microsoft.com/office/drawing/2014/main" id="{F8C2FAE1-C3F0-29BA-8131-95C0802A3D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26" name="Slide Number Placeholder 5">
            <a:extLst>
              <a:ext uri="{FF2B5EF4-FFF2-40B4-BE49-F238E27FC236}">
                <a16:creationId xmlns:a16="http://schemas.microsoft.com/office/drawing/2014/main" id="{DF0A90DC-A86A-4400-A758-C85233A1984A}"/>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792278034"/>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hree statements">
    <p:bg>
      <p:bgPr>
        <a:solidFill>
          <a:schemeClr val="bg1"/>
        </a:solidFill>
        <a:effectLst/>
      </p:bgPr>
    </p:bg>
    <p:spTree>
      <p:nvGrpSpPr>
        <p:cNvPr id="1" name=""/>
        <p:cNvGrpSpPr/>
        <p:nvPr/>
      </p:nvGrpSpPr>
      <p:grpSpPr>
        <a:xfrm>
          <a:off x="0" y="0"/>
          <a:ext cx="0" cy="0"/>
          <a:chOff x="0" y="0"/>
          <a:chExt cx="0" cy="0"/>
        </a:xfrm>
      </p:grpSpPr>
      <p:sp>
        <p:nvSpPr>
          <p:cNvPr id="14" name="Text Placeholder 38">
            <a:extLst>
              <a:ext uri="{FF2B5EF4-FFF2-40B4-BE49-F238E27FC236}">
                <a16:creationId xmlns:a16="http://schemas.microsoft.com/office/drawing/2014/main" id="{3483B524-8591-0646-977B-9200FFB1D8C2}"/>
              </a:ext>
            </a:extLst>
          </p:cNvPr>
          <p:cNvSpPr>
            <a:spLocks noGrp="1"/>
          </p:cNvSpPr>
          <p:nvPr>
            <p:ph type="body" sz="quarter" idx="20"/>
          </p:nvPr>
        </p:nvSpPr>
        <p:spPr>
          <a:xfrm>
            <a:off x="374904" y="3086099"/>
            <a:ext cx="2644097" cy="2035916"/>
          </a:xfrm>
        </p:spPr>
        <p:txBody>
          <a:bodyPr lIns="0">
            <a:noAutofit/>
          </a:bodyPr>
          <a:lstStyle>
            <a:lvl1pPr>
              <a:lnSpc>
                <a:spcPct val="100000"/>
              </a:lnSpc>
              <a:spcBef>
                <a:spcPts val="0"/>
              </a:spcBef>
              <a:defRPr sz="2000" b="0" i="0" spc="-20" baseline="0">
                <a:solidFill>
                  <a:schemeClr val="tx1"/>
                </a:solidFill>
                <a:latin typeface="+mn-lt"/>
              </a:defRPr>
            </a:lvl1pPr>
          </a:lstStyle>
          <a:p>
            <a:pPr lvl="0"/>
            <a:r>
              <a:rPr lang="en-US" dirty="0"/>
              <a:t>Click to edit Master text styles</a:t>
            </a:r>
          </a:p>
        </p:txBody>
      </p:sp>
      <p:sp>
        <p:nvSpPr>
          <p:cNvPr id="16" name="Text Placeholder 38">
            <a:extLst>
              <a:ext uri="{FF2B5EF4-FFF2-40B4-BE49-F238E27FC236}">
                <a16:creationId xmlns:a16="http://schemas.microsoft.com/office/drawing/2014/main" id="{15BB0645-F9A6-1D4C-9762-86AE6115F210}"/>
              </a:ext>
            </a:extLst>
          </p:cNvPr>
          <p:cNvSpPr>
            <a:spLocks noGrp="1"/>
          </p:cNvSpPr>
          <p:nvPr>
            <p:ph type="body" sz="quarter" idx="22"/>
          </p:nvPr>
        </p:nvSpPr>
        <p:spPr>
          <a:xfrm>
            <a:off x="4580636" y="3086099"/>
            <a:ext cx="2704675" cy="2035916"/>
          </a:xfrm>
        </p:spPr>
        <p:txBody>
          <a:bodyPr lIns="0">
            <a:noAutofit/>
          </a:bodyPr>
          <a:lstStyle>
            <a:lvl1pPr>
              <a:lnSpc>
                <a:spcPct val="100000"/>
              </a:lnSpc>
              <a:spcBef>
                <a:spcPts val="0"/>
              </a:spcBef>
              <a:defRPr sz="2000" b="0" i="0" spc="-20" baseline="0">
                <a:solidFill>
                  <a:schemeClr val="tx1"/>
                </a:solidFill>
                <a:latin typeface="+mn-lt"/>
              </a:defRPr>
            </a:lvl1pPr>
          </a:lstStyle>
          <a:p>
            <a:pPr lvl="0"/>
            <a:r>
              <a:rPr lang="en-US" dirty="0"/>
              <a:t>Click to edit Master text styles</a:t>
            </a:r>
          </a:p>
        </p:txBody>
      </p:sp>
      <p:sp>
        <p:nvSpPr>
          <p:cNvPr id="17" name="Text Placeholder 38">
            <a:extLst>
              <a:ext uri="{FF2B5EF4-FFF2-40B4-BE49-F238E27FC236}">
                <a16:creationId xmlns:a16="http://schemas.microsoft.com/office/drawing/2014/main" id="{B3B21BC9-6225-B643-8723-8DEA0C8708B5}"/>
              </a:ext>
            </a:extLst>
          </p:cNvPr>
          <p:cNvSpPr>
            <a:spLocks noGrp="1"/>
          </p:cNvSpPr>
          <p:nvPr>
            <p:ph type="body" sz="quarter" idx="23"/>
          </p:nvPr>
        </p:nvSpPr>
        <p:spPr>
          <a:xfrm>
            <a:off x="8736478" y="3086099"/>
            <a:ext cx="2704675" cy="2035916"/>
          </a:xfrm>
        </p:spPr>
        <p:txBody>
          <a:bodyPr lIns="0">
            <a:noAutofit/>
          </a:bodyPr>
          <a:lstStyle>
            <a:lvl1pPr>
              <a:lnSpc>
                <a:spcPct val="100000"/>
              </a:lnSpc>
              <a:spcBef>
                <a:spcPts val="0"/>
              </a:spcBef>
              <a:defRPr sz="2000" b="0" i="0" spc="-20" baseline="0">
                <a:solidFill>
                  <a:schemeClr val="tx1"/>
                </a:solidFill>
                <a:latin typeface="+mn-lt"/>
              </a:defRPr>
            </a:lvl1pPr>
          </a:lstStyle>
          <a:p>
            <a:pPr lvl="0"/>
            <a:r>
              <a:rPr lang="en-US" dirty="0"/>
              <a:t>Click to edit Master text styles</a:t>
            </a:r>
          </a:p>
        </p:txBody>
      </p:sp>
      <p:sp>
        <p:nvSpPr>
          <p:cNvPr id="2" name="Title 1"/>
          <p:cNvSpPr>
            <a:spLocks noGrp="1"/>
          </p:cNvSpPr>
          <p:nvPr>
            <p:ph type="title"/>
          </p:nvPr>
        </p:nvSpPr>
        <p:spPr>
          <a:xfrm>
            <a:off x="374904" y="502920"/>
            <a:ext cx="7702296" cy="1027176"/>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11" name="Text Placeholder 8">
            <a:extLst>
              <a:ext uri="{FF2B5EF4-FFF2-40B4-BE49-F238E27FC236}">
                <a16:creationId xmlns:a16="http://schemas.microsoft.com/office/drawing/2014/main" id="{E845B4B4-8CAF-AACF-CEC2-94CE408CE155}"/>
              </a:ext>
            </a:extLst>
          </p:cNvPr>
          <p:cNvSpPr>
            <a:spLocks noGrp="1"/>
          </p:cNvSpPr>
          <p:nvPr>
            <p:ph type="body" sz="quarter" idx="13" hasCustomPrompt="1"/>
          </p:nvPr>
        </p:nvSpPr>
        <p:spPr>
          <a:xfrm>
            <a:off x="394999" y="286911"/>
            <a:ext cx="5639397" cy="198802"/>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6" name="Cross 5">
            <a:extLst>
              <a:ext uri="{FF2B5EF4-FFF2-40B4-BE49-F238E27FC236}">
                <a16:creationId xmlns:a16="http://schemas.microsoft.com/office/drawing/2014/main" id="{0F202F20-6052-CCF4-DE5F-4455EBDD6D9A}"/>
              </a:ext>
            </a:extLst>
          </p:cNvPr>
          <p:cNvSpPr>
            <a:spLocks noChangeAspect="1"/>
          </p:cNvSpPr>
          <p:nvPr userDrawn="1"/>
        </p:nvSpPr>
        <p:spPr>
          <a:xfrm>
            <a:off x="3297103" y="3127926"/>
            <a:ext cx="602145" cy="602145"/>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7" name="Cross 6">
            <a:extLst>
              <a:ext uri="{FF2B5EF4-FFF2-40B4-BE49-F238E27FC236}">
                <a16:creationId xmlns:a16="http://schemas.microsoft.com/office/drawing/2014/main" id="{4B5D3ADE-07F4-FC3B-9545-3C27389D5CD5}"/>
              </a:ext>
            </a:extLst>
          </p:cNvPr>
          <p:cNvSpPr>
            <a:spLocks noChangeAspect="1"/>
          </p:cNvSpPr>
          <p:nvPr userDrawn="1"/>
        </p:nvSpPr>
        <p:spPr>
          <a:xfrm>
            <a:off x="7475055" y="3127926"/>
            <a:ext cx="602145" cy="602145"/>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12" name="Slide Number Placeholder 5">
            <a:extLst>
              <a:ext uri="{FF2B5EF4-FFF2-40B4-BE49-F238E27FC236}">
                <a16:creationId xmlns:a16="http://schemas.microsoft.com/office/drawing/2014/main" id="{1D3D31A6-F62C-4598-B07D-A40570B104BD}"/>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03076224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umber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DD5E35D-5AE2-F446-89F4-375D4A9D959C}"/>
              </a:ext>
            </a:extLst>
          </p:cNvPr>
          <p:cNvSpPr>
            <a:spLocks noGrp="1"/>
          </p:cNvSpPr>
          <p:nvPr>
            <p:ph type="body" sz="quarter" idx="23" hasCustomPrompt="1"/>
          </p:nvPr>
        </p:nvSpPr>
        <p:spPr>
          <a:xfrm>
            <a:off x="464197" y="3782902"/>
            <a:ext cx="2381767" cy="2111034"/>
          </a:xfrm>
        </p:spPr>
        <p:txBody>
          <a:bodyPr>
            <a:noAutofit/>
          </a:bodyPr>
          <a:lstStyle>
            <a:lvl1pPr>
              <a:defRPr sz="1600" b="0" i="0" spc="0">
                <a:solidFill>
                  <a:schemeClr val="tx1"/>
                </a:solidFill>
                <a:latin typeface="+mn-lt"/>
              </a:defRPr>
            </a:lvl1pPr>
            <a:lvl2pPr>
              <a:defRPr sz="2000"/>
            </a:lvl2pPr>
            <a:lvl3pPr>
              <a:defRPr sz="2000"/>
            </a:lvl3pPr>
            <a:lvl4pPr>
              <a:defRPr sz="2000"/>
            </a:lvl4pPr>
            <a:lvl5pPr>
              <a:defRPr sz="2000"/>
            </a:lvl5pPr>
          </a:lstStyle>
          <a:p>
            <a:pPr lvl="0"/>
            <a:r>
              <a:rPr lang="en-US" dirty="0"/>
              <a:t>Copy goes here</a:t>
            </a:r>
          </a:p>
        </p:txBody>
      </p:sp>
      <p:sp>
        <p:nvSpPr>
          <p:cNvPr id="24" name="Text Placeholder 6">
            <a:extLst>
              <a:ext uri="{FF2B5EF4-FFF2-40B4-BE49-F238E27FC236}">
                <a16:creationId xmlns:a16="http://schemas.microsoft.com/office/drawing/2014/main" id="{A4007E17-4686-8742-8110-4CE17413C018}"/>
              </a:ext>
            </a:extLst>
          </p:cNvPr>
          <p:cNvSpPr>
            <a:spLocks noGrp="1"/>
          </p:cNvSpPr>
          <p:nvPr>
            <p:ph type="body" sz="quarter" idx="24" hasCustomPrompt="1"/>
          </p:nvPr>
        </p:nvSpPr>
        <p:spPr>
          <a:xfrm>
            <a:off x="3287573" y="3782902"/>
            <a:ext cx="2381767" cy="2111034"/>
          </a:xfrm>
        </p:spPr>
        <p:txBody>
          <a:bodyPr>
            <a:noAutofit/>
          </a:bodyPr>
          <a:lstStyle>
            <a:lvl1pPr>
              <a:defRPr sz="1600" b="0" i="0" spc="0">
                <a:solidFill>
                  <a:schemeClr val="tx1"/>
                </a:solidFill>
                <a:latin typeface="+mn-lt"/>
              </a:defRPr>
            </a:lvl1pPr>
            <a:lvl2pPr>
              <a:defRPr sz="2000"/>
            </a:lvl2pPr>
            <a:lvl3pPr>
              <a:defRPr sz="2000"/>
            </a:lvl3pPr>
            <a:lvl4pPr>
              <a:defRPr sz="2000"/>
            </a:lvl4pPr>
            <a:lvl5pPr>
              <a:defRPr sz="2000"/>
            </a:lvl5pPr>
          </a:lstStyle>
          <a:p>
            <a:pPr lvl="0"/>
            <a:r>
              <a:rPr lang="en-US" dirty="0"/>
              <a:t>Copy goes here</a:t>
            </a:r>
          </a:p>
        </p:txBody>
      </p:sp>
      <p:sp>
        <p:nvSpPr>
          <p:cNvPr id="25" name="Text Placeholder 6">
            <a:extLst>
              <a:ext uri="{FF2B5EF4-FFF2-40B4-BE49-F238E27FC236}">
                <a16:creationId xmlns:a16="http://schemas.microsoft.com/office/drawing/2014/main" id="{13E507FB-C728-BD4E-AC86-17909FC6F634}"/>
              </a:ext>
            </a:extLst>
          </p:cNvPr>
          <p:cNvSpPr>
            <a:spLocks noGrp="1"/>
          </p:cNvSpPr>
          <p:nvPr>
            <p:ph type="body" sz="quarter" idx="25" hasCustomPrompt="1"/>
          </p:nvPr>
        </p:nvSpPr>
        <p:spPr>
          <a:xfrm>
            <a:off x="6370138" y="3782902"/>
            <a:ext cx="2381767" cy="2111034"/>
          </a:xfrm>
        </p:spPr>
        <p:txBody>
          <a:bodyPr>
            <a:noAutofit/>
          </a:bodyPr>
          <a:lstStyle>
            <a:lvl1pPr>
              <a:defRPr sz="1600" b="0" i="0" spc="0">
                <a:solidFill>
                  <a:schemeClr val="tx1"/>
                </a:solidFill>
                <a:latin typeface="+mn-lt"/>
              </a:defRPr>
            </a:lvl1pPr>
            <a:lvl2pPr>
              <a:defRPr sz="2000"/>
            </a:lvl2pPr>
            <a:lvl3pPr>
              <a:defRPr sz="2000"/>
            </a:lvl3pPr>
            <a:lvl4pPr>
              <a:defRPr sz="2000"/>
            </a:lvl4pPr>
            <a:lvl5pPr>
              <a:defRPr sz="2000"/>
            </a:lvl5pPr>
          </a:lstStyle>
          <a:p>
            <a:pPr lvl="0"/>
            <a:r>
              <a:rPr lang="en-US" dirty="0"/>
              <a:t>Copy goes here</a:t>
            </a:r>
          </a:p>
        </p:txBody>
      </p:sp>
      <p:sp>
        <p:nvSpPr>
          <p:cNvPr id="26" name="Text Placeholder 6">
            <a:extLst>
              <a:ext uri="{FF2B5EF4-FFF2-40B4-BE49-F238E27FC236}">
                <a16:creationId xmlns:a16="http://schemas.microsoft.com/office/drawing/2014/main" id="{538408B9-6368-1241-8B2F-0732DB2BDC10}"/>
              </a:ext>
            </a:extLst>
          </p:cNvPr>
          <p:cNvSpPr>
            <a:spLocks noGrp="1"/>
          </p:cNvSpPr>
          <p:nvPr>
            <p:ph type="body" sz="quarter" idx="26" hasCustomPrompt="1"/>
          </p:nvPr>
        </p:nvSpPr>
        <p:spPr>
          <a:xfrm>
            <a:off x="9513928" y="3782902"/>
            <a:ext cx="2381767" cy="2111034"/>
          </a:xfrm>
        </p:spPr>
        <p:txBody>
          <a:bodyPr>
            <a:noAutofit/>
          </a:bodyPr>
          <a:lstStyle>
            <a:lvl1pPr>
              <a:defRPr sz="1600" b="0" i="0" spc="0">
                <a:solidFill>
                  <a:schemeClr val="tx1"/>
                </a:solidFill>
                <a:latin typeface="+mn-lt"/>
              </a:defRPr>
            </a:lvl1pPr>
            <a:lvl2pPr>
              <a:defRPr sz="2000"/>
            </a:lvl2pPr>
            <a:lvl3pPr>
              <a:defRPr sz="2000"/>
            </a:lvl3pPr>
            <a:lvl4pPr>
              <a:defRPr sz="2000"/>
            </a:lvl4pPr>
            <a:lvl5pPr>
              <a:defRPr sz="2000"/>
            </a:lvl5pPr>
          </a:lstStyle>
          <a:p>
            <a:pPr lvl="0"/>
            <a:r>
              <a:rPr lang="en-US" dirty="0"/>
              <a:t>Copy goes here</a:t>
            </a:r>
          </a:p>
        </p:txBody>
      </p:sp>
      <p:sp>
        <p:nvSpPr>
          <p:cNvPr id="5" name="Text Placeholder 4">
            <a:extLst>
              <a:ext uri="{FF2B5EF4-FFF2-40B4-BE49-F238E27FC236}">
                <a16:creationId xmlns:a16="http://schemas.microsoft.com/office/drawing/2014/main" id="{4E4CC85A-0F5F-3347-8BC9-AB55553117FD}"/>
              </a:ext>
            </a:extLst>
          </p:cNvPr>
          <p:cNvSpPr>
            <a:spLocks noGrp="1"/>
          </p:cNvSpPr>
          <p:nvPr>
            <p:ph type="body" sz="quarter" idx="19" hasCustomPrompt="1"/>
          </p:nvPr>
        </p:nvSpPr>
        <p:spPr>
          <a:xfrm>
            <a:off x="378894" y="2659099"/>
            <a:ext cx="1543922" cy="1043279"/>
          </a:xfrm>
        </p:spPr>
        <p:txBody>
          <a:bodyPr>
            <a:noAutofit/>
          </a:bodyPr>
          <a:lstStyle>
            <a:lvl1pPr>
              <a:defRPr sz="7200" b="0" i="0" spc="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01</a:t>
            </a:r>
          </a:p>
        </p:txBody>
      </p:sp>
      <p:sp>
        <p:nvSpPr>
          <p:cNvPr id="21" name="Text Placeholder 4">
            <a:extLst>
              <a:ext uri="{FF2B5EF4-FFF2-40B4-BE49-F238E27FC236}">
                <a16:creationId xmlns:a16="http://schemas.microsoft.com/office/drawing/2014/main" id="{9D86CC6E-95FC-934B-B527-C60F7831BC0A}"/>
              </a:ext>
            </a:extLst>
          </p:cNvPr>
          <p:cNvSpPr>
            <a:spLocks noGrp="1"/>
          </p:cNvSpPr>
          <p:nvPr>
            <p:ph type="body" sz="quarter" idx="20" hasCustomPrompt="1"/>
          </p:nvPr>
        </p:nvSpPr>
        <p:spPr>
          <a:xfrm>
            <a:off x="3207003" y="2659099"/>
            <a:ext cx="1543922" cy="1043279"/>
          </a:xfrm>
        </p:spPr>
        <p:txBody>
          <a:bodyPr>
            <a:noAutofit/>
          </a:bodyPr>
          <a:lstStyle>
            <a:lvl1pPr>
              <a:defRPr sz="7200" b="0" i="0" spc="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02</a:t>
            </a:r>
          </a:p>
        </p:txBody>
      </p:sp>
      <p:sp>
        <p:nvSpPr>
          <p:cNvPr id="22" name="Text Placeholder 4">
            <a:extLst>
              <a:ext uri="{FF2B5EF4-FFF2-40B4-BE49-F238E27FC236}">
                <a16:creationId xmlns:a16="http://schemas.microsoft.com/office/drawing/2014/main" id="{0CB12631-32EA-DF4B-8C0D-600A9B9BAC14}"/>
              </a:ext>
            </a:extLst>
          </p:cNvPr>
          <p:cNvSpPr>
            <a:spLocks noGrp="1"/>
          </p:cNvSpPr>
          <p:nvPr>
            <p:ph type="body" sz="quarter" idx="21" hasCustomPrompt="1"/>
          </p:nvPr>
        </p:nvSpPr>
        <p:spPr>
          <a:xfrm>
            <a:off x="6296369" y="2659099"/>
            <a:ext cx="1809134" cy="1043279"/>
          </a:xfrm>
        </p:spPr>
        <p:txBody>
          <a:bodyPr>
            <a:noAutofit/>
          </a:bodyPr>
          <a:lstStyle>
            <a:lvl1pPr>
              <a:defRPr sz="7200" b="0" i="0" spc="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03</a:t>
            </a:r>
          </a:p>
        </p:txBody>
      </p:sp>
      <p:sp>
        <p:nvSpPr>
          <p:cNvPr id="23" name="Text Placeholder 4">
            <a:extLst>
              <a:ext uri="{FF2B5EF4-FFF2-40B4-BE49-F238E27FC236}">
                <a16:creationId xmlns:a16="http://schemas.microsoft.com/office/drawing/2014/main" id="{9F436F58-0423-3245-AF5B-9261955C0912}"/>
              </a:ext>
            </a:extLst>
          </p:cNvPr>
          <p:cNvSpPr>
            <a:spLocks noGrp="1"/>
          </p:cNvSpPr>
          <p:nvPr>
            <p:ph type="body" sz="quarter" idx="22" hasCustomPrompt="1"/>
          </p:nvPr>
        </p:nvSpPr>
        <p:spPr>
          <a:xfrm>
            <a:off x="9424924" y="2659099"/>
            <a:ext cx="1809134" cy="1043279"/>
          </a:xfrm>
        </p:spPr>
        <p:txBody>
          <a:bodyPr>
            <a:noAutofit/>
          </a:bodyPr>
          <a:lstStyle>
            <a:lvl1pPr>
              <a:defRPr sz="7200" b="0" i="0" spc="0" baseline="0">
                <a:solidFill>
                  <a:schemeClr val="accent1"/>
                </a:solidFill>
                <a:latin typeface="+mn-lt"/>
              </a:defRPr>
            </a:lvl1pPr>
            <a:lvl2pPr>
              <a:defRPr sz="10000" b="0" i="0">
                <a:latin typeface="Ford Antenna Light" panose="02000505000000020004" pitchFamily="2" charset="0"/>
              </a:defRPr>
            </a:lvl2pPr>
            <a:lvl3pPr>
              <a:defRPr sz="10000" b="0" i="0">
                <a:latin typeface="Ford Antenna Light" panose="02000505000000020004" pitchFamily="2" charset="0"/>
              </a:defRPr>
            </a:lvl3pPr>
            <a:lvl4pPr>
              <a:defRPr sz="10000" b="0" i="0">
                <a:latin typeface="Ford Antenna Light" panose="02000505000000020004" pitchFamily="2" charset="0"/>
              </a:defRPr>
            </a:lvl4pPr>
            <a:lvl5pPr>
              <a:defRPr sz="10000" b="0" i="0">
                <a:latin typeface="Ford Antenna Light" panose="02000505000000020004" pitchFamily="2" charset="0"/>
              </a:defRPr>
            </a:lvl5pPr>
          </a:lstStyle>
          <a:p>
            <a:pPr lvl="0"/>
            <a:r>
              <a:rPr lang="en-US" dirty="0"/>
              <a:t>04</a:t>
            </a:r>
          </a:p>
        </p:txBody>
      </p:sp>
      <p:sp>
        <p:nvSpPr>
          <p:cNvPr id="2" name="Title 1"/>
          <p:cNvSpPr>
            <a:spLocks noGrp="1"/>
          </p:cNvSpPr>
          <p:nvPr>
            <p:ph type="title"/>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0"/>
            <a:ext cx="498894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2" name="Text Placeholder 38">
            <a:extLst>
              <a:ext uri="{FF2B5EF4-FFF2-40B4-BE49-F238E27FC236}">
                <a16:creationId xmlns:a16="http://schemas.microsoft.com/office/drawing/2014/main" id="{16E527E8-D863-0E4F-B7F6-40B77A53A728}"/>
              </a:ext>
            </a:extLst>
          </p:cNvPr>
          <p:cNvSpPr>
            <a:spLocks noGrp="1"/>
          </p:cNvSpPr>
          <p:nvPr>
            <p:ph type="body" sz="quarter" idx="16"/>
          </p:nvPr>
        </p:nvSpPr>
        <p:spPr>
          <a:xfrm>
            <a:off x="374904" y="1261872"/>
            <a:ext cx="10515600"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5" name="Slide Number Placeholder 5">
            <a:extLst>
              <a:ext uri="{FF2B5EF4-FFF2-40B4-BE49-F238E27FC236}">
                <a16:creationId xmlns:a16="http://schemas.microsoft.com/office/drawing/2014/main" id="{60E407E3-FAF1-4143-88DC-1800D625E305}"/>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837647454"/>
      </p:ext>
    </p:extLst>
  </p:cSld>
  <p:clrMapOvr>
    <a:masterClrMapping/>
  </p:clrMapOvr>
  <p:extLst>
    <p:ext uri="{DCECCB84-F9BA-43D5-87BE-67443E8EF086}">
      <p15:sldGuideLst xmlns:p15="http://schemas.microsoft.com/office/powerpoint/2012/main">
        <p15:guide id="1" orient="horz" pos="2160">
          <p15:clr>
            <a:srgbClr val="FBAE40"/>
          </p15:clr>
        </p15:guide>
        <p15:guide id="2" pos="6048" userDrawn="1">
          <p15:clr>
            <a:srgbClr val="FBAE40"/>
          </p15:clr>
        </p15:guide>
        <p15:guide id="3" orient="horz" pos="3792">
          <p15:clr>
            <a:srgbClr val="FBAE40"/>
          </p15:clr>
        </p15:guide>
        <p15:guide id="4" orient="horz" pos="404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column-Icons">
    <p:spTree>
      <p:nvGrpSpPr>
        <p:cNvPr id="1" name=""/>
        <p:cNvGrpSpPr/>
        <p:nvPr/>
      </p:nvGrpSpPr>
      <p:grpSpPr>
        <a:xfrm>
          <a:off x="0" y="0"/>
          <a:ext cx="0" cy="0"/>
          <a:chOff x="0" y="0"/>
          <a:chExt cx="0" cy="0"/>
        </a:xfrm>
      </p:grpSpPr>
      <p:sp>
        <p:nvSpPr>
          <p:cNvPr id="29" name="Picture Placeholder 27">
            <a:extLst>
              <a:ext uri="{FF2B5EF4-FFF2-40B4-BE49-F238E27FC236}">
                <a16:creationId xmlns:a16="http://schemas.microsoft.com/office/drawing/2014/main" id="{BE0E0EBC-3886-9EF0-DD88-9291802844AD}"/>
              </a:ext>
            </a:extLst>
          </p:cNvPr>
          <p:cNvSpPr>
            <a:spLocks noGrp="1"/>
          </p:cNvSpPr>
          <p:nvPr>
            <p:ph type="pic" sz="quarter" idx="20"/>
          </p:nvPr>
        </p:nvSpPr>
        <p:spPr>
          <a:xfrm>
            <a:off x="4190297" y="2630707"/>
            <a:ext cx="869941" cy="869938"/>
          </a:xfrm>
          <a:noFill/>
        </p:spPr>
        <p:txBody>
          <a:bodyPr>
            <a:normAutofit/>
          </a:bodyPr>
          <a:lstStyle>
            <a:lvl1pPr>
              <a:defRPr sz="1100">
                <a:latin typeface="Avenir Next" panose="020B0503020202020204" pitchFamily="34" charset="0"/>
              </a:defRPr>
            </a:lvl1pPr>
          </a:lstStyle>
          <a:p>
            <a:endParaRPr lang="en-US" dirty="0"/>
          </a:p>
        </p:txBody>
      </p:sp>
      <p:sp>
        <p:nvSpPr>
          <p:cNvPr id="28" name="Picture Placeholder 27">
            <a:extLst>
              <a:ext uri="{FF2B5EF4-FFF2-40B4-BE49-F238E27FC236}">
                <a16:creationId xmlns:a16="http://schemas.microsoft.com/office/drawing/2014/main" id="{43FB68AB-3A29-80A6-8B0E-EE129CF01FE1}"/>
              </a:ext>
            </a:extLst>
          </p:cNvPr>
          <p:cNvSpPr>
            <a:spLocks noGrp="1"/>
          </p:cNvSpPr>
          <p:nvPr>
            <p:ph type="pic" sz="quarter" idx="19"/>
          </p:nvPr>
        </p:nvSpPr>
        <p:spPr>
          <a:xfrm>
            <a:off x="1088283" y="2630707"/>
            <a:ext cx="869941" cy="869938"/>
          </a:xfrm>
          <a:noFill/>
        </p:spPr>
        <p:txBody>
          <a:bodyPr>
            <a:normAutofit/>
          </a:bodyPr>
          <a:lstStyle>
            <a:lvl1pPr>
              <a:defRPr sz="1100">
                <a:latin typeface="Avenir Next" panose="020B0503020202020204" pitchFamily="34" charset="0"/>
              </a:defRPr>
            </a:lvl1pPr>
          </a:lstStyle>
          <a:p>
            <a:endParaRPr lang="en-US" dirty="0"/>
          </a:p>
        </p:txBody>
      </p:sp>
      <p:sp>
        <p:nvSpPr>
          <p:cNvPr id="2" name="Title 1"/>
          <p:cNvSpPr>
            <a:spLocks noGrp="1"/>
          </p:cNvSpPr>
          <p:nvPr>
            <p:ph type="title"/>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0"/>
            <a:ext cx="498894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2" name="Text Placeholder 38">
            <a:extLst>
              <a:ext uri="{FF2B5EF4-FFF2-40B4-BE49-F238E27FC236}">
                <a16:creationId xmlns:a16="http://schemas.microsoft.com/office/drawing/2014/main" id="{16E527E8-D863-0E4F-B7F6-40B77A53A728}"/>
              </a:ext>
            </a:extLst>
          </p:cNvPr>
          <p:cNvSpPr>
            <a:spLocks noGrp="1"/>
          </p:cNvSpPr>
          <p:nvPr>
            <p:ph type="body" sz="quarter" idx="16"/>
          </p:nvPr>
        </p:nvSpPr>
        <p:spPr>
          <a:xfrm>
            <a:off x="374904" y="1261872"/>
            <a:ext cx="10515600" cy="685801"/>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30" name="Picture Placeholder 27">
            <a:extLst>
              <a:ext uri="{FF2B5EF4-FFF2-40B4-BE49-F238E27FC236}">
                <a16:creationId xmlns:a16="http://schemas.microsoft.com/office/drawing/2014/main" id="{8499464B-874B-802D-8A4B-32526ED1CE7C}"/>
              </a:ext>
            </a:extLst>
          </p:cNvPr>
          <p:cNvSpPr>
            <a:spLocks noGrp="1"/>
          </p:cNvSpPr>
          <p:nvPr>
            <p:ph type="pic" sz="quarter" idx="21"/>
          </p:nvPr>
        </p:nvSpPr>
        <p:spPr>
          <a:xfrm>
            <a:off x="7118690" y="2630707"/>
            <a:ext cx="869941" cy="869938"/>
          </a:xfrm>
          <a:noFill/>
        </p:spPr>
        <p:txBody>
          <a:bodyPr>
            <a:normAutofit/>
          </a:bodyPr>
          <a:lstStyle>
            <a:lvl1pPr>
              <a:defRPr sz="1100">
                <a:latin typeface="Avenir Next" panose="020B0503020202020204" pitchFamily="34" charset="0"/>
              </a:defRPr>
            </a:lvl1pPr>
          </a:lstStyle>
          <a:p>
            <a:endParaRPr lang="en-US" dirty="0"/>
          </a:p>
        </p:txBody>
      </p:sp>
      <p:sp>
        <p:nvSpPr>
          <p:cNvPr id="31" name="Picture Placeholder 27">
            <a:extLst>
              <a:ext uri="{FF2B5EF4-FFF2-40B4-BE49-F238E27FC236}">
                <a16:creationId xmlns:a16="http://schemas.microsoft.com/office/drawing/2014/main" id="{9CF229FE-6488-48BA-DA2E-82361B61DAF1}"/>
              </a:ext>
            </a:extLst>
          </p:cNvPr>
          <p:cNvSpPr>
            <a:spLocks noGrp="1"/>
          </p:cNvSpPr>
          <p:nvPr>
            <p:ph type="pic" sz="quarter" idx="22"/>
          </p:nvPr>
        </p:nvSpPr>
        <p:spPr>
          <a:xfrm>
            <a:off x="10267003" y="2630707"/>
            <a:ext cx="869941" cy="869938"/>
          </a:xfrm>
          <a:noFill/>
        </p:spPr>
        <p:txBody>
          <a:bodyPr>
            <a:normAutofit/>
          </a:bodyPr>
          <a:lstStyle>
            <a:lvl1pPr>
              <a:defRPr sz="1100">
                <a:latin typeface="Avenir Next" panose="020B0503020202020204" pitchFamily="34" charset="0"/>
              </a:defRPr>
            </a:lvl1pPr>
          </a:lstStyle>
          <a:p>
            <a:endParaRPr lang="en-US" dirty="0"/>
          </a:p>
        </p:txBody>
      </p:sp>
      <p:sp>
        <p:nvSpPr>
          <p:cNvPr id="35" name="Text Placeholder 34">
            <a:extLst>
              <a:ext uri="{FF2B5EF4-FFF2-40B4-BE49-F238E27FC236}">
                <a16:creationId xmlns:a16="http://schemas.microsoft.com/office/drawing/2014/main" id="{591639CB-4489-62DA-7A0C-290A92BA1080}"/>
              </a:ext>
            </a:extLst>
          </p:cNvPr>
          <p:cNvSpPr>
            <a:spLocks noGrp="1"/>
          </p:cNvSpPr>
          <p:nvPr>
            <p:ph type="body" sz="quarter" idx="23"/>
          </p:nvPr>
        </p:nvSpPr>
        <p:spPr>
          <a:xfrm>
            <a:off x="351475" y="3622328"/>
            <a:ext cx="2343556" cy="198804"/>
          </a:xfrm>
        </p:spPr>
        <p:txBody>
          <a:bodyPr>
            <a:noAutofit/>
          </a:bodyPr>
          <a:lstStyle>
            <a:lvl1pPr algn="ctr">
              <a:defRPr sz="1000" spc="40" baseline="0">
                <a:solidFill>
                  <a:schemeClr val="accent1"/>
                </a:solidFill>
                <a:latin typeface="+mn-lt"/>
              </a:defRPr>
            </a:lvl1pPr>
            <a:lvl2pPr>
              <a:defRPr sz="1000"/>
            </a:lvl2pPr>
            <a:lvl3pPr>
              <a:defRPr sz="1000"/>
            </a:lvl3pPr>
            <a:lvl4pPr>
              <a:defRPr sz="1000"/>
            </a:lvl4pPr>
            <a:lvl5pPr>
              <a:defRPr sz="1000"/>
            </a:lvl5pPr>
          </a:lstStyle>
          <a:p>
            <a:pPr lvl="0"/>
            <a:r>
              <a:rPr lang="en-US" dirty="0"/>
              <a:t>Click to edit Master text styles</a:t>
            </a:r>
          </a:p>
        </p:txBody>
      </p:sp>
      <p:sp>
        <p:nvSpPr>
          <p:cNvPr id="37" name="Text Placeholder 36">
            <a:extLst>
              <a:ext uri="{FF2B5EF4-FFF2-40B4-BE49-F238E27FC236}">
                <a16:creationId xmlns:a16="http://schemas.microsoft.com/office/drawing/2014/main" id="{9469E976-9C22-4536-C065-4379EEAA6056}"/>
              </a:ext>
            </a:extLst>
          </p:cNvPr>
          <p:cNvSpPr>
            <a:spLocks noGrp="1"/>
          </p:cNvSpPr>
          <p:nvPr>
            <p:ph type="body" sz="quarter" idx="24" hasCustomPrompt="1"/>
          </p:nvPr>
        </p:nvSpPr>
        <p:spPr>
          <a:xfrm>
            <a:off x="340973" y="4000499"/>
            <a:ext cx="2364560" cy="1840127"/>
          </a:xfrm>
        </p:spPr>
        <p:txBody>
          <a:bodyPr>
            <a:normAutofit/>
          </a:bodyPr>
          <a:lstStyle>
            <a:lvl1pPr algn="ctr">
              <a:defRPr sz="1200" spc="0" baseline="0">
                <a:latin typeface="+mn-lt"/>
              </a:defRPr>
            </a:lvl1pPr>
          </a:lstStyle>
          <a:p>
            <a:pPr algn="ctr"/>
            <a:r>
              <a:rPr lang="en-US" sz="1200" baseline="0" dirty="0"/>
              <a:t>Body copy. Lorem ipsum dolor sit </a:t>
            </a:r>
            <a:r>
              <a:rPr lang="en-US" sz="1200" baseline="0" dirty="0" err="1"/>
              <a:t>amet</a:t>
            </a:r>
            <a:r>
              <a:rPr lang="en-US" sz="1200" baseline="0" dirty="0"/>
              <a:t>, </a:t>
            </a:r>
            <a:r>
              <a:rPr lang="en-US" sz="1200" baseline="0" dirty="0" err="1"/>
              <a:t>consec</a:t>
            </a:r>
            <a:r>
              <a:rPr lang="en-US" sz="1200" baseline="0" dirty="0"/>
              <a:t> </a:t>
            </a:r>
            <a:r>
              <a:rPr lang="en-US" sz="1200" baseline="0" dirty="0" err="1"/>
              <a:t>adipiscing</a:t>
            </a:r>
            <a:r>
              <a:rPr lang="en-US" sz="1200" baseline="0" dirty="0"/>
              <a:t> </a:t>
            </a:r>
            <a:r>
              <a:rPr lang="en-US" sz="1200" baseline="0" dirty="0" err="1"/>
              <a:t>elit</a:t>
            </a:r>
            <a:r>
              <a:rPr lang="en-US" sz="1200" baseline="0" dirty="0"/>
              <a:t>. </a:t>
            </a:r>
          </a:p>
          <a:p>
            <a:pPr algn="ctr"/>
            <a:endParaRPr lang="en-US" sz="1200" baseline="0" dirty="0"/>
          </a:p>
        </p:txBody>
      </p:sp>
      <p:sp>
        <p:nvSpPr>
          <p:cNvPr id="38" name="Text Placeholder 34">
            <a:extLst>
              <a:ext uri="{FF2B5EF4-FFF2-40B4-BE49-F238E27FC236}">
                <a16:creationId xmlns:a16="http://schemas.microsoft.com/office/drawing/2014/main" id="{03F4C52B-A433-C4E4-2DA3-27646DDBF002}"/>
              </a:ext>
            </a:extLst>
          </p:cNvPr>
          <p:cNvSpPr>
            <a:spLocks noGrp="1"/>
          </p:cNvSpPr>
          <p:nvPr>
            <p:ph type="body" sz="quarter" idx="25"/>
          </p:nvPr>
        </p:nvSpPr>
        <p:spPr>
          <a:xfrm>
            <a:off x="3453489" y="3622328"/>
            <a:ext cx="2343556" cy="198804"/>
          </a:xfrm>
        </p:spPr>
        <p:txBody>
          <a:bodyPr>
            <a:noAutofit/>
          </a:bodyPr>
          <a:lstStyle>
            <a:lvl1pPr algn="ctr">
              <a:defRPr sz="1000" spc="40" baseline="0">
                <a:solidFill>
                  <a:schemeClr val="accent1"/>
                </a:solidFill>
                <a:latin typeface="+mn-lt"/>
              </a:defRPr>
            </a:lvl1pPr>
            <a:lvl2pPr>
              <a:defRPr sz="1000"/>
            </a:lvl2pPr>
            <a:lvl3pPr>
              <a:defRPr sz="1000"/>
            </a:lvl3pPr>
            <a:lvl4pPr>
              <a:defRPr sz="1000"/>
            </a:lvl4pPr>
            <a:lvl5pPr>
              <a:defRPr sz="1000"/>
            </a:lvl5pPr>
          </a:lstStyle>
          <a:p>
            <a:pPr lvl="0"/>
            <a:r>
              <a:rPr lang="en-US" dirty="0"/>
              <a:t>Click to edit Master text styles</a:t>
            </a:r>
          </a:p>
        </p:txBody>
      </p:sp>
      <p:sp>
        <p:nvSpPr>
          <p:cNvPr id="39" name="Text Placeholder 36">
            <a:extLst>
              <a:ext uri="{FF2B5EF4-FFF2-40B4-BE49-F238E27FC236}">
                <a16:creationId xmlns:a16="http://schemas.microsoft.com/office/drawing/2014/main" id="{0AD240DB-4345-8D20-63DE-15E531C134F9}"/>
              </a:ext>
            </a:extLst>
          </p:cNvPr>
          <p:cNvSpPr>
            <a:spLocks noGrp="1"/>
          </p:cNvSpPr>
          <p:nvPr>
            <p:ph type="body" sz="quarter" idx="26" hasCustomPrompt="1"/>
          </p:nvPr>
        </p:nvSpPr>
        <p:spPr>
          <a:xfrm>
            <a:off x="3442987" y="4000499"/>
            <a:ext cx="2364560" cy="1840127"/>
          </a:xfrm>
        </p:spPr>
        <p:txBody>
          <a:bodyPr>
            <a:normAutofit/>
          </a:bodyPr>
          <a:lstStyle>
            <a:lvl1pPr algn="ctr">
              <a:defRPr sz="1200" spc="0" baseline="0">
                <a:latin typeface="+mn-lt"/>
              </a:defRPr>
            </a:lvl1pPr>
          </a:lstStyle>
          <a:p>
            <a:pPr algn="ctr"/>
            <a:r>
              <a:rPr lang="en-US" sz="1200" baseline="0" dirty="0"/>
              <a:t>Body copy. Lorem ipsum dolor sit </a:t>
            </a:r>
            <a:r>
              <a:rPr lang="en-US" sz="1200" baseline="0" dirty="0" err="1"/>
              <a:t>amet</a:t>
            </a:r>
            <a:r>
              <a:rPr lang="en-US" sz="1200" baseline="0" dirty="0"/>
              <a:t>, </a:t>
            </a:r>
            <a:r>
              <a:rPr lang="en-US" sz="1200" baseline="0" dirty="0" err="1"/>
              <a:t>consec</a:t>
            </a:r>
            <a:r>
              <a:rPr lang="en-US" sz="1200" baseline="0" dirty="0"/>
              <a:t> </a:t>
            </a:r>
            <a:r>
              <a:rPr lang="en-US" sz="1200" baseline="0" dirty="0" err="1"/>
              <a:t>adipiscing</a:t>
            </a:r>
            <a:r>
              <a:rPr lang="en-US" sz="1200" baseline="0" dirty="0"/>
              <a:t> </a:t>
            </a:r>
            <a:r>
              <a:rPr lang="en-US" sz="1200" baseline="0" dirty="0" err="1"/>
              <a:t>elit</a:t>
            </a:r>
            <a:r>
              <a:rPr lang="en-US" sz="1200" baseline="0" dirty="0"/>
              <a:t>. </a:t>
            </a:r>
          </a:p>
          <a:p>
            <a:pPr algn="ctr"/>
            <a:endParaRPr lang="en-US" sz="1200" baseline="0" dirty="0"/>
          </a:p>
        </p:txBody>
      </p:sp>
      <p:sp>
        <p:nvSpPr>
          <p:cNvPr id="40" name="Text Placeholder 34">
            <a:extLst>
              <a:ext uri="{FF2B5EF4-FFF2-40B4-BE49-F238E27FC236}">
                <a16:creationId xmlns:a16="http://schemas.microsoft.com/office/drawing/2014/main" id="{B204A7FB-297F-0B35-16C6-B5720A68B92E}"/>
              </a:ext>
            </a:extLst>
          </p:cNvPr>
          <p:cNvSpPr>
            <a:spLocks noGrp="1"/>
          </p:cNvSpPr>
          <p:nvPr>
            <p:ph type="body" sz="quarter" idx="27"/>
          </p:nvPr>
        </p:nvSpPr>
        <p:spPr>
          <a:xfrm>
            <a:off x="6381882" y="3622328"/>
            <a:ext cx="2343556" cy="198804"/>
          </a:xfrm>
        </p:spPr>
        <p:txBody>
          <a:bodyPr>
            <a:noAutofit/>
          </a:bodyPr>
          <a:lstStyle>
            <a:lvl1pPr algn="ctr">
              <a:defRPr sz="1000" spc="40" baseline="0">
                <a:solidFill>
                  <a:schemeClr val="accent1"/>
                </a:solidFill>
                <a:latin typeface="+mn-lt"/>
              </a:defRPr>
            </a:lvl1pPr>
            <a:lvl2pPr>
              <a:defRPr sz="1000"/>
            </a:lvl2pPr>
            <a:lvl3pPr>
              <a:defRPr sz="1000"/>
            </a:lvl3pPr>
            <a:lvl4pPr>
              <a:defRPr sz="1000"/>
            </a:lvl4pPr>
            <a:lvl5pPr>
              <a:defRPr sz="1000"/>
            </a:lvl5pPr>
          </a:lstStyle>
          <a:p>
            <a:pPr lvl="0"/>
            <a:r>
              <a:rPr lang="en-US" dirty="0"/>
              <a:t>Click to edit Master text styles</a:t>
            </a:r>
          </a:p>
        </p:txBody>
      </p:sp>
      <p:sp>
        <p:nvSpPr>
          <p:cNvPr id="41" name="Text Placeholder 36">
            <a:extLst>
              <a:ext uri="{FF2B5EF4-FFF2-40B4-BE49-F238E27FC236}">
                <a16:creationId xmlns:a16="http://schemas.microsoft.com/office/drawing/2014/main" id="{4C36607D-C527-0351-7CF2-7FAE986FD941}"/>
              </a:ext>
            </a:extLst>
          </p:cNvPr>
          <p:cNvSpPr>
            <a:spLocks noGrp="1"/>
          </p:cNvSpPr>
          <p:nvPr>
            <p:ph type="body" sz="quarter" idx="28" hasCustomPrompt="1"/>
          </p:nvPr>
        </p:nvSpPr>
        <p:spPr>
          <a:xfrm>
            <a:off x="6371380" y="4000499"/>
            <a:ext cx="2364560" cy="1840127"/>
          </a:xfrm>
        </p:spPr>
        <p:txBody>
          <a:bodyPr>
            <a:normAutofit/>
          </a:bodyPr>
          <a:lstStyle>
            <a:lvl1pPr algn="ctr">
              <a:defRPr sz="1200" spc="0" baseline="0">
                <a:latin typeface="+mn-lt"/>
              </a:defRPr>
            </a:lvl1pPr>
          </a:lstStyle>
          <a:p>
            <a:pPr algn="ctr"/>
            <a:r>
              <a:rPr lang="en-US" sz="1200" baseline="0" dirty="0"/>
              <a:t>Body copy. Lorem ipsum dolor sit </a:t>
            </a:r>
            <a:r>
              <a:rPr lang="en-US" sz="1200" baseline="0" dirty="0" err="1"/>
              <a:t>amet</a:t>
            </a:r>
            <a:r>
              <a:rPr lang="en-US" sz="1200" baseline="0" dirty="0"/>
              <a:t>, </a:t>
            </a:r>
            <a:r>
              <a:rPr lang="en-US" sz="1200" baseline="0" dirty="0" err="1"/>
              <a:t>consec</a:t>
            </a:r>
            <a:r>
              <a:rPr lang="en-US" sz="1200" baseline="0" dirty="0"/>
              <a:t> </a:t>
            </a:r>
            <a:r>
              <a:rPr lang="en-US" sz="1200" baseline="0" dirty="0" err="1"/>
              <a:t>adipiscing</a:t>
            </a:r>
            <a:r>
              <a:rPr lang="en-US" sz="1200" baseline="0" dirty="0"/>
              <a:t> </a:t>
            </a:r>
            <a:r>
              <a:rPr lang="en-US" sz="1200" baseline="0" dirty="0" err="1"/>
              <a:t>elit</a:t>
            </a:r>
            <a:r>
              <a:rPr lang="en-US" sz="1200" baseline="0" dirty="0"/>
              <a:t>. </a:t>
            </a:r>
          </a:p>
          <a:p>
            <a:pPr algn="ctr"/>
            <a:endParaRPr lang="en-US" sz="1200" baseline="0" dirty="0"/>
          </a:p>
        </p:txBody>
      </p:sp>
      <p:sp>
        <p:nvSpPr>
          <p:cNvPr id="42" name="Text Placeholder 34">
            <a:extLst>
              <a:ext uri="{FF2B5EF4-FFF2-40B4-BE49-F238E27FC236}">
                <a16:creationId xmlns:a16="http://schemas.microsoft.com/office/drawing/2014/main" id="{159264D6-D76D-8FD7-733E-8F7B3D18525C}"/>
              </a:ext>
            </a:extLst>
          </p:cNvPr>
          <p:cNvSpPr>
            <a:spLocks noGrp="1"/>
          </p:cNvSpPr>
          <p:nvPr>
            <p:ph type="body" sz="quarter" idx="29"/>
          </p:nvPr>
        </p:nvSpPr>
        <p:spPr>
          <a:xfrm>
            <a:off x="9530195" y="3622328"/>
            <a:ext cx="2343556" cy="198804"/>
          </a:xfrm>
        </p:spPr>
        <p:txBody>
          <a:bodyPr>
            <a:noAutofit/>
          </a:bodyPr>
          <a:lstStyle>
            <a:lvl1pPr algn="ctr">
              <a:defRPr sz="1000" spc="40" baseline="0">
                <a:solidFill>
                  <a:schemeClr val="accent1"/>
                </a:solidFill>
                <a:latin typeface="+mn-lt"/>
              </a:defRPr>
            </a:lvl1pPr>
            <a:lvl2pPr>
              <a:defRPr sz="1000"/>
            </a:lvl2pPr>
            <a:lvl3pPr>
              <a:defRPr sz="1000"/>
            </a:lvl3pPr>
            <a:lvl4pPr>
              <a:defRPr sz="1000"/>
            </a:lvl4pPr>
            <a:lvl5pPr>
              <a:defRPr sz="1000"/>
            </a:lvl5pPr>
          </a:lstStyle>
          <a:p>
            <a:pPr lvl="0"/>
            <a:r>
              <a:rPr lang="en-US" dirty="0"/>
              <a:t>Click to edit Master text styles</a:t>
            </a:r>
          </a:p>
        </p:txBody>
      </p:sp>
      <p:sp>
        <p:nvSpPr>
          <p:cNvPr id="43" name="Text Placeholder 36">
            <a:extLst>
              <a:ext uri="{FF2B5EF4-FFF2-40B4-BE49-F238E27FC236}">
                <a16:creationId xmlns:a16="http://schemas.microsoft.com/office/drawing/2014/main" id="{17E4FA82-05A7-C3C6-C39F-6BCFBFB5E0E4}"/>
              </a:ext>
            </a:extLst>
          </p:cNvPr>
          <p:cNvSpPr>
            <a:spLocks noGrp="1"/>
          </p:cNvSpPr>
          <p:nvPr>
            <p:ph type="body" sz="quarter" idx="30" hasCustomPrompt="1"/>
          </p:nvPr>
        </p:nvSpPr>
        <p:spPr>
          <a:xfrm>
            <a:off x="9519693" y="4000499"/>
            <a:ext cx="2364560" cy="1840127"/>
          </a:xfrm>
        </p:spPr>
        <p:txBody>
          <a:bodyPr>
            <a:normAutofit/>
          </a:bodyPr>
          <a:lstStyle>
            <a:lvl1pPr algn="ctr">
              <a:defRPr sz="1200" spc="0" baseline="0">
                <a:latin typeface="+mn-lt"/>
              </a:defRPr>
            </a:lvl1pPr>
          </a:lstStyle>
          <a:p>
            <a:pPr algn="ctr"/>
            <a:r>
              <a:rPr lang="en-US" sz="1200" baseline="0" dirty="0"/>
              <a:t>Body copy. Lorem ipsum dolor sit </a:t>
            </a:r>
            <a:r>
              <a:rPr lang="en-US" sz="1200" baseline="0" dirty="0" err="1"/>
              <a:t>amet</a:t>
            </a:r>
            <a:r>
              <a:rPr lang="en-US" sz="1200" baseline="0" dirty="0"/>
              <a:t>, </a:t>
            </a:r>
            <a:r>
              <a:rPr lang="en-US" sz="1200" baseline="0" dirty="0" err="1"/>
              <a:t>consec</a:t>
            </a:r>
            <a:r>
              <a:rPr lang="en-US" sz="1200" baseline="0" dirty="0"/>
              <a:t> </a:t>
            </a:r>
            <a:r>
              <a:rPr lang="en-US" sz="1200" baseline="0" dirty="0" err="1"/>
              <a:t>adipiscing</a:t>
            </a:r>
            <a:r>
              <a:rPr lang="en-US" sz="1200" baseline="0" dirty="0"/>
              <a:t> </a:t>
            </a:r>
            <a:r>
              <a:rPr lang="en-US" sz="1200" baseline="0" dirty="0" err="1"/>
              <a:t>elit</a:t>
            </a:r>
            <a:r>
              <a:rPr lang="en-US" sz="1200" baseline="0" dirty="0"/>
              <a:t>. </a:t>
            </a:r>
          </a:p>
          <a:p>
            <a:pPr algn="ctr"/>
            <a:endParaRPr lang="en-US" sz="1200" baseline="0" dirty="0"/>
          </a:p>
        </p:txBody>
      </p:sp>
      <p:sp>
        <p:nvSpPr>
          <p:cNvPr id="19" name="Slide Number Placeholder 5">
            <a:extLst>
              <a:ext uri="{FF2B5EF4-FFF2-40B4-BE49-F238E27FC236}">
                <a16:creationId xmlns:a16="http://schemas.microsoft.com/office/drawing/2014/main" id="{E14F579C-6CF0-41A7-B488-F61E6ED6303A}"/>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50159703"/>
      </p:ext>
    </p:extLst>
  </p:cSld>
  <p:clrMapOvr>
    <a:masterClrMapping/>
  </p:clrMapOvr>
  <p:extLst>
    <p:ext uri="{DCECCB84-F9BA-43D5-87BE-67443E8EF086}">
      <p15:sldGuideLst xmlns:p15="http://schemas.microsoft.com/office/powerpoint/2012/main">
        <p15:guide id="1" orient="horz" pos="2160">
          <p15:clr>
            <a:srgbClr val="FBAE40"/>
          </p15:clr>
        </p15:guide>
        <p15:guide id="2" pos="6048" userDrawn="1">
          <p15:clr>
            <a:srgbClr val="FBAE40"/>
          </p15:clr>
        </p15:guide>
        <p15:guide id="3" orient="horz" pos="3792">
          <p15:clr>
            <a:srgbClr val="FBAE40"/>
          </p15:clr>
        </p15:guide>
        <p15:guide id="4" orient="horz" pos="4045">
          <p15:clr>
            <a:srgbClr val="FBAE40"/>
          </p15:clr>
        </p15:guide>
        <p15:guide id="5" orient="horz" pos="412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Now Near Fa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9EB4F2-4492-FB43-213C-A14B49B05E95}"/>
              </a:ext>
            </a:extLst>
          </p:cNvPr>
          <p:cNvSpPr/>
          <p:nvPr userDrawn="1"/>
        </p:nvSpPr>
        <p:spPr>
          <a:xfrm>
            <a:off x="4064000" y="1"/>
            <a:ext cx="4064000"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latin typeface="Avenir Next" panose="020B0503020202020204" pitchFamily="34" charset="0"/>
            </a:endParaRPr>
          </a:p>
        </p:txBody>
      </p:sp>
      <p:sp>
        <p:nvSpPr>
          <p:cNvPr id="6" name="Text Placeholder 5">
            <a:extLst>
              <a:ext uri="{FF2B5EF4-FFF2-40B4-BE49-F238E27FC236}">
                <a16:creationId xmlns:a16="http://schemas.microsoft.com/office/drawing/2014/main" id="{E6312E81-DBEB-0943-A804-A28C8E3ED66F}"/>
              </a:ext>
            </a:extLst>
          </p:cNvPr>
          <p:cNvSpPr>
            <a:spLocks noGrp="1"/>
          </p:cNvSpPr>
          <p:nvPr>
            <p:ph type="body" sz="quarter" idx="34"/>
          </p:nvPr>
        </p:nvSpPr>
        <p:spPr>
          <a:xfrm>
            <a:off x="8484139" y="3878838"/>
            <a:ext cx="3371416" cy="2376445"/>
          </a:xfrm>
          <a:prstGeom prst="roundRect">
            <a:avLst>
              <a:gd name="adj" fmla="val 3710"/>
            </a:avLst>
          </a:prstGeom>
          <a:solidFill>
            <a:schemeClr val="bg1"/>
          </a:solidFill>
          <a:ln w="28575">
            <a:noFill/>
            <a:miter lim="800000"/>
          </a:ln>
          <a:effectLst>
            <a:outerShdw blurRad="166588" sx="102000" sy="102000" algn="ctr" rotWithShape="0">
              <a:prstClr val="black">
                <a:alpha val="20000"/>
              </a:prstClr>
            </a:outerShdw>
          </a:effectLst>
        </p:spPr>
        <p:txBody>
          <a:bodyPr lIns="182880" anchor="ctr">
            <a:noAutofit/>
          </a:bodyPr>
          <a:lstStyle>
            <a:lvl1pPr>
              <a:lnSpc>
                <a:spcPct val="100000"/>
              </a:lnSpc>
              <a:defRPr sz="1900" b="0" i="0" spc="0">
                <a:solidFill>
                  <a:schemeClr val="tx1"/>
                </a:solidFill>
                <a:latin typeface="+mn-lt"/>
              </a:defRPr>
            </a:lvl1pPr>
          </a:lstStyle>
          <a:p>
            <a:pPr lvl="0"/>
            <a:r>
              <a:rPr lang="en-US" dirty="0"/>
              <a:t>Click to edit Master text styles</a:t>
            </a:r>
          </a:p>
        </p:txBody>
      </p:sp>
      <p:sp>
        <p:nvSpPr>
          <p:cNvPr id="35" name="Text Placeholder 38">
            <a:extLst>
              <a:ext uri="{FF2B5EF4-FFF2-40B4-BE49-F238E27FC236}">
                <a16:creationId xmlns:a16="http://schemas.microsoft.com/office/drawing/2014/main" id="{46FB8C5C-80B8-BD40-B4CE-8A23B3636141}"/>
              </a:ext>
            </a:extLst>
          </p:cNvPr>
          <p:cNvSpPr>
            <a:spLocks noGrp="1"/>
          </p:cNvSpPr>
          <p:nvPr>
            <p:ph type="body" sz="quarter" idx="19" hasCustomPrompt="1"/>
          </p:nvPr>
        </p:nvSpPr>
        <p:spPr>
          <a:xfrm>
            <a:off x="8415628" y="893484"/>
            <a:ext cx="3492908" cy="416143"/>
          </a:xfrm>
        </p:spPr>
        <p:txBody>
          <a:bodyPr>
            <a:noAutofit/>
          </a:bodyPr>
          <a:lstStyle>
            <a:lvl1pPr>
              <a:defRPr lang="en-US" sz="1400" b="0" i="0" kern="1200" spc="100" baseline="0" dirty="0">
                <a:solidFill>
                  <a:schemeClr val="accent1"/>
                </a:solidFill>
                <a:latin typeface="+mn-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Far</a:t>
            </a:r>
          </a:p>
        </p:txBody>
      </p:sp>
      <p:sp>
        <p:nvSpPr>
          <p:cNvPr id="34" name="Text Placeholder 38">
            <a:extLst>
              <a:ext uri="{FF2B5EF4-FFF2-40B4-BE49-F238E27FC236}">
                <a16:creationId xmlns:a16="http://schemas.microsoft.com/office/drawing/2014/main" id="{5DAC1CDD-5D48-FB48-95AB-5B748E352D0F}"/>
              </a:ext>
            </a:extLst>
          </p:cNvPr>
          <p:cNvSpPr>
            <a:spLocks noGrp="1"/>
          </p:cNvSpPr>
          <p:nvPr>
            <p:ph type="body" sz="quarter" idx="18" hasCustomPrompt="1"/>
          </p:nvPr>
        </p:nvSpPr>
        <p:spPr>
          <a:xfrm>
            <a:off x="4345799" y="893484"/>
            <a:ext cx="3492908" cy="416143"/>
          </a:xfrm>
        </p:spPr>
        <p:txBody>
          <a:bodyPr>
            <a:noAutofit/>
          </a:bodyPr>
          <a:lstStyle>
            <a:lvl1pPr>
              <a:defRPr lang="en-US" sz="1400" b="0" i="0" kern="1200" spc="100" baseline="0" dirty="0">
                <a:solidFill>
                  <a:schemeClr val="accent1"/>
                </a:solidFill>
                <a:latin typeface="+mn-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Near</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hasCustomPrompt="1"/>
          </p:nvPr>
        </p:nvSpPr>
        <p:spPr>
          <a:xfrm>
            <a:off x="283464" y="893484"/>
            <a:ext cx="3492908" cy="416143"/>
          </a:xfrm>
        </p:spPr>
        <p:txBody>
          <a:bodyPr>
            <a:noAutofit/>
          </a:bodyPr>
          <a:lstStyle>
            <a:lvl1pPr>
              <a:defRPr lang="en-US" sz="1400" b="0" i="0" kern="1200" spc="1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Now </a:t>
            </a:r>
          </a:p>
        </p:txBody>
      </p:sp>
      <p:sp>
        <p:nvSpPr>
          <p:cNvPr id="36" name="Text Placeholder 5">
            <a:extLst>
              <a:ext uri="{FF2B5EF4-FFF2-40B4-BE49-F238E27FC236}">
                <a16:creationId xmlns:a16="http://schemas.microsoft.com/office/drawing/2014/main" id="{7D36B5F9-79E9-A348-B7F2-07E98F189CCE}"/>
              </a:ext>
            </a:extLst>
          </p:cNvPr>
          <p:cNvSpPr>
            <a:spLocks noGrp="1"/>
          </p:cNvSpPr>
          <p:nvPr>
            <p:ph type="body" sz="quarter" idx="20" hasCustomPrompt="1"/>
          </p:nvPr>
        </p:nvSpPr>
        <p:spPr>
          <a:xfrm>
            <a:off x="283463" y="1484567"/>
            <a:ext cx="3670233" cy="307777"/>
          </a:xfrm>
        </p:spPr>
        <p:txBody>
          <a:bodyPr>
            <a:noAutofit/>
          </a:bodyPr>
          <a:lstStyle>
            <a:lvl1pPr marL="0" algn="l" defTabSz="914400" rtl="0" eaLnBrk="1" latinLnBrk="0" hangingPunct="1">
              <a:defRPr lang="en-US" sz="1200" b="1" kern="1200" spc="4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Subhead</a:t>
            </a:r>
          </a:p>
        </p:txBody>
      </p:sp>
      <p:sp>
        <p:nvSpPr>
          <p:cNvPr id="37" name="Text Placeholder 10">
            <a:extLst>
              <a:ext uri="{FF2B5EF4-FFF2-40B4-BE49-F238E27FC236}">
                <a16:creationId xmlns:a16="http://schemas.microsoft.com/office/drawing/2014/main" id="{5EA7023B-9670-284B-BCE9-D7E0AC250F87}"/>
              </a:ext>
            </a:extLst>
          </p:cNvPr>
          <p:cNvSpPr>
            <a:spLocks noGrp="1"/>
          </p:cNvSpPr>
          <p:nvPr>
            <p:ph type="body" sz="quarter" idx="22"/>
          </p:nvPr>
        </p:nvSpPr>
        <p:spPr>
          <a:xfrm>
            <a:off x="283463" y="1717398"/>
            <a:ext cx="3439927" cy="1598721"/>
          </a:xfrm>
        </p:spPr>
        <p:txBody>
          <a:bodyPr>
            <a:noAutofit/>
          </a:bodyPr>
          <a:lstStyle>
            <a:lvl1pPr marL="0" indent="0" algn="l" defTabSz="914400" rtl="0" eaLnBrk="1" latinLnBrk="0" hangingPunct="1">
              <a:lnSpc>
                <a:spcPct val="100000"/>
              </a:lnSpc>
              <a:spcBef>
                <a:spcPts val="1200"/>
              </a:spcBef>
              <a:buFont typeface="Arial"/>
              <a:buNone/>
              <a:defRPr lang="en-US" sz="1400" b="0" i="0" kern="1200" spc="0" baseline="0" dirty="0" smtClean="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0" name="Text Placeholder 5">
            <a:extLst>
              <a:ext uri="{FF2B5EF4-FFF2-40B4-BE49-F238E27FC236}">
                <a16:creationId xmlns:a16="http://schemas.microsoft.com/office/drawing/2014/main" id="{725F91B0-0A9A-6A48-A155-0A80275D1B0C}"/>
              </a:ext>
            </a:extLst>
          </p:cNvPr>
          <p:cNvSpPr>
            <a:spLocks noGrp="1"/>
          </p:cNvSpPr>
          <p:nvPr>
            <p:ph type="body" sz="quarter" idx="23" hasCustomPrompt="1"/>
          </p:nvPr>
        </p:nvSpPr>
        <p:spPr>
          <a:xfrm>
            <a:off x="283463" y="3646008"/>
            <a:ext cx="3670233" cy="307777"/>
          </a:xfrm>
        </p:spPr>
        <p:txBody>
          <a:bodyPr>
            <a:noAutofit/>
          </a:bodyPr>
          <a:lstStyle>
            <a:lvl1pPr marL="0" algn="l" defTabSz="914400" rtl="0" eaLnBrk="1" latinLnBrk="0" hangingPunct="1">
              <a:defRPr lang="en-US" sz="1200" b="1" kern="1200" spc="4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Subhead</a:t>
            </a:r>
          </a:p>
        </p:txBody>
      </p:sp>
      <p:sp>
        <p:nvSpPr>
          <p:cNvPr id="41" name="Text Placeholder 10">
            <a:extLst>
              <a:ext uri="{FF2B5EF4-FFF2-40B4-BE49-F238E27FC236}">
                <a16:creationId xmlns:a16="http://schemas.microsoft.com/office/drawing/2014/main" id="{C79BAC07-5A48-724A-B13F-56B2CF5E29F7}"/>
              </a:ext>
            </a:extLst>
          </p:cNvPr>
          <p:cNvSpPr>
            <a:spLocks noGrp="1"/>
          </p:cNvSpPr>
          <p:nvPr>
            <p:ph type="body" sz="quarter" idx="24"/>
          </p:nvPr>
        </p:nvSpPr>
        <p:spPr>
          <a:xfrm>
            <a:off x="283463" y="3878839"/>
            <a:ext cx="3439927" cy="1598721"/>
          </a:xfrm>
        </p:spPr>
        <p:txBody>
          <a:bodyPr>
            <a:noAutofit/>
          </a:bodyPr>
          <a:lstStyle>
            <a:lvl1pPr marL="0" indent="0" algn="l" defTabSz="914400" rtl="0" eaLnBrk="1" latinLnBrk="0" hangingPunct="1">
              <a:lnSpc>
                <a:spcPct val="100000"/>
              </a:lnSpc>
              <a:spcBef>
                <a:spcPts val="1200"/>
              </a:spcBef>
              <a:buFont typeface="Arial"/>
              <a:buNone/>
              <a:defRPr lang="en-US" sz="1400" b="0" i="0" kern="1200" spc="0" baseline="0" dirty="0" smtClean="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2" name="Text Placeholder 5">
            <a:extLst>
              <a:ext uri="{FF2B5EF4-FFF2-40B4-BE49-F238E27FC236}">
                <a16:creationId xmlns:a16="http://schemas.microsoft.com/office/drawing/2014/main" id="{9EE16261-EDC9-6E42-AC22-1795D34528B4}"/>
              </a:ext>
            </a:extLst>
          </p:cNvPr>
          <p:cNvSpPr>
            <a:spLocks noGrp="1"/>
          </p:cNvSpPr>
          <p:nvPr>
            <p:ph type="body" sz="quarter" idx="25" hasCustomPrompt="1"/>
          </p:nvPr>
        </p:nvSpPr>
        <p:spPr>
          <a:xfrm>
            <a:off x="4345799" y="1484567"/>
            <a:ext cx="3670233" cy="307777"/>
          </a:xfrm>
        </p:spPr>
        <p:txBody>
          <a:bodyPr>
            <a:noAutofit/>
          </a:bodyPr>
          <a:lstStyle>
            <a:lvl1pPr marL="0" algn="l" defTabSz="914400" rtl="0" eaLnBrk="1" latinLnBrk="0" hangingPunct="1">
              <a:defRPr lang="en-US" sz="1200" b="1" kern="1200" spc="4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Subhead</a:t>
            </a:r>
          </a:p>
        </p:txBody>
      </p:sp>
      <p:sp>
        <p:nvSpPr>
          <p:cNvPr id="43" name="Text Placeholder 10">
            <a:extLst>
              <a:ext uri="{FF2B5EF4-FFF2-40B4-BE49-F238E27FC236}">
                <a16:creationId xmlns:a16="http://schemas.microsoft.com/office/drawing/2014/main" id="{A44F0197-7C6C-E148-A94F-A606917BF6A6}"/>
              </a:ext>
            </a:extLst>
          </p:cNvPr>
          <p:cNvSpPr>
            <a:spLocks noGrp="1"/>
          </p:cNvSpPr>
          <p:nvPr>
            <p:ph type="body" sz="quarter" idx="26"/>
          </p:nvPr>
        </p:nvSpPr>
        <p:spPr>
          <a:xfrm>
            <a:off x="4345799" y="1717398"/>
            <a:ext cx="3439927" cy="1598721"/>
          </a:xfrm>
        </p:spPr>
        <p:txBody>
          <a:bodyPr>
            <a:noAutofit/>
          </a:bodyPr>
          <a:lstStyle>
            <a:lvl1pPr marL="0" indent="0" algn="l" defTabSz="914400" rtl="0" eaLnBrk="1" latinLnBrk="0" hangingPunct="1">
              <a:lnSpc>
                <a:spcPct val="100000"/>
              </a:lnSpc>
              <a:spcBef>
                <a:spcPts val="1200"/>
              </a:spcBef>
              <a:buFont typeface="Arial"/>
              <a:buNone/>
              <a:defRPr lang="en-US" sz="1400" b="0" i="0" kern="1200" spc="0" baseline="0" dirty="0" smtClean="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4" name="Text Placeholder 5">
            <a:extLst>
              <a:ext uri="{FF2B5EF4-FFF2-40B4-BE49-F238E27FC236}">
                <a16:creationId xmlns:a16="http://schemas.microsoft.com/office/drawing/2014/main" id="{E1BF1D4B-7043-DA46-B80E-28E490DCE95B}"/>
              </a:ext>
            </a:extLst>
          </p:cNvPr>
          <p:cNvSpPr>
            <a:spLocks noGrp="1"/>
          </p:cNvSpPr>
          <p:nvPr>
            <p:ph type="body" sz="quarter" idx="27" hasCustomPrompt="1"/>
          </p:nvPr>
        </p:nvSpPr>
        <p:spPr>
          <a:xfrm>
            <a:off x="4345799" y="3646008"/>
            <a:ext cx="3670233" cy="307777"/>
          </a:xfrm>
        </p:spPr>
        <p:txBody>
          <a:bodyPr>
            <a:noAutofit/>
          </a:bodyPr>
          <a:lstStyle>
            <a:lvl1pPr marL="0" algn="l" defTabSz="914400" rtl="0" eaLnBrk="1" latinLnBrk="0" hangingPunct="1">
              <a:defRPr lang="en-US" sz="1200" b="1" kern="1200" spc="4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Subhead</a:t>
            </a:r>
          </a:p>
        </p:txBody>
      </p:sp>
      <p:sp>
        <p:nvSpPr>
          <p:cNvPr id="45" name="Text Placeholder 10">
            <a:extLst>
              <a:ext uri="{FF2B5EF4-FFF2-40B4-BE49-F238E27FC236}">
                <a16:creationId xmlns:a16="http://schemas.microsoft.com/office/drawing/2014/main" id="{9C2B2D7E-6B86-CC44-A7B2-A55BA69C92F4}"/>
              </a:ext>
            </a:extLst>
          </p:cNvPr>
          <p:cNvSpPr>
            <a:spLocks noGrp="1"/>
          </p:cNvSpPr>
          <p:nvPr>
            <p:ph type="body" sz="quarter" idx="28"/>
          </p:nvPr>
        </p:nvSpPr>
        <p:spPr>
          <a:xfrm>
            <a:off x="4345799" y="3878839"/>
            <a:ext cx="3439927" cy="1598721"/>
          </a:xfrm>
        </p:spPr>
        <p:txBody>
          <a:bodyPr>
            <a:noAutofit/>
          </a:bodyPr>
          <a:lstStyle>
            <a:lvl1pPr marL="0" indent="0" algn="l" defTabSz="914400" rtl="0" eaLnBrk="1" latinLnBrk="0" hangingPunct="1">
              <a:lnSpc>
                <a:spcPct val="100000"/>
              </a:lnSpc>
              <a:spcBef>
                <a:spcPts val="1200"/>
              </a:spcBef>
              <a:buFont typeface="Arial"/>
              <a:buNone/>
              <a:defRPr lang="en-US" sz="1400" b="0" i="0" kern="1200" spc="0" baseline="0" dirty="0" smtClean="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6" name="Text Placeholder 5">
            <a:extLst>
              <a:ext uri="{FF2B5EF4-FFF2-40B4-BE49-F238E27FC236}">
                <a16:creationId xmlns:a16="http://schemas.microsoft.com/office/drawing/2014/main" id="{1214F9E5-2575-964B-8C1E-52048E415E9D}"/>
              </a:ext>
            </a:extLst>
          </p:cNvPr>
          <p:cNvSpPr>
            <a:spLocks noGrp="1"/>
          </p:cNvSpPr>
          <p:nvPr>
            <p:ph type="body" sz="quarter" idx="29" hasCustomPrompt="1"/>
          </p:nvPr>
        </p:nvSpPr>
        <p:spPr>
          <a:xfrm>
            <a:off x="8415628" y="1484567"/>
            <a:ext cx="3670233" cy="307777"/>
          </a:xfrm>
        </p:spPr>
        <p:txBody>
          <a:bodyPr>
            <a:noAutofit/>
          </a:bodyPr>
          <a:lstStyle>
            <a:lvl1pPr marL="0" algn="l" defTabSz="914400" rtl="0" eaLnBrk="1" latinLnBrk="0" hangingPunct="1">
              <a:defRPr lang="en-US" sz="1200" b="1" kern="1200" spc="4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Subhead</a:t>
            </a:r>
          </a:p>
        </p:txBody>
      </p:sp>
      <p:sp>
        <p:nvSpPr>
          <p:cNvPr id="47" name="Text Placeholder 10">
            <a:extLst>
              <a:ext uri="{FF2B5EF4-FFF2-40B4-BE49-F238E27FC236}">
                <a16:creationId xmlns:a16="http://schemas.microsoft.com/office/drawing/2014/main" id="{5CD6203E-2B6C-7541-BF23-8D5466D78CC2}"/>
              </a:ext>
            </a:extLst>
          </p:cNvPr>
          <p:cNvSpPr>
            <a:spLocks noGrp="1"/>
          </p:cNvSpPr>
          <p:nvPr>
            <p:ph type="body" sz="quarter" idx="30"/>
          </p:nvPr>
        </p:nvSpPr>
        <p:spPr>
          <a:xfrm>
            <a:off x="8415628" y="1717398"/>
            <a:ext cx="3439927" cy="876281"/>
          </a:xfrm>
        </p:spPr>
        <p:txBody>
          <a:bodyPr>
            <a:noAutofit/>
          </a:bodyPr>
          <a:lstStyle>
            <a:lvl1pPr marL="0" indent="0" algn="l" defTabSz="914400" rtl="0" eaLnBrk="1" latinLnBrk="0" hangingPunct="1">
              <a:lnSpc>
                <a:spcPct val="100000"/>
              </a:lnSpc>
              <a:spcBef>
                <a:spcPts val="1200"/>
              </a:spcBef>
              <a:buFont typeface="Arial"/>
              <a:buNone/>
              <a:defRPr lang="en-US" sz="1400" b="0" i="0" kern="1200" spc="0" baseline="0" dirty="0" smtClean="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63" name="Text Placeholder 5">
            <a:extLst>
              <a:ext uri="{FF2B5EF4-FFF2-40B4-BE49-F238E27FC236}">
                <a16:creationId xmlns:a16="http://schemas.microsoft.com/office/drawing/2014/main" id="{16419C8A-B8CE-314C-B124-6BA462D25F91}"/>
              </a:ext>
            </a:extLst>
          </p:cNvPr>
          <p:cNvSpPr>
            <a:spLocks noGrp="1"/>
          </p:cNvSpPr>
          <p:nvPr>
            <p:ph type="body" sz="quarter" idx="32" hasCustomPrompt="1"/>
          </p:nvPr>
        </p:nvSpPr>
        <p:spPr>
          <a:xfrm>
            <a:off x="8415628" y="2740343"/>
            <a:ext cx="3670233" cy="307777"/>
          </a:xfrm>
        </p:spPr>
        <p:txBody>
          <a:bodyPr>
            <a:noAutofit/>
          </a:bodyPr>
          <a:lstStyle>
            <a:lvl1pPr marL="0" algn="l" defTabSz="914400" rtl="0" eaLnBrk="1" latinLnBrk="0" hangingPunct="1">
              <a:defRPr lang="en-US" sz="1200" b="1" kern="1200" spc="4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Subhead</a:t>
            </a:r>
          </a:p>
        </p:txBody>
      </p:sp>
      <p:sp>
        <p:nvSpPr>
          <p:cNvPr id="64" name="Text Placeholder 10">
            <a:extLst>
              <a:ext uri="{FF2B5EF4-FFF2-40B4-BE49-F238E27FC236}">
                <a16:creationId xmlns:a16="http://schemas.microsoft.com/office/drawing/2014/main" id="{3E2992C2-A104-3040-B3D1-840B1A47C113}"/>
              </a:ext>
            </a:extLst>
          </p:cNvPr>
          <p:cNvSpPr>
            <a:spLocks noGrp="1"/>
          </p:cNvSpPr>
          <p:nvPr>
            <p:ph type="body" sz="quarter" idx="33"/>
          </p:nvPr>
        </p:nvSpPr>
        <p:spPr>
          <a:xfrm>
            <a:off x="8415628" y="2973174"/>
            <a:ext cx="3439927" cy="876281"/>
          </a:xfrm>
        </p:spPr>
        <p:txBody>
          <a:bodyPr>
            <a:noAutofit/>
          </a:bodyPr>
          <a:lstStyle>
            <a:lvl1pPr marL="0" indent="0" algn="l" defTabSz="914400" rtl="0" eaLnBrk="1" latinLnBrk="0" hangingPunct="1">
              <a:lnSpc>
                <a:spcPct val="100000"/>
              </a:lnSpc>
              <a:spcBef>
                <a:spcPts val="1200"/>
              </a:spcBef>
              <a:buFont typeface="Arial"/>
              <a:buNone/>
              <a:defRPr lang="en-US" sz="1400" b="0" i="0" kern="1200" spc="0" baseline="0" dirty="0" smtClean="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5" name="Text Placeholder 8">
            <a:extLst>
              <a:ext uri="{FF2B5EF4-FFF2-40B4-BE49-F238E27FC236}">
                <a16:creationId xmlns:a16="http://schemas.microsoft.com/office/drawing/2014/main" id="{4BCC7C6A-9374-5EFC-331D-37478B276769}"/>
              </a:ext>
            </a:extLst>
          </p:cNvPr>
          <p:cNvSpPr>
            <a:spLocks noGrp="1"/>
          </p:cNvSpPr>
          <p:nvPr>
            <p:ph type="body" sz="quarter" idx="13"/>
          </p:nvPr>
        </p:nvSpPr>
        <p:spPr>
          <a:xfrm>
            <a:off x="395000" y="286910"/>
            <a:ext cx="498894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22" name="Slide Number Placeholder 5">
            <a:extLst>
              <a:ext uri="{FF2B5EF4-FFF2-40B4-BE49-F238E27FC236}">
                <a16:creationId xmlns:a16="http://schemas.microsoft.com/office/drawing/2014/main" id="{06C88924-8247-4492-A431-18B09313C5EF}"/>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8693019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guide id="5" orient="horz" pos="80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reativ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B90E50E-7B02-4247-A2CC-074E388021E6}"/>
              </a:ext>
            </a:extLst>
          </p:cNvPr>
          <p:cNvSpPr>
            <a:spLocks noGrp="1"/>
          </p:cNvSpPr>
          <p:nvPr>
            <p:ph type="pic" sz="quarter" idx="18"/>
          </p:nvPr>
        </p:nvSpPr>
        <p:spPr>
          <a:xfrm>
            <a:off x="1" y="1458558"/>
            <a:ext cx="12192000" cy="5410200"/>
          </a:xfrm>
        </p:spPr>
        <p:txBody>
          <a:bodyPr/>
          <a:lstStyle>
            <a:lvl1pPr>
              <a:defRPr>
                <a:latin typeface="Avenir Next" panose="020B0503020202020204" pitchFamily="34" charset="0"/>
              </a:defRPr>
            </a:lvl1pPr>
          </a:lstStyle>
          <a:p>
            <a:endParaRPr lang="en-US"/>
          </a:p>
        </p:txBody>
      </p:sp>
      <p:sp>
        <p:nvSpPr>
          <p:cNvPr id="2" name="Title 1"/>
          <p:cNvSpPr>
            <a:spLocks noGrp="1"/>
          </p:cNvSpPr>
          <p:nvPr>
            <p:ph type="title"/>
          </p:nvPr>
        </p:nvSpPr>
        <p:spPr>
          <a:xfrm>
            <a:off x="374904" y="502920"/>
            <a:ext cx="10536936" cy="1058974"/>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0"/>
            <a:ext cx="4621302"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8" name="Slide Number Placeholder 5">
            <a:extLst>
              <a:ext uri="{FF2B5EF4-FFF2-40B4-BE49-F238E27FC236}">
                <a16:creationId xmlns:a16="http://schemas.microsoft.com/office/drawing/2014/main" id="{9AB9185A-570D-40F1-A9C1-0ECB74CA142A}"/>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72957975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lobal Brand Framework">
    <p:spTree>
      <p:nvGrpSpPr>
        <p:cNvPr id="1" name=""/>
        <p:cNvGrpSpPr/>
        <p:nvPr/>
      </p:nvGrpSpPr>
      <p:grpSpPr>
        <a:xfrm>
          <a:off x="0" y="0"/>
          <a:ext cx="0" cy="0"/>
          <a:chOff x="0" y="0"/>
          <a:chExt cx="0" cy="0"/>
        </a:xfrm>
      </p:grpSpPr>
      <p:sp>
        <p:nvSpPr>
          <p:cNvPr id="2" name="Title 1"/>
          <p:cNvSpPr>
            <a:spLocks noGrp="1"/>
          </p:cNvSpPr>
          <p:nvPr>
            <p:ph type="title"/>
          </p:nvPr>
        </p:nvSpPr>
        <p:spPr>
          <a:xfrm>
            <a:off x="374904" y="502920"/>
            <a:ext cx="10536936" cy="50142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0"/>
            <a:ext cx="4621302"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7" name="Text Placeholder 16">
            <a:extLst>
              <a:ext uri="{FF2B5EF4-FFF2-40B4-BE49-F238E27FC236}">
                <a16:creationId xmlns:a16="http://schemas.microsoft.com/office/drawing/2014/main" id="{02DF828D-D3BB-B911-F951-360B9D78A16B}"/>
              </a:ext>
            </a:extLst>
          </p:cNvPr>
          <p:cNvSpPr>
            <a:spLocks noGrp="1"/>
          </p:cNvSpPr>
          <p:nvPr>
            <p:ph type="body" sz="quarter" idx="18"/>
          </p:nvPr>
        </p:nvSpPr>
        <p:spPr>
          <a:xfrm>
            <a:off x="831850" y="1051660"/>
            <a:ext cx="10528300" cy="310003"/>
          </a:xfrm>
        </p:spPr>
        <p:txBody>
          <a:bodyPr tIns="91440">
            <a:noAutofit/>
          </a:bodyPr>
          <a:lstStyle>
            <a:lvl1pPr algn="ctr">
              <a:defRPr sz="1100" b="0" i="0">
                <a:latin typeface="Avenir Next LT Pro" panose="020B0504020202020204" pitchFamily="34" charset="77"/>
              </a:defRPr>
            </a:lvl1pPr>
            <a:lvl2pPr marL="0" indent="0">
              <a:buNone/>
              <a:defRPr/>
            </a:lvl2pPr>
          </a:lstStyle>
          <a:p>
            <a:pPr lvl="0"/>
            <a:r>
              <a:rPr lang="en-US" dirty="0"/>
              <a:t>Click to edit Master text styles</a:t>
            </a:r>
          </a:p>
        </p:txBody>
      </p:sp>
      <p:sp>
        <p:nvSpPr>
          <p:cNvPr id="19" name="Text Placeholder 18">
            <a:extLst>
              <a:ext uri="{FF2B5EF4-FFF2-40B4-BE49-F238E27FC236}">
                <a16:creationId xmlns:a16="http://schemas.microsoft.com/office/drawing/2014/main" id="{FDAF99ED-6631-2E2D-F6D6-D6F908509530}"/>
              </a:ext>
            </a:extLst>
          </p:cNvPr>
          <p:cNvSpPr>
            <a:spLocks noGrp="1"/>
          </p:cNvSpPr>
          <p:nvPr>
            <p:ph type="body" sz="quarter" idx="19"/>
          </p:nvPr>
        </p:nvSpPr>
        <p:spPr>
          <a:xfrm>
            <a:off x="358140" y="1374297"/>
            <a:ext cx="11475720" cy="685800"/>
          </a:xfrm>
          <a:solidFill>
            <a:schemeClr val="tx1"/>
          </a:solidFill>
        </p:spPr>
        <p:txBody>
          <a:bodyPr lIns="0" tIns="0" rIns="0" bIns="0" anchor="ctr">
            <a:noAutofit/>
          </a:bodyPr>
          <a:lstStyle>
            <a:lvl1pPr marL="0" indent="0" algn="ctr">
              <a:lnSpc>
                <a:spcPct val="100000"/>
              </a:lnSpc>
              <a:spcBef>
                <a:spcPts val="0"/>
              </a:spcBef>
              <a:buFont typeface="Arial" panose="020B0604020202020204" pitchFamily="34" charset="0"/>
              <a:buNone/>
              <a:defRPr sz="800" cap="all" baseline="0">
                <a:solidFill>
                  <a:schemeClr val="bg1"/>
                </a:solidFill>
                <a:latin typeface="Avenir Next LT Pro" panose="020B0504020202020204" pitchFamily="34" charset="77"/>
              </a:defRPr>
            </a:lvl1pPr>
            <a:lvl2pPr marL="0" indent="0" algn="ctr">
              <a:lnSpc>
                <a:spcPct val="100000"/>
              </a:lnSpc>
              <a:spcBef>
                <a:spcPts val="0"/>
              </a:spcBef>
              <a:buNone/>
              <a:defRPr b="1" i="0" spc="20" baseline="0">
                <a:solidFill>
                  <a:schemeClr val="bg1"/>
                </a:solidFill>
                <a:latin typeface="Avenir Next LT Pro Demi" panose="020B0504020202020204" pitchFamily="34" charset="77"/>
              </a:defRPr>
            </a:lvl2pPr>
            <a:lvl3pPr marL="242888" indent="0" algn="ctr">
              <a:buNone/>
              <a:defRPr/>
            </a:lvl3pPr>
          </a:lstStyle>
          <a:p>
            <a:pPr lvl="0"/>
            <a:r>
              <a:rPr lang="en-US" dirty="0"/>
              <a:t>Click to edit Master text styles</a:t>
            </a:r>
          </a:p>
          <a:p>
            <a:pPr lvl="1"/>
            <a:r>
              <a:rPr lang="en-US" dirty="0"/>
              <a:t>Second level</a:t>
            </a:r>
          </a:p>
        </p:txBody>
      </p:sp>
      <p:sp>
        <p:nvSpPr>
          <p:cNvPr id="22" name="Text Placeholder 16">
            <a:extLst>
              <a:ext uri="{FF2B5EF4-FFF2-40B4-BE49-F238E27FC236}">
                <a16:creationId xmlns:a16="http://schemas.microsoft.com/office/drawing/2014/main" id="{1E05D93A-E801-AE15-0263-31D1FAFB2072}"/>
              </a:ext>
            </a:extLst>
          </p:cNvPr>
          <p:cNvSpPr>
            <a:spLocks noGrp="1"/>
          </p:cNvSpPr>
          <p:nvPr>
            <p:ph type="body" sz="quarter" idx="20"/>
          </p:nvPr>
        </p:nvSpPr>
        <p:spPr>
          <a:xfrm>
            <a:off x="831850" y="2162304"/>
            <a:ext cx="10528300" cy="310003"/>
          </a:xfrm>
        </p:spPr>
        <p:txBody>
          <a:bodyPr tIns="91440">
            <a:noAutofit/>
          </a:bodyPr>
          <a:lstStyle>
            <a:lvl1pPr algn="ctr">
              <a:defRPr sz="1100" b="0" i="0">
                <a:latin typeface="Avenir Next LT Pro" panose="020B0504020202020204" pitchFamily="34" charset="77"/>
              </a:defRPr>
            </a:lvl1pPr>
            <a:lvl2pPr marL="0" indent="0">
              <a:buNone/>
              <a:defRPr/>
            </a:lvl2pPr>
          </a:lstStyle>
          <a:p>
            <a:pPr lvl="0"/>
            <a:r>
              <a:rPr lang="en-US" dirty="0"/>
              <a:t>Click to edit Master text styles</a:t>
            </a:r>
          </a:p>
        </p:txBody>
      </p:sp>
      <p:sp>
        <p:nvSpPr>
          <p:cNvPr id="23" name="Text Placeholder 18">
            <a:extLst>
              <a:ext uri="{FF2B5EF4-FFF2-40B4-BE49-F238E27FC236}">
                <a16:creationId xmlns:a16="http://schemas.microsoft.com/office/drawing/2014/main" id="{288D6D0E-23C8-6326-D882-95361864AE71}"/>
              </a:ext>
            </a:extLst>
          </p:cNvPr>
          <p:cNvSpPr>
            <a:spLocks noGrp="1"/>
          </p:cNvSpPr>
          <p:nvPr>
            <p:ph type="body" sz="quarter" idx="21"/>
          </p:nvPr>
        </p:nvSpPr>
        <p:spPr>
          <a:xfrm>
            <a:off x="358140" y="2484941"/>
            <a:ext cx="11475720" cy="685800"/>
          </a:xfrm>
          <a:solidFill>
            <a:schemeClr val="accent1"/>
          </a:solidFill>
        </p:spPr>
        <p:txBody>
          <a:bodyPr lIns="0" tIns="0" rIns="0" bIns="0" anchor="ctr">
            <a:noAutofit/>
          </a:bodyPr>
          <a:lstStyle>
            <a:lvl1pPr marL="0" indent="0" algn="ctr">
              <a:lnSpc>
                <a:spcPct val="100000"/>
              </a:lnSpc>
              <a:spcBef>
                <a:spcPts val="0"/>
              </a:spcBef>
              <a:buFont typeface="Arial" panose="020B0604020202020204" pitchFamily="34" charset="0"/>
              <a:buNone/>
              <a:defRPr sz="800" cap="all" baseline="0">
                <a:solidFill>
                  <a:schemeClr val="bg1"/>
                </a:solidFill>
                <a:latin typeface="Avenir Next LT Pro" panose="020B0504020202020204" pitchFamily="34" charset="77"/>
              </a:defRPr>
            </a:lvl1pPr>
            <a:lvl2pPr marL="0" indent="0" algn="ctr">
              <a:lnSpc>
                <a:spcPct val="100000"/>
              </a:lnSpc>
              <a:spcBef>
                <a:spcPts val="0"/>
              </a:spcBef>
              <a:buNone/>
              <a:defRPr b="1" i="0" spc="20" baseline="0">
                <a:solidFill>
                  <a:schemeClr val="bg1"/>
                </a:solidFill>
                <a:latin typeface="Avenir Next LT Pro Demi" panose="020B0504020202020204" pitchFamily="34" charset="77"/>
              </a:defRPr>
            </a:lvl2pPr>
            <a:lvl3pPr marL="242888" indent="0" algn="ctr">
              <a:buNone/>
              <a:defRPr/>
            </a:lvl3pPr>
          </a:lstStyle>
          <a:p>
            <a:pPr lvl="0"/>
            <a:r>
              <a:rPr lang="en-US" dirty="0"/>
              <a:t>Click to edit Master text styles</a:t>
            </a:r>
          </a:p>
          <a:p>
            <a:pPr lvl="1"/>
            <a:r>
              <a:rPr lang="en-US" dirty="0"/>
              <a:t>Second level</a:t>
            </a:r>
          </a:p>
        </p:txBody>
      </p:sp>
      <p:sp>
        <p:nvSpPr>
          <p:cNvPr id="24" name="Text Placeholder 16">
            <a:extLst>
              <a:ext uri="{FF2B5EF4-FFF2-40B4-BE49-F238E27FC236}">
                <a16:creationId xmlns:a16="http://schemas.microsoft.com/office/drawing/2014/main" id="{7BDCFA48-3DA2-39A2-9BC6-687453A91065}"/>
              </a:ext>
            </a:extLst>
          </p:cNvPr>
          <p:cNvSpPr>
            <a:spLocks noGrp="1"/>
          </p:cNvSpPr>
          <p:nvPr>
            <p:ph type="body" sz="quarter" idx="22"/>
          </p:nvPr>
        </p:nvSpPr>
        <p:spPr>
          <a:xfrm>
            <a:off x="831850" y="3335218"/>
            <a:ext cx="10528300" cy="310003"/>
          </a:xfrm>
        </p:spPr>
        <p:txBody>
          <a:bodyPr tIns="91440">
            <a:noAutofit/>
          </a:bodyPr>
          <a:lstStyle>
            <a:lvl1pPr algn="ctr">
              <a:defRPr sz="1100" b="0" i="0">
                <a:latin typeface="Avenir Next LT Pro" panose="020B0504020202020204" pitchFamily="34" charset="77"/>
              </a:defRPr>
            </a:lvl1pPr>
            <a:lvl2pPr marL="0" indent="0">
              <a:buNone/>
              <a:defRPr/>
            </a:lvl2pPr>
          </a:lstStyle>
          <a:p>
            <a:pPr lvl="0"/>
            <a:r>
              <a:rPr lang="en-US" dirty="0"/>
              <a:t>Click to edit Master text styles</a:t>
            </a:r>
          </a:p>
        </p:txBody>
      </p:sp>
      <p:sp>
        <p:nvSpPr>
          <p:cNvPr id="25" name="Text Placeholder 18">
            <a:extLst>
              <a:ext uri="{FF2B5EF4-FFF2-40B4-BE49-F238E27FC236}">
                <a16:creationId xmlns:a16="http://schemas.microsoft.com/office/drawing/2014/main" id="{C68A877B-AE32-C56F-AE3B-A121961E1B7C}"/>
              </a:ext>
            </a:extLst>
          </p:cNvPr>
          <p:cNvSpPr>
            <a:spLocks noGrp="1"/>
          </p:cNvSpPr>
          <p:nvPr>
            <p:ph type="body" sz="quarter" idx="23"/>
          </p:nvPr>
        </p:nvSpPr>
        <p:spPr>
          <a:xfrm>
            <a:off x="358140" y="3657855"/>
            <a:ext cx="2743200" cy="2596896"/>
          </a:xfrm>
          <a:solidFill>
            <a:schemeClr val="bg2"/>
          </a:solidFill>
        </p:spPr>
        <p:txBody>
          <a:bodyPr lIns="0" tIns="182880" rIns="0" bIns="0" anchor="t">
            <a:noAutofit/>
          </a:bodyPr>
          <a:lstStyle>
            <a:lvl1pPr marL="0" indent="0" algn="ctr">
              <a:lnSpc>
                <a:spcPct val="100000"/>
              </a:lnSpc>
              <a:spcBef>
                <a:spcPts val="0"/>
              </a:spcBef>
              <a:spcAft>
                <a:spcPts val="1600"/>
              </a:spcAft>
              <a:buFont typeface="Arial" panose="020B0604020202020204" pitchFamily="34" charset="0"/>
              <a:buNone/>
              <a:defRPr sz="1400" b="1" i="0" cap="none" spc="30" baseline="0">
                <a:solidFill>
                  <a:schemeClr val="tx1"/>
                </a:solidFill>
                <a:latin typeface="Avenir Next LT Pro Demi" panose="020B0504020202020204" pitchFamily="34" charset="77"/>
              </a:defRPr>
            </a:lvl1pPr>
            <a:lvl2pPr marL="0" indent="0" algn="ctr">
              <a:lnSpc>
                <a:spcPct val="110000"/>
              </a:lnSpc>
              <a:spcBef>
                <a:spcPts val="0"/>
              </a:spcBef>
              <a:buNone/>
              <a:defRPr sz="1200" spc="50" baseline="0">
                <a:solidFill>
                  <a:schemeClr val="tx1"/>
                </a:solidFill>
                <a:latin typeface="+mn-lt"/>
              </a:defRPr>
            </a:lvl2pPr>
            <a:lvl3pPr marL="242888" indent="0" algn="ctr">
              <a:buNone/>
              <a:defRPr/>
            </a:lvl3pPr>
          </a:lstStyle>
          <a:p>
            <a:pPr lvl="0"/>
            <a:r>
              <a:rPr lang="en-US" dirty="0"/>
              <a:t>Click to edit Master text styles</a:t>
            </a:r>
          </a:p>
        </p:txBody>
      </p:sp>
      <p:sp>
        <p:nvSpPr>
          <p:cNvPr id="29" name="Text Placeholder 18">
            <a:extLst>
              <a:ext uri="{FF2B5EF4-FFF2-40B4-BE49-F238E27FC236}">
                <a16:creationId xmlns:a16="http://schemas.microsoft.com/office/drawing/2014/main" id="{0D570F4E-63EF-6BC9-F252-746333886A79}"/>
              </a:ext>
            </a:extLst>
          </p:cNvPr>
          <p:cNvSpPr>
            <a:spLocks noGrp="1"/>
          </p:cNvSpPr>
          <p:nvPr>
            <p:ph type="body" sz="quarter" idx="24"/>
          </p:nvPr>
        </p:nvSpPr>
        <p:spPr>
          <a:xfrm>
            <a:off x="3268980" y="3657855"/>
            <a:ext cx="2743200" cy="2596896"/>
          </a:xfrm>
          <a:solidFill>
            <a:schemeClr val="bg2"/>
          </a:solidFill>
        </p:spPr>
        <p:txBody>
          <a:bodyPr lIns="0" tIns="182880" rIns="0" bIns="0" anchor="t">
            <a:noAutofit/>
          </a:bodyPr>
          <a:lstStyle>
            <a:lvl1pPr marL="0" indent="0" algn="ctr">
              <a:lnSpc>
                <a:spcPct val="100000"/>
              </a:lnSpc>
              <a:spcBef>
                <a:spcPts val="0"/>
              </a:spcBef>
              <a:spcAft>
                <a:spcPts val="1600"/>
              </a:spcAft>
              <a:buFont typeface="Arial" panose="020B0604020202020204" pitchFamily="34" charset="0"/>
              <a:buNone/>
              <a:defRPr sz="1400" b="1" i="0" cap="none" spc="30" baseline="0">
                <a:solidFill>
                  <a:schemeClr val="tx1"/>
                </a:solidFill>
                <a:latin typeface="Avenir Next LT Pro Demi" panose="020B0504020202020204" pitchFamily="34" charset="77"/>
              </a:defRPr>
            </a:lvl1pPr>
            <a:lvl2pPr marL="0" indent="0" algn="ctr">
              <a:lnSpc>
                <a:spcPct val="110000"/>
              </a:lnSpc>
              <a:spcBef>
                <a:spcPts val="0"/>
              </a:spcBef>
              <a:buNone/>
              <a:defRPr sz="1200" spc="50" baseline="0">
                <a:solidFill>
                  <a:schemeClr val="tx1"/>
                </a:solidFill>
                <a:latin typeface="+mn-lt"/>
              </a:defRPr>
            </a:lvl2pPr>
            <a:lvl3pPr marL="242888" indent="0" algn="ctr">
              <a:buNone/>
              <a:defRPr/>
            </a:lvl3pPr>
          </a:lstStyle>
          <a:p>
            <a:pPr lvl="0"/>
            <a:r>
              <a:rPr lang="en-US" dirty="0"/>
              <a:t>Click to edit Master text styles</a:t>
            </a:r>
          </a:p>
        </p:txBody>
      </p:sp>
      <p:sp>
        <p:nvSpPr>
          <p:cNvPr id="30" name="Text Placeholder 18">
            <a:extLst>
              <a:ext uri="{FF2B5EF4-FFF2-40B4-BE49-F238E27FC236}">
                <a16:creationId xmlns:a16="http://schemas.microsoft.com/office/drawing/2014/main" id="{192C898C-FB30-F19C-9056-DECE6080545B}"/>
              </a:ext>
            </a:extLst>
          </p:cNvPr>
          <p:cNvSpPr>
            <a:spLocks noGrp="1"/>
          </p:cNvSpPr>
          <p:nvPr>
            <p:ph type="body" sz="quarter" idx="25"/>
          </p:nvPr>
        </p:nvSpPr>
        <p:spPr>
          <a:xfrm>
            <a:off x="6179820" y="3657855"/>
            <a:ext cx="2743200" cy="2596896"/>
          </a:xfrm>
          <a:solidFill>
            <a:schemeClr val="bg2"/>
          </a:solidFill>
        </p:spPr>
        <p:txBody>
          <a:bodyPr lIns="0" tIns="182880" rIns="0" bIns="0" anchor="t">
            <a:noAutofit/>
          </a:bodyPr>
          <a:lstStyle>
            <a:lvl1pPr marL="0" indent="0" algn="ctr">
              <a:lnSpc>
                <a:spcPct val="100000"/>
              </a:lnSpc>
              <a:spcBef>
                <a:spcPts val="0"/>
              </a:spcBef>
              <a:spcAft>
                <a:spcPts val="1600"/>
              </a:spcAft>
              <a:buFont typeface="Arial" panose="020B0604020202020204" pitchFamily="34" charset="0"/>
              <a:buNone/>
              <a:defRPr sz="1400" b="1" i="0" cap="none" spc="30" baseline="0">
                <a:solidFill>
                  <a:schemeClr val="tx1"/>
                </a:solidFill>
                <a:latin typeface="Avenir Next LT Pro Demi" panose="020B0504020202020204" pitchFamily="34" charset="77"/>
              </a:defRPr>
            </a:lvl1pPr>
            <a:lvl2pPr marL="0" indent="0" algn="ctr">
              <a:lnSpc>
                <a:spcPct val="110000"/>
              </a:lnSpc>
              <a:spcBef>
                <a:spcPts val="0"/>
              </a:spcBef>
              <a:buNone/>
              <a:defRPr sz="1200" spc="50" baseline="0">
                <a:solidFill>
                  <a:schemeClr val="tx1"/>
                </a:solidFill>
                <a:latin typeface="+mn-lt"/>
              </a:defRPr>
            </a:lvl2pPr>
            <a:lvl3pPr marL="242888" indent="0" algn="ctr">
              <a:buNone/>
              <a:defRPr/>
            </a:lvl3pPr>
          </a:lstStyle>
          <a:p>
            <a:pPr lvl="0"/>
            <a:r>
              <a:rPr lang="en-US" dirty="0"/>
              <a:t>Click to edit Master text styles</a:t>
            </a:r>
          </a:p>
        </p:txBody>
      </p:sp>
      <p:sp>
        <p:nvSpPr>
          <p:cNvPr id="31" name="Text Placeholder 18">
            <a:extLst>
              <a:ext uri="{FF2B5EF4-FFF2-40B4-BE49-F238E27FC236}">
                <a16:creationId xmlns:a16="http://schemas.microsoft.com/office/drawing/2014/main" id="{FC805F5A-9B8F-39A2-B8D9-F4E755ECE1C1}"/>
              </a:ext>
            </a:extLst>
          </p:cNvPr>
          <p:cNvSpPr>
            <a:spLocks noGrp="1"/>
          </p:cNvSpPr>
          <p:nvPr>
            <p:ph type="body" sz="quarter" idx="26"/>
          </p:nvPr>
        </p:nvSpPr>
        <p:spPr>
          <a:xfrm>
            <a:off x="9090660" y="3657855"/>
            <a:ext cx="2743200" cy="2596896"/>
          </a:xfrm>
          <a:solidFill>
            <a:schemeClr val="bg2"/>
          </a:solidFill>
        </p:spPr>
        <p:txBody>
          <a:bodyPr lIns="0" tIns="182880" rIns="0" bIns="0" anchor="t">
            <a:noAutofit/>
          </a:bodyPr>
          <a:lstStyle>
            <a:lvl1pPr marL="0" indent="0" algn="ctr">
              <a:lnSpc>
                <a:spcPct val="100000"/>
              </a:lnSpc>
              <a:spcBef>
                <a:spcPts val="0"/>
              </a:spcBef>
              <a:spcAft>
                <a:spcPts val="1600"/>
              </a:spcAft>
              <a:buFont typeface="Arial" panose="020B0604020202020204" pitchFamily="34" charset="0"/>
              <a:buNone/>
              <a:defRPr sz="1400" b="1" i="0" cap="none" spc="30" baseline="0">
                <a:solidFill>
                  <a:schemeClr val="tx1"/>
                </a:solidFill>
                <a:latin typeface="Avenir Next LT Pro Demi" panose="020B0504020202020204" pitchFamily="34" charset="77"/>
              </a:defRPr>
            </a:lvl1pPr>
            <a:lvl2pPr marL="0" indent="0" algn="ctr">
              <a:lnSpc>
                <a:spcPct val="110000"/>
              </a:lnSpc>
              <a:spcBef>
                <a:spcPts val="0"/>
              </a:spcBef>
              <a:buNone/>
              <a:defRPr sz="1200" spc="50" baseline="0">
                <a:solidFill>
                  <a:schemeClr val="tx1"/>
                </a:solidFill>
                <a:latin typeface="+mn-lt"/>
              </a:defRPr>
            </a:lvl2pPr>
            <a:lvl3pPr marL="242888" indent="0" algn="ctr">
              <a:buNone/>
              <a:defRPr/>
            </a:lvl3pPr>
          </a:lstStyle>
          <a:p>
            <a:pPr lvl="0"/>
            <a:r>
              <a:rPr lang="en-US" dirty="0"/>
              <a:t>Click to edit Master text styles</a:t>
            </a:r>
          </a:p>
        </p:txBody>
      </p:sp>
      <p:sp>
        <p:nvSpPr>
          <p:cNvPr id="4" name="Text Placeholder 39">
            <a:extLst>
              <a:ext uri="{FF2B5EF4-FFF2-40B4-BE49-F238E27FC236}">
                <a16:creationId xmlns:a16="http://schemas.microsoft.com/office/drawing/2014/main" id="{4266C747-9853-B6AB-0040-A0A2CF21127D}"/>
              </a:ext>
            </a:extLst>
          </p:cNvPr>
          <p:cNvSpPr>
            <a:spLocks noGrp="1"/>
          </p:cNvSpPr>
          <p:nvPr>
            <p:ph type="body" sz="quarter" idx="30" hasCustomPrompt="1"/>
          </p:nvPr>
        </p:nvSpPr>
        <p:spPr>
          <a:xfrm>
            <a:off x="388654" y="4312981"/>
            <a:ext cx="2677859" cy="1730375"/>
          </a:xfrm>
        </p:spPr>
        <p:txBody>
          <a:bodyPr>
            <a:noAutofit/>
          </a:bodyPr>
          <a:lstStyle>
            <a:lvl1pPr algn="ctr">
              <a:lnSpc>
                <a:spcPct val="110000"/>
              </a:lnSpc>
              <a:defRPr sz="1200" baseline="0">
                <a:latin typeface="+mn-lt"/>
              </a:defRPr>
            </a:lvl1pPr>
            <a:lvl2pPr marL="0" indent="0">
              <a:buNone/>
              <a:defRPr/>
            </a:lvl2pPr>
          </a:lstStyle>
          <a:p>
            <a:pPr lvl="0"/>
            <a:r>
              <a:rPr lang="en-US" dirty="0"/>
              <a:t>Lorem ipsum dolor sit amet, consectetuer adipiscing </a:t>
            </a:r>
            <a:r>
              <a:rPr lang="en-US" dirty="0" err="1"/>
              <a:t>elit</a:t>
            </a:r>
            <a:r>
              <a:rPr lang="en-US" dirty="0"/>
              <a:t>.</a:t>
            </a:r>
          </a:p>
          <a:p>
            <a:pPr lvl="0"/>
            <a:r>
              <a:rPr lang="en-US" dirty="0"/>
              <a:t>Maecenas porttitor </a:t>
            </a:r>
            <a:r>
              <a:rPr lang="en-US" dirty="0" err="1"/>
              <a:t>congue</a:t>
            </a:r>
            <a:r>
              <a:rPr lang="en-US" dirty="0"/>
              <a:t> </a:t>
            </a:r>
            <a:r>
              <a:rPr lang="en-US" dirty="0" err="1"/>
              <a:t>massa</a:t>
            </a:r>
            <a:r>
              <a:rPr lang="en-US" dirty="0"/>
              <a:t> Fusce posuere, magna sed pulvinar</a:t>
            </a:r>
          </a:p>
          <a:p>
            <a:pPr lvl="0"/>
            <a:r>
              <a:rPr lang="en-US" dirty="0"/>
              <a:t>Nunc viverra imperdiet enim. Fusce est. Vivamus a tellus.</a:t>
            </a:r>
          </a:p>
          <a:p>
            <a:pPr lvl="0"/>
            <a:endParaRPr lang="en-US" dirty="0"/>
          </a:p>
        </p:txBody>
      </p:sp>
      <p:sp>
        <p:nvSpPr>
          <p:cNvPr id="5" name="Text Placeholder 39">
            <a:extLst>
              <a:ext uri="{FF2B5EF4-FFF2-40B4-BE49-F238E27FC236}">
                <a16:creationId xmlns:a16="http://schemas.microsoft.com/office/drawing/2014/main" id="{56153E62-6485-3051-1CA5-767A5A0CB89B}"/>
              </a:ext>
            </a:extLst>
          </p:cNvPr>
          <p:cNvSpPr>
            <a:spLocks noGrp="1"/>
          </p:cNvSpPr>
          <p:nvPr>
            <p:ph type="body" sz="quarter" idx="31" hasCustomPrompt="1"/>
          </p:nvPr>
        </p:nvSpPr>
        <p:spPr>
          <a:xfrm>
            <a:off x="3303734" y="4312981"/>
            <a:ext cx="2677859" cy="1730375"/>
          </a:xfrm>
        </p:spPr>
        <p:txBody>
          <a:bodyPr>
            <a:noAutofit/>
          </a:bodyPr>
          <a:lstStyle>
            <a:lvl1pPr algn="ctr">
              <a:lnSpc>
                <a:spcPct val="110000"/>
              </a:lnSpc>
              <a:defRPr sz="1200" baseline="0">
                <a:latin typeface="+mn-lt"/>
              </a:defRPr>
            </a:lvl1pPr>
            <a:lvl2pPr marL="0" indent="0">
              <a:buNone/>
              <a:defRPr/>
            </a:lvl2pPr>
          </a:lstStyle>
          <a:p>
            <a:pPr lvl="0"/>
            <a:r>
              <a:rPr lang="en-US" dirty="0"/>
              <a:t>Lorem ipsum dolor sit amet, consectetuer adipiscing </a:t>
            </a:r>
            <a:r>
              <a:rPr lang="en-US" dirty="0" err="1"/>
              <a:t>elit</a:t>
            </a:r>
            <a:r>
              <a:rPr lang="en-US" dirty="0"/>
              <a:t>.</a:t>
            </a:r>
          </a:p>
          <a:p>
            <a:pPr lvl="0"/>
            <a:r>
              <a:rPr lang="en-US" dirty="0"/>
              <a:t>Maecenas porttitor </a:t>
            </a:r>
            <a:r>
              <a:rPr lang="en-US" dirty="0" err="1"/>
              <a:t>congue</a:t>
            </a:r>
            <a:r>
              <a:rPr lang="en-US" dirty="0"/>
              <a:t> </a:t>
            </a:r>
            <a:r>
              <a:rPr lang="en-US" dirty="0" err="1"/>
              <a:t>massa</a:t>
            </a:r>
            <a:r>
              <a:rPr lang="en-US" dirty="0"/>
              <a:t> Fusce posuere, magna sed pulvinar</a:t>
            </a:r>
          </a:p>
          <a:p>
            <a:pPr lvl="0"/>
            <a:r>
              <a:rPr lang="en-US" dirty="0"/>
              <a:t>Nunc viverra imperdiet enim. Fusce est. Vivamus a tellus.</a:t>
            </a:r>
          </a:p>
          <a:p>
            <a:pPr lvl="0"/>
            <a:endParaRPr lang="en-US" dirty="0"/>
          </a:p>
        </p:txBody>
      </p:sp>
      <p:sp>
        <p:nvSpPr>
          <p:cNvPr id="6" name="Text Placeholder 39">
            <a:extLst>
              <a:ext uri="{FF2B5EF4-FFF2-40B4-BE49-F238E27FC236}">
                <a16:creationId xmlns:a16="http://schemas.microsoft.com/office/drawing/2014/main" id="{2617D596-21BB-8CFE-310F-A04F6D051B1B}"/>
              </a:ext>
            </a:extLst>
          </p:cNvPr>
          <p:cNvSpPr>
            <a:spLocks noGrp="1"/>
          </p:cNvSpPr>
          <p:nvPr>
            <p:ph type="body" sz="quarter" idx="32" hasCustomPrompt="1"/>
          </p:nvPr>
        </p:nvSpPr>
        <p:spPr>
          <a:xfrm>
            <a:off x="6205063" y="4312981"/>
            <a:ext cx="2677859" cy="1730375"/>
          </a:xfrm>
        </p:spPr>
        <p:txBody>
          <a:bodyPr>
            <a:noAutofit/>
          </a:bodyPr>
          <a:lstStyle>
            <a:lvl1pPr algn="ctr">
              <a:lnSpc>
                <a:spcPct val="110000"/>
              </a:lnSpc>
              <a:defRPr sz="1200" baseline="0">
                <a:latin typeface="+mn-lt"/>
              </a:defRPr>
            </a:lvl1pPr>
            <a:lvl2pPr marL="0" indent="0">
              <a:buNone/>
              <a:defRPr/>
            </a:lvl2pPr>
          </a:lstStyle>
          <a:p>
            <a:pPr lvl="0"/>
            <a:r>
              <a:rPr lang="en-US" dirty="0"/>
              <a:t>Lorem ipsum dolor sit amet, consectetuer adipiscing </a:t>
            </a:r>
            <a:r>
              <a:rPr lang="en-US" dirty="0" err="1"/>
              <a:t>elit</a:t>
            </a:r>
            <a:r>
              <a:rPr lang="en-US" dirty="0"/>
              <a:t>.</a:t>
            </a:r>
          </a:p>
          <a:p>
            <a:pPr lvl="0"/>
            <a:r>
              <a:rPr lang="en-US" dirty="0"/>
              <a:t>Maecenas porttitor </a:t>
            </a:r>
            <a:r>
              <a:rPr lang="en-US" dirty="0" err="1"/>
              <a:t>congue</a:t>
            </a:r>
            <a:r>
              <a:rPr lang="en-US" dirty="0"/>
              <a:t> </a:t>
            </a:r>
            <a:r>
              <a:rPr lang="en-US" dirty="0" err="1"/>
              <a:t>massa</a:t>
            </a:r>
            <a:r>
              <a:rPr lang="en-US" dirty="0"/>
              <a:t> Fusce posuere, magna sed pulvinar</a:t>
            </a:r>
          </a:p>
          <a:p>
            <a:pPr lvl="0"/>
            <a:r>
              <a:rPr lang="en-US" dirty="0"/>
              <a:t>Nunc viverra imperdiet enim. Fusce est. Vivamus a tellus.</a:t>
            </a:r>
          </a:p>
          <a:p>
            <a:pPr lvl="0"/>
            <a:endParaRPr lang="en-US" dirty="0"/>
          </a:p>
        </p:txBody>
      </p:sp>
      <p:sp>
        <p:nvSpPr>
          <p:cNvPr id="7" name="Text Placeholder 39">
            <a:extLst>
              <a:ext uri="{FF2B5EF4-FFF2-40B4-BE49-F238E27FC236}">
                <a16:creationId xmlns:a16="http://schemas.microsoft.com/office/drawing/2014/main" id="{21ADC22D-B47A-5B97-8CAD-D379ACC42C67}"/>
              </a:ext>
            </a:extLst>
          </p:cNvPr>
          <p:cNvSpPr>
            <a:spLocks noGrp="1"/>
          </p:cNvSpPr>
          <p:nvPr>
            <p:ph type="body" sz="quarter" idx="33" hasCustomPrompt="1"/>
          </p:nvPr>
        </p:nvSpPr>
        <p:spPr>
          <a:xfrm>
            <a:off x="9127018" y="4312981"/>
            <a:ext cx="2677859" cy="1730375"/>
          </a:xfrm>
        </p:spPr>
        <p:txBody>
          <a:bodyPr>
            <a:noAutofit/>
          </a:bodyPr>
          <a:lstStyle>
            <a:lvl1pPr algn="ctr">
              <a:lnSpc>
                <a:spcPct val="110000"/>
              </a:lnSpc>
              <a:defRPr sz="1200" baseline="0">
                <a:latin typeface="+mn-lt"/>
              </a:defRPr>
            </a:lvl1pPr>
            <a:lvl2pPr marL="0" indent="0">
              <a:buNone/>
              <a:defRPr/>
            </a:lvl2pPr>
          </a:lstStyle>
          <a:p>
            <a:pPr lvl="0"/>
            <a:r>
              <a:rPr lang="en-US" dirty="0"/>
              <a:t>Lorem ipsum dolor sit amet, consectetuer adipiscing </a:t>
            </a:r>
            <a:r>
              <a:rPr lang="en-US" dirty="0" err="1"/>
              <a:t>elit</a:t>
            </a:r>
            <a:r>
              <a:rPr lang="en-US" dirty="0"/>
              <a:t>.</a:t>
            </a:r>
          </a:p>
          <a:p>
            <a:pPr lvl="0"/>
            <a:r>
              <a:rPr lang="en-US" dirty="0"/>
              <a:t>Maecenas porttitor </a:t>
            </a:r>
            <a:r>
              <a:rPr lang="en-US" dirty="0" err="1"/>
              <a:t>congue</a:t>
            </a:r>
            <a:r>
              <a:rPr lang="en-US" dirty="0"/>
              <a:t> </a:t>
            </a:r>
            <a:r>
              <a:rPr lang="en-US" dirty="0" err="1"/>
              <a:t>massa</a:t>
            </a:r>
            <a:r>
              <a:rPr lang="en-US" dirty="0"/>
              <a:t> Fusce posuere, magna sed pulvinar</a:t>
            </a:r>
          </a:p>
          <a:p>
            <a:pPr lvl="0"/>
            <a:r>
              <a:rPr lang="en-US" dirty="0"/>
              <a:t>Nunc viverra imperdiet enim. Fusce est. Vivamus a tellus.</a:t>
            </a:r>
          </a:p>
          <a:p>
            <a:pPr lvl="0"/>
            <a:endParaRPr lang="en-US" dirty="0"/>
          </a:p>
        </p:txBody>
      </p:sp>
      <p:sp>
        <p:nvSpPr>
          <p:cNvPr id="20" name="Slide Number Placeholder 5">
            <a:extLst>
              <a:ext uri="{FF2B5EF4-FFF2-40B4-BE49-F238E27FC236}">
                <a16:creationId xmlns:a16="http://schemas.microsoft.com/office/drawing/2014/main" id="{5AA62830-D206-41D7-91B9-33D2F232E3F4}"/>
              </a:ext>
            </a:extLst>
          </p:cNvPr>
          <p:cNvSpPr txBox="1">
            <a:spLocks/>
          </p:cNvSpPr>
          <p:nvPr userDrawn="1"/>
        </p:nvSpPr>
        <p:spPr>
          <a:xfrm>
            <a:off x="11521481" y="6486039"/>
            <a:ext cx="320749" cy="365125"/>
          </a:xfrm>
          <a:prstGeom prst="rect">
            <a:avLst/>
          </a:prstGeom>
        </p:spPr>
        <p:txBody>
          <a:bodyPr vert="horz" lIns="0" tIns="45720" rIns="0" bIns="45720" rtlCol="0" anchor="t"/>
          <a:lstStyle>
            <a:defPPr>
              <a:defRPr lang="en-US"/>
            </a:defPPr>
            <a:lvl1pPr marL="0" algn="r" defTabSz="914400" rtl="0" eaLnBrk="1" latinLnBrk="0" hangingPunct="1">
              <a:defRPr sz="800" kern="1200">
                <a:solidFill>
                  <a:schemeClr val="tx1"/>
                </a:solidFill>
                <a:latin typeface="+mn-lt"/>
                <a:ea typeface="Avenir Next" panose="020B0503020202020204" pitchFamily="34" charset="0"/>
                <a:cs typeface="Avenir Next" panose="020B0503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27845278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and Health Performanc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47F228-FFD7-61E3-79F3-A93961D6890B}"/>
              </a:ext>
            </a:extLst>
          </p:cNvPr>
          <p:cNvSpPr/>
          <p:nvPr userDrawn="1"/>
        </p:nvSpPr>
        <p:spPr>
          <a:xfrm>
            <a:off x="0" y="1076446"/>
            <a:ext cx="12192000" cy="578155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latin typeface="Avenir Next" panose="020B0503020202020204" pitchFamily="34" charset="0"/>
            </a:endParaRPr>
          </a:p>
        </p:txBody>
      </p:sp>
      <p:grpSp>
        <p:nvGrpSpPr>
          <p:cNvPr id="27" name="Group 26">
            <a:extLst>
              <a:ext uri="{FF2B5EF4-FFF2-40B4-BE49-F238E27FC236}">
                <a16:creationId xmlns:a16="http://schemas.microsoft.com/office/drawing/2014/main" id="{9137D0C1-D335-CD10-1B9D-655393F04655}"/>
              </a:ext>
            </a:extLst>
          </p:cNvPr>
          <p:cNvGrpSpPr/>
          <p:nvPr userDrawn="1"/>
        </p:nvGrpSpPr>
        <p:grpSpPr>
          <a:xfrm>
            <a:off x="5075525" y="3254228"/>
            <a:ext cx="4747426" cy="3228950"/>
            <a:chOff x="5075525" y="1335397"/>
            <a:chExt cx="4747426" cy="3754719"/>
          </a:xfrm>
        </p:grpSpPr>
        <p:cxnSp>
          <p:nvCxnSpPr>
            <p:cNvPr id="28" name="Straight Connector 27">
              <a:extLst>
                <a:ext uri="{FF2B5EF4-FFF2-40B4-BE49-F238E27FC236}">
                  <a16:creationId xmlns:a16="http://schemas.microsoft.com/office/drawing/2014/main" id="{B7B50E7C-15ED-ECA1-7339-BD1DA4507E6B}"/>
                </a:ext>
              </a:extLst>
            </p:cNvPr>
            <p:cNvCxnSpPr>
              <a:cxnSpLocks/>
            </p:cNvCxnSpPr>
            <p:nvPr/>
          </p:nvCxnSpPr>
          <p:spPr>
            <a:xfrm>
              <a:off x="5075525" y="1335397"/>
              <a:ext cx="0" cy="3754719"/>
            </a:xfrm>
            <a:prstGeom prst="line">
              <a:avLst/>
            </a:prstGeom>
            <a:ln w="12700">
              <a:solidFill>
                <a:schemeClr val="tx1"/>
              </a:solidFill>
              <a:prstDash val="sysDot"/>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FF57B9B-1710-F2F8-D573-021931ED186B}"/>
                </a:ext>
              </a:extLst>
            </p:cNvPr>
            <p:cNvCxnSpPr>
              <a:cxnSpLocks/>
            </p:cNvCxnSpPr>
            <p:nvPr/>
          </p:nvCxnSpPr>
          <p:spPr>
            <a:xfrm>
              <a:off x="9822951" y="1335397"/>
              <a:ext cx="0" cy="3754719"/>
            </a:xfrm>
            <a:prstGeom prst="line">
              <a:avLst/>
            </a:prstGeom>
            <a:ln w="12700">
              <a:solidFill>
                <a:schemeClr val="tx1"/>
              </a:solidFill>
              <a:prstDash val="sysDot"/>
              <a:tailEnd type="none" w="med" len="sm"/>
            </a:ln>
            <a:effectLst/>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75A4F5F-47B1-1A18-7B9B-1BCC5C36013C}"/>
              </a:ext>
            </a:extLst>
          </p:cNvPr>
          <p:cNvGrpSpPr/>
          <p:nvPr userDrawn="1"/>
        </p:nvGrpSpPr>
        <p:grpSpPr>
          <a:xfrm>
            <a:off x="5075525" y="1353095"/>
            <a:ext cx="4747426" cy="1651238"/>
            <a:chOff x="5075525" y="1335397"/>
            <a:chExt cx="4747426" cy="3754719"/>
          </a:xfrm>
        </p:grpSpPr>
        <p:cxnSp>
          <p:nvCxnSpPr>
            <p:cNvPr id="67" name="Straight Connector 66">
              <a:extLst>
                <a:ext uri="{FF2B5EF4-FFF2-40B4-BE49-F238E27FC236}">
                  <a16:creationId xmlns:a16="http://schemas.microsoft.com/office/drawing/2014/main" id="{4FDE63FE-41CB-21CB-40E5-B0E3D96FF00C}"/>
                </a:ext>
              </a:extLst>
            </p:cNvPr>
            <p:cNvCxnSpPr>
              <a:cxnSpLocks/>
            </p:cNvCxnSpPr>
            <p:nvPr/>
          </p:nvCxnSpPr>
          <p:spPr>
            <a:xfrm>
              <a:off x="5075525" y="1335397"/>
              <a:ext cx="0" cy="3754719"/>
            </a:xfrm>
            <a:prstGeom prst="line">
              <a:avLst/>
            </a:prstGeom>
            <a:ln w="12700">
              <a:solidFill>
                <a:schemeClr val="tx1"/>
              </a:solidFill>
              <a:prstDash val="sysDot"/>
              <a:tailEnd type="none" w="med" len="sm"/>
            </a:ln>
            <a:effectLst/>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5FE5995-F2E2-9E92-B902-12D6F00BC3E6}"/>
                </a:ext>
              </a:extLst>
            </p:cNvPr>
            <p:cNvCxnSpPr>
              <a:cxnSpLocks/>
            </p:cNvCxnSpPr>
            <p:nvPr/>
          </p:nvCxnSpPr>
          <p:spPr>
            <a:xfrm>
              <a:off x="9822951" y="1335397"/>
              <a:ext cx="0" cy="3754719"/>
            </a:xfrm>
            <a:prstGeom prst="line">
              <a:avLst/>
            </a:prstGeom>
            <a:ln w="12700">
              <a:solidFill>
                <a:schemeClr val="tx1"/>
              </a:solidFill>
              <a:prstDash val="sysDot"/>
              <a:tailEnd type="none" w="med" len="sm"/>
            </a:ln>
            <a:effectLst/>
          </p:spPr>
          <p:style>
            <a:lnRef idx="1">
              <a:schemeClr val="accent1"/>
            </a:lnRef>
            <a:fillRef idx="0">
              <a:schemeClr val="accent1"/>
            </a:fillRef>
            <a:effectRef idx="0">
              <a:schemeClr val="accent1"/>
            </a:effectRef>
            <a:fontRef idx="minor">
              <a:schemeClr val="tx1"/>
            </a:fontRef>
          </p:style>
        </p:cxnSp>
      </p:grpSp>
      <p:cxnSp>
        <p:nvCxnSpPr>
          <p:cNvPr id="30" name="Straight Connector 29">
            <a:extLst>
              <a:ext uri="{FF2B5EF4-FFF2-40B4-BE49-F238E27FC236}">
                <a16:creationId xmlns:a16="http://schemas.microsoft.com/office/drawing/2014/main" id="{272151AE-F33A-2E37-9849-0E66DD0CC5A9}"/>
              </a:ext>
            </a:extLst>
          </p:cNvPr>
          <p:cNvCxnSpPr>
            <a:cxnSpLocks/>
          </p:cNvCxnSpPr>
          <p:nvPr userDrawn="1"/>
        </p:nvCxnSpPr>
        <p:spPr>
          <a:xfrm rot="16200000">
            <a:off x="7476161" y="415372"/>
            <a:ext cx="0" cy="9042811"/>
          </a:xfrm>
          <a:prstGeom prst="line">
            <a:avLst/>
          </a:prstGeom>
          <a:ln w="12700">
            <a:solidFill>
              <a:schemeClr val="tx1"/>
            </a:solidFill>
            <a:prstDash val="sysDot"/>
            <a:tailEnd type="none" w="med" len="sm"/>
          </a:ln>
          <a:effec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74904" y="502920"/>
            <a:ext cx="10515600" cy="56326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438458"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20" name="Text Placeholder 19">
            <a:extLst>
              <a:ext uri="{FF2B5EF4-FFF2-40B4-BE49-F238E27FC236}">
                <a16:creationId xmlns:a16="http://schemas.microsoft.com/office/drawing/2014/main" id="{32D199D6-61E5-FCF2-8241-60F214008D26}"/>
              </a:ext>
            </a:extLst>
          </p:cNvPr>
          <p:cNvSpPr>
            <a:spLocks noGrp="1"/>
          </p:cNvSpPr>
          <p:nvPr>
            <p:ph type="body" sz="quarter" idx="54"/>
          </p:nvPr>
        </p:nvSpPr>
        <p:spPr>
          <a:xfrm>
            <a:off x="256033" y="1233489"/>
            <a:ext cx="2445780" cy="5157046"/>
          </a:xfrm>
        </p:spPr>
        <p:txBody>
          <a:bodyPr lIns="0">
            <a:noAutofit/>
          </a:bodyPr>
          <a:lstStyle>
            <a:lvl1pPr>
              <a:lnSpc>
                <a:spcPct val="110000"/>
              </a:lnSpc>
              <a:spcBef>
                <a:spcPts val="1600"/>
              </a:spcBef>
              <a:defRPr sz="1050" b="1" i="0" spc="30" baseline="0">
                <a:solidFill>
                  <a:schemeClr val="accent1"/>
                </a:solidFill>
                <a:latin typeface="Avenir Next LT Pro Demi" panose="020B0504020202020204" pitchFamily="34" charset="77"/>
              </a:defRPr>
            </a:lvl1pPr>
            <a:lvl2pPr marL="171450" indent="-111125">
              <a:lnSpc>
                <a:spcPct val="110000"/>
              </a:lnSpc>
              <a:tabLst/>
              <a:defRPr sz="1050">
                <a:latin typeface="+mn-lt"/>
              </a:defRPr>
            </a:lvl2pPr>
            <a:lvl3pPr marL="401638" indent="-158750">
              <a:lnSpc>
                <a:spcPct val="110000"/>
              </a:lnSpc>
              <a:buFont typeface="Arial" panose="020B0604020202020204" pitchFamily="34" charset="0"/>
              <a:buChar char="ꟷ"/>
              <a:defRPr sz="1050">
                <a:latin typeface="+mn-lt"/>
              </a:defRPr>
            </a:lvl3pPr>
          </a:lstStyle>
          <a:p>
            <a:pPr lvl="0"/>
            <a:r>
              <a:rPr lang="en-US" dirty="0"/>
              <a:t>Click to edit Master text styles</a:t>
            </a:r>
          </a:p>
          <a:p>
            <a:pPr lvl="1"/>
            <a:r>
              <a:rPr lang="en-US" dirty="0"/>
              <a:t>Second level</a:t>
            </a:r>
          </a:p>
          <a:p>
            <a:pPr lvl="2"/>
            <a:endParaRPr lang="en-US" dirty="0"/>
          </a:p>
        </p:txBody>
      </p:sp>
      <p:cxnSp>
        <p:nvCxnSpPr>
          <p:cNvPr id="5" name="Straight Connector 4">
            <a:extLst>
              <a:ext uri="{FF2B5EF4-FFF2-40B4-BE49-F238E27FC236}">
                <a16:creationId xmlns:a16="http://schemas.microsoft.com/office/drawing/2014/main" id="{A46862F5-4890-55F5-90C7-327B76EB8D2C}"/>
              </a:ext>
            </a:extLst>
          </p:cNvPr>
          <p:cNvCxnSpPr>
            <a:cxnSpLocks/>
          </p:cNvCxnSpPr>
          <p:nvPr userDrawn="1"/>
        </p:nvCxnSpPr>
        <p:spPr>
          <a:xfrm>
            <a:off x="2701812" y="1076446"/>
            <a:ext cx="0" cy="578155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1E8DEDA-C6F2-37BE-D08C-558DB4B0EFF5}"/>
              </a:ext>
            </a:extLst>
          </p:cNvPr>
          <p:cNvCxnSpPr>
            <a:cxnSpLocks/>
          </p:cNvCxnSpPr>
          <p:nvPr userDrawn="1"/>
        </p:nvCxnSpPr>
        <p:spPr>
          <a:xfrm>
            <a:off x="7446907" y="1076446"/>
            <a:ext cx="0" cy="578155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24" name="Text Placeholder 23">
            <a:extLst>
              <a:ext uri="{FF2B5EF4-FFF2-40B4-BE49-F238E27FC236}">
                <a16:creationId xmlns:a16="http://schemas.microsoft.com/office/drawing/2014/main" id="{FCADA94C-B5A9-89F2-0F63-7D8B8822816F}"/>
              </a:ext>
            </a:extLst>
          </p:cNvPr>
          <p:cNvSpPr>
            <a:spLocks noGrp="1"/>
          </p:cNvSpPr>
          <p:nvPr>
            <p:ph type="body" sz="quarter" idx="55"/>
          </p:nvPr>
        </p:nvSpPr>
        <p:spPr>
          <a:xfrm>
            <a:off x="2701813" y="1076446"/>
            <a:ext cx="9490188" cy="201168"/>
          </a:xfrm>
          <a:solidFill>
            <a:schemeClr val="tx1"/>
          </a:solidFill>
        </p:spPr>
        <p:txBody>
          <a:bodyPr anchor="ctr">
            <a:noAutofit/>
          </a:bodyPr>
          <a:lstStyle>
            <a:lvl1pPr algn="ctr">
              <a:defRPr sz="1000" b="1" i="0" spc="40" baseline="0">
                <a:solidFill>
                  <a:schemeClr val="bg1"/>
                </a:solidFill>
                <a:latin typeface="Avenir Next LT Pro Demi" panose="020B0504020202020204" pitchFamily="34" charset="77"/>
              </a:defRPr>
            </a:lvl1pPr>
            <a:lvl2pPr marL="0" indent="0">
              <a:buNone/>
              <a:defRPr/>
            </a:lvl2pPr>
          </a:lstStyle>
          <a:p>
            <a:pPr lvl="0"/>
            <a:r>
              <a:rPr lang="en-US" dirty="0"/>
              <a:t>Click to edit Master text styles</a:t>
            </a:r>
          </a:p>
        </p:txBody>
      </p:sp>
      <p:sp>
        <p:nvSpPr>
          <p:cNvPr id="25" name="Text Placeholder 23">
            <a:extLst>
              <a:ext uri="{FF2B5EF4-FFF2-40B4-BE49-F238E27FC236}">
                <a16:creationId xmlns:a16="http://schemas.microsoft.com/office/drawing/2014/main" id="{7961B9FD-0C6B-BAD3-6E4A-6D20A49817DC}"/>
              </a:ext>
            </a:extLst>
          </p:cNvPr>
          <p:cNvSpPr>
            <a:spLocks noGrp="1"/>
          </p:cNvSpPr>
          <p:nvPr>
            <p:ph type="body" sz="quarter" idx="56"/>
          </p:nvPr>
        </p:nvSpPr>
        <p:spPr>
          <a:xfrm>
            <a:off x="2701813" y="2917329"/>
            <a:ext cx="9490188" cy="201168"/>
          </a:xfrm>
          <a:solidFill>
            <a:schemeClr val="tx1"/>
          </a:solidFill>
        </p:spPr>
        <p:txBody>
          <a:bodyPr anchor="ctr">
            <a:noAutofit/>
          </a:bodyPr>
          <a:lstStyle>
            <a:lvl1pPr algn="ctr">
              <a:defRPr sz="1000" b="1" i="0" spc="40" baseline="0">
                <a:solidFill>
                  <a:schemeClr val="bg1"/>
                </a:solidFill>
                <a:latin typeface="Avenir Next LT Pro Demi" panose="020B0504020202020204" pitchFamily="34" charset="77"/>
              </a:defRPr>
            </a:lvl1pPr>
            <a:lvl2pPr marL="0" indent="0">
              <a:buNone/>
              <a:defRPr/>
            </a:lvl2pPr>
          </a:lstStyle>
          <a:p>
            <a:pPr lvl="0"/>
            <a:r>
              <a:rPr lang="en-US" dirty="0"/>
              <a:t>Click to edit Master text styles</a:t>
            </a:r>
          </a:p>
        </p:txBody>
      </p:sp>
      <p:sp>
        <p:nvSpPr>
          <p:cNvPr id="33" name="Text Placeholder 19">
            <a:extLst>
              <a:ext uri="{FF2B5EF4-FFF2-40B4-BE49-F238E27FC236}">
                <a16:creationId xmlns:a16="http://schemas.microsoft.com/office/drawing/2014/main" id="{22306D12-E3FC-06AD-E42E-11E7614201CF}"/>
              </a:ext>
            </a:extLst>
          </p:cNvPr>
          <p:cNvSpPr>
            <a:spLocks noGrp="1"/>
          </p:cNvSpPr>
          <p:nvPr>
            <p:ph type="body" sz="quarter" idx="57" hasCustomPrompt="1"/>
          </p:nvPr>
        </p:nvSpPr>
        <p:spPr>
          <a:xfrm>
            <a:off x="3855721" y="1310766"/>
            <a:ext cx="2445780" cy="143744"/>
          </a:xfrm>
          <a:solidFill>
            <a:schemeClr val="bg2"/>
          </a:solidFill>
        </p:spPr>
        <p:txBody>
          <a:bodyPr lIns="0" tIns="0">
            <a:noAutofit/>
          </a:bodyPr>
          <a:lstStyle>
            <a:lvl1pPr algn="ctr">
              <a:defRPr sz="800" b="0" i="0" cap="all" spc="300" baseline="0">
                <a:solidFill>
                  <a:schemeClr val="accent1"/>
                </a:solidFill>
                <a:latin typeface="Avenir Next LT Pro" panose="020B0504020202020204" pitchFamily="34" charset="77"/>
              </a:defRPr>
            </a:lvl1pPr>
            <a:lvl2pPr marL="171450" indent="-111125">
              <a:tabLst/>
              <a:defRPr sz="900"/>
            </a:lvl2pPr>
            <a:lvl3pPr marL="242888" indent="0">
              <a:buNone/>
              <a:defRPr sz="900"/>
            </a:lvl3pPr>
          </a:lstStyle>
          <a:p>
            <a:pPr lvl="0"/>
            <a:r>
              <a:rPr lang="en-US" dirty="0"/>
              <a:t>More emotional</a:t>
            </a:r>
          </a:p>
        </p:txBody>
      </p:sp>
      <p:sp>
        <p:nvSpPr>
          <p:cNvPr id="34" name="Text Placeholder 19">
            <a:extLst>
              <a:ext uri="{FF2B5EF4-FFF2-40B4-BE49-F238E27FC236}">
                <a16:creationId xmlns:a16="http://schemas.microsoft.com/office/drawing/2014/main" id="{8C735E17-51A9-E84F-5E51-CA9ED6B2C220}"/>
              </a:ext>
            </a:extLst>
          </p:cNvPr>
          <p:cNvSpPr>
            <a:spLocks noGrp="1"/>
          </p:cNvSpPr>
          <p:nvPr>
            <p:ph type="body" sz="quarter" idx="58" hasCustomPrompt="1"/>
          </p:nvPr>
        </p:nvSpPr>
        <p:spPr>
          <a:xfrm>
            <a:off x="8610601" y="1310766"/>
            <a:ext cx="2445780" cy="143744"/>
          </a:xfrm>
          <a:solidFill>
            <a:schemeClr val="bg2"/>
          </a:solidFill>
        </p:spPr>
        <p:txBody>
          <a:bodyPr lIns="0" tIns="0">
            <a:noAutofit/>
          </a:bodyPr>
          <a:lstStyle>
            <a:lvl1pPr algn="ctr">
              <a:defRPr sz="800" b="0" i="0" cap="all" spc="300" baseline="0">
                <a:solidFill>
                  <a:schemeClr val="accent1"/>
                </a:solidFill>
                <a:latin typeface="Avenir Next LT Pro" panose="020B0504020202020204" pitchFamily="34" charset="77"/>
              </a:defRPr>
            </a:lvl1pPr>
            <a:lvl2pPr marL="171450" indent="-111125">
              <a:tabLst/>
              <a:defRPr sz="900"/>
            </a:lvl2pPr>
            <a:lvl3pPr marL="242888" indent="0">
              <a:buNone/>
              <a:defRPr sz="900"/>
            </a:lvl3pPr>
          </a:lstStyle>
          <a:p>
            <a:pPr lvl="0"/>
            <a:r>
              <a:rPr lang="en-US" dirty="0"/>
              <a:t>More rational</a:t>
            </a:r>
          </a:p>
        </p:txBody>
      </p:sp>
      <p:sp>
        <p:nvSpPr>
          <p:cNvPr id="35" name="Text Placeholder 19">
            <a:extLst>
              <a:ext uri="{FF2B5EF4-FFF2-40B4-BE49-F238E27FC236}">
                <a16:creationId xmlns:a16="http://schemas.microsoft.com/office/drawing/2014/main" id="{59116D1C-7B08-C1D1-1C09-0A145B8B675E}"/>
              </a:ext>
            </a:extLst>
          </p:cNvPr>
          <p:cNvSpPr>
            <a:spLocks noGrp="1"/>
          </p:cNvSpPr>
          <p:nvPr>
            <p:ph type="body" sz="quarter" idx="59" hasCustomPrompt="1"/>
          </p:nvPr>
        </p:nvSpPr>
        <p:spPr>
          <a:xfrm>
            <a:off x="3733432" y="3149472"/>
            <a:ext cx="2690358" cy="143744"/>
          </a:xfrm>
          <a:solidFill>
            <a:schemeClr val="bg2"/>
          </a:solidFill>
        </p:spPr>
        <p:txBody>
          <a:bodyPr lIns="0" tIns="0">
            <a:noAutofit/>
          </a:bodyPr>
          <a:lstStyle>
            <a:lvl1pPr algn="ctr">
              <a:defRPr sz="800" b="0" i="0" cap="all" spc="300" baseline="0">
                <a:solidFill>
                  <a:schemeClr val="accent1"/>
                </a:solidFill>
                <a:latin typeface="Avenir Next LT Pro" panose="020B0504020202020204" pitchFamily="34" charset="77"/>
              </a:defRPr>
            </a:lvl1pPr>
            <a:lvl2pPr marL="171450" indent="-111125">
              <a:tabLst/>
              <a:defRPr sz="900"/>
            </a:lvl2pPr>
            <a:lvl3pPr marL="242888" indent="0">
              <a:buNone/>
              <a:defRPr sz="900"/>
            </a:lvl3pPr>
          </a:lstStyle>
          <a:p>
            <a:pPr lvl="0"/>
            <a:r>
              <a:rPr lang="en-US" dirty="0"/>
              <a:t>Consideration indicators</a:t>
            </a:r>
          </a:p>
        </p:txBody>
      </p:sp>
      <p:sp>
        <p:nvSpPr>
          <p:cNvPr id="36" name="Text Placeholder 19">
            <a:extLst>
              <a:ext uri="{FF2B5EF4-FFF2-40B4-BE49-F238E27FC236}">
                <a16:creationId xmlns:a16="http://schemas.microsoft.com/office/drawing/2014/main" id="{F3D4F679-41F1-90D1-1995-423979A543FC}"/>
              </a:ext>
            </a:extLst>
          </p:cNvPr>
          <p:cNvSpPr>
            <a:spLocks noGrp="1"/>
          </p:cNvSpPr>
          <p:nvPr>
            <p:ph type="body" sz="quarter" idx="60" hasCustomPrompt="1"/>
          </p:nvPr>
        </p:nvSpPr>
        <p:spPr>
          <a:xfrm>
            <a:off x="8610601" y="3149472"/>
            <a:ext cx="2445780" cy="143744"/>
          </a:xfrm>
          <a:solidFill>
            <a:schemeClr val="bg2"/>
          </a:solidFill>
        </p:spPr>
        <p:txBody>
          <a:bodyPr lIns="0" tIns="0">
            <a:noAutofit/>
          </a:bodyPr>
          <a:lstStyle>
            <a:lvl1pPr algn="ctr">
              <a:defRPr sz="800" b="0" i="0" cap="all" spc="300" baseline="0">
                <a:solidFill>
                  <a:schemeClr val="accent1"/>
                </a:solidFill>
                <a:latin typeface="Avenir Next LT Pro" panose="020B0504020202020204" pitchFamily="34" charset="77"/>
              </a:defRPr>
            </a:lvl1pPr>
            <a:lvl2pPr marL="171450" indent="-111125">
              <a:tabLst/>
              <a:defRPr sz="900"/>
            </a:lvl2pPr>
            <a:lvl3pPr marL="242888" indent="0">
              <a:buNone/>
              <a:defRPr sz="900"/>
            </a:lvl3pPr>
          </a:lstStyle>
          <a:p>
            <a:pPr lvl="0"/>
            <a:r>
              <a:rPr lang="en-US" dirty="0"/>
              <a:t>Intent indicators</a:t>
            </a:r>
          </a:p>
        </p:txBody>
      </p:sp>
      <p:sp>
        <p:nvSpPr>
          <p:cNvPr id="37" name="Text Placeholder 19">
            <a:extLst>
              <a:ext uri="{FF2B5EF4-FFF2-40B4-BE49-F238E27FC236}">
                <a16:creationId xmlns:a16="http://schemas.microsoft.com/office/drawing/2014/main" id="{3CF971AF-6563-7A5A-174F-7FDD27C30948}"/>
              </a:ext>
            </a:extLst>
          </p:cNvPr>
          <p:cNvSpPr>
            <a:spLocks noGrp="1"/>
          </p:cNvSpPr>
          <p:nvPr>
            <p:ph type="body" sz="quarter" idx="61"/>
          </p:nvPr>
        </p:nvSpPr>
        <p:spPr>
          <a:xfrm>
            <a:off x="2701811" y="142647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2" name="Text Placeholder 19">
            <a:extLst>
              <a:ext uri="{FF2B5EF4-FFF2-40B4-BE49-F238E27FC236}">
                <a16:creationId xmlns:a16="http://schemas.microsoft.com/office/drawing/2014/main" id="{82CA5E92-3143-18B5-3FAD-78F360ABD51C}"/>
              </a:ext>
            </a:extLst>
          </p:cNvPr>
          <p:cNvSpPr>
            <a:spLocks noGrp="1"/>
          </p:cNvSpPr>
          <p:nvPr>
            <p:ph type="body" sz="quarter" idx="62"/>
          </p:nvPr>
        </p:nvSpPr>
        <p:spPr>
          <a:xfrm>
            <a:off x="5073751" y="142647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3" name="Text Placeholder 19">
            <a:extLst>
              <a:ext uri="{FF2B5EF4-FFF2-40B4-BE49-F238E27FC236}">
                <a16:creationId xmlns:a16="http://schemas.microsoft.com/office/drawing/2014/main" id="{41013219-8197-500F-5A0E-417C06E0391C}"/>
              </a:ext>
            </a:extLst>
          </p:cNvPr>
          <p:cNvSpPr>
            <a:spLocks noGrp="1"/>
          </p:cNvSpPr>
          <p:nvPr>
            <p:ph type="body" sz="quarter" idx="63"/>
          </p:nvPr>
        </p:nvSpPr>
        <p:spPr>
          <a:xfrm>
            <a:off x="7445690" y="142647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4" name="Text Placeholder 19">
            <a:extLst>
              <a:ext uri="{FF2B5EF4-FFF2-40B4-BE49-F238E27FC236}">
                <a16:creationId xmlns:a16="http://schemas.microsoft.com/office/drawing/2014/main" id="{C82DD306-1A3E-16E9-32D8-729BC8E47DF9}"/>
              </a:ext>
            </a:extLst>
          </p:cNvPr>
          <p:cNvSpPr>
            <a:spLocks noGrp="1"/>
          </p:cNvSpPr>
          <p:nvPr>
            <p:ph type="body" sz="quarter" idx="64"/>
          </p:nvPr>
        </p:nvSpPr>
        <p:spPr>
          <a:xfrm>
            <a:off x="9817630" y="142647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5" name="Text Placeholder 19">
            <a:extLst>
              <a:ext uri="{FF2B5EF4-FFF2-40B4-BE49-F238E27FC236}">
                <a16:creationId xmlns:a16="http://schemas.microsoft.com/office/drawing/2014/main" id="{BA462CDE-F266-41F6-9968-82849F6F0F05}"/>
              </a:ext>
            </a:extLst>
          </p:cNvPr>
          <p:cNvSpPr>
            <a:spLocks noGrp="1"/>
          </p:cNvSpPr>
          <p:nvPr>
            <p:ph type="body" sz="quarter" idx="65"/>
          </p:nvPr>
        </p:nvSpPr>
        <p:spPr>
          <a:xfrm>
            <a:off x="2701811" y="325422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6" name="Text Placeholder 19">
            <a:extLst>
              <a:ext uri="{FF2B5EF4-FFF2-40B4-BE49-F238E27FC236}">
                <a16:creationId xmlns:a16="http://schemas.microsoft.com/office/drawing/2014/main" id="{4DC67940-3863-28B8-45C3-7247D3A3C802}"/>
              </a:ext>
            </a:extLst>
          </p:cNvPr>
          <p:cNvSpPr>
            <a:spLocks noGrp="1"/>
          </p:cNvSpPr>
          <p:nvPr>
            <p:ph type="body" sz="quarter" idx="66"/>
          </p:nvPr>
        </p:nvSpPr>
        <p:spPr>
          <a:xfrm>
            <a:off x="5073751" y="325422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7" name="Text Placeholder 19">
            <a:extLst>
              <a:ext uri="{FF2B5EF4-FFF2-40B4-BE49-F238E27FC236}">
                <a16:creationId xmlns:a16="http://schemas.microsoft.com/office/drawing/2014/main" id="{AB8268BA-BFA2-48E0-D9C8-B0A085AC40F2}"/>
              </a:ext>
            </a:extLst>
          </p:cNvPr>
          <p:cNvSpPr>
            <a:spLocks noGrp="1"/>
          </p:cNvSpPr>
          <p:nvPr>
            <p:ph type="body" sz="quarter" idx="67"/>
          </p:nvPr>
        </p:nvSpPr>
        <p:spPr>
          <a:xfrm>
            <a:off x="7445690" y="325422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8" name="Text Placeholder 19">
            <a:extLst>
              <a:ext uri="{FF2B5EF4-FFF2-40B4-BE49-F238E27FC236}">
                <a16:creationId xmlns:a16="http://schemas.microsoft.com/office/drawing/2014/main" id="{D6FFCE78-6016-49C5-1903-6B564AE055BE}"/>
              </a:ext>
            </a:extLst>
          </p:cNvPr>
          <p:cNvSpPr>
            <a:spLocks noGrp="1"/>
          </p:cNvSpPr>
          <p:nvPr>
            <p:ph type="body" sz="quarter" idx="68"/>
          </p:nvPr>
        </p:nvSpPr>
        <p:spPr>
          <a:xfrm>
            <a:off x="9817630" y="3254228"/>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49" name="Text Placeholder 19">
            <a:extLst>
              <a:ext uri="{FF2B5EF4-FFF2-40B4-BE49-F238E27FC236}">
                <a16:creationId xmlns:a16="http://schemas.microsoft.com/office/drawing/2014/main" id="{EE85C94F-9D8D-57AA-533F-5AE49D3FC071}"/>
              </a:ext>
            </a:extLst>
          </p:cNvPr>
          <p:cNvSpPr>
            <a:spLocks noGrp="1"/>
          </p:cNvSpPr>
          <p:nvPr>
            <p:ph type="body" sz="quarter" idx="69"/>
          </p:nvPr>
        </p:nvSpPr>
        <p:spPr>
          <a:xfrm>
            <a:off x="2701811" y="4993650"/>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50" name="Text Placeholder 19">
            <a:extLst>
              <a:ext uri="{FF2B5EF4-FFF2-40B4-BE49-F238E27FC236}">
                <a16:creationId xmlns:a16="http://schemas.microsoft.com/office/drawing/2014/main" id="{BF105D0D-EF84-93CB-34FB-07F1C6CCAFF9}"/>
              </a:ext>
            </a:extLst>
          </p:cNvPr>
          <p:cNvSpPr>
            <a:spLocks noGrp="1"/>
          </p:cNvSpPr>
          <p:nvPr>
            <p:ph type="body" sz="quarter" idx="70"/>
          </p:nvPr>
        </p:nvSpPr>
        <p:spPr>
          <a:xfrm>
            <a:off x="5073751" y="4993650"/>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51" name="Text Placeholder 19">
            <a:extLst>
              <a:ext uri="{FF2B5EF4-FFF2-40B4-BE49-F238E27FC236}">
                <a16:creationId xmlns:a16="http://schemas.microsoft.com/office/drawing/2014/main" id="{CD0C5218-D2D3-D3C4-C68D-7DB72EAA32A4}"/>
              </a:ext>
            </a:extLst>
          </p:cNvPr>
          <p:cNvSpPr>
            <a:spLocks noGrp="1"/>
          </p:cNvSpPr>
          <p:nvPr>
            <p:ph type="body" sz="quarter" idx="71"/>
          </p:nvPr>
        </p:nvSpPr>
        <p:spPr>
          <a:xfrm>
            <a:off x="7445690" y="4993650"/>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52" name="Text Placeholder 19">
            <a:extLst>
              <a:ext uri="{FF2B5EF4-FFF2-40B4-BE49-F238E27FC236}">
                <a16:creationId xmlns:a16="http://schemas.microsoft.com/office/drawing/2014/main" id="{1286D1F9-E54B-BC55-2CDF-EFAEEE140A7C}"/>
              </a:ext>
            </a:extLst>
          </p:cNvPr>
          <p:cNvSpPr>
            <a:spLocks noGrp="1"/>
          </p:cNvSpPr>
          <p:nvPr>
            <p:ph type="body" sz="quarter" idx="72"/>
          </p:nvPr>
        </p:nvSpPr>
        <p:spPr>
          <a:xfrm>
            <a:off x="9817630" y="4993650"/>
            <a:ext cx="2384348" cy="201168"/>
          </a:xfrm>
          <a:noFill/>
        </p:spPr>
        <p:txBody>
          <a:bodyPr lIns="0">
            <a:noAutofit/>
          </a:bodyPr>
          <a:lstStyle>
            <a:lvl1pPr algn="ctr">
              <a:defRPr sz="900" b="1" i="0" cap="all" spc="40" baseline="0">
                <a:solidFill>
                  <a:schemeClr val="tx1"/>
                </a:solidFill>
                <a:latin typeface="Avenir Next LT Pro Demi" panose="020B0504020202020204" pitchFamily="34" charset="77"/>
              </a:defRPr>
            </a:lvl1pPr>
            <a:lvl2pPr marL="171450" indent="-111125">
              <a:tabLst/>
              <a:defRPr sz="900"/>
            </a:lvl2pPr>
            <a:lvl3pPr marL="242888" indent="0">
              <a:buNone/>
              <a:defRPr sz="900"/>
            </a:lvl3pPr>
          </a:lstStyle>
          <a:p>
            <a:pPr lvl="0"/>
            <a:endParaRPr lang="en-US" dirty="0"/>
          </a:p>
        </p:txBody>
      </p:sp>
      <p:sp>
        <p:nvSpPr>
          <p:cNvPr id="54" name="Text Placeholder 53">
            <a:extLst>
              <a:ext uri="{FF2B5EF4-FFF2-40B4-BE49-F238E27FC236}">
                <a16:creationId xmlns:a16="http://schemas.microsoft.com/office/drawing/2014/main" id="{828B1C7F-0449-0623-724A-2AA0FF2E3AC1}"/>
              </a:ext>
            </a:extLst>
          </p:cNvPr>
          <p:cNvSpPr>
            <a:spLocks noGrp="1"/>
          </p:cNvSpPr>
          <p:nvPr>
            <p:ph type="body" sz="quarter" idx="73"/>
          </p:nvPr>
        </p:nvSpPr>
        <p:spPr>
          <a:xfrm>
            <a:off x="2701925" y="1608900"/>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55" name="Text Placeholder 53">
            <a:extLst>
              <a:ext uri="{FF2B5EF4-FFF2-40B4-BE49-F238E27FC236}">
                <a16:creationId xmlns:a16="http://schemas.microsoft.com/office/drawing/2014/main" id="{153D72E3-3501-F44A-AF2C-C900F6B33C01}"/>
              </a:ext>
            </a:extLst>
          </p:cNvPr>
          <p:cNvSpPr>
            <a:spLocks noGrp="1"/>
          </p:cNvSpPr>
          <p:nvPr>
            <p:ph type="body" sz="quarter" idx="74"/>
          </p:nvPr>
        </p:nvSpPr>
        <p:spPr>
          <a:xfrm>
            <a:off x="5079365" y="1608900"/>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56" name="Text Placeholder 53">
            <a:extLst>
              <a:ext uri="{FF2B5EF4-FFF2-40B4-BE49-F238E27FC236}">
                <a16:creationId xmlns:a16="http://schemas.microsoft.com/office/drawing/2014/main" id="{21732FA7-65B1-0793-530C-0E8170839BEC}"/>
              </a:ext>
            </a:extLst>
          </p:cNvPr>
          <p:cNvSpPr>
            <a:spLocks noGrp="1"/>
          </p:cNvSpPr>
          <p:nvPr>
            <p:ph type="body" sz="quarter" idx="75"/>
          </p:nvPr>
        </p:nvSpPr>
        <p:spPr>
          <a:xfrm>
            <a:off x="7456805" y="1608900"/>
            <a:ext cx="2359415" cy="1194589"/>
          </a:xfrm>
        </p:spPr>
        <p:txBody>
          <a:bodyPr>
            <a:noAutofit/>
          </a:bodyPr>
          <a:lstStyle>
            <a:lvl1pPr algn="ctr">
              <a:lnSpc>
                <a:spcPct val="110000"/>
              </a:lnSpc>
              <a:defRPr sz="800" spc="0" baseline="0">
                <a:latin typeface="+mn-lt"/>
              </a:defRPr>
            </a:lvl1pPr>
          </a:lstStyle>
          <a:p>
            <a:pPr lvl="0"/>
            <a:r>
              <a:rPr lang="en-US" dirty="0"/>
              <a:t>Click to edit Master text styles</a:t>
            </a:r>
          </a:p>
        </p:txBody>
      </p:sp>
      <p:sp>
        <p:nvSpPr>
          <p:cNvPr id="57" name="Text Placeholder 53">
            <a:extLst>
              <a:ext uri="{FF2B5EF4-FFF2-40B4-BE49-F238E27FC236}">
                <a16:creationId xmlns:a16="http://schemas.microsoft.com/office/drawing/2014/main" id="{AEC2544F-C33E-FCFD-74D5-39C18A8432FC}"/>
              </a:ext>
            </a:extLst>
          </p:cNvPr>
          <p:cNvSpPr>
            <a:spLocks noGrp="1"/>
          </p:cNvSpPr>
          <p:nvPr>
            <p:ph type="body" sz="quarter" idx="76"/>
          </p:nvPr>
        </p:nvSpPr>
        <p:spPr>
          <a:xfrm>
            <a:off x="9834245" y="1608900"/>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58" name="Text Placeholder 53">
            <a:extLst>
              <a:ext uri="{FF2B5EF4-FFF2-40B4-BE49-F238E27FC236}">
                <a16:creationId xmlns:a16="http://schemas.microsoft.com/office/drawing/2014/main" id="{FF862DDB-E549-E2B2-7EB8-BDEA0A2CDAC5}"/>
              </a:ext>
            </a:extLst>
          </p:cNvPr>
          <p:cNvSpPr>
            <a:spLocks noGrp="1"/>
          </p:cNvSpPr>
          <p:nvPr>
            <p:ph type="body" sz="quarter" idx="77"/>
          </p:nvPr>
        </p:nvSpPr>
        <p:spPr>
          <a:xfrm>
            <a:off x="2701925" y="3441256"/>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59" name="Text Placeholder 53">
            <a:extLst>
              <a:ext uri="{FF2B5EF4-FFF2-40B4-BE49-F238E27FC236}">
                <a16:creationId xmlns:a16="http://schemas.microsoft.com/office/drawing/2014/main" id="{8FA32677-0CDE-BE7F-B212-7DF792DD74EB}"/>
              </a:ext>
            </a:extLst>
          </p:cNvPr>
          <p:cNvSpPr>
            <a:spLocks noGrp="1"/>
          </p:cNvSpPr>
          <p:nvPr>
            <p:ph type="body" sz="quarter" idx="78"/>
          </p:nvPr>
        </p:nvSpPr>
        <p:spPr>
          <a:xfrm>
            <a:off x="5079365" y="3441256"/>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0" name="Text Placeholder 53">
            <a:extLst>
              <a:ext uri="{FF2B5EF4-FFF2-40B4-BE49-F238E27FC236}">
                <a16:creationId xmlns:a16="http://schemas.microsoft.com/office/drawing/2014/main" id="{1C74913B-D56E-5CE2-120D-47ECAAC2CF5D}"/>
              </a:ext>
            </a:extLst>
          </p:cNvPr>
          <p:cNvSpPr>
            <a:spLocks noGrp="1"/>
          </p:cNvSpPr>
          <p:nvPr>
            <p:ph type="body" sz="quarter" idx="79"/>
          </p:nvPr>
        </p:nvSpPr>
        <p:spPr>
          <a:xfrm>
            <a:off x="7456805" y="3441256"/>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1" name="Text Placeholder 53">
            <a:extLst>
              <a:ext uri="{FF2B5EF4-FFF2-40B4-BE49-F238E27FC236}">
                <a16:creationId xmlns:a16="http://schemas.microsoft.com/office/drawing/2014/main" id="{851641B6-844E-A925-B4FE-9A118C11686B}"/>
              </a:ext>
            </a:extLst>
          </p:cNvPr>
          <p:cNvSpPr>
            <a:spLocks noGrp="1"/>
          </p:cNvSpPr>
          <p:nvPr>
            <p:ph type="body" sz="quarter" idx="80"/>
          </p:nvPr>
        </p:nvSpPr>
        <p:spPr>
          <a:xfrm>
            <a:off x="9834245" y="3441256"/>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2" name="Text Placeholder 53">
            <a:extLst>
              <a:ext uri="{FF2B5EF4-FFF2-40B4-BE49-F238E27FC236}">
                <a16:creationId xmlns:a16="http://schemas.microsoft.com/office/drawing/2014/main" id="{6EC909BC-1BD7-824D-FC4F-D9AF250CBC13}"/>
              </a:ext>
            </a:extLst>
          </p:cNvPr>
          <p:cNvSpPr>
            <a:spLocks noGrp="1"/>
          </p:cNvSpPr>
          <p:nvPr>
            <p:ph type="body" sz="quarter" idx="81"/>
          </p:nvPr>
        </p:nvSpPr>
        <p:spPr>
          <a:xfrm>
            <a:off x="2701925" y="5196904"/>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3" name="Text Placeholder 53">
            <a:extLst>
              <a:ext uri="{FF2B5EF4-FFF2-40B4-BE49-F238E27FC236}">
                <a16:creationId xmlns:a16="http://schemas.microsoft.com/office/drawing/2014/main" id="{CC99A97F-C85A-A244-4EBE-AE50FCCFBBE1}"/>
              </a:ext>
            </a:extLst>
          </p:cNvPr>
          <p:cNvSpPr>
            <a:spLocks noGrp="1"/>
          </p:cNvSpPr>
          <p:nvPr>
            <p:ph type="body" sz="quarter" idx="82"/>
          </p:nvPr>
        </p:nvSpPr>
        <p:spPr>
          <a:xfrm>
            <a:off x="5079365" y="5196904"/>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4" name="Text Placeholder 53">
            <a:extLst>
              <a:ext uri="{FF2B5EF4-FFF2-40B4-BE49-F238E27FC236}">
                <a16:creationId xmlns:a16="http://schemas.microsoft.com/office/drawing/2014/main" id="{E4FCDA82-2C56-47FE-A5BE-F25EE091D5C4}"/>
              </a:ext>
            </a:extLst>
          </p:cNvPr>
          <p:cNvSpPr>
            <a:spLocks noGrp="1"/>
          </p:cNvSpPr>
          <p:nvPr>
            <p:ph type="body" sz="quarter" idx="83"/>
          </p:nvPr>
        </p:nvSpPr>
        <p:spPr>
          <a:xfrm>
            <a:off x="7456805" y="5196904"/>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5" name="Text Placeholder 53">
            <a:extLst>
              <a:ext uri="{FF2B5EF4-FFF2-40B4-BE49-F238E27FC236}">
                <a16:creationId xmlns:a16="http://schemas.microsoft.com/office/drawing/2014/main" id="{9AFE6FF9-D7A6-815A-2C9A-C20DD22FB276}"/>
              </a:ext>
            </a:extLst>
          </p:cNvPr>
          <p:cNvSpPr>
            <a:spLocks noGrp="1"/>
          </p:cNvSpPr>
          <p:nvPr>
            <p:ph type="body" sz="quarter" idx="84"/>
          </p:nvPr>
        </p:nvSpPr>
        <p:spPr>
          <a:xfrm>
            <a:off x="9834245" y="5196904"/>
            <a:ext cx="2359415" cy="1194589"/>
          </a:xfrm>
        </p:spPr>
        <p:txBody>
          <a:bodyPr>
            <a:noAutofit/>
          </a:bodyPr>
          <a:lstStyle>
            <a:lvl1pPr algn="ctr">
              <a:lnSpc>
                <a:spcPct val="110000"/>
              </a:lnSpc>
              <a:defRPr sz="900" spc="0" baseline="0">
                <a:latin typeface="+mn-lt"/>
              </a:defRPr>
            </a:lvl1pPr>
          </a:lstStyle>
          <a:p>
            <a:pPr lvl="0"/>
            <a:r>
              <a:rPr lang="en-US" dirty="0"/>
              <a:t>Click to edit Master text styles</a:t>
            </a:r>
          </a:p>
        </p:txBody>
      </p:sp>
      <p:sp>
        <p:nvSpPr>
          <p:cNvPr id="69" name="Slide Number Placeholder 5">
            <a:extLst>
              <a:ext uri="{FF2B5EF4-FFF2-40B4-BE49-F238E27FC236}">
                <a16:creationId xmlns:a16="http://schemas.microsoft.com/office/drawing/2014/main" id="{9FBE0B62-0BD5-4997-89D7-9E38F8919C50}"/>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4555286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B90E50E-7B02-4247-A2CC-074E388021E6}"/>
              </a:ext>
            </a:extLst>
          </p:cNvPr>
          <p:cNvSpPr>
            <a:spLocks noGrp="1"/>
          </p:cNvSpPr>
          <p:nvPr>
            <p:ph type="pic" sz="quarter" idx="18"/>
          </p:nvPr>
        </p:nvSpPr>
        <p:spPr>
          <a:xfrm>
            <a:off x="4060825" y="0"/>
            <a:ext cx="8131175" cy="6858000"/>
          </a:xfrm>
        </p:spPr>
        <p:txBody>
          <a:bodyPr>
            <a:normAutofit/>
          </a:bodyPr>
          <a:lstStyle>
            <a:lvl1pPr>
              <a:defRPr sz="1100">
                <a:latin typeface="Avenir Next" panose="020B0503020202020204" pitchFamily="34" charset="0"/>
              </a:defRPr>
            </a:lvl1pPr>
          </a:lstStyle>
          <a:p>
            <a:endParaRPr lang="en-US"/>
          </a:p>
        </p:txBody>
      </p:sp>
      <p:sp>
        <p:nvSpPr>
          <p:cNvPr id="2" name="Title 1"/>
          <p:cNvSpPr>
            <a:spLocks noGrp="1"/>
          </p:cNvSpPr>
          <p:nvPr>
            <p:ph type="title"/>
          </p:nvPr>
        </p:nvSpPr>
        <p:spPr>
          <a:xfrm>
            <a:off x="374904" y="502920"/>
            <a:ext cx="3555111" cy="845113"/>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1"/>
            <a:ext cx="3740261"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p:nvPr>
        </p:nvSpPr>
        <p:spPr>
          <a:xfrm>
            <a:off x="374904" y="1261872"/>
            <a:ext cx="3685921" cy="657815"/>
          </a:xfrm>
        </p:spPr>
        <p:txBody>
          <a:bodyPr lIns="0" r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0" name="Content Placeholder 2">
            <a:extLst>
              <a:ext uri="{FF2B5EF4-FFF2-40B4-BE49-F238E27FC236}">
                <a16:creationId xmlns:a16="http://schemas.microsoft.com/office/drawing/2014/main" id="{48DDCCDA-B4AC-6346-B43F-EF9A192D0DFD}"/>
              </a:ext>
            </a:extLst>
          </p:cNvPr>
          <p:cNvSpPr>
            <a:spLocks noGrp="1"/>
          </p:cNvSpPr>
          <p:nvPr>
            <p:ph idx="1" hasCustomPrompt="1"/>
          </p:nvPr>
        </p:nvSpPr>
        <p:spPr>
          <a:xfrm>
            <a:off x="374904" y="1947672"/>
            <a:ext cx="3685921" cy="3416226"/>
          </a:xfrm>
        </p:spPr>
        <p:txBody>
          <a:bodyPr lIns="0">
            <a:noAutofit/>
          </a:bodyPr>
          <a:lstStyle>
            <a:lvl1pPr marL="169863" indent="-169863">
              <a:lnSpc>
                <a:spcPct val="100000"/>
              </a:lnSpc>
              <a:spcBef>
                <a:spcPts val="1200"/>
              </a:spcBef>
              <a:buFont typeface="Arial" panose="020B0604020202020204" pitchFamily="34" charset="0"/>
              <a:buChar char="•"/>
              <a:defRPr sz="1400" spc="0">
                <a:solidFill>
                  <a:schemeClr val="tx1"/>
                </a:solidFill>
                <a:latin typeface="+mn-lt"/>
              </a:defRPr>
            </a:lvl1pPr>
            <a:lvl2pPr marL="0" indent="0">
              <a:lnSpc>
                <a:spcPct val="100000"/>
              </a:lnSpc>
              <a:spcBef>
                <a:spcPts val="1200"/>
              </a:spcBef>
              <a:buSzPct val="75000"/>
              <a:buNone/>
              <a:defRPr sz="1400" spc="0">
                <a:solidFill>
                  <a:schemeClr val="tx1"/>
                </a:solidFill>
                <a:latin typeface="+mn-lt"/>
              </a:defRPr>
            </a:lvl2pPr>
            <a:lvl3pPr marL="403225" indent="-160338">
              <a:lnSpc>
                <a:spcPct val="120000"/>
              </a:lnSpc>
              <a:buSzPct val="75000"/>
              <a:buFont typeface="Arial" panose="020B0604020202020204" pitchFamily="34" charset="0"/>
              <a:buChar char="ꟷ"/>
              <a:defRPr sz="1400" spc="0">
                <a:solidFill>
                  <a:srgbClr val="00095B"/>
                </a:solidFill>
                <a:latin typeface="+mn-lt"/>
              </a:defRPr>
            </a:lvl3pPr>
          </a:lstStyle>
          <a:p>
            <a:pPr lvl="0"/>
            <a:r>
              <a:rPr lang="en-US" dirty="0"/>
              <a:t>Click to edit master text styles</a:t>
            </a:r>
          </a:p>
          <a:p>
            <a:pPr lvl="2"/>
            <a:r>
              <a:rPr lang="en-US" dirty="0"/>
              <a:t>Second level</a:t>
            </a:r>
          </a:p>
        </p:txBody>
      </p:sp>
      <p:sp>
        <p:nvSpPr>
          <p:cNvPr id="11" name="Slide Number Placeholder 5">
            <a:extLst>
              <a:ext uri="{FF2B5EF4-FFF2-40B4-BE49-F238E27FC236}">
                <a16:creationId xmlns:a16="http://schemas.microsoft.com/office/drawing/2014/main" id="{D19B9673-99CC-4559-8EC0-AD9EAFFF2776}"/>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13733326"/>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Split_Data+Image">
    <p:bg>
      <p:bgPr>
        <a:solidFill>
          <a:schemeClr val="bg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F57A811E-83B9-1249-8042-B156D5585F93}"/>
              </a:ext>
            </a:extLst>
          </p:cNvPr>
          <p:cNvSpPr>
            <a:spLocks noGrp="1"/>
          </p:cNvSpPr>
          <p:nvPr>
            <p:ph type="pic" sz="quarter" idx="24"/>
          </p:nvPr>
        </p:nvSpPr>
        <p:spPr>
          <a:xfrm>
            <a:off x="3956584" y="0"/>
            <a:ext cx="8235417" cy="6858000"/>
          </a:xfrm>
          <a:solidFill>
            <a:schemeClr val="bg2"/>
          </a:solidFill>
        </p:spPr>
        <p:txBody>
          <a:bodyPr anchor="ctr">
            <a:normAutofit/>
          </a:bodyPr>
          <a:lstStyle>
            <a:lvl1pPr algn="ctr">
              <a:defRPr sz="1100">
                <a:latin typeface="Avenir Next" panose="020B0503020202020204" pitchFamily="34" charset="0"/>
              </a:defRPr>
            </a:lvl1pPr>
          </a:lstStyle>
          <a:p>
            <a:endParaRPr lang="en-US" dirty="0"/>
          </a:p>
        </p:txBody>
      </p:sp>
      <p:sp>
        <p:nvSpPr>
          <p:cNvPr id="7" name="Text Placeholder 6">
            <a:extLst>
              <a:ext uri="{FF2B5EF4-FFF2-40B4-BE49-F238E27FC236}">
                <a16:creationId xmlns:a16="http://schemas.microsoft.com/office/drawing/2014/main" id="{B62750DD-61E4-B844-85EC-F5EAA97C1798}"/>
              </a:ext>
            </a:extLst>
          </p:cNvPr>
          <p:cNvSpPr>
            <a:spLocks noGrp="1"/>
          </p:cNvSpPr>
          <p:nvPr>
            <p:ph type="body" sz="quarter" idx="21" hasCustomPrompt="1"/>
          </p:nvPr>
        </p:nvSpPr>
        <p:spPr>
          <a:xfrm>
            <a:off x="320676" y="989720"/>
            <a:ext cx="3535042" cy="3563471"/>
          </a:xfrm>
          <a:prstGeom prst="rect">
            <a:avLst/>
          </a:prstGeom>
          <a:noFill/>
        </p:spPr>
        <p:txBody>
          <a:bodyPr wrap="none" lIns="0" rIns="0" bIns="0" anchor="b">
            <a:noAutofit/>
          </a:bodyPr>
          <a:lstStyle>
            <a:lvl1pPr marL="0" indent="0" algn="l" defTabSz="914400" rtl="0" eaLnBrk="1" latinLnBrk="0" hangingPunct="1">
              <a:lnSpc>
                <a:spcPct val="90000"/>
              </a:lnSpc>
              <a:spcBef>
                <a:spcPts val="1000"/>
              </a:spcBef>
              <a:buFont typeface="Arial"/>
              <a:buNone/>
              <a:defRPr lang="en-US" sz="15000" b="0" i="0" kern="1200" spc="5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p:nvPr>
        </p:nvSpPr>
        <p:spPr>
          <a:xfrm>
            <a:off x="320676" y="4331598"/>
            <a:ext cx="3526298" cy="1857329"/>
          </a:xfrm>
        </p:spPr>
        <p:txBody>
          <a:bodyPr anchor="t">
            <a:noAutofit/>
          </a:bodyPr>
          <a:lstStyle>
            <a:lvl1pPr marL="0" indent="0" algn="l" defTabSz="914400" rtl="0" eaLnBrk="1" latinLnBrk="0" hangingPunct="1">
              <a:lnSpc>
                <a:spcPct val="90000"/>
              </a:lnSpc>
              <a:spcBef>
                <a:spcPts val="1000"/>
              </a:spcBef>
              <a:buFont typeface="Arial"/>
              <a:buNone/>
              <a:defRPr lang="en-US" sz="2200" b="0" i="0" kern="1200" spc="50" baseline="0" dirty="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stStyle>
          <a:p>
            <a:pPr lvl="0"/>
            <a:r>
              <a:rPr lang="en-US" dirty="0"/>
              <a:t>Click to edit Master text styles</a:t>
            </a:r>
          </a:p>
        </p:txBody>
      </p:sp>
      <p:sp>
        <p:nvSpPr>
          <p:cNvPr id="4" name="Text Placeholder 8">
            <a:extLst>
              <a:ext uri="{FF2B5EF4-FFF2-40B4-BE49-F238E27FC236}">
                <a16:creationId xmlns:a16="http://schemas.microsoft.com/office/drawing/2014/main" id="{E68F50D7-C3D6-32B6-BB88-A3C2F0136D0B}"/>
              </a:ext>
            </a:extLst>
          </p:cNvPr>
          <p:cNvSpPr>
            <a:spLocks noGrp="1"/>
          </p:cNvSpPr>
          <p:nvPr>
            <p:ph type="body" sz="quarter" idx="13"/>
          </p:nvPr>
        </p:nvSpPr>
        <p:spPr>
          <a:xfrm>
            <a:off x="395000" y="286910"/>
            <a:ext cx="498894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pic>
        <p:nvPicPr>
          <p:cNvPr id="2" name="Graphic 1">
            <a:extLst>
              <a:ext uri="{FF2B5EF4-FFF2-40B4-BE49-F238E27FC236}">
                <a16:creationId xmlns:a16="http://schemas.microsoft.com/office/drawing/2014/main" id="{4438E21F-5FB3-AE84-DF2B-C9CC9DC213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9" name="Slide Number Placeholder 5">
            <a:extLst>
              <a:ext uri="{FF2B5EF4-FFF2-40B4-BE49-F238E27FC236}">
                <a16:creationId xmlns:a16="http://schemas.microsoft.com/office/drawing/2014/main" id="{C923BA3D-700C-471F-B6F5-272BE7AC590B}"/>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740061676"/>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hree Column+Small Data callouts">
    <p:spTree>
      <p:nvGrpSpPr>
        <p:cNvPr id="1" name=""/>
        <p:cNvGrpSpPr/>
        <p:nvPr/>
      </p:nvGrpSpPr>
      <p:grpSpPr>
        <a:xfrm>
          <a:off x="0" y="0"/>
          <a:ext cx="0" cy="0"/>
          <a:chOff x="0" y="0"/>
          <a:chExt cx="0" cy="0"/>
        </a:xfrm>
      </p:grpSpPr>
      <p:sp>
        <p:nvSpPr>
          <p:cNvPr id="44" name="Picture Placeholder 3">
            <a:extLst>
              <a:ext uri="{FF2B5EF4-FFF2-40B4-BE49-F238E27FC236}">
                <a16:creationId xmlns:a16="http://schemas.microsoft.com/office/drawing/2014/main" id="{C802A0FB-C7A1-D447-BCB2-18AC1B8F0F04}"/>
              </a:ext>
            </a:extLst>
          </p:cNvPr>
          <p:cNvSpPr>
            <a:spLocks noGrp="1"/>
          </p:cNvSpPr>
          <p:nvPr>
            <p:ph type="pic" sz="quarter" idx="18"/>
          </p:nvPr>
        </p:nvSpPr>
        <p:spPr>
          <a:xfrm>
            <a:off x="0" y="-3"/>
            <a:ext cx="4382758" cy="3987683"/>
          </a:xfrm>
          <a:solidFill>
            <a:schemeClr val="bg2"/>
          </a:solidFill>
        </p:spPr>
        <p:txBody>
          <a:bodyPr>
            <a:normAutofit/>
          </a:bodyPr>
          <a:lstStyle>
            <a:lvl1pPr>
              <a:defRPr sz="1100">
                <a:solidFill>
                  <a:schemeClr val="tx1"/>
                </a:solidFill>
                <a:latin typeface="Avenir Next" panose="020B0503020202020204" pitchFamily="34" charset="0"/>
              </a:defRPr>
            </a:lvl1pPr>
          </a:lstStyle>
          <a:p>
            <a:r>
              <a:rPr lang="en-US" dirty="0"/>
              <a:t>Click icon to add picture</a:t>
            </a:r>
          </a:p>
        </p:txBody>
      </p:sp>
      <p:sp>
        <p:nvSpPr>
          <p:cNvPr id="48" name="Picture Placeholder 3">
            <a:extLst>
              <a:ext uri="{FF2B5EF4-FFF2-40B4-BE49-F238E27FC236}">
                <a16:creationId xmlns:a16="http://schemas.microsoft.com/office/drawing/2014/main" id="{7BBEDEAB-1AA2-BC4E-A916-CB901E1EF7DF}"/>
              </a:ext>
            </a:extLst>
          </p:cNvPr>
          <p:cNvSpPr>
            <a:spLocks noGrp="1"/>
          </p:cNvSpPr>
          <p:nvPr>
            <p:ph type="pic" sz="quarter" idx="27"/>
          </p:nvPr>
        </p:nvSpPr>
        <p:spPr>
          <a:xfrm>
            <a:off x="8122024" y="-3"/>
            <a:ext cx="4069976" cy="3987683"/>
          </a:xfrm>
          <a:solidFill>
            <a:schemeClr val="bg2"/>
          </a:solidFill>
        </p:spPr>
        <p:txBody>
          <a:bodyPr>
            <a:normAutofit/>
          </a:bodyPr>
          <a:lstStyle>
            <a:lvl1pPr>
              <a:defRPr sz="1100">
                <a:solidFill>
                  <a:schemeClr val="tx1"/>
                </a:solidFill>
                <a:latin typeface="Avenir Next" panose="020B0503020202020204" pitchFamily="34" charset="0"/>
              </a:defRPr>
            </a:lvl1pPr>
          </a:lstStyle>
          <a:p>
            <a:r>
              <a:rPr lang="en-US" dirty="0"/>
              <a:t>Click icon to add picture</a:t>
            </a:r>
          </a:p>
        </p:txBody>
      </p:sp>
      <p:sp>
        <p:nvSpPr>
          <p:cNvPr id="16" name="Rectangle 15">
            <a:extLst>
              <a:ext uri="{FF2B5EF4-FFF2-40B4-BE49-F238E27FC236}">
                <a16:creationId xmlns:a16="http://schemas.microsoft.com/office/drawing/2014/main" id="{9F89377A-4E13-2A43-97CC-FE1DAE5F5F08}"/>
              </a:ext>
            </a:extLst>
          </p:cNvPr>
          <p:cNvSpPr/>
          <p:nvPr/>
        </p:nvSpPr>
        <p:spPr>
          <a:xfrm>
            <a:off x="4064000" y="0"/>
            <a:ext cx="4064000" cy="68579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32" name="Text Placeholder 38">
            <a:extLst>
              <a:ext uri="{FF2B5EF4-FFF2-40B4-BE49-F238E27FC236}">
                <a16:creationId xmlns:a16="http://schemas.microsoft.com/office/drawing/2014/main" id="{431F5E9D-ACDE-3748-86BF-6659A4EE76D7}"/>
              </a:ext>
            </a:extLst>
          </p:cNvPr>
          <p:cNvSpPr>
            <a:spLocks noGrp="1"/>
          </p:cNvSpPr>
          <p:nvPr>
            <p:ph type="body" sz="quarter" idx="16"/>
          </p:nvPr>
        </p:nvSpPr>
        <p:spPr>
          <a:xfrm>
            <a:off x="348640" y="5241067"/>
            <a:ext cx="3376365" cy="1021948"/>
          </a:xfrm>
        </p:spPr>
        <p:txBody>
          <a:bodyPr lIns="0">
            <a:noAutofit/>
          </a:bodyPr>
          <a:lstStyle>
            <a:lvl1pPr>
              <a:lnSpc>
                <a:spcPct val="100000"/>
              </a:lnSpc>
              <a:spcBef>
                <a:spcPts val="0"/>
              </a:spcBef>
              <a:defRPr sz="2000" b="0" i="0" spc="-20" baseline="0">
                <a:solidFill>
                  <a:schemeClr val="tx1"/>
                </a:solidFill>
                <a:latin typeface="+mn-lt"/>
              </a:defRPr>
            </a:lvl1pPr>
          </a:lstStyle>
          <a:p>
            <a:pPr lvl="0"/>
            <a:r>
              <a:rPr lang="en-US" dirty="0"/>
              <a:t>Click to edit Master text styles</a:t>
            </a:r>
          </a:p>
        </p:txBody>
      </p:sp>
      <p:sp>
        <p:nvSpPr>
          <p:cNvPr id="33" name="Text Placeholder 6">
            <a:extLst>
              <a:ext uri="{FF2B5EF4-FFF2-40B4-BE49-F238E27FC236}">
                <a16:creationId xmlns:a16="http://schemas.microsoft.com/office/drawing/2014/main" id="{5BE7624B-B718-2F49-804D-F7762432859A}"/>
              </a:ext>
            </a:extLst>
          </p:cNvPr>
          <p:cNvSpPr>
            <a:spLocks noGrp="1"/>
          </p:cNvSpPr>
          <p:nvPr>
            <p:ph type="body" sz="quarter" idx="21" hasCustomPrompt="1"/>
          </p:nvPr>
        </p:nvSpPr>
        <p:spPr>
          <a:xfrm>
            <a:off x="348640" y="4252769"/>
            <a:ext cx="3311189" cy="1088289"/>
          </a:xfrm>
          <a:prstGeom prst="rect">
            <a:avLst/>
          </a:prstGeom>
          <a:noFill/>
        </p:spPr>
        <p:txBody>
          <a:bodyPr wrap="none" lIns="0" rIns="0" bIns="0" anchor="b">
            <a:noAutofit/>
          </a:bodyPr>
          <a:lstStyle>
            <a:lvl1pPr algn="l">
              <a:spcBef>
                <a:spcPts val="0"/>
              </a:spcBef>
              <a:defRPr sz="6600" b="0" i="0" spc="0" baseline="0">
                <a:solidFill>
                  <a:schemeClr val="tx1"/>
                </a:solidFill>
                <a:latin typeface="+mn-lt"/>
              </a:defRPr>
            </a:lvl1pPr>
          </a:lstStyle>
          <a:p>
            <a:pPr lvl="0"/>
            <a:r>
              <a:rPr lang="en-US" dirty="0"/>
              <a:t>XX</a:t>
            </a:r>
          </a:p>
        </p:txBody>
      </p:sp>
      <p:sp>
        <p:nvSpPr>
          <p:cNvPr id="38" name="Text Placeholder 38">
            <a:extLst>
              <a:ext uri="{FF2B5EF4-FFF2-40B4-BE49-F238E27FC236}">
                <a16:creationId xmlns:a16="http://schemas.microsoft.com/office/drawing/2014/main" id="{36511B17-30D2-154D-B266-262CF62DEEAF}"/>
              </a:ext>
            </a:extLst>
          </p:cNvPr>
          <p:cNvSpPr>
            <a:spLocks noGrp="1"/>
          </p:cNvSpPr>
          <p:nvPr>
            <p:ph type="body" sz="quarter" idx="22"/>
          </p:nvPr>
        </p:nvSpPr>
        <p:spPr>
          <a:xfrm>
            <a:off x="4382758" y="5241067"/>
            <a:ext cx="3376365" cy="1021948"/>
          </a:xfrm>
        </p:spPr>
        <p:txBody>
          <a:bodyPr lIns="0">
            <a:noAutofit/>
          </a:bodyPr>
          <a:lstStyle>
            <a:lvl1pPr>
              <a:lnSpc>
                <a:spcPct val="100000"/>
              </a:lnSpc>
              <a:spcBef>
                <a:spcPts val="0"/>
              </a:spcBef>
              <a:defRPr sz="2000" b="0" i="0" spc="-20" baseline="0">
                <a:solidFill>
                  <a:schemeClr val="tx1"/>
                </a:solidFill>
                <a:latin typeface="+mn-lt"/>
              </a:defRPr>
            </a:lvl1pPr>
          </a:lstStyle>
          <a:p>
            <a:pPr lvl="0"/>
            <a:r>
              <a:rPr lang="en-US" dirty="0"/>
              <a:t>Click to edit Master text styles</a:t>
            </a:r>
          </a:p>
        </p:txBody>
      </p:sp>
      <p:sp>
        <p:nvSpPr>
          <p:cNvPr id="39" name="Text Placeholder 6">
            <a:extLst>
              <a:ext uri="{FF2B5EF4-FFF2-40B4-BE49-F238E27FC236}">
                <a16:creationId xmlns:a16="http://schemas.microsoft.com/office/drawing/2014/main" id="{6C8DF35C-B430-6140-9C50-F7126BF21DDE}"/>
              </a:ext>
            </a:extLst>
          </p:cNvPr>
          <p:cNvSpPr>
            <a:spLocks noGrp="1"/>
          </p:cNvSpPr>
          <p:nvPr>
            <p:ph type="body" sz="quarter" idx="23" hasCustomPrompt="1"/>
          </p:nvPr>
        </p:nvSpPr>
        <p:spPr>
          <a:xfrm>
            <a:off x="4382758" y="4252769"/>
            <a:ext cx="3311189" cy="1088289"/>
          </a:xfrm>
          <a:prstGeom prst="rect">
            <a:avLst/>
          </a:prstGeom>
          <a:noFill/>
        </p:spPr>
        <p:txBody>
          <a:bodyPr wrap="none" lIns="0" rIns="0" bIns="0" anchor="b">
            <a:noAutofit/>
          </a:bodyPr>
          <a:lstStyle>
            <a:lvl1pPr algn="l">
              <a:spcBef>
                <a:spcPts val="0"/>
              </a:spcBef>
              <a:defRPr sz="6600" b="0" i="0" spc="0" baseline="0">
                <a:solidFill>
                  <a:schemeClr val="tx1"/>
                </a:solidFill>
                <a:latin typeface="+mn-lt"/>
              </a:defRPr>
            </a:lvl1pPr>
          </a:lstStyle>
          <a:p>
            <a:pPr lvl="0"/>
            <a:r>
              <a:rPr lang="en-US" dirty="0"/>
              <a:t>XX</a:t>
            </a:r>
          </a:p>
        </p:txBody>
      </p:sp>
      <p:sp>
        <p:nvSpPr>
          <p:cNvPr id="40" name="Text Placeholder 38">
            <a:extLst>
              <a:ext uri="{FF2B5EF4-FFF2-40B4-BE49-F238E27FC236}">
                <a16:creationId xmlns:a16="http://schemas.microsoft.com/office/drawing/2014/main" id="{F11435E4-3EC8-8641-B725-4EEBD5951D82}"/>
              </a:ext>
            </a:extLst>
          </p:cNvPr>
          <p:cNvSpPr>
            <a:spLocks noGrp="1"/>
          </p:cNvSpPr>
          <p:nvPr>
            <p:ph type="body" sz="quarter" idx="24"/>
          </p:nvPr>
        </p:nvSpPr>
        <p:spPr>
          <a:xfrm>
            <a:off x="8457217" y="5241067"/>
            <a:ext cx="3376365" cy="1021948"/>
          </a:xfrm>
        </p:spPr>
        <p:txBody>
          <a:bodyPr lIns="0">
            <a:noAutofit/>
          </a:bodyPr>
          <a:lstStyle>
            <a:lvl1pPr>
              <a:lnSpc>
                <a:spcPct val="100000"/>
              </a:lnSpc>
              <a:spcBef>
                <a:spcPts val="0"/>
              </a:spcBef>
              <a:defRPr sz="2000" b="0" i="0" spc="-20" baseline="0">
                <a:solidFill>
                  <a:schemeClr val="tx1"/>
                </a:solidFill>
                <a:latin typeface="+mn-lt"/>
              </a:defRPr>
            </a:lvl1pPr>
          </a:lstStyle>
          <a:p>
            <a:pPr lvl="0"/>
            <a:r>
              <a:rPr lang="en-US" dirty="0"/>
              <a:t>Click to edit Master text styles</a:t>
            </a:r>
          </a:p>
        </p:txBody>
      </p:sp>
      <p:sp>
        <p:nvSpPr>
          <p:cNvPr id="41" name="Text Placeholder 6">
            <a:extLst>
              <a:ext uri="{FF2B5EF4-FFF2-40B4-BE49-F238E27FC236}">
                <a16:creationId xmlns:a16="http://schemas.microsoft.com/office/drawing/2014/main" id="{1B84F539-EBAA-3049-BAB2-2187B857EF02}"/>
              </a:ext>
            </a:extLst>
          </p:cNvPr>
          <p:cNvSpPr>
            <a:spLocks noGrp="1"/>
          </p:cNvSpPr>
          <p:nvPr>
            <p:ph type="body" sz="quarter" idx="25" hasCustomPrompt="1"/>
          </p:nvPr>
        </p:nvSpPr>
        <p:spPr>
          <a:xfrm>
            <a:off x="8457217" y="4252769"/>
            <a:ext cx="3311189" cy="1088289"/>
          </a:xfrm>
          <a:prstGeom prst="rect">
            <a:avLst/>
          </a:prstGeom>
          <a:noFill/>
        </p:spPr>
        <p:txBody>
          <a:bodyPr wrap="none" lIns="0" rIns="0" bIns="0" anchor="b">
            <a:noAutofit/>
          </a:bodyPr>
          <a:lstStyle>
            <a:lvl1pPr algn="l">
              <a:spcBef>
                <a:spcPts val="0"/>
              </a:spcBef>
              <a:defRPr sz="6600" b="0" i="0" spc="0" baseline="0">
                <a:solidFill>
                  <a:schemeClr val="tx1"/>
                </a:solidFill>
                <a:latin typeface="+mn-lt"/>
              </a:defRPr>
            </a:lvl1pPr>
          </a:lstStyle>
          <a:p>
            <a:pPr lvl="0"/>
            <a:r>
              <a:rPr lang="en-US" dirty="0"/>
              <a:t>XX</a:t>
            </a:r>
          </a:p>
        </p:txBody>
      </p:sp>
      <p:sp>
        <p:nvSpPr>
          <p:cNvPr id="45" name="Picture Placeholder 3">
            <a:extLst>
              <a:ext uri="{FF2B5EF4-FFF2-40B4-BE49-F238E27FC236}">
                <a16:creationId xmlns:a16="http://schemas.microsoft.com/office/drawing/2014/main" id="{C7324422-4DB7-2F44-9E38-7AC0F3A411FB}"/>
              </a:ext>
            </a:extLst>
          </p:cNvPr>
          <p:cNvSpPr>
            <a:spLocks noGrp="1"/>
          </p:cNvSpPr>
          <p:nvPr>
            <p:ph type="pic" sz="quarter" idx="26"/>
          </p:nvPr>
        </p:nvSpPr>
        <p:spPr>
          <a:xfrm>
            <a:off x="4065874" y="-3"/>
            <a:ext cx="4060252" cy="3987683"/>
          </a:xfrm>
          <a:solidFill>
            <a:schemeClr val="bg1"/>
          </a:solidFill>
        </p:spPr>
        <p:txBody>
          <a:bodyPr>
            <a:normAutofit/>
          </a:bodyPr>
          <a:lstStyle>
            <a:lvl1pPr>
              <a:defRPr sz="1100">
                <a:solidFill>
                  <a:schemeClr val="tx1"/>
                </a:solidFill>
                <a:latin typeface="Avenir Next" panose="020B0503020202020204" pitchFamily="34" charset="0"/>
              </a:defRPr>
            </a:lvl1pPr>
          </a:lstStyle>
          <a:p>
            <a:r>
              <a:rPr lang="en-US" dirty="0"/>
              <a:t>Click icon to add picture</a:t>
            </a:r>
          </a:p>
        </p:txBody>
      </p:sp>
      <p:grpSp>
        <p:nvGrpSpPr>
          <p:cNvPr id="7" name="Group 6">
            <a:extLst>
              <a:ext uri="{FF2B5EF4-FFF2-40B4-BE49-F238E27FC236}">
                <a16:creationId xmlns:a16="http://schemas.microsoft.com/office/drawing/2014/main" id="{0FC77CD5-08C0-71DF-22FC-D90FC8D82341}"/>
              </a:ext>
            </a:extLst>
          </p:cNvPr>
          <p:cNvGrpSpPr/>
          <p:nvPr userDrawn="1"/>
        </p:nvGrpSpPr>
        <p:grpSpPr>
          <a:xfrm>
            <a:off x="836" y="3986114"/>
            <a:ext cx="12191164" cy="64008"/>
            <a:chOff x="836" y="3993779"/>
            <a:chExt cx="12191164" cy="215149"/>
          </a:xfrm>
        </p:grpSpPr>
        <p:sp>
          <p:nvSpPr>
            <p:cNvPr id="4" name="Rectangle 3">
              <a:extLst>
                <a:ext uri="{FF2B5EF4-FFF2-40B4-BE49-F238E27FC236}">
                  <a16:creationId xmlns:a16="http://schemas.microsoft.com/office/drawing/2014/main" id="{27E1E229-A50D-CB6E-7070-A7AC926C8ABB}"/>
                </a:ext>
              </a:extLst>
            </p:cNvPr>
            <p:cNvSpPr/>
            <p:nvPr userDrawn="1"/>
          </p:nvSpPr>
          <p:spPr>
            <a:xfrm>
              <a:off x="836" y="3993779"/>
              <a:ext cx="4062884" cy="2151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5" name="Rectangle 4">
              <a:extLst>
                <a:ext uri="{FF2B5EF4-FFF2-40B4-BE49-F238E27FC236}">
                  <a16:creationId xmlns:a16="http://schemas.microsoft.com/office/drawing/2014/main" id="{6BC356EC-83E4-AA37-A824-417C67D0F6D2}"/>
                </a:ext>
              </a:extLst>
            </p:cNvPr>
            <p:cNvSpPr/>
            <p:nvPr userDrawn="1"/>
          </p:nvSpPr>
          <p:spPr>
            <a:xfrm>
              <a:off x="4063242" y="3993779"/>
              <a:ext cx="4069080" cy="215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sp>
          <p:nvSpPr>
            <p:cNvPr id="6" name="Rectangle 5">
              <a:extLst>
                <a:ext uri="{FF2B5EF4-FFF2-40B4-BE49-F238E27FC236}">
                  <a16:creationId xmlns:a16="http://schemas.microsoft.com/office/drawing/2014/main" id="{101246F1-A1F6-12DE-07B1-8C6C2858F8FB}"/>
                </a:ext>
              </a:extLst>
            </p:cNvPr>
            <p:cNvSpPr/>
            <p:nvPr userDrawn="1"/>
          </p:nvSpPr>
          <p:spPr>
            <a:xfrm>
              <a:off x="8129116" y="3993779"/>
              <a:ext cx="4062884" cy="2151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venir Next" panose="020B0503020202020204" pitchFamily="34" charset="0"/>
              </a:endParaRPr>
            </a:p>
          </p:txBody>
        </p:sp>
      </p:grpSp>
      <p:sp>
        <p:nvSpPr>
          <p:cNvPr id="18" name="Slide Number Placeholder 5">
            <a:extLst>
              <a:ext uri="{FF2B5EF4-FFF2-40B4-BE49-F238E27FC236}">
                <a16:creationId xmlns:a16="http://schemas.microsoft.com/office/drawing/2014/main" id="{EBAC45C7-9ACA-4203-9384-9E76F2ACA4BE}"/>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091988221"/>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guide id="5" orient="horz" pos="80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rom 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9F1F5A-08C3-F14A-AADC-44E5019280E7}"/>
              </a:ext>
            </a:extLst>
          </p:cNvPr>
          <p:cNvSpPr/>
          <p:nvPr userDrawn="1"/>
        </p:nvSpPr>
        <p:spPr>
          <a:xfrm>
            <a:off x="6108589" y="1"/>
            <a:ext cx="6099728"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p:cNvSpPr>
            <a:spLocks noGrp="1"/>
          </p:cNvSpPr>
          <p:nvPr>
            <p:ph type="body" sz="quarter" idx="13"/>
          </p:nvPr>
        </p:nvSpPr>
        <p:spPr>
          <a:xfrm>
            <a:off x="395000" y="286911"/>
            <a:ext cx="5335305" cy="216010"/>
          </a:xfrm>
        </p:spPr>
        <p:txBody>
          <a:bodyPr lIns="0" anchor="t">
            <a:noAutofit/>
          </a:bodyPr>
          <a:lstStyle>
            <a:lvl1pPr>
              <a:defRPr lang="en-US" sz="900" b="0" i="0" kern="1200" cap="all" spc="300" baseline="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C76D422-6A8E-8F4E-870E-AE1452E6C4D9}"/>
              </a:ext>
            </a:extLst>
          </p:cNvPr>
          <p:cNvSpPr>
            <a:spLocks noGrp="1"/>
          </p:cNvSpPr>
          <p:nvPr>
            <p:ph type="title"/>
          </p:nvPr>
        </p:nvSpPr>
        <p:spPr>
          <a:xfrm>
            <a:off x="374904" y="502920"/>
            <a:ext cx="5335305" cy="1058974"/>
          </a:xfrm>
        </p:spPr>
        <p:txBody>
          <a:bodyPr lIns="0">
            <a:noAutofit/>
          </a:bodyPr>
          <a:lstStyle>
            <a:lvl1pPr>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endParaRPr lang="en-US" dirty="0"/>
          </a:p>
        </p:txBody>
      </p:sp>
      <p:sp>
        <p:nvSpPr>
          <p:cNvPr id="4" name="Text Placeholder 3">
            <a:extLst>
              <a:ext uri="{FF2B5EF4-FFF2-40B4-BE49-F238E27FC236}">
                <a16:creationId xmlns:a16="http://schemas.microsoft.com/office/drawing/2014/main" id="{B3CAEB70-2603-7843-90E6-621093D2F0AC}"/>
              </a:ext>
            </a:extLst>
          </p:cNvPr>
          <p:cNvSpPr>
            <a:spLocks noGrp="1"/>
          </p:cNvSpPr>
          <p:nvPr>
            <p:ph type="body" sz="quarter" idx="19"/>
          </p:nvPr>
        </p:nvSpPr>
        <p:spPr>
          <a:xfrm>
            <a:off x="6545263" y="502920"/>
            <a:ext cx="4732338" cy="914400"/>
          </a:xfrm>
        </p:spPr>
        <p:txBody>
          <a:bodyPr lIns="0">
            <a:noAutofit/>
          </a:bodyPr>
          <a:lstStyle>
            <a:lvl1pPr>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edit Master text styles</a:t>
            </a:r>
          </a:p>
        </p:txBody>
      </p:sp>
      <p:sp>
        <p:nvSpPr>
          <p:cNvPr id="6" name="Text Placeholder 5">
            <a:extLst>
              <a:ext uri="{FF2B5EF4-FFF2-40B4-BE49-F238E27FC236}">
                <a16:creationId xmlns:a16="http://schemas.microsoft.com/office/drawing/2014/main" id="{5751DD1E-B300-B342-B2A1-9E05758A5B80}"/>
              </a:ext>
            </a:extLst>
          </p:cNvPr>
          <p:cNvSpPr>
            <a:spLocks noGrp="1"/>
          </p:cNvSpPr>
          <p:nvPr>
            <p:ph type="body" sz="quarter" idx="21"/>
          </p:nvPr>
        </p:nvSpPr>
        <p:spPr>
          <a:xfrm>
            <a:off x="374904" y="2564802"/>
            <a:ext cx="4852303" cy="3368485"/>
          </a:xfrm>
        </p:spPr>
        <p:txBody>
          <a:bodyPr lIns="0">
            <a:noAutofit/>
          </a:bodyPr>
          <a:lstStyle>
            <a:lvl1pPr>
              <a:lnSpc>
                <a:spcPct val="110000"/>
              </a:lnSpc>
              <a:spcBef>
                <a:spcPts val="1200"/>
              </a:spcBef>
              <a:defRPr sz="2200" b="0" i="0" spc="0">
                <a:latin typeface="+mn-lt"/>
              </a:defRPr>
            </a:lvl1pPr>
            <a:lvl2pPr>
              <a:defRPr sz="2400" b="0" i="0">
                <a:latin typeface="Ford Antenna Medium" panose="02000505000000020004" pitchFamily="2" charset="0"/>
              </a:defRPr>
            </a:lvl2pPr>
            <a:lvl3pPr>
              <a:defRPr sz="2400" b="0" i="0">
                <a:latin typeface="Ford Antenna Medium" panose="02000505000000020004" pitchFamily="2" charset="0"/>
              </a:defRPr>
            </a:lvl3pPr>
            <a:lvl4pPr>
              <a:defRPr sz="2400" b="0" i="0">
                <a:latin typeface="Ford Antenna Medium" panose="02000505000000020004" pitchFamily="2" charset="0"/>
              </a:defRPr>
            </a:lvl4pPr>
            <a:lvl5pPr>
              <a:defRPr sz="2400" b="0" i="0">
                <a:latin typeface="Ford Antenna Medium" panose="02000505000000020004" pitchFamily="2" charset="0"/>
              </a:defRPr>
            </a:lvl5pPr>
          </a:lstStyle>
          <a:p>
            <a:pPr lvl="0"/>
            <a:r>
              <a:rPr lang="en-US" dirty="0"/>
              <a:t>Click to edit Master text styles</a:t>
            </a:r>
          </a:p>
        </p:txBody>
      </p:sp>
      <p:sp>
        <p:nvSpPr>
          <p:cNvPr id="24" name="Text Placeholder 5">
            <a:extLst>
              <a:ext uri="{FF2B5EF4-FFF2-40B4-BE49-F238E27FC236}">
                <a16:creationId xmlns:a16="http://schemas.microsoft.com/office/drawing/2014/main" id="{439F9038-0812-1D4F-8B28-C0F2AE4F053E}"/>
              </a:ext>
            </a:extLst>
          </p:cNvPr>
          <p:cNvSpPr>
            <a:spLocks noGrp="1"/>
          </p:cNvSpPr>
          <p:nvPr>
            <p:ph type="body" sz="quarter" idx="22"/>
          </p:nvPr>
        </p:nvSpPr>
        <p:spPr>
          <a:xfrm>
            <a:off x="6556344" y="2564802"/>
            <a:ext cx="4852303" cy="3368485"/>
          </a:xfrm>
        </p:spPr>
        <p:txBody>
          <a:bodyPr lIns="0">
            <a:noAutofit/>
          </a:bodyPr>
          <a:lstStyle>
            <a:lvl1pPr>
              <a:lnSpc>
                <a:spcPct val="110000"/>
              </a:lnSpc>
              <a:spcBef>
                <a:spcPts val="1200"/>
              </a:spcBef>
              <a:defRPr sz="2200" b="0" i="0" spc="0">
                <a:solidFill>
                  <a:schemeClr val="tx1"/>
                </a:solidFill>
                <a:latin typeface="+mn-lt"/>
              </a:defRPr>
            </a:lvl1pPr>
            <a:lvl2pPr>
              <a:defRPr sz="2400" b="0" i="0">
                <a:latin typeface="Ford Antenna Medium" panose="02000505000000020004" pitchFamily="2" charset="0"/>
              </a:defRPr>
            </a:lvl2pPr>
            <a:lvl3pPr>
              <a:defRPr sz="2400" b="0" i="0">
                <a:latin typeface="Ford Antenna Medium" panose="02000505000000020004" pitchFamily="2" charset="0"/>
              </a:defRPr>
            </a:lvl3pPr>
            <a:lvl4pPr>
              <a:defRPr sz="2400" b="0" i="0">
                <a:latin typeface="Ford Antenna Medium" panose="02000505000000020004" pitchFamily="2" charset="0"/>
              </a:defRPr>
            </a:lvl4pPr>
            <a:lvl5pPr>
              <a:defRPr sz="2400" b="0" i="0">
                <a:latin typeface="Ford Antenna Medium" panose="02000505000000020004" pitchFamily="2" charset="0"/>
              </a:defRPr>
            </a:lvl5pPr>
          </a:lstStyle>
          <a:p>
            <a:pPr lvl="0"/>
            <a:r>
              <a:rPr lang="en-US" dirty="0"/>
              <a:t>Click to edit Master text styles</a:t>
            </a:r>
          </a:p>
        </p:txBody>
      </p:sp>
      <p:pic>
        <p:nvPicPr>
          <p:cNvPr id="2" name="Graphic 1">
            <a:extLst>
              <a:ext uri="{FF2B5EF4-FFF2-40B4-BE49-F238E27FC236}">
                <a16:creationId xmlns:a16="http://schemas.microsoft.com/office/drawing/2014/main" id="{E00E325B-A44A-65E4-6C84-A7306AC7A7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3" name="Slide Number Placeholder 5">
            <a:extLst>
              <a:ext uri="{FF2B5EF4-FFF2-40B4-BE49-F238E27FC236}">
                <a16:creationId xmlns:a16="http://schemas.microsoft.com/office/drawing/2014/main" id="{D70E297B-6B9F-4740-96D0-F5ADE9EE11CD}"/>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662208129"/>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guide id="5" pos="4123"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rom To w/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9F1F5A-08C3-F14A-AADC-44E5019280E7}"/>
              </a:ext>
            </a:extLst>
          </p:cNvPr>
          <p:cNvSpPr/>
          <p:nvPr userDrawn="1"/>
        </p:nvSpPr>
        <p:spPr>
          <a:xfrm>
            <a:off x="6092272" y="1"/>
            <a:ext cx="6099728"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Picture Placeholder 4">
            <a:extLst>
              <a:ext uri="{FF2B5EF4-FFF2-40B4-BE49-F238E27FC236}">
                <a16:creationId xmlns:a16="http://schemas.microsoft.com/office/drawing/2014/main" id="{09F620C6-DC94-1944-A0D8-E02DB2A52116}"/>
              </a:ext>
            </a:extLst>
          </p:cNvPr>
          <p:cNvSpPr>
            <a:spLocks noGrp="1"/>
          </p:cNvSpPr>
          <p:nvPr>
            <p:ph type="pic" sz="quarter" idx="24"/>
          </p:nvPr>
        </p:nvSpPr>
        <p:spPr>
          <a:xfrm>
            <a:off x="6581247" y="1619250"/>
            <a:ext cx="4344987" cy="2751138"/>
          </a:xfrm>
          <a:solidFill>
            <a:schemeClr val="bg1"/>
          </a:solidFill>
        </p:spPr>
        <p:txBody>
          <a:bodyPr>
            <a:normAutofit/>
          </a:bodyPr>
          <a:lstStyle>
            <a:lvl1pPr>
              <a:defRPr sz="1100">
                <a:latin typeface="Avenir Next" panose="020B0503020202020204" pitchFamily="34" charset="0"/>
              </a:defRPr>
            </a:lvl1pPr>
          </a:lstStyle>
          <a:p>
            <a:endParaRPr lang="en-US"/>
          </a:p>
        </p:txBody>
      </p:sp>
      <p:sp>
        <p:nvSpPr>
          <p:cNvPr id="5" name="Picture Placeholder 4">
            <a:extLst>
              <a:ext uri="{FF2B5EF4-FFF2-40B4-BE49-F238E27FC236}">
                <a16:creationId xmlns:a16="http://schemas.microsoft.com/office/drawing/2014/main" id="{DB579F9C-631C-4446-B3CC-EE81CFF91AB6}"/>
              </a:ext>
            </a:extLst>
          </p:cNvPr>
          <p:cNvSpPr>
            <a:spLocks noGrp="1"/>
          </p:cNvSpPr>
          <p:nvPr>
            <p:ph type="pic" sz="quarter" idx="23"/>
          </p:nvPr>
        </p:nvSpPr>
        <p:spPr>
          <a:xfrm>
            <a:off x="366713" y="1619250"/>
            <a:ext cx="4344987" cy="2751138"/>
          </a:xfrm>
          <a:solidFill>
            <a:schemeClr val="bg2"/>
          </a:solidFill>
        </p:spPr>
        <p:txBody>
          <a:bodyPr>
            <a:normAutofit/>
          </a:bodyPr>
          <a:lstStyle>
            <a:lvl1pPr>
              <a:defRPr sz="1100">
                <a:latin typeface="Avenir Next" panose="020B0503020202020204" pitchFamily="34" charset="0"/>
              </a:defRPr>
            </a:lvl1pPr>
          </a:lstStyle>
          <a:p>
            <a:endParaRPr lang="en-US" dirty="0"/>
          </a:p>
        </p:txBody>
      </p:sp>
      <p:sp>
        <p:nvSpPr>
          <p:cNvPr id="9" name="Text Placeholder 8"/>
          <p:cNvSpPr>
            <a:spLocks noGrp="1"/>
          </p:cNvSpPr>
          <p:nvPr>
            <p:ph type="body" sz="quarter" idx="13"/>
          </p:nvPr>
        </p:nvSpPr>
        <p:spPr>
          <a:xfrm>
            <a:off x="395000" y="286911"/>
            <a:ext cx="5335305" cy="216010"/>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C76D422-6A8E-8F4E-870E-AE1452E6C4D9}"/>
              </a:ext>
            </a:extLst>
          </p:cNvPr>
          <p:cNvSpPr>
            <a:spLocks noGrp="1"/>
          </p:cNvSpPr>
          <p:nvPr>
            <p:ph type="title"/>
          </p:nvPr>
        </p:nvSpPr>
        <p:spPr>
          <a:xfrm>
            <a:off x="374904" y="502920"/>
            <a:ext cx="5335305" cy="1058974"/>
          </a:xfrm>
        </p:spPr>
        <p:txBody>
          <a:bodyPr lIns="0">
            <a:noAutofit/>
          </a:bodyPr>
          <a:lstStyle>
            <a:lvl1pPr>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endParaRPr lang="en-US" dirty="0"/>
          </a:p>
        </p:txBody>
      </p:sp>
      <p:sp>
        <p:nvSpPr>
          <p:cNvPr id="4" name="Text Placeholder 3">
            <a:extLst>
              <a:ext uri="{FF2B5EF4-FFF2-40B4-BE49-F238E27FC236}">
                <a16:creationId xmlns:a16="http://schemas.microsoft.com/office/drawing/2014/main" id="{B3CAEB70-2603-7843-90E6-621093D2F0AC}"/>
              </a:ext>
            </a:extLst>
          </p:cNvPr>
          <p:cNvSpPr>
            <a:spLocks noGrp="1"/>
          </p:cNvSpPr>
          <p:nvPr>
            <p:ph type="body" sz="quarter" idx="19"/>
          </p:nvPr>
        </p:nvSpPr>
        <p:spPr>
          <a:xfrm>
            <a:off x="6545263" y="502920"/>
            <a:ext cx="4732338" cy="914400"/>
          </a:xfrm>
        </p:spPr>
        <p:txBody>
          <a:bodyPr lIns="0">
            <a:noAutofit/>
          </a:bodyPr>
          <a:lstStyle>
            <a:lvl1pPr>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edit Master text styles</a:t>
            </a:r>
          </a:p>
        </p:txBody>
      </p:sp>
      <p:sp>
        <p:nvSpPr>
          <p:cNvPr id="6" name="Text Placeholder 5">
            <a:extLst>
              <a:ext uri="{FF2B5EF4-FFF2-40B4-BE49-F238E27FC236}">
                <a16:creationId xmlns:a16="http://schemas.microsoft.com/office/drawing/2014/main" id="{5751DD1E-B300-B342-B2A1-9E05758A5B80}"/>
              </a:ext>
            </a:extLst>
          </p:cNvPr>
          <p:cNvSpPr>
            <a:spLocks noGrp="1"/>
          </p:cNvSpPr>
          <p:nvPr>
            <p:ph type="body" sz="quarter" idx="21"/>
          </p:nvPr>
        </p:nvSpPr>
        <p:spPr>
          <a:xfrm>
            <a:off x="374904" y="4526281"/>
            <a:ext cx="4852303" cy="1895158"/>
          </a:xfrm>
        </p:spPr>
        <p:txBody>
          <a:bodyPr lIns="0">
            <a:noAutofit/>
          </a:bodyPr>
          <a:lstStyle>
            <a:lvl1pPr>
              <a:lnSpc>
                <a:spcPct val="110000"/>
              </a:lnSpc>
              <a:spcBef>
                <a:spcPts val="1200"/>
              </a:spcBef>
              <a:defRPr sz="2200" b="0" i="0" spc="0">
                <a:latin typeface="+mn-lt"/>
              </a:defRPr>
            </a:lvl1pPr>
            <a:lvl2pPr>
              <a:defRPr sz="2400" b="0" i="0">
                <a:latin typeface="Ford Antenna Medium" panose="02000505000000020004" pitchFamily="2" charset="0"/>
              </a:defRPr>
            </a:lvl2pPr>
            <a:lvl3pPr>
              <a:defRPr sz="2400" b="0" i="0">
                <a:latin typeface="Ford Antenna Medium" panose="02000505000000020004" pitchFamily="2" charset="0"/>
              </a:defRPr>
            </a:lvl3pPr>
            <a:lvl4pPr>
              <a:defRPr sz="2400" b="0" i="0">
                <a:latin typeface="Ford Antenna Medium" panose="02000505000000020004" pitchFamily="2" charset="0"/>
              </a:defRPr>
            </a:lvl4pPr>
            <a:lvl5pPr>
              <a:defRPr sz="2400" b="0" i="0">
                <a:latin typeface="Ford Antenna Medium" panose="02000505000000020004" pitchFamily="2" charset="0"/>
              </a:defRPr>
            </a:lvl5pPr>
          </a:lstStyle>
          <a:p>
            <a:pPr lvl="0"/>
            <a:r>
              <a:rPr lang="en-US" dirty="0"/>
              <a:t>Click to edit Master text styles</a:t>
            </a:r>
          </a:p>
        </p:txBody>
      </p:sp>
      <p:sp>
        <p:nvSpPr>
          <p:cNvPr id="24" name="Text Placeholder 5">
            <a:extLst>
              <a:ext uri="{FF2B5EF4-FFF2-40B4-BE49-F238E27FC236}">
                <a16:creationId xmlns:a16="http://schemas.microsoft.com/office/drawing/2014/main" id="{439F9038-0812-1D4F-8B28-C0F2AE4F053E}"/>
              </a:ext>
            </a:extLst>
          </p:cNvPr>
          <p:cNvSpPr>
            <a:spLocks noGrp="1"/>
          </p:cNvSpPr>
          <p:nvPr>
            <p:ph type="body" sz="quarter" idx="22"/>
          </p:nvPr>
        </p:nvSpPr>
        <p:spPr>
          <a:xfrm>
            <a:off x="6556344" y="4526281"/>
            <a:ext cx="4852303" cy="1895158"/>
          </a:xfrm>
        </p:spPr>
        <p:txBody>
          <a:bodyPr lIns="0">
            <a:noAutofit/>
          </a:bodyPr>
          <a:lstStyle>
            <a:lvl1pPr>
              <a:lnSpc>
                <a:spcPct val="110000"/>
              </a:lnSpc>
              <a:spcBef>
                <a:spcPts val="1200"/>
              </a:spcBef>
              <a:defRPr sz="2200" b="0" i="0" spc="0">
                <a:solidFill>
                  <a:schemeClr val="tx1"/>
                </a:solidFill>
                <a:latin typeface="+mn-lt"/>
              </a:defRPr>
            </a:lvl1pPr>
            <a:lvl2pPr>
              <a:defRPr sz="2400" b="0" i="0">
                <a:latin typeface="Ford Antenna Medium" panose="02000505000000020004" pitchFamily="2" charset="0"/>
              </a:defRPr>
            </a:lvl2pPr>
            <a:lvl3pPr>
              <a:defRPr sz="2400" b="0" i="0">
                <a:latin typeface="Ford Antenna Medium" panose="02000505000000020004" pitchFamily="2" charset="0"/>
              </a:defRPr>
            </a:lvl3pPr>
            <a:lvl4pPr>
              <a:defRPr sz="2400" b="0" i="0">
                <a:latin typeface="Ford Antenna Medium" panose="02000505000000020004" pitchFamily="2" charset="0"/>
              </a:defRPr>
            </a:lvl4pPr>
            <a:lvl5pPr>
              <a:defRPr sz="2400" b="0" i="0">
                <a:latin typeface="Ford Antenna Medium" panose="02000505000000020004" pitchFamily="2" charset="0"/>
              </a:defRPr>
            </a:lvl5pPr>
          </a:lstStyle>
          <a:p>
            <a:pPr lvl="0"/>
            <a:r>
              <a:rPr lang="en-US" dirty="0"/>
              <a:t>Click to edit Master text styles</a:t>
            </a:r>
          </a:p>
        </p:txBody>
      </p:sp>
      <p:pic>
        <p:nvPicPr>
          <p:cNvPr id="2" name="Graphic 1">
            <a:extLst>
              <a:ext uri="{FF2B5EF4-FFF2-40B4-BE49-F238E27FC236}">
                <a16:creationId xmlns:a16="http://schemas.microsoft.com/office/drawing/2014/main" id="{0358D205-8B5F-99D3-C297-8F443EC79C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4" name="Slide Number Placeholder 5">
            <a:extLst>
              <a:ext uri="{FF2B5EF4-FFF2-40B4-BE49-F238E27FC236}">
                <a16:creationId xmlns:a16="http://schemas.microsoft.com/office/drawing/2014/main" id="{57CB263E-2420-40B3-8BB7-DA0ADF19C3CE}"/>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766809586"/>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guide id="5" pos="4123"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Image w/Descriptio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54E4E67-C21D-1843-B14A-AB260357B703}"/>
              </a:ext>
            </a:extLst>
          </p:cNvPr>
          <p:cNvSpPr>
            <a:spLocks noGrp="1"/>
          </p:cNvSpPr>
          <p:nvPr>
            <p:ph type="pic" sz="quarter" idx="21"/>
          </p:nvPr>
        </p:nvSpPr>
        <p:spPr>
          <a:xfrm>
            <a:off x="392113" y="1839913"/>
            <a:ext cx="3317875" cy="3674767"/>
          </a:xfrm>
          <a:solidFill>
            <a:schemeClr val="bg2"/>
          </a:solidFill>
        </p:spPr>
        <p:txBody>
          <a:bodyPr>
            <a:normAutofit/>
          </a:bodyPr>
          <a:lstStyle>
            <a:lvl1pPr>
              <a:defRPr sz="1100">
                <a:latin typeface="+mn-lt"/>
              </a:defRPr>
            </a:lvl1pPr>
          </a:lstStyle>
          <a:p>
            <a:endParaRPr lang="en-US" dirty="0"/>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721096" cy="198802"/>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262530"/>
            <a:ext cx="8631395" cy="481030"/>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5" name="Text Placeholder 4">
            <a:extLst>
              <a:ext uri="{FF2B5EF4-FFF2-40B4-BE49-F238E27FC236}">
                <a16:creationId xmlns:a16="http://schemas.microsoft.com/office/drawing/2014/main" id="{80ED89F9-50DD-454D-A065-AF15CF955F11}"/>
              </a:ext>
            </a:extLst>
          </p:cNvPr>
          <p:cNvSpPr>
            <a:spLocks noGrp="1"/>
          </p:cNvSpPr>
          <p:nvPr>
            <p:ph type="body" sz="quarter" idx="18"/>
          </p:nvPr>
        </p:nvSpPr>
        <p:spPr>
          <a:xfrm>
            <a:off x="391855" y="5584358"/>
            <a:ext cx="3333002" cy="816442"/>
          </a:xfrm>
        </p:spPr>
        <p:txBody>
          <a:bodyPr lIns="0">
            <a:noAutofit/>
          </a:bodyPr>
          <a:lstStyle>
            <a:lvl1pPr>
              <a:defRPr sz="1200" spc="0" baseline="0">
                <a:latin typeface="+mn-lt"/>
              </a:defRPr>
            </a:lvl1pPr>
            <a:lvl2pPr marL="0" indent="0">
              <a:buNone/>
              <a:defRPr sz="1200" spc="0" baseline="0">
                <a:latin typeface="+mn-lt"/>
              </a:defRPr>
            </a:lvl2pPr>
          </a:lstStyle>
          <a:p>
            <a:pPr lvl="0"/>
            <a:r>
              <a:rPr lang="en-US" dirty="0"/>
              <a:t>Click to edit Master text styles</a:t>
            </a:r>
          </a:p>
          <a:p>
            <a:pPr lvl="1"/>
            <a:endParaRPr lang="en-US" dirty="0"/>
          </a:p>
        </p:txBody>
      </p:sp>
      <p:sp>
        <p:nvSpPr>
          <p:cNvPr id="18" name="Text Placeholder 4">
            <a:extLst>
              <a:ext uri="{FF2B5EF4-FFF2-40B4-BE49-F238E27FC236}">
                <a16:creationId xmlns:a16="http://schemas.microsoft.com/office/drawing/2014/main" id="{FFFB9FA3-8587-4D4E-A5AB-B666508239E1}"/>
              </a:ext>
            </a:extLst>
          </p:cNvPr>
          <p:cNvSpPr>
            <a:spLocks noGrp="1"/>
          </p:cNvSpPr>
          <p:nvPr>
            <p:ph type="body" sz="quarter" idx="19"/>
          </p:nvPr>
        </p:nvSpPr>
        <p:spPr>
          <a:xfrm>
            <a:off x="4432326" y="5584358"/>
            <a:ext cx="3333002" cy="816442"/>
          </a:xfrm>
        </p:spPr>
        <p:txBody>
          <a:bodyPr lIns="0">
            <a:noAutofit/>
          </a:bodyPr>
          <a:lstStyle>
            <a:lvl1pPr>
              <a:defRPr sz="1200" spc="0" baseline="0">
                <a:latin typeface="+mn-lt"/>
              </a:defRPr>
            </a:lvl1pPr>
            <a:lvl2pPr marL="0" indent="0">
              <a:buNone/>
              <a:defRPr sz="1200" spc="0" baseline="0">
                <a:latin typeface="+mn-lt"/>
              </a:defRPr>
            </a:lvl2pPr>
          </a:lstStyle>
          <a:p>
            <a:pPr lvl="0"/>
            <a:r>
              <a:rPr lang="en-US" dirty="0"/>
              <a:t>Click to edit Master text styles</a:t>
            </a:r>
          </a:p>
          <a:p>
            <a:pPr lvl="1"/>
            <a:endParaRPr lang="en-US" dirty="0"/>
          </a:p>
        </p:txBody>
      </p:sp>
      <p:sp>
        <p:nvSpPr>
          <p:cNvPr id="19" name="Text Placeholder 4">
            <a:extLst>
              <a:ext uri="{FF2B5EF4-FFF2-40B4-BE49-F238E27FC236}">
                <a16:creationId xmlns:a16="http://schemas.microsoft.com/office/drawing/2014/main" id="{044471A3-E547-BF42-8E20-A1A0974300C5}"/>
              </a:ext>
            </a:extLst>
          </p:cNvPr>
          <p:cNvSpPr>
            <a:spLocks noGrp="1"/>
          </p:cNvSpPr>
          <p:nvPr>
            <p:ph type="body" sz="quarter" idx="20"/>
          </p:nvPr>
        </p:nvSpPr>
        <p:spPr>
          <a:xfrm>
            <a:off x="8483783" y="5584358"/>
            <a:ext cx="3333002" cy="816442"/>
          </a:xfrm>
        </p:spPr>
        <p:txBody>
          <a:bodyPr lIns="0">
            <a:noAutofit/>
          </a:bodyPr>
          <a:lstStyle>
            <a:lvl1pPr>
              <a:defRPr sz="1200" spc="0" baseline="0">
                <a:latin typeface="+mn-lt"/>
              </a:defRPr>
            </a:lvl1pPr>
            <a:lvl2pPr marL="0" indent="0">
              <a:buNone/>
              <a:defRPr sz="1200" spc="0" baseline="0">
                <a:latin typeface="+mn-lt"/>
              </a:defRPr>
            </a:lvl2pPr>
          </a:lstStyle>
          <a:p>
            <a:pPr lvl="0"/>
            <a:r>
              <a:rPr lang="en-US" dirty="0"/>
              <a:t>Click to edit Master text styles</a:t>
            </a:r>
          </a:p>
          <a:p>
            <a:pPr lvl="1"/>
            <a:endParaRPr lang="en-US" dirty="0"/>
          </a:p>
        </p:txBody>
      </p:sp>
      <p:sp>
        <p:nvSpPr>
          <p:cNvPr id="20" name="Picture Placeholder 6">
            <a:extLst>
              <a:ext uri="{FF2B5EF4-FFF2-40B4-BE49-F238E27FC236}">
                <a16:creationId xmlns:a16="http://schemas.microsoft.com/office/drawing/2014/main" id="{928A9042-40AD-AF45-ADD0-FF5B10D9864B}"/>
              </a:ext>
            </a:extLst>
          </p:cNvPr>
          <p:cNvSpPr>
            <a:spLocks noGrp="1"/>
          </p:cNvSpPr>
          <p:nvPr>
            <p:ph type="pic" sz="quarter" idx="22"/>
          </p:nvPr>
        </p:nvSpPr>
        <p:spPr>
          <a:xfrm>
            <a:off x="4432326" y="1839913"/>
            <a:ext cx="3317875" cy="3674767"/>
          </a:xfrm>
          <a:solidFill>
            <a:schemeClr val="bg2"/>
          </a:solidFill>
        </p:spPr>
        <p:txBody>
          <a:bodyPr>
            <a:normAutofit/>
          </a:bodyPr>
          <a:lstStyle>
            <a:lvl1pPr>
              <a:defRPr sz="1100">
                <a:latin typeface="+mn-lt"/>
              </a:defRPr>
            </a:lvl1pPr>
          </a:lstStyle>
          <a:p>
            <a:endParaRPr lang="en-US"/>
          </a:p>
        </p:txBody>
      </p:sp>
      <p:sp>
        <p:nvSpPr>
          <p:cNvPr id="21" name="Picture Placeholder 6">
            <a:extLst>
              <a:ext uri="{FF2B5EF4-FFF2-40B4-BE49-F238E27FC236}">
                <a16:creationId xmlns:a16="http://schemas.microsoft.com/office/drawing/2014/main" id="{8D002F8E-BD7E-AF4D-A76C-29E72CE73D35}"/>
              </a:ext>
            </a:extLst>
          </p:cNvPr>
          <p:cNvSpPr>
            <a:spLocks noGrp="1"/>
          </p:cNvSpPr>
          <p:nvPr>
            <p:ph type="pic" sz="quarter" idx="23"/>
          </p:nvPr>
        </p:nvSpPr>
        <p:spPr>
          <a:xfrm>
            <a:off x="8483783" y="1839913"/>
            <a:ext cx="3317875" cy="3674767"/>
          </a:xfrm>
          <a:solidFill>
            <a:schemeClr val="bg2"/>
          </a:solidFill>
        </p:spPr>
        <p:txBody>
          <a:bodyPr>
            <a:normAutofit/>
          </a:bodyPr>
          <a:lstStyle>
            <a:lvl1pPr>
              <a:defRPr sz="1100">
                <a:latin typeface="+mn-lt"/>
              </a:defRPr>
            </a:lvl1pPr>
          </a:lstStyle>
          <a:p>
            <a:endParaRPr lang="en-US"/>
          </a:p>
        </p:txBody>
      </p:sp>
      <p:sp>
        <p:nvSpPr>
          <p:cNvPr id="13" name="Slide Number Placeholder 5">
            <a:extLst>
              <a:ext uri="{FF2B5EF4-FFF2-40B4-BE49-F238E27FC236}">
                <a16:creationId xmlns:a16="http://schemas.microsoft.com/office/drawing/2014/main" id="{AF189DDC-8AD9-4B9B-81A5-B9DAB76EE527}"/>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674960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_image">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F72C6D-FEDD-4140-AA6F-32682BE0821E}"/>
              </a:ext>
            </a:extLst>
          </p:cNvPr>
          <p:cNvSpPr/>
          <p:nvPr userDrawn="1"/>
        </p:nvSpPr>
        <p:spPr>
          <a:xfrm>
            <a:off x="0" y="1625829"/>
            <a:ext cx="12192000" cy="523217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Picture Placeholder 17">
            <a:extLst>
              <a:ext uri="{FF2B5EF4-FFF2-40B4-BE49-F238E27FC236}">
                <a16:creationId xmlns:a16="http://schemas.microsoft.com/office/drawing/2014/main" id="{677F6321-1A6A-374C-B42B-BCC70C8B0241}"/>
              </a:ext>
            </a:extLst>
          </p:cNvPr>
          <p:cNvSpPr>
            <a:spLocks noGrp="1"/>
          </p:cNvSpPr>
          <p:nvPr>
            <p:ph type="pic" sz="quarter" idx="41"/>
          </p:nvPr>
        </p:nvSpPr>
        <p:spPr>
          <a:xfrm>
            <a:off x="368300" y="1822450"/>
            <a:ext cx="3536950" cy="1462088"/>
          </a:xfrm>
          <a:solidFill>
            <a:schemeClr val="bg1"/>
          </a:solidFill>
        </p:spPr>
        <p:txBody>
          <a:bodyPr>
            <a:normAutofit/>
          </a:bodyPr>
          <a:lstStyle>
            <a:lvl1pPr>
              <a:defRPr sz="1100">
                <a:latin typeface="Avenir Next" panose="020B0503020202020204" pitchFamily="34" charset="0"/>
              </a:defRPr>
            </a:lvl1pPr>
          </a:lstStyle>
          <a:p>
            <a:endParaRPr lang="en-US" dirty="0"/>
          </a:p>
        </p:txBody>
      </p:sp>
      <p:sp>
        <p:nvSpPr>
          <p:cNvPr id="10" name="Content Placeholder 2">
            <a:extLst>
              <a:ext uri="{FF2B5EF4-FFF2-40B4-BE49-F238E27FC236}">
                <a16:creationId xmlns:a16="http://schemas.microsoft.com/office/drawing/2014/main" id="{741A42FA-80FE-6E4C-95DB-AF4CBA777B60}"/>
              </a:ext>
            </a:extLst>
          </p:cNvPr>
          <p:cNvSpPr>
            <a:spLocks noGrp="1"/>
          </p:cNvSpPr>
          <p:nvPr>
            <p:ph idx="1" hasCustomPrompt="1"/>
          </p:nvPr>
        </p:nvSpPr>
        <p:spPr>
          <a:xfrm>
            <a:off x="368300" y="3305862"/>
            <a:ext cx="3546003" cy="213987"/>
          </a:xfrm>
        </p:spPr>
        <p:txBody>
          <a:bodyPr lIns="0">
            <a:noAutofit/>
          </a:bodyPr>
          <a:lstStyle>
            <a:lvl1pPr marL="0" indent="0" algn="l" defTabSz="914400" rtl="0" eaLnBrk="1" latinLnBrk="0" hangingPunct="1">
              <a:lnSpc>
                <a:spcPct val="100000"/>
              </a:lnSpc>
              <a:spcBef>
                <a:spcPts val="0"/>
              </a:spcBef>
              <a:buNone/>
              <a:defRPr lang="en-US" sz="1100" b="1" i="0" kern="1200" spc="4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Subhead</a:t>
            </a:r>
          </a:p>
        </p:txBody>
      </p:sp>
      <p:sp>
        <p:nvSpPr>
          <p:cNvPr id="2" name="Title 1"/>
          <p:cNvSpPr>
            <a:spLocks noGrp="1"/>
          </p:cNvSpPr>
          <p:nvPr>
            <p:ph type="title" hasCustomPrompt="1"/>
          </p:nvPr>
        </p:nvSpPr>
        <p:spPr>
          <a:xfrm>
            <a:off x="374904" y="502920"/>
            <a:ext cx="10515600" cy="553008"/>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0"/>
            <a:ext cx="543845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5" name="Text Placeholder 4">
            <a:extLst>
              <a:ext uri="{FF2B5EF4-FFF2-40B4-BE49-F238E27FC236}">
                <a16:creationId xmlns:a16="http://schemas.microsoft.com/office/drawing/2014/main" id="{DB38FF6C-835E-454A-B907-92018F49F007}"/>
              </a:ext>
            </a:extLst>
          </p:cNvPr>
          <p:cNvSpPr>
            <a:spLocks noGrp="1"/>
          </p:cNvSpPr>
          <p:nvPr>
            <p:ph type="body" sz="quarter" idx="18" hasCustomPrompt="1"/>
          </p:nvPr>
        </p:nvSpPr>
        <p:spPr>
          <a:xfrm>
            <a:off x="1132079" y="1211429"/>
            <a:ext cx="1807045" cy="261610"/>
          </a:xfrm>
          <a:noFill/>
        </p:spPr>
        <p:txBody>
          <a:bodyPr wrap="square">
            <a:spAutoFit/>
          </a:bodyPr>
          <a:lstStyle>
            <a:lvl1pPr marL="0" algn="ctr" defTabSz="914400" rtl="0" eaLnBrk="1" latinLnBrk="0" hangingPunct="1">
              <a:lnSpc>
                <a:spcPct val="100000"/>
              </a:lnSpc>
              <a:spcBef>
                <a:spcPts val="0"/>
              </a:spcBef>
              <a:defRPr lang="en-US" sz="1100" b="1" i="0" kern="1200" spc="4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 Ipsum</a:t>
            </a:r>
          </a:p>
        </p:txBody>
      </p:sp>
      <p:grpSp>
        <p:nvGrpSpPr>
          <p:cNvPr id="25" name="Group 24">
            <a:extLst>
              <a:ext uri="{FF2B5EF4-FFF2-40B4-BE49-F238E27FC236}">
                <a16:creationId xmlns:a16="http://schemas.microsoft.com/office/drawing/2014/main" id="{A1C3515B-8995-BE4C-B92A-13033409B05B}"/>
              </a:ext>
            </a:extLst>
          </p:cNvPr>
          <p:cNvGrpSpPr/>
          <p:nvPr userDrawn="1"/>
        </p:nvGrpSpPr>
        <p:grpSpPr>
          <a:xfrm>
            <a:off x="4071203" y="1473039"/>
            <a:ext cx="4060398" cy="5384961"/>
            <a:chOff x="4071203" y="3316224"/>
            <a:chExt cx="4060398" cy="3541776"/>
          </a:xfrm>
        </p:grpSpPr>
        <p:cxnSp>
          <p:nvCxnSpPr>
            <p:cNvPr id="26" name="Straight Connector 25">
              <a:extLst>
                <a:ext uri="{FF2B5EF4-FFF2-40B4-BE49-F238E27FC236}">
                  <a16:creationId xmlns:a16="http://schemas.microsoft.com/office/drawing/2014/main" id="{C21A8F57-3D81-EB45-8B82-9346833369D7}"/>
                </a:ext>
              </a:extLst>
            </p:cNvPr>
            <p:cNvCxnSpPr>
              <a:cxnSpLocks/>
            </p:cNvCxnSpPr>
            <p:nvPr/>
          </p:nvCxnSpPr>
          <p:spPr>
            <a:xfrm>
              <a:off x="4071203" y="3316224"/>
              <a:ext cx="0" cy="3541776"/>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2D40E7D-654D-4D47-994C-C825037C903A}"/>
                </a:ext>
              </a:extLst>
            </p:cNvPr>
            <p:cNvCxnSpPr>
              <a:cxnSpLocks/>
            </p:cNvCxnSpPr>
            <p:nvPr/>
          </p:nvCxnSpPr>
          <p:spPr>
            <a:xfrm>
              <a:off x="8131601" y="3316224"/>
              <a:ext cx="0" cy="3541776"/>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grpSp>
      <p:sp>
        <p:nvSpPr>
          <p:cNvPr id="30" name="Cross 29">
            <a:extLst>
              <a:ext uri="{FF2B5EF4-FFF2-40B4-BE49-F238E27FC236}">
                <a16:creationId xmlns:a16="http://schemas.microsoft.com/office/drawing/2014/main" id="{8A2E4043-4A53-7A47-AEB8-6D6BFF9CAF4A}"/>
              </a:ext>
            </a:extLst>
          </p:cNvPr>
          <p:cNvSpPr>
            <a:spLocks noChangeAspect="1"/>
          </p:cNvSpPr>
          <p:nvPr/>
        </p:nvSpPr>
        <p:spPr>
          <a:xfrm>
            <a:off x="3919915" y="1190946"/>
            <a:ext cx="302576" cy="302576"/>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Equal 30">
            <a:extLst>
              <a:ext uri="{FF2B5EF4-FFF2-40B4-BE49-F238E27FC236}">
                <a16:creationId xmlns:a16="http://schemas.microsoft.com/office/drawing/2014/main" id="{A495D6D5-AE1E-3940-B2C5-EEE82259A12D}"/>
              </a:ext>
            </a:extLst>
          </p:cNvPr>
          <p:cNvSpPr>
            <a:spLocks/>
          </p:cNvSpPr>
          <p:nvPr/>
        </p:nvSpPr>
        <p:spPr>
          <a:xfrm>
            <a:off x="7924488" y="1190605"/>
            <a:ext cx="414226" cy="303258"/>
          </a:xfrm>
          <a:prstGeom prst="mathEqual">
            <a:avLst>
              <a:gd name="adj1" fmla="val 18785"/>
              <a:gd name="adj2" fmla="val 19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Text Placeholder 4">
            <a:extLst>
              <a:ext uri="{FF2B5EF4-FFF2-40B4-BE49-F238E27FC236}">
                <a16:creationId xmlns:a16="http://schemas.microsoft.com/office/drawing/2014/main" id="{3DB85B74-8E47-654A-8456-B3F82C34200A}"/>
              </a:ext>
            </a:extLst>
          </p:cNvPr>
          <p:cNvSpPr>
            <a:spLocks noGrp="1"/>
          </p:cNvSpPr>
          <p:nvPr>
            <p:ph type="body" sz="quarter" idx="27" hasCustomPrompt="1"/>
          </p:nvPr>
        </p:nvSpPr>
        <p:spPr>
          <a:xfrm>
            <a:off x="5192478" y="1211429"/>
            <a:ext cx="1807045" cy="261610"/>
          </a:xfrm>
          <a:noFill/>
        </p:spPr>
        <p:txBody>
          <a:bodyPr wrap="square">
            <a:spAutoFit/>
          </a:bodyPr>
          <a:lstStyle>
            <a:lvl1pPr marL="0" algn="ctr" defTabSz="914400" rtl="0" eaLnBrk="1" latinLnBrk="0" hangingPunct="1">
              <a:lnSpc>
                <a:spcPct val="100000"/>
              </a:lnSpc>
              <a:spcBef>
                <a:spcPts val="0"/>
              </a:spcBef>
              <a:defRPr lang="en-US" sz="1100" b="1" i="0" kern="1200" spc="4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 Ipsum</a:t>
            </a:r>
          </a:p>
        </p:txBody>
      </p:sp>
      <p:sp>
        <p:nvSpPr>
          <p:cNvPr id="42" name="Text Placeholder 4">
            <a:extLst>
              <a:ext uri="{FF2B5EF4-FFF2-40B4-BE49-F238E27FC236}">
                <a16:creationId xmlns:a16="http://schemas.microsoft.com/office/drawing/2014/main" id="{35B158E7-81BE-6F42-A749-B2C5BBB45FED}"/>
              </a:ext>
            </a:extLst>
          </p:cNvPr>
          <p:cNvSpPr>
            <a:spLocks noGrp="1"/>
          </p:cNvSpPr>
          <p:nvPr>
            <p:ph type="body" sz="quarter" idx="28" hasCustomPrompt="1"/>
          </p:nvPr>
        </p:nvSpPr>
        <p:spPr>
          <a:xfrm>
            <a:off x="9253489" y="1211429"/>
            <a:ext cx="1807045" cy="261610"/>
          </a:xfrm>
          <a:noFill/>
        </p:spPr>
        <p:txBody>
          <a:bodyPr wrap="square">
            <a:spAutoFit/>
          </a:bodyPr>
          <a:lstStyle>
            <a:lvl1pPr marL="0" algn="ctr" defTabSz="914400" rtl="0" eaLnBrk="1" latinLnBrk="0" hangingPunct="1">
              <a:lnSpc>
                <a:spcPct val="100000"/>
              </a:lnSpc>
              <a:spcBef>
                <a:spcPts val="0"/>
              </a:spcBef>
              <a:defRPr lang="en-US" sz="1100" b="1" i="0" kern="1200" spc="4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Lorem Ipsum</a:t>
            </a:r>
          </a:p>
        </p:txBody>
      </p:sp>
      <p:sp>
        <p:nvSpPr>
          <p:cNvPr id="13" name="Text Placeholder 12">
            <a:extLst>
              <a:ext uri="{FF2B5EF4-FFF2-40B4-BE49-F238E27FC236}">
                <a16:creationId xmlns:a16="http://schemas.microsoft.com/office/drawing/2014/main" id="{73F12C01-467F-424D-B100-4481B245A62C}"/>
              </a:ext>
            </a:extLst>
          </p:cNvPr>
          <p:cNvSpPr>
            <a:spLocks noGrp="1"/>
          </p:cNvSpPr>
          <p:nvPr>
            <p:ph type="body" sz="quarter" idx="30"/>
          </p:nvPr>
        </p:nvSpPr>
        <p:spPr>
          <a:xfrm>
            <a:off x="368300" y="3521897"/>
            <a:ext cx="3546475" cy="533400"/>
          </a:xfrm>
        </p:spPr>
        <p:txBody>
          <a:bodyPr lIns="0">
            <a:noAutofit/>
          </a:bodyPr>
          <a:lstStyle>
            <a:lvl1pPr>
              <a:defRPr lang="en-US" sz="1050" kern="1200" spc="0" baseline="0" smtClean="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vl2pPr>
              <a:defRPr lang="en-US" sz="1050" kern="1200" smtClean="0">
                <a:solidFill>
                  <a:schemeClr val="tx1"/>
                </a:solidFill>
                <a:latin typeface="Ford Antenna Light" charset="0"/>
                <a:ea typeface="Ford Antenna Light" charset="0"/>
                <a:cs typeface="Ford Antenna Light" charset="0"/>
              </a:defRPr>
            </a:lvl2pPr>
            <a:lvl3pPr>
              <a:defRPr lang="en-US" sz="1050" kern="1200" smtClean="0">
                <a:solidFill>
                  <a:schemeClr val="tx1"/>
                </a:solidFill>
                <a:latin typeface="Ford Antenna Light" charset="0"/>
                <a:ea typeface="Ford Antenna Light" charset="0"/>
                <a:cs typeface="Ford Antenna Light" charset="0"/>
              </a:defRPr>
            </a:lvl3pPr>
            <a:lvl4pPr>
              <a:defRPr lang="en-US" sz="1050" kern="1200" smtClean="0">
                <a:solidFill>
                  <a:schemeClr val="tx1"/>
                </a:solidFill>
                <a:latin typeface="Ford Antenna Light" charset="0"/>
                <a:ea typeface="Ford Antenna Light" charset="0"/>
                <a:cs typeface="Ford Antenna Light" charset="0"/>
              </a:defRPr>
            </a:lvl4pPr>
            <a:lvl5pPr>
              <a:defRPr lang="en-US" sz="1050" kern="1200">
                <a:solidFill>
                  <a:schemeClr val="tx1"/>
                </a:solidFill>
                <a:latin typeface="Ford Antenna Light" charset="0"/>
                <a:ea typeface="Ford Antenna Light" charset="0"/>
                <a:cs typeface="Ford Antenna Light" charset="0"/>
              </a:defRPr>
            </a:lvl5pPr>
          </a:lstStyle>
          <a:p>
            <a:pPr lvl="0"/>
            <a:r>
              <a:rPr lang="en-US" dirty="0"/>
              <a:t>Click to edit Master text styles</a:t>
            </a:r>
          </a:p>
        </p:txBody>
      </p:sp>
      <p:sp>
        <p:nvSpPr>
          <p:cNvPr id="62" name="Content Placeholder 2">
            <a:extLst>
              <a:ext uri="{FF2B5EF4-FFF2-40B4-BE49-F238E27FC236}">
                <a16:creationId xmlns:a16="http://schemas.microsoft.com/office/drawing/2014/main" id="{A0049311-2A03-3247-817A-1247995888DB}"/>
              </a:ext>
            </a:extLst>
          </p:cNvPr>
          <p:cNvSpPr>
            <a:spLocks noGrp="1"/>
          </p:cNvSpPr>
          <p:nvPr>
            <p:ph idx="31" hasCustomPrompt="1"/>
          </p:nvPr>
        </p:nvSpPr>
        <p:spPr>
          <a:xfrm>
            <a:off x="4364654" y="3305862"/>
            <a:ext cx="3546003" cy="213987"/>
          </a:xfrm>
        </p:spPr>
        <p:txBody>
          <a:bodyPr lIns="0">
            <a:noAutofit/>
          </a:bodyPr>
          <a:lstStyle>
            <a:lvl1pPr marL="0" indent="0" algn="l" defTabSz="914400" rtl="0" eaLnBrk="1" latinLnBrk="0" hangingPunct="1">
              <a:lnSpc>
                <a:spcPct val="100000"/>
              </a:lnSpc>
              <a:spcBef>
                <a:spcPts val="0"/>
              </a:spcBef>
              <a:buNone/>
              <a:defRPr lang="en-US" sz="1100" b="1" i="0" kern="1200" spc="4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Subhead</a:t>
            </a:r>
          </a:p>
        </p:txBody>
      </p:sp>
      <p:sp>
        <p:nvSpPr>
          <p:cNvPr id="63" name="Text Placeholder 12">
            <a:extLst>
              <a:ext uri="{FF2B5EF4-FFF2-40B4-BE49-F238E27FC236}">
                <a16:creationId xmlns:a16="http://schemas.microsoft.com/office/drawing/2014/main" id="{AF380AA1-F806-C944-948A-5E628E81C152}"/>
              </a:ext>
            </a:extLst>
          </p:cNvPr>
          <p:cNvSpPr>
            <a:spLocks noGrp="1"/>
          </p:cNvSpPr>
          <p:nvPr>
            <p:ph type="body" sz="quarter" idx="32"/>
          </p:nvPr>
        </p:nvSpPr>
        <p:spPr>
          <a:xfrm>
            <a:off x="4364654" y="3521897"/>
            <a:ext cx="3546475" cy="533400"/>
          </a:xfrm>
        </p:spPr>
        <p:txBody>
          <a:bodyPr lIns="0">
            <a:noAutofit/>
          </a:bodyPr>
          <a:lstStyle>
            <a:lvl1pPr>
              <a:defRPr lang="en-US" sz="1050" kern="1200" spc="0" baseline="0" smtClean="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vl2pPr>
              <a:defRPr lang="en-US" sz="1050" kern="1200" smtClean="0">
                <a:solidFill>
                  <a:schemeClr val="tx1"/>
                </a:solidFill>
                <a:latin typeface="Ford Antenna Light" charset="0"/>
                <a:ea typeface="Ford Antenna Light" charset="0"/>
                <a:cs typeface="Ford Antenna Light" charset="0"/>
              </a:defRPr>
            </a:lvl2pPr>
            <a:lvl3pPr>
              <a:defRPr lang="en-US" sz="1050" kern="1200" smtClean="0">
                <a:solidFill>
                  <a:schemeClr val="tx1"/>
                </a:solidFill>
                <a:latin typeface="Ford Antenna Light" charset="0"/>
                <a:ea typeface="Ford Antenna Light" charset="0"/>
                <a:cs typeface="Ford Antenna Light" charset="0"/>
              </a:defRPr>
            </a:lvl3pPr>
            <a:lvl4pPr>
              <a:defRPr lang="en-US" sz="1050" kern="1200" smtClean="0">
                <a:solidFill>
                  <a:schemeClr val="tx1"/>
                </a:solidFill>
                <a:latin typeface="Ford Antenna Light" charset="0"/>
                <a:ea typeface="Ford Antenna Light" charset="0"/>
                <a:cs typeface="Ford Antenna Light" charset="0"/>
              </a:defRPr>
            </a:lvl4pPr>
            <a:lvl5pPr>
              <a:defRPr lang="en-US" sz="1050" kern="1200">
                <a:solidFill>
                  <a:schemeClr val="tx1"/>
                </a:solidFill>
                <a:latin typeface="Ford Antenna Light" charset="0"/>
                <a:ea typeface="Ford Antenna Light" charset="0"/>
                <a:cs typeface="Ford Antenna Light" charset="0"/>
              </a:defRPr>
            </a:lvl5pPr>
          </a:lstStyle>
          <a:p>
            <a:pPr lvl="0"/>
            <a:r>
              <a:rPr lang="en-US" dirty="0"/>
              <a:t>Click to edit Master text styles</a:t>
            </a:r>
          </a:p>
        </p:txBody>
      </p:sp>
      <p:sp>
        <p:nvSpPr>
          <p:cNvPr id="64" name="Content Placeholder 2">
            <a:extLst>
              <a:ext uri="{FF2B5EF4-FFF2-40B4-BE49-F238E27FC236}">
                <a16:creationId xmlns:a16="http://schemas.microsoft.com/office/drawing/2014/main" id="{65FBF07C-02F9-6141-B29E-9CCBC18F4B9D}"/>
              </a:ext>
            </a:extLst>
          </p:cNvPr>
          <p:cNvSpPr>
            <a:spLocks noGrp="1"/>
          </p:cNvSpPr>
          <p:nvPr>
            <p:ph idx="33" hasCustomPrompt="1"/>
          </p:nvPr>
        </p:nvSpPr>
        <p:spPr>
          <a:xfrm>
            <a:off x="8479454" y="3305862"/>
            <a:ext cx="3546003" cy="213987"/>
          </a:xfrm>
        </p:spPr>
        <p:txBody>
          <a:bodyPr lIns="0">
            <a:noAutofit/>
          </a:bodyPr>
          <a:lstStyle>
            <a:lvl1pPr marL="0" indent="0" algn="l" defTabSz="914400" rtl="0" eaLnBrk="1" latinLnBrk="0" hangingPunct="1">
              <a:lnSpc>
                <a:spcPct val="100000"/>
              </a:lnSpc>
              <a:spcBef>
                <a:spcPts val="0"/>
              </a:spcBef>
              <a:buNone/>
              <a:defRPr lang="en-US" sz="1100" b="1" i="0" kern="1200" spc="4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Subhead</a:t>
            </a:r>
          </a:p>
        </p:txBody>
      </p:sp>
      <p:sp>
        <p:nvSpPr>
          <p:cNvPr id="65" name="Text Placeholder 12">
            <a:extLst>
              <a:ext uri="{FF2B5EF4-FFF2-40B4-BE49-F238E27FC236}">
                <a16:creationId xmlns:a16="http://schemas.microsoft.com/office/drawing/2014/main" id="{7AEC188E-D50C-9043-A2A6-17D5A7ADFDFC}"/>
              </a:ext>
            </a:extLst>
          </p:cNvPr>
          <p:cNvSpPr>
            <a:spLocks noGrp="1"/>
          </p:cNvSpPr>
          <p:nvPr>
            <p:ph type="body" sz="quarter" idx="34"/>
          </p:nvPr>
        </p:nvSpPr>
        <p:spPr>
          <a:xfrm>
            <a:off x="8479454" y="3521897"/>
            <a:ext cx="3546475" cy="533400"/>
          </a:xfrm>
        </p:spPr>
        <p:txBody>
          <a:bodyPr lIns="0">
            <a:noAutofit/>
          </a:bodyPr>
          <a:lstStyle>
            <a:lvl1pPr>
              <a:defRPr lang="en-US" sz="1050" kern="1200" spc="0" baseline="0" smtClean="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vl2pPr>
              <a:defRPr lang="en-US" sz="1050" kern="1200" smtClean="0">
                <a:solidFill>
                  <a:schemeClr val="tx1"/>
                </a:solidFill>
                <a:latin typeface="Ford Antenna Light" charset="0"/>
                <a:ea typeface="Ford Antenna Light" charset="0"/>
                <a:cs typeface="Ford Antenna Light" charset="0"/>
              </a:defRPr>
            </a:lvl2pPr>
            <a:lvl3pPr>
              <a:defRPr lang="en-US" sz="1050" kern="1200" smtClean="0">
                <a:solidFill>
                  <a:schemeClr val="tx1"/>
                </a:solidFill>
                <a:latin typeface="Ford Antenna Light" charset="0"/>
                <a:ea typeface="Ford Antenna Light" charset="0"/>
                <a:cs typeface="Ford Antenna Light" charset="0"/>
              </a:defRPr>
            </a:lvl3pPr>
            <a:lvl4pPr>
              <a:defRPr lang="en-US" sz="1050" kern="1200" smtClean="0">
                <a:solidFill>
                  <a:schemeClr val="tx1"/>
                </a:solidFill>
                <a:latin typeface="Ford Antenna Light" charset="0"/>
                <a:ea typeface="Ford Antenna Light" charset="0"/>
                <a:cs typeface="Ford Antenna Light" charset="0"/>
              </a:defRPr>
            </a:lvl4pPr>
            <a:lvl5pPr>
              <a:defRPr lang="en-US" sz="1050" kern="1200">
                <a:solidFill>
                  <a:schemeClr val="tx1"/>
                </a:solidFill>
                <a:latin typeface="Ford Antenna Light" charset="0"/>
                <a:ea typeface="Ford Antenna Light" charset="0"/>
                <a:cs typeface="Ford Antenna Light" charset="0"/>
              </a:defRPr>
            </a:lvl5pPr>
          </a:lstStyle>
          <a:p>
            <a:pPr lvl="0"/>
            <a:r>
              <a:rPr lang="en-US" dirty="0"/>
              <a:t>Click to edit Master text styles</a:t>
            </a:r>
          </a:p>
        </p:txBody>
      </p:sp>
      <p:sp>
        <p:nvSpPr>
          <p:cNvPr id="66" name="Content Placeholder 2">
            <a:extLst>
              <a:ext uri="{FF2B5EF4-FFF2-40B4-BE49-F238E27FC236}">
                <a16:creationId xmlns:a16="http://schemas.microsoft.com/office/drawing/2014/main" id="{D6661C21-879C-9449-8D20-C64ED8C99B23}"/>
              </a:ext>
            </a:extLst>
          </p:cNvPr>
          <p:cNvSpPr>
            <a:spLocks noGrp="1"/>
          </p:cNvSpPr>
          <p:nvPr>
            <p:ph idx="35" hasCustomPrompt="1"/>
          </p:nvPr>
        </p:nvSpPr>
        <p:spPr>
          <a:xfrm>
            <a:off x="368710" y="5618756"/>
            <a:ext cx="3546003" cy="213987"/>
          </a:xfrm>
        </p:spPr>
        <p:txBody>
          <a:bodyPr lIns="0">
            <a:noAutofit/>
          </a:bodyPr>
          <a:lstStyle>
            <a:lvl1pPr marL="0" indent="0" algn="l" defTabSz="914400" rtl="0" eaLnBrk="1" latinLnBrk="0" hangingPunct="1">
              <a:lnSpc>
                <a:spcPct val="100000"/>
              </a:lnSpc>
              <a:spcBef>
                <a:spcPts val="0"/>
              </a:spcBef>
              <a:buNone/>
              <a:defRPr lang="en-US" sz="1100" b="1" i="0" kern="1200" spc="4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Subhead</a:t>
            </a:r>
          </a:p>
        </p:txBody>
      </p:sp>
      <p:sp>
        <p:nvSpPr>
          <p:cNvPr id="67" name="Text Placeholder 12">
            <a:extLst>
              <a:ext uri="{FF2B5EF4-FFF2-40B4-BE49-F238E27FC236}">
                <a16:creationId xmlns:a16="http://schemas.microsoft.com/office/drawing/2014/main" id="{027AFEB3-4298-1443-8BCE-5DBD9C152274}"/>
              </a:ext>
            </a:extLst>
          </p:cNvPr>
          <p:cNvSpPr>
            <a:spLocks noGrp="1"/>
          </p:cNvSpPr>
          <p:nvPr>
            <p:ph type="body" sz="quarter" idx="36"/>
          </p:nvPr>
        </p:nvSpPr>
        <p:spPr>
          <a:xfrm>
            <a:off x="368300" y="5834791"/>
            <a:ext cx="3546475" cy="533400"/>
          </a:xfrm>
        </p:spPr>
        <p:txBody>
          <a:bodyPr lIns="0">
            <a:noAutofit/>
          </a:bodyPr>
          <a:lstStyle>
            <a:lvl1pPr>
              <a:defRPr lang="en-US" sz="1050" kern="1200" spc="0" baseline="0" smtClean="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vl2pPr>
              <a:defRPr lang="en-US" sz="1050" kern="1200" smtClean="0">
                <a:solidFill>
                  <a:schemeClr val="tx1"/>
                </a:solidFill>
                <a:latin typeface="Ford Antenna Light" charset="0"/>
                <a:ea typeface="Ford Antenna Light" charset="0"/>
                <a:cs typeface="Ford Antenna Light" charset="0"/>
              </a:defRPr>
            </a:lvl2pPr>
            <a:lvl3pPr>
              <a:defRPr lang="en-US" sz="1050" kern="1200" smtClean="0">
                <a:solidFill>
                  <a:schemeClr val="tx1"/>
                </a:solidFill>
                <a:latin typeface="Ford Antenna Light" charset="0"/>
                <a:ea typeface="Ford Antenna Light" charset="0"/>
                <a:cs typeface="Ford Antenna Light" charset="0"/>
              </a:defRPr>
            </a:lvl3pPr>
            <a:lvl4pPr>
              <a:defRPr lang="en-US" sz="1050" kern="1200" smtClean="0">
                <a:solidFill>
                  <a:schemeClr val="tx1"/>
                </a:solidFill>
                <a:latin typeface="Ford Antenna Light" charset="0"/>
                <a:ea typeface="Ford Antenna Light" charset="0"/>
                <a:cs typeface="Ford Antenna Light" charset="0"/>
              </a:defRPr>
            </a:lvl4pPr>
            <a:lvl5pPr>
              <a:defRPr lang="en-US" sz="1050" kern="1200">
                <a:solidFill>
                  <a:schemeClr val="tx1"/>
                </a:solidFill>
                <a:latin typeface="Ford Antenna Light" charset="0"/>
                <a:ea typeface="Ford Antenna Light" charset="0"/>
                <a:cs typeface="Ford Antenna Light" charset="0"/>
              </a:defRPr>
            </a:lvl5pPr>
          </a:lstStyle>
          <a:p>
            <a:pPr lvl="0"/>
            <a:r>
              <a:rPr lang="en-US" dirty="0"/>
              <a:t>Click to edit Master text styles</a:t>
            </a:r>
          </a:p>
        </p:txBody>
      </p:sp>
      <p:sp>
        <p:nvSpPr>
          <p:cNvPr id="68" name="Content Placeholder 2">
            <a:extLst>
              <a:ext uri="{FF2B5EF4-FFF2-40B4-BE49-F238E27FC236}">
                <a16:creationId xmlns:a16="http://schemas.microsoft.com/office/drawing/2014/main" id="{09022635-7D68-6443-9A71-2EBF840F4C87}"/>
              </a:ext>
            </a:extLst>
          </p:cNvPr>
          <p:cNvSpPr>
            <a:spLocks noGrp="1"/>
          </p:cNvSpPr>
          <p:nvPr>
            <p:ph idx="37" hasCustomPrompt="1"/>
          </p:nvPr>
        </p:nvSpPr>
        <p:spPr>
          <a:xfrm>
            <a:off x="4364654" y="5618756"/>
            <a:ext cx="3546003" cy="213987"/>
          </a:xfrm>
        </p:spPr>
        <p:txBody>
          <a:bodyPr lIns="0">
            <a:noAutofit/>
          </a:bodyPr>
          <a:lstStyle>
            <a:lvl1pPr marL="0" indent="0" algn="l" defTabSz="914400" rtl="0" eaLnBrk="1" latinLnBrk="0" hangingPunct="1">
              <a:lnSpc>
                <a:spcPct val="100000"/>
              </a:lnSpc>
              <a:spcBef>
                <a:spcPts val="0"/>
              </a:spcBef>
              <a:buNone/>
              <a:defRPr lang="en-US" sz="1100" b="1" i="0" kern="1200" spc="4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Subhead</a:t>
            </a:r>
          </a:p>
        </p:txBody>
      </p:sp>
      <p:sp>
        <p:nvSpPr>
          <p:cNvPr id="69" name="Text Placeholder 12">
            <a:extLst>
              <a:ext uri="{FF2B5EF4-FFF2-40B4-BE49-F238E27FC236}">
                <a16:creationId xmlns:a16="http://schemas.microsoft.com/office/drawing/2014/main" id="{1184E930-7844-F24A-AAF0-515CC94F9DD9}"/>
              </a:ext>
            </a:extLst>
          </p:cNvPr>
          <p:cNvSpPr>
            <a:spLocks noGrp="1"/>
          </p:cNvSpPr>
          <p:nvPr>
            <p:ph type="body" sz="quarter" idx="38"/>
          </p:nvPr>
        </p:nvSpPr>
        <p:spPr>
          <a:xfrm>
            <a:off x="4364654" y="5834791"/>
            <a:ext cx="3546475" cy="533400"/>
          </a:xfrm>
        </p:spPr>
        <p:txBody>
          <a:bodyPr lIns="0">
            <a:noAutofit/>
          </a:bodyPr>
          <a:lstStyle>
            <a:lvl1pPr>
              <a:defRPr lang="en-US" sz="1050" kern="1200" spc="0" baseline="0" smtClean="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vl2pPr>
              <a:defRPr lang="en-US" sz="1050" kern="1200" smtClean="0">
                <a:solidFill>
                  <a:schemeClr val="tx1"/>
                </a:solidFill>
                <a:latin typeface="Ford Antenna Light" charset="0"/>
                <a:ea typeface="Ford Antenna Light" charset="0"/>
                <a:cs typeface="Ford Antenna Light" charset="0"/>
              </a:defRPr>
            </a:lvl2pPr>
            <a:lvl3pPr>
              <a:defRPr lang="en-US" sz="1050" kern="1200" smtClean="0">
                <a:solidFill>
                  <a:schemeClr val="tx1"/>
                </a:solidFill>
                <a:latin typeface="Ford Antenna Light" charset="0"/>
                <a:ea typeface="Ford Antenna Light" charset="0"/>
                <a:cs typeface="Ford Antenna Light" charset="0"/>
              </a:defRPr>
            </a:lvl3pPr>
            <a:lvl4pPr>
              <a:defRPr lang="en-US" sz="1050" kern="1200" smtClean="0">
                <a:solidFill>
                  <a:schemeClr val="tx1"/>
                </a:solidFill>
                <a:latin typeface="Ford Antenna Light" charset="0"/>
                <a:ea typeface="Ford Antenna Light" charset="0"/>
                <a:cs typeface="Ford Antenna Light" charset="0"/>
              </a:defRPr>
            </a:lvl4pPr>
            <a:lvl5pPr>
              <a:defRPr lang="en-US" sz="1050" kern="1200">
                <a:solidFill>
                  <a:schemeClr val="tx1"/>
                </a:solidFill>
                <a:latin typeface="Ford Antenna Light" charset="0"/>
                <a:ea typeface="Ford Antenna Light" charset="0"/>
                <a:cs typeface="Ford Antenna Light" charset="0"/>
              </a:defRPr>
            </a:lvl5pPr>
          </a:lstStyle>
          <a:p>
            <a:pPr lvl="0"/>
            <a:r>
              <a:rPr lang="en-US" dirty="0"/>
              <a:t>Click to edit Master text styles</a:t>
            </a:r>
          </a:p>
        </p:txBody>
      </p:sp>
      <p:sp>
        <p:nvSpPr>
          <p:cNvPr id="70" name="Content Placeholder 2">
            <a:extLst>
              <a:ext uri="{FF2B5EF4-FFF2-40B4-BE49-F238E27FC236}">
                <a16:creationId xmlns:a16="http://schemas.microsoft.com/office/drawing/2014/main" id="{95AAC3D5-9814-4E44-BF3F-D2796317B21E}"/>
              </a:ext>
            </a:extLst>
          </p:cNvPr>
          <p:cNvSpPr>
            <a:spLocks noGrp="1"/>
          </p:cNvSpPr>
          <p:nvPr>
            <p:ph idx="39" hasCustomPrompt="1"/>
          </p:nvPr>
        </p:nvSpPr>
        <p:spPr>
          <a:xfrm>
            <a:off x="8479454" y="5618756"/>
            <a:ext cx="3546003" cy="213987"/>
          </a:xfrm>
        </p:spPr>
        <p:txBody>
          <a:bodyPr lIns="0">
            <a:noAutofit/>
          </a:bodyPr>
          <a:lstStyle>
            <a:lvl1pPr marL="0" indent="0" algn="l" defTabSz="914400" rtl="0" eaLnBrk="1" latinLnBrk="0" hangingPunct="1">
              <a:lnSpc>
                <a:spcPct val="100000"/>
              </a:lnSpc>
              <a:spcBef>
                <a:spcPts val="0"/>
              </a:spcBef>
              <a:buNone/>
              <a:defRPr lang="en-US" sz="1100" b="1" i="0" kern="1200" spc="4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vl2pPr marL="0" indent="0" algn="l" defTabSz="914400" rtl="0" eaLnBrk="1" latinLnBrk="0" hangingPunct="1">
              <a:lnSpc>
                <a:spcPct val="100000"/>
              </a:lnSpc>
              <a:spcBef>
                <a:spcPts val="1200"/>
              </a:spcBef>
              <a:buSzPct val="75000"/>
              <a:buNone/>
              <a:defRPr lang="en-US" sz="1600" b="1" kern="1200" dirty="0">
                <a:solidFill>
                  <a:schemeClr val="accent1"/>
                </a:solidFill>
                <a:latin typeface="Ford Antenna Regular" panose="02000505000000020004" pitchFamily="2" charset="0"/>
                <a:ea typeface="Ford Antenna Light" charset="0"/>
                <a:cs typeface="Ford Antenna Light" charset="0"/>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Subhead</a:t>
            </a:r>
          </a:p>
        </p:txBody>
      </p:sp>
      <p:sp>
        <p:nvSpPr>
          <p:cNvPr id="71" name="Text Placeholder 12">
            <a:extLst>
              <a:ext uri="{FF2B5EF4-FFF2-40B4-BE49-F238E27FC236}">
                <a16:creationId xmlns:a16="http://schemas.microsoft.com/office/drawing/2014/main" id="{61E88373-6AF7-2645-BD72-13A1FC4C83E4}"/>
              </a:ext>
            </a:extLst>
          </p:cNvPr>
          <p:cNvSpPr>
            <a:spLocks noGrp="1"/>
          </p:cNvSpPr>
          <p:nvPr>
            <p:ph type="body" sz="quarter" idx="40"/>
          </p:nvPr>
        </p:nvSpPr>
        <p:spPr>
          <a:xfrm>
            <a:off x="8479454" y="5834791"/>
            <a:ext cx="3546475" cy="533400"/>
          </a:xfrm>
        </p:spPr>
        <p:txBody>
          <a:bodyPr lIns="0">
            <a:noAutofit/>
          </a:bodyPr>
          <a:lstStyle>
            <a:lvl1pPr>
              <a:defRPr lang="en-US" sz="1050" kern="1200" spc="0" baseline="0" smtClean="0">
                <a:solidFill>
                  <a:schemeClr val="tx1"/>
                </a:solidFill>
                <a:latin typeface="Avenir Next LT Pro" panose="020B0504020202020204" pitchFamily="34" charset="77"/>
                <a:ea typeface="Avenir Next LT Pro" panose="020B0504020202020204" pitchFamily="34" charset="77"/>
                <a:cs typeface="Avenir Next LT Pro" panose="020B0504020202020204" pitchFamily="34" charset="77"/>
              </a:defRPr>
            </a:lvl1pPr>
            <a:lvl2pPr>
              <a:defRPr lang="en-US" sz="1050" kern="1200" smtClean="0">
                <a:solidFill>
                  <a:schemeClr val="tx1"/>
                </a:solidFill>
                <a:latin typeface="Ford Antenna Light" charset="0"/>
                <a:ea typeface="Ford Antenna Light" charset="0"/>
                <a:cs typeface="Ford Antenna Light" charset="0"/>
              </a:defRPr>
            </a:lvl2pPr>
            <a:lvl3pPr>
              <a:defRPr lang="en-US" sz="1050" kern="1200" smtClean="0">
                <a:solidFill>
                  <a:schemeClr val="tx1"/>
                </a:solidFill>
                <a:latin typeface="Ford Antenna Light" charset="0"/>
                <a:ea typeface="Ford Antenna Light" charset="0"/>
                <a:cs typeface="Ford Antenna Light" charset="0"/>
              </a:defRPr>
            </a:lvl3pPr>
            <a:lvl4pPr>
              <a:defRPr lang="en-US" sz="1050" kern="1200" smtClean="0">
                <a:solidFill>
                  <a:schemeClr val="tx1"/>
                </a:solidFill>
                <a:latin typeface="Ford Antenna Light" charset="0"/>
                <a:ea typeface="Ford Antenna Light" charset="0"/>
                <a:cs typeface="Ford Antenna Light" charset="0"/>
              </a:defRPr>
            </a:lvl4pPr>
            <a:lvl5pPr>
              <a:defRPr lang="en-US" sz="1050" kern="1200">
                <a:solidFill>
                  <a:schemeClr val="tx1"/>
                </a:solidFill>
                <a:latin typeface="Ford Antenna Light" charset="0"/>
                <a:ea typeface="Ford Antenna Light" charset="0"/>
                <a:cs typeface="Ford Antenna Light" charset="0"/>
              </a:defRPr>
            </a:lvl5pPr>
          </a:lstStyle>
          <a:p>
            <a:pPr lvl="0"/>
            <a:r>
              <a:rPr lang="en-US" dirty="0"/>
              <a:t>Click to edit Master text styles</a:t>
            </a:r>
          </a:p>
        </p:txBody>
      </p:sp>
      <p:sp>
        <p:nvSpPr>
          <p:cNvPr id="72" name="Picture Placeholder 17">
            <a:extLst>
              <a:ext uri="{FF2B5EF4-FFF2-40B4-BE49-F238E27FC236}">
                <a16:creationId xmlns:a16="http://schemas.microsoft.com/office/drawing/2014/main" id="{2175BF62-C310-2044-AEB0-48866C555CA1}"/>
              </a:ext>
            </a:extLst>
          </p:cNvPr>
          <p:cNvSpPr>
            <a:spLocks noGrp="1"/>
          </p:cNvSpPr>
          <p:nvPr>
            <p:ph type="pic" sz="quarter" idx="42"/>
          </p:nvPr>
        </p:nvSpPr>
        <p:spPr>
          <a:xfrm>
            <a:off x="368300" y="4144512"/>
            <a:ext cx="3536950" cy="1462088"/>
          </a:xfrm>
          <a:solidFill>
            <a:schemeClr val="bg1"/>
          </a:solidFill>
        </p:spPr>
        <p:txBody>
          <a:bodyPr>
            <a:normAutofit/>
          </a:bodyPr>
          <a:lstStyle>
            <a:lvl1pPr>
              <a:defRPr sz="1100">
                <a:latin typeface="Avenir Next" panose="020B0503020202020204" pitchFamily="34" charset="0"/>
              </a:defRPr>
            </a:lvl1pPr>
          </a:lstStyle>
          <a:p>
            <a:endParaRPr lang="en-US" dirty="0"/>
          </a:p>
        </p:txBody>
      </p:sp>
      <p:sp>
        <p:nvSpPr>
          <p:cNvPr id="73" name="Picture Placeholder 17">
            <a:extLst>
              <a:ext uri="{FF2B5EF4-FFF2-40B4-BE49-F238E27FC236}">
                <a16:creationId xmlns:a16="http://schemas.microsoft.com/office/drawing/2014/main" id="{D365766F-0E63-9E4F-9FE3-8DBE612EC510}"/>
              </a:ext>
            </a:extLst>
          </p:cNvPr>
          <p:cNvSpPr>
            <a:spLocks noGrp="1"/>
          </p:cNvSpPr>
          <p:nvPr>
            <p:ph type="pic" sz="quarter" idx="43"/>
          </p:nvPr>
        </p:nvSpPr>
        <p:spPr>
          <a:xfrm>
            <a:off x="4364654" y="1822450"/>
            <a:ext cx="3536950" cy="1462088"/>
          </a:xfrm>
          <a:solidFill>
            <a:schemeClr val="bg1"/>
          </a:solidFill>
        </p:spPr>
        <p:txBody>
          <a:bodyPr>
            <a:normAutofit/>
          </a:bodyPr>
          <a:lstStyle>
            <a:lvl1pPr>
              <a:defRPr sz="1100">
                <a:latin typeface="Avenir Next" panose="020B0503020202020204" pitchFamily="34" charset="0"/>
              </a:defRPr>
            </a:lvl1pPr>
          </a:lstStyle>
          <a:p>
            <a:endParaRPr lang="en-US" dirty="0"/>
          </a:p>
        </p:txBody>
      </p:sp>
      <p:sp>
        <p:nvSpPr>
          <p:cNvPr id="74" name="Picture Placeholder 17">
            <a:extLst>
              <a:ext uri="{FF2B5EF4-FFF2-40B4-BE49-F238E27FC236}">
                <a16:creationId xmlns:a16="http://schemas.microsoft.com/office/drawing/2014/main" id="{284992ED-E1E0-A343-9224-AD949FCDEC9B}"/>
              </a:ext>
            </a:extLst>
          </p:cNvPr>
          <p:cNvSpPr>
            <a:spLocks noGrp="1"/>
          </p:cNvSpPr>
          <p:nvPr>
            <p:ph type="pic" sz="quarter" idx="44"/>
          </p:nvPr>
        </p:nvSpPr>
        <p:spPr>
          <a:xfrm>
            <a:off x="4364654" y="4144512"/>
            <a:ext cx="3536950" cy="1462088"/>
          </a:xfrm>
          <a:solidFill>
            <a:schemeClr val="bg1"/>
          </a:solidFill>
        </p:spPr>
        <p:txBody>
          <a:bodyPr>
            <a:normAutofit/>
          </a:bodyPr>
          <a:lstStyle>
            <a:lvl1pPr>
              <a:defRPr sz="1100">
                <a:latin typeface="Avenir Next" panose="020B0503020202020204" pitchFamily="34" charset="0"/>
              </a:defRPr>
            </a:lvl1pPr>
          </a:lstStyle>
          <a:p>
            <a:endParaRPr lang="en-US" dirty="0"/>
          </a:p>
        </p:txBody>
      </p:sp>
      <p:sp>
        <p:nvSpPr>
          <p:cNvPr id="75" name="Picture Placeholder 17">
            <a:extLst>
              <a:ext uri="{FF2B5EF4-FFF2-40B4-BE49-F238E27FC236}">
                <a16:creationId xmlns:a16="http://schemas.microsoft.com/office/drawing/2014/main" id="{4B3C6B33-035E-AE43-B6EF-1804D1720004}"/>
              </a:ext>
            </a:extLst>
          </p:cNvPr>
          <p:cNvSpPr>
            <a:spLocks noGrp="1"/>
          </p:cNvSpPr>
          <p:nvPr>
            <p:ph type="pic" sz="quarter" idx="45"/>
          </p:nvPr>
        </p:nvSpPr>
        <p:spPr>
          <a:xfrm>
            <a:off x="8479454" y="1822450"/>
            <a:ext cx="3536950" cy="1462088"/>
          </a:xfrm>
          <a:solidFill>
            <a:schemeClr val="bg1"/>
          </a:solidFill>
        </p:spPr>
        <p:txBody>
          <a:bodyPr>
            <a:normAutofit/>
          </a:bodyPr>
          <a:lstStyle>
            <a:lvl1pPr>
              <a:defRPr sz="1100">
                <a:latin typeface="Avenir Next" panose="020B0503020202020204" pitchFamily="34" charset="0"/>
              </a:defRPr>
            </a:lvl1pPr>
          </a:lstStyle>
          <a:p>
            <a:endParaRPr lang="en-US" dirty="0"/>
          </a:p>
        </p:txBody>
      </p:sp>
      <p:sp>
        <p:nvSpPr>
          <p:cNvPr id="76" name="Picture Placeholder 17">
            <a:extLst>
              <a:ext uri="{FF2B5EF4-FFF2-40B4-BE49-F238E27FC236}">
                <a16:creationId xmlns:a16="http://schemas.microsoft.com/office/drawing/2014/main" id="{1AE28BA1-3CDE-C34B-AE01-24624F9DD69E}"/>
              </a:ext>
            </a:extLst>
          </p:cNvPr>
          <p:cNvSpPr>
            <a:spLocks noGrp="1"/>
          </p:cNvSpPr>
          <p:nvPr>
            <p:ph type="pic" sz="quarter" idx="46"/>
          </p:nvPr>
        </p:nvSpPr>
        <p:spPr>
          <a:xfrm>
            <a:off x="8479454" y="4144512"/>
            <a:ext cx="3536950" cy="1462088"/>
          </a:xfrm>
          <a:solidFill>
            <a:schemeClr val="bg1"/>
          </a:solidFill>
        </p:spPr>
        <p:txBody>
          <a:bodyPr>
            <a:normAutofit/>
          </a:bodyPr>
          <a:lstStyle>
            <a:lvl1pPr>
              <a:defRPr sz="1100">
                <a:latin typeface="Avenir Next" panose="020B0503020202020204" pitchFamily="34" charset="0"/>
              </a:defRPr>
            </a:lvl1pPr>
          </a:lstStyle>
          <a:p>
            <a:endParaRPr lang="en-US" dirty="0"/>
          </a:p>
        </p:txBody>
      </p:sp>
      <p:sp>
        <p:nvSpPr>
          <p:cNvPr id="34" name="Slide Number Placeholder 5">
            <a:extLst>
              <a:ext uri="{FF2B5EF4-FFF2-40B4-BE49-F238E27FC236}">
                <a16:creationId xmlns:a16="http://schemas.microsoft.com/office/drawing/2014/main" id="{6D59769E-6B04-4DD5-9096-AF24D3481D4B}"/>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772033056"/>
      </p:ext>
    </p:extLst>
  </p:cSld>
  <p:clrMapOvr>
    <a:masterClrMapping/>
  </p:clrMapOvr>
  <p:extLst>
    <p:ext uri="{DCECCB84-F9BA-43D5-87BE-67443E8EF086}">
      <p15:sldGuideLst xmlns:p15="http://schemas.microsoft.com/office/powerpoint/2012/main">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Montage Slide">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7926220-4014-A441-BE3B-A7487A4F58FA}"/>
              </a:ext>
            </a:extLst>
          </p:cNvPr>
          <p:cNvSpPr>
            <a:spLocks noGrp="1"/>
          </p:cNvSpPr>
          <p:nvPr>
            <p:ph type="pic" sz="quarter" idx="18"/>
          </p:nvPr>
        </p:nvSpPr>
        <p:spPr>
          <a:xfrm>
            <a:off x="6096000" y="-2"/>
            <a:ext cx="3684607" cy="3656342"/>
          </a:xfrm>
          <a:solidFill>
            <a:schemeClr val="bg1"/>
          </a:solidFill>
        </p:spPr>
        <p:txBody>
          <a:bodyPr>
            <a:normAutofit/>
          </a:bodyPr>
          <a:lstStyle>
            <a:lvl1pPr>
              <a:defRPr sz="1100">
                <a:solidFill>
                  <a:schemeClr val="tx1"/>
                </a:solidFill>
                <a:latin typeface="Avenir Next" panose="020B0503020202020204" pitchFamily="34" charset="0"/>
              </a:defRPr>
            </a:lvl1pPr>
          </a:lstStyle>
          <a:p>
            <a:r>
              <a:rPr lang="en-US"/>
              <a:t>Click icon to add picture</a:t>
            </a:r>
          </a:p>
        </p:txBody>
      </p:sp>
      <p:sp>
        <p:nvSpPr>
          <p:cNvPr id="13" name="Picture Placeholder 3">
            <a:extLst>
              <a:ext uri="{FF2B5EF4-FFF2-40B4-BE49-F238E27FC236}">
                <a16:creationId xmlns:a16="http://schemas.microsoft.com/office/drawing/2014/main" id="{D93D4DEF-4B41-8045-A30D-021341548DD2}"/>
              </a:ext>
            </a:extLst>
          </p:cNvPr>
          <p:cNvSpPr>
            <a:spLocks noGrp="1"/>
          </p:cNvSpPr>
          <p:nvPr>
            <p:ph type="pic" sz="quarter" idx="19"/>
          </p:nvPr>
        </p:nvSpPr>
        <p:spPr>
          <a:xfrm>
            <a:off x="9780607" y="2"/>
            <a:ext cx="2411393" cy="3656338"/>
          </a:xfrm>
          <a:solidFill>
            <a:schemeClr val="bg2"/>
          </a:solidFill>
        </p:spPr>
        <p:txBody>
          <a:bodyPr>
            <a:normAutofit/>
          </a:bodyPr>
          <a:lstStyle>
            <a:lvl1pPr>
              <a:defRPr sz="1100">
                <a:solidFill>
                  <a:schemeClr val="tx1"/>
                </a:solidFill>
                <a:latin typeface="Avenir Next" panose="020B0503020202020204" pitchFamily="34" charset="0"/>
              </a:defRPr>
            </a:lvl1pPr>
          </a:lstStyle>
          <a:p>
            <a:r>
              <a:rPr lang="en-US"/>
              <a:t>Click icon to add picture</a:t>
            </a:r>
          </a:p>
        </p:txBody>
      </p:sp>
      <p:sp>
        <p:nvSpPr>
          <p:cNvPr id="14" name="Picture Placeholder 3">
            <a:extLst>
              <a:ext uri="{FF2B5EF4-FFF2-40B4-BE49-F238E27FC236}">
                <a16:creationId xmlns:a16="http://schemas.microsoft.com/office/drawing/2014/main" id="{4C6B1392-F7A6-0642-B38A-F44020081C93}"/>
              </a:ext>
            </a:extLst>
          </p:cNvPr>
          <p:cNvSpPr>
            <a:spLocks noGrp="1"/>
          </p:cNvSpPr>
          <p:nvPr>
            <p:ph type="pic" sz="quarter" idx="20"/>
          </p:nvPr>
        </p:nvSpPr>
        <p:spPr>
          <a:xfrm>
            <a:off x="6096000" y="3656342"/>
            <a:ext cx="3411124" cy="3201658"/>
          </a:xfrm>
          <a:solidFill>
            <a:schemeClr val="bg2"/>
          </a:solidFill>
        </p:spPr>
        <p:txBody>
          <a:bodyPr>
            <a:normAutofit/>
          </a:bodyPr>
          <a:lstStyle>
            <a:lvl1pPr>
              <a:defRPr sz="1100">
                <a:solidFill>
                  <a:schemeClr val="tx1"/>
                </a:solidFill>
                <a:latin typeface="Avenir Next" panose="020B0503020202020204" pitchFamily="34" charset="0"/>
              </a:defRPr>
            </a:lvl1pPr>
          </a:lstStyle>
          <a:p>
            <a:r>
              <a:rPr lang="en-US" dirty="0"/>
              <a:t>Click icon to add picture</a:t>
            </a:r>
          </a:p>
        </p:txBody>
      </p:sp>
      <p:sp>
        <p:nvSpPr>
          <p:cNvPr id="15" name="Picture Placeholder 3">
            <a:extLst>
              <a:ext uri="{FF2B5EF4-FFF2-40B4-BE49-F238E27FC236}">
                <a16:creationId xmlns:a16="http://schemas.microsoft.com/office/drawing/2014/main" id="{00D83697-2122-3546-B9A9-85A6D0D0EE7A}"/>
              </a:ext>
            </a:extLst>
          </p:cNvPr>
          <p:cNvSpPr>
            <a:spLocks noGrp="1"/>
          </p:cNvSpPr>
          <p:nvPr>
            <p:ph type="pic" sz="quarter" idx="21"/>
          </p:nvPr>
        </p:nvSpPr>
        <p:spPr>
          <a:xfrm>
            <a:off x="9507124" y="3656342"/>
            <a:ext cx="2684876" cy="3201658"/>
          </a:xfrm>
          <a:solidFill>
            <a:schemeClr val="bg1"/>
          </a:solidFill>
        </p:spPr>
        <p:txBody>
          <a:bodyPr>
            <a:normAutofit/>
          </a:bodyPr>
          <a:lstStyle>
            <a:lvl1pPr>
              <a:defRPr sz="1100">
                <a:solidFill>
                  <a:schemeClr val="tx1"/>
                </a:solidFill>
                <a:latin typeface="Avenir Next" panose="020B0503020202020204" pitchFamily="34" charset="0"/>
              </a:defRPr>
            </a:lvl1pPr>
          </a:lstStyle>
          <a:p>
            <a:r>
              <a:rPr lang="en-US"/>
              <a:t>Click icon to add picture</a:t>
            </a:r>
          </a:p>
        </p:txBody>
      </p:sp>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p:nvPr>
        </p:nvSpPr>
        <p:spPr>
          <a:xfrm>
            <a:off x="374904" y="1600017"/>
            <a:ext cx="4988948" cy="3657966"/>
          </a:xfrm>
        </p:spPr>
        <p:txBody>
          <a:bodyPr lIns="0" anchor="ctr">
            <a:noAutofit/>
          </a:bodyPr>
          <a:lstStyle>
            <a:lvl1pPr>
              <a:lnSpc>
                <a:spcPct val="110000"/>
              </a:lnSpc>
              <a:defRPr sz="4000" b="0" i="0" spc="0">
                <a:solidFill>
                  <a:schemeClr val="tx1"/>
                </a:solidFill>
                <a:latin typeface="+mn-lt"/>
              </a:defRPr>
            </a:lvl1pPr>
          </a:lstStyle>
          <a:p>
            <a:pPr lvl="0"/>
            <a:r>
              <a:rPr lang="en-US" dirty="0"/>
              <a:t>Click to edit Master text styles</a:t>
            </a:r>
          </a:p>
        </p:txBody>
      </p:sp>
      <p:sp>
        <p:nvSpPr>
          <p:cNvPr id="5" name="Text Placeholder 8">
            <a:extLst>
              <a:ext uri="{FF2B5EF4-FFF2-40B4-BE49-F238E27FC236}">
                <a16:creationId xmlns:a16="http://schemas.microsoft.com/office/drawing/2014/main" id="{1D458478-5446-A0C2-6F04-76407514A7B9}"/>
              </a:ext>
            </a:extLst>
          </p:cNvPr>
          <p:cNvSpPr>
            <a:spLocks noGrp="1"/>
          </p:cNvSpPr>
          <p:nvPr>
            <p:ph type="body" sz="quarter" idx="13"/>
          </p:nvPr>
        </p:nvSpPr>
        <p:spPr>
          <a:xfrm>
            <a:off x="395000" y="286910"/>
            <a:ext cx="498894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Slide Number Placeholder 5">
            <a:extLst>
              <a:ext uri="{FF2B5EF4-FFF2-40B4-BE49-F238E27FC236}">
                <a16:creationId xmlns:a16="http://schemas.microsoft.com/office/drawing/2014/main" id="{52ADBE07-0069-46FF-9D2F-51289F34F6E4}"/>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63585012"/>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lumn Image+data callout">
    <p:spTree>
      <p:nvGrpSpPr>
        <p:cNvPr id="1" name=""/>
        <p:cNvGrpSpPr/>
        <p:nvPr/>
      </p:nvGrpSpPr>
      <p:grpSpPr>
        <a:xfrm>
          <a:off x="0" y="0"/>
          <a:ext cx="0" cy="0"/>
          <a:chOff x="0" y="0"/>
          <a:chExt cx="0" cy="0"/>
        </a:xfrm>
      </p:grpSpPr>
      <p:sp>
        <p:nvSpPr>
          <p:cNvPr id="34" name="Text Placeholder 6">
            <a:extLst>
              <a:ext uri="{FF2B5EF4-FFF2-40B4-BE49-F238E27FC236}">
                <a16:creationId xmlns:a16="http://schemas.microsoft.com/office/drawing/2014/main" id="{DA998B97-BAC1-6F4D-B3BD-C9BBC0C2CD29}"/>
              </a:ext>
            </a:extLst>
          </p:cNvPr>
          <p:cNvSpPr>
            <a:spLocks noGrp="1"/>
          </p:cNvSpPr>
          <p:nvPr>
            <p:ph type="body" sz="quarter" idx="26" hasCustomPrompt="1"/>
          </p:nvPr>
        </p:nvSpPr>
        <p:spPr>
          <a:xfrm>
            <a:off x="5428646" y="2169830"/>
            <a:ext cx="1306744" cy="1306744"/>
          </a:xfrm>
          <a:prstGeom prst="ellipse">
            <a:avLst/>
          </a:prstGeom>
          <a:noFill/>
        </p:spPr>
        <p:txBody>
          <a:bodyPr wrap="none" lIns="0" rIns="0" bIns="274320" anchor="ctr">
            <a:noAutofit/>
          </a:bodyPr>
          <a:lstStyle>
            <a:lvl1pPr algn="ctr">
              <a:defRPr sz="4400" b="0" i="0" baseline="0">
                <a:solidFill>
                  <a:schemeClr val="tx1"/>
                </a:solidFill>
                <a:latin typeface="+mn-lt"/>
              </a:defRPr>
            </a:lvl1pPr>
          </a:lstStyle>
          <a:p>
            <a:pPr lvl="0"/>
            <a:r>
              <a:rPr lang="en-US" dirty="0"/>
              <a:t>XX</a:t>
            </a:r>
          </a:p>
        </p:txBody>
      </p:sp>
      <p:sp>
        <p:nvSpPr>
          <p:cNvPr id="35" name="Text Placeholder 19">
            <a:extLst>
              <a:ext uri="{FF2B5EF4-FFF2-40B4-BE49-F238E27FC236}">
                <a16:creationId xmlns:a16="http://schemas.microsoft.com/office/drawing/2014/main" id="{D90505D5-DC37-CF47-BADB-E290D8EB1668}"/>
              </a:ext>
            </a:extLst>
          </p:cNvPr>
          <p:cNvSpPr>
            <a:spLocks noGrp="1"/>
          </p:cNvSpPr>
          <p:nvPr>
            <p:ph type="body" sz="quarter" idx="27" hasCustomPrompt="1"/>
          </p:nvPr>
        </p:nvSpPr>
        <p:spPr>
          <a:xfrm>
            <a:off x="5217666" y="2903119"/>
            <a:ext cx="1709737" cy="322263"/>
          </a:xfrm>
        </p:spPr>
        <p:txBody>
          <a:bodyPr>
            <a:normAutofit/>
          </a:bodyPr>
          <a:lstStyle>
            <a:lvl1pPr algn="ctr">
              <a:defRPr sz="1000" spc="0" baseline="0">
                <a:solidFill>
                  <a:schemeClr val="tx1"/>
                </a:solidFill>
                <a:latin typeface="+mn-lt"/>
              </a:defRPr>
            </a:lvl1pPr>
          </a:lstStyle>
          <a:p>
            <a:pPr lvl="0"/>
            <a:r>
              <a:rPr lang="en-US" dirty="0"/>
              <a:t>Key Data Point</a:t>
            </a:r>
          </a:p>
        </p:txBody>
      </p:sp>
      <p:sp>
        <p:nvSpPr>
          <p:cNvPr id="36" name="Text Placeholder 6">
            <a:extLst>
              <a:ext uri="{FF2B5EF4-FFF2-40B4-BE49-F238E27FC236}">
                <a16:creationId xmlns:a16="http://schemas.microsoft.com/office/drawing/2014/main" id="{5FB0FB3B-B867-5747-ABAE-5CA4ADE1FA3C}"/>
              </a:ext>
            </a:extLst>
          </p:cNvPr>
          <p:cNvSpPr>
            <a:spLocks noGrp="1"/>
          </p:cNvSpPr>
          <p:nvPr>
            <p:ph type="body" sz="quarter" idx="28" hasCustomPrompt="1"/>
          </p:nvPr>
        </p:nvSpPr>
        <p:spPr>
          <a:xfrm>
            <a:off x="9454841" y="2169830"/>
            <a:ext cx="1306744" cy="1306744"/>
          </a:xfrm>
          <a:prstGeom prst="ellipse">
            <a:avLst/>
          </a:prstGeom>
          <a:noFill/>
        </p:spPr>
        <p:txBody>
          <a:bodyPr wrap="none" lIns="0" rIns="0" bIns="274320" anchor="ctr">
            <a:noAutofit/>
          </a:bodyPr>
          <a:lstStyle>
            <a:lvl1pPr algn="ctr">
              <a:defRPr sz="4400" b="0" i="0" baseline="0">
                <a:solidFill>
                  <a:schemeClr val="tx1"/>
                </a:solidFill>
                <a:latin typeface="+mn-lt"/>
              </a:defRPr>
            </a:lvl1pPr>
          </a:lstStyle>
          <a:p>
            <a:pPr lvl="0"/>
            <a:r>
              <a:rPr lang="en-US" dirty="0"/>
              <a:t>XX</a:t>
            </a:r>
          </a:p>
        </p:txBody>
      </p:sp>
      <p:sp>
        <p:nvSpPr>
          <p:cNvPr id="37" name="Text Placeholder 19">
            <a:extLst>
              <a:ext uri="{FF2B5EF4-FFF2-40B4-BE49-F238E27FC236}">
                <a16:creationId xmlns:a16="http://schemas.microsoft.com/office/drawing/2014/main" id="{735EF4B4-37E3-444F-A201-4DBD727E19DC}"/>
              </a:ext>
            </a:extLst>
          </p:cNvPr>
          <p:cNvSpPr>
            <a:spLocks noGrp="1"/>
          </p:cNvSpPr>
          <p:nvPr>
            <p:ph type="body" sz="quarter" idx="29" hasCustomPrompt="1"/>
          </p:nvPr>
        </p:nvSpPr>
        <p:spPr>
          <a:xfrm>
            <a:off x="9243861" y="2903119"/>
            <a:ext cx="1709737" cy="322263"/>
          </a:xfrm>
        </p:spPr>
        <p:txBody>
          <a:bodyPr>
            <a:normAutofit/>
          </a:bodyPr>
          <a:lstStyle>
            <a:lvl1pPr algn="ctr">
              <a:defRPr sz="1000" spc="0" baseline="0">
                <a:solidFill>
                  <a:schemeClr val="tx1"/>
                </a:solidFill>
                <a:latin typeface="+mn-lt"/>
              </a:defRPr>
            </a:lvl1pPr>
          </a:lstStyle>
          <a:p>
            <a:pPr lvl="0"/>
            <a:r>
              <a:rPr lang="en-US" dirty="0"/>
              <a:t>Key Data Point</a:t>
            </a:r>
          </a:p>
        </p:txBody>
      </p:sp>
      <p:sp>
        <p:nvSpPr>
          <p:cNvPr id="7" name="Picture Placeholder 6">
            <a:extLst>
              <a:ext uri="{FF2B5EF4-FFF2-40B4-BE49-F238E27FC236}">
                <a16:creationId xmlns:a16="http://schemas.microsoft.com/office/drawing/2014/main" id="{D54E4E67-C21D-1843-B14A-AB260357B703}"/>
              </a:ext>
            </a:extLst>
          </p:cNvPr>
          <p:cNvSpPr>
            <a:spLocks noGrp="1"/>
          </p:cNvSpPr>
          <p:nvPr>
            <p:ph type="pic" sz="quarter" idx="21"/>
          </p:nvPr>
        </p:nvSpPr>
        <p:spPr>
          <a:xfrm>
            <a:off x="392113" y="3962544"/>
            <a:ext cx="3317875" cy="1851815"/>
          </a:xfrm>
          <a:solidFill>
            <a:schemeClr val="bg2"/>
          </a:solidFill>
        </p:spPr>
        <p:txBody>
          <a:bodyPr>
            <a:normAutofit/>
          </a:bodyPr>
          <a:lstStyle>
            <a:lvl1pPr>
              <a:defRPr sz="1050">
                <a:latin typeface="+mn-lt"/>
              </a:defRPr>
            </a:lvl1pPr>
          </a:lstStyle>
          <a:p>
            <a:endParaRPr lang="en-US" dirty="0"/>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1"/>
            <a:ext cx="5438458" cy="198802"/>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262530"/>
            <a:ext cx="8631395" cy="526436"/>
          </a:xfrm>
        </p:spPr>
        <p:txBody>
          <a:bodyPr l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5" name="Text Placeholder 4">
            <a:extLst>
              <a:ext uri="{FF2B5EF4-FFF2-40B4-BE49-F238E27FC236}">
                <a16:creationId xmlns:a16="http://schemas.microsoft.com/office/drawing/2014/main" id="{80ED89F9-50DD-454D-A065-AF15CF955F11}"/>
              </a:ext>
            </a:extLst>
          </p:cNvPr>
          <p:cNvSpPr>
            <a:spLocks noGrp="1"/>
          </p:cNvSpPr>
          <p:nvPr>
            <p:ph type="body" sz="quarter" idx="18"/>
          </p:nvPr>
        </p:nvSpPr>
        <p:spPr>
          <a:xfrm>
            <a:off x="391855" y="5814359"/>
            <a:ext cx="3333002" cy="586441"/>
          </a:xfrm>
        </p:spPr>
        <p:txBody>
          <a:bodyPr lIns="0">
            <a:noAutofit/>
          </a:bodyPr>
          <a:lstStyle>
            <a:lvl1pPr>
              <a:defRPr sz="1200" spc="0" baseline="0">
                <a:latin typeface="+mn-lt"/>
              </a:defRPr>
            </a:lvl1pPr>
            <a:lvl2pPr marL="0" indent="0">
              <a:buNone/>
              <a:defRPr sz="1200" spc="0" baseline="0">
                <a:latin typeface="+mn-lt"/>
              </a:defRPr>
            </a:lvl2pPr>
          </a:lstStyle>
          <a:p>
            <a:pPr lvl="0"/>
            <a:r>
              <a:rPr lang="en-US" dirty="0"/>
              <a:t>Click to edit Master text styles</a:t>
            </a:r>
          </a:p>
          <a:p>
            <a:pPr lvl="1"/>
            <a:endParaRPr lang="en-US" dirty="0"/>
          </a:p>
        </p:txBody>
      </p:sp>
      <p:sp>
        <p:nvSpPr>
          <p:cNvPr id="18" name="Text Placeholder 4">
            <a:extLst>
              <a:ext uri="{FF2B5EF4-FFF2-40B4-BE49-F238E27FC236}">
                <a16:creationId xmlns:a16="http://schemas.microsoft.com/office/drawing/2014/main" id="{FFFB9FA3-8587-4D4E-A5AB-B666508239E1}"/>
              </a:ext>
            </a:extLst>
          </p:cNvPr>
          <p:cNvSpPr>
            <a:spLocks noGrp="1"/>
          </p:cNvSpPr>
          <p:nvPr>
            <p:ph type="body" sz="quarter" idx="19"/>
          </p:nvPr>
        </p:nvSpPr>
        <p:spPr>
          <a:xfrm>
            <a:off x="4432326" y="5814359"/>
            <a:ext cx="3333002" cy="586441"/>
          </a:xfrm>
        </p:spPr>
        <p:txBody>
          <a:bodyPr lIns="0">
            <a:noAutofit/>
          </a:bodyPr>
          <a:lstStyle>
            <a:lvl1pPr>
              <a:defRPr sz="1200" spc="0" baseline="0">
                <a:latin typeface="+mn-lt"/>
              </a:defRPr>
            </a:lvl1pPr>
            <a:lvl2pPr marL="0" indent="0">
              <a:buNone/>
              <a:defRPr sz="1200" spc="0" baseline="0">
                <a:latin typeface="+mn-lt"/>
              </a:defRPr>
            </a:lvl2pPr>
          </a:lstStyle>
          <a:p>
            <a:pPr lvl="0"/>
            <a:r>
              <a:rPr lang="en-US" dirty="0"/>
              <a:t>Click to edit Master text styles</a:t>
            </a:r>
          </a:p>
          <a:p>
            <a:pPr lvl="1"/>
            <a:endParaRPr lang="en-US" dirty="0"/>
          </a:p>
        </p:txBody>
      </p:sp>
      <p:sp>
        <p:nvSpPr>
          <p:cNvPr id="19" name="Text Placeholder 4">
            <a:extLst>
              <a:ext uri="{FF2B5EF4-FFF2-40B4-BE49-F238E27FC236}">
                <a16:creationId xmlns:a16="http://schemas.microsoft.com/office/drawing/2014/main" id="{044471A3-E547-BF42-8E20-A1A0974300C5}"/>
              </a:ext>
            </a:extLst>
          </p:cNvPr>
          <p:cNvSpPr>
            <a:spLocks noGrp="1"/>
          </p:cNvSpPr>
          <p:nvPr>
            <p:ph type="body" sz="quarter" idx="20"/>
          </p:nvPr>
        </p:nvSpPr>
        <p:spPr>
          <a:xfrm>
            <a:off x="8483783" y="5814359"/>
            <a:ext cx="3333002" cy="586441"/>
          </a:xfrm>
        </p:spPr>
        <p:txBody>
          <a:bodyPr lIns="0">
            <a:noAutofit/>
          </a:bodyPr>
          <a:lstStyle>
            <a:lvl1pPr>
              <a:defRPr sz="1200" spc="0" baseline="0">
                <a:latin typeface="+mn-lt"/>
              </a:defRPr>
            </a:lvl1pPr>
            <a:lvl2pPr marL="0" indent="0">
              <a:buNone/>
              <a:defRPr sz="1200" spc="0" baseline="0">
                <a:latin typeface="+mn-lt"/>
              </a:defRPr>
            </a:lvl2pPr>
          </a:lstStyle>
          <a:p>
            <a:pPr lvl="0"/>
            <a:r>
              <a:rPr lang="en-US" dirty="0"/>
              <a:t>Click to edit Master text styles</a:t>
            </a:r>
          </a:p>
          <a:p>
            <a:pPr lvl="1"/>
            <a:endParaRPr lang="en-US" dirty="0"/>
          </a:p>
        </p:txBody>
      </p:sp>
      <p:sp>
        <p:nvSpPr>
          <p:cNvPr id="20" name="Picture Placeholder 6">
            <a:extLst>
              <a:ext uri="{FF2B5EF4-FFF2-40B4-BE49-F238E27FC236}">
                <a16:creationId xmlns:a16="http://schemas.microsoft.com/office/drawing/2014/main" id="{928A9042-40AD-AF45-ADD0-FF5B10D9864B}"/>
              </a:ext>
            </a:extLst>
          </p:cNvPr>
          <p:cNvSpPr>
            <a:spLocks noGrp="1"/>
          </p:cNvSpPr>
          <p:nvPr>
            <p:ph type="pic" sz="quarter" idx="22"/>
          </p:nvPr>
        </p:nvSpPr>
        <p:spPr>
          <a:xfrm>
            <a:off x="4432326" y="3959538"/>
            <a:ext cx="3317875" cy="1854822"/>
          </a:xfrm>
          <a:solidFill>
            <a:schemeClr val="bg2"/>
          </a:solidFill>
        </p:spPr>
        <p:txBody>
          <a:bodyPr>
            <a:normAutofit/>
          </a:bodyPr>
          <a:lstStyle>
            <a:lvl1pPr>
              <a:defRPr sz="1050">
                <a:latin typeface="+mn-lt"/>
              </a:defRPr>
            </a:lvl1pPr>
          </a:lstStyle>
          <a:p>
            <a:endParaRPr lang="en-US"/>
          </a:p>
        </p:txBody>
      </p:sp>
      <p:sp>
        <p:nvSpPr>
          <p:cNvPr id="21" name="Picture Placeholder 6">
            <a:extLst>
              <a:ext uri="{FF2B5EF4-FFF2-40B4-BE49-F238E27FC236}">
                <a16:creationId xmlns:a16="http://schemas.microsoft.com/office/drawing/2014/main" id="{8D002F8E-BD7E-AF4D-A76C-29E72CE73D35}"/>
              </a:ext>
            </a:extLst>
          </p:cNvPr>
          <p:cNvSpPr>
            <a:spLocks noGrp="1"/>
          </p:cNvSpPr>
          <p:nvPr>
            <p:ph type="pic" sz="quarter" idx="23"/>
          </p:nvPr>
        </p:nvSpPr>
        <p:spPr>
          <a:xfrm>
            <a:off x="8483783" y="3959538"/>
            <a:ext cx="3317875" cy="1854822"/>
          </a:xfrm>
          <a:solidFill>
            <a:schemeClr val="bg2"/>
          </a:solidFill>
        </p:spPr>
        <p:txBody>
          <a:bodyPr>
            <a:normAutofit/>
          </a:bodyPr>
          <a:lstStyle>
            <a:lvl1pPr>
              <a:defRPr sz="1050">
                <a:latin typeface="+mn-lt"/>
              </a:defRPr>
            </a:lvl1pPr>
          </a:lstStyle>
          <a:p>
            <a:endParaRPr lang="en-US"/>
          </a:p>
        </p:txBody>
      </p:sp>
      <p:grpSp>
        <p:nvGrpSpPr>
          <p:cNvPr id="23" name="Group 22">
            <a:extLst>
              <a:ext uri="{FF2B5EF4-FFF2-40B4-BE49-F238E27FC236}">
                <a16:creationId xmlns:a16="http://schemas.microsoft.com/office/drawing/2014/main" id="{F1465085-9978-DD49-AA11-90E315D7A8E9}"/>
              </a:ext>
            </a:extLst>
          </p:cNvPr>
          <p:cNvGrpSpPr/>
          <p:nvPr userDrawn="1"/>
        </p:nvGrpSpPr>
        <p:grpSpPr>
          <a:xfrm>
            <a:off x="4064000" y="1967696"/>
            <a:ext cx="4064000" cy="4356904"/>
            <a:chOff x="4064000" y="1967696"/>
            <a:chExt cx="4064000" cy="3183038"/>
          </a:xfrm>
        </p:grpSpPr>
        <p:cxnSp>
          <p:nvCxnSpPr>
            <p:cNvPr id="24" name="Straight Connector 23">
              <a:extLst>
                <a:ext uri="{FF2B5EF4-FFF2-40B4-BE49-F238E27FC236}">
                  <a16:creationId xmlns:a16="http://schemas.microsoft.com/office/drawing/2014/main" id="{39041BF2-91B0-7847-8543-B141419F9CB1}"/>
                </a:ext>
              </a:extLst>
            </p:cNvPr>
            <p:cNvCxnSpPr>
              <a:cxnSpLocks/>
            </p:cNvCxnSpPr>
            <p:nvPr/>
          </p:nvCxnSpPr>
          <p:spPr>
            <a:xfrm>
              <a:off x="4064000" y="1967696"/>
              <a:ext cx="0" cy="3183038"/>
            </a:xfrm>
            <a:prstGeom prst="line">
              <a:avLst/>
            </a:prstGeom>
            <a:ln w="6350">
              <a:solidFill>
                <a:schemeClr val="accent2"/>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2DCD8B5-B4EC-1346-BF3E-F5EADBEA64EF}"/>
                </a:ext>
              </a:extLst>
            </p:cNvPr>
            <p:cNvCxnSpPr>
              <a:cxnSpLocks/>
            </p:cNvCxnSpPr>
            <p:nvPr/>
          </p:nvCxnSpPr>
          <p:spPr>
            <a:xfrm>
              <a:off x="8128000" y="1967696"/>
              <a:ext cx="0" cy="3183038"/>
            </a:xfrm>
            <a:prstGeom prst="line">
              <a:avLst/>
            </a:prstGeom>
            <a:ln w="6350">
              <a:solidFill>
                <a:schemeClr val="accent2"/>
              </a:solidFill>
              <a:tailEnd type="none" w="med" len="sm"/>
            </a:ln>
            <a:effectLst/>
          </p:spPr>
          <p:style>
            <a:lnRef idx="1">
              <a:schemeClr val="accent1"/>
            </a:lnRef>
            <a:fillRef idx="0">
              <a:schemeClr val="accent1"/>
            </a:fillRef>
            <a:effectRef idx="0">
              <a:schemeClr val="accent1"/>
            </a:effectRef>
            <a:fontRef idx="minor">
              <a:schemeClr val="tx1"/>
            </a:fontRef>
          </p:style>
        </p:cxnSp>
      </p:grpSp>
      <p:sp>
        <p:nvSpPr>
          <p:cNvPr id="32" name="Text Placeholder 6">
            <a:extLst>
              <a:ext uri="{FF2B5EF4-FFF2-40B4-BE49-F238E27FC236}">
                <a16:creationId xmlns:a16="http://schemas.microsoft.com/office/drawing/2014/main" id="{185C7567-B1FA-EB43-931F-BC451D28D4BA}"/>
              </a:ext>
            </a:extLst>
          </p:cNvPr>
          <p:cNvSpPr>
            <a:spLocks noGrp="1"/>
          </p:cNvSpPr>
          <p:nvPr>
            <p:ph type="body" sz="quarter" idx="24" hasCustomPrompt="1"/>
          </p:nvPr>
        </p:nvSpPr>
        <p:spPr>
          <a:xfrm>
            <a:off x="1331567" y="2169830"/>
            <a:ext cx="1306744" cy="1306744"/>
          </a:xfrm>
          <a:prstGeom prst="ellipse">
            <a:avLst/>
          </a:prstGeom>
          <a:noFill/>
        </p:spPr>
        <p:txBody>
          <a:bodyPr wrap="none" lIns="0" rIns="0" bIns="274320" anchor="ctr">
            <a:noAutofit/>
          </a:bodyPr>
          <a:lstStyle>
            <a:lvl1pPr algn="ctr">
              <a:defRPr sz="4400" b="0" i="0" baseline="0">
                <a:solidFill>
                  <a:schemeClr val="tx1"/>
                </a:solidFill>
                <a:latin typeface="+mn-lt"/>
              </a:defRPr>
            </a:lvl1pPr>
          </a:lstStyle>
          <a:p>
            <a:pPr lvl="0"/>
            <a:r>
              <a:rPr lang="en-US" dirty="0"/>
              <a:t>XX</a:t>
            </a:r>
          </a:p>
        </p:txBody>
      </p:sp>
      <p:sp>
        <p:nvSpPr>
          <p:cNvPr id="33" name="Text Placeholder 19">
            <a:extLst>
              <a:ext uri="{FF2B5EF4-FFF2-40B4-BE49-F238E27FC236}">
                <a16:creationId xmlns:a16="http://schemas.microsoft.com/office/drawing/2014/main" id="{B59745CF-DEE6-E14B-9EAA-6E11D711816C}"/>
              </a:ext>
            </a:extLst>
          </p:cNvPr>
          <p:cNvSpPr>
            <a:spLocks noGrp="1"/>
          </p:cNvSpPr>
          <p:nvPr>
            <p:ph type="body" sz="quarter" idx="25" hasCustomPrompt="1"/>
          </p:nvPr>
        </p:nvSpPr>
        <p:spPr>
          <a:xfrm>
            <a:off x="1120587" y="2903119"/>
            <a:ext cx="1709737" cy="322263"/>
          </a:xfrm>
        </p:spPr>
        <p:txBody>
          <a:bodyPr>
            <a:normAutofit/>
          </a:bodyPr>
          <a:lstStyle>
            <a:lvl1pPr algn="ctr">
              <a:defRPr sz="1000" spc="0" baseline="0">
                <a:solidFill>
                  <a:schemeClr val="tx1"/>
                </a:solidFill>
                <a:latin typeface="+mn-lt"/>
              </a:defRPr>
            </a:lvl1pPr>
          </a:lstStyle>
          <a:p>
            <a:pPr lvl="0"/>
            <a:r>
              <a:rPr lang="en-US" dirty="0"/>
              <a:t>Key Data Point</a:t>
            </a:r>
          </a:p>
        </p:txBody>
      </p:sp>
      <p:sp>
        <p:nvSpPr>
          <p:cNvPr id="26" name="Slide Number Placeholder 5">
            <a:extLst>
              <a:ext uri="{FF2B5EF4-FFF2-40B4-BE49-F238E27FC236}">
                <a16:creationId xmlns:a16="http://schemas.microsoft.com/office/drawing/2014/main" id="{969E59F2-497C-4B07-AA5F-1DFFE2442794}"/>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2798498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uote">
    <p:bg>
      <p:bgPr>
        <a:solidFill>
          <a:schemeClr val="bg1"/>
        </a:solidFill>
        <a:effectLst/>
      </p:bgPr>
    </p:bg>
    <p:spTree>
      <p:nvGrpSpPr>
        <p:cNvPr id="1" name=""/>
        <p:cNvGrpSpPr/>
        <p:nvPr/>
      </p:nvGrpSpPr>
      <p:grpSpPr>
        <a:xfrm>
          <a:off x="0" y="0"/>
          <a:ext cx="0" cy="0"/>
          <a:chOff x="0" y="0"/>
          <a:chExt cx="0" cy="0"/>
        </a:xfrm>
      </p:grpSpPr>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hasCustomPrompt="1"/>
          </p:nvPr>
        </p:nvSpPr>
        <p:spPr>
          <a:xfrm>
            <a:off x="2741388" y="1600017"/>
            <a:ext cx="6709225" cy="3657966"/>
          </a:xfrm>
        </p:spPr>
        <p:txBody>
          <a:bodyPr anchor="ctr">
            <a:noAutofit/>
          </a:bodyPr>
          <a:lstStyle>
            <a:lvl1pPr algn="ctr">
              <a:lnSpc>
                <a:spcPct val="120000"/>
              </a:lnSpc>
              <a:defRPr sz="2400" b="0" i="0" spc="0" baseline="0">
                <a:solidFill>
                  <a:schemeClr val="tx1"/>
                </a:solidFill>
                <a:latin typeface="+mn-lt"/>
              </a:defRPr>
            </a:lvl1pPr>
          </a:lstStyle>
          <a:p>
            <a:pPr>
              <a:lnSpc>
                <a:spcPct val="110000"/>
              </a:lnSpc>
            </a:pPr>
            <a:r>
              <a:rPr lang="en-US" sz="2400" dirty="0"/>
              <a:t>This is an important quote slide. Lorem ipsum dolor sit </a:t>
            </a:r>
            <a:r>
              <a:rPr lang="en-US" sz="2400" dirty="0" err="1"/>
              <a:t>amet</a:t>
            </a:r>
            <a:r>
              <a:rPr lang="en-US" sz="2400" dirty="0"/>
              <a:t>, </a:t>
            </a:r>
            <a:r>
              <a:rPr lang="en-US" sz="2400" dirty="0" err="1"/>
              <a:t>consectetuer</a:t>
            </a:r>
            <a:r>
              <a:rPr lang="en-US" sz="2400" dirty="0"/>
              <a:t> </a:t>
            </a:r>
            <a:r>
              <a:rPr lang="en-US" sz="2400" dirty="0" err="1"/>
              <a:t>adipiscing</a:t>
            </a:r>
            <a:r>
              <a:rPr lang="en-US" sz="2400" dirty="0"/>
              <a:t> </a:t>
            </a:r>
            <a:r>
              <a:rPr lang="en-US" sz="2400" dirty="0" err="1"/>
              <a:t>elit</a:t>
            </a:r>
            <a:r>
              <a:rPr lang="en-US" sz="2400" dirty="0"/>
              <a:t>. Maecenas </a:t>
            </a:r>
            <a:r>
              <a:rPr lang="en-US" sz="2400" dirty="0" err="1"/>
              <a:t>porttitor</a:t>
            </a:r>
            <a:r>
              <a:rPr lang="en-US" sz="2400" dirty="0"/>
              <a:t> </a:t>
            </a:r>
            <a:r>
              <a:rPr lang="en-US" sz="2400" dirty="0" err="1"/>
              <a:t>congue</a:t>
            </a:r>
            <a:r>
              <a:rPr lang="en-US" sz="2400" dirty="0"/>
              <a:t> </a:t>
            </a:r>
            <a:r>
              <a:rPr lang="en-US" sz="2400" dirty="0" err="1"/>
              <a:t>massa</a:t>
            </a:r>
            <a:r>
              <a:rPr lang="en-US" sz="2400" dirty="0"/>
              <a:t>. Maecenas </a:t>
            </a:r>
            <a:r>
              <a:rPr lang="en-US" sz="2400" dirty="0" err="1"/>
              <a:t>porttitor</a:t>
            </a:r>
            <a:r>
              <a:rPr lang="en-US" sz="2400" dirty="0"/>
              <a:t> </a:t>
            </a:r>
            <a:r>
              <a:rPr lang="en-US" sz="2400" dirty="0" err="1"/>
              <a:t>congue</a:t>
            </a:r>
            <a:r>
              <a:rPr lang="en-US" sz="2400" dirty="0"/>
              <a:t> </a:t>
            </a:r>
            <a:r>
              <a:rPr lang="en-US" sz="2400" dirty="0" err="1"/>
              <a:t>massa</a:t>
            </a:r>
            <a:r>
              <a:rPr lang="en-US" sz="2400" dirty="0"/>
              <a:t>. </a:t>
            </a:r>
          </a:p>
        </p:txBody>
      </p:sp>
      <p:sp>
        <p:nvSpPr>
          <p:cNvPr id="4" name="Text Placeholder 3">
            <a:extLst>
              <a:ext uri="{FF2B5EF4-FFF2-40B4-BE49-F238E27FC236}">
                <a16:creationId xmlns:a16="http://schemas.microsoft.com/office/drawing/2014/main" id="{16E71273-EE0B-2144-9E0B-7155C6F3F3B5}"/>
              </a:ext>
            </a:extLst>
          </p:cNvPr>
          <p:cNvSpPr>
            <a:spLocks noGrp="1"/>
          </p:cNvSpPr>
          <p:nvPr>
            <p:ph type="body" sz="quarter" idx="19"/>
          </p:nvPr>
        </p:nvSpPr>
        <p:spPr>
          <a:xfrm>
            <a:off x="7330111" y="4978678"/>
            <a:ext cx="3410365" cy="915370"/>
          </a:xfrm>
        </p:spPr>
        <p:txBody>
          <a:bodyPr>
            <a:normAutofit/>
          </a:bodyPr>
          <a:lstStyle>
            <a:lvl1pPr>
              <a:defRPr sz="1200" spc="0" baseline="0">
                <a:solidFill>
                  <a:schemeClr val="tx1"/>
                </a:solidFill>
                <a:latin typeface="+mn-lt"/>
              </a:defRPr>
            </a:lvl1pPr>
          </a:lstStyle>
          <a:p>
            <a:pPr lvl="0"/>
            <a:endParaRPr lang="en-US" dirty="0"/>
          </a:p>
        </p:txBody>
      </p:sp>
      <p:sp>
        <p:nvSpPr>
          <p:cNvPr id="7" name="Slide Number Placeholder 5">
            <a:extLst>
              <a:ext uri="{FF2B5EF4-FFF2-40B4-BE49-F238E27FC236}">
                <a16:creationId xmlns:a16="http://schemas.microsoft.com/office/drawing/2014/main" id="{B43ED463-6F96-4C9B-A56E-053BCACB3F78}"/>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968440447"/>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Split Image+Quote">
    <p:bg>
      <p:bgPr>
        <a:solidFill>
          <a:schemeClr val="bg1"/>
        </a:solidFill>
        <a:effectLst/>
      </p:bgPr>
    </p:bg>
    <p:spTree>
      <p:nvGrpSpPr>
        <p:cNvPr id="1" name=""/>
        <p:cNvGrpSpPr/>
        <p:nvPr/>
      </p:nvGrpSpPr>
      <p:grpSpPr>
        <a:xfrm>
          <a:off x="0" y="0"/>
          <a:ext cx="0" cy="0"/>
          <a:chOff x="0" y="0"/>
          <a:chExt cx="0" cy="0"/>
        </a:xfrm>
      </p:grpSpPr>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hasCustomPrompt="1"/>
          </p:nvPr>
        </p:nvSpPr>
        <p:spPr>
          <a:xfrm>
            <a:off x="6434232" y="1600017"/>
            <a:ext cx="5481669" cy="3657966"/>
          </a:xfrm>
        </p:spPr>
        <p:txBody>
          <a:bodyPr anchor="ctr">
            <a:noAutofit/>
          </a:bodyPr>
          <a:lstStyle>
            <a:lvl1pPr algn="ctr">
              <a:lnSpc>
                <a:spcPct val="100000"/>
              </a:lnSpc>
              <a:defRPr sz="2400" b="0" i="0" spc="0" baseline="0">
                <a:solidFill>
                  <a:schemeClr val="tx1"/>
                </a:solidFill>
                <a:latin typeface="+mn-lt"/>
              </a:defRPr>
            </a:lvl1pPr>
          </a:lstStyle>
          <a:p>
            <a:pPr>
              <a:lnSpc>
                <a:spcPct val="110000"/>
              </a:lnSpc>
            </a:pPr>
            <a:r>
              <a:rPr lang="en-US" sz="2400" dirty="0"/>
              <a:t>This is an important quote slide. Lorem ipsum dolor sit </a:t>
            </a:r>
            <a:r>
              <a:rPr lang="en-US" sz="2400" dirty="0" err="1"/>
              <a:t>amet</a:t>
            </a:r>
            <a:r>
              <a:rPr lang="en-US" sz="2400" dirty="0"/>
              <a:t>, </a:t>
            </a:r>
            <a:r>
              <a:rPr lang="en-US" sz="2400" dirty="0" err="1"/>
              <a:t>consectetuer</a:t>
            </a:r>
            <a:r>
              <a:rPr lang="en-US" sz="2400" dirty="0"/>
              <a:t> </a:t>
            </a:r>
            <a:r>
              <a:rPr lang="en-US" sz="2400" dirty="0" err="1"/>
              <a:t>adipiscing</a:t>
            </a:r>
            <a:r>
              <a:rPr lang="en-US" sz="2400" dirty="0"/>
              <a:t> </a:t>
            </a:r>
            <a:r>
              <a:rPr lang="en-US" sz="2400" dirty="0" err="1"/>
              <a:t>elit</a:t>
            </a:r>
            <a:r>
              <a:rPr lang="en-US" sz="2400" dirty="0"/>
              <a:t>. Maecenas </a:t>
            </a:r>
            <a:r>
              <a:rPr lang="en-US" sz="2400" dirty="0" err="1"/>
              <a:t>porttitor</a:t>
            </a:r>
            <a:r>
              <a:rPr lang="en-US" sz="2400" dirty="0"/>
              <a:t>.</a:t>
            </a:r>
          </a:p>
        </p:txBody>
      </p:sp>
      <p:sp>
        <p:nvSpPr>
          <p:cNvPr id="4" name="Text Placeholder 3">
            <a:extLst>
              <a:ext uri="{FF2B5EF4-FFF2-40B4-BE49-F238E27FC236}">
                <a16:creationId xmlns:a16="http://schemas.microsoft.com/office/drawing/2014/main" id="{16E71273-EE0B-2144-9E0B-7155C6F3F3B5}"/>
              </a:ext>
            </a:extLst>
          </p:cNvPr>
          <p:cNvSpPr>
            <a:spLocks noGrp="1"/>
          </p:cNvSpPr>
          <p:nvPr>
            <p:ph type="body" sz="quarter" idx="19"/>
          </p:nvPr>
        </p:nvSpPr>
        <p:spPr>
          <a:xfrm>
            <a:off x="9694518" y="4978678"/>
            <a:ext cx="2147712" cy="870793"/>
          </a:xfrm>
        </p:spPr>
        <p:txBody>
          <a:bodyPr>
            <a:normAutofit/>
          </a:bodyPr>
          <a:lstStyle>
            <a:lvl1pPr>
              <a:defRPr sz="1200" spc="0" baseline="0">
                <a:solidFill>
                  <a:schemeClr val="tx1"/>
                </a:solidFill>
                <a:latin typeface="+mn-lt"/>
              </a:defRPr>
            </a:lvl1pPr>
          </a:lstStyle>
          <a:p>
            <a:pPr lvl="0"/>
            <a:endParaRPr lang="en-US" dirty="0"/>
          </a:p>
        </p:txBody>
      </p:sp>
      <p:sp>
        <p:nvSpPr>
          <p:cNvPr id="6" name="Picture Placeholder 2">
            <a:extLst>
              <a:ext uri="{FF2B5EF4-FFF2-40B4-BE49-F238E27FC236}">
                <a16:creationId xmlns:a16="http://schemas.microsoft.com/office/drawing/2014/main" id="{4E70D287-8297-0A43-815D-889926D593FE}"/>
              </a:ext>
            </a:extLst>
          </p:cNvPr>
          <p:cNvSpPr>
            <a:spLocks noGrp="1"/>
          </p:cNvSpPr>
          <p:nvPr>
            <p:ph type="pic" sz="quarter" idx="23"/>
          </p:nvPr>
        </p:nvSpPr>
        <p:spPr>
          <a:xfrm>
            <a:off x="-4763" y="16137"/>
            <a:ext cx="6100763" cy="6858000"/>
          </a:xfrm>
        </p:spPr>
        <p:txBody>
          <a:bodyPr anchor="ctr">
            <a:normAutofit/>
          </a:bodyPr>
          <a:lstStyle>
            <a:lvl1pPr algn="ctr">
              <a:defRPr sz="1400">
                <a:latin typeface="Avenir Next" panose="020B0503020202020204" pitchFamily="34" charset="0"/>
              </a:defRPr>
            </a:lvl1pPr>
          </a:lstStyle>
          <a:p>
            <a:endParaRPr lang="en-US" dirty="0"/>
          </a:p>
        </p:txBody>
      </p:sp>
      <p:sp>
        <p:nvSpPr>
          <p:cNvPr id="8" name="Slide Number Placeholder 5">
            <a:extLst>
              <a:ext uri="{FF2B5EF4-FFF2-40B4-BE49-F238E27FC236}">
                <a16:creationId xmlns:a16="http://schemas.microsoft.com/office/drawing/2014/main" id="{F08D9F63-5B16-4DFE-8480-44B5458779C5}"/>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86843935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982D12-01CF-1E40-AF4F-5D4F16C64380}"/>
              </a:ext>
            </a:extLst>
          </p:cNvPr>
          <p:cNvSpPr/>
          <p:nvPr userDrawn="1"/>
        </p:nvSpPr>
        <p:spPr>
          <a:xfrm>
            <a:off x="0" y="1"/>
            <a:ext cx="1220986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 Placeholder 10">
            <a:extLst>
              <a:ext uri="{FF2B5EF4-FFF2-40B4-BE49-F238E27FC236}">
                <a16:creationId xmlns:a16="http://schemas.microsoft.com/office/drawing/2014/main" id="{060B1C8F-5EB5-824E-B759-B9CAC0972D7A}"/>
              </a:ext>
            </a:extLst>
          </p:cNvPr>
          <p:cNvSpPr>
            <a:spLocks noGrp="1"/>
          </p:cNvSpPr>
          <p:nvPr>
            <p:ph type="body" sz="quarter" idx="10" hasCustomPrompt="1"/>
          </p:nvPr>
        </p:nvSpPr>
        <p:spPr>
          <a:xfrm>
            <a:off x="172721" y="184526"/>
            <a:ext cx="2591272" cy="512763"/>
          </a:xfrm>
        </p:spPr>
        <p:txBody>
          <a:bodyPr>
            <a:normAutofit/>
          </a:bodyPr>
          <a:lstStyle>
            <a:lvl1pPr>
              <a:defRPr sz="1600" b="0" i="0">
                <a:latin typeface="+mn-lt"/>
              </a:defRPr>
            </a:lvl1pPr>
          </a:lstStyle>
          <a:p>
            <a:pPr lvl="0"/>
            <a:r>
              <a:rPr lang="en-US" dirty="0"/>
              <a:t>Q1</a:t>
            </a:r>
          </a:p>
        </p:txBody>
      </p:sp>
      <p:cxnSp>
        <p:nvCxnSpPr>
          <p:cNvPr id="7" name="Straight Connector 6">
            <a:extLst>
              <a:ext uri="{FF2B5EF4-FFF2-40B4-BE49-F238E27FC236}">
                <a16:creationId xmlns:a16="http://schemas.microsoft.com/office/drawing/2014/main" id="{7EE36FC0-CBD6-2D4F-8F57-0C66AEF3AB5A}"/>
              </a:ext>
            </a:extLst>
          </p:cNvPr>
          <p:cNvCxnSpPr>
            <a:cxnSpLocks/>
          </p:cNvCxnSpPr>
          <p:nvPr userDrawn="1"/>
        </p:nvCxnSpPr>
        <p:spPr>
          <a:xfrm>
            <a:off x="3048000" y="0"/>
            <a:ext cx="0" cy="6857999"/>
          </a:xfrm>
          <a:prstGeom prst="line">
            <a:avLst/>
          </a:prstGeom>
          <a:ln w="47625">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E4C1389-80D1-6745-9511-11BC23E7D121}"/>
              </a:ext>
            </a:extLst>
          </p:cNvPr>
          <p:cNvCxnSpPr>
            <a:cxnSpLocks/>
          </p:cNvCxnSpPr>
          <p:nvPr userDrawn="1"/>
        </p:nvCxnSpPr>
        <p:spPr>
          <a:xfrm>
            <a:off x="6096000" y="0"/>
            <a:ext cx="0" cy="6857999"/>
          </a:xfrm>
          <a:prstGeom prst="line">
            <a:avLst/>
          </a:prstGeom>
          <a:ln w="47625">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15F8996-DC6A-5C4B-A34C-F16237B3B46A}"/>
              </a:ext>
            </a:extLst>
          </p:cNvPr>
          <p:cNvCxnSpPr>
            <a:cxnSpLocks/>
          </p:cNvCxnSpPr>
          <p:nvPr userDrawn="1"/>
        </p:nvCxnSpPr>
        <p:spPr>
          <a:xfrm>
            <a:off x="9144000" y="0"/>
            <a:ext cx="0" cy="6857999"/>
          </a:xfrm>
          <a:prstGeom prst="line">
            <a:avLst/>
          </a:prstGeom>
          <a:ln w="47625">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12" name="Text Placeholder 10">
            <a:extLst>
              <a:ext uri="{FF2B5EF4-FFF2-40B4-BE49-F238E27FC236}">
                <a16:creationId xmlns:a16="http://schemas.microsoft.com/office/drawing/2014/main" id="{06CFFFF0-CA77-5E48-9FCF-9CFA6793466D}"/>
              </a:ext>
            </a:extLst>
          </p:cNvPr>
          <p:cNvSpPr>
            <a:spLocks noGrp="1"/>
          </p:cNvSpPr>
          <p:nvPr>
            <p:ph type="body" sz="quarter" idx="11" hasCustomPrompt="1"/>
          </p:nvPr>
        </p:nvSpPr>
        <p:spPr>
          <a:xfrm>
            <a:off x="3220720" y="184526"/>
            <a:ext cx="2591272" cy="512763"/>
          </a:xfrm>
        </p:spPr>
        <p:txBody>
          <a:bodyPr>
            <a:normAutofit/>
          </a:bodyPr>
          <a:lstStyle>
            <a:lvl1pPr>
              <a:defRPr sz="1600" b="0" i="0">
                <a:latin typeface="+mn-lt"/>
              </a:defRPr>
            </a:lvl1pPr>
          </a:lstStyle>
          <a:p>
            <a:pPr lvl="0"/>
            <a:r>
              <a:rPr lang="en-US" dirty="0"/>
              <a:t>Q2</a:t>
            </a:r>
          </a:p>
        </p:txBody>
      </p:sp>
      <p:sp>
        <p:nvSpPr>
          <p:cNvPr id="15" name="Text Placeholder 10">
            <a:extLst>
              <a:ext uri="{FF2B5EF4-FFF2-40B4-BE49-F238E27FC236}">
                <a16:creationId xmlns:a16="http://schemas.microsoft.com/office/drawing/2014/main" id="{F4D8243C-382F-8E4E-AA2F-F43A2D5A9FA3}"/>
              </a:ext>
            </a:extLst>
          </p:cNvPr>
          <p:cNvSpPr>
            <a:spLocks noGrp="1"/>
          </p:cNvSpPr>
          <p:nvPr>
            <p:ph type="body" sz="quarter" idx="12" hasCustomPrompt="1"/>
          </p:nvPr>
        </p:nvSpPr>
        <p:spPr>
          <a:xfrm>
            <a:off x="6268720" y="184526"/>
            <a:ext cx="2591272" cy="512763"/>
          </a:xfrm>
        </p:spPr>
        <p:txBody>
          <a:bodyPr>
            <a:normAutofit/>
          </a:bodyPr>
          <a:lstStyle>
            <a:lvl1pPr>
              <a:defRPr sz="1600" b="0" i="0">
                <a:latin typeface="+mn-lt"/>
              </a:defRPr>
            </a:lvl1pPr>
          </a:lstStyle>
          <a:p>
            <a:pPr lvl="0"/>
            <a:r>
              <a:rPr lang="en-US" dirty="0"/>
              <a:t>Q3</a:t>
            </a:r>
          </a:p>
        </p:txBody>
      </p:sp>
      <p:sp>
        <p:nvSpPr>
          <p:cNvPr id="16" name="Text Placeholder 10">
            <a:extLst>
              <a:ext uri="{FF2B5EF4-FFF2-40B4-BE49-F238E27FC236}">
                <a16:creationId xmlns:a16="http://schemas.microsoft.com/office/drawing/2014/main" id="{7058E081-59E2-D24C-BD4D-E46684ECF02C}"/>
              </a:ext>
            </a:extLst>
          </p:cNvPr>
          <p:cNvSpPr>
            <a:spLocks noGrp="1"/>
          </p:cNvSpPr>
          <p:nvPr>
            <p:ph type="body" sz="quarter" idx="13" hasCustomPrompt="1"/>
          </p:nvPr>
        </p:nvSpPr>
        <p:spPr>
          <a:xfrm>
            <a:off x="9316720" y="184526"/>
            <a:ext cx="2591272" cy="512763"/>
          </a:xfrm>
        </p:spPr>
        <p:txBody>
          <a:bodyPr>
            <a:normAutofit/>
          </a:bodyPr>
          <a:lstStyle>
            <a:lvl1pPr>
              <a:defRPr sz="1600" b="0" i="0">
                <a:latin typeface="+mn-lt"/>
              </a:defRPr>
            </a:lvl1pPr>
          </a:lstStyle>
          <a:p>
            <a:pPr lvl="0"/>
            <a:r>
              <a:rPr lang="en-US" dirty="0"/>
              <a:t>Q4</a:t>
            </a:r>
          </a:p>
        </p:txBody>
      </p:sp>
      <p:pic>
        <p:nvPicPr>
          <p:cNvPr id="3" name="Graphic 2">
            <a:extLst>
              <a:ext uri="{FF2B5EF4-FFF2-40B4-BE49-F238E27FC236}">
                <a16:creationId xmlns:a16="http://schemas.microsoft.com/office/drawing/2014/main" id="{25BA979E-F36A-FC75-7EEB-FAB7290027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4" name="Slide Number Placeholder 5">
            <a:extLst>
              <a:ext uri="{FF2B5EF4-FFF2-40B4-BE49-F238E27FC236}">
                <a16:creationId xmlns:a16="http://schemas.microsoft.com/office/drawing/2014/main" id="{910CC883-F70F-41BC-ADED-00CA34E99323}"/>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1048689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Growth Dashboar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8076B9-F406-639C-FFA2-B2661C2CF14A}"/>
              </a:ext>
            </a:extLst>
          </p:cNvPr>
          <p:cNvSpPr/>
          <p:nvPr userDrawn="1"/>
        </p:nvSpPr>
        <p:spPr>
          <a:xfrm>
            <a:off x="0" y="1018101"/>
            <a:ext cx="12192000" cy="58398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Rounded Rectangle 18">
            <a:extLst>
              <a:ext uri="{FF2B5EF4-FFF2-40B4-BE49-F238E27FC236}">
                <a16:creationId xmlns:a16="http://schemas.microsoft.com/office/drawing/2014/main" id="{E26CF890-67F9-6A12-B9E5-5873E7F510F7}"/>
              </a:ext>
            </a:extLst>
          </p:cNvPr>
          <p:cNvSpPr/>
          <p:nvPr userDrawn="1"/>
        </p:nvSpPr>
        <p:spPr>
          <a:xfrm>
            <a:off x="9185401" y="4065939"/>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20" name="Rounded Rectangle 19">
            <a:extLst>
              <a:ext uri="{FF2B5EF4-FFF2-40B4-BE49-F238E27FC236}">
                <a16:creationId xmlns:a16="http://schemas.microsoft.com/office/drawing/2014/main" id="{FB938C14-38C7-7CE8-AF81-6DCCFE57F063}"/>
              </a:ext>
            </a:extLst>
          </p:cNvPr>
          <p:cNvSpPr/>
          <p:nvPr userDrawn="1"/>
        </p:nvSpPr>
        <p:spPr>
          <a:xfrm>
            <a:off x="6273100" y="4065939"/>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22" name="Rounded Rectangle 21">
            <a:extLst>
              <a:ext uri="{FF2B5EF4-FFF2-40B4-BE49-F238E27FC236}">
                <a16:creationId xmlns:a16="http://schemas.microsoft.com/office/drawing/2014/main" id="{5BB9B993-E3CE-DBCB-8632-1DEE330C3B01}"/>
              </a:ext>
            </a:extLst>
          </p:cNvPr>
          <p:cNvSpPr/>
          <p:nvPr userDrawn="1"/>
        </p:nvSpPr>
        <p:spPr>
          <a:xfrm>
            <a:off x="3129066" y="4065939"/>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23" name="Rounded Rectangle 22">
            <a:extLst>
              <a:ext uri="{FF2B5EF4-FFF2-40B4-BE49-F238E27FC236}">
                <a16:creationId xmlns:a16="http://schemas.microsoft.com/office/drawing/2014/main" id="{37CE09CB-0B77-1106-ACF1-B300E7171A1C}"/>
              </a:ext>
            </a:extLst>
          </p:cNvPr>
          <p:cNvSpPr/>
          <p:nvPr userDrawn="1"/>
        </p:nvSpPr>
        <p:spPr>
          <a:xfrm>
            <a:off x="216765" y="4065939"/>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17" name="Rounded Rectangle 16">
            <a:extLst>
              <a:ext uri="{FF2B5EF4-FFF2-40B4-BE49-F238E27FC236}">
                <a16:creationId xmlns:a16="http://schemas.microsoft.com/office/drawing/2014/main" id="{EB264000-4729-65F9-F313-C4DD90F50BCA}"/>
              </a:ext>
            </a:extLst>
          </p:cNvPr>
          <p:cNvSpPr/>
          <p:nvPr userDrawn="1"/>
        </p:nvSpPr>
        <p:spPr>
          <a:xfrm>
            <a:off x="9185401" y="1390592"/>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18" name="Rounded Rectangle 17">
            <a:extLst>
              <a:ext uri="{FF2B5EF4-FFF2-40B4-BE49-F238E27FC236}">
                <a16:creationId xmlns:a16="http://schemas.microsoft.com/office/drawing/2014/main" id="{09EAAA67-1D52-76BE-0F17-21BB8F17BE25}"/>
              </a:ext>
            </a:extLst>
          </p:cNvPr>
          <p:cNvSpPr/>
          <p:nvPr userDrawn="1"/>
        </p:nvSpPr>
        <p:spPr>
          <a:xfrm>
            <a:off x="6273100" y="1390592"/>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16" name="Rounded Rectangle 15">
            <a:extLst>
              <a:ext uri="{FF2B5EF4-FFF2-40B4-BE49-F238E27FC236}">
                <a16:creationId xmlns:a16="http://schemas.microsoft.com/office/drawing/2014/main" id="{A6A43C50-F445-0506-B5FC-278283FFA051}"/>
              </a:ext>
            </a:extLst>
          </p:cNvPr>
          <p:cNvSpPr/>
          <p:nvPr userDrawn="1"/>
        </p:nvSpPr>
        <p:spPr>
          <a:xfrm>
            <a:off x="3129066" y="1390592"/>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9" name="Text Placeholder 8"/>
          <p:cNvSpPr>
            <a:spLocks noGrp="1"/>
          </p:cNvSpPr>
          <p:nvPr>
            <p:ph type="body" sz="quarter" idx="13"/>
          </p:nvPr>
        </p:nvSpPr>
        <p:spPr>
          <a:xfrm>
            <a:off x="395000" y="286911"/>
            <a:ext cx="5335305" cy="216010"/>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C76D422-6A8E-8F4E-870E-AE1452E6C4D9}"/>
              </a:ext>
            </a:extLst>
          </p:cNvPr>
          <p:cNvSpPr>
            <a:spLocks noGrp="1"/>
          </p:cNvSpPr>
          <p:nvPr>
            <p:ph type="title"/>
          </p:nvPr>
        </p:nvSpPr>
        <p:spPr>
          <a:xfrm>
            <a:off x="374904" y="502920"/>
            <a:ext cx="5335305" cy="51518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28" name="Text Placeholder 26">
            <a:extLst>
              <a:ext uri="{FF2B5EF4-FFF2-40B4-BE49-F238E27FC236}">
                <a16:creationId xmlns:a16="http://schemas.microsoft.com/office/drawing/2014/main" id="{56044D02-2C1C-EEF3-D9B5-77B3708B6615}"/>
              </a:ext>
            </a:extLst>
          </p:cNvPr>
          <p:cNvSpPr>
            <a:spLocks noGrp="1"/>
          </p:cNvSpPr>
          <p:nvPr>
            <p:ph type="body" sz="quarter" idx="19" hasCustomPrompt="1"/>
          </p:nvPr>
        </p:nvSpPr>
        <p:spPr>
          <a:xfrm>
            <a:off x="6273100" y="3802919"/>
            <a:ext cx="3055937" cy="296863"/>
          </a:xfrm>
        </p:spPr>
        <p:txBody>
          <a:bodyPr lIns="0">
            <a:noAutofit/>
          </a:bodyPr>
          <a:lstStyle>
            <a:lvl1pPr marL="0" indent="0" algn="l" defTabSz="914400" rtl="0" eaLnBrk="1" latinLnBrk="0" hangingPunct="1">
              <a:lnSpc>
                <a:spcPct val="100000"/>
              </a:lnSpc>
              <a:spcBef>
                <a:spcPts val="1000"/>
              </a:spcBef>
              <a:buFont typeface="Arial"/>
              <a:buNone/>
              <a:defRPr lang="en-US" sz="1100" b="1" i="0" kern="1200" spc="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Title</a:t>
            </a:r>
          </a:p>
        </p:txBody>
      </p:sp>
      <p:sp>
        <p:nvSpPr>
          <p:cNvPr id="29" name="Text Placeholder 26">
            <a:extLst>
              <a:ext uri="{FF2B5EF4-FFF2-40B4-BE49-F238E27FC236}">
                <a16:creationId xmlns:a16="http://schemas.microsoft.com/office/drawing/2014/main" id="{F0103EFC-3788-3FDE-F69E-FADD888BE7EE}"/>
              </a:ext>
            </a:extLst>
          </p:cNvPr>
          <p:cNvSpPr>
            <a:spLocks noGrp="1"/>
          </p:cNvSpPr>
          <p:nvPr>
            <p:ph type="body" sz="quarter" idx="20" hasCustomPrompt="1"/>
          </p:nvPr>
        </p:nvSpPr>
        <p:spPr>
          <a:xfrm>
            <a:off x="216765" y="3802919"/>
            <a:ext cx="3055937" cy="296863"/>
          </a:xfrm>
        </p:spPr>
        <p:txBody>
          <a:bodyPr lIns="0">
            <a:noAutofit/>
          </a:bodyPr>
          <a:lstStyle>
            <a:lvl1pPr marL="0" indent="0" algn="l" defTabSz="914400" rtl="0" eaLnBrk="1" latinLnBrk="0" hangingPunct="1">
              <a:lnSpc>
                <a:spcPct val="100000"/>
              </a:lnSpc>
              <a:spcBef>
                <a:spcPts val="1000"/>
              </a:spcBef>
              <a:buFont typeface="Arial"/>
              <a:buNone/>
              <a:defRPr lang="en-US" sz="1100" b="1" i="0" kern="1200" spc="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Title</a:t>
            </a:r>
          </a:p>
        </p:txBody>
      </p:sp>
      <p:sp>
        <p:nvSpPr>
          <p:cNvPr id="30" name="Text Placeholder 26">
            <a:extLst>
              <a:ext uri="{FF2B5EF4-FFF2-40B4-BE49-F238E27FC236}">
                <a16:creationId xmlns:a16="http://schemas.microsoft.com/office/drawing/2014/main" id="{569E2265-4C03-2162-AD23-754BFCCC3C78}"/>
              </a:ext>
            </a:extLst>
          </p:cNvPr>
          <p:cNvSpPr>
            <a:spLocks noGrp="1"/>
          </p:cNvSpPr>
          <p:nvPr>
            <p:ph type="body" sz="quarter" idx="21" hasCustomPrompt="1"/>
          </p:nvPr>
        </p:nvSpPr>
        <p:spPr>
          <a:xfrm>
            <a:off x="6273100" y="1117779"/>
            <a:ext cx="3055937" cy="296863"/>
          </a:xfrm>
        </p:spPr>
        <p:txBody>
          <a:bodyPr lIns="0">
            <a:noAutofit/>
          </a:bodyPr>
          <a:lstStyle>
            <a:lvl1pPr marL="0" indent="0" algn="l" defTabSz="914400" rtl="0" eaLnBrk="1" latinLnBrk="0" hangingPunct="1">
              <a:lnSpc>
                <a:spcPct val="100000"/>
              </a:lnSpc>
              <a:spcBef>
                <a:spcPts val="1000"/>
              </a:spcBef>
              <a:buFont typeface="Arial"/>
              <a:buNone/>
              <a:defRPr lang="en-US" sz="1100" b="1" i="0" kern="1200" spc="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Title</a:t>
            </a:r>
          </a:p>
        </p:txBody>
      </p:sp>
      <p:sp>
        <p:nvSpPr>
          <p:cNvPr id="4" name="Rounded Rectangle 3">
            <a:extLst>
              <a:ext uri="{FF2B5EF4-FFF2-40B4-BE49-F238E27FC236}">
                <a16:creationId xmlns:a16="http://schemas.microsoft.com/office/drawing/2014/main" id="{C84BAF14-937F-B340-9137-3E0008AA2384}"/>
              </a:ext>
            </a:extLst>
          </p:cNvPr>
          <p:cNvSpPr/>
          <p:nvPr userDrawn="1"/>
        </p:nvSpPr>
        <p:spPr>
          <a:xfrm>
            <a:off x="216765" y="1390592"/>
            <a:ext cx="2798757" cy="2281646"/>
          </a:xfrm>
          <a:prstGeom prst="roundRect">
            <a:avLst>
              <a:gd name="adj" fmla="val 6170"/>
            </a:avLst>
          </a:prstGeom>
          <a:solidFill>
            <a:schemeClr val="bg1"/>
          </a:solidFill>
          <a:ln w="28575">
            <a:noFill/>
            <a:miter lim="800000"/>
          </a:ln>
          <a:effectLst>
            <a:outerShdw blurRad="166588" sx="102000" sy="102000" algn="ctr" rotWithShape="0">
              <a:prstClr val="black">
                <a:alpha val="10000"/>
              </a:prstClr>
            </a:outerShdw>
          </a:effectLst>
        </p:spPr>
        <p:txBody>
          <a:bodyPr vert="horz" lIns="182880" tIns="45720" rIns="91440" bIns="45720" rtlCol="0" anchor="ctr">
            <a:noAutofit/>
          </a:bodyPr>
          <a:lstStyle/>
          <a:p>
            <a:pPr lvl="0" indent="0">
              <a:lnSpc>
                <a:spcPct val="100000"/>
              </a:lnSpc>
              <a:spcBef>
                <a:spcPts val="1000"/>
              </a:spcBef>
              <a:buFont typeface="Arial"/>
              <a:buNone/>
            </a:pPr>
            <a:endParaRPr lang="en-US" sz="1900" b="0" i="0" spc="0" baseline="0">
              <a:solidFill>
                <a:schemeClr val="tx1"/>
              </a:solidFill>
            </a:endParaRPr>
          </a:p>
        </p:txBody>
      </p:sp>
      <p:sp>
        <p:nvSpPr>
          <p:cNvPr id="27" name="Text Placeholder 26">
            <a:extLst>
              <a:ext uri="{FF2B5EF4-FFF2-40B4-BE49-F238E27FC236}">
                <a16:creationId xmlns:a16="http://schemas.microsoft.com/office/drawing/2014/main" id="{285AB3CB-2E9D-2324-CB5C-162182F50CBD}"/>
              </a:ext>
            </a:extLst>
          </p:cNvPr>
          <p:cNvSpPr>
            <a:spLocks noGrp="1"/>
          </p:cNvSpPr>
          <p:nvPr>
            <p:ph type="body" sz="quarter" idx="18" hasCustomPrompt="1"/>
          </p:nvPr>
        </p:nvSpPr>
        <p:spPr>
          <a:xfrm>
            <a:off x="216765" y="1117779"/>
            <a:ext cx="3055937" cy="296863"/>
          </a:xfrm>
        </p:spPr>
        <p:txBody>
          <a:bodyPr lIns="0">
            <a:noAutofit/>
          </a:bodyPr>
          <a:lstStyle>
            <a:lvl1pPr marL="0" indent="0" algn="l" defTabSz="914400" rtl="0" eaLnBrk="1" latinLnBrk="0" hangingPunct="1">
              <a:lnSpc>
                <a:spcPct val="100000"/>
              </a:lnSpc>
              <a:spcBef>
                <a:spcPts val="1000"/>
              </a:spcBef>
              <a:buFont typeface="Arial"/>
              <a:buNone/>
              <a:defRPr lang="en-US" sz="1100" b="1" i="0" kern="1200" spc="0" baseline="0" dirty="0">
                <a:solidFill>
                  <a:schemeClr val="accent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r>
              <a:rPr lang="en-US" dirty="0"/>
              <a:t>Title</a:t>
            </a:r>
          </a:p>
        </p:txBody>
      </p:sp>
      <p:sp>
        <p:nvSpPr>
          <p:cNvPr id="24" name="Slide Number Placeholder 5">
            <a:extLst>
              <a:ext uri="{FF2B5EF4-FFF2-40B4-BE49-F238E27FC236}">
                <a16:creationId xmlns:a16="http://schemas.microsoft.com/office/drawing/2014/main" id="{B1F9E10A-FCA2-4E16-BC4F-17EA0743ADC8}"/>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06810381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Headline Blank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4904" y="502920"/>
            <a:ext cx="7702296" cy="1027176"/>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1"/>
            <a:ext cx="3902295"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7" name="Slide Number Placeholder 5">
            <a:extLst>
              <a:ext uri="{FF2B5EF4-FFF2-40B4-BE49-F238E27FC236}">
                <a16:creationId xmlns:a16="http://schemas.microsoft.com/office/drawing/2014/main" id="{8A4F1109-32A4-4CB3-BC7D-F5155E0D3F98}"/>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284574779"/>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plit Large Statement+Chart">
    <p:bg>
      <p:bgPr>
        <a:solidFill>
          <a:schemeClr val="bg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1BC8692-8530-6C41-A74C-9413073A1A53}"/>
              </a:ext>
            </a:extLst>
          </p:cNvPr>
          <p:cNvSpPr>
            <a:spLocks noGrp="1"/>
          </p:cNvSpPr>
          <p:nvPr>
            <p:ph sz="quarter" idx="18"/>
          </p:nvPr>
        </p:nvSpPr>
        <p:spPr>
          <a:xfrm>
            <a:off x="6096000" y="0"/>
            <a:ext cx="6096000" cy="6858000"/>
          </a:xfrm>
        </p:spPr>
        <p:txBody>
          <a:bodyPr>
            <a:normAutofit/>
          </a:bodyPr>
          <a:lstStyle>
            <a:lvl1pPr>
              <a:defRPr sz="1100">
                <a:latin typeface="Avenir Next" panose="020B0503020202020204" pitchFamily="34" charset="0"/>
              </a:defRPr>
            </a:lvl1pPr>
          </a:lstStyle>
          <a:p>
            <a:pPr lvl="0"/>
            <a:endParaRPr lang="en-US" dirty="0"/>
          </a:p>
        </p:txBody>
      </p:sp>
      <p:sp>
        <p:nvSpPr>
          <p:cNvPr id="39" name="Text Placeholder 38">
            <a:extLst>
              <a:ext uri="{FF2B5EF4-FFF2-40B4-BE49-F238E27FC236}">
                <a16:creationId xmlns:a16="http://schemas.microsoft.com/office/drawing/2014/main" id="{94783C15-2AFC-1A4E-8534-03C6C64BAA5B}"/>
              </a:ext>
            </a:extLst>
          </p:cNvPr>
          <p:cNvSpPr>
            <a:spLocks noGrp="1"/>
          </p:cNvSpPr>
          <p:nvPr>
            <p:ph type="body" sz="quarter" idx="16"/>
          </p:nvPr>
        </p:nvSpPr>
        <p:spPr>
          <a:xfrm>
            <a:off x="457200" y="1600017"/>
            <a:ext cx="5125384" cy="3657966"/>
          </a:xfrm>
        </p:spPr>
        <p:txBody>
          <a:bodyPr lIns="0" anchor="ctr">
            <a:noAutofit/>
          </a:bodyPr>
          <a:lstStyle>
            <a:lvl1pPr>
              <a:lnSpc>
                <a:spcPct val="110000"/>
              </a:lnSpc>
              <a:defRPr sz="4000" b="0" i="0" spc="0">
                <a:solidFill>
                  <a:schemeClr val="tx1"/>
                </a:solidFill>
                <a:latin typeface="+mn-lt"/>
              </a:defRPr>
            </a:lvl1pPr>
          </a:lstStyle>
          <a:p>
            <a:pPr lvl="0"/>
            <a:r>
              <a:rPr lang="en-US" dirty="0"/>
              <a:t>Click to edit Master text styles</a:t>
            </a:r>
          </a:p>
        </p:txBody>
      </p:sp>
      <p:sp>
        <p:nvSpPr>
          <p:cNvPr id="6" name="Text Placeholder 8">
            <a:extLst>
              <a:ext uri="{FF2B5EF4-FFF2-40B4-BE49-F238E27FC236}">
                <a16:creationId xmlns:a16="http://schemas.microsoft.com/office/drawing/2014/main" id="{827C738C-34D6-6C56-DB42-51E39A78E28D}"/>
              </a:ext>
            </a:extLst>
          </p:cNvPr>
          <p:cNvSpPr>
            <a:spLocks noGrp="1"/>
          </p:cNvSpPr>
          <p:nvPr>
            <p:ph type="body" sz="quarter" idx="13"/>
          </p:nvPr>
        </p:nvSpPr>
        <p:spPr>
          <a:xfrm>
            <a:off x="395000" y="286910"/>
            <a:ext cx="4988948" cy="198803"/>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9" name="Slide Number Placeholder 5">
            <a:extLst>
              <a:ext uri="{FF2B5EF4-FFF2-40B4-BE49-F238E27FC236}">
                <a16:creationId xmlns:a16="http://schemas.microsoft.com/office/drawing/2014/main" id="{12A18F4E-F861-48E5-8FE3-A52C27424C8E}"/>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27486505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Header_Lower Gre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8419347-04F6-AB49-B67B-A9DC747E6131}"/>
              </a:ext>
            </a:extLst>
          </p:cNvPr>
          <p:cNvSpPr/>
          <p:nvPr userDrawn="1"/>
        </p:nvSpPr>
        <p:spPr>
          <a:xfrm>
            <a:off x="0" y="1816962"/>
            <a:ext cx="12192000" cy="50410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4999" y="286911"/>
            <a:ext cx="5563983"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262529"/>
            <a:ext cx="8631395" cy="685801"/>
          </a:xfrm>
        </p:spPr>
        <p:txBody>
          <a:bodyPr lIns="0">
            <a:noAutofit/>
          </a:bodyPr>
          <a:lstStyle>
            <a:lvl1pPr marL="0" indent="0" algn="l" defTabSz="914400" rtl="0" eaLnBrk="1" latinLnBrk="0" hangingPunct="1">
              <a:lnSpc>
                <a:spcPct val="100000"/>
              </a:lnSpc>
              <a:spcBef>
                <a:spcPts val="1000"/>
              </a:spcBef>
              <a:buFont typeface="Arial"/>
              <a:buNone/>
              <a:defRPr lang="en-US" sz="1600" b="0" i="0" kern="1200" spc="40" baseline="0" dirty="0">
                <a:solidFill>
                  <a:schemeClr val="tx1"/>
                </a:solidFill>
                <a:latin typeface="Avenir Next Medium" panose="020B0503020202020204" pitchFamily="34" charset="0"/>
                <a:ea typeface="Avenir Next Medium" panose="020B0503020202020204" pitchFamily="34" charset="0"/>
                <a:cs typeface="Avenir Next Medium" panose="020B0503020202020204" pitchFamily="34" charset="0"/>
              </a:defRPr>
            </a:lvl1pPr>
          </a:lstStyle>
          <a:p>
            <a:pPr lvl="0"/>
            <a:r>
              <a:rPr lang="en-US" dirty="0"/>
              <a:t>Click to edit Master text styles</a:t>
            </a:r>
          </a:p>
        </p:txBody>
      </p:sp>
      <p:sp>
        <p:nvSpPr>
          <p:cNvPr id="10" name="Slide Number Placeholder 5">
            <a:extLst>
              <a:ext uri="{FF2B5EF4-FFF2-40B4-BE49-F238E27FC236}">
                <a16:creationId xmlns:a16="http://schemas.microsoft.com/office/drawing/2014/main" id="{A3E4E513-FD95-42A2-AC86-D68C64F995C5}"/>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57357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Header_Lower Gre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147F499-4EE5-0CFD-FF7D-4ABA95CFE9C3}"/>
              </a:ext>
            </a:extLst>
          </p:cNvPr>
          <p:cNvGrpSpPr/>
          <p:nvPr userDrawn="1"/>
        </p:nvGrpSpPr>
        <p:grpSpPr>
          <a:xfrm>
            <a:off x="198108" y="1764911"/>
            <a:ext cx="11795784" cy="4345790"/>
            <a:chOff x="324572" y="2019554"/>
            <a:chExt cx="11646576" cy="4345790"/>
          </a:xfrm>
        </p:grpSpPr>
        <p:sp>
          <p:nvSpPr>
            <p:cNvPr id="4" name="Rounded Rectangle 3">
              <a:extLst>
                <a:ext uri="{FF2B5EF4-FFF2-40B4-BE49-F238E27FC236}">
                  <a16:creationId xmlns:a16="http://schemas.microsoft.com/office/drawing/2014/main" id="{F5D044CB-FB19-8000-B8BC-1946A91FD19A}"/>
                </a:ext>
              </a:extLst>
            </p:cNvPr>
            <p:cNvSpPr/>
            <p:nvPr/>
          </p:nvSpPr>
          <p:spPr>
            <a:xfrm>
              <a:off x="8184653" y="2019554"/>
              <a:ext cx="3786495" cy="434579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ounded Rectangle 5">
              <a:extLst>
                <a:ext uri="{FF2B5EF4-FFF2-40B4-BE49-F238E27FC236}">
                  <a16:creationId xmlns:a16="http://schemas.microsoft.com/office/drawing/2014/main" id="{1EBACCD0-EFB9-2DB0-E96F-8A2407C7C1FA}"/>
                </a:ext>
              </a:extLst>
            </p:cNvPr>
            <p:cNvSpPr/>
            <p:nvPr/>
          </p:nvSpPr>
          <p:spPr>
            <a:xfrm>
              <a:off x="4254612" y="2019554"/>
              <a:ext cx="3786495" cy="434579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ounded Rectangle 7">
              <a:extLst>
                <a:ext uri="{FF2B5EF4-FFF2-40B4-BE49-F238E27FC236}">
                  <a16:creationId xmlns:a16="http://schemas.microsoft.com/office/drawing/2014/main" id="{60ED96D8-CCD9-EFF9-300A-FF38A86856A5}"/>
                </a:ext>
              </a:extLst>
            </p:cNvPr>
            <p:cNvSpPr/>
            <p:nvPr/>
          </p:nvSpPr>
          <p:spPr>
            <a:xfrm>
              <a:off x="324572" y="2019554"/>
              <a:ext cx="3786495" cy="434579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4999" y="286911"/>
            <a:ext cx="5563983"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copy</a:t>
            </a:r>
          </a:p>
        </p:txBody>
      </p:sp>
      <p:sp>
        <p:nvSpPr>
          <p:cNvPr id="11" name="Text Placeholder 38">
            <a:extLst>
              <a:ext uri="{FF2B5EF4-FFF2-40B4-BE49-F238E27FC236}">
                <a16:creationId xmlns:a16="http://schemas.microsoft.com/office/drawing/2014/main" id="{253F0560-6C05-1843-8231-437C90F63C80}"/>
              </a:ext>
            </a:extLst>
          </p:cNvPr>
          <p:cNvSpPr>
            <a:spLocks noGrp="1"/>
          </p:cNvSpPr>
          <p:nvPr>
            <p:ph type="body" sz="quarter" idx="16"/>
          </p:nvPr>
        </p:nvSpPr>
        <p:spPr>
          <a:xfrm>
            <a:off x="374904" y="1262529"/>
            <a:ext cx="8631395" cy="685801"/>
          </a:xfrm>
        </p:spPr>
        <p:txBody>
          <a:bodyPr lIns="0">
            <a:noAutofit/>
          </a:bodyPr>
          <a:lstStyle>
            <a:lvl1pPr marL="0" indent="0" algn="l" defTabSz="914400" rtl="0" eaLnBrk="1" latinLnBrk="0" hangingPunct="1">
              <a:lnSpc>
                <a:spcPct val="100000"/>
              </a:lnSpc>
              <a:spcBef>
                <a:spcPts val="1000"/>
              </a:spcBef>
              <a:buFont typeface="Arial"/>
              <a:buNone/>
              <a:defRPr lang="en-US" sz="1600" b="0" i="0" kern="1200" spc="40" baseline="0" dirty="0">
                <a:solidFill>
                  <a:schemeClr val="tx1"/>
                </a:solidFill>
                <a:latin typeface="Avenir Next Medium" panose="020B0503020202020204" pitchFamily="34" charset="0"/>
                <a:ea typeface="Avenir Next Medium" panose="020B0503020202020204" pitchFamily="34" charset="0"/>
                <a:cs typeface="Avenir Next Medium" panose="020B0503020202020204" pitchFamily="34" charset="0"/>
              </a:defRPr>
            </a:lvl1pPr>
          </a:lstStyle>
          <a:p>
            <a:pPr lvl="0"/>
            <a:r>
              <a:rPr lang="en-US" dirty="0"/>
              <a:t>Click to edit Master text styles</a:t>
            </a:r>
          </a:p>
        </p:txBody>
      </p:sp>
      <p:sp>
        <p:nvSpPr>
          <p:cNvPr id="13" name="Slide Number Placeholder 5">
            <a:extLst>
              <a:ext uri="{FF2B5EF4-FFF2-40B4-BE49-F238E27FC236}">
                <a16:creationId xmlns:a16="http://schemas.microsoft.com/office/drawing/2014/main" id="{F43CD9AB-D99B-4414-ADA9-C89392034CFF}"/>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4245309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4 box">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2A28D3E-1412-08DD-3938-0FEF452C5438}"/>
              </a:ext>
            </a:extLst>
          </p:cNvPr>
          <p:cNvSpPr/>
          <p:nvPr userDrawn="1"/>
        </p:nvSpPr>
        <p:spPr>
          <a:xfrm>
            <a:off x="374903" y="953146"/>
            <a:ext cx="5652715" cy="2631363"/>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ounded Rectangle 2">
            <a:extLst>
              <a:ext uri="{FF2B5EF4-FFF2-40B4-BE49-F238E27FC236}">
                <a16:creationId xmlns:a16="http://schemas.microsoft.com/office/drawing/2014/main" id="{A9DD5670-6072-B659-E621-7F1F25900F07}"/>
              </a:ext>
            </a:extLst>
          </p:cNvPr>
          <p:cNvSpPr/>
          <p:nvPr userDrawn="1"/>
        </p:nvSpPr>
        <p:spPr>
          <a:xfrm>
            <a:off x="6189515" y="953146"/>
            <a:ext cx="5652715" cy="2631363"/>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4" name="Group 13">
            <a:extLst>
              <a:ext uri="{FF2B5EF4-FFF2-40B4-BE49-F238E27FC236}">
                <a16:creationId xmlns:a16="http://schemas.microsoft.com/office/drawing/2014/main" id="{77713A6D-88B2-0351-214A-8C4F80AD9A42}"/>
              </a:ext>
            </a:extLst>
          </p:cNvPr>
          <p:cNvGrpSpPr/>
          <p:nvPr userDrawn="1"/>
        </p:nvGrpSpPr>
        <p:grpSpPr>
          <a:xfrm>
            <a:off x="374903" y="3705779"/>
            <a:ext cx="11467327" cy="2631363"/>
            <a:chOff x="374903" y="3746919"/>
            <a:chExt cx="11467327" cy="2631363"/>
          </a:xfrm>
        </p:grpSpPr>
        <p:sp>
          <p:nvSpPr>
            <p:cNvPr id="6" name="Rounded Rectangle 5">
              <a:extLst>
                <a:ext uri="{FF2B5EF4-FFF2-40B4-BE49-F238E27FC236}">
                  <a16:creationId xmlns:a16="http://schemas.microsoft.com/office/drawing/2014/main" id="{3C889377-A7C2-27E4-5C4C-4776B8F5E1F6}"/>
                </a:ext>
              </a:extLst>
            </p:cNvPr>
            <p:cNvSpPr/>
            <p:nvPr userDrawn="1"/>
          </p:nvSpPr>
          <p:spPr>
            <a:xfrm>
              <a:off x="374903" y="3746919"/>
              <a:ext cx="5652715" cy="2631363"/>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ounded Rectangle 7">
              <a:extLst>
                <a:ext uri="{FF2B5EF4-FFF2-40B4-BE49-F238E27FC236}">
                  <a16:creationId xmlns:a16="http://schemas.microsoft.com/office/drawing/2014/main" id="{9E60179F-07EF-65EB-AD66-04A32992BD46}"/>
                </a:ext>
              </a:extLst>
            </p:cNvPr>
            <p:cNvSpPr/>
            <p:nvPr userDrawn="1"/>
          </p:nvSpPr>
          <p:spPr>
            <a:xfrm>
              <a:off x="6189515" y="3746919"/>
              <a:ext cx="5652715" cy="2631363"/>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1" name="Text Placeholder 38">
            <a:extLst>
              <a:ext uri="{FF2B5EF4-FFF2-40B4-BE49-F238E27FC236}">
                <a16:creationId xmlns:a16="http://schemas.microsoft.com/office/drawing/2014/main" id="{F56478C8-9316-DE4B-908D-522ED1483444}"/>
              </a:ext>
            </a:extLst>
          </p:cNvPr>
          <p:cNvSpPr>
            <a:spLocks noGrp="1"/>
          </p:cNvSpPr>
          <p:nvPr>
            <p:ph type="body" sz="quarter" idx="16"/>
          </p:nvPr>
        </p:nvSpPr>
        <p:spPr>
          <a:xfrm>
            <a:off x="374904" y="502920"/>
            <a:ext cx="5418988" cy="68580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 name="Text Placeholder 8">
            <a:extLst>
              <a:ext uri="{FF2B5EF4-FFF2-40B4-BE49-F238E27FC236}">
                <a16:creationId xmlns:a16="http://schemas.microsoft.com/office/drawing/2014/main" id="{643255B7-3A2E-7778-3296-861D17C8F6DD}"/>
              </a:ext>
            </a:extLst>
          </p:cNvPr>
          <p:cNvSpPr>
            <a:spLocks noGrp="1"/>
          </p:cNvSpPr>
          <p:nvPr>
            <p:ph type="body" sz="quarter" idx="17"/>
          </p:nvPr>
        </p:nvSpPr>
        <p:spPr>
          <a:xfrm>
            <a:off x="395000" y="286911"/>
            <a:ext cx="4986298"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3" name="Slide Number Placeholder 5">
            <a:extLst>
              <a:ext uri="{FF2B5EF4-FFF2-40B4-BE49-F238E27FC236}">
                <a16:creationId xmlns:a16="http://schemas.microsoft.com/office/drawing/2014/main" id="{FF41DFE5-B5E8-431D-9AEA-691DEA22DED6}"/>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767163545"/>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0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6 box">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0EE2342-3C75-8745-5400-73A5164F9524}"/>
              </a:ext>
            </a:extLst>
          </p:cNvPr>
          <p:cNvGrpSpPr/>
          <p:nvPr userDrawn="1"/>
        </p:nvGrpSpPr>
        <p:grpSpPr>
          <a:xfrm>
            <a:off x="349769" y="956586"/>
            <a:ext cx="11492461" cy="5380556"/>
            <a:chOff x="374904" y="985520"/>
            <a:chExt cx="11592776" cy="5417453"/>
          </a:xfrm>
        </p:grpSpPr>
        <p:sp>
          <p:nvSpPr>
            <p:cNvPr id="10" name="Rounded Rectangle 9">
              <a:extLst>
                <a:ext uri="{FF2B5EF4-FFF2-40B4-BE49-F238E27FC236}">
                  <a16:creationId xmlns:a16="http://schemas.microsoft.com/office/drawing/2014/main" id="{3B8AF0C1-8696-88DB-DFCF-9D8C34498C07}"/>
                </a:ext>
              </a:extLst>
            </p:cNvPr>
            <p:cNvSpPr/>
            <p:nvPr/>
          </p:nvSpPr>
          <p:spPr>
            <a:xfrm>
              <a:off x="4296772" y="985520"/>
              <a:ext cx="3749040"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ounded Rectangle 12">
              <a:extLst>
                <a:ext uri="{FF2B5EF4-FFF2-40B4-BE49-F238E27FC236}">
                  <a16:creationId xmlns:a16="http://schemas.microsoft.com/office/drawing/2014/main" id="{4C5D99E7-0806-B6C9-F2E9-A016F32E3DC3}"/>
                </a:ext>
              </a:extLst>
            </p:cNvPr>
            <p:cNvSpPr/>
            <p:nvPr/>
          </p:nvSpPr>
          <p:spPr>
            <a:xfrm>
              <a:off x="8218640" y="985520"/>
              <a:ext cx="3749040"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ounded Rectangle 13">
              <a:extLst>
                <a:ext uri="{FF2B5EF4-FFF2-40B4-BE49-F238E27FC236}">
                  <a16:creationId xmlns:a16="http://schemas.microsoft.com/office/drawing/2014/main" id="{F1BCAB98-BF6A-94B0-E895-A2FDA97AFC9F}"/>
                </a:ext>
              </a:extLst>
            </p:cNvPr>
            <p:cNvSpPr/>
            <p:nvPr/>
          </p:nvSpPr>
          <p:spPr>
            <a:xfrm>
              <a:off x="4296772" y="3768736"/>
              <a:ext cx="3749040"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ounded Rectangle 15">
              <a:extLst>
                <a:ext uri="{FF2B5EF4-FFF2-40B4-BE49-F238E27FC236}">
                  <a16:creationId xmlns:a16="http://schemas.microsoft.com/office/drawing/2014/main" id="{FB023B6F-7E57-9C91-8814-615426611DD5}"/>
                </a:ext>
              </a:extLst>
            </p:cNvPr>
            <p:cNvSpPr/>
            <p:nvPr/>
          </p:nvSpPr>
          <p:spPr>
            <a:xfrm>
              <a:off x="8218640" y="3768736"/>
              <a:ext cx="3749040"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ounded Rectangle 16">
              <a:extLst>
                <a:ext uri="{FF2B5EF4-FFF2-40B4-BE49-F238E27FC236}">
                  <a16:creationId xmlns:a16="http://schemas.microsoft.com/office/drawing/2014/main" id="{FA05029E-C67C-8EE2-2097-1F380B83B36E}"/>
                </a:ext>
              </a:extLst>
            </p:cNvPr>
            <p:cNvSpPr/>
            <p:nvPr/>
          </p:nvSpPr>
          <p:spPr>
            <a:xfrm>
              <a:off x="374904" y="985520"/>
              <a:ext cx="3749040"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ounded Rectangle 17">
              <a:extLst>
                <a:ext uri="{FF2B5EF4-FFF2-40B4-BE49-F238E27FC236}">
                  <a16:creationId xmlns:a16="http://schemas.microsoft.com/office/drawing/2014/main" id="{5585C99A-D18F-E91F-CE9B-B30D2CDF1763}"/>
                </a:ext>
              </a:extLst>
            </p:cNvPr>
            <p:cNvSpPr/>
            <p:nvPr/>
          </p:nvSpPr>
          <p:spPr>
            <a:xfrm>
              <a:off x="374904" y="3768736"/>
              <a:ext cx="3749040"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1" name="Text Placeholder 38">
            <a:extLst>
              <a:ext uri="{FF2B5EF4-FFF2-40B4-BE49-F238E27FC236}">
                <a16:creationId xmlns:a16="http://schemas.microsoft.com/office/drawing/2014/main" id="{F56478C8-9316-DE4B-908D-522ED1483444}"/>
              </a:ext>
            </a:extLst>
          </p:cNvPr>
          <p:cNvSpPr>
            <a:spLocks noGrp="1"/>
          </p:cNvSpPr>
          <p:nvPr>
            <p:ph type="body" sz="quarter" idx="16"/>
          </p:nvPr>
        </p:nvSpPr>
        <p:spPr>
          <a:xfrm>
            <a:off x="374904" y="502920"/>
            <a:ext cx="7825656" cy="68580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 name="Text Placeholder 8">
            <a:extLst>
              <a:ext uri="{FF2B5EF4-FFF2-40B4-BE49-F238E27FC236}">
                <a16:creationId xmlns:a16="http://schemas.microsoft.com/office/drawing/2014/main" id="{643255B7-3A2E-7778-3296-861D17C8F6DD}"/>
              </a:ext>
            </a:extLst>
          </p:cNvPr>
          <p:cNvSpPr>
            <a:spLocks noGrp="1"/>
          </p:cNvSpPr>
          <p:nvPr>
            <p:ph type="body" sz="quarter" idx="17"/>
          </p:nvPr>
        </p:nvSpPr>
        <p:spPr>
          <a:xfrm>
            <a:off x="395000" y="286911"/>
            <a:ext cx="3395103"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9" name="Slide Number Placeholder 5">
            <a:extLst>
              <a:ext uri="{FF2B5EF4-FFF2-40B4-BE49-F238E27FC236}">
                <a16:creationId xmlns:a16="http://schemas.microsoft.com/office/drawing/2014/main" id="{6508A0C8-D26D-4B66-9A8C-B917E8CD7F21}"/>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94471226"/>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5 box">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319047-0F24-6E8E-A097-61BF79EF15A8}"/>
              </a:ext>
            </a:extLst>
          </p:cNvPr>
          <p:cNvSpPr/>
          <p:nvPr userDrawn="1"/>
        </p:nvSpPr>
        <p:spPr>
          <a:xfrm>
            <a:off x="11361107" y="100208"/>
            <a:ext cx="582460" cy="601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 name="Group 2">
            <a:extLst>
              <a:ext uri="{FF2B5EF4-FFF2-40B4-BE49-F238E27FC236}">
                <a16:creationId xmlns:a16="http://schemas.microsoft.com/office/drawing/2014/main" id="{FD492325-EE2E-6E9C-198E-482A919FD5C5}"/>
              </a:ext>
            </a:extLst>
          </p:cNvPr>
          <p:cNvGrpSpPr/>
          <p:nvPr userDrawn="1"/>
        </p:nvGrpSpPr>
        <p:grpSpPr>
          <a:xfrm>
            <a:off x="223381" y="953146"/>
            <a:ext cx="5804237" cy="5383996"/>
            <a:chOff x="250292" y="879674"/>
            <a:chExt cx="5652715" cy="4831260"/>
          </a:xfrm>
        </p:grpSpPr>
        <p:sp>
          <p:nvSpPr>
            <p:cNvPr id="9" name="Rounded Rectangle 8">
              <a:extLst>
                <a:ext uri="{FF2B5EF4-FFF2-40B4-BE49-F238E27FC236}">
                  <a16:creationId xmlns:a16="http://schemas.microsoft.com/office/drawing/2014/main" id="{6C064023-8B57-EA65-6E04-90ECF5E7DE62}"/>
                </a:ext>
              </a:extLst>
            </p:cNvPr>
            <p:cNvSpPr/>
            <p:nvPr/>
          </p:nvSpPr>
          <p:spPr>
            <a:xfrm>
              <a:off x="250292" y="879674"/>
              <a:ext cx="5652715" cy="236122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ounded Rectangle 11">
              <a:extLst>
                <a:ext uri="{FF2B5EF4-FFF2-40B4-BE49-F238E27FC236}">
                  <a16:creationId xmlns:a16="http://schemas.microsoft.com/office/drawing/2014/main" id="{FF35FB0C-FD0E-F4BD-124D-FD3AF389DE98}"/>
                </a:ext>
              </a:extLst>
            </p:cNvPr>
            <p:cNvSpPr/>
            <p:nvPr/>
          </p:nvSpPr>
          <p:spPr>
            <a:xfrm>
              <a:off x="250292" y="3349714"/>
              <a:ext cx="5652715" cy="236122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Footer Placeholder 3">
            <a:extLst>
              <a:ext uri="{FF2B5EF4-FFF2-40B4-BE49-F238E27FC236}">
                <a16:creationId xmlns:a16="http://schemas.microsoft.com/office/drawing/2014/main" id="{20CE697F-EEE9-F85E-7B9C-88050223DD0F}"/>
              </a:ext>
            </a:extLst>
          </p:cNvPr>
          <p:cNvSpPr>
            <a:spLocks noGrp="1"/>
          </p:cNvSpPr>
          <p:nvPr>
            <p:ph type="ftr" sz="quarter" idx="3"/>
          </p:nvPr>
        </p:nvSpPr>
        <p:spPr>
          <a:xfrm>
            <a:off x="8131878" y="292608"/>
            <a:ext cx="3710352" cy="198802"/>
          </a:xfrm>
          <a:prstGeom prst="rect">
            <a:avLst/>
          </a:prstGeom>
        </p:spPr>
        <p:txBody>
          <a:bodyPr vert="horz" lIns="91440" tIns="45720" rIns="0" bIns="45720" rtlCol="0" anchor="ctr"/>
          <a:lstStyle>
            <a:lvl1pPr algn="r">
              <a:defRPr sz="800" b="0" i="0">
                <a:solidFill>
                  <a:schemeClr val="tx1"/>
                </a:solidFill>
                <a:latin typeface="Ford Antenna Regular" panose="02000505000000020004" pitchFamily="2" charset="0"/>
              </a:defRPr>
            </a:lvl1pPr>
          </a:lstStyle>
          <a:p>
            <a:endParaRPr lang="en-US" dirty="0"/>
          </a:p>
        </p:txBody>
      </p:sp>
      <p:sp>
        <p:nvSpPr>
          <p:cNvPr id="11" name="Text Placeholder 38">
            <a:extLst>
              <a:ext uri="{FF2B5EF4-FFF2-40B4-BE49-F238E27FC236}">
                <a16:creationId xmlns:a16="http://schemas.microsoft.com/office/drawing/2014/main" id="{F56478C8-9316-DE4B-908D-522ED1483444}"/>
              </a:ext>
            </a:extLst>
          </p:cNvPr>
          <p:cNvSpPr>
            <a:spLocks noGrp="1"/>
          </p:cNvSpPr>
          <p:nvPr>
            <p:ph type="body" sz="quarter" idx="16"/>
          </p:nvPr>
        </p:nvSpPr>
        <p:spPr>
          <a:xfrm>
            <a:off x="374903" y="502920"/>
            <a:ext cx="5528099" cy="68580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 name="Text Placeholder 8">
            <a:extLst>
              <a:ext uri="{FF2B5EF4-FFF2-40B4-BE49-F238E27FC236}">
                <a16:creationId xmlns:a16="http://schemas.microsoft.com/office/drawing/2014/main" id="{643255B7-3A2E-7778-3296-861D17C8F6DD}"/>
              </a:ext>
            </a:extLst>
          </p:cNvPr>
          <p:cNvSpPr>
            <a:spLocks noGrp="1"/>
          </p:cNvSpPr>
          <p:nvPr>
            <p:ph type="body" sz="quarter" idx="17"/>
          </p:nvPr>
        </p:nvSpPr>
        <p:spPr>
          <a:xfrm>
            <a:off x="395000" y="286911"/>
            <a:ext cx="3395103"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grpSp>
        <p:nvGrpSpPr>
          <p:cNvPr id="13" name="Group 12">
            <a:extLst>
              <a:ext uri="{FF2B5EF4-FFF2-40B4-BE49-F238E27FC236}">
                <a16:creationId xmlns:a16="http://schemas.microsoft.com/office/drawing/2014/main" id="{469CEF15-4E61-58BA-E1FE-6BE65367C1D0}"/>
              </a:ext>
            </a:extLst>
          </p:cNvPr>
          <p:cNvGrpSpPr/>
          <p:nvPr userDrawn="1"/>
        </p:nvGrpSpPr>
        <p:grpSpPr>
          <a:xfrm>
            <a:off x="6189515" y="159572"/>
            <a:ext cx="5779104" cy="6177570"/>
            <a:chOff x="11037667" y="184484"/>
            <a:chExt cx="5652715" cy="5958270"/>
          </a:xfrm>
        </p:grpSpPr>
        <p:sp>
          <p:nvSpPr>
            <p:cNvPr id="14" name="Rounded Rectangle 13">
              <a:extLst>
                <a:ext uri="{FF2B5EF4-FFF2-40B4-BE49-F238E27FC236}">
                  <a16:creationId xmlns:a16="http://schemas.microsoft.com/office/drawing/2014/main" id="{FFB7027A-8CEC-9AC8-64D8-17F4DFCBDC0F}"/>
                </a:ext>
              </a:extLst>
            </p:cNvPr>
            <p:cNvSpPr/>
            <p:nvPr/>
          </p:nvSpPr>
          <p:spPr>
            <a:xfrm>
              <a:off x="11037667" y="184484"/>
              <a:ext cx="5652715" cy="192024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ounded Rectangle 15">
              <a:extLst>
                <a:ext uri="{FF2B5EF4-FFF2-40B4-BE49-F238E27FC236}">
                  <a16:creationId xmlns:a16="http://schemas.microsoft.com/office/drawing/2014/main" id="{61A3C6FF-CB97-774C-81B4-D6510BD8D5C7}"/>
                </a:ext>
              </a:extLst>
            </p:cNvPr>
            <p:cNvSpPr/>
            <p:nvPr/>
          </p:nvSpPr>
          <p:spPr>
            <a:xfrm>
              <a:off x="11037667" y="2203499"/>
              <a:ext cx="5652715" cy="192024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ounded Rectangle 16">
              <a:extLst>
                <a:ext uri="{FF2B5EF4-FFF2-40B4-BE49-F238E27FC236}">
                  <a16:creationId xmlns:a16="http://schemas.microsoft.com/office/drawing/2014/main" id="{A0A615E8-8B7A-9262-4655-52F8BD102FF1}"/>
                </a:ext>
              </a:extLst>
            </p:cNvPr>
            <p:cNvSpPr/>
            <p:nvPr/>
          </p:nvSpPr>
          <p:spPr>
            <a:xfrm>
              <a:off x="11037667" y="4222514"/>
              <a:ext cx="5652715" cy="192024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0" name="Graphic 9">
            <a:extLst>
              <a:ext uri="{FF2B5EF4-FFF2-40B4-BE49-F238E27FC236}">
                <a16:creationId xmlns:a16="http://schemas.microsoft.com/office/drawing/2014/main" id="{03D3DB05-347C-F4A1-9DAD-7C7A5A96FA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9" name="Slide Number Placeholder 5">
            <a:extLst>
              <a:ext uri="{FF2B5EF4-FFF2-40B4-BE49-F238E27FC236}">
                <a16:creationId xmlns:a16="http://schemas.microsoft.com/office/drawing/2014/main" id="{6AE95866-758E-47DA-9250-418FB4ADA383}"/>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010203915"/>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3994"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5 box">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0EE8126B-424E-6FAC-013D-604C7D680F13}"/>
              </a:ext>
            </a:extLst>
          </p:cNvPr>
          <p:cNvGrpSpPr/>
          <p:nvPr userDrawn="1"/>
        </p:nvGrpSpPr>
        <p:grpSpPr>
          <a:xfrm>
            <a:off x="374903" y="3702905"/>
            <a:ext cx="11467327" cy="2634237"/>
            <a:chOff x="201695" y="3768736"/>
            <a:chExt cx="11788610" cy="2634237"/>
          </a:xfrm>
        </p:grpSpPr>
        <p:sp>
          <p:nvSpPr>
            <p:cNvPr id="2" name="Rounded Rectangle 1">
              <a:extLst>
                <a:ext uri="{FF2B5EF4-FFF2-40B4-BE49-F238E27FC236}">
                  <a16:creationId xmlns:a16="http://schemas.microsoft.com/office/drawing/2014/main" id="{FC52ACF0-907B-60D8-A39D-0118E3D274BD}"/>
                </a:ext>
              </a:extLst>
            </p:cNvPr>
            <p:cNvSpPr/>
            <p:nvPr userDrawn="1"/>
          </p:nvSpPr>
          <p:spPr>
            <a:xfrm>
              <a:off x="4189814" y="3768736"/>
              <a:ext cx="3812372"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ounded Rectangle 7">
              <a:extLst>
                <a:ext uri="{FF2B5EF4-FFF2-40B4-BE49-F238E27FC236}">
                  <a16:creationId xmlns:a16="http://schemas.microsoft.com/office/drawing/2014/main" id="{0F08A9C1-DD26-2554-7993-5ED73CA59CD1}"/>
                </a:ext>
              </a:extLst>
            </p:cNvPr>
            <p:cNvSpPr/>
            <p:nvPr userDrawn="1"/>
          </p:nvSpPr>
          <p:spPr>
            <a:xfrm>
              <a:off x="8177933" y="3768736"/>
              <a:ext cx="3812372"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Rounded Rectangle 14">
              <a:extLst>
                <a:ext uri="{FF2B5EF4-FFF2-40B4-BE49-F238E27FC236}">
                  <a16:creationId xmlns:a16="http://schemas.microsoft.com/office/drawing/2014/main" id="{B444FD28-E551-38F6-BACD-84AD69F1B8C5}"/>
                </a:ext>
              </a:extLst>
            </p:cNvPr>
            <p:cNvSpPr/>
            <p:nvPr userDrawn="1"/>
          </p:nvSpPr>
          <p:spPr>
            <a:xfrm>
              <a:off x="201695" y="3768736"/>
              <a:ext cx="3812372" cy="2634237"/>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9" name="Rounded Rectangle 8">
            <a:extLst>
              <a:ext uri="{FF2B5EF4-FFF2-40B4-BE49-F238E27FC236}">
                <a16:creationId xmlns:a16="http://schemas.microsoft.com/office/drawing/2014/main" id="{6C064023-8B57-EA65-6E04-90ECF5E7DE62}"/>
              </a:ext>
            </a:extLst>
          </p:cNvPr>
          <p:cNvSpPr/>
          <p:nvPr/>
        </p:nvSpPr>
        <p:spPr>
          <a:xfrm>
            <a:off x="374903" y="953146"/>
            <a:ext cx="5652715" cy="2631363"/>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ounded Rectangle 11">
            <a:extLst>
              <a:ext uri="{FF2B5EF4-FFF2-40B4-BE49-F238E27FC236}">
                <a16:creationId xmlns:a16="http://schemas.microsoft.com/office/drawing/2014/main" id="{FF35FB0C-FD0E-F4BD-124D-FD3AF389DE98}"/>
              </a:ext>
            </a:extLst>
          </p:cNvPr>
          <p:cNvSpPr/>
          <p:nvPr/>
        </p:nvSpPr>
        <p:spPr>
          <a:xfrm>
            <a:off x="6189515" y="953146"/>
            <a:ext cx="5652715" cy="2631363"/>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 Placeholder 38">
            <a:extLst>
              <a:ext uri="{FF2B5EF4-FFF2-40B4-BE49-F238E27FC236}">
                <a16:creationId xmlns:a16="http://schemas.microsoft.com/office/drawing/2014/main" id="{F56478C8-9316-DE4B-908D-522ED1483444}"/>
              </a:ext>
            </a:extLst>
          </p:cNvPr>
          <p:cNvSpPr>
            <a:spLocks noGrp="1"/>
          </p:cNvSpPr>
          <p:nvPr>
            <p:ph type="body" sz="quarter" idx="16"/>
          </p:nvPr>
        </p:nvSpPr>
        <p:spPr>
          <a:xfrm>
            <a:off x="374903" y="502920"/>
            <a:ext cx="5528099" cy="685801"/>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4" name="Text Placeholder 8">
            <a:extLst>
              <a:ext uri="{FF2B5EF4-FFF2-40B4-BE49-F238E27FC236}">
                <a16:creationId xmlns:a16="http://schemas.microsoft.com/office/drawing/2014/main" id="{643255B7-3A2E-7778-3296-861D17C8F6DD}"/>
              </a:ext>
            </a:extLst>
          </p:cNvPr>
          <p:cNvSpPr>
            <a:spLocks noGrp="1"/>
          </p:cNvSpPr>
          <p:nvPr>
            <p:ph type="body" sz="quarter" idx="17"/>
          </p:nvPr>
        </p:nvSpPr>
        <p:spPr>
          <a:xfrm>
            <a:off x="395000" y="286911"/>
            <a:ext cx="3395103"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4" name="Slide Number Placeholder 5">
            <a:extLst>
              <a:ext uri="{FF2B5EF4-FFF2-40B4-BE49-F238E27FC236}">
                <a16:creationId xmlns:a16="http://schemas.microsoft.com/office/drawing/2014/main" id="{9BCE0691-4DA0-4B83-A677-C7FE451BB3EB}"/>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759159709"/>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2/3 whit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9F1F5A-08C3-F14A-AADC-44E5019280E7}"/>
              </a:ext>
            </a:extLst>
          </p:cNvPr>
          <p:cNvSpPr/>
          <p:nvPr userDrawn="1"/>
        </p:nvSpPr>
        <p:spPr>
          <a:xfrm>
            <a:off x="4061252" y="1"/>
            <a:ext cx="8130747"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Text Placeholder 8"/>
          <p:cNvSpPr>
            <a:spLocks noGrp="1"/>
          </p:cNvSpPr>
          <p:nvPr>
            <p:ph type="body" sz="quarter" idx="13"/>
          </p:nvPr>
        </p:nvSpPr>
        <p:spPr>
          <a:xfrm>
            <a:off x="395000" y="286911"/>
            <a:ext cx="3686348"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3C378C1-7420-CD44-B868-2DFAAADAC1C9}"/>
              </a:ext>
            </a:extLst>
          </p:cNvPr>
          <p:cNvSpPr>
            <a:spLocks noGrp="1"/>
          </p:cNvSpPr>
          <p:nvPr>
            <p:ph type="title"/>
          </p:nvPr>
        </p:nvSpPr>
        <p:spPr>
          <a:xfrm>
            <a:off x="374904" y="502920"/>
            <a:ext cx="3686349" cy="869713"/>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13" name="Text Placeholder 38">
            <a:extLst>
              <a:ext uri="{FF2B5EF4-FFF2-40B4-BE49-F238E27FC236}">
                <a16:creationId xmlns:a16="http://schemas.microsoft.com/office/drawing/2014/main" id="{5FCE9F5D-E9FA-B143-882B-9BEAFC61DC3E}"/>
              </a:ext>
            </a:extLst>
          </p:cNvPr>
          <p:cNvSpPr>
            <a:spLocks noGrp="1"/>
          </p:cNvSpPr>
          <p:nvPr>
            <p:ph type="body" sz="quarter" idx="16"/>
          </p:nvPr>
        </p:nvSpPr>
        <p:spPr>
          <a:xfrm>
            <a:off x="374904" y="1261872"/>
            <a:ext cx="3686349" cy="657815"/>
          </a:xfrm>
        </p:spPr>
        <p:txBody>
          <a:bodyPr lIns="0" r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4" name="Content Placeholder 2">
            <a:extLst>
              <a:ext uri="{FF2B5EF4-FFF2-40B4-BE49-F238E27FC236}">
                <a16:creationId xmlns:a16="http://schemas.microsoft.com/office/drawing/2014/main" id="{CA84C714-88C3-7D49-8859-EFC2257E72CA}"/>
              </a:ext>
            </a:extLst>
          </p:cNvPr>
          <p:cNvSpPr>
            <a:spLocks noGrp="1"/>
          </p:cNvSpPr>
          <p:nvPr>
            <p:ph idx="1" hasCustomPrompt="1"/>
          </p:nvPr>
        </p:nvSpPr>
        <p:spPr>
          <a:xfrm>
            <a:off x="374904" y="1947672"/>
            <a:ext cx="3686349" cy="3416226"/>
          </a:xfrm>
        </p:spPr>
        <p:txBody>
          <a:bodyPr lIns="0">
            <a:noAutofit/>
          </a:bodyPr>
          <a:lstStyle>
            <a:lvl1pPr marL="171450" indent="-171450">
              <a:lnSpc>
                <a:spcPct val="100000"/>
              </a:lnSpc>
              <a:spcBef>
                <a:spcPts val="1200"/>
              </a:spcBef>
              <a:buSzPct val="75000"/>
              <a:buFont typeface="Arial" panose="020B0604020202020204" pitchFamily="34" charset="0"/>
              <a:buChar char="•"/>
              <a:tabLst/>
              <a:defRPr sz="1400" spc="0">
                <a:solidFill>
                  <a:schemeClr val="tx1"/>
                </a:solidFill>
                <a:latin typeface="+mn-lt"/>
              </a:defRPr>
            </a:lvl1pPr>
            <a:lvl2pPr marL="398463" indent="-168275">
              <a:lnSpc>
                <a:spcPct val="100000"/>
              </a:lnSpc>
              <a:spcBef>
                <a:spcPts val="1200"/>
              </a:spcBef>
              <a:buSzPct val="75000"/>
              <a:buFont typeface="Arial" panose="020B0604020202020204" pitchFamily="34" charset="0"/>
              <a:buChar char="ꟷ"/>
              <a:tabLst/>
              <a:defRPr sz="1400" spc="0">
                <a:solidFill>
                  <a:schemeClr val="tx1"/>
                </a:solidFill>
                <a:latin typeface="+mn-lt"/>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a:p>
            <a:pPr lvl="1"/>
            <a:r>
              <a:rPr lang="en-US" dirty="0"/>
              <a:t>Second level</a:t>
            </a:r>
          </a:p>
        </p:txBody>
      </p:sp>
      <p:pic>
        <p:nvPicPr>
          <p:cNvPr id="2" name="Graphic 1">
            <a:extLst>
              <a:ext uri="{FF2B5EF4-FFF2-40B4-BE49-F238E27FC236}">
                <a16:creationId xmlns:a16="http://schemas.microsoft.com/office/drawing/2014/main" id="{7E4A3DB8-A4CF-8F2B-267E-0280B676B8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73153" y="222671"/>
            <a:ext cx="654563" cy="327282"/>
          </a:xfrm>
          <a:prstGeom prst="rect">
            <a:avLst/>
          </a:prstGeom>
        </p:spPr>
      </p:pic>
      <p:sp>
        <p:nvSpPr>
          <p:cNvPr id="15" name="Slide Number Placeholder 5">
            <a:extLst>
              <a:ext uri="{FF2B5EF4-FFF2-40B4-BE49-F238E27FC236}">
                <a16:creationId xmlns:a16="http://schemas.microsoft.com/office/drawing/2014/main" id="{C3970606-4B98-4810-B1CB-13F214B011C7}"/>
              </a:ext>
            </a:extLst>
          </p:cNvPr>
          <p:cNvSpPr txBox="1">
            <a:spLocks/>
          </p:cNvSpPr>
          <p:nvPr userDrawn="1"/>
        </p:nvSpPr>
        <p:spPr>
          <a:xfrm>
            <a:off x="11521481" y="6486039"/>
            <a:ext cx="320749" cy="365125"/>
          </a:xfrm>
          <a:prstGeom prst="rect">
            <a:avLst/>
          </a:prstGeom>
        </p:spPr>
        <p:txBody>
          <a:bodyPr vert="horz" lIns="0" tIns="45720" rIns="0" bIns="45720" rtlCol="0" anchor="t"/>
          <a:lstStyle>
            <a:defPPr>
              <a:defRPr lang="en-US"/>
            </a:defPPr>
            <a:lvl1pPr marL="0" algn="r" defTabSz="914400" rtl="0" eaLnBrk="1" latinLnBrk="0" hangingPunct="1">
              <a:defRPr sz="800" kern="1200">
                <a:solidFill>
                  <a:schemeClr val="tx1"/>
                </a:solidFill>
                <a:latin typeface="+mn-lt"/>
                <a:ea typeface="Avenir Next" panose="020B0503020202020204" pitchFamily="34" charset="0"/>
                <a:cs typeface="Avenir Next" panose="020B0503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378038553"/>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3 whit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9F1F5A-08C3-F14A-AADC-44E5019280E7}"/>
              </a:ext>
            </a:extLst>
          </p:cNvPr>
          <p:cNvSpPr/>
          <p:nvPr userDrawn="1"/>
        </p:nvSpPr>
        <p:spPr>
          <a:xfrm flipH="1">
            <a:off x="-1" y="1"/>
            <a:ext cx="4061254"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Text Placeholder 8"/>
          <p:cNvSpPr>
            <a:spLocks noGrp="1"/>
          </p:cNvSpPr>
          <p:nvPr>
            <p:ph type="body" sz="quarter" idx="13"/>
          </p:nvPr>
        </p:nvSpPr>
        <p:spPr>
          <a:xfrm>
            <a:off x="395000" y="286911"/>
            <a:ext cx="3686348" cy="216010"/>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3C378C1-7420-CD44-B868-2DFAAADAC1C9}"/>
              </a:ext>
            </a:extLst>
          </p:cNvPr>
          <p:cNvSpPr>
            <a:spLocks noGrp="1"/>
          </p:cNvSpPr>
          <p:nvPr>
            <p:ph type="title"/>
          </p:nvPr>
        </p:nvSpPr>
        <p:spPr>
          <a:xfrm>
            <a:off x="374904" y="502920"/>
            <a:ext cx="3686349" cy="80772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13" name="Text Placeholder 38">
            <a:extLst>
              <a:ext uri="{FF2B5EF4-FFF2-40B4-BE49-F238E27FC236}">
                <a16:creationId xmlns:a16="http://schemas.microsoft.com/office/drawing/2014/main" id="{5FCE9F5D-E9FA-B143-882B-9BEAFC61DC3E}"/>
              </a:ext>
            </a:extLst>
          </p:cNvPr>
          <p:cNvSpPr>
            <a:spLocks noGrp="1"/>
          </p:cNvSpPr>
          <p:nvPr>
            <p:ph type="body" sz="quarter" idx="16"/>
          </p:nvPr>
        </p:nvSpPr>
        <p:spPr>
          <a:xfrm>
            <a:off x="374904" y="1261872"/>
            <a:ext cx="3686349" cy="657815"/>
          </a:xfrm>
        </p:spPr>
        <p:txBody>
          <a:bodyPr lIns="0" rIns="0">
            <a:noAutofit/>
          </a:bodyPr>
          <a:lstStyle>
            <a:lvl1pPr marL="0" indent="0" algn="l" defTabSz="914400" rtl="0" eaLnBrk="1" latinLnBrk="0" hangingPunct="1">
              <a:lnSpc>
                <a:spcPct val="100000"/>
              </a:lnSpc>
              <a:spcBef>
                <a:spcPts val="1000"/>
              </a:spcBef>
              <a:buFont typeface="Arial"/>
              <a:buNone/>
              <a:defRPr lang="en-US" sz="1600" b="1" i="0" kern="1200" spc="40" baseline="0" dirty="0">
                <a:solidFill>
                  <a:schemeClr val="tx1"/>
                </a:solidFill>
                <a:latin typeface="Avenir Next LT Pro Demi" panose="020B0504020202020204" pitchFamily="34" charset="77"/>
                <a:ea typeface="Avenir Next LT Pro Demi" panose="020B0504020202020204" pitchFamily="34" charset="77"/>
                <a:cs typeface="Avenir Next LT Pro Demi" panose="020B0504020202020204" pitchFamily="34" charset="77"/>
              </a:defRPr>
            </a:lvl1pPr>
          </a:lstStyle>
          <a:p>
            <a:pPr lvl="0"/>
            <a:r>
              <a:rPr lang="en-US" dirty="0"/>
              <a:t>Click to edit Master text styles</a:t>
            </a:r>
          </a:p>
        </p:txBody>
      </p:sp>
      <p:sp>
        <p:nvSpPr>
          <p:cNvPr id="14" name="Content Placeholder 2">
            <a:extLst>
              <a:ext uri="{FF2B5EF4-FFF2-40B4-BE49-F238E27FC236}">
                <a16:creationId xmlns:a16="http://schemas.microsoft.com/office/drawing/2014/main" id="{CA84C714-88C3-7D49-8859-EFC2257E72CA}"/>
              </a:ext>
            </a:extLst>
          </p:cNvPr>
          <p:cNvSpPr>
            <a:spLocks noGrp="1"/>
          </p:cNvSpPr>
          <p:nvPr>
            <p:ph idx="1" hasCustomPrompt="1"/>
          </p:nvPr>
        </p:nvSpPr>
        <p:spPr>
          <a:xfrm>
            <a:off x="374904" y="1947672"/>
            <a:ext cx="3686349" cy="3416226"/>
          </a:xfrm>
        </p:spPr>
        <p:txBody>
          <a:bodyPr lIns="0">
            <a:noAutofit/>
          </a:bodyPr>
          <a:lstStyle>
            <a:lvl1pPr marL="120650" indent="-120650">
              <a:lnSpc>
                <a:spcPct val="100000"/>
              </a:lnSpc>
              <a:spcBef>
                <a:spcPts val="1200"/>
              </a:spcBef>
              <a:buSzPct val="75000"/>
              <a:buFont typeface="Arial" panose="020B0604020202020204" pitchFamily="34" charset="0"/>
              <a:buChar char="•"/>
              <a:tabLst/>
              <a:defRPr sz="1400" spc="0">
                <a:solidFill>
                  <a:schemeClr val="tx1"/>
                </a:solidFill>
                <a:latin typeface="+mn-lt"/>
              </a:defRPr>
            </a:lvl1pPr>
            <a:lvl2pPr marL="231775" indent="-111125">
              <a:lnSpc>
                <a:spcPct val="100000"/>
              </a:lnSpc>
              <a:spcBef>
                <a:spcPts val="1200"/>
              </a:spcBef>
              <a:buSzPct val="75000"/>
              <a:buFont typeface="Arial" panose="020B0604020202020204" pitchFamily="34" charset="0"/>
              <a:buChar char="ꟷ"/>
              <a:tabLst/>
              <a:defRPr sz="1400" spc="0">
                <a:solidFill>
                  <a:schemeClr val="tx1"/>
                </a:solidFill>
                <a:latin typeface="+mn-lt"/>
              </a:defRPr>
            </a:lvl2pPr>
            <a:lvl3pPr marL="242888" indent="0">
              <a:lnSpc>
                <a:spcPct val="120000"/>
              </a:lnSpc>
              <a:buSzPct val="75000"/>
              <a:buNone/>
              <a:defRPr sz="1400" spc="0">
                <a:solidFill>
                  <a:srgbClr val="00095B"/>
                </a:solidFill>
                <a:latin typeface="Ford Antenna Regular" panose="02000505000000020004" pitchFamily="2" charset="0"/>
              </a:defRPr>
            </a:lvl3pPr>
          </a:lstStyle>
          <a:p>
            <a:pPr lvl="0"/>
            <a:r>
              <a:rPr lang="en-US" dirty="0"/>
              <a:t>Click to edit master text styles</a:t>
            </a:r>
          </a:p>
          <a:p>
            <a:pPr lvl="1"/>
            <a:r>
              <a:rPr lang="en-US" dirty="0"/>
              <a:t>Second level</a:t>
            </a:r>
          </a:p>
        </p:txBody>
      </p:sp>
      <p:sp>
        <p:nvSpPr>
          <p:cNvPr id="15" name="Slide Number Placeholder 5">
            <a:extLst>
              <a:ext uri="{FF2B5EF4-FFF2-40B4-BE49-F238E27FC236}">
                <a16:creationId xmlns:a16="http://schemas.microsoft.com/office/drawing/2014/main" id="{4A83C587-13ED-41BD-B25E-00641F02F30C}"/>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574622335"/>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3 Gray Left Data Callou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3399397-354A-4745-A8D7-544073547F63}"/>
              </a:ext>
            </a:extLst>
          </p:cNvPr>
          <p:cNvSpPr/>
          <p:nvPr userDrawn="1"/>
        </p:nvSpPr>
        <p:spPr>
          <a:xfrm>
            <a:off x="0" y="0"/>
            <a:ext cx="8134474"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p:cNvSpPr>
            <a:spLocks noGrp="1"/>
          </p:cNvSpPr>
          <p:nvPr>
            <p:ph type="body" sz="quarter" idx="13"/>
          </p:nvPr>
        </p:nvSpPr>
        <p:spPr>
          <a:xfrm>
            <a:off x="395000" y="286910"/>
            <a:ext cx="6111557" cy="216009"/>
          </a:xfrm>
        </p:spPr>
        <p:txBody>
          <a:bodyPr lIns="0" anchor="t">
            <a:noAutofit/>
          </a:bodyPr>
          <a:lstStyle>
            <a:lvl1pPr marL="0" indent="0" algn="l" defTabSz="914400" rtl="0" eaLnBrk="1" latinLnBrk="0" hangingPunct="1">
              <a:lnSpc>
                <a:spcPct val="90000"/>
              </a:lnSpc>
              <a:spcBef>
                <a:spcPts val="1000"/>
              </a:spcBef>
              <a:buFont typeface="Arial"/>
              <a:buNone/>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Click to edit Master text styles</a:t>
            </a:r>
          </a:p>
        </p:txBody>
      </p:sp>
      <p:sp>
        <p:nvSpPr>
          <p:cNvPr id="10" name="Title 1">
            <a:extLst>
              <a:ext uri="{FF2B5EF4-FFF2-40B4-BE49-F238E27FC236}">
                <a16:creationId xmlns:a16="http://schemas.microsoft.com/office/drawing/2014/main" id="{33C378C1-7420-CD44-B868-2DFAAADAC1C9}"/>
              </a:ext>
            </a:extLst>
          </p:cNvPr>
          <p:cNvSpPr>
            <a:spLocks noGrp="1"/>
          </p:cNvSpPr>
          <p:nvPr>
            <p:ph type="title"/>
          </p:nvPr>
        </p:nvSpPr>
        <p:spPr>
          <a:xfrm>
            <a:off x="374904" y="502920"/>
            <a:ext cx="7237682" cy="603504"/>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1E9DFB5A-CEED-B543-85E3-ABEAA826561F}"/>
              </a:ext>
            </a:extLst>
          </p:cNvPr>
          <p:cNvSpPr>
            <a:spLocks noGrp="1"/>
          </p:cNvSpPr>
          <p:nvPr>
            <p:ph type="body" sz="quarter" idx="20" hasCustomPrompt="1"/>
          </p:nvPr>
        </p:nvSpPr>
        <p:spPr>
          <a:xfrm>
            <a:off x="374904" y="1167386"/>
            <a:ext cx="2083643" cy="755652"/>
          </a:xfrm>
        </p:spPr>
        <p:txBody>
          <a:bodyPr lIns="0" bIns="0" anchor="b">
            <a:noAutofit/>
          </a:bodyPr>
          <a:lstStyle>
            <a:lvl1pPr marL="0" algn="l" defTabSz="914400" rtl="0" eaLnBrk="1" latinLnBrk="0" hangingPunct="1">
              <a:lnSpc>
                <a:spcPct val="100000"/>
              </a:lnSpc>
              <a:spcBef>
                <a:spcPts val="0"/>
              </a:spcBef>
              <a:defRPr lang="en-US" sz="4400" b="0" i="0" kern="120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26" name="Text Placeholder 38">
            <a:extLst>
              <a:ext uri="{FF2B5EF4-FFF2-40B4-BE49-F238E27FC236}">
                <a16:creationId xmlns:a16="http://schemas.microsoft.com/office/drawing/2014/main" id="{70059600-3371-F040-88FD-E994FE9C4CC5}"/>
              </a:ext>
            </a:extLst>
          </p:cNvPr>
          <p:cNvSpPr>
            <a:spLocks noGrp="1"/>
          </p:cNvSpPr>
          <p:nvPr>
            <p:ph type="body" sz="quarter" idx="21" hasCustomPrompt="1"/>
          </p:nvPr>
        </p:nvSpPr>
        <p:spPr>
          <a:xfrm>
            <a:off x="374904" y="1805549"/>
            <a:ext cx="2982742" cy="333781"/>
          </a:xfrm>
        </p:spPr>
        <p:txBody>
          <a:bodyPr lIns="0">
            <a:noAutofit/>
          </a:bodyPr>
          <a:lstStyle>
            <a:lvl1pPr>
              <a:defRPr sz="1200" b="1" i="0" spc="30" baseline="0">
                <a:solidFill>
                  <a:schemeClr val="tx1"/>
                </a:solidFill>
                <a:latin typeface="Avenir Next LT Pro Demi" panose="020B0504020202020204" pitchFamily="34" charset="77"/>
              </a:defRPr>
            </a:lvl1pPr>
          </a:lstStyle>
          <a:p>
            <a:pPr lvl="0"/>
            <a:r>
              <a:rPr lang="en-US" dirty="0"/>
              <a:t>Subhead</a:t>
            </a:r>
          </a:p>
        </p:txBody>
      </p:sp>
      <p:sp>
        <p:nvSpPr>
          <p:cNvPr id="28" name="Text Placeholder 4">
            <a:extLst>
              <a:ext uri="{FF2B5EF4-FFF2-40B4-BE49-F238E27FC236}">
                <a16:creationId xmlns:a16="http://schemas.microsoft.com/office/drawing/2014/main" id="{75BFA8D6-65B0-1B4B-8CB0-C52B5FC16FAE}"/>
              </a:ext>
            </a:extLst>
          </p:cNvPr>
          <p:cNvSpPr>
            <a:spLocks noGrp="1"/>
          </p:cNvSpPr>
          <p:nvPr>
            <p:ph type="body" sz="quarter" idx="24"/>
          </p:nvPr>
        </p:nvSpPr>
        <p:spPr>
          <a:xfrm>
            <a:off x="374904" y="2139331"/>
            <a:ext cx="2982743" cy="1366147"/>
          </a:xfrm>
        </p:spPr>
        <p:txBody>
          <a:bodyPr lIns="0">
            <a:noAutofit/>
          </a:bodyPr>
          <a:lstStyle>
            <a:lvl1pPr>
              <a:lnSpc>
                <a:spcPct val="100000"/>
              </a:lnSpc>
              <a:spcBef>
                <a:spcPts val="1200"/>
              </a:spcBef>
              <a:defRPr sz="1000" b="0" i="0" spc="0" baseline="0">
                <a:latin typeface="+mn-lt"/>
              </a:defRPr>
            </a:lvl1pPr>
          </a:lstStyle>
          <a:p>
            <a:pPr lvl="0"/>
            <a:r>
              <a:rPr lang="en-US" dirty="0"/>
              <a:t>Click to edit Master text styles</a:t>
            </a:r>
          </a:p>
        </p:txBody>
      </p:sp>
      <p:sp>
        <p:nvSpPr>
          <p:cNvPr id="29" name="Text Placeholder 3">
            <a:extLst>
              <a:ext uri="{FF2B5EF4-FFF2-40B4-BE49-F238E27FC236}">
                <a16:creationId xmlns:a16="http://schemas.microsoft.com/office/drawing/2014/main" id="{BB2B06EA-5938-8148-BD1F-88C953EF860B}"/>
              </a:ext>
            </a:extLst>
          </p:cNvPr>
          <p:cNvSpPr>
            <a:spLocks noGrp="1"/>
          </p:cNvSpPr>
          <p:nvPr>
            <p:ph type="body" sz="quarter" idx="25" hasCustomPrompt="1"/>
          </p:nvPr>
        </p:nvSpPr>
        <p:spPr>
          <a:xfrm>
            <a:off x="374904" y="3893527"/>
            <a:ext cx="2083643" cy="604226"/>
          </a:xfrm>
        </p:spPr>
        <p:txBody>
          <a:bodyPr lIns="0" bIns="0" anchor="b">
            <a:noAutofit/>
          </a:bodyPr>
          <a:lstStyle>
            <a:lvl1pPr marL="0" algn="l" defTabSz="914400" rtl="0" eaLnBrk="1" latinLnBrk="0" hangingPunct="1">
              <a:lnSpc>
                <a:spcPct val="100000"/>
              </a:lnSpc>
              <a:spcBef>
                <a:spcPts val="0"/>
              </a:spcBef>
              <a:defRPr lang="en-US" sz="4400" b="0" i="0" kern="120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30" name="Text Placeholder 38">
            <a:extLst>
              <a:ext uri="{FF2B5EF4-FFF2-40B4-BE49-F238E27FC236}">
                <a16:creationId xmlns:a16="http://schemas.microsoft.com/office/drawing/2014/main" id="{41C9FB98-3E7F-1A41-946F-82D5EB49772D}"/>
              </a:ext>
            </a:extLst>
          </p:cNvPr>
          <p:cNvSpPr>
            <a:spLocks noGrp="1"/>
          </p:cNvSpPr>
          <p:nvPr>
            <p:ph type="body" sz="quarter" idx="26" hasCustomPrompt="1"/>
          </p:nvPr>
        </p:nvSpPr>
        <p:spPr>
          <a:xfrm>
            <a:off x="374904" y="4380264"/>
            <a:ext cx="2982742" cy="333781"/>
          </a:xfrm>
        </p:spPr>
        <p:txBody>
          <a:bodyPr lIns="0">
            <a:noAutofit/>
          </a:bodyPr>
          <a:lstStyle>
            <a:lvl1pPr>
              <a:defRPr sz="1200" b="1" i="0" spc="30" baseline="0">
                <a:solidFill>
                  <a:schemeClr val="tx1"/>
                </a:solidFill>
                <a:latin typeface="Avenir Next LT Pro Demi" panose="020B0504020202020204" pitchFamily="34" charset="77"/>
              </a:defRPr>
            </a:lvl1pPr>
          </a:lstStyle>
          <a:p>
            <a:pPr lvl="0"/>
            <a:r>
              <a:rPr lang="en-US" dirty="0"/>
              <a:t>Subhead</a:t>
            </a:r>
          </a:p>
        </p:txBody>
      </p:sp>
      <p:sp>
        <p:nvSpPr>
          <p:cNvPr id="31" name="Text Placeholder 4">
            <a:extLst>
              <a:ext uri="{FF2B5EF4-FFF2-40B4-BE49-F238E27FC236}">
                <a16:creationId xmlns:a16="http://schemas.microsoft.com/office/drawing/2014/main" id="{ADF7D01C-00C0-7943-B677-0166770CBC21}"/>
              </a:ext>
            </a:extLst>
          </p:cNvPr>
          <p:cNvSpPr>
            <a:spLocks noGrp="1"/>
          </p:cNvSpPr>
          <p:nvPr>
            <p:ph type="body" sz="quarter" idx="27"/>
          </p:nvPr>
        </p:nvSpPr>
        <p:spPr>
          <a:xfrm>
            <a:off x="374904" y="4714046"/>
            <a:ext cx="2982743" cy="1366147"/>
          </a:xfrm>
        </p:spPr>
        <p:txBody>
          <a:bodyPr lIns="0">
            <a:noAutofit/>
          </a:bodyPr>
          <a:lstStyle>
            <a:lvl1pPr>
              <a:lnSpc>
                <a:spcPct val="100000"/>
              </a:lnSpc>
              <a:spcBef>
                <a:spcPts val="1200"/>
              </a:spcBef>
              <a:defRPr sz="1000" b="0" i="0" spc="0" baseline="0">
                <a:latin typeface="+mn-lt"/>
              </a:defRPr>
            </a:lvl1pPr>
          </a:lstStyle>
          <a:p>
            <a:pPr lvl="0"/>
            <a:r>
              <a:rPr lang="en-US" dirty="0"/>
              <a:t>Click to edit Master text styles</a:t>
            </a:r>
          </a:p>
        </p:txBody>
      </p:sp>
      <p:sp>
        <p:nvSpPr>
          <p:cNvPr id="37" name="Text Placeholder 3">
            <a:extLst>
              <a:ext uri="{FF2B5EF4-FFF2-40B4-BE49-F238E27FC236}">
                <a16:creationId xmlns:a16="http://schemas.microsoft.com/office/drawing/2014/main" id="{A4F33B31-440A-7946-95C0-DF304B858366}"/>
              </a:ext>
            </a:extLst>
          </p:cNvPr>
          <p:cNvSpPr>
            <a:spLocks noGrp="1"/>
          </p:cNvSpPr>
          <p:nvPr>
            <p:ph type="body" sz="quarter" idx="28" hasCustomPrompt="1"/>
          </p:nvPr>
        </p:nvSpPr>
        <p:spPr>
          <a:xfrm>
            <a:off x="3885978" y="1167386"/>
            <a:ext cx="2083643" cy="755652"/>
          </a:xfrm>
        </p:spPr>
        <p:txBody>
          <a:bodyPr lIns="0" bIns="0" anchor="b">
            <a:noAutofit/>
          </a:bodyPr>
          <a:lstStyle>
            <a:lvl1pPr marL="0" algn="l" defTabSz="914400" rtl="0" eaLnBrk="1" latinLnBrk="0" hangingPunct="1">
              <a:lnSpc>
                <a:spcPct val="100000"/>
              </a:lnSpc>
              <a:spcBef>
                <a:spcPts val="0"/>
              </a:spcBef>
              <a:defRPr lang="en-US" sz="4400" b="0" i="0" kern="120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38" name="Text Placeholder 38">
            <a:extLst>
              <a:ext uri="{FF2B5EF4-FFF2-40B4-BE49-F238E27FC236}">
                <a16:creationId xmlns:a16="http://schemas.microsoft.com/office/drawing/2014/main" id="{36FD609A-925D-3A45-AB16-6D7B91221568}"/>
              </a:ext>
            </a:extLst>
          </p:cNvPr>
          <p:cNvSpPr>
            <a:spLocks noGrp="1"/>
          </p:cNvSpPr>
          <p:nvPr>
            <p:ph type="body" sz="quarter" idx="29" hasCustomPrompt="1"/>
          </p:nvPr>
        </p:nvSpPr>
        <p:spPr>
          <a:xfrm>
            <a:off x="3885978" y="1805549"/>
            <a:ext cx="2982742" cy="333781"/>
          </a:xfrm>
        </p:spPr>
        <p:txBody>
          <a:bodyPr lIns="0">
            <a:noAutofit/>
          </a:bodyPr>
          <a:lstStyle>
            <a:lvl1pPr>
              <a:defRPr sz="1200" b="1" i="0" spc="30" baseline="0">
                <a:solidFill>
                  <a:schemeClr val="tx1"/>
                </a:solidFill>
                <a:latin typeface="Avenir Next LT Pro Demi" panose="020B0504020202020204" pitchFamily="34" charset="77"/>
              </a:defRPr>
            </a:lvl1pPr>
          </a:lstStyle>
          <a:p>
            <a:pPr lvl="0"/>
            <a:r>
              <a:rPr lang="en-US" dirty="0"/>
              <a:t>Subhead</a:t>
            </a:r>
          </a:p>
        </p:txBody>
      </p:sp>
      <p:sp>
        <p:nvSpPr>
          <p:cNvPr id="39" name="Text Placeholder 4">
            <a:extLst>
              <a:ext uri="{FF2B5EF4-FFF2-40B4-BE49-F238E27FC236}">
                <a16:creationId xmlns:a16="http://schemas.microsoft.com/office/drawing/2014/main" id="{E1EC30E9-9AEA-BE4A-8554-44B1B1AE1F89}"/>
              </a:ext>
            </a:extLst>
          </p:cNvPr>
          <p:cNvSpPr>
            <a:spLocks noGrp="1"/>
          </p:cNvSpPr>
          <p:nvPr>
            <p:ph type="body" sz="quarter" idx="30"/>
          </p:nvPr>
        </p:nvSpPr>
        <p:spPr>
          <a:xfrm>
            <a:off x="3885978" y="2139331"/>
            <a:ext cx="2982743" cy="1366147"/>
          </a:xfrm>
        </p:spPr>
        <p:txBody>
          <a:bodyPr lIns="0">
            <a:noAutofit/>
          </a:bodyPr>
          <a:lstStyle>
            <a:lvl1pPr>
              <a:lnSpc>
                <a:spcPct val="100000"/>
              </a:lnSpc>
              <a:spcBef>
                <a:spcPts val="1200"/>
              </a:spcBef>
              <a:defRPr sz="1000" b="0" i="0" spc="0" baseline="0">
                <a:latin typeface="+mn-lt"/>
              </a:defRPr>
            </a:lvl1pPr>
          </a:lstStyle>
          <a:p>
            <a:pPr lvl="0"/>
            <a:r>
              <a:rPr lang="en-US" dirty="0"/>
              <a:t>Click to edit Master text styles</a:t>
            </a:r>
          </a:p>
        </p:txBody>
      </p:sp>
      <p:sp>
        <p:nvSpPr>
          <p:cNvPr id="40" name="Text Placeholder 3">
            <a:extLst>
              <a:ext uri="{FF2B5EF4-FFF2-40B4-BE49-F238E27FC236}">
                <a16:creationId xmlns:a16="http://schemas.microsoft.com/office/drawing/2014/main" id="{D7CDDBD1-62E4-DF44-94E2-5F55D5B0E527}"/>
              </a:ext>
            </a:extLst>
          </p:cNvPr>
          <p:cNvSpPr>
            <a:spLocks noGrp="1"/>
          </p:cNvSpPr>
          <p:nvPr>
            <p:ph type="body" sz="quarter" idx="31" hasCustomPrompt="1"/>
          </p:nvPr>
        </p:nvSpPr>
        <p:spPr>
          <a:xfrm>
            <a:off x="3885978" y="3893527"/>
            <a:ext cx="2083643" cy="604226"/>
          </a:xfrm>
        </p:spPr>
        <p:txBody>
          <a:bodyPr lIns="0" bIns="0" anchor="b">
            <a:noAutofit/>
          </a:bodyPr>
          <a:lstStyle>
            <a:lvl1pPr marL="0" algn="l" defTabSz="914400" rtl="0" eaLnBrk="1" latinLnBrk="0" hangingPunct="1">
              <a:lnSpc>
                <a:spcPct val="100000"/>
              </a:lnSpc>
              <a:spcBef>
                <a:spcPts val="0"/>
              </a:spcBef>
              <a:defRPr lang="en-US" sz="4400" b="0" i="0" kern="120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41" name="Text Placeholder 38">
            <a:extLst>
              <a:ext uri="{FF2B5EF4-FFF2-40B4-BE49-F238E27FC236}">
                <a16:creationId xmlns:a16="http://schemas.microsoft.com/office/drawing/2014/main" id="{A27910A7-F6D7-C341-9233-4CC0A9DF4D60}"/>
              </a:ext>
            </a:extLst>
          </p:cNvPr>
          <p:cNvSpPr>
            <a:spLocks noGrp="1"/>
          </p:cNvSpPr>
          <p:nvPr>
            <p:ph type="body" sz="quarter" idx="32" hasCustomPrompt="1"/>
          </p:nvPr>
        </p:nvSpPr>
        <p:spPr>
          <a:xfrm>
            <a:off x="3885978" y="4380264"/>
            <a:ext cx="2982742" cy="333781"/>
          </a:xfrm>
        </p:spPr>
        <p:txBody>
          <a:bodyPr lIns="0">
            <a:noAutofit/>
          </a:bodyPr>
          <a:lstStyle>
            <a:lvl1pPr>
              <a:defRPr sz="1200" b="1" i="0" spc="30" baseline="0">
                <a:solidFill>
                  <a:schemeClr val="tx1"/>
                </a:solidFill>
                <a:latin typeface="Avenir Next LT Pro Demi" panose="020B0504020202020204" pitchFamily="34" charset="77"/>
              </a:defRPr>
            </a:lvl1pPr>
          </a:lstStyle>
          <a:p>
            <a:pPr lvl="0"/>
            <a:r>
              <a:rPr lang="en-US" dirty="0"/>
              <a:t>Subhead</a:t>
            </a:r>
          </a:p>
        </p:txBody>
      </p:sp>
      <p:sp>
        <p:nvSpPr>
          <p:cNvPr id="42" name="Text Placeholder 4">
            <a:extLst>
              <a:ext uri="{FF2B5EF4-FFF2-40B4-BE49-F238E27FC236}">
                <a16:creationId xmlns:a16="http://schemas.microsoft.com/office/drawing/2014/main" id="{E5D43740-6AB1-BF45-9FDE-63B107C066AB}"/>
              </a:ext>
            </a:extLst>
          </p:cNvPr>
          <p:cNvSpPr>
            <a:spLocks noGrp="1"/>
          </p:cNvSpPr>
          <p:nvPr>
            <p:ph type="body" sz="quarter" idx="33"/>
          </p:nvPr>
        </p:nvSpPr>
        <p:spPr>
          <a:xfrm>
            <a:off x="3885978" y="4714046"/>
            <a:ext cx="2982743" cy="1366147"/>
          </a:xfrm>
        </p:spPr>
        <p:txBody>
          <a:bodyPr lIns="0">
            <a:noAutofit/>
          </a:bodyPr>
          <a:lstStyle>
            <a:lvl1pPr>
              <a:lnSpc>
                <a:spcPct val="100000"/>
              </a:lnSpc>
              <a:spcBef>
                <a:spcPts val="1200"/>
              </a:spcBef>
              <a:defRPr sz="1000" b="0" i="0" spc="0" baseline="0">
                <a:latin typeface="+mn-lt"/>
              </a:defRPr>
            </a:lvl1pPr>
          </a:lstStyle>
          <a:p>
            <a:pPr lvl="0"/>
            <a:r>
              <a:rPr lang="en-US" dirty="0"/>
              <a:t>Click to edit Master text styles</a:t>
            </a:r>
          </a:p>
        </p:txBody>
      </p:sp>
      <p:sp>
        <p:nvSpPr>
          <p:cNvPr id="20" name="Slide Number Placeholder 5">
            <a:extLst>
              <a:ext uri="{FF2B5EF4-FFF2-40B4-BE49-F238E27FC236}">
                <a16:creationId xmlns:a16="http://schemas.microsoft.com/office/drawing/2014/main" id="{5CAD452F-5AAD-459A-88BF-AC1C799F87C0}"/>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938481748"/>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inancials">
    <p:bg>
      <p:bgPr>
        <a:solidFill>
          <a:schemeClr val="bg1"/>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2C23B911-4208-28EF-4F65-EAFF910C0D4D}"/>
              </a:ext>
            </a:extLst>
          </p:cNvPr>
          <p:cNvSpPr/>
          <p:nvPr userDrawn="1"/>
        </p:nvSpPr>
        <p:spPr>
          <a:xfrm>
            <a:off x="0" y="2257168"/>
            <a:ext cx="12192000" cy="46008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2" name="Group 81">
            <a:extLst>
              <a:ext uri="{FF2B5EF4-FFF2-40B4-BE49-F238E27FC236}">
                <a16:creationId xmlns:a16="http://schemas.microsoft.com/office/drawing/2014/main" id="{C870C440-F79C-D8EE-3C83-F21FF50447E5}"/>
              </a:ext>
            </a:extLst>
          </p:cNvPr>
          <p:cNvGrpSpPr/>
          <p:nvPr userDrawn="1"/>
        </p:nvGrpSpPr>
        <p:grpSpPr>
          <a:xfrm>
            <a:off x="2438400" y="2389916"/>
            <a:ext cx="7315200" cy="2206818"/>
            <a:chOff x="2438400" y="1140976"/>
            <a:chExt cx="7315200" cy="2288024"/>
          </a:xfrm>
        </p:grpSpPr>
        <p:cxnSp>
          <p:nvCxnSpPr>
            <p:cNvPr id="83" name="Straight Connector 82">
              <a:extLst>
                <a:ext uri="{FF2B5EF4-FFF2-40B4-BE49-F238E27FC236}">
                  <a16:creationId xmlns:a16="http://schemas.microsoft.com/office/drawing/2014/main" id="{9F603619-2B53-99D0-C221-BD0BF71A908B}"/>
                </a:ext>
              </a:extLst>
            </p:cNvPr>
            <p:cNvCxnSpPr>
              <a:cxnSpLocks/>
            </p:cNvCxnSpPr>
            <p:nvPr/>
          </p:nvCxnSpPr>
          <p:spPr>
            <a:xfrm>
              <a:off x="24384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14585FE-AEB0-EF66-759E-727A96B065A1}"/>
                </a:ext>
              </a:extLst>
            </p:cNvPr>
            <p:cNvCxnSpPr>
              <a:cxnSpLocks/>
            </p:cNvCxnSpPr>
            <p:nvPr/>
          </p:nvCxnSpPr>
          <p:spPr>
            <a:xfrm>
              <a:off x="48768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167EE1E-0FB3-D0D3-D74F-DB6547626A8B}"/>
                </a:ext>
              </a:extLst>
            </p:cNvPr>
            <p:cNvCxnSpPr>
              <a:cxnSpLocks/>
            </p:cNvCxnSpPr>
            <p:nvPr/>
          </p:nvCxnSpPr>
          <p:spPr>
            <a:xfrm>
              <a:off x="73152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B64759C-635B-CC40-F56E-93C644DF8705}"/>
                </a:ext>
              </a:extLst>
            </p:cNvPr>
            <p:cNvCxnSpPr>
              <a:cxnSpLocks/>
            </p:cNvCxnSpPr>
            <p:nvPr/>
          </p:nvCxnSpPr>
          <p:spPr>
            <a:xfrm>
              <a:off x="97536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4558D870-521B-18AD-188C-4633E019BA90}"/>
              </a:ext>
            </a:extLst>
          </p:cNvPr>
          <p:cNvCxnSpPr>
            <a:cxnSpLocks/>
          </p:cNvCxnSpPr>
          <p:nvPr userDrawn="1"/>
        </p:nvCxnSpPr>
        <p:spPr>
          <a:xfrm>
            <a:off x="373063" y="4736155"/>
            <a:ext cx="11339873" cy="0"/>
          </a:xfrm>
          <a:prstGeom prst="line">
            <a:avLst/>
          </a:prstGeom>
          <a:ln w="12700">
            <a:solidFill>
              <a:schemeClr val="tx1"/>
            </a:solidFill>
            <a:prstDash val="sysDot"/>
            <a:tailEnd type="none" w="med" len="sm"/>
          </a:ln>
          <a:effectLst/>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1CEBD0F0-82F8-6C8B-A03F-7C9E9B1352BB}"/>
              </a:ext>
            </a:extLst>
          </p:cNvPr>
          <p:cNvGrpSpPr/>
          <p:nvPr userDrawn="1"/>
        </p:nvGrpSpPr>
        <p:grpSpPr>
          <a:xfrm>
            <a:off x="2438400" y="4936802"/>
            <a:ext cx="7315200" cy="1705276"/>
            <a:chOff x="2438400" y="1140976"/>
            <a:chExt cx="7315200" cy="2288024"/>
          </a:xfrm>
        </p:grpSpPr>
        <p:cxnSp>
          <p:nvCxnSpPr>
            <p:cNvPr id="89" name="Straight Connector 88">
              <a:extLst>
                <a:ext uri="{FF2B5EF4-FFF2-40B4-BE49-F238E27FC236}">
                  <a16:creationId xmlns:a16="http://schemas.microsoft.com/office/drawing/2014/main" id="{783AA839-DAED-B273-FE5C-FB3D317658D4}"/>
                </a:ext>
              </a:extLst>
            </p:cNvPr>
            <p:cNvCxnSpPr>
              <a:cxnSpLocks/>
            </p:cNvCxnSpPr>
            <p:nvPr/>
          </p:nvCxnSpPr>
          <p:spPr>
            <a:xfrm>
              <a:off x="24384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4A1968-A1EE-8F5E-8F4A-583234493BF4}"/>
                </a:ext>
              </a:extLst>
            </p:cNvPr>
            <p:cNvCxnSpPr>
              <a:cxnSpLocks/>
            </p:cNvCxnSpPr>
            <p:nvPr/>
          </p:nvCxnSpPr>
          <p:spPr>
            <a:xfrm>
              <a:off x="48768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52075C9-3D5B-6C19-60C0-405CCCD18B22}"/>
                </a:ext>
              </a:extLst>
            </p:cNvPr>
            <p:cNvCxnSpPr>
              <a:cxnSpLocks/>
            </p:cNvCxnSpPr>
            <p:nvPr/>
          </p:nvCxnSpPr>
          <p:spPr>
            <a:xfrm>
              <a:off x="73152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7723368-69A3-050B-898F-A381D8C2A3A6}"/>
                </a:ext>
              </a:extLst>
            </p:cNvPr>
            <p:cNvCxnSpPr>
              <a:cxnSpLocks/>
            </p:cNvCxnSpPr>
            <p:nvPr/>
          </p:nvCxnSpPr>
          <p:spPr>
            <a:xfrm>
              <a:off x="9753600" y="1140976"/>
              <a:ext cx="0" cy="2288024"/>
            </a:xfrm>
            <a:prstGeom prst="line">
              <a:avLst/>
            </a:prstGeom>
            <a:ln w="38100">
              <a:solidFill>
                <a:schemeClr val="bg1"/>
              </a:solidFill>
              <a:tailEnd type="none" w="med" len="sm"/>
            </a:ln>
            <a:effectLst/>
          </p:spPr>
          <p:style>
            <a:lnRef idx="1">
              <a:schemeClr val="accent1"/>
            </a:lnRef>
            <a:fillRef idx="0">
              <a:schemeClr val="accent1"/>
            </a:fillRef>
            <a:effectRef idx="0">
              <a:schemeClr val="accent1"/>
            </a:effectRef>
            <a:fontRef idx="minor">
              <a:schemeClr val="tx1"/>
            </a:fontRef>
          </p:style>
        </p:cxnSp>
      </p:grpSp>
      <p:sp>
        <p:nvSpPr>
          <p:cNvPr id="59" name="Text Placeholder 3">
            <a:extLst>
              <a:ext uri="{FF2B5EF4-FFF2-40B4-BE49-F238E27FC236}">
                <a16:creationId xmlns:a16="http://schemas.microsoft.com/office/drawing/2014/main" id="{692C0697-FA94-9E45-BC35-DCFF4BA563E9}"/>
              </a:ext>
            </a:extLst>
          </p:cNvPr>
          <p:cNvSpPr>
            <a:spLocks noGrp="1"/>
          </p:cNvSpPr>
          <p:nvPr>
            <p:ph type="body" sz="quarter" idx="24" hasCustomPrompt="1"/>
          </p:nvPr>
        </p:nvSpPr>
        <p:spPr>
          <a:xfrm>
            <a:off x="740674" y="3116853"/>
            <a:ext cx="1656154" cy="276999"/>
          </a:xfrm>
        </p:spPr>
        <p:txBody>
          <a:bodyPr lIns="0" bIns="0" anchor="t">
            <a:noAutofit/>
          </a:bodyPr>
          <a:lstStyle>
            <a:lvl1pPr marL="0" algn="l" defTabSz="914400" rtl="0" eaLnBrk="1" latinLnBrk="0" hangingPunct="1">
              <a:lnSpc>
                <a:spcPct val="100000"/>
              </a:lnSpc>
              <a:spcBef>
                <a:spcPts val="0"/>
              </a:spcBef>
              <a:defRPr lang="en-US" sz="14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2" name="Title 1"/>
          <p:cNvSpPr>
            <a:spLocks noGrp="1"/>
          </p:cNvSpPr>
          <p:nvPr>
            <p:ph type="title" hasCustomPrompt="1"/>
          </p:nvPr>
        </p:nvSpPr>
        <p:spPr>
          <a:xfrm>
            <a:off x="374904" y="502920"/>
            <a:ext cx="10515600" cy="685800"/>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hasCustomPrompt="1"/>
          </p:nvPr>
        </p:nvSpPr>
        <p:spPr>
          <a:xfrm>
            <a:off x="395000" y="286910"/>
            <a:ext cx="5601690" cy="198803"/>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Click to edit copy</a:t>
            </a:r>
          </a:p>
        </p:txBody>
      </p:sp>
      <p:sp>
        <p:nvSpPr>
          <p:cNvPr id="5" name="Text Placeholder 4">
            <a:extLst>
              <a:ext uri="{FF2B5EF4-FFF2-40B4-BE49-F238E27FC236}">
                <a16:creationId xmlns:a16="http://schemas.microsoft.com/office/drawing/2014/main" id="{05B95297-C579-0345-86B2-F2A6C51BF9C0}"/>
              </a:ext>
            </a:extLst>
          </p:cNvPr>
          <p:cNvSpPr>
            <a:spLocks noGrp="1"/>
          </p:cNvSpPr>
          <p:nvPr>
            <p:ph type="body" sz="quarter" idx="18" hasCustomPrompt="1"/>
          </p:nvPr>
        </p:nvSpPr>
        <p:spPr>
          <a:xfrm>
            <a:off x="373063" y="2032661"/>
            <a:ext cx="2058489" cy="261610"/>
          </a:xfrm>
        </p:spPr>
        <p:txBody>
          <a:bodyPr lIns="0">
            <a:noAutofit/>
          </a:bodyPr>
          <a:lstStyle>
            <a:lvl1pPr>
              <a:defRPr sz="1100" b="1" i="0" spc="40" baseline="0">
                <a:solidFill>
                  <a:schemeClr val="tx1"/>
                </a:solidFill>
                <a:latin typeface="Avenir Next LT Pro Demi" panose="020B0504020202020204" pitchFamily="34" charset="77"/>
              </a:defRPr>
            </a:lvl1pPr>
          </a:lstStyle>
          <a:p>
            <a:pPr lvl="0"/>
            <a:r>
              <a:rPr lang="en-US" dirty="0"/>
              <a:t>Revenue</a:t>
            </a:r>
          </a:p>
        </p:txBody>
      </p:sp>
      <p:sp>
        <p:nvSpPr>
          <p:cNvPr id="54" name="Text Placeholder 4">
            <a:extLst>
              <a:ext uri="{FF2B5EF4-FFF2-40B4-BE49-F238E27FC236}">
                <a16:creationId xmlns:a16="http://schemas.microsoft.com/office/drawing/2014/main" id="{18115635-D067-2F4E-BD78-2BE14A532754}"/>
              </a:ext>
            </a:extLst>
          </p:cNvPr>
          <p:cNvSpPr>
            <a:spLocks noGrp="1"/>
          </p:cNvSpPr>
          <p:nvPr>
            <p:ph type="body" sz="quarter" idx="19" hasCustomPrompt="1"/>
          </p:nvPr>
        </p:nvSpPr>
        <p:spPr>
          <a:xfrm>
            <a:off x="2783963" y="2032661"/>
            <a:ext cx="2058489" cy="261610"/>
          </a:xfrm>
        </p:spPr>
        <p:txBody>
          <a:bodyPr lIns="0">
            <a:noAutofit/>
          </a:bodyPr>
          <a:lstStyle>
            <a:lvl1pPr>
              <a:defRPr sz="1100" b="1" i="0" spc="40" baseline="0">
                <a:solidFill>
                  <a:schemeClr val="tx1"/>
                </a:solidFill>
                <a:latin typeface="Avenir Next LT Pro Demi" panose="020B0504020202020204" pitchFamily="34" charset="77"/>
              </a:defRPr>
            </a:lvl1pPr>
          </a:lstStyle>
          <a:p>
            <a:pPr lvl="0"/>
            <a:r>
              <a:rPr lang="en-US" dirty="0"/>
              <a:t>Adj. EBIT</a:t>
            </a:r>
          </a:p>
        </p:txBody>
      </p:sp>
      <p:sp>
        <p:nvSpPr>
          <p:cNvPr id="55" name="Text Placeholder 4">
            <a:extLst>
              <a:ext uri="{FF2B5EF4-FFF2-40B4-BE49-F238E27FC236}">
                <a16:creationId xmlns:a16="http://schemas.microsoft.com/office/drawing/2014/main" id="{A2052E4C-C0E1-9C41-A7BA-64F51C244C76}"/>
              </a:ext>
            </a:extLst>
          </p:cNvPr>
          <p:cNvSpPr>
            <a:spLocks noGrp="1"/>
          </p:cNvSpPr>
          <p:nvPr>
            <p:ph type="body" sz="quarter" idx="20" hasCustomPrompt="1"/>
          </p:nvPr>
        </p:nvSpPr>
        <p:spPr>
          <a:xfrm>
            <a:off x="5223056" y="2032661"/>
            <a:ext cx="2058489" cy="261610"/>
          </a:xfrm>
        </p:spPr>
        <p:txBody>
          <a:bodyPr lIns="0">
            <a:noAutofit/>
          </a:bodyPr>
          <a:lstStyle>
            <a:lvl1pPr>
              <a:defRPr sz="1100" b="1" i="0" spc="40" baseline="0">
                <a:solidFill>
                  <a:schemeClr val="tx1"/>
                </a:solidFill>
                <a:latin typeface="Avenir Next LT Pro Demi" panose="020B0504020202020204" pitchFamily="34" charset="77"/>
              </a:defRPr>
            </a:lvl1pPr>
          </a:lstStyle>
          <a:p>
            <a:pPr lvl="0"/>
            <a:r>
              <a:rPr lang="en-US" dirty="0"/>
              <a:t>Adj. EBIT Margin</a:t>
            </a:r>
          </a:p>
        </p:txBody>
      </p:sp>
      <p:sp>
        <p:nvSpPr>
          <p:cNvPr id="56" name="Text Placeholder 4">
            <a:extLst>
              <a:ext uri="{FF2B5EF4-FFF2-40B4-BE49-F238E27FC236}">
                <a16:creationId xmlns:a16="http://schemas.microsoft.com/office/drawing/2014/main" id="{ED9F401B-9A98-D34B-9023-E3F6F5B7B99D}"/>
              </a:ext>
            </a:extLst>
          </p:cNvPr>
          <p:cNvSpPr>
            <a:spLocks noGrp="1"/>
          </p:cNvSpPr>
          <p:nvPr>
            <p:ph type="body" sz="quarter" idx="21" hasCustomPrompt="1"/>
          </p:nvPr>
        </p:nvSpPr>
        <p:spPr>
          <a:xfrm>
            <a:off x="7637072" y="2032661"/>
            <a:ext cx="2058489" cy="261610"/>
          </a:xfrm>
        </p:spPr>
        <p:txBody>
          <a:bodyPr lIns="0">
            <a:noAutofit/>
          </a:bodyPr>
          <a:lstStyle>
            <a:lvl1pPr>
              <a:defRPr sz="1100" b="1" i="0" spc="40" baseline="0">
                <a:solidFill>
                  <a:schemeClr val="tx1"/>
                </a:solidFill>
                <a:latin typeface="Avenir Next LT Pro Demi" panose="020B0504020202020204" pitchFamily="34" charset="77"/>
              </a:defRPr>
            </a:lvl1pPr>
          </a:lstStyle>
          <a:p>
            <a:pPr lvl="0"/>
            <a:r>
              <a:rPr lang="en-US" dirty="0"/>
              <a:t>Adj. FCF</a:t>
            </a:r>
          </a:p>
        </p:txBody>
      </p:sp>
      <p:sp>
        <p:nvSpPr>
          <p:cNvPr id="57" name="Text Placeholder 4">
            <a:extLst>
              <a:ext uri="{FF2B5EF4-FFF2-40B4-BE49-F238E27FC236}">
                <a16:creationId xmlns:a16="http://schemas.microsoft.com/office/drawing/2014/main" id="{1A1F205B-1CFE-0D4A-9A5F-F80900F35456}"/>
              </a:ext>
            </a:extLst>
          </p:cNvPr>
          <p:cNvSpPr>
            <a:spLocks noGrp="1"/>
          </p:cNvSpPr>
          <p:nvPr>
            <p:ph type="body" sz="quarter" idx="22" hasCustomPrompt="1"/>
          </p:nvPr>
        </p:nvSpPr>
        <p:spPr>
          <a:xfrm>
            <a:off x="10076724" y="2032661"/>
            <a:ext cx="2058489" cy="261610"/>
          </a:xfrm>
        </p:spPr>
        <p:txBody>
          <a:bodyPr lIns="0">
            <a:noAutofit/>
          </a:bodyPr>
          <a:lstStyle>
            <a:lvl1pPr>
              <a:defRPr sz="1100" b="1" i="0" spc="40" baseline="0">
                <a:solidFill>
                  <a:schemeClr val="tx1"/>
                </a:solidFill>
                <a:latin typeface="Avenir Next LT Pro Demi" panose="020B0504020202020204" pitchFamily="34" charset="77"/>
              </a:defRPr>
            </a:lvl1pPr>
          </a:lstStyle>
          <a:p>
            <a:pPr lvl="0"/>
            <a:r>
              <a:rPr lang="en-US" dirty="0"/>
              <a:t>Adj. EPS</a:t>
            </a:r>
          </a:p>
        </p:txBody>
      </p:sp>
      <p:sp>
        <p:nvSpPr>
          <p:cNvPr id="58" name="Text Placeholder 3">
            <a:extLst>
              <a:ext uri="{FF2B5EF4-FFF2-40B4-BE49-F238E27FC236}">
                <a16:creationId xmlns:a16="http://schemas.microsoft.com/office/drawing/2014/main" id="{1F34F4AD-E9C4-4D45-B165-5DB73626C9C1}"/>
              </a:ext>
            </a:extLst>
          </p:cNvPr>
          <p:cNvSpPr>
            <a:spLocks noGrp="1"/>
          </p:cNvSpPr>
          <p:nvPr>
            <p:ph type="body" sz="quarter" idx="23" hasCustomPrompt="1"/>
          </p:nvPr>
        </p:nvSpPr>
        <p:spPr>
          <a:xfrm>
            <a:off x="296074" y="2341800"/>
            <a:ext cx="2083643" cy="755652"/>
          </a:xfrm>
        </p:spPr>
        <p:txBody>
          <a:bodyPr lIns="0" bIns="0" anchor="t">
            <a:noAutofit/>
          </a:bodyPr>
          <a:lstStyle>
            <a:lvl1pPr marL="0" algn="l" defTabSz="914400" rtl="0" eaLnBrk="1" latinLnBrk="0" hangingPunct="1">
              <a:lnSpc>
                <a:spcPct val="100000"/>
              </a:lnSpc>
              <a:spcBef>
                <a:spcPts val="0"/>
              </a:spcBef>
              <a:defRPr lang="en-US" sz="48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0" name="Text Placeholder 3">
            <a:extLst>
              <a:ext uri="{FF2B5EF4-FFF2-40B4-BE49-F238E27FC236}">
                <a16:creationId xmlns:a16="http://schemas.microsoft.com/office/drawing/2014/main" id="{12BD5805-FEEC-9748-BDA3-699EAD62E733}"/>
              </a:ext>
            </a:extLst>
          </p:cNvPr>
          <p:cNvSpPr>
            <a:spLocks noGrp="1"/>
          </p:cNvSpPr>
          <p:nvPr>
            <p:ph type="body" sz="quarter" idx="25" hasCustomPrompt="1"/>
          </p:nvPr>
        </p:nvSpPr>
        <p:spPr>
          <a:xfrm>
            <a:off x="3142498" y="3116853"/>
            <a:ext cx="1656154" cy="276999"/>
          </a:xfrm>
        </p:spPr>
        <p:txBody>
          <a:bodyPr lIns="0" bIns="0" anchor="t">
            <a:noAutofit/>
          </a:bodyPr>
          <a:lstStyle>
            <a:lvl1pPr marL="0" algn="l" defTabSz="914400" rtl="0" eaLnBrk="1" latinLnBrk="0" hangingPunct="1">
              <a:lnSpc>
                <a:spcPct val="100000"/>
              </a:lnSpc>
              <a:spcBef>
                <a:spcPts val="0"/>
              </a:spcBef>
              <a:defRPr lang="en-US" sz="14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1" name="Text Placeholder 3">
            <a:extLst>
              <a:ext uri="{FF2B5EF4-FFF2-40B4-BE49-F238E27FC236}">
                <a16:creationId xmlns:a16="http://schemas.microsoft.com/office/drawing/2014/main" id="{D820A315-3D6C-2141-A198-DEC3E3F83E87}"/>
              </a:ext>
            </a:extLst>
          </p:cNvPr>
          <p:cNvSpPr>
            <a:spLocks noGrp="1"/>
          </p:cNvSpPr>
          <p:nvPr>
            <p:ph type="body" sz="quarter" idx="26" hasCustomPrompt="1"/>
          </p:nvPr>
        </p:nvSpPr>
        <p:spPr>
          <a:xfrm>
            <a:off x="2697898" y="2341800"/>
            <a:ext cx="2083643" cy="755652"/>
          </a:xfrm>
        </p:spPr>
        <p:txBody>
          <a:bodyPr lIns="0" bIns="0" anchor="t">
            <a:noAutofit/>
          </a:bodyPr>
          <a:lstStyle>
            <a:lvl1pPr marL="0" algn="l" defTabSz="914400" rtl="0" eaLnBrk="1" latinLnBrk="0" hangingPunct="1">
              <a:lnSpc>
                <a:spcPct val="100000"/>
              </a:lnSpc>
              <a:spcBef>
                <a:spcPts val="0"/>
              </a:spcBef>
              <a:defRPr lang="en-US" sz="48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4" name="Text Placeholder 3">
            <a:extLst>
              <a:ext uri="{FF2B5EF4-FFF2-40B4-BE49-F238E27FC236}">
                <a16:creationId xmlns:a16="http://schemas.microsoft.com/office/drawing/2014/main" id="{2E5794EE-FF68-9A44-9128-33DD6ADD2C2A}"/>
              </a:ext>
            </a:extLst>
          </p:cNvPr>
          <p:cNvSpPr>
            <a:spLocks noGrp="1"/>
          </p:cNvSpPr>
          <p:nvPr>
            <p:ph type="body" sz="quarter" idx="27" hasCustomPrompt="1"/>
          </p:nvPr>
        </p:nvSpPr>
        <p:spPr>
          <a:xfrm>
            <a:off x="5580898" y="3116853"/>
            <a:ext cx="1656154" cy="276999"/>
          </a:xfrm>
        </p:spPr>
        <p:txBody>
          <a:bodyPr lIns="0" bIns="0" anchor="t">
            <a:noAutofit/>
          </a:bodyPr>
          <a:lstStyle>
            <a:lvl1pPr marL="0" algn="l" defTabSz="914400" rtl="0" eaLnBrk="1" latinLnBrk="0" hangingPunct="1">
              <a:lnSpc>
                <a:spcPct val="100000"/>
              </a:lnSpc>
              <a:spcBef>
                <a:spcPts val="0"/>
              </a:spcBef>
              <a:defRPr lang="en-US" sz="14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5" name="Text Placeholder 3">
            <a:extLst>
              <a:ext uri="{FF2B5EF4-FFF2-40B4-BE49-F238E27FC236}">
                <a16:creationId xmlns:a16="http://schemas.microsoft.com/office/drawing/2014/main" id="{3723CF1A-4FAE-7F4D-A4C4-1224CD1BCFD1}"/>
              </a:ext>
            </a:extLst>
          </p:cNvPr>
          <p:cNvSpPr>
            <a:spLocks noGrp="1"/>
          </p:cNvSpPr>
          <p:nvPr>
            <p:ph type="body" sz="quarter" idx="28" hasCustomPrompt="1"/>
          </p:nvPr>
        </p:nvSpPr>
        <p:spPr>
          <a:xfrm>
            <a:off x="5136298" y="2341800"/>
            <a:ext cx="2083643" cy="755652"/>
          </a:xfrm>
        </p:spPr>
        <p:txBody>
          <a:bodyPr lIns="0" bIns="0" anchor="t">
            <a:noAutofit/>
          </a:bodyPr>
          <a:lstStyle>
            <a:lvl1pPr marL="0" algn="l" defTabSz="914400" rtl="0" eaLnBrk="1" latinLnBrk="0" hangingPunct="1">
              <a:lnSpc>
                <a:spcPct val="100000"/>
              </a:lnSpc>
              <a:spcBef>
                <a:spcPts val="0"/>
              </a:spcBef>
              <a:defRPr lang="en-US" sz="48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6" name="Text Placeholder 3">
            <a:extLst>
              <a:ext uri="{FF2B5EF4-FFF2-40B4-BE49-F238E27FC236}">
                <a16:creationId xmlns:a16="http://schemas.microsoft.com/office/drawing/2014/main" id="{92EC08B4-3194-464A-8038-BB3E20DB8323}"/>
              </a:ext>
            </a:extLst>
          </p:cNvPr>
          <p:cNvSpPr>
            <a:spLocks noGrp="1"/>
          </p:cNvSpPr>
          <p:nvPr>
            <p:ph type="body" sz="quarter" idx="29" hasCustomPrompt="1"/>
          </p:nvPr>
        </p:nvSpPr>
        <p:spPr>
          <a:xfrm>
            <a:off x="7994914" y="3116853"/>
            <a:ext cx="1656154" cy="276999"/>
          </a:xfrm>
        </p:spPr>
        <p:txBody>
          <a:bodyPr lIns="0" bIns="0" anchor="t">
            <a:noAutofit/>
          </a:bodyPr>
          <a:lstStyle>
            <a:lvl1pPr marL="0" algn="l" defTabSz="914400" rtl="0" eaLnBrk="1" latinLnBrk="0" hangingPunct="1">
              <a:lnSpc>
                <a:spcPct val="100000"/>
              </a:lnSpc>
              <a:spcBef>
                <a:spcPts val="0"/>
              </a:spcBef>
              <a:defRPr lang="en-US" sz="14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7" name="Text Placeholder 3">
            <a:extLst>
              <a:ext uri="{FF2B5EF4-FFF2-40B4-BE49-F238E27FC236}">
                <a16:creationId xmlns:a16="http://schemas.microsoft.com/office/drawing/2014/main" id="{BE6B5C51-37D0-7B4F-8F08-479B7F95A6B2}"/>
              </a:ext>
            </a:extLst>
          </p:cNvPr>
          <p:cNvSpPr>
            <a:spLocks noGrp="1"/>
          </p:cNvSpPr>
          <p:nvPr>
            <p:ph type="body" sz="quarter" idx="30" hasCustomPrompt="1"/>
          </p:nvPr>
        </p:nvSpPr>
        <p:spPr>
          <a:xfrm>
            <a:off x="7550314" y="2341800"/>
            <a:ext cx="2083643" cy="755652"/>
          </a:xfrm>
        </p:spPr>
        <p:txBody>
          <a:bodyPr lIns="0" bIns="0" anchor="t">
            <a:noAutofit/>
          </a:bodyPr>
          <a:lstStyle>
            <a:lvl1pPr marL="0" algn="l" defTabSz="914400" rtl="0" eaLnBrk="1" latinLnBrk="0" hangingPunct="1">
              <a:lnSpc>
                <a:spcPct val="100000"/>
              </a:lnSpc>
              <a:spcBef>
                <a:spcPts val="0"/>
              </a:spcBef>
              <a:defRPr lang="en-US" sz="48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8" name="Text Placeholder 3">
            <a:extLst>
              <a:ext uri="{FF2B5EF4-FFF2-40B4-BE49-F238E27FC236}">
                <a16:creationId xmlns:a16="http://schemas.microsoft.com/office/drawing/2014/main" id="{891070FF-5ED4-1940-94CC-B0A47A80A77B}"/>
              </a:ext>
            </a:extLst>
          </p:cNvPr>
          <p:cNvSpPr>
            <a:spLocks noGrp="1"/>
          </p:cNvSpPr>
          <p:nvPr>
            <p:ph type="body" sz="quarter" idx="31" hasCustomPrompt="1"/>
          </p:nvPr>
        </p:nvSpPr>
        <p:spPr>
          <a:xfrm>
            <a:off x="10445506" y="3116853"/>
            <a:ext cx="1656154" cy="276999"/>
          </a:xfrm>
        </p:spPr>
        <p:txBody>
          <a:bodyPr lIns="0" bIns="0" anchor="t">
            <a:noAutofit/>
          </a:bodyPr>
          <a:lstStyle>
            <a:lvl1pPr marL="0" algn="l" defTabSz="914400" rtl="0" eaLnBrk="1" latinLnBrk="0" hangingPunct="1">
              <a:lnSpc>
                <a:spcPct val="100000"/>
              </a:lnSpc>
              <a:spcBef>
                <a:spcPts val="0"/>
              </a:spcBef>
              <a:defRPr lang="en-US" sz="14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69" name="Text Placeholder 3">
            <a:extLst>
              <a:ext uri="{FF2B5EF4-FFF2-40B4-BE49-F238E27FC236}">
                <a16:creationId xmlns:a16="http://schemas.microsoft.com/office/drawing/2014/main" id="{0F06755D-2B14-5B42-BC62-27449DCCDAF8}"/>
              </a:ext>
            </a:extLst>
          </p:cNvPr>
          <p:cNvSpPr>
            <a:spLocks noGrp="1"/>
          </p:cNvSpPr>
          <p:nvPr>
            <p:ph type="body" sz="quarter" idx="32" hasCustomPrompt="1"/>
          </p:nvPr>
        </p:nvSpPr>
        <p:spPr>
          <a:xfrm>
            <a:off x="10000906" y="2341800"/>
            <a:ext cx="2083643" cy="755652"/>
          </a:xfrm>
        </p:spPr>
        <p:txBody>
          <a:bodyPr lIns="0" bIns="0" anchor="t">
            <a:noAutofit/>
          </a:bodyPr>
          <a:lstStyle>
            <a:lvl1pPr marL="0" algn="l" defTabSz="914400" rtl="0" eaLnBrk="1" latinLnBrk="0" hangingPunct="1">
              <a:lnSpc>
                <a:spcPct val="100000"/>
              </a:lnSpc>
              <a:spcBef>
                <a:spcPts val="0"/>
              </a:spcBef>
              <a:defRPr lang="en-US" sz="48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1" name="Text Placeholder 3">
            <a:extLst>
              <a:ext uri="{FF2B5EF4-FFF2-40B4-BE49-F238E27FC236}">
                <a16:creationId xmlns:a16="http://schemas.microsoft.com/office/drawing/2014/main" id="{CF347D97-5E17-D347-8C61-0777B6DE52AE}"/>
              </a:ext>
            </a:extLst>
          </p:cNvPr>
          <p:cNvSpPr>
            <a:spLocks noGrp="1"/>
          </p:cNvSpPr>
          <p:nvPr>
            <p:ph type="body" sz="quarter" idx="34" hasCustomPrompt="1"/>
          </p:nvPr>
        </p:nvSpPr>
        <p:spPr>
          <a:xfrm>
            <a:off x="371908" y="5165959"/>
            <a:ext cx="1656154" cy="276999"/>
          </a:xfrm>
        </p:spPr>
        <p:txBody>
          <a:bodyPr lIns="0" bIns="0" anchor="t">
            <a:noAutofit/>
          </a:bodyPr>
          <a:lstStyle>
            <a:lvl1pPr marL="0" algn="l" defTabSz="914400" rtl="0" eaLnBrk="1" latinLnBrk="0" hangingPunct="1">
              <a:lnSpc>
                <a:spcPct val="100000"/>
              </a:lnSpc>
              <a:spcBef>
                <a:spcPts val="0"/>
              </a:spcBef>
              <a:defRPr lang="en-US" sz="16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2" name="Text Placeholder 3">
            <a:extLst>
              <a:ext uri="{FF2B5EF4-FFF2-40B4-BE49-F238E27FC236}">
                <a16:creationId xmlns:a16="http://schemas.microsoft.com/office/drawing/2014/main" id="{ED2C932E-0BDF-D045-9107-8C2089E1AADA}"/>
              </a:ext>
            </a:extLst>
          </p:cNvPr>
          <p:cNvSpPr>
            <a:spLocks noGrp="1"/>
          </p:cNvSpPr>
          <p:nvPr>
            <p:ph type="body" sz="quarter" idx="35" hasCustomPrompt="1"/>
          </p:nvPr>
        </p:nvSpPr>
        <p:spPr>
          <a:xfrm>
            <a:off x="708377" y="5536306"/>
            <a:ext cx="1656154" cy="276999"/>
          </a:xfrm>
        </p:spPr>
        <p:txBody>
          <a:bodyPr lIns="0" tIns="0" bIns="0" anchor="ctr">
            <a:noAutofit/>
          </a:bodyPr>
          <a:lstStyle>
            <a:lvl1pPr marL="0" algn="l" defTabSz="914400" rtl="0" eaLnBrk="1" latinLnBrk="0" hangingPunct="1">
              <a:lnSpc>
                <a:spcPct val="100000"/>
              </a:lnSpc>
              <a:spcBef>
                <a:spcPts val="0"/>
              </a:spcBef>
              <a:defRPr lang="en-US" sz="105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3" name="Text Placeholder 3">
            <a:extLst>
              <a:ext uri="{FF2B5EF4-FFF2-40B4-BE49-F238E27FC236}">
                <a16:creationId xmlns:a16="http://schemas.microsoft.com/office/drawing/2014/main" id="{AF7D14B6-4772-6E40-A788-2BEF59231A1F}"/>
              </a:ext>
            </a:extLst>
          </p:cNvPr>
          <p:cNvSpPr>
            <a:spLocks noGrp="1"/>
          </p:cNvSpPr>
          <p:nvPr>
            <p:ph type="body" sz="quarter" idx="36" hasCustomPrompt="1"/>
          </p:nvPr>
        </p:nvSpPr>
        <p:spPr>
          <a:xfrm>
            <a:off x="2761540" y="5165959"/>
            <a:ext cx="1656154" cy="276999"/>
          </a:xfrm>
        </p:spPr>
        <p:txBody>
          <a:bodyPr lIns="0" bIns="0" anchor="t">
            <a:noAutofit/>
          </a:bodyPr>
          <a:lstStyle>
            <a:lvl1pPr marL="0" algn="l" defTabSz="914400" rtl="0" eaLnBrk="1" latinLnBrk="0" hangingPunct="1">
              <a:lnSpc>
                <a:spcPct val="100000"/>
              </a:lnSpc>
              <a:spcBef>
                <a:spcPts val="0"/>
              </a:spcBef>
              <a:defRPr lang="en-US" sz="16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4" name="Text Placeholder 3">
            <a:extLst>
              <a:ext uri="{FF2B5EF4-FFF2-40B4-BE49-F238E27FC236}">
                <a16:creationId xmlns:a16="http://schemas.microsoft.com/office/drawing/2014/main" id="{4771CBFF-FEA5-0043-9458-B5E9FCEEA9D4}"/>
              </a:ext>
            </a:extLst>
          </p:cNvPr>
          <p:cNvSpPr>
            <a:spLocks noGrp="1"/>
          </p:cNvSpPr>
          <p:nvPr>
            <p:ph type="body" sz="quarter" idx="37" hasCustomPrompt="1"/>
          </p:nvPr>
        </p:nvSpPr>
        <p:spPr>
          <a:xfrm>
            <a:off x="3102793" y="5536306"/>
            <a:ext cx="1656154" cy="276999"/>
          </a:xfrm>
        </p:spPr>
        <p:txBody>
          <a:bodyPr lIns="0" tIns="0" bIns="0" anchor="ctr">
            <a:noAutofit/>
          </a:bodyPr>
          <a:lstStyle>
            <a:lvl1pPr marL="0" algn="l" defTabSz="914400" rtl="0" eaLnBrk="1" latinLnBrk="0" hangingPunct="1">
              <a:lnSpc>
                <a:spcPct val="100000"/>
              </a:lnSpc>
              <a:spcBef>
                <a:spcPts val="0"/>
              </a:spcBef>
              <a:defRPr lang="en-US" sz="105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5" name="Text Placeholder 3">
            <a:extLst>
              <a:ext uri="{FF2B5EF4-FFF2-40B4-BE49-F238E27FC236}">
                <a16:creationId xmlns:a16="http://schemas.microsoft.com/office/drawing/2014/main" id="{13D2A88D-B566-164A-9DD7-1FC822CEC21F}"/>
              </a:ext>
            </a:extLst>
          </p:cNvPr>
          <p:cNvSpPr>
            <a:spLocks noGrp="1"/>
          </p:cNvSpPr>
          <p:nvPr>
            <p:ph type="body" sz="quarter" idx="38" hasCustomPrompt="1"/>
          </p:nvPr>
        </p:nvSpPr>
        <p:spPr>
          <a:xfrm>
            <a:off x="5202525" y="5165959"/>
            <a:ext cx="1656154" cy="276999"/>
          </a:xfrm>
        </p:spPr>
        <p:txBody>
          <a:bodyPr lIns="0" bIns="0" anchor="t">
            <a:noAutofit/>
          </a:bodyPr>
          <a:lstStyle>
            <a:lvl1pPr marL="0" algn="l" defTabSz="914400" rtl="0" eaLnBrk="1" latinLnBrk="0" hangingPunct="1">
              <a:lnSpc>
                <a:spcPct val="100000"/>
              </a:lnSpc>
              <a:spcBef>
                <a:spcPts val="0"/>
              </a:spcBef>
              <a:defRPr lang="en-US" sz="16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6" name="Text Placeholder 3">
            <a:extLst>
              <a:ext uri="{FF2B5EF4-FFF2-40B4-BE49-F238E27FC236}">
                <a16:creationId xmlns:a16="http://schemas.microsoft.com/office/drawing/2014/main" id="{03D6EFEA-7CD5-654B-A479-F69FDDC7FFCD}"/>
              </a:ext>
            </a:extLst>
          </p:cNvPr>
          <p:cNvSpPr>
            <a:spLocks noGrp="1"/>
          </p:cNvSpPr>
          <p:nvPr>
            <p:ph type="body" sz="quarter" idx="39" hasCustomPrompt="1"/>
          </p:nvPr>
        </p:nvSpPr>
        <p:spPr>
          <a:xfrm>
            <a:off x="5538994" y="5536306"/>
            <a:ext cx="1656154" cy="276999"/>
          </a:xfrm>
        </p:spPr>
        <p:txBody>
          <a:bodyPr lIns="0" tIns="0" bIns="0" anchor="ctr">
            <a:noAutofit/>
          </a:bodyPr>
          <a:lstStyle>
            <a:lvl1pPr marL="0" algn="l" defTabSz="914400" rtl="0" eaLnBrk="1" latinLnBrk="0" hangingPunct="1">
              <a:lnSpc>
                <a:spcPct val="100000"/>
              </a:lnSpc>
              <a:spcBef>
                <a:spcPts val="0"/>
              </a:spcBef>
              <a:defRPr lang="en-US" sz="105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7" name="Text Placeholder 3">
            <a:extLst>
              <a:ext uri="{FF2B5EF4-FFF2-40B4-BE49-F238E27FC236}">
                <a16:creationId xmlns:a16="http://schemas.microsoft.com/office/drawing/2014/main" id="{DB2DD95E-4B29-6D42-BEAB-03CF42B7B099}"/>
              </a:ext>
            </a:extLst>
          </p:cNvPr>
          <p:cNvSpPr>
            <a:spLocks noGrp="1"/>
          </p:cNvSpPr>
          <p:nvPr>
            <p:ph type="body" sz="quarter" idx="40" hasCustomPrompt="1"/>
          </p:nvPr>
        </p:nvSpPr>
        <p:spPr>
          <a:xfrm>
            <a:off x="7616541" y="5165959"/>
            <a:ext cx="1656154" cy="276999"/>
          </a:xfrm>
        </p:spPr>
        <p:txBody>
          <a:bodyPr lIns="0" bIns="0" anchor="t">
            <a:noAutofit/>
          </a:bodyPr>
          <a:lstStyle>
            <a:lvl1pPr marL="0" algn="l" defTabSz="914400" rtl="0" eaLnBrk="1" latinLnBrk="0" hangingPunct="1">
              <a:lnSpc>
                <a:spcPct val="100000"/>
              </a:lnSpc>
              <a:spcBef>
                <a:spcPts val="0"/>
              </a:spcBef>
              <a:defRPr lang="en-US" sz="16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8" name="Text Placeholder 3">
            <a:extLst>
              <a:ext uri="{FF2B5EF4-FFF2-40B4-BE49-F238E27FC236}">
                <a16:creationId xmlns:a16="http://schemas.microsoft.com/office/drawing/2014/main" id="{3E780538-E4F8-AD47-A70D-E3F8332BCB7B}"/>
              </a:ext>
            </a:extLst>
          </p:cNvPr>
          <p:cNvSpPr>
            <a:spLocks noGrp="1"/>
          </p:cNvSpPr>
          <p:nvPr>
            <p:ph type="body" sz="quarter" idx="41" hasCustomPrompt="1"/>
          </p:nvPr>
        </p:nvSpPr>
        <p:spPr>
          <a:xfrm>
            <a:off x="7953010" y="5536306"/>
            <a:ext cx="1656154" cy="276999"/>
          </a:xfrm>
        </p:spPr>
        <p:txBody>
          <a:bodyPr lIns="0" tIns="0" bIns="0" anchor="ctr">
            <a:noAutofit/>
          </a:bodyPr>
          <a:lstStyle>
            <a:lvl1pPr marL="0" algn="l" defTabSz="914400" rtl="0" eaLnBrk="1" latinLnBrk="0" hangingPunct="1">
              <a:lnSpc>
                <a:spcPct val="100000"/>
              </a:lnSpc>
              <a:spcBef>
                <a:spcPts val="0"/>
              </a:spcBef>
              <a:defRPr lang="en-US" sz="105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9" name="Text Placeholder 3">
            <a:extLst>
              <a:ext uri="{FF2B5EF4-FFF2-40B4-BE49-F238E27FC236}">
                <a16:creationId xmlns:a16="http://schemas.microsoft.com/office/drawing/2014/main" id="{D2C6751A-2417-9849-A204-BE4B6255F58A}"/>
              </a:ext>
            </a:extLst>
          </p:cNvPr>
          <p:cNvSpPr>
            <a:spLocks noGrp="1"/>
          </p:cNvSpPr>
          <p:nvPr>
            <p:ph type="body" sz="quarter" idx="42" hasCustomPrompt="1"/>
          </p:nvPr>
        </p:nvSpPr>
        <p:spPr>
          <a:xfrm>
            <a:off x="10067133" y="5165959"/>
            <a:ext cx="1656154" cy="276999"/>
          </a:xfrm>
        </p:spPr>
        <p:txBody>
          <a:bodyPr lIns="0" bIns="0" anchor="t">
            <a:noAutofit/>
          </a:bodyPr>
          <a:lstStyle>
            <a:lvl1pPr marL="0" algn="l" defTabSz="914400" rtl="0" eaLnBrk="1" latinLnBrk="0" hangingPunct="1">
              <a:lnSpc>
                <a:spcPct val="100000"/>
              </a:lnSpc>
              <a:spcBef>
                <a:spcPts val="0"/>
              </a:spcBef>
              <a:defRPr lang="en-US" sz="160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80" name="Text Placeholder 3">
            <a:extLst>
              <a:ext uri="{FF2B5EF4-FFF2-40B4-BE49-F238E27FC236}">
                <a16:creationId xmlns:a16="http://schemas.microsoft.com/office/drawing/2014/main" id="{D7D2C412-EE00-0F47-A199-5C013840E31D}"/>
              </a:ext>
            </a:extLst>
          </p:cNvPr>
          <p:cNvSpPr>
            <a:spLocks noGrp="1"/>
          </p:cNvSpPr>
          <p:nvPr>
            <p:ph type="body" sz="quarter" idx="43" hasCustomPrompt="1"/>
          </p:nvPr>
        </p:nvSpPr>
        <p:spPr>
          <a:xfrm>
            <a:off x="10403602" y="5536306"/>
            <a:ext cx="1656154" cy="276999"/>
          </a:xfrm>
        </p:spPr>
        <p:txBody>
          <a:bodyPr lIns="0" tIns="0" bIns="0" anchor="ctr">
            <a:noAutofit/>
          </a:bodyPr>
          <a:lstStyle>
            <a:lvl1pPr marL="0" algn="l" defTabSz="914400" rtl="0" eaLnBrk="1" latinLnBrk="0" hangingPunct="1">
              <a:lnSpc>
                <a:spcPct val="100000"/>
              </a:lnSpc>
              <a:spcBef>
                <a:spcPts val="0"/>
              </a:spcBef>
              <a:defRPr lang="en-US" sz="1050" b="0" i="0" kern="1200" dirty="0">
                <a:solidFill>
                  <a:schemeClr val="tx1"/>
                </a:solidFill>
                <a:latin typeface="+mn-lt"/>
                <a:ea typeface="Avenir Next" panose="020B0503020202020204" pitchFamily="34" charset="0"/>
                <a:cs typeface="Avenir Next" panose="020B0503020202020204" pitchFamily="34" charset="0"/>
              </a:defRPr>
            </a:lvl1pPr>
          </a:lstStyle>
          <a:p>
            <a:pPr lvl="0"/>
            <a:r>
              <a:rPr lang="en-US" dirty="0"/>
              <a:t>XX</a:t>
            </a:r>
          </a:p>
        </p:txBody>
      </p:sp>
      <p:sp>
        <p:nvSpPr>
          <p:cNvPr id="70" name="Text Placeholder 4">
            <a:extLst>
              <a:ext uri="{FF2B5EF4-FFF2-40B4-BE49-F238E27FC236}">
                <a16:creationId xmlns:a16="http://schemas.microsoft.com/office/drawing/2014/main" id="{E6EF203C-4630-F640-8D7D-E4EB8408FC12}"/>
              </a:ext>
            </a:extLst>
          </p:cNvPr>
          <p:cNvSpPr>
            <a:spLocks noGrp="1"/>
          </p:cNvSpPr>
          <p:nvPr>
            <p:ph type="body" sz="quarter" idx="33" hasCustomPrompt="1"/>
          </p:nvPr>
        </p:nvSpPr>
        <p:spPr>
          <a:xfrm>
            <a:off x="5066756" y="4589570"/>
            <a:ext cx="2058489" cy="261610"/>
          </a:xfrm>
          <a:solidFill>
            <a:schemeClr val="bg2"/>
          </a:solidFill>
        </p:spPr>
        <p:txBody>
          <a:bodyPr lIns="0">
            <a:noAutofit/>
          </a:bodyPr>
          <a:lstStyle>
            <a:lvl1pPr marL="0" indent="0" algn="ctr" defTabSz="914400" rtl="0" eaLnBrk="1" latinLnBrk="0" hangingPunct="1">
              <a:lnSpc>
                <a:spcPct val="90000"/>
              </a:lnSpc>
              <a:spcBef>
                <a:spcPts val="1000"/>
              </a:spcBef>
              <a:buFont typeface="Arial"/>
              <a:buNone/>
              <a:defRPr lang="en-US" sz="12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lvl="0"/>
            <a:r>
              <a:rPr lang="en-US" dirty="0"/>
              <a:t>Full Year</a:t>
            </a:r>
          </a:p>
        </p:txBody>
      </p:sp>
      <p:sp>
        <p:nvSpPr>
          <p:cNvPr id="45" name="Slide Number Placeholder 5">
            <a:extLst>
              <a:ext uri="{FF2B5EF4-FFF2-40B4-BE49-F238E27FC236}">
                <a16:creationId xmlns:a16="http://schemas.microsoft.com/office/drawing/2014/main" id="{1EF8FECF-947C-41B7-8D28-925AECD510E7}"/>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25336247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48" userDrawn="1">
          <p15:clr>
            <a:srgbClr val="FBAE40"/>
          </p15:clr>
        </p15:guide>
        <p15:guide id="3" orient="horz" pos="3792" userDrawn="1">
          <p15:clr>
            <a:srgbClr val="FBAE40"/>
          </p15:clr>
        </p15:guide>
        <p15:guide id="4" orient="horz" pos="4045"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Editable Map + Data Points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4904" y="502920"/>
            <a:ext cx="7702296" cy="1027176"/>
          </a:xfrm>
        </p:spPr>
        <p:txBody>
          <a:bodyPr lIns="0">
            <a:noAutofit/>
          </a:bodyPr>
          <a:lstStyle>
            <a:lvl1pPr marL="0" algn="l" defTabSz="914400" rtl="0" eaLnBrk="1" latinLnBrk="0" hangingPunct="1">
              <a:lnSpc>
                <a:spcPct val="90000"/>
              </a:lnSpc>
              <a:spcBef>
                <a:spcPct val="0"/>
              </a:spcBef>
              <a:buNone/>
              <a:defRPr lang="en-US" sz="2400" b="0" i="0" kern="1200" spc="70" baseline="0" dirty="0">
                <a:solidFill>
                  <a:schemeClr val="tx1"/>
                </a:solidFill>
                <a:latin typeface="+mn-lt"/>
                <a:ea typeface="Avenir Next" panose="020B0503020202020204" pitchFamily="34" charset="0"/>
                <a:cs typeface="Avenir Next" panose="020B0503020202020204" pitchFamily="34" charset="0"/>
              </a:defRPr>
            </a:lvl1pPr>
          </a:lstStyle>
          <a:p>
            <a:r>
              <a:rPr lang="en-US" dirty="0"/>
              <a:t>Click to edit Master title style</a:t>
            </a:r>
          </a:p>
        </p:txBody>
      </p:sp>
      <p:sp>
        <p:nvSpPr>
          <p:cNvPr id="9" name="Text Placeholder 8"/>
          <p:cNvSpPr>
            <a:spLocks noGrp="1"/>
          </p:cNvSpPr>
          <p:nvPr>
            <p:ph type="body" sz="quarter" idx="13"/>
          </p:nvPr>
        </p:nvSpPr>
        <p:spPr>
          <a:xfrm>
            <a:off x="395000" y="286910"/>
            <a:ext cx="5721096" cy="198803"/>
          </a:xfrm>
        </p:spPr>
        <p:txBody>
          <a:bodyPr lIns="0" anchor="t">
            <a:noAutofit/>
          </a:bodyPr>
          <a:lstStyle>
            <a:lvl1pPr>
              <a:defRPr lang="en-US" sz="900" b="0" i="0" kern="1200" cap="all" spc="300" baseline="0" dirty="0">
                <a:solidFill>
                  <a:schemeClr val="accent1"/>
                </a:solidFill>
                <a:latin typeface="+mn-lt"/>
                <a:ea typeface="Avenir Next" panose="020B0503020202020204" pitchFamily="34" charset="0"/>
                <a:cs typeface="Avenir Next" panose="020B0503020202020204" pitchFamily="34" charset="0"/>
              </a:defRPr>
            </a:lvl1pPr>
          </a:lstStyle>
          <a:p>
            <a:pPr marL="0" lvl="0" indent="0" algn="l" defTabSz="914400" rtl="0" eaLnBrk="1" latinLnBrk="0" hangingPunct="1">
              <a:lnSpc>
                <a:spcPct val="90000"/>
              </a:lnSpc>
              <a:spcBef>
                <a:spcPts val="1000"/>
              </a:spcBef>
              <a:buFont typeface="Arial"/>
              <a:buNone/>
            </a:pPr>
            <a:r>
              <a:rPr lang="en-US" dirty="0"/>
              <a:t>Click to edit Master text styles</a:t>
            </a:r>
          </a:p>
        </p:txBody>
      </p:sp>
      <p:sp>
        <p:nvSpPr>
          <p:cNvPr id="7" name="Text Placeholder 6">
            <a:extLst>
              <a:ext uri="{FF2B5EF4-FFF2-40B4-BE49-F238E27FC236}">
                <a16:creationId xmlns:a16="http://schemas.microsoft.com/office/drawing/2014/main" id="{799AEB33-856D-A144-BBB3-78E0BB857551}"/>
              </a:ext>
            </a:extLst>
          </p:cNvPr>
          <p:cNvSpPr>
            <a:spLocks noGrp="1"/>
          </p:cNvSpPr>
          <p:nvPr>
            <p:ph type="body" sz="quarter" idx="21" hasCustomPrompt="1"/>
          </p:nvPr>
        </p:nvSpPr>
        <p:spPr>
          <a:xfrm>
            <a:off x="375535" y="2771893"/>
            <a:ext cx="2167128" cy="1314214"/>
          </a:xfrm>
          <a:prstGeom prst="rect">
            <a:avLst/>
          </a:prstGeom>
          <a:noFill/>
        </p:spPr>
        <p:txBody>
          <a:bodyPr wrap="none" lIns="0" rIns="0" bIns="0" anchor="b">
            <a:noAutofit/>
          </a:bodyPr>
          <a:lstStyle>
            <a:lvl1pPr algn="l">
              <a:spcBef>
                <a:spcPts val="0"/>
              </a:spcBef>
              <a:defRPr sz="6600" b="0" i="0" spc="0" baseline="0">
                <a:solidFill>
                  <a:schemeClr val="tx1"/>
                </a:solidFill>
                <a:latin typeface="+mn-lt"/>
              </a:defRPr>
            </a:lvl1pPr>
          </a:lstStyle>
          <a:p>
            <a:pPr lvl="0"/>
            <a:r>
              <a:rPr lang="en-US" dirty="0"/>
              <a:t>XX</a:t>
            </a:r>
          </a:p>
        </p:txBody>
      </p:sp>
      <p:sp>
        <p:nvSpPr>
          <p:cNvPr id="10" name="Text Placeholder 19">
            <a:extLst>
              <a:ext uri="{FF2B5EF4-FFF2-40B4-BE49-F238E27FC236}">
                <a16:creationId xmlns:a16="http://schemas.microsoft.com/office/drawing/2014/main" id="{3986FF01-4A8F-B142-9C10-01B093C17D44}"/>
              </a:ext>
            </a:extLst>
          </p:cNvPr>
          <p:cNvSpPr>
            <a:spLocks noGrp="1"/>
          </p:cNvSpPr>
          <p:nvPr>
            <p:ph type="body" sz="quarter" idx="27" hasCustomPrompt="1"/>
          </p:nvPr>
        </p:nvSpPr>
        <p:spPr>
          <a:xfrm>
            <a:off x="398020" y="3984434"/>
            <a:ext cx="1709737" cy="322263"/>
          </a:xfrm>
        </p:spPr>
        <p:txBody>
          <a:bodyPr lIns="0">
            <a:normAutofit/>
          </a:bodyPr>
          <a:lstStyle>
            <a:lvl1pPr algn="l">
              <a:defRPr sz="1200" spc="0" baseline="0">
                <a:solidFill>
                  <a:schemeClr val="tx1"/>
                </a:solidFill>
                <a:latin typeface="+mn-lt"/>
              </a:defRPr>
            </a:lvl1pPr>
          </a:lstStyle>
          <a:p>
            <a:pPr lvl="0"/>
            <a:r>
              <a:rPr lang="en-US" dirty="0"/>
              <a:t>Key Data Point</a:t>
            </a:r>
          </a:p>
        </p:txBody>
      </p:sp>
      <p:sp>
        <p:nvSpPr>
          <p:cNvPr id="11" name="Text Placeholder 6">
            <a:extLst>
              <a:ext uri="{FF2B5EF4-FFF2-40B4-BE49-F238E27FC236}">
                <a16:creationId xmlns:a16="http://schemas.microsoft.com/office/drawing/2014/main" id="{21FEDAB6-8D9E-744C-89FA-FD4C41DBD75D}"/>
              </a:ext>
            </a:extLst>
          </p:cNvPr>
          <p:cNvSpPr>
            <a:spLocks noGrp="1"/>
          </p:cNvSpPr>
          <p:nvPr>
            <p:ph type="body" sz="quarter" idx="28" hasCustomPrompt="1"/>
          </p:nvPr>
        </p:nvSpPr>
        <p:spPr>
          <a:xfrm>
            <a:off x="375535" y="4514734"/>
            <a:ext cx="2167128" cy="1314214"/>
          </a:xfrm>
          <a:prstGeom prst="rect">
            <a:avLst/>
          </a:prstGeom>
          <a:noFill/>
        </p:spPr>
        <p:txBody>
          <a:bodyPr wrap="none" lIns="0" rIns="0" bIns="0" anchor="b">
            <a:noAutofit/>
          </a:bodyPr>
          <a:lstStyle>
            <a:lvl1pPr algn="l">
              <a:spcBef>
                <a:spcPts val="0"/>
              </a:spcBef>
              <a:defRPr sz="6600" b="0" i="0" spc="0" baseline="0">
                <a:solidFill>
                  <a:schemeClr val="tx1"/>
                </a:solidFill>
                <a:latin typeface="+mn-lt"/>
              </a:defRPr>
            </a:lvl1pPr>
          </a:lstStyle>
          <a:p>
            <a:pPr lvl="0"/>
            <a:r>
              <a:rPr lang="en-US" dirty="0"/>
              <a:t>XX</a:t>
            </a:r>
          </a:p>
        </p:txBody>
      </p:sp>
      <p:sp>
        <p:nvSpPr>
          <p:cNvPr id="12" name="Text Placeholder 19">
            <a:extLst>
              <a:ext uri="{FF2B5EF4-FFF2-40B4-BE49-F238E27FC236}">
                <a16:creationId xmlns:a16="http://schemas.microsoft.com/office/drawing/2014/main" id="{346FDFBB-3ABF-E147-AE44-365DA8426407}"/>
              </a:ext>
            </a:extLst>
          </p:cNvPr>
          <p:cNvSpPr>
            <a:spLocks noGrp="1"/>
          </p:cNvSpPr>
          <p:nvPr>
            <p:ph type="body" sz="quarter" idx="29" hasCustomPrompt="1"/>
          </p:nvPr>
        </p:nvSpPr>
        <p:spPr>
          <a:xfrm>
            <a:off x="398020" y="5727275"/>
            <a:ext cx="1709737" cy="322263"/>
          </a:xfrm>
        </p:spPr>
        <p:txBody>
          <a:bodyPr lIns="0">
            <a:normAutofit/>
          </a:bodyPr>
          <a:lstStyle>
            <a:lvl1pPr algn="l">
              <a:defRPr sz="1200" spc="0" baseline="0">
                <a:solidFill>
                  <a:schemeClr val="tx1"/>
                </a:solidFill>
                <a:latin typeface="+mn-lt"/>
              </a:defRPr>
            </a:lvl1pPr>
          </a:lstStyle>
          <a:p>
            <a:pPr lvl="0"/>
            <a:r>
              <a:rPr lang="en-US" dirty="0"/>
              <a:t>Key Data Point</a:t>
            </a:r>
          </a:p>
        </p:txBody>
      </p:sp>
      <p:sp>
        <p:nvSpPr>
          <p:cNvPr id="14" name="Slide Number Placeholder 5">
            <a:extLst>
              <a:ext uri="{FF2B5EF4-FFF2-40B4-BE49-F238E27FC236}">
                <a16:creationId xmlns:a16="http://schemas.microsoft.com/office/drawing/2014/main" id="{A2449644-691E-4FAD-B2EA-5621D8154889}"/>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3211510768"/>
      </p:ext>
    </p:extLst>
  </p:cSld>
  <p:clrMapOvr>
    <a:masterClrMapping/>
  </p:clrMapOvr>
  <p:extLst>
    <p:ext uri="{DCECCB84-F9BA-43D5-87BE-67443E8EF086}">
      <p15:sldGuideLst xmlns:p15="http://schemas.microsoft.com/office/powerpoint/2012/main">
        <p15:guide id="1" orient="horz" pos="2160">
          <p15:clr>
            <a:srgbClr val="FBAE40"/>
          </p15:clr>
        </p15:guide>
        <p15:guide id="2" pos="4848">
          <p15:clr>
            <a:srgbClr val="FBAE40"/>
          </p15:clr>
        </p15:guide>
        <p15:guide id="3" orient="horz" pos="3792">
          <p15:clr>
            <a:srgbClr val="FBAE40"/>
          </p15:clr>
        </p15:guide>
        <p15:guide id="4" orient="horz" pos="404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bg1"/>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4"/>
          </p:nvPr>
        </p:nvSpPr>
        <p:spPr>
          <a:xfrm>
            <a:off x="11441153" y="6394180"/>
            <a:ext cx="320749" cy="365125"/>
          </a:xfrm>
          <a:prstGeom prst="rect">
            <a:avLst/>
          </a:prstGeom>
        </p:spPr>
        <p:txBody>
          <a:bodyPr vert="horz" lIns="0" tIns="45720" rIns="0" bIns="45720" rtlCol="0" anchor="ctr"/>
          <a:lstStyle>
            <a:lvl1pPr algn="r">
              <a:defRPr sz="800">
                <a:solidFill>
                  <a:schemeClr val="bg1"/>
                </a:solidFill>
                <a:latin typeface="Ford Antenna Regular" charset="0"/>
                <a:ea typeface="Ford Antenna Regular" charset="0"/>
                <a:cs typeface="Ford Antenna Regular" charset="0"/>
              </a:defRPr>
            </a:lvl1pPr>
          </a:lstStyle>
          <a:p>
            <a:fld id="{7196636F-A64E-6C4D-AE26-50A84E19B9C9}" type="slidenum">
              <a:rPr lang="en-US" smtClean="0"/>
              <a:pPr/>
              <a:t>‹#›</a:t>
            </a:fld>
            <a:endParaRPr lang="en-US" dirty="0"/>
          </a:p>
        </p:txBody>
      </p:sp>
      <p:pic>
        <p:nvPicPr>
          <p:cNvPr id="2" name="Picture 1">
            <a:extLst>
              <a:ext uri="{FF2B5EF4-FFF2-40B4-BE49-F238E27FC236}">
                <a16:creationId xmlns:a16="http://schemas.microsoft.com/office/drawing/2014/main" id="{3A1FFC54-EB4B-1926-894A-285A5364C5C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0800000">
            <a:off x="0" y="0"/>
            <a:ext cx="12192000" cy="6858000"/>
          </a:xfrm>
          <a:prstGeom prst="rect">
            <a:avLst/>
          </a:prstGeom>
        </p:spPr>
      </p:pic>
      <p:pic>
        <p:nvPicPr>
          <p:cNvPr id="3" name="Graphic 2">
            <a:extLst>
              <a:ext uri="{FF2B5EF4-FFF2-40B4-BE49-F238E27FC236}">
                <a16:creationId xmlns:a16="http://schemas.microsoft.com/office/drawing/2014/main" id="{C9EE5ED7-8BF4-712D-E630-BB402C4B2A7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9270" y="2743200"/>
            <a:ext cx="2600325" cy="1337310"/>
          </a:xfrm>
          <a:prstGeom prst="rect">
            <a:avLst/>
          </a:prstGeom>
        </p:spPr>
      </p:pic>
    </p:spTree>
    <p:extLst>
      <p:ext uri="{BB962C8B-B14F-4D97-AF65-F5344CB8AC3E}">
        <p14:creationId xmlns:p14="http://schemas.microsoft.com/office/powerpoint/2010/main" val="620862965"/>
      </p:ext>
    </p:extLst>
  </p:cSld>
  <p:clrMapOvr>
    <a:masterClrMapping/>
  </p:clrMapOvr>
  <p:extLst>
    <p:ext uri="{DCECCB84-F9BA-43D5-87BE-67443E8EF086}">
      <p15:sldGuideLst xmlns:p15="http://schemas.microsoft.com/office/powerpoint/2012/main">
        <p15:guide id="1" orient="horz" pos="1512">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6814" y="1003079"/>
            <a:ext cx="10515600" cy="926306"/>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646814" y="1921318"/>
            <a:ext cx="10515600" cy="3511919"/>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C3B3018B-BFC5-856C-9444-38DDE69A129B}"/>
              </a:ext>
            </a:extLst>
          </p:cNvPr>
          <p:cNvPicPr>
            <a:picLocks noChangeAspect="1"/>
          </p:cNvPicPr>
          <p:nvPr userDrawn="1"/>
        </p:nvPicPr>
        <p:blipFill>
          <a:blip>
            <a:extLst>
              <a:ext uri="{96DAC541-7B7A-43D3-8B79-37D633B846F1}">
                <asvg:svgBlip xmlns:asvg="http://schemas.microsoft.com/office/drawing/2016/SVG/main" r:embed="rId54"/>
              </a:ext>
            </a:extLst>
          </a:blip>
          <a:stretch>
            <a:fillRect/>
          </a:stretch>
        </p:blipFill>
        <p:spPr>
          <a:xfrm>
            <a:off x="11273153" y="222671"/>
            <a:ext cx="654563" cy="327282"/>
          </a:xfrm>
          <a:prstGeom prst="rect">
            <a:avLst/>
          </a:prstGeom>
        </p:spPr>
      </p:pic>
      <p:sp>
        <p:nvSpPr>
          <p:cNvPr id="8" name="Slide Number Placeholder 5">
            <a:extLst>
              <a:ext uri="{FF2B5EF4-FFF2-40B4-BE49-F238E27FC236}">
                <a16:creationId xmlns:a16="http://schemas.microsoft.com/office/drawing/2014/main" id="{C6416562-DD7F-4D9F-91C7-5E9D478627E1}"/>
              </a:ext>
            </a:extLst>
          </p:cNvPr>
          <p:cNvSpPr>
            <a:spLocks noGrp="1"/>
          </p:cNvSpPr>
          <p:nvPr>
            <p:ph type="sldNum" sz="quarter" idx="4"/>
          </p:nvPr>
        </p:nvSpPr>
        <p:spPr>
          <a:xfrm>
            <a:off x="11521481" y="6486039"/>
            <a:ext cx="320749" cy="365125"/>
          </a:xfrm>
          <a:prstGeom prst="rect">
            <a:avLst/>
          </a:prstGeom>
        </p:spPr>
        <p:txBody>
          <a:bodyPr vert="horz" lIns="0" tIns="45720" rIns="0" bIns="45720" rtlCol="0" anchor="t"/>
          <a:lstStyle>
            <a:lvl1pPr algn="r">
              <a:defRPr sz="800">
                <a:solidFill>
                  <a:schemeClr val="tx1"/>
                </a:solidFill>
                <a:latin typeface="+mn-lt"/>
                <a:ea typeface="Avenir Next" panose="020B0503020202020204" pitchFamily="34" charset="0"/>
                <a:cs typeface="Avenir Next" panose="020B0503020202020204" pitchFamily="34" charset="0"/>
              </a:defRPr>
            </a:lvl1pPr>
          </a:lstStyle>
          <a:p>
            <a:fld id="{7196636F-A64E-6C4D-AE26-50A84E19B9C9}" type="slidenum">
              <a:rPr lang="en-US" smtClean="0"/>
              <a:pPr/>
              <a:t>‹#›</a:t>
            </a:fld>
            <a:endParaRPr lang="en-US" dirty="0"/>
          </a:p>
        </p:txBody>
      </p:sp>
    </p:spTree>
    <p:extLst>
      <p:ext uri="{BB962C8B-B14F-4D97-AF65-F5344CB8AC3E}">
        <p14:creationId xmlns:p14="http://schemas.microsoft.com/office/powerpoint/2010/main" val="1187748596"/>
      </p:ext>
    </p:extLst>
  </p:cSld>
  <p:clrMap bg1="lt1" tx1="dk1" bg2="lt2" tx2="dk2" accent1="accent1" accent2="accent2" accent3="accent3" accent4="accent4" accent5="accent5" accent6="accent6" hlink="hlink" folHlink="folHlink"/>
  <p:sldLayoutIdLst>
    <p:sldLayoutId id="2147483760" r:id="rId1"/>
    <p:sldLayoutId id="2147483789" r:id="rId2"/>
    <p:sldLayoutId id="2147483710" r:id="rId3"/>
    <p:sldLayoutId id="2147483716" r:id="rId4"/>
    <p:sldLayoutId id="2147483779" r:id="rId5"/>
    <p:sldLayoutId id="2147483783" r:id="rId6"/>
    <p:sldLayoutId id="2147483735" r:id="rId7"/>
    <p:sldLayoutId id="2147483740" r:id="rId8"/>
    <p:sldLayoutId id="2147483773" r:id="rId9"/>
    <p:sldLayoutId id="2147483761" r:id="rId10"/>
    <p:sldLayoutId id="2147483650" r:id="rId11"/>
    <p:sldLayoutId id="2147483787" r:id="rId12"/>
    <p:sldLayoutId id="2147483720" r:id="rId13"/>
    <p:sldLayoutId id="2147483693" r:id="rId14"/>
    <p:sldLayoutId id="2147483721" r:id="rId15"/>
    <p:sldLayoutId id="2147483708" r:id="rId16"/>
    <p:sldLayoutId id="2147483788" r:id="rId17"/>
    <p:sldLayoutId id="2147483791" r:id="rId18"/>
    <p:sldLayoutId id="2147483763" r:id="rId19"/>
    <p:sldLayoutId id="2147483706" r:id="rId20"/>
    <p:sldLayoutId id="2147483778" r:id="rId21"/>
    <p:sldLayoutId id="2147483793" r:id="rId22"/>
    <p:sldLayoutId id="2147483746" r:id="rId23"/>
    <p:sldLayoutId id="2147483780" r:id="rId24"/>
    <p:sldLayoutId id="2147483782" r:id="rId25"/>
    <p:sldLayoutId id="2147483745" r:id="rId26"/>
    <p:sldLayoutId id="2147483764" r:id="rId27"/>
    <p:sldLayoutId id="2147483765" r:id="rId28"/>
    <p:sldLayoutId id="2147483733" r:id="rId29"/>
    <p:sldLayoutId id="2147483734" r:id="rId30"/>
    <p:sldLayoutId id="2147483752" r:id="rId31"/>
    <p:sldLayoutId id="2147483737" r:id="rId32"/>
    <p:sldLayoutId id="2147483766" r:id="rId33"/>
    <p:sldLayoutId id="2147483753" r:id="rId34"/>
    <p:sldLayoutId id="2147483767" r:id="rId35"/>
    <p:sldLayoutId id="2147483768" r:id="rId36"/>
    <p:sldLayoutId id="2147483725" r:id="rId37"/>
    <p:sldLayoutId id="2147483794" r:id="rId38"/>
    <p:sldLayoutId id="2147483769" r:id="rId39"/>
    <p:sldLayoutId id="2147483795" r:id="rId40"/>
    <p:sldLayoutId id="2147483759" r:id="rId41"/>
    <p:sldLayoutId id="2147483799" r:id="rId42"/>
    <p:sldLayoutId id="2147483800" r:id="rId43"/>
    <p:sldLayoutId id="2147483797" r:id="rId44"/>
    <p:sldLayoutId id="2147483796" r:id="rId45"/>
    <p:sldLayoutId id="2147483798" r:id="rId46"/>
    <p:sldLayoutId id="2147483775" r:id="rId47"/>
    <p:sldLayoutId id="2147483700" r:id="rId48"/>
    <p:sldLayoutId id="2147483754" r:id="rId49"/>
    <p:sldLayoutId id="2147483758" r:id="rId50"/>
    <p:sldLayoutId id="2147483771" r:id="rId51"/>
    <p:sldLayoutId id="2147483772" r:id="rId52"/>
  </p:sldLayoutIdLst>
  <p:hf hdr="0" ftr="0" dt="0"/>
  <p:txStyles>
    <p:titleStyle>
      <a:lvl1pPr marL="0" algn="l" defTabSz="914400" rtl="0" eaLnBrk="1" latinLnBrk="0" hangingPunct="1">
        <a:lnSpc>
          <a:spcPct val="90000"/>
        </a:lnSpc>
        <a:spcBef>
          <a:spcPct val="0"/>
        </a:spcBef>
        <a:buNone/>
        <a:defRPr lang="en-US" sz="2400" b="0" i="0" kern="1200" spc="70" baseline="0" dirty="0">
          <a:solidFill>
            <a:schemeClr val="tx1"/>
          </a:solidFill>
          <a:latin typeface="+mj-lt"/>
          <a:ea typeface="Avenir Next Medium" panose="020B0503020202020204" pitchFamily="34" charset="0"/>
          <a:cs typeface="Avenir Next Medium" panose="020B0503020202020204" pitchFamily="34" charset="0"/>
        </a:defRPr>
      </a:lvl1pPr>
    </p:titleStyle>
    <p:bodyStyle>
      <a:lvl1pPr marL="0" indent="0" algn="l" defTabSz="914400" rtl="0" eaLnBrk="1" latinLnBrk="0" hangingPunct="1">
        <a:lnSpc>
          <a:spcPct val="90000"/>
        </a:lnSpc>
        <a:spcBef>
          <a:spcPts val="1000"/>
        </a:spcBef>
        <a:buFont typeface="Arial"/>
        <a:buNone/>
        <a:defRPr sz="1900" b="0" i="0" kern="1200" spc="5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271" userDrawn="1">
          <p15:clr>
            <a:srgbClr val="F26B43"/>
          </p15:clr>
        </p15:guide>
        <p15:guide id="4" pos="74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hyperlink" Target="http://www.gear.ford.com/"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4.xml"/><Relationship Id="rId4" Type="http://schemas.openxmlformats.org/officeDocument/2006/relationships/chart" Target="../charts/char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chart" Target="../charts/chart5.xml"/><Relationship Id="rId7" Type="http://schemas.openxmlformats.org/officeDocument/2006/relationships/chart" Target="../charts/chart9.xml"/><Relationship Id="rId2" Type="http://schemas.openxmlformats.org/officeDocument/2006/relationships/chart" Target="../charts/chart4.xml"/><Relationship Id="rId1" Type="http://schemas.openxmlformats.org/officeDocument/2006/relationships/slideLayout" Target="../slideLayouts/slideLayout38.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 Id="rId9" Type="http://schemas.openxmlformats.org/officeDocument/2006/relationships/chart" Target="../charts/chart11.xml"/></Relationships>
</file>

<file path=ppt/slides/_rels/slide3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42.xml"/><Relationship Id="rId4" Type="http://schemas.openxmlformats.org/officeDocument/2006/relationships/chart" Target="../charts/chart16.xml"/></Relationships>
</file>

<file path=ppt/slides/_rels/slide42.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26.xml"/><Relationship Id="rId5" Type="http://schemas.openxmlformats.org/officeDocument/2006/relationships/chart" Target="../charts/chart20.xml"/><Relationship Id="rId4" Type="http://schemas.openxmlformats.org/officeDocument/2006/relationships/chart" Target="../charts/char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45.xml"/><Relationship Id="rId6" Type="http://schemas.openxmlformats.org/officeDocument/2006/relationships/chart" Target="../charts/chart29.xml"/><Relationship Id="rId5" Type="http://schemas.openxmlformats.org/officeDocument/2006/relationships/chart" Target="../charts/chart28.xml"/><Relationship Id="rId4" Type="http://schemas.openxmlformats.org/officeDocument/2006/relationships/chart" Target="../charts/chart27.xml"/></Relationships>
</file>

<file path=ppt/slides/_rels/slide49.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46.xml"/><Relationship Id="rId6" Type="http://schemas.openxmlformats.org/officeDocument/2006/relationships/chart" Target="../charts/chart34.xml"/><Relationship Id="rId5" Type="http://schemas.openxmlformats.org/officeDocument/2006/relationships/chart" Target="../charts/chart33.xml"/><Relationship Id="rId4" Type="http://schemas.openxmlformats.org/officeDocument/2006/relationships/chart" Target="../charts/chart32.xml"/></Relationships>
</file>

<file path=ppt/slides/_rels/slide50.xml.rels><?xml version="1.0" encoding="UTF-8" standalone="yes"?>
<Relationships xmlns="http://schemas.openxmlformats.org/package/2006/relationships"><Relationship Id="rId3" Type="http://schemas.openxmlformats.org/officeDocument/2006/relationships/chart" Target="../charts/chart36.xml"/><Relationship Id="rId7" Type="http://schemas.openxmlformats.org/officeDocument/2006/relationships/chart" Target="../charts/chart40.xml"/><Relationship Id="rId2" Type="http://schemas.openxmlformats.org/officeDocument/2006/relationships/chart" Target="../charts/chart35.xml"/><Relationship Id="rId1" Type="http://schemas.openxmlformats.org/officeDocument/2006/relationships/slideLayout" Target="../slideLayouts/slideLayout44.xml"/><Relationship Id="rId6" Type="http://schemas.openxmlformats.org/officeDocument/2006/relationships/chart" Target="../charts/chart39.xml"/><Relationship Id="rId5" Type="http://schemas.openxmlformats.org/officeDocument/2006/relationships/chart" Target="../charts/chart38.xml"/><Relationship Id="rId4" Type="http://schemas.openxmlformats.org/officeDocument/2006/relationships/chart" Target="../charts/chart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9.xml"/></Relationships>
</file>

<file path=ppt/slides/_rels/slide54.xml.rels><?xml version="1.0" encoding="UTF-8" standalone="yes"?>
<Relationships xmlns="http://schemas.openxmlformats.org/package/2006/relationships"><Relationship Id="rId2" Type="http://schemas.openxmlformats.org/officeDocument/2006/relationships/chart" Target="../charts/chart41.xml"/><Relationship Id="rId1" Type="http://schemas.openxmlformats.org/officeDocument/2006/relationships/slideLayout" Target="../slideLayouts/slideLayout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7FD73FF-CD2D-F929-66FA-A73617580346}"/>
              </a:ext>
            </a:extLst>
          </p:cNvPr>
          <p:cNvCxnSpPr>
            <a:cxnSpLocks/>
          </p:cNvCxnSpPr>
          <p:nvPr/>
        </p:nvCxnSpPr>
        <p:spPr>
          <a:xfrm>
            <a:off x="983905" y="3485351"/>
            <a:ext cx="19201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0D578F7B-3C4C-4670-A661-44BDDE1486F2}"/>
              </a:ext>
            </a:extLst>
          </p:cNvPr>
          <p:cNvSpPr>
            <a:spLocks noGrp="1"/>
          </p:cNvSpPr>
          <p:nvPr>
            <p:ph type="body" sz="quarter" idx="20"/>
          </p:nvPr>
        </p:nvSpPr>
        <p:spPr>
          <a:xfrm>
            <a:off x="996638" y="2868221"/>
            <a:ext cx="8320679" cy="571500"/>
          </a:xfrm>
        </p:spPr>
        <p:txBody>
          <a:bodyPr/>
          <a:lstStyle/>
          <a:p>
            <a:r>
              <a:rPr lang="en-US" dirty="0"/>
              <a:t>Ford Innovation Challenge III: AI Edition</a:t>
            </a:r>
          </a:p>
        </p:txBody>
      </p:sp>
      <p:sp>
        <p:nvSpPr>
          <p:cNvPr id="6" name="Text Placeholder 5">
            <a:extLst>
              <a:ext uri="{FF2B5EF4-FFF2-40B4-BE49-F238E27FC236}">
                <a16:creationId xmlns:a16="http://schemas.microsoft.com/office/drawing/2014/main" id="{68DC3FA3-7822-4DDD-B304-04F81C1196B3}"/>
              </a:ext>
            </a:extLst>
          </p:cNvPr>
          <p:cNvSpPr>
            <a:spLocks noGrp="1"/>
          </p:cNvSpPr>
          <p:nvPr>
            <p:ph type="body" sz="quarter" idx="21"/>
          </p:nvPr>
        </p:nvSpPr>
        <p:spPr>
          <a:xfrm>
            <a:off x="996639" y="3745743"/>
            <a:ext cx="6100508" cy="306301"/>
          </a:xfrm>
        </p:spPr>
        <p:txBody>
          <a:bodyPr/>
          <a:lstStyle/>
          <a:p>
            <a:r>
              <a:rPr lang="en-US" b="1" dirty="0" err="1"/>
              <a:t>Desafío</a:t>
            </a:r>
            <a:r>
              <a:rPr lang="en-US" b="1" dirty="0"/>
              <a:t> AAA – [Nombre Equipo]</a:t>
            </a:r>
          </a:p>
        </p:txBody>
      </p:sp>
      <p:sp>
        <p:nvSpPr>
          <p:cNvPr id="2" name="Text Placeholder 5">
            <a:extLst>
              <a:ext uri="{FF2B5EF4-FFF2-40B4-BE49-F238E27FC236}">
                <a16:creationId xmlns:a16="http://schemas.microsoft.com/office/drawing/2014/main" id="{7F3C3402-3EC1-3C64-C446-288C550134C2}"/>
              </a:ext>
            </a:extLst>
          </p:cNvPr>
          <p:cNvSpPr txBox="1">
            <a:spLocks/>
          </p:cNvSpPr>
          <p:nvPr/>
        </p:nvSpPr>
        <p:spPr>
          <a:xfrm>
            <a:off x="983905" y="6105886"/>
            <a:ext cx="6100508" cy="306301"/>
          </a:xfrm>
          <a:prstGeom prst="rect">
            <a:avLst/>
          </a:prstGeom>
        </p:spPr>
        <p:txBody>
          <a:bodyPr vert="horz" lIns="0" tIns="45720" rIns="91440" bIns="0" rtlCol="0" anchor="t">
            <a:noAutofit/>
          </a:bodyPr>
          <a:lstStyle>
            <a:lvl1pPr marL="0" indent="0" algn="l" defTabSz="914400" rtl="0" eaLnBrk="1" latinLnBrk="0" hangingPunct="1">
              <a:lnSpc>
                <a:spcPct val="90000"/>
              </a:lnSpc>
              <a:spcBef>
                <a:spcPts val="1000"/>
              </a:spcBef>
              <a:buFont typeface="Arial"/>
              <a:buNone/>
              <a:defRPr kumimoji="0" lang="en-US" sz="1000" b="0" i="0" u="none" strike="noStrike" kern="1200" cap="none" spc="300" normalizeH="0" baseline="0" dirty="0" smtClean="0">
                <a:ln>
                  <a:noFill/>
                </a:ln>
                <a:solidFill>
                  <a:schemeClr val="accent1"/>
                </a:solidFill>
                <a:effectLst/>
                <a:uLnTx/>
                <a:uFillTx/>
                <a:latin typeface="+mn-lt"/>
                <a:ea typeface="+mn-ea"/>
                <a:cs typeface="+mn-cs"/>
              </a:defRPr>
            </a:lvl1pPr>
            <a:lvl2pPr marL="0" indent="0" algn="l" defTabSz="914400" rtl="0" eaLnBrk="1" latinLnBrk="0" hangingPunct="1">
              <a:lnSpc>
                <a:spcPct val="90000"/>
              </a:lnSpc>
              <a:spcBef>
                <a:spcPts val="500"/>
              </a:spcBef>
              <a:buFont typeface="Arial"/>
              <a:buNone/>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s-AR" dirty="0"/>
              <a:t>Octubre 2026</a:t>
            </a:r>
          </a:p>
        </p:txBody>
      </p:sp>
      <p:sp>
        <p:nvSpPr>
          <p:cNvPr id="3" name="Text Placeholder 5">
            <a:extLst>
              <a:ext uri="{FF2B5EF4-FFF2-40B4-BE49-F238E27FC236}">
                <a16:creationId xmlns:a16="http://schemas.microsoft.com/office/drawing/2014/main" id="{C3265BA4-9BE6-87C1-65AE-1C6AD9FFCC87}"/>
              </a:ext>
            </a:extLst>
          </p:cNvPr>
          <p:cNvSpPr txBox="1">
            <a:spLocks/>
          </p:cNvSpPr>
          <p:nvPr/>
        </p:nvSpPr>
        <p:spPr>
          <a:xfrm>
            <a:off x="996639" y="4076391"/>
            <a:ext cx="6100508" cy="1071293"/>
          </a:xfrm>
          <a:prstGeom prst="rect">
            <a:avLst/>
          </a:prstGeom>
        </p:spPr>
        <p:txBody>
          <a:bodyPr vert="horz" lIns="0" tIns="45720" rIns="91440" bIns="0" rtlCol="0" anchor="t">
            <a:noAutofit/>
          </a:bodyPr>
          <a:lstStyle>
            <a:lvl1pPr marL="0" indent="0" algn="l" defTabSz="914400" rtl="0" eaLnBrk="1" latinLnBrk="0" hangingPunct="1">
              <a:lnSpc>
                <a:spcPct val="90000"/>
              </a:lnSpc>
              <a:spcBef>
                <a:spcPts val="1000"/>
              </a:spcBef>
              <a:buFont typeface="Arial"/>
              <a:buNone/>
              <a:defRPr kumimoji="0" lang="en-US" sz="1000" b="0" i="0" u="none" strike="noStrike" kern="1200" cap="none" spc="300" normalizeH="0" baseline="0" dirty="0" smtClean="0">
                <a:ln>
                  <a:noFill/>
                </a:ln>
                <a:solidFill>
                  <a:schemeClr val="accent1"/>
                </a:solidFill>
                <a:effectLst/>
                <a:uLnTx/>
                <a:uFillTx/>
                <a:latin typeface="+mn-lt"/>
                <a:ea typeface="+mn-ea"/>
                <a:cs typeface="+mn-cs"/>
              </a:defRPr>
            </a:lvl1pPr>
            <a:lvl2pPr marL="0" indent="0" algn="l" defTabSz="914400" rtl="0" eaLnBrk="1" latinLnBrk="0" hangingPunct="1">
              <a:lnSpc>
                <a:spcPct val="90000"/>
              </a:lnSpc>
              <a:spcBef>
                <a:spcPts val="500"/>
              </a:spcBef>
              <a:buFont typeface="Arial"/>
              <a:buNone/>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s-AR" dirty="0"/>
              <a:t>Integrante 1</a:t>
            </a:r>
          </a:p>
          <a:p>
            <a:r>
              <a:rPr lang="es-AR" dirty="0"/>
              <a:t>Integrante 2</a:t>
            </a:r>
          </a:p>
          <a:p>
            <a:r>
              <a:rPr lang="es-AR" dirty="0"/>
              <a:t>Integrante 3</a:t>
            </a:r>
          </a:p>
        </p:txBody>
      </p:sp>
    </p:spTree>
    <p:extLst>
      <p:ext uri="{BB962C8B-B14F-4D97-AF65-F5344CB8AC3E}">
        <p14:creationId xmlns:p14="http://schemas.microsoft.com/office/powerpoint/2010/main" val="314423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15990B-A075-764C-B968-8C688333B953}"/>
              </a:ext>
            </a:extLst>
          </p:cNvPr>
          <p:cNvSpPr>
            <a:spLocks noGrp="1"/>
          </p:cNvSpPr>
          <p:nvPr>
            <p:ph type="title"/>
          </p:nvPr>
        </p:nvSpPr>
        <p:spPr/>
        <p:txBody>
          <a:bodyPr/>
          <a:lstStyle/>
          <a:p>
            <a:r>
              <a:rPr lang="en-US" dirty="0" err="1"/>
              <a:t>Descripción</a:t>
            </a:r>
            <a:r>
              <a:rPr lang="en-US" dirty="0"/>
              <a:t> del </a:t>
            </a:r>
            <a:r>
              <a:rPr lang="en-US" dirty="0" err="1"/>
              <a:t>desafío</a:t>
            </a:r>
            <a:endParaRPr lang="en-US" dirty="0"/>
          </a:p>
        </p:txBody>
      </p:sp>
      <p:sp>
        <p:nvSpPr>
          <p:cNvPr id="4" name="Text Placeholder 3">
            <a:extLst>
              <a:ext uri="{FF2B5EF4-FFF2-40B4-BE49-F238E27FC236}">
                <a16:creationId xmlns:a16="http://schemas.microsoft.com/office/drawing/2014/main" id="{D0B38E6C-BB7F-7F46-5259-33EB242779A1}"/>
              </a:ext>
            </a:extLst>
          </p:cNvPr>
          <p:cNvSpPr>
            <a:spLocks noGrp="1"/>
          </p:cNvSpPr>
          <p:nvPr>
            <p:ph type="body" sz="quarter" idx="13"/>
          </p:nvPr>
        </p:nvSpPr>
        <p:spPr/>
        <p:txBody>
          <a:bodyPr/>
          <a:lstStyle/>
          <a:p>
            <a:r>
              <a:rPr lang="en-US" dirty="0" err="1"/>
              <a:t>Agregar</a:t>
            </a:r>
            <a:r>
              <a:rPr lang="en-US" dirty="0"/>
              <a:t> </a:t>
            </a:r>
            <a:r>
              <a:rPr lang="en-US" dirty="0" err="1"/>
              <a:t>los</a:t>
            </a:r>
            <a:r>
              <a:rPr lang="en-US" dirty="0"/>
              <a:t> slides </a:t>
            </a:r>
            <a:r>
              <a:rPr lang="en-US" dirty="0" err="1"/>
              <a:t>necesarios</a:t>
            </a:r>
            <a:r>
              <a:rPr lang="en-US" dirty="0"/>
              <a:t> para </a:t>
            </a:r>
            <a:r>
              <a:rPr lang="en-US" dirty="0" err="1"/>
              <a:t>una</a:t>
            </a:r>
            <a:r>
              <a:rPr lang="en-US" dirty="0"/>
              <a:t> </a:t>
            </a:r>
            <a:r>
              <a:rPr lang="en-US" dirty="0" err="1"/>
              <a:t>introducción</a:t>
            </a:r>
            <a:r>
              <a:rPr lang="en-US" dirty="0"/>
              <a:t> </a:t>
            </a:r>
            <a:r>
              <a:rPr lang="en-US" dirty="0" err="1"/>
              <a:t>corta</a:t>
            </a:r>
            <a:r>
              <a:rPr lang="en-US" dirty="0"/>
              <a:t> del </a:t>
            </a:r>
            <a:r>
              <a:rPr lang="en-US" dirty="0" err="1"/>
              <a:t>desafío</a:t>
            </a:r>
            <a:endParaRPr lang="en-US" dirty="0"/>
          </a:p>
        </p:txBody>
      </p:sp>
      <p:sp>
        <p:nvSpPr>
          <p:cNvPr id="3" name="Text Placeholder 2">
            <a:extLst>
              <a:ext uri="{FF2B5EF4-FFF2-40B4-BE49-F238E27FC236}">
                <a16:creationId xmlns:a16="http://schemas.microsoft.com/office/drawing/2014/main" id="{5B54C7DF-955E-CFAA-E15F-512BB8028961}"/>
              </a:ext>
            </a:extLst>
          </p:cNvPr>
          <p:cNvSpPr>
            <a:spLocks noGrp="1"/>
          </p:cNvSpPr>
          <p:nvPr>
            <p:ph type="body" sz="quarter" idx="21"/>
          </p:nvPr>
        </p:nvSpPr>
        <p:spPr/>
        <p:txBody>
          <a:bodyPr/>
          <a:lstStyle/>
          <a:p>
            <a:r>
              <a:rPr lang="en-US" dirty="0"/>
              <a:t>01</a:t>
            </a:r>
          </a:p>
        </p:txBody>
      </p:sp>
      <p:sp>
        <p:nvSpPr>
          <p:cNvPr id="2" name="Slide Number Placeholder 1">
            <a:extLst>
              <a:ext uri="{FF2B5EF4-FFF2-40B4-BE49-F238E27FC236}">
                <a16:creationId xmlns:a16="http://schemas.microsoft.com/office/drawing/2014/main" id="{07BAA514-7F1D-4414-B624-CE4F101C14F9}"/>
              </a:ext>
            </a:extLst>
          </p:cNvPr>
          <p:cNvSpPr>
            <a:spLocks noGrp="1"/>
          </p:cNvSpPr>
          <p:nvPr>
            <p:ph type="sldNum" sz="quarter" idx="4"/>
          </p:nvPr>
        </p:nvSpPr>
        <p:spPr/>
        <p:txBody>
          <a:bodyPr/>
          <a:lstStyle/>
          <a:p>
            <a:fld id="{7196636F-A64E-6C4D-AE26-50A84E19B9C9}" type="slidenum">
              <a:rPr lang="en-US" smtClean="0"/>
              <a:pPr/>
              <a:t>2</a:t>
            </a:fld>
            <a:endParaRPr lang="en-US" dirty="0"/>
          </a:p>
        </p:txBody>
      </p:sp>
    </p:spTree>
    <p:extLst>
      <p:ext uri="{BB962C8B-B14F-4D97-AF65-F5344CB8AC3E}">
        <p14:creationId xmlns:p14="http://schemas.microsoft.com/office/powerpoint/2010/main" val="32945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4FBDE-3FE3-E7F4-3DB3-07B44719F66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7846CD5-1CB7-DA0A-9EC6-FC1DF189BB70}"/>
              </a:ext>
            </a:extLst>
          </p:cNvPr>
          <p:cNvSpPr>
            <a:spLocks noGrp="1"/>
          </p:cNvSpPr>
          <p:nvPr>
            <p:ph type="title"/>
          </p:nvPr>
        </p:nvSpPr>
        <p:spPr/>
        <p:txBody>
          <a:bodyPr/>
          <a:lstStyle/>
          <a:p>
            <a:r>
              <a:rPr lang="en-US" dirty="0" err="1"/>
              <a:t>Descripción</a:t>
            </a:r>
            <a:r>
              <a:rPr lang="en-US" dirty="0"/>
              <a:t> de la </a:t>
            </a:r>
            <a:r>
              <a:rPr lang="en-US" dirty="0" err="1"/>
              <a:t>solución</a:t>
            </a:r>
            <a:endParaRPr lang="en-US" dirty="0"/>
          </a:p>
        </p:txBody>
      </p:sp>
      <p:sp>
        <p:nvSpPr>
          <p:cNvPr id="4" name="Text Placeholder 3">
            <a:extLst>
              <a:ext uri="{FF2B5EF4-FFF2-40B4-BE49-F238E27FC236}">
                <a16:creationId xmlns:a16="http://schemas.microsoft.com/office/drawing/2014/main" id="{B03A6DAC-1FA1-65D0-EAA4-5C77271B6D8E}"/>
              </a:ext>
            </a:extLst>
          </p:cNvPr>
          <p:cNvSpPr>
            <a:spLocks noGrp="1"/>
          </p:cNvSpPr>
          <p:nvPr>
            <p:ph type="body" sz="quarter" idx="13"/>
          </p:nvPr>
        </p:nvSpPr>
        <p:spPr/>
        <p:txBody>
          <a:bodyPr/>
          <a:lstStyle/>
          <a:p>
            <a:r>
              <a:rPr lang="en-US" dirty="0" err="1"/>
              <a:t>Agregar</a:t>
            </a:r>
            <a:r>
              <a:rPr lang="en-US" dirty="0"/>
              <a:t> </a:t>
            </a:r>
            <a:r>
              <a:rPr lang="en-US" dirty="0" err="1"/>
              <a:t>los</a:t>
            </a:r>
            <a:r>
              <a:rPr lang="en-US" dirty="0"/>
              <a:t> slides </a:t>
            </a:r>
            <a:r>
              <a:rPr lang="en-US" dirty="0" err="1"/>
              <a:t>necesarios</a:t>
            </a:r>
            <a:r>
              <a:rPr lang="en-US" dirty="0"/>
              <a:t> para </a:t>
            </a:r>
            <a:r>
              <a:rPr lang="en-US" dirty="0" err="1"/>
              <a:t>explicar</a:t>
            </a:r>
            <a:r>
              <a:rPr lang="en-US" dirty="0"/>
              <a:t> </a:t>
            </a:r>
            <a:r>
              <a:rPr lang="en-US" dirty="0" err="1"/>
              <a:t>técnicamente</a:t>
            </a:r>
            <a:r>
              <a:rPr lang="en-US" dirty="0"/>
              <a:t> </a:t>
            </a:r>
            <a:r>
              <a:rPr lang="en-US" dirty="0" err="1"/>
              <a:t>su</a:t>
            </a:r>
            <a:r>
              <a:rPr lang="en-US" dirty="0"/>
              <a:t> </a:t>
            </a:r>
            <a:r>
              <a:rPr lang="en-US" dirty="0" err="1"/>
              <a:t>solución</a:t>
            </a:r>
            <a:endParaRPr lang="en-US" dirty="0"/>
          </a:p>
          <a:p>
            <a:endParaRPr lang="en-US" dirty="0"/>
          </a:p>
        </p:txBody>
      </p:sp>
      <p:sp>
        <p:nvSpPr>
          <p:cNvPr id="3" name="Text Placeholder 2">
            <a:extLst>
              <a:ext uri="{FF2B5EF4-FFF2-40B4-BE49-F238E27FC236}">
                <a16:creationId xmlns:a16="http://schemas.microsoft.com/office/drawing/2014/main" id="{3B2DA0E3-53F9-D91E-971F-8E18A1293426}"/>
              </a:ext>
            </a:extLst>
          </p:cNvPr>
          <p:cNvSpPr>
            <a:spLocks noGrp="1"/>
          </p:cNvSpPr>
          <p:nvPr>
            <p:ph type="body" sz="quarter" idx="21"/>
          </p:nvPr>
        </p:nvSpPr>
        <p:spPr/>
        <p:txBody>
          <a:bodyPr/>
          <a:lstStyle/>
          <a:p>
            <a:r>
              <a:rPr lang="en-US" dirty="0"/>
              <a:t>02</a:t>
            </a:r>
          </a:p>
        </p:txBody>
      </p:sp>
      <p:sp>
        <p:nvSpPr>
          <p:cNvPr id="2" name="Slide Number Placeholder 1">
            <a:extLst>
              <a:ext uri="{FF2B5EF4-FFF2-40B4-BE49-F238E27FC236}">
                <a16:creationId xmlns:a16="http://schemas.microsoft.com/office/drawing/2014/main" id="{43EED675-8A17-65B2-A621-2EEDA0677FA7}"/>
              </a:ext>
            </a:extLst>
          </p:cNvPr>
          <p:cNvSpPr>
            <a:spLocks noGrp="1"/>
          </p:cNvSpPr>
          <p:nvPr>
            <p:ph type="sldNum" sz="quarter" idx="4"/>
          </p:nvPr>
        </p:nvSpPr>
        <p:spPr/>
        <p:txBody>
          <a:bodyPr/>
          <a:lstStyle/>
          <a:p>
            <a:fld id="{7196636F-A64E-6C4D-AE26-50A84E19B9C9}" type="slidenum">
              <a:rPr lang="en-US" smtClean="0"/>
              <a:pPr/>
              <a:t>3</a:t>
            </a:fld>
            <a:endParaRPr lang="en-US" dirty="0"/>
          </a:p>
        </p:txBody>
      </p:sp>
    </p:spTree>
    <p:extLst>
      <p:ext uri="{BB962C8B-B14F-4D97-AF65-F5344CB8AC3E}">
        <p14:creationId xmlns:p14="http://schemas.microsoft.com/office/powerpoint/2010/main" val="2388068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8ABCE-6F32-2E22-665D-9B7BBF869D3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9211FDA-72FF-5E31-C55C-B554FFFC3CC5}"/>
              </a:ext>
            </a:extLst>
          </p:cNvPr>
          <p:cNvSpPr>
            <a:spLocks noGrp="1"/>
          </p:cNvSpPr>
          <p:nvPr>
            <p:ph type="title"/>
          </p:nvPr>
        </p:nvSpPr>
        <p:spPr/>
        <p:txBody>
          <a:bodyPr/>
          <a:lstStyle/>
          <a:p>
            <a:r>
              <a:rPr lang="en-US" dirty="0" err="1"/>
              <a:t>Factibilidad</a:t>
            </a:r>
            <a:r>
              <a:rPr lang="en-US" dirty="0"/>
              <a:t> </a:t>
            </a:r>
            <a:r>
              <a:rPr lang="en-US" dirty="0" err="1"/>
              <a:t>económica</a:t>
            </a:r>
            <a:endParaRPr lang="en-US" dirty="0"/>
          </a:p>
        </p:txBody>
      </p:sp>
      <p:sp>
        <p:nvSpPr>
          <p:cNvPr id="4" name="Text Placeholder 3">
            <a:extLst>
              <a:ext uri="{FF2B5EF4-FFF2-40B4-BE49-F238E27FC236}">
                <a16:creationId xmlns:a16="http://schemas.microsoft.com/office/drawing/2014/main" id="{770D84E3-5AAE-6159-02D3-5EE7DE81A757}"/>
              </a:ext>
            </a:extLst>
          </p:cNvPr>
          <p:cNvSpPr>
            <a:spLocks noGrp="1"/>
          </p:cNvSpPr>
          <p:nvPr>
            <p:ph type="body" sz="quarter" idx="13"/>
          </p:nvPr>
        </p:nvSpPr>
        <p:spPr/>
        <p:txBody>
          <a:bodyPr/>
          <a:lstStyle/>
          <a:p>
            <a:r>
              <a:rPr lang="en-US" dirty="0" err="1"/>
              <a:t>Agregar</a:t>
            </a:r>
            <a:r>
              <a:rPr lang="en-US" dirty="0"/>
              <a:t> </a:t>
            </a:r>
            <a:r>
              <a:rPr lang="en-US" dirty="0" err="1"/>
              <a:t>los</a:t>
            </a:r>
            <a:r>
              <a:rPr lang="en-US" dirty="0"/>
              <a:t> slides </a:t>
            </a:r>
            <a:r>
              <a:rPr lang="en-US" dirty="0" err="1"/>
              <a:t>necesarios</a:t>
            </a:r>
            <a:r>
              <a:rPr lang="en-US" dirty="0"/>
              <a:t> para </a:t>
            </a:r>
            <a:r>
              <a:rPr lang="en-US" dirty="0" err="1"/>
              <a:t>justificar</a:t>
            </a:r>
            <a:r>
              <a:rPr lang="en-US" dirty="0"/>
              <a:t> la </a:t>
            </a:r>
            <a:r>
              <a:rPr lang="en-US" dirty="0" err="1"/>
              <a:t>factibilidad</a:t>
            </a:r>
            <a:r>
              <a:rPr lang="en-US" dirty="0"/>
              <a:t> </a:t>
            </a:r>
            <a:r>
              <a:rPr lang="en-US" dirty="0" err="1"/>
              <a:t>económica</a:t>
            </a:r>
            <a:r>
              <a:rPr lang="en-US" dirty="0"/>
              <a:t> de la </a:t>
            </a:r>
            <a:r>
              <a:rPr lang="en-US" dirty="0" err="1"/>
              <a:t>solución</a:t>
            </a:r>
            <a:endParaRPr lang="en-US" dirty="0"/>
          </a:p>
        </p:txBody>
      </p:sp>
      <p:sp>
        <p:nvSpPr>
          <p:cNvPr id="3" name="Text Placeholder 2">
            <a:extLst>
              <a:ext uri="{FF2B5EF4-FFF2-40B4-BE49-F238E27FC236}">
                <a16:creationId xmlns:a16="http://schemas.microsoft.com/office/drawing/2014/main" id="{DA844B33-ED2E-6443-4BAA-BF2CA00CB24E}"/>
              </a:ext>
            </a:extLst>
          </p:cNvPr>
          <p:cNvSpPr>
            <a:spLocks noGrp="1"/>
          </p:cNvSpPr>
          <p:nvPr>
            <p:ph type="body" sz="quarter" idx="21"/>
          </p:nvPr>
        </p:nvSpPr>
        <p:spPr/>
        <p:txBody>
          <a:bodyPr/>
          <a:lstStyle/>
          <a:p>
            <a:r>
              <a:rPr lang="en-US" dirty="0"/>
              <a:t>03</a:t>
            </a:r>
          </a:p>
        </p:txBody>
      </p:sp>
      <p:sp>
        <p:nvSpPr>
          <p:cNvPr id="2" name="Slide Number Placeholder 1">
            <a:extLst>
              <a:ext uri="{FF2B5EF4-FFF2-40B4-BE49-F238E27FC236}">
                <a16:creationId xmlns:a16="http://schemas.microsoft.com/office/drawing/2014/main" id="{71DB428A-97C5-C49A-3D26-2B24EB7EB6EC}"/>
              </a:ext>
            </a:extLst>
          </p:cNvPr>
          <p:cNvSpPr>
            <a:spLocks noGrp="1"/>
          </p:cNvSpPr>
          <p:nvPr>
            <p:ph type="sldNum" sz="quarter" idx="4"/>
          </p:nvPr>
        </p:nvSpPr>
        <p:spPr/>
        <p:txBody>
          <a:bodyPr/>
          <a:lstStyle/>
          <a:p>
            <a:fld id="{7196636F-A64E-6C4D-AE26-50A84E19B9C9}" type="slidenum">
              <a:rPr lang="en-US" smtClean="0"/>
              <a:pPr/>
              <a:t>4</a:t>
            </a:fld>
            <a:endParaRPr lang="en-US" dirty="0"/>
          </a:p>
        </p:txBody>
      </p:sp>
    </p:spTree>
    <p:extLst>
      <p:ext uri="{BB962C8B-B14F-4D97-AF65-F5344CB8AC3E}">
        <p14:creationId xmlns:p14="http://schemas.microsoft.com/office/powerpoint/2010/main" val="2557482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216C-0042-1854-8B49-5EAF009C160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6EC7C4D-CB8D-19F6-6523-B71D6E5D78F9}"/>
              </a:ext>
            </a:extLst>
          </p:cNvPr>
          <p:cNvSpPr>
            <a:spLocks noGrp="1"/>
          </p:cNvSpPr>
          <p:nvPr>
            <p:ph type="title"/>
          </p:nvPr>
        </p:nvSpPr>
        <p:spPr/>
        <p:txBody>
          <a:bodyPr/>
          <a:lstStyle/>
          <a:p>
            <a:r>
              <a:rPr lang="en-US" dirty="0"/>
              <a:t>Valor </a:t>
            </a:r>
            <a:r>
              <a:rPr lang="en-US" dirty="0" err="1"/>
              <a:t>diferencial</a:t>
            </a:r>
            <a:r>
              <a:rPr lang="en-US" dirty="0"/>
              <a:t> e </a:t>
            </a:r>
            <a:r>
              <a:rPr lang="en-US" dirty="0" err="1"/>
              <a:t>Innovación</a:t>
            </a:r>
            <a:endParaRPr lang="en-US" dirty="0"/>
          </a:p>
        </p:txBody>
      </p:sp>
      <p:sp>
        <p:nvSpPr>
          <p:cNvPr id="4" name="Text Placeholder 3">
            <a:extLst>
              <a:ext uri="{FF2B5EF4-FFF2-40B4-BE49-F238E27FC236}">
                <a16:creationId xmlns:a16="http://schemas.microsoft.com/office/drawing/2014/main" id="{58447095-B30C-85F5-16D8-314F01E356ED}"/>
              </a:ext>
            </a:extLst>
          </p:cNvPr>
          <p:cNvSpPr>
            <a:spLocks noGrp="1"/>
          </p:cNvSpPr>
          <p:nvPr>
            <p:ph type="body" sz="quarter" idx="13"/>
          </p:nvPr>
        </p:nvSpPr>
        <p:spPr/>
        <p:txBody>
          <a:bodyPr/>
          <a:lstStyle/>
          <a:p>
            <a:r>
              <a:rPr lang="en-US" dirty="0" err="1"/>
              <a:t>Agregar</a:t>
            </a:r>
            <a:r>
              <a:rPr lang="en-US" dirty="0"/>
              <a:t> </a:t>
            </a:r>
            <a:r>
              <a:rPr lang="en-US" dirty="0" err="1"/>
              <a:t>los</a:t>
            </a:r>
            <a:r>
              <a:rPr lang="en-US" dirty="0"/>
              <a:t> slides </a:t>
            </a:r>
            <a:r>
              <a:rPr lang="en-US" dirty="0" err="1"/>
              <a:t>necesarios</a:t>
            </a:r>
            <a:r>
              <a:rPr lang="en-US" dirty="0"/>
              <a:t> para </a:t>
            </a:r>
            <a:r>
              <a:rPr lang="en-US" dirty="0" err="1"/>
              <a:t>mostrar</a:t>
            </a:r>
            <a:r>
              <a:rPr lang="en-US" dirty="0"/>
              <a:t> la </a:t>
            </a:r>
            <a:r>
              <a:rPr lang="en-US" dirty="0" err="1"/>
              <a:t>innovación</a:t>
            </a:r>
            <a:r>
              <a:rPr lang="en-US" dirty="0"/>
              <a:t> de </a:t>
            </a:r>
            <a:r>
              <a:rPr lang="en-US" dirty="0" err="1"/>
              <a:t>su</a:t>
            </a:r>
            <a:r>
              <a:rPr lang="en-US" dirty="0"/>
              <a:t> </a:t>
            </a:r>
            <a:r>
              <a:rPr lang="en-US" dirty="0" err="1"/>
              <a:t>solución</a:t>
            </a:r>
            <a:r>
              <a:rPr lang="en-US" dirty="0"/>
              <a:t> y </a:t>
            </a:r>
            <a:r>
              <a:rPr lang="en-US" dirty="0" err="1"/>
              <a:t>el</a:t>
            </a:r>
            <a:r>
              <a:rPr lang="en-US" dirty="0"/>
              <a:t> valor </a:t>
            </a:r>
            <a:r>
              <a:rPr lang="en-US" dirty="0" err="1"/>
              <a:t>que</a:t>
            </a:r>
            <a:r>
              <a:rPr lang="en-US" dirty="0"/>
              <a:t> </a:t>
            </a:r>
            <a:r>
              <a:rPr lang="en-US" dirty="0" err="1"/>
              <a:t>agrega</a:t>
            </a:r>
            <a:endParaRPr lang="en-US" dirty="0"/>
          </a:p>
        </p:txBody>
      </p:sp>
      <p:sp>
        <p:nvSpPr>
          <p:cNvPr id="3" name="Text Placeholder 2">
            <a:extLst>
              <a:ext uri="{FF2B5EF4-FFF2-40B4-BE49-F238E27FC236}">
                <a16:creationId xmlns:a16="http://schemas.microsoft.com/office/drawing/2014/main" id="{7B9BF264-158F-2FC4-E062-E96DD08E6067}"/>
              </a:ext>
            </a:extLst>
          </p:cNvPr>
          <p:cNvSpPr>
            <a:spLocks noGrp="1"/>
          </p:cNvSpPr>
          <p:nvPr>
            <p:ph type="body" sz="quarter" idx="21"/>
          </p:nvPr>
        </p:nvSpPr>
        <p:spPr/>
        <p:txBody>
          <a:bodyPr/>
          <a:lstStyle/>
          <a:p>
            <a:r>
              <a:rPr lang="en-US" dirty="0"/>
              <a:t>04</a:t>
            </a:r>
          </a:p>
        </p:txBody>
      </p:sp>
      <p:sp>
        <p:nvSpPr>
          <p:cNvPr id="2" name="Slide Number Placeholder 1">
            <a:extLst>
              <a:ext uri="{FF2B5EF4-FFF2-40B4-BE49-F238E27FC236}">
                <a16:creationId xmlns:a16="http://schemas.microsoft.com/office/drawing/2014/main" id="{4804C837-DA86-EB33-AF89-B3F115C353D7}"/>
              </a:ext>
            </a:extLst>
          </p:cNvPr>
          <p:cNvSpPr>
            <a:spLocks noGrp="1"/>
          </p:cNvSpPr>
          <p:nvPr>
            <p:ph type="sldNum" sz="quarter" idx="4"/>
          </p:nvPr>
        </p:nvSpPr>
        <p:spPr/>
        <p:txBody>
          <a:bodyPr/>
          <a:lstStyle/>
          <a:p>
            <a:fld id="{7196636F-A64E-6C4D-AE26-50A84E19B9C9}" type="slidenum">
              <a:rPr lang="en-US" smtClean="0"/>
              <a:pPr/>
              <a:t>5</a:t>
            </a:fld>
            <a:endParaRPr lang="en-US" dirty="0"/>
          </a:p>
        </p:txBody>
      </p:sp>
    </p:spTree>
    <p:extLst>
      <p:ext uri="{BB962C8B-B14F-4D97-AF65-F5344CB8AC3E}">
        <p14:creationId xmlns:p14="http://schemas.microsoft.com/office/powerpoint/2010/main" val="110855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AA9EE-C97A-1144-F540-79A8A345346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400A46D-9E5E-03F5-A29A-D6EDA09F5F20}"/>
              </a:ext>
            </a:extLst>
          </p:cNvPr>
          <p:cNvSpPr>
            <a:spLocks noGrp="1"/>
          </p:cNvSpPr>
          <p:nvPr>
            <p:ph type="title"/>
          </p:nvPr>
        </p:nvSpPr>
        <p:spPr/>
        <p:txBody>
          <a:bodyPr/>
          <a:lstStyle/>
          <a:p>
            <a:r>
              <a:rPr lang="en-US" dirty="0" err="1"/>
              <a:t>Trabajo</a:t>
            </a:r>
            <a:r>
              <a:rPr lang="en-US" dirty="0"/>
              <a:t> Futuro</a:t>
            </a:r>
          </a:p>
        </p:txBody>
      </p:sp>
      <p:sp>
        <p:nvSpPr>
          <p:cNvPr id="4" name="Text Placeholder 3">
            <a:extLst>
              <a:ext uri="{FF2B5EF4-FFF2-40B4-BE49-F238E27FC236}">
                <a16:creationId xmlns:a16="http://schemas.microsoft.com/office/drawing/2014/main" id="{2DC7298F-5770-9C8D-5B03-35BD967E49CF}"/>
              </a:ext>
            </a:extLst>
          </p:cNvPr>
          <p:cNvSpPr>
            <a:spLocks noGrp="1"/>
          </p:cNvSpPr>
          <p:nvPr>
            <p:ph type="body" sz="quarter" idx="13"/>
          </p:nvPr>
        </p:nvSpPr>
        <p:spPr/>
        <p:txBody>
          <a:bodyPr/>
          <a:lstStyle/>
          <a:p>
            <a:r>
              <a:rPr lang="en-US" dirty="0" err="1"/>
              <a:t>Agregar</a:t>
            </a:r>
            <a:r>
              <a:rPr lang="en-US" dirty="0"/>
              <a:t> </a:t>
            </a:r>
            <a:r>
              <a:rPr lang="en-US" dirty="0" err="1"/>
              <a:t>los</a:t>
            </a:r>
            <a:r>
              <a:rPr lang="en-US" dirty="0"/>
              <a:t> slides </a:t>
            </a:r>
            <a:r>
              <a:rPr lang="en-US" dirty="0" err="1"/>
              <a:t>necesarios</a:t>
            </a:r>
            <a:r>
              <a:rPr lang="en-US" dirty="0"/>
              <a:t> para </a:t>
            </a:r>
            <a:r>
              <a:rPr lang="en-US" dirty="0" err="1"/>
              <a:t>mostrar</a:t>
            </a:r>
            <a:r>
              <a:rPr lang="en-US" dirty="0"/>
              <a:t> </a:t>
            </a:r>
            <a:r>
              <a:rPr lang="en-US" dirty="0" err="1"/>
              <a:t>cómo</a:t>
            </a:r>
            <a:r>
              <a:rPr lang="en-US" dirty="0"/>
              <a:t> </a:t>
            </a:r>
            <a:r>
              <a:rPr lang="en-US" dirty="0" err="1"/>
              <a:t>sugieren</a:t>
            </a:r>
            <a:r>
              <a:rPr lang="en-US" dirty="0"/>
              <a:t> </a:t>
            </a:r>
            <a:r>
              <a:rPr lang="en-US" dirty="0" err="1"/>
              <a:t>que</a:t>
            </a:r>
            <a:r>
              <a:rPr lang="en-US" dirty="0"/>
              <a:t> Ford </a:t>
            </a:r>
            <a:r>
              <a:rPr lang="en-US" dirty="0" err="1"/>
              <a:t>continúe</a:t>
            </a:r>
            <a:r>
              <a:rPr lang="en-US" dirty="0"/>
              <a:t> </a:t>
            </a:r>
            <a:r>
              <a:rPr lang="en-US" dirty="0" err="1"/>
              <a:t>el</a:t>
            </a:r>
            <a:r>
              <a:rPr lang="en-US" dirty="0"/>
              <a:t> </a:t>
            </a:r>
            <a:r>
              <a:rPr lang="en-US" dirty="0" err="1"/>
              <a:t>desarrollo</a:t>
            </a:r>
            <a:r>
              <a:rPr lang="en-US" dirty="0"/>
              <a:t> / </a:t>
            </a:r>
            <a:r>
              <a:rPr lang="en-US" dirty="0" err="1"/>
              <a:t>implementación</a:t>
            </a:r>
            <a:r>
              <a:rPr lang="en-US" dirty="0"/>
              <a:t> de </a:t>
            </a:r>
            <a:r>
              <a:rPr lang="en-US" dirty="0" err="1"/>
              <a:t>su</a:t>
            </a:r>
            <a:r>
              <a:rPr lang="en-US" dirty="0"/>
              <a:t> </a:t>
            </a:r>
            <a:r>
              <a:rPr lang="en-US" dirty="0" err="1"/>
              <a:t>solución</a:t>
            </a:r>
            <a:r>
              <a:rPr lang="en-US" dirty="0"/>
              <a:t>.</a:t>
            </a:r>
          </a:p>
        </p:txBody>
      </p:sp>
      <p:sp>
        <p:nvSpPr>
          <p:cNvPr id="3" name="Text Placeholder 2">
            <a:extLst>
              <a:ext uri="{FF2B5EF4-FFF2-40B4-BE49-F238E27FC236}">
                <a16:creationId xmlns:a16="http://schemas.microsoft.com/office/drawing/2014/main" id="{A5919454-24E9-0541-102B-B1A8B2A01A3A}"/>
              </a:ext>
            </a:extLst>
          </p:cNvPr>
          <p:cNvSpPr>
            <a:spLocks noGrp="1"/>
          </p:cNvSpPr>
          <p:nvPr>
            <p:ph type="body" sz="quarter" idx="21"/>
          </p:nvPr>
        </p:nvSpPr>
        <p:spPr/>
        <p:txBody>
          <a:bodyPr/>
          <a:lstStyle/>
          <a:p>
            <a:r>
              <a:rPr lang="en-US" dirty="0"/>
              <a:t>05</a:t>
            </a:r>
          </a:p>
        </p:txBody>
      </p:sp>
      <p:sp>
        <p:nvSpPr>
          <p:cNvPr id="2" name="Slide Number Placeholder 1">
            <a:extLst>
              <a:ext uri="{FF2B5EF4-FFF2-40B4-BE49-F238E27FC236}">
                <a16:creationId xmlns:a16="http://schemas.microsoft.com/office/drawing/2014/main" id="{7058044C-61B3-0587-30F9-AAD2895B157F}"/>
              </a:ext>
            </a:extLst>
          </p:cNvPr>
          <p:cNvSpPr>
            <a:spLocks noGrp="1"/>
          </p:cNvSpPr>
          <p:nvPr>
            <p:ph type="sldNum" sz="quarter" idx="4"/>
          </p:nvPr>
        </p:nvSpPr>
        <p:spPr/>
        <p:txBody>
          <a:bodyPr/>
          <a:lstStyle/>
          <a:p>
            <a:fld id="{7196636F-A64E-6C4D-AE26-50A84E19B9C9}" type="slidenum">
              <a:rPr lang="en-US" smtClean="0"/>
              <a:pPr/>
              <a:t>6</a:t>
            </a:fld>
            <a:endParaRPr lang="en-US" dirty="0"/>
          </a:p>
        </p:txBody>
      </p:sp>
    </p:spTree>
    <p:extLst>
      <p:ext uri="{BB962C8B-B14F-4D97-AF65-F5344CB8AC3E}">
        <p14:creationId xmlns:p14="http://schemas.microsoft.com/office/powerpoint/2010/main" val="2783929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FCF6-DDBC-0057-31F6-33DF152BB78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A95996-A777-EDC5-15F4-C79EF7FDFC8B}"/>
              </a:ext>
            </a:extLst>
          </p:cNvPr>
          <p:cNvSpPr>
            <a:spLocks noGrp="1"/>
          </p:cNvSpPr>
          <p:nvPr>
            <p:ph type="title"/>
          </p:nvPr>
        </p:nvSpPr>
        <p:spPr/>
        <p:txBody>
          <a:bodyPr/>
          <a:lstStyle/>
          <a:p>
            <a:r>
              <a:rPr lang="en-US" dirty="0" err="1"/>
              <a:t>Conclusiones</a:t>
            </a:r>
            <a:endParaRPr lang="en-US" dirty="0"/>
          </a:p>
        </p:txBody>
      </p:sp>
      <p:sp>
        <p:nvSpPr>
          <p:cNvPr id="4" name="Text Placeholder 3">
            <a:extLst>
              <a:ext uri="{FF2B5EF4-FFF2-40B4-BE49-F238E27FC236}">
                <a16:creationId xmlns:a16="http://schemas.microsoft.com/office/drawing/2014/main" id="{D682FD78-45B7-EE45-7DFF-1E2051875AC5}"/>
              </a:ext>
            </a:extLst>
          </p:cNvPr>
          <p:cNvSpPr>
            <a:spLocks noGrp="1"/>
          </p:cNvSpPr>
          <p:nvPr>
            <p:ph type="body" sz="quarter" idx="13"/>
          </p:nvPr>
        </p:nvSpPr>
        <p:spPr/>
        <p:txBody>
          <a:bodyPr/>
          <a:lstStyle/>
          <a:p>
            <a:r>
              <a:rPr lang="en-US" dirty="0" err="1"/>
              <a:t>Agregar</a:t>
            </a:r>
            <a:r>
              <a:rPr lang="en-US" dirty="0"/>
              <a:t> </a:t>
            </a:r>
            <a:r>
              <a:rPr lang="en-US" dirty="0" err="1"/>
              <a:t>los</a:t>
            </a:r>
            <a:r>
              <a:rPr lang="en-US" dirty="0"/>
              <a:t> slides </a:t>
            </a:r>
            <a:r>
              <a:rPr lang="en-US" dirty="0" err="1"/>
              <a:t>necesarios</a:t>
            </a:r>
            <a:r>
              <a:rPr lang="en-US" dirty="0"/>
              <a:t> para </a:t>
            </a:r>
            <a:r>
              <a:rPr lang="en-US" dirty="0" err="1"/>
              <a:t>mostrar</a:t>
            </a:r>
            <a:r>
              <a:rPr lang="en-US" dirty="0"/>
              <a:t> las </a:t>
            </a:r>
            <a:r>
              <a:rPr lang="en-US" dirty="0" err="1"/>
              <a:t>reflexiones</a:t>
            </a:r>
            <a:r>
              <a:rPr lang="en-US" dirty="0"/>
              <a:t> y conclusions de </a:t>
            </a:r>
            <a:r>
              <a:rPr lang="en-US" dirty="0" err="1"/>
              <a:t>su</a:t>
            </a:r>
            <a:r>
              <a:rPr lang="en-US" dirty="0"/>
              <a:t> </a:t>
            </a:r>
            <a:r>
              <a:rPr lang="en-US" dirty="0" err="1"/>
              <a:t>trabajo</a:t>
            </a:r>
            <a:r>
              <a:rPr lang="en-US" dirty="0"/>
              <a:t>.</a:t>
            </a:r>
          </a:p>
        </p:txBody>
      </p:sp>
      <p:sp>
        <p:nvSpPr>
          <p:cNvPr id="3" name="Text Placeholder 2">
            <a:extLst>
              <a:ext uri="{FF2B5EF4-FFF2-40B4-BE49-F238E27FC236}">
                <a16:creationId xmlns:a16="http://schemas.microsoft.com/office/drawing/2014/main" id="{1C32B942-2B83-5EDA-8406-B55D01BC178F}"/>
              </a:ext>
            </a:extLst>
          </p:cNvPr>
          <p:cNvSpPr>
            <a:spLocks noGrp="1"/>
          </p:cNvSpPr>
          <p:nvPr>
            <p:ph type="body" sz="quarter" idx="21"/>
          </p:nvPr>
        </p:nvSpPr>
        <p:spPr/>
        <p:txBody>
          <a:bodyPr/>
          <a:lstStyle/>
          <a:p>
            <a:r>
              <a:rPr lang="en-US" dirty="0"/>
              <a:t>06</a:t>
            </a:r>
          </a:p>
        </p:txBody>
      </p:sp>
      <p:sp>
        <p:nvSpPr>
          <p:cNvPr id="2" name="Slide Number Placeholder 1">
            <a:extLst>
              <a:ext uri="{FF2B5EF4-FFF2-40B4-BE49-F238E27FC236}">
                <a16:creationId xmlns:a16="http://schemas.microsoft.com/office/drawing/2014/main" id="{C4B1AF9F-8FB0-60FB-C8D6-DF388BD3BB9F}"/>
              </a:ext>
            </a:extLst>
          </p:cNvPr>
          <p:cNvSpPr>
            <a:spLocks noGrp="1"/>
          </p:cNvSpPr>
          <p:nvPr>
            <p:ph type="sldNum" sz="quarter" idx="4"/>
          </p:nvPr>
        </p:nvSpPr>
        <p:spPr/>
        <p:txBody>
          <a:bodyPr/>
          <a:lstStyle/>
          <a:p>
            <a:fld id="{7196636F-A64E-6C4D-AE26-50A84E19B9C9}" type="slidenum">
              <a:rPr lang="en-US" smtClean="0"/>
              <a:pPr/>
              <a:t>7</a:t>
            </a:fld>
            <a:endParaRPr lang="en-US" dirty="0"/>
          </a:p>
        </p:txBody>
      </p:sp>
    </p:spTree>
    <p:extLst>
      <p:ext uri="{BB962C8B-B14F-4D97-AF65-F5344CB8AC3E}">
        <p14:creationId xmlns:p14="http://schemas.microsoft.com/office/powerpoint/2010/main" val="2994659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7FB69-ED0A-A121-DD64-30E11741D4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F91A55-6399-7F4F-8ABB-A7F5AB3979CD}"/>
              </a:ext>
            </a:extLst>
          </p:cNvPr>
          <p:cNvSpPr>
            <a:spLocks noGrp="1"/>
          </p:cNvSpPr>
          <p:nvPr>
            <p:ph type="sldNum" sz="quarter" idx="4"/>
          </p:nvPr>
        </p:nvSpPr>
        <p:spPr/>
        <p:txBody>
          <a:bodyPr/>
          <a:lstStyle/>
          <a:p>
            <a:fld id="{7196636F-A64E-6C4D-AE26-50A84E19B9C9}" type="slidenum">
              <a:rPr lang="en-US" smtClean="0"/>
              <a:pPr/>
              <a:t>8</a:t>
            </a:fld>
            <a:endParaRPr lang="en-US" dirty="0"/>
          </a:p>
        </p:txBody>
      </p:sp>
    </p:spTree>
    <p:extLst>
      <p:ext uri="{BB962C8B-B14F-4D97-AF65-F5344CB8AC3E}">
        <p14:creationId xmlns:p14="http://schemas.microsoft.com/office/powerpoint/2010/main" val="2827935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15990B-A075-764C-B968-8C688333B953}"/>
              </a:ext>
            </a:extLst>
          </p:cNvPr>
          <p:cNvSpPr>
            <a:spLocks noGrp="1"/>
          </p:cNvSpPr>
          <p:nvPr>
            <p:ph type="title"/>
          </p:nvPr>
        </p:nvSpPr>
        <p:spPr/>
        <p:txBody>
          <a:bodyPr/>
          <a:lstStyle/>
          <a:p>
            <a:r>
              <a:rPr lang="en-US" dirty="0"/>
              <a:t>General Content Slides</a:t>
            </a:r>
          </a:p>
        </p:txBody>
      </p:sp>
      <p:sp>
        <p:nvSpPr>
          <p:cNvPr id="3" name="Text Placeholder 2">
            <a:extLst>
              <a:ext uri="{FF2B5EF4-FFF2-40B4-BE49-F238E27FC236}">
                <a16:creationId xmlns:a16="http://schemas.microsoft.com/office/drawing/2014/main" id="{D634FA94-DD81-83CF-2854-3881A47614DC}"/>
              </a:ext>
            </a:extLst>
          </p:cNvPr>
          <p:cNvSpPr>
            <a:spLocks noGrp="1"/>
          </p:cNvSpPr>
          <p:nvPr>
            <p:ph type="body" sz="quarter" idx="13"/>
          </p:nvPr>
        </p:nvSpPr>
        <p:spPr/>
        <p:txBody>
          <a:bodyPr/>
          <a:lstStyle/>
          <a:p>
            <a:r>
              <a:rPr lang="en-US" dirty="0"/>
              <a:t>A </a:t>
            </a:r>
            <a:r>
              <a:rPr lang="en-US" dirty="0" err="1"/>
              <a:t>partir</a:t>
            </a:r>
            <a:r>
              <a:rPr lang="en-US" dirty="0"/>
              <a:t> de </a:t>
            </a:r>
            <a:r>
              <a:rPr lang="en-US" dirty="0" err="1"/>
              <a:t>acá</a:t>
            </a:r>
            <a:r>
              <a:rPr lang="en-US" dirty="0"/>
              <a:t> </a:t>
            </a:r>
            <a:r>
              <a:rPr lang="en-US" dirty="0" err="1"/>
              <a:t>tienen</a:t>
            </a:r>
            <a:r>
              <a:rPr lang="en-US" dirty="0"/>
              <a:t> slides </a:t>
            </a:r>
            <a:r>
              <a:rPr lang="en-US" dirty="0" err="1"/>
              <a:t>genéricos</a:t>
            </a:r>
            <a:r>
              <a:rPr lang="en-US" dirty="0"/>
              <a:t> con </a:t>
            </a:r>
            <a:r>
              <a:rPr lang="en-US" dirty="0" err="1"/>
              <a:t>diferentes</a:t>
            </a:r>
            <a:r>
              <a:rPr lang="en-US" dirty="0"/>
              <a:t> </a:t>
            </a:r>
            <a:r>
              <a:rPr lang="en-US" dirty="0" err="1"/>
              <a:t>formatos</a:t>
            </a:r>
            <a:r>
              <a:rPr lang="en-US" dirty="0"/>
              <a:t> para </a:t>
            </a:r>
            <a:r>
              <a:rPr lang="en-US" dirty="0" err="1"/>
              <a:t>que</a:t>
            </a:r>
            <a:r>
              <a:rPr lang="en-US" dirty="0"/>
              <a:t> </a:t>
            </a:r>
            <a:r>
              <a:rPr lang="en-US" dirty="0" err="1"/>
              <a:t>puedan</a:t>
            </a:r>
            <a:r>
              <a:rPr lang="en-US" dirty="0"/>
              <a:t> usar. </a:t>
            </a:r>
            <a:r>
              <a:rPr lang="en-US" b="1" dirty="0"/>
              <a:t>NO MODIFICAR LOS LOGOS.</a:t>
            </a:r>
          </a:p>
        </p:txBody>
      </p:sp>
      <p:sp>
        <p:nvSpPr>
          <p:cNvPr id="9" name="Text Placeholder 8">
            <a:extLst>
              <a:ext uri="{FF2B5EF4-FFF2-40B4-BE49-F238E27FC236}">
                <a16:creationId xmlns:a16="http://schemas.microsoft.com/office/drawing/2014/main" id="{5482DC5E-9480-43C6-947E-910B2A2EE1E8}"/>
              </a:ext>
            </a:extLst>
          </p:cNvPr>
          <p:cNvSpPr>
            <a:spLocks noGrp="1"/>
          </p:cNvSpPr>
          <p:nvPr>
            <p:ph type="body" sz="quarter" idx="21"/>
          </p:nvPr>
        </p:nvSpPr>
        <p:spPr/>
        <p:txBody>
          <a:bodyPr/>
          <a:lstStyle/>
          <a:p>
            <a:r>
              <a:rPr lang="en-US" dirty="0"/>
              <a:t>XX</a:t>
            </a:r>
          </a:p>
        </p:txBody>
      </p:sp>
      <p:sp>
        <p:nvSpPr>
          <p:cNvPr id="4" name="Slide Number Placeholder 3">
            <a:extLst>
              <a:ext uri="{FF2B5EF4-FFF2-40B4-BE49-F238E27FC236}">
                <a16:creationId xmlns:a16="http://schemas.microsoft.com/office/drawing/2014/main" id="{8C9A6A68-837D-44CB-9260-AE6504164525}"/>
              </a:ext>
            </a:extLst>
          </p:cNvPr>
          <p:cNvSpPr>
            <a:spLocks noGrp="1"/>
          </p:cNvSpPr>
          <p:nvPr>
            <p:ph type="sldNum" sz="quarter" idx="4"/>
          </p:nvPr>
        </p:nvSpPr>
        <p:spPr/>
        <p:txBody>
          <a:bodyPr/>
          <a:lstStyle/>
          <a:p>
            <a:fld id="{7196636F-A64E-6C4D-AE26-50A84E19B9C9}" type="slidenum">
              <a:rPr lang="en-US" smtClean="0"/>
              <a:pPr/>
              <a:t>9</a:t>
            </a:fld>
            <a:endParaRPr lang="en-US" dirty="0"/>
          </a:p>
        </p:txBody>
      </p:sp>
    </p:spTree>
    <p:extLst>
      <p:ext uri="{BB962C8B-B14F-4D97-AF65-F5344CB8AC3E}">
        <p14:creationId xmlns:p14="http://schemas.microsoft.com/office/powerpoint/2010/main" val="1521837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BF2591-79FC-1A48-8612-022567BE68FD}"/>
              </a:ext>
            </a:extLst>
          </p:cNvPr>
          <p:cNvSpPr>
            <a:spLocks noGrp="1"/>
          </p:cNvSpPr>
          <p:nvPr>
            <p:ph type="title"/>
          </p:nvPr>
        </p:nvSpPr>
        <p:spPr/>
        <p:txBody>
          <a:bodyPr/>
          <a:lstStyle/>
          <a:p>
            <a:r>
              <a:rPr lang="en-US" dirty="0"/>
              <a:t>Agenda / Table of Contents</a:t>
            </a:r>
          </a:p>
        </p:txBody>
      </p:sp>
      <p:sp>
        <p:nvSpPr>
          <p:cNvPr id="28" name="Text Placeholder 27">
            <a:extLst>
              <a:ext uri="{FF2B5EF4-FFF2-40B4-BE49-F238E27FC236}">
                <a16:creationId xmlns:a16="http://schemas.microsoft.com/office/drawing/2014/main" id="{6723E9F6-EAA0-F8BF-3B13-2337CA7D61ED}"/>
              </a:ext>
            </a:extLst>
          </p:cNvPr>
          <p:cNvSpPr>
            <a:spLocks noGrp="1"/>
          </p:cNvSpPr>
          <p:nvPr>
            <p:ph type="body" sz="quarter" idx="13"/>
          </p:nvPr>
        </p:nvSpPr>
        <p:spPr/>
        <p:txBody>
          <a:bodyPr/>
          <a:lstStyle/>
          <a:p>
            <a:pPr lvl="0"/>
            <a:r>
              <a:rPr lang="en-US" noProof="0" dirty="0"/>
              <a:t>SECTION NAME</a:t>
            </a:r>
          </a:p>
        </p:txBody>
      </p:sp>
      <p:sp>
        <p:nvSpPr>
          <p:cNvPr id="6" name="Content Placeholder 5">
            <a:extLst>
              <a:ext uri="{FF2B5EF4-FFF2-40B4-BE49-F238E27FC236}">
                <a16:creationId xmlns:a16="http://schemas.microsoft.com/office/drawing/2014/main" id="{2684F6C4-37D8-C14E-B25C-93AD9AAD6894}"/>
              </a:ext>
            </a:extLst>
          </p:cNvPr>
          <p:cNvSpPr>
            <a:spLocks noGrp="1"/>
          </p:cNvSpPr>
          <p:nvPr>
            <p:ph idx="1"/>
          </p:nvPr>
        </p:nvSpPr>
        <p:spPr/>
        <p:txBody>
          <a:bodyPr/>
          <a:lstStyle/>
          <a:p>
            <a:r>
              <a:rPr lang="en-US" dirty="0"/>
              <a:t>Agenda Item 1</a:t>
            </a:r>
          </a:p>
        </p:txBody>
      </p:sp>
      <p:sp>
        <p:nvSpPr>
          <p:cNvPr id="7" name="Text Placeholder 6">
            <a:extLst>
              <a:ext uri="{FF2B5EF4-FFF2-40B4-BE49-F238E27FC236}">
                <a16:creationId xmlns:a16="http://schemas.microsoft.com/office/drawing/2014/main" id="{74FEC097-FEB9-F747-96F2-2A30C2029DD3}"/>
              </a:ext>
            </a:extLst>
          </p:cNvPr>
          <p:cNvSpPr>
            <a:spLocks noGrp="1"/>
          </p:cNvSpPr>
          <p:nvPr>
            <p:ph type="body" sz="quarter" idx="19"/>
          </p:nvPr>
        </p:nvSpPr>
        <p:spPr/>
        <p:txBody>
          <a:bodyPr/>
          <a:lstStyle/>
          <a:p>
            <a:r>
              <a:rPr lang="en-US" dirty="0"/>
              <a:t>01</a:t>
            </a:r>
          </a:p>
        </p:txBody>
      </p:sp>
      <p:sp>
        <p:nvSpPr>
          <p:cNvPr id="8" name="Text Placeholder 7">
            <a:extLst>
              <a:ext uri="{FF2B5EF4-FFF2-40B4-BE49-F238E27FC236}">
                <a16:creationId xmlns:a16="http://schemas.microsoft.com/office/drawing/2014/main" id="{59C425D7-3E13-464C-B9FE-C22D4AA60AC0}"/>
              </a:ext>
            </a:extLst>
          </p:cNvPr>
          <p:cNvSpPr>
            <a:spLocks noGrp="1"/>
          </p:cNvSpPr>
          <p:nvPr>
            <p:ph type="body" sz="quarter" idx="20"/>
          </p:nvPr>
        </p:nvSpPr>
        <p:spPr/>
        <p:txBody>
          <a:bodyPr/>
          <a:lstStyle/>
          <a:p>
            <a:r>
              <a:rPr lang="en-US" dirty="0"/>
              <a:t>02</a:t>
            </a:r>
          </a:p>
        </p:txBody>
      </p:sp>
      <p:sp>
        <p:nvSpPr>
          <p:cNvPr id="9" name="Text Placeholder 8">
            <a:extLst>
              <a:ext uri="{FF2B5EF4-FFF2-40B4-BE49-F238E27FC236}">
                <a16:creationId xmlns:a16="http://schemas.microsoft.com/office/drawing/2014/main" id="{4B5A6A66-119F-404F-93F4-C0F3482459A6}"/>
              </a:ext>
            </a:extLst>
          </p:cNvPr>
          <p:cNvSpPr>
            <a:spLocks noGrp="1"/>
          </p:cNvSpPr>
          <p:nvPr>
            <p:ph type="body" sz="quarter" idx="21"/>
          </p:nvPr>
        </p:nvSpPr>
        <p:spPr/>
        <p:txBody>
          <a:bodyPr/>
          <a:lstStyle/>
          <a:p>
            <a:r>
              <a:rPr lang="en-US" dirty="0"/>
              <a:t>03</a:t>
            </a:r>
          </a:p>
        </p:txBody>
      </p:sp>
      <p:sp>
        <p:nvSpPr>
          <p:cNvPr id="10" name="Text Placeholder 9">
            <a:extLst>
              <a:ext uri="{FF2B5EF4-FFF2-40B4-BE49-F238E27FC236}">
                <a16:creationId xmlns:a16="http://schemas.microsoft.com/office/drawing/2014/main" id="{385D917D-6449-DE42-8D8D-C511F448501D}"/>
              </a:ext>
            </a:extLst>
          </p:cNvPr>
          <p:cNvSpPr>
            <a:spLocks noGrp="1"/>
          </p:cNvSpPr>
          <p:nvPr>
            <p:ph type="body" sz="quarter" idx="22"/>
          </p:nvPr>
        </p:nvSpPr>
        <p:spPr/>
        <p:txBody>
          <a:bodyPr/>
          <a:lstStyle/>
          <a:p>
            <a:r>
              <a:rPr lang="en-US" dirty="0"/>
              <a:t>04</a:t>
            </a:r>
          </a:p>
        </p:txBody>
      </p:sp>
      <p:sp>
        <p:nvSpPr>
          <p:cNvPr id="11" name="Content Placeholder 10">
            <a:extLst>
              <a:ext uri="{FF2B5EF4-FFF2-40B4-BE49-F238E27FC236}">
                <a16:creationId xmlns:a16="http://schemas.microsoft.com/office/drawing/2014/main" id="{FFBDBE18-AD8A-8542-9C75-56C4DB9937D6}"/>
              </a:ext>
            </a:extLst>
          </p:cNvPr>
          <p:cNvSpPr>
            <a:spLocks noGrp="1"/>
          </p:cNvSpPr>
          <p:nvPr>
            <p:ph idx="23"/>
          </p:nvPr>
        </p:nvSpPr>
        <p:spPr/>
        <p:txBody>
          <a:bodyPr/>
          <a:lstStyle/>
          <a:p>
            <a:r>
              <a:rPr lang="en-US" dirty="0"/>
              <a:t>Agenda Item 2</a:t>
            </a:r>
          </a:p>
        </p:txBody>
      </p:sp>
      <p:sp>
        <p:nvSpPr>
          <p:cNvPr id="12" name="Content Placeholder 11">
            <a:extLst>
              <a:ext uri="{FF2B5EF4-FFF2-40B4-BE49-F238E27FC236}">
                <a16:creationId xmlns:a16="http://schemas.microsoft.com/office/drawing/2014/main" id="{0AD78BF1-022E-1042-A152-3EF870495D79}"/>
              </a:ext>
            </a:extLst>
          </p:cNvPr>
          <p:cNvSpPr>
            <a:spLocks noGrp="1"/>
          </p:cNvSpPr>
          <p:nvPr>
            <p:ph idx="24"/>
          </p:nvPr>
        </p:nvSpPr>
        <p:spPr/>
        <p:txBody>
          <a:bodyPr/>
          <a:lstStyle/>
          <a:p>
            <a:r>
              <a:rPr lang="en-US" dirty="0"/>
              <a:t>Agenda Item 3</a:t>
            </a:r>
          </a:p>
        </p:txBody>
      </p:sp>
      <p:sp>
        <p:nvSpPr>
          <p:cNvPr id="13" name="Content Placeholder 12">
            <a:extLst>
              <a:ext uri="{FF2B5EF4-FFF2-40B4-BE49-F238E27FC236}">
                <a16:creationId xmlns:a16="http://schemas.microsoft.com/office/drawing/2014/main" id="{E77A367C-0C88-8A47-9AE2-A1EA435D805B}"/>
              </a:ext>
            </a:extLst>
          </p:cNvPr>
          <p:cNvSpPr>
            <a:spLocks noGrp="1"/>
          </p:cNvSpPr>
          <p:nvPr>
            <p:ph idx="25"/>
          </p:nvPr>
        </p:nvSpPr>
        <p:spPr/>
        <p:txBody>
          <a:bodyPr/>
          <a:lstStyle/>
          <a:p>
            <a:r>
              <a:rPr lang="en-US" dirty="0"/>
              <a:t>Agenda Item 4</a:t>
            </a:r>
          </a:p>
        </p:txBody>
      </p:sp>
      <p:sp>
        <p:nvSpPr>
          <p:cNvPr id="43" name="Text Placeholder 42">
            <a:extLst>
              <a:ext uri="{FF2B5EF4-FFF2-40B4-BE49-F238E27FC236}">
                <a16:creationId xmlns:a16="http://schemas.microsoft.com/office/drawing/2014/main" id="{DEAF9AF0-7281-1748-A575-54C7EA5C1007}"/>
              </a:ext>
            </a:extLst>
          </p:cNvPr>
          <p:cNvSpPr>
            <a:spLocks noGrp="1"/>
          </p:cNvSpPr>
          <p:nvPr>
            <p:ph type="body" sz="quarter" idx="26"/>
          </p:nvPr>
        </p:nvSpPr>
        <p:spPr/>
        <p:txBody>
          <a:bodyPr/>
          <a:lstStyle/>
          <a:p>
            <a:r>
              <a:rPr lang="en-US" dirty="0"/>
              <a:t>05</a:t>
            </a:r>
          </a:p>
        </p:txBody>
      </p:sp>
      <p:sp>
        <p:nvSpPr>
          <p:cNvPr id="44" name="Content Placeholder 43">
            <a:extLst>
              <a:ext uri="{FF2B5EF4-FFF2-40B4-BE49-F238E27FC236}">
                <a16:creationId xmlns:a16="http://schemas.microsoft.com/office/drawing/2014/main" id="{5908C359-F8EA-C444-83FD-D55A2BED2031}"/>
              </a:ext>
            </a:extLst>
          </p:cNvPr>
          <p:cNvSpPr>
            <a:spLocks noGrp="1"/>
          </p:cNvSpPr>
          <p:nvPr>
            <p:ph idx="27"/>
          </p:nvPr>
        </p:nvSpPr>
        <p:spPr/>
        <p:txBody>
          <a:bodyPr/>
          <a:lstStyle/>
          <a:p>
            <a:r>
              <a:rPr lang="en-US" dirty="0"/>
              <a:t>Agenda Item 5</a:t>
            </a:r>
          </a:p>
        </p:txBody>
      </p:sp>
      <p:grpSp>
        <p:nvGrpSpPr>
          <p:cNvPr id="49" name="Group 48">
            <a:extLst>
              <a:ext uri="{FF2B5EF4-FFF2-40B4-BE49-F238E27FC236}">
                <a16:creationId xmlns:a16="http://schemas.microsoft.com/office/drawing/2014/main" id="{64EF3966-664B-6A49-A321-DCA517FC8E1E}"/>
              </a:ext>
            </a:extLst>
          </p:cNvPr>
          <p:cNvGrpSpPr/>
          <p:nvPr/>
        </p:nvGrpSpPr>
        <p:grpSpPr>
          <a:xfrm>
            <a:off x="7023832" y="1651488"/>
            <a:ext cx="267893" cy="4110586"/>
            <a:chOff x="7001758" y="1637506"/>
            <a:chExt cx="309384" cy="4110586"/>
          </a:xfrm>
        </p:grpSpPr>
        <p:cxnSp>
          <p:nvCxnSpPr>
            <p:cNvPr id="15" name="Straight Connector 14">
              <a:extLst>
                <a:ext uri="{FF2B5EF4-FFF2-40B4-BE49-F238E27FC236}">
                  <a16:creationId xmlns:a16="http://schemas.microsoft.com/office/drawing/2014/main" id="{3411AE61-BE0F-0841-BD93-4F64C4895B24}"/>
                </a:ext>
              </a:extLst>
            </p:cNvPr>
            <p:cNvCxnSpPr>
              <a:cxnSpLocks/>
            </p:cNvCxnSpPr>
            <p:nvPr/>
          </p:nvCxnSpPr>
          <p:spPr>
            <a:xfrm>
              <a:off x="7001758" y="1637506"/>
              <a:ext cx="309384" cy="0"/>
            </a:xfrm>
            <a:prstGeom prst="line">
              <a:avLst/>
            </a:prstGeom>
            <a:ln w="41275">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56C26A0-EF38-684B-B898-200DA0B0EEE8}"/>
                </a:ext>
              </a:extLst>
            </p:cNvPr>
            <p:cNvCxnSpPr>
              <a:cxnSpLocks/>
            </p:cNvCxnSpPr>
            <p:nvPr/>
          </p:nvCxnSpPr>
          <p:spPr>
            <a:xfrm>
              <a:off x="7001758" y="2663031"/>
              <a:ext cx="309384" cy="0"/>
            </a:xfrm>
            <a:prstGeom prst="line">
              <a:avLst/>
            </a:prstGeom>
            <a:ln w="41275">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3AC137E-4527-8747-8AEC-4C13CFFEAC36}"/>
                </a:ext>
              </a:extLst>
            </p:cNvPr>
            <p:cNvCxnSpPr>
              <a:cxnSpLocks/>
            </p:cNvCxnSpPr>
            <p:nvPr/>
          </p:nvCxnSpPr>
          <p:spPr>
            <a:xfrm>
              <a:off x="7001758" y="3690144"/>
              <a:ext cx="309384" cy="0"/>
            </a:xfrm>
            <a:prstGeom prst="line">
              <a:avLst/>
            </a:prstGeom>
            <a:ln w="41275">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0B36B1-87E8-7B4D-B9DD-2AC50359DB73}"/>
                </a:ext>
              </a:extLst>
            </p:cNvPr>
            <p:cNvCxnSpPr>
              <a:cxnSpLocks/>
            </p:cNvCxnSpPr>
            <p:nvPr/>
          </p:nvCxnSpPr>
          <p:spPr>
            <a:xfrm>
              <a:off x="7001758" y="4717256"/>
              <a:ext cx="309384" cy="0"/>
            </a:xfrm>
            <a:prstGeom prst="line">
              <a:avLst/>
            </a:prstGeom>
            <a:ln w="41275">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51C5E9A-9C77-724D-B926-0EB583BC7BF4}"/>
                </a:ext>
              </a:extLst>
            </p:cNvPr>
            <p:cNvCxnSpPr>
              <a:cxnSpLocks/>
            </p:cNvCxnSpPr>
            <p:nvPr/>
          </p:nvCxnSpPr>
          <p:spPr>
            <a:xfrm>
              <a:off x="7001758" y="5748092"/>
              <a:ext cx="309384" cy="0"/>
            </a:xfrm>
            <a:prstGeom prst="line">
              <a:avLst/>
            </a:prstGeom>
            <a:ln w="41275">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F0C1753D-13E5-4804-9D76-EEF2A7D8149F}"/>
              </a:ext>
            </a:extLst>
          </p:cNvPr>
          <p:cNvSpPr>
            <a:spLocks noGrp="1"/>
          </p:cNvSpPr>
          <p:nvPr>
            <p:ph type="sldNum" sz="quarter" idx="4"/>
          </p:nvPr>
        </p:nvSpPr>
        <p:spPr/>
        <p:txBody>
          <a:bodyPr/>
          <a:lstStyle/>
          <a:p>
            <a:fld id="{7196636F-A64E-6C4D-AE26-50A84E19B9C9}" type="slidenum">
              <a:rPr lang="en-US" smtClean="0"/>
              <a:pPr/>
              <a:t>10</a:t>
            </a:fld>
            <a:endParaRPr lang="en-US" dirty="0"/>
          </a:p>
        </p:txBody>
      </p:sp>
    </p:spTree>
    <p:extLst>
      <p:ext uri="{BB962C8B-B14F-4D97-AF65-F5344CB8AC3E}">
        <p14:creationId xmlns:p14="http://schemas.microsoft.com/office/powerpoint/2010/main" val="3995927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61BAE8-68D0-054D-8DF0-E18D2DDA5A47}"/>
              </a:ext>
            </a:extLst>
          </p:cNvPr>
          <p:cNvSpPr>
            <a:spLocks noGrp="1"/>
          </p:cNvSpPr>
          <p:nvPr>
            <p:ph type="body" sz="quarter" idx="16"/>
          </p:nvPr>
        </p:nvSpPr>
        <p:spPr/>
        <p:txBody>
          <a:bodyPr/>
          <a:lstStyle/>
          <a:p>
            <a:r>
              <a:rPr lang="en-US" dirty="0"/>
              <a:t>This is a large statement slide </a:t>
            </a:r>
            <a:br>
              <a:rPr lang="en-US" dirty="0"/>
            </a:br>
            <a:r>
              <a:rPr lang="en-US" dirty="0"/>
              <a:t>you can use to create a visual </a:t>
            </a:r>
            <a:br>
              <a:rPr lang="en-US" dirty="0"/>
            </a:br>
            <a:r>
              <a:rPr lang="en-US" dirty="0"/>
              <a:t>break or call attention to an </a:t>
            </a:r>
            <a:br>
              <a:rPr lang="en-US" dirty="0"/>
            </a:br>
            <a:r>
              <a:rPr lang="en-US" dirty="0"/>
              <a:t>important thought.</a:t>
            </a:r>
          </a:p>
        </p:txBody>
      </p:sp>
      <p:grpSp>
        <p:nvGrpSpPr>
          <p:cNvPr id="15" name="Group 14">
            <a:extLst>
              <a:ext uri="{FF2B5EF4-FFF2-40B4-BE49-F238E27FC236}">
                <a16:creationId xmlns:a16="http://schemas.microsoft.com/office/drawing/2014/main" id="{3AD55356-FBDA-788D-FF72-30C5D612573F}"/>
              </a:ext>
            </a:extLst>
          </p:cNvPr>
          <p:cNvGrpSpPr/>
          <p:nvPr/>
        </p:nvGrpSpPr>
        <p:grpSpPr>
          <a:xfrm>
            <a:off x="1865082" y="1505000"/>
            <a:ext cx="8448261" cy="3627905"/>
            <a:chOff x="1865082" y="1505000"/>
            <a:chExt cx="8448261" cy="3627905"/>
          </a:xfrm>
        </p:grpSpPr>
        <p:cxnSp>
          <p:nvCxnSpPr>
            <p:cNvPr id="10" name="Straight Connector 9">
              <a:extLst>
                <a:ext uri="{FF2B5EF4-FFF2-40B4-BE49-F238E27FC236}">
                  <a16:creationId xmlns:a16="http://schemas.microsoft.com/office/drawing/2014/main" id="{F5221AB5-F15D-F946-939A-324D8B03E847}"/>
                </a:ext>
              </a:extLst>
            </p:cNvPr>
            <p:cNvCxnSpPr>
              <a:cxnSpLocks/>
            </p:cNvCxnSpPr>
            <p:nvPr/>
          </p:nvCxnSpPr>
          <p:spPr>
            <a:xfrm>
              <a:off x="1865082" y="1505000"/>
              <a:ext cx="8448261"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327AE71-C1FA-7252-E8E7-EA925CED9B23}"/>
                </a:ext>
              </a:extLst>
            </p:cNvPr>
            <p:cNvCxnSpPr>
              <a:cxnSpLocks/>
            </p:cNvCxnSpPr>
            <p:nvPr/>
          </p:nvCxnSpPr>
          <p:spPr>
            <a:xfrm>
              <a:off x="1865082" y="5132905"/>
              <a:ext cx="8448261"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D5804130-CBCB-407B-BDE2-93210A818978}"/>
              </a:ext>
            </a:extLst>
          </p:cNvPr>
          <p:cNvSpPr>
            <a:spLocks noGrp="1"/>
          </p:cNvSpPr>
          <p:nvPr>
            <p:ph type="sldNum" sz="quarter" idx="4"/>
          </p:nvPr>
        </p:nvSpPr>
        <p:spPr/>
        <p:txBody>
          <a:bodyPr/>
          <a:lstStyle/>
          <a:p>
            <a:fld id="{7196636F-A64E-6C4D-AE26-50A84E19B9C9}" type="slidenum">
              <a:rPr lang="en-US" smtClean="0"/>
              <a:pPr/>
              <a:t>11</a:t>
            </a:fld>
            <a:endParaRPr lang="en-US" dirty="0"/>
          </a:p>
        </p:txBody>
      </p:sp>
    </p:spTree>
    <p:extLst>
      <p:ext uri="{BB962C8B-B14F-4D97-AF65-F5344CB8AC3E}">
        <p14:creationId xmlns:p14="http://schemas.microsoft.com/office/powerpoint/2010/main" val="2526539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Full-Page Copy Slide</a:t>
            </a:r>
          </a:p>
        </p:txBody>
      </p:sp>
      <p:sp>
        <p:nvSpPr>
          <p:cNvPr id="6" name="Text Placeholder 5"/>
          <p:cNvSpPr>
            <a:spLocks noGrp="1"/>
          </p:cNvSpPr>
          <p:nvPr>
            <p:ph type="body" sz="quarter" idx="13"/>
          </p:nvPr>
        </p:nvSpPr>
        <p:spPr/>
        <p:txBody>
          <a:bodyPr/>
          <a:lstStyle/>
          <a:p>
            <a:r>
              <a:rPr lang="en-US" dirty="0"/>
              <a:t>Section Name</a:t>
            </a:r>
          </a:p>
        </p:txBody>
      </p:sp>
      <p:sp>
        <p:nvSpPr>
          <p:cNvPr id="16" name="Content Placeholder 15">
            <a:extLst>
              <a:ext uri="{FF2B5EF4-FFF2-40B4-BE49-F238E27FC236}">
                <a16:creationId xmlns:a16="http://schemas.microsoft.com/office/drawing/2014/main" id="{11F17E87-A879-2C44-8EA0-F17E5ED6056C}"/>
              </a:ext>
            </a:extLst>
          </p:cNvPr>
          <p:cNvSpPr>
            <a:spLocks noGrp="1"/>
          </p:cNvSpPr>
          <p:nvPr>
            <p:ph idx="1"/>
          </p:nvPr>
        </p:nvSpPr>
        <p:spPr/>
        <p:txBody>
          <a:bodyPr/>
          <a:lstStyle/>
          <a:p>
            <a:pPr marL="0" indent="0">
              <a:buNone/>
            </a:pPr>
            <a:r>
              <a:rPr lang="en-US" dirty="0"/>
              <a:t>Body copy. Lorem ipsum dolor sit amet, consectetuer adipiscing elit. Maecenas porttitor congue massa. Fusce posuere, magna sed pulvinar ultricies, purus lectus malesuada libero, sit amet commodo magna eros quis urna.</a:t>
            </a:r>
          </a:p>
          <a:p>
            <a:pPr marL="0" indent="0">
              <a:buNone/>
            </a:pPr>
            <a:r>
              <a:rPr lang="en-US" dirty="0"/>
              <a:t>Nunc viverra imperdiet enim. Fusce est. Vivamus a tellus.</a:t>
            </a:r>
          </a:p>
          <a:p>
            <a:pPr marL="0" indent="0">
              <a:buNone/>
            </a:pPr>
            <a:r>
              <a:rPr lang="en-US" dirty="0" err="1"/>
              <a:t>Pellentesque</a:t>
            </a:r>
            <a:r>
              <a:rPr lang="en-US" dirty="0"/>
              <a:t> habitant morbi tristique senectus et netus et malesuada fames ac turpis egestas. Proin pharetra nonummy pede. Mauris et orci.</a:t>
            </a:r>
          </a:p>
          <a:p>
            <a:pPr marL="0" indent="0">
              <a:buNone/>
            </a:pPr>
            <a:endParaRPr lang="en-US" dirty="0"/>
          </a:p>
          <a:p>
            <a:pPr marL="0" indent="0">
              <a:buNone/>
            </a:pPr>
            <a:endParaRPr lang="en-US" dirty="0"/>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a:p>
            <a:endParaRPr lang="en-US" dirty="0"/>
          </a:p>
        </p:txBody>
      </p:sp>
      <p:sp>
        <p:nvSpPr>
          <p:cNvPr id="2" name="Slide Number Placeholder 1">
            <a:extLst>
              <a:ext uri="{FF2B5EF4-FFF2-40B4-BE49-F238E27FC236}">
                <a16:creationId xmlns:a16="http://schemas.microsoft.com/office/drawing/2014/main" id="{948056EE-0712-499A-B4F4-F86BC752997A}"/>
              </a:ext>
            </a:extLst>
          </p:cNvPr>
          <p:cNvSpPr>
            <a:spLocks noGrp="1"/>
          </p:cNvSpPr>
          <p:nvPr>
            <p:ph type="sldNum" sz="quarter" idx="4"/>
          </p:nvPr>
        </p:nvSpPr>
        <p:spPr/>
        <p:txBody>
          <a:bodyPr/>
          <a:lstStyle/>
          <a:p>
            <a:fld id="{7196636F-A64E-6C4D-AE26-50A84E19B9C9}" type="slidenum">
              <a:rPr lang="en-US" smtClean="0"/>
              <a:pPr/>
              <a:t>12</a:t>
            </a:fld>
            <a:endParaRPr lang="en-US" dirty="0"/>
          </a:p>
        </p:txBody>
      </p:sp>
    </p:spTree>
    <p:extLst>
      <p:ext uri="{BB962C8B-B14F-4D97-AF65-F5344CB8AC3E}">
        <p14:creationId xmlns:p14="http://schemas.microsoft.com/office/powerpoint/2010/main" val="218679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Full-Page Copy Slide with Bumper</a:t>
            </a:r>
          </a:p>
        </p:txBody>
      </p:sp>
      <p:sp>
        <p:nvSpPr>
          <p:cNvPr id="16" name="Content Placeholder 15">
            <a:extLst>
              <a:ext uri="{FF2B5EF4-FFF2-40B4-BE49-F238E27FC236}">
                <a16:creationId xmlns:a16="http://schemas.microsoft.com/office/drawing/2014/main" id="{11F17E87-A879-2C44-8EA0-F17E5ED6056C}"/>
              </a:ext>
            </a:extLst>
          </p:cNvPr>
          <p:cNvSpPr>
            <a:spLocks noGrp="1"/>
          </p:cNvSpPr>
          <p:nvPr>
            <p:ph idx="1"/>
          </p:nvPr>
        </p:nvSpPr>
        <p:spPr/>
        <p:txBody>
          <a:bodyPr/>
          <a:lstStyle/>
          <a:p>
            <a:pPr marL="0" indent="0">
              <a:buNone/>
            </a:pPr>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marL="0" indent="0">
              <a:buNone/>
            </a:pPr>
            <a:endParaRPr lang="en-US" dirty="0"/>
          </a:p>
          <a:p>
            <a:pPr marL="0" indent="0">
              <a:buNone/>
            </a:pPr>
            <a:endParaRPr lang="en-US" dirty="0"/>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a:p>
            <a:endParaRPr lang="en-US" dirty="0"/>
          </a:p>
        </p:txBody>
      </p:sp>
      <p:sp>
        <p:nvSpPr>
          <p:cNvPr id="21" name="Content Placeholder 20">
            <a:extLst>
              <a:ext uri="{FF2B5EF4-FFF2-40B4-BE49-F238E27FC236}">
                <a16:creationId xmlns:a16="http://schemas.microsoft.com/office/drawing/2014/main" id="{9E618515-A91B-B90E-BA9D-C919D77D40C3}"/>
              </a:ext>
            </a:extLst>
          </p:cNvPr>
          <p:cNvSpPr>
            <a:spLocks noGrp="1"/>
          </p:cNvSpPr>
          <p:nvPr>
            <p:ph idx="18"/>
          </p:nvPr>
        </p:nvSpPr>
        <p:spPr/>
        <p:txBody>
          <a:bodyPr/>
          <a:lstStyle/>
          <a:p>
            <a:r>
              <a:rPr lang="en-US" dirty="0"/>
              <a:t>Bumper copy should be a concise point and not more than </a:t>
            </a:r>
          </a:p>
          <a:p>
            <a:pPr>
              <a:lnSpc>
                <a:spcPct val="100000"/>
              </a:lnSpc>
              <a:spcBef>
                <a:spcPts val="0"/>
              </a:spcBef>
            </a:pPr>
            <a:r>
              <a:rPr lang="en-US" dirty="0"/>
              <a:t>two sentences or a few words.</a:t>
            </a:r>
          </a:p>
        </p:txBody>
      </p:sp>
      <p:sp>
        <p:nvSpPr>
          <p:cNvPr id="2" name="Slide Number Placeholder 1">
            <a:extLst>
              <a:ext uri="{FF2B5EF4-FFF2-40B4-BE49-F238E27FC236}">
                <a16:creationId xmlns:a16="http://schemas.microsoft.com/office/drawing/2014/main" id="{5A0D8BDF-9923-4D59-A39E-3D41B4CE361D}"/>
              </a:ext>
            </a:extLst>
          </p:cNvPr>
          <p:cNvSpPr>
            <a:spLocks noGrp="1"/>
          </p:cNvSpPr>
          <p:nvPr>
            <p:ph type="sldNum" sz="quarter" idx="4"/>
          </p:nvPr>
        </p:nvSpPr>
        <p:spPr/>
        <p:txBody>
          <a:bodyPr/>
          <a:lstStyle/>
          <a:p>
            <a:fld id="{7196636F-A64E-6C4D-AE26-50A84E19B9C9}" type="slidenum">
              <a:rPr lang="en-US" smtClean="0"/>
              <a:pPr/>
              <a:t>13</a:t>
            </a:fld>
            <a:endParaRPr lang="en-US" dirty="0"/>
          </a:p>
        </p:txBody>
      </p:sp>
    </p:spTree>
    <p:extLst>
      <p:ext uri="{BB962C8B-B14F-4D97-AF65-F5344CB8AC3E}">
        <p14:creationId xmlns:p14="http://schemas.microsoft.com/office/powerpoint/2010/main" val="703636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Full-Page Copy Slide with Bullets and Bumper</a:t>
            </a:r>
          </a:p>
        </p:txBody>
      </p:sp>
      <p:sp>
        <p:nvSpPr>
          <p:cNvPr id="16" name="Content Placeholder 15">
            <a:extLst>
              <a:ext uri="{FF2B5EF4-FFF2-40B4-BE49-F238E27FC236}">
                <a16:creationId xmlns:a16="http://schemas.microsoft.com/office/drawing/2014/main" id="{11F17E87-A879-2C44-8EA0-F17E5ED6056C}"/>
              </a:ext>
            </a:extLst>
          </p:cNvPr>
          <p:cNvSpPr>
            <a:spLocks noGrp="1"/>
          </p:cNvSpPr>
          <p:nvPr>
            <p:ph idx="1"/>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lvl="1"/>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pPr lvl="1"/>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a:p>
            <a:endParaRPr lang="en-US" dirty="0"/>
          </a:p>
        </p:txBody>
      </p:sp>
      <p:sp>
        <p:nvSpPr>
          <p:cNvPr id="2" name="Content Placeholder 1">
            <a:extLst>
              <a:ext uri="{FF2B5EF4-FFF2-40B4-BE49-F238E27FC236}">
                <a16:creationId xmlns:a16="http://schemas.microsoft.com/office/drawing/2014/main" id="{B28050D3-3CEE-D842-BA61-18C7CE4A099C}"/>
              </a:ext>
            </a:extLst>
          </p:cNvPr>
          <p:cNvSpPr>
            <a:spLocks noGrp="1"/>
          </p:cNvSpPr>
          <p:nvPr>
            <p:ph idx="18"/>
          </p:nvPr>
        </p:nvSpPr>
        <p:spPr/>
        <p:txBody>
          <a:bodyPr/>
          <a:lstStyle/>
          <a:p>
            <a:r>
              <a:rPr lang="en-US" dirty="0"/>
              <a:t>Bumper copy should be a concise point and not more than </a:t>
            </a:r>
          </a:p>
          <a:p>
            <a:pPr>
              <a:lnSpc>
                <a:spcPct val="100000"/>
              </a:lnSpc>
              <a:spcBef>
                <a:spcPts val="0"/>
              </a:spcBef>
            </a:pPr>
            <a:r>
              <a:rPr lang="en-US" dirty="0"/>
              <a:t>two sentences or a few words.</a:t>
            </a:r>
          </a:p>
        </p:txBody>
      </p:sp>
      <p:sp>
        <p:nvSpPr>
          <p:cNvPr id="5" name="Slide Number Placeholder 4">
            <a:extLst>
              <a:ext uri="{FF2B5EF4-FFF2-40B4-BE49-F238E27FC236}">
                <a16:creationId xmlns:a16="http://schemas.microsoft.com/office/drawing/2014/main" id="{70DCB23B-2B3A-40E9-9C5B-FF25ED8B1008}"/>
              </a:ext>
            </a:extLst>
          </p:cNvPr>
          <p:cNvSpPr>
            <a:spLocks noGrp="1"/>
          </p:cNvSpPr>
          <p:nvPr>
            <p:ph type="sldNum" sz="quarter" idx="4"/>
          </p:nvPr>
        </p:nvSpPr>
        <p:spPr/>
        <p:txBody>
          <a:bodyPr/>
          <a:lstStyle/>
          <a:p>
            <a:fld id="{7196636F-A64E-6C4D-AE26-50A84E19B9C9}" type="slidenum">
              <a:rPr lang="en-US" smtClean="0"/>
              <a:pPr/>
              <a:t>14</a:t>
            </a:fld>
            <a:endParaRPr lang="en-US" dirty="0"/>
          </a:p>
        </p:txBody>
      </p:sp>
    </p:spTree>
    <p:extLst>
      <p:ext uri="{BB962C8B-B14F-4D97-AF65-F5344CB8AC3E}">
        <p14:creationId xmlns:p14="http://schemas.microsoft.com/office/powerpoint/2010/main" val="563722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Two-Column Copy Slide</a:t>
            </a:r>
          </a:p>
        </p:txBody>
      </p:sp>
      <p:sp>
        <p:nvSpPr>
          <p:cNvPr id="6" name="Text Placeholder 5"/>
          <p:cNvSpPr>
            <a:spLocks noGrp="1"/>
          </p:cNvSpPr>
          <p:nvPr>
            <p:ph type="body" sz="quarter" idx="13"/>
          </p:nvPr>
        </p:nvSpPr>
        <p:spPr/>
        <p:txBody>
          <a:bodyPr/>
          <a:lstStyle/>
          <a:p>
            <a:r>
              <a:rPr lang="en-US" dirty="0"/>
              <a:t>Section Name</a:t>
            </a:r>
          </a:p>
        </p:txBody>
      </p:sp>
      <p:sp>
        <p:nvSpPr>
          <p:cNvPr id="2" name="Content Placeholder 1">
            <a:extLst>
              <a:ext uri="{FF2B5EF4-FFF2-40B4-BE49-F238E27FC236}">
                <a16:creationId xmlns:a16="http://schemas.microsoft.com/office/drawing/2014/main" id="{1BE589CA-F249-724E-8FB2-99CBDAAA7774}"/>
              </a:ext>
            </a:extLst>
          </p:cNvPr>
          <p:cNvSpPr>
            <a:spLocks noGrp="1"/>
          </p:cNvSpPr>
          <p:nvPr>
            <p:ph idx="17"/>
          </p:nvPr>
        </p:nvSpPr>
        <p:spPr/>
        <p:txBody>
          <a:bodyPr/>
          <a:lstStyle/>
          <a:p>
            <a:pPr marL="0" indent="0">
              <a:buNone/>
            </a:pPr>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marL="0" indent="0">
              <a:buNone/>
            </a:pPr>
            <a:endParaRPr lang="en-US" dirty="0"/>
          </a:p>
          <a:p>
            <a:pPr marL="0" indent="0">
              <a:buNone/>
            </a:pPr>
            <a:endParaRPr lang="en-US" dirty="0"/>
          </a:p>
          <a:p>
            <a:pPr marL="0" indent="0">
              <a:buNone/>
            </a:pPr>
            <a:endParaRPr lang="en-US" dirty="0"/>
          </a:p>
        </p:txBody>
      </p:sp>
      <p:sp>
        <p:nvSpPr>
          <p:cNvPr id="16" name="Content Placeholder 15">
            <a:extLst>
              <a:ext uri="{FF2B5EF4-FFF2-40B4-BE49-F238E27FC236}">
                <a16:creationId xmlns:a16="http://schemas.microsoft.com/office/drawing/2014/main" id="{11F17E87-A879-2C44-8EA0-F17E5ED6056C}"/>
              </a:ext>
            </a:extLst>
          </p:cNvPr>
          <p:cNvSpPr>
            <a:spLocks noGrp="1"/>
          </p:cNvSpPr>
          <p:nvPr>
            <p:ph idx="1"/>
          </p:nvPr>
        </p:nvSpPr>
        <p:spPr/>
        <p:txBody>
          <a:bodyPr/>
          <a:lstStyle/>
          <a:p>
            <a:pPr marL="0" indent="0">
              <a:buNone/>
            </a:pPr>
            <a:r>
              <a:rPr lang="en-US" dirty="0"/>
              <a:t>Body copy. Lorem ipsum dolor sit amet, consectetuer adipiscing elit. Maecenas porttitor congue massa. Fusce posuere, magna sed pulvinar ultricies, purus lectus malesuada libero, sit amet commodo magna eros quis urna.</a:t>
            </a:r>
          </a:p>
          <a:p>
            <a:pPr marL="0" indent="0">
              <a:buNone/>
            </a:pPr>
            <a:r>
              <a:rPr lang="en-US" dirty="0"/>
              <a:t>Nunc viverra imperdiet enim. Fusce est. Vivamus a tellus.</a:t>
            </a:r>
          </a:p>
          <a:p>
            <a:pPr marL="0" indent="0">
              <a:buNone/>
            </a:pPr>
            <a:r>
              <a:rPr lang="en-US" dirty="0" err="1"/>
              <a:t>Pellentesque</a:t>
            </a:r>
            <a:r>
              <a:rPr lang="en-US" dirty="0"/>
              <a:t> habitant morbi tristique senectus et netus et malesuada fames ac turpis egestas. Proin pharetra nonummy pede. Mauris et orci.</a:t>
            </a:r>
          </a:p>
          <a:p>
            <a:pPr marL="0" indent="0">
              <a:buNone/>
            </a:pPr>
            <a:endParaRPr lang="en-US" dirty="0"/>
          </a:p>
          <a:p>
            <a:pPr marL="0" indent="0">
              <a:buNone/>
            </a:pPr>
            <a:endParaRPr lang="en-US" dirty="0"/>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a:p>
            <a:endParaRPr lang="en-US" dirty="0"/>
          </a:p>
        </p:txBody>
      </p:sp>
      <p:sp>
        <p:nvSpPr>
          <p:cNvPr id="3" name="Slide Number Placeholder 2">
            <a:extLst>
              <a:ext uri="{FF2B5EF4-FFF2-40B4-BE49-F238E27FC236}">
                <a16:creationId xmlns:a16="http://schemas.microsoft.com/office/drawing/2014/main" id="{0ABA337D-5BCE-40B0-A345-C3D46BE581AC}"/>
              </a:ext>
            </a:extLst>
          </p:cNvPr>
          <p:cNvSpPr>
            <a:spLocks noGrp="1"/>
          </p:cNvSpPr>
          <p:nvPr>
            <p:ph type="sldNum" sz="quarter" idx="4"/>
          </p:nvPr>
        </p:nvSpPr>
        <p:spPr/>
        <p:txBody>
          <a:bodyPr/>
          <a:lstStyle/>
          <a:p>
            <a:fld id="{7196636F-A64E-6C4D-AE26-50A84E19B9C9}" type="slidenum">
              <a:rPr lang="en-US" smtClean="0"/>
              <a:pPr/>
              <a:t>15</a:t>
            </a:fld>
            <a:endParaRPr lang="en-US" dirty="0"/>
          </a:p>
        </p:txBody>
      </p:sp>
    </p:spTree>
    <p:extLst>
      <p:ext uri="{BB962C8B-B14F-4D97-AF65-F5344CB8AC3E}">
        <p14:creationId xmlns:p14="http://schemas.microsoft.com/office/powerpoint/2010/main" val="2708646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3936C89-1C4D-8149-8DAC-A05621D2F29F}"/>
              </a:ext>
            </a:extLst>
          </p:cNvPr>
          <p:cNvSpPr>
            <a:spLocks noGrp="1"/>
          </p:cNvSpPr>
          <p:nvPr>
            <p:ph idx="18"/>
          </p:nvPr>
        </p:nvSpPr>
        <p:spPr/>
        <p:txBody>
          <a:bodyPr/>
          <a:lstStyle/>
          <a:p>
            <a:r>
              <a:rPr lang="en-US" dirty="0"/>
              <a:t>Bumper copy should be a concise point and not more than </a:t>
            </a:r>
          </a:p>
          <a:p>
            <a:r>
              <a:rPr lang="en-US" dirty="0"/>
              <a:t>two sentences or a few words.</a:t>
            </a:r>
          </a:p>
        </p:txBody>
      </p:sp>
      <p:sp>
        <p:nvSpPr>
          <p:cNvPr id="4" name="Title 3"/>
          <p:cNvSpPr>
            <a:spLocks noGrp="1"/>
          </p:cNvSpPr>
          <p:nvPr>
            <p:ph type="title"/>
          </p:nvPr>
        </p:nvSpPr>
        <p:spPr/>
        <p:txBody>
          <a:bodyPr/>
          <a:lstStyle/>
          <a:p>
            <a:r>
              <a:rPr lang="en-US" dirty="0"/>
              <a:t>Two-Column Copy Slide with Bumper</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a:p>
            <a:endParaRPr lang="en-US" dirty="0"/>
          </a:p>
        </p:txBody>
      </p:sp>
      <p:sp>
        <p:nvSpPr>
          <p:cNvPr id="16" name="Content Placeholder 15">
            <a:extLst>
              <a:ext uri="{FF2B5EF4-FFF2-40B4-BE49-F238E27FC236}">
                <a16:creationId xmlns:a16="http://schemas.microsoft.com/office/drawing/2014/main" id="{11F17E87-A879-2C44-8EA0-F17E5ED6056C}"/>
              </a:ext>
            </a:extLst>
          </p:cNvPr>
          <p:cNvSpPr>
            <a:spLocks noGrp="1"/>
          </p:cNvSpPr>
          <p:nvPr>
            <p:ph idx="17"/>
          </p:nvPr>
        </p:nvSpPr>
        <p:spPr/>
        <p:txBody>
          <a:bodyPr/>
          <a:lstStyle/>
          <a:p>
            <a:pPr marL="0" indent="0">
              <a:buNone/>
            </a:pPr>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2" name="Content Placeholder 1">
            <a:extLst>
              <a:ext uri="{FF2B5EF4-FFF2-40B4-BE49-F238E27FC236}">
                <a16:creationId xmlns:a16="http://schemas.microsoft.com/office/drawing/2014/main" id="{1BE589CA-F249-724E-8FB2-99CBDAAA7774}"/>
              </a:ext>
            </a:extLst>
          </p:cNvPr>
          <p:cNvSpPr>
            <a:spLocks noGrp="1"/>
          </p:cNvSpPr>
          <p:nvPr>
            <p:ph idx="1"/>
          </p:nvPr>
        </p:nvSpPr>
        <p:spPr/>
        <p:txBody>
          <a:bodyPr/>
          <a:lstStyle/>
          <a:p>
            <a:pPr marL="0" indent="0">
              <a:buNone/>
            </a:pPr>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3" name="Slide Number Placeholder 2">
            <a:extLst>
              <a:ext uri="{FF2B5EF4-FFF2-40B4-BE49-F238E27FC236}">
                <a16:creationId xmlns:a16="http://schemas.microsoft.com/office/drawing/2014/main" id="{8AF2E976-B4AD-4D6B-806B-34F75366530D}"/>
              </a:ext>
            </a:extLst>
          </p:cNvPr>
          <p:cNvSpPr>
            <a:spLocks noGrp="1"/>
          </p:cNvSpPr>
          <p:nvPr>
            <p:ph type="sldNum" sz="quarter" idx="4"/>
          </p:nvPr>
        </p:nvSpPr>
        <p:spPr/>
        <p:txBody>
          <a:bodyPr/>
          <a:lstStyle/>
          <a:p>
            <a:fld id="{7196636F-A64E-6C4D-AE26-50A84E19B9C9}" type="slidenum">
              <a:rPr lang="en-US" smtClean="0"/>
              <a:pPr/>
              <a:t>16</a:t>
            </a:fld>
            <a:endParaRPr lang="en-US" dirty="0"/>
          </a:p>
        </p:txBody>
      </p:sp>
    </p:spTree>
    <p:extLst>
      <p:ext uri="{BB962C8B-B14F-4D97-AF65-F5344CB8AC3E}">
        <p14:creationId xmlns:p14="http://schemas.microsoft.com/office/powerpoint/2010/main" val="3294640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3936C89-1C4D-8149-8DAC-A05621D2F29F}"/>
              </a:ext>
            </a:extLst>
          </p:cNvPr>
          <p:cNvSpPr>
            <a:spLocks noGrp="1"/>
          </p:cNvSpPr>
          <p:nvPr>
            <p:ph idx="18"/>
          </p:nvPr>
        </p:nvSpPr>
        <p:spPr/>
        <p:txBody>
          <a:bodyPr/>
          <a:lstStyle/>
          <a:p>
            <a:r>
              <a:rPr lang="en-US" dirty="0"/>
              <a:t>Bumper copy should be a concise point and not more than </a:t>
            </a:r>
          </a:p>
          <a:p>
            <a:r>
              <a:rPr lang="en-US" dirty="0"/>
              <a:t>two sentences or a few words.</a:t>
            </a:r>
          </a:p>
        </p:txBody>
      </p:sp>
      <p:sp>
        <p:nvSpPr>
          <p:cNvPr id="4" name="Title 3"/>
          <p:cNvSpPr>
            <a:spLocks noGrp="1"/>
          </p:cNvSpPr>
          <p:nvPr>
            <p:ph type="title"/>
          </p:nvPr>
        </p:nvSpPr>
        <p:spPr/>
        <p:txBody>
          <a:bodyPr/>
          <a:lstStyle/>
          <a:p>
            <a:r>
              <a:rPr lang="en-US" dirty="0"/>
              <a:t>Two-Column Copy Slide with Bullets and Bumper</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a:p>
            <a:endParaRPr lang="en-US" dirty="0"/>
          </a:p>
        </p:txBody>
      </p:sp>
      <p:sp>
        <p:nvSpPr>
          <p:cNvPr id="16" name="Content Placeholder 15">
            <a:extLst>
              <a:ext uri="{FF2B5EF4-FFF2-40B4-BE49-F238E27FC236}">
                <a16:creationId xmlns:a16="http://schemas.microsoft.com/office/drawing/2014/main" id="{11F17E87-A879-2C44-8EA0-F17E5ED6056C}"/>
              </a:ext>
            </a:extLst>
          </p:cNvPr>
          <p:cNvSpPr>
            <a:spLocks noGrp="1"/>
          </p:cNvSpPr>
          <p:nvPr>
            <p:ph idx="17"/>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lvl="1"/>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pPr lvl="2"/>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2" name="Content Placeholder 1">
            <a:extLst>
              <a:ext uri="{FF2B5EF4-FFF2-40B4-BE49-F238E27FC236}">
                <a16:creationId xmlns:a16="http://schemas.microsoft.com/office/drawing/2014/main" id="{1BE589CA-F249-724E-8FB2-99CBDAAA7774}"/>
              </a:ext>
            </a:extLst>
          </p:cNvPr>
          <p:cNvSpPr>
            <a:spLocks noGrp="1"/>
          </p:cNvSpPr>
          <p:nvPr>
            <p:ph idx="1"/>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lvl="1"/>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pPr lvl="2"/>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3" name="Slide Number Placeholder 2">
            <a:extLst>
              <a:ext uri="{FF2B5EF4-FFF2-40B4-BE49-F238E27FC236}">
                <a16:creationId xmlns:a16="http://schemas.microsoft.com/office/drawing/2014/main" id="{4DF27B7D-B4D3-4B26-8F9C-889DDA7041EC}"/>
              </a:ext>
            </a:extLst>
          </p:cNvPr>
          <p:cNvSpPr>
            <a:spLocks noGrp="1"/>
          </p:cNvSpPr>
          <p:nvPr>
            <p:ph type="sldNum" sz="quarter" idx="4"/>
          </p:nvPr>
        </p:nvSpPr>
        <p:spPr/>
        <p:txBody>
          <a:bodyPr/>
          <a:lstStyle/>
          <a:p>
            <a:fld id="{7196636F-A64E-6C4D-AE26-50A84E19B9C9}" type="slidenum">
              <a:rPr lang="en-US" smtClean="0"/>
              <a:pPr/>
              <a:t>17</a:t>
            </a:fld>
            <a:endParaRPr lang="en-US" dirty="0"/>
          </a:p>
        </p:txBody>
      </p:sp>
    </p:spTree>
    <p:extLst>
      <p:ext uri="{BB962C8B-B14F-4D97-AF65-F5344CB8AC3E}">
        <p14:creationId xmlns:p14="http://schemas.microsoft.com/office/powerpoint/2010/main" val="541393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Placeholder 13">
            <a:extLst>
              <a:ext uri="{FF2B5EF4-FFF2-40B4-BE49-F238E27FC236}">
                <a16:creationId xmlns:a16="http://schemas.microsoft.com/office/drawing/2014/main" id="{118CD45F-6198-887E-17AE-6863EF60D6ED}"/>
              </a:ext>
            </a:extLst>
          </p:cNvPr>
          <p:cNvPicPr>
            <a:picLocks noGrp="1" noChangeAspect="1"/>
          </p:cNvPicPr>
          <p:nvPr>
            <p:ph type="pic" sz="quarter" idx="20"/>
          </p:nvPr>
        </p:nvPicPr>
        <p:blipFill rotWithShape="1">
          <a:blip r:embed="rId2"/>
          <a:srcRect l="45089" t="22324" r="16199"/>
          <a:stretch/>
        </p:blipFill>
        <p:spPr>
          <a:xfrm>
            <a:off x="6096000" y="0"/>
            <a:ext cx="6096000" cy="6858000"/>
          </a:xfrm>
        </p:spPr>
      </p:pic>
      <p:sp>
        <p:nvSpPr>
          <p:cNvPr id="7" name="Content Placeholder 6">
            <a:extLst>
              <a:ext uri="{FF2B5EF4-FFF2-40B4-BE49-F238E27FC236}">
                <a16:creationId xmlns:a16="http://schemas.microsoft.com/office/drawing/2014/main" id="{E0C2C69C-2961-7F43-84FB-80472FE7CE9F}"/>
              </a:ext>
            </a:extLst>
          </p:cNvPr>
          <p:cNvSpPr>
            <a:spLocks noGrp="1"/>
          </p:cNvSpPr>
          <p:nvPr>
            <p:ph idx="18"/>
          </p:nvPr>
        </p:nvSpPr>
        <p:spPr/>
        <p:txBody>
          <a:bodyPr/>
          <a:lstStyle/>
          <a:p>
            <a:pPr marL="0" indent="0">
              <a:buNone/>
            </a:pPr>
            <a:r>
              <a:rPr lang="en-US" dirty="0"/>
              <a:t>Body copy goes here.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endParaRPr lang="en-US" dirty="0"/>
          </a:p>
          <a:p>
            <a:endParaRPr lang="en-US" dirty="0"/>
          </a:p>
          <a:p>
            <a:endParaRPr lang="en-US" dirty="0"/>
          </a:p>
        </p:txBody>
      </p:sp>
      <p:sp>
        <p:nvSpPr>
          <p:cNvPr id="6" name="Text Placeholder 5">
            <a:extLst>
              <a:ext uri="{FF2B5EF4-FFF2-40B4-BE49-F238E27FC236}">
                <a16:creationId xmlns:a16="http://schemas.microsoft.com/office/drawing/2014/main" id="{188737C1-E20B-F449-B9ED-220D4173C046}"/>
              </a:ext>
            </a:extLst>
          </p:cNvPr>
          <p:cNvSpPr>
            <a:spLocks noGrp="1"/>
          </p:cNvSpPr>
          <p:nvPr>
            <p:ph type="body" sz="quarter" idx="19"/>
          </p:nvPr>
        </p:nvSpPr>
        <p:spPr/>
        <p:txBody>
          <a:bodyPr/>
          <a:lstStyle/>
          <a:p>
            <a:r>
              <a:rPr lang="en-US" dirty="0"/>
              <a:t>An image or graphic can be used on this slide </a:t>
            </a:r>
            <a:br>
              <a:rPr lang="en-US" dirty="0"/>
            </a:br>
            <a:r>
              <a:rPr lang="en-US" dirty="0"/>
              <a:t>to add visual impact.</a:t>
            </a:r>
          </a:p>
        </p:txBody>
      </p:sp>
      <p:sp>
        <p:nvSpPr>
          <p:cNvPr id="2" name="Text Placeholder 1">
            <a:extLst>
              <a:ext uri="{FF2B5EF4-FFF2-40B4-BE49-F238E27FC236}">
                <a16:creationId xmlns:a16="http://schemas.microsoft.com/office/drawing/2014/main" id="{410838EC-FF36-8D42-BAA7-5C44628877A9}"/>
              </a:ext>
            </a:extLst>
          </p:cNvPr>
          <p:cNvSpPr>
            <a:spLocks noGrp="1"/>
          </p:cNvSpPr>
          <p:nvPr>
            <p:ph type="body" sz="quarter" idx="13"/>
          </p:nvPr>
        </p:nvSpPr>
        <p:spPr/>
        <p:txBody>
          <a:bodyPr/>
          <a:lstStyle/>
          <a:p>
            <a:r>
              <a:rPr lang="en-US" dirty="0"/>
              <a:t>Section Name</a:t>
            </a:r>
          </a:p>
        </p:txBody>
      </p:sp>
      <p:sp>
        <p:nvSpPr>
          <p:cNvPr id="5" name="Title 4">
            <a:extLst>
              <a:ext uri="{FF2B5EF4-FFF2-40B4-BE49-F238E27FC236}">
                <a16:creationId xmlns:a16="http://schemas.microsoft.com/office/drawing/2014/main" id="{B6C4EEF2-4590-5149-8A7F-067BB2889403}"/>
              </a:ext>
            </a:extLst>
          </p:cNvPr>
          <p:cNvSpPr>
            <a:spLocks noGrp="1"/>
          </p:cNvSpPr>
          <p:nvPr>
            <p:ph type="title"/>
          </p:nvPr>
        </p:nvSpPr>
        <p:spPr/>
        <p:txBody>
          <a:bodyPr/>
          <a:lstStyle/>
          <a:p>
            <a:r>
              <a:rPr lang="en-US" dirty="0"/>
              <a:t>Body Copy with </a:t>
            </a:r>
            <a:br>
              <a:rPr lang="en-US" dirty="0"/>
            </a:br>
            <a:r>
              <a:rPr lang="en-US" dirty="0"/>
              <a:t>Image Slide</a:t>
            </a:r>
          </a:p>
        </p:txBody>
      </p:sp>
      <p:sp>
        <p:nvSpPr>
          <p:cNvPr id="11" name="TextBox 10">
            <a:extLst>
              <a:ext uri="{FF2B5EF4-FFF2-40B4-BE49-F238E27FC236}">
                <a16:creationId xmlns:a16="http://schemas.microsoft.com/office/drawing/2014/main" id="{BC4C7EEB-C45C-F929-4E2D-A08C9307A873}"/>
              </a:ext>
            </a:extLst>
          </p:cNvPr>
          <p:cNvSpPr txBox="1"/>
          <p:nvPr/>
        </p:nvSpPr>
        <p:spPr>
          <a:xfrm>
            <a:off x="6762611" y="2505778"/>
            <a:ext cx="4746902" cy="1138773"/>
          </a:xfrm>
          <a:prstGeom prst="rect">
            <a:avLst/>
          </a:prstGeom>
          <a:effectLst>
            <a:outerShdw blurRad="110660" dist="38100" dir="2700000" algn="tl" rotWithShape="0">
              <a:prstClr val="black">
                <a:alpha val="40000"/>
              </a:prstClr>
            </a:outerShdw>
          </a:effectLst>
        </p:spPr>
        <p:txBody>
          <a:bodyPr vert="horz" wrap="square" lIns="91440" tIns="45720" rIns="91440" bIns="45720" rtlCol="0">
            <a:spAutoFit/>
          </a:bodyPr>
          <a:lstStyle/>
          <a:p>
            <a:pPr algn="ctr"/>
            <a:r>
              <a:rPr lang="en-US" sz="2800" spc="40" dirty="0">
                <a:solidFill>
                  <a:schemeClr val="bg1">
                    <a:alpha val="50000"/>
                  </a:schemeClr>
                </a:solidFill>
                <a:latin typeface="Avenir Next" panose="020B0503020202020204" pitchFamily="34" charset="0"/>
              </a:rPr>
              <a:t>Placeholder Image</a:t>
            </a:r>
            <a:br>
              <a:rPr lang="en-US" sz="2000" spc="40" dirty="0">
                <a:solidFill>
                  <a:schemeClr val="bg1">
                    <a:alpha val="50000"/>
                  </a:schemeClr>
                </a:solidFill>
                <a:latin typeface="Avenir Next" panose="020B0503020202020204" pitchFamily="34" charset="0"/>
              </a:rPr>
            </a:br>
            <a:r>
              <a:rPr lang="en-US" sz="2000" spc="40" dirty="0">
                <a:solidFill>
                  <a:schemeClr val="bg1">
                    <a:alpha val="50000"/>
                  </a:schemeClr>
                </a:solidFill>
                <a:latin typeface="Avenir Next" panose="020B0503020202020204" pitchFamily="34" charset="0"/>
              </a:rPr>
              <a:t>Delete image and replace with properly rights managed images</a:t>
            </a:r>
          </a:p>
        </p:txBody>
      </p:sp>
      <p:sp>
        <p:nvSpPr>
          <p:cNvPr id="3" name="Slide Number Placeholder 2">
            <a:extLst>
              <a:ext uri="{FF2B5EF4-FFF2-40B4-BE49-F238E27FC236}">
                <a16:creationId xmlns:a16="http://schemas.microsoft.com/office/drawing/2014/main" id="{08DC9AAA-D674-48C3-AB71-E13046F9AE29}"/>
              </a:ext>
            </a:extLst>
          </p:cNvPr>
          <p:cNvSpPr>
            <a:spLocks noGrp="1"/>
          </p:cNvSpPr>
          <p:nvPr>
            <p:ph type="sldNum" sz="quarter" idx="4"/>
          </p:nvPr>
        </p:nvSpPr>
        <p:spPr/>
        <p:txBody>
          <a:bodyPr/>
          <a:lstStyle/>
          <a:p>
            <a:fld id="{7196636F-A64E-6C4D-AE26-50A84E19B9C9}" type="slidenum">
              <a:rPr lang="en-US" smtClean="0"/>
              <a:pPr/>
              <a:t>18</a:t>
            </a:fld>
            <a:endParaRPr lang="en-US" dirty="0"/>
          </a:p>
        </p:txBody>
      </p:sp>
    </p:spTree>
    <p:extLst>
      <p:ext uri="{BB962C8B-B14F-4D97-AF65-F5344CB8AC3E}">
        <p14:creationId xmlns:p14="http://schemas.microsoft.com/office/powerpoint/2010/main" val="3395777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650A882-3E1A-FD4E-B9EE-849662AA2735}"/>
              </a:ext>
            </a:extLst>
          </p:cNvPr>
          <p:cNvSpPr>
            <a:spLocks noGrp="1"/>
          </p:cNvSpPr>
          <p:nvPr>
            <p:ph type="body" sz="quarter" idx="20"/>
          </p:nvPr>
        </p:nvSpPr>
        <p:spPr/>
        <p:txBody>
          <a:bodyPr/>
          <a:lstStyle/>
          <a:p>
            <a:r>
              <a:rPr lang="en-US" dirty="0"/>
              <a:t>Subhead callout</a:t>
            </a:r>
            <a:br>
              <a:rPr lang="en-US" dirty="0"/>
            </a:br>
            <a:r>
              <a:rPr lang="en-US" dirty="0"/>
              <a:t>goes here</a:t>
            </a:r>
          </a:p>
          <a:p>
            <a:endParaRPr lang="en-US" dirty="0"/>
          </a:p>
        </p:txBody>
      </p:sp>
      <p:sp>
        <p:nvSpPr>
          <p:cNvPr id="6" name="Text Placeholder 5">
            <a:extLst>
              <a:ext uri="{FF2B5EF4-FFF2-40B4-BE49-F238E27FC236}">
                <a16:creationId xmlns:a16="http://schemas.microsoft.com/office/drawing/2014/main" id="{A83AA03D-B779-3447-8AAC-3D8EF39A2BE8}"/>
              </a:ext>
            </a:extLst>
          </p:cNvPr>
          <p:cNvSpPr>
            <a:spLocks noGrp="1"/>
          </p:cNvSpPr>
          <p:nvPr>
            <p:ph type="body" sz="quarter" idx="22"/>
          </p:nvPr>
        </p:nvSpPr>
        <p:spPr/>
        <p:txBody>
          <a:bodyPr/>
          <a:lstStyle/>
          <a:p>
            <a:r>
              <a:rPr lang="en-US" dirty="0"/>
              <a:t>Subhead callout</a:t>
            </a:r>
            <a:br>
              <a:rPr lang="en-US" dirty="0"/>
            </a:br>
            <a:r>
              <a:rPr lang="en-US" dirty="0"/>
              <a:t>goes here</a:t>
            </a:r>
          </a:p>
        </p:txBody>
      </p:sp>
      <p:sp>
        <p:nvSpPr>
          <p:cNvPr id="7" name="Text Placeholder 6">
            <a:extLst>
              <a:ext uri="{FF2B5EF4-FFF2-40B4-BE49-F238E27FC236}">
                <a16:creationId xmlns:a16="http://schemas.microsoft.com/office/drawing/2014/main" id="{DEC2C6AC-178E-0A45-B574-C0C5EDBE2514}"/>
              </a:ext>
            </a:extLst>
          </p:cNvPr>
          <p:cNvSpPr>
            <a:spLocks noGrp="1"/>
          </p:cNvSpPr>
          <p:nvPr>
            <p:ph type="body" sz="quarter" idx="23"/>
          </p:nvPr>
        </p:nvSpPr>
        <p:spPr/>
        <p:txBody>
          <a:bodyPr/>
          <a:lstStyle/>
          <a:p>
            <a:r>
              <a:rPr lang="en-US" dirty="0"/>
              <a:t>Subhead callout</a:t>
            </a:r>
            <a:br>
              <a:rPr lang="en-US" dirty="0"/>
            </a:br>
            <a:r>
              <a:rPr lang="en-US" dirty="0"/>
              <a:t>goes here</a:t>
            </a:r>
          </a:p>
        </p:txBody>
      </p:sp>
      <p:sp>
        <p:nvSpPr>
          <p:cNvPr id="2" name="Title 1">
            <a:extLst>
              <a:ext uri="{FF2B5EF4-FFF2-40B4-BE49-F238E27FC236}">
                <a16:creationId xmlns:a16="http://schemas.microsoft.com/office/drawing/2014/main" id="{F6395394-45BD-CF4B-A298-E87F318BA1D9}"/>
              </a:ext>
            </a:extLst>
          </p:cNvPr>
          <p:cNvSpPr>
            <a:spLocks noGrp="1"/>
          </p:cNvSpPr>
          <p:nvPr>
            <p:ph type="title"/>
          </p:nvPr>
        </p:nvSpPr>
        <p:spPr/>
        <p:txBody>
          <a:bodyPr/>
          <a:lstStyle/>
          <a:p>
            <a:r>
              <a:rPr lang="en-US" dirty="0"/>
              <a:t>Three Statement Slide</a:t>
            </a:r>
          </a:p>
        </p:txBody>
      </p:sp>
      <p:sp>
        <p:nvSpPr>
          <p:cNvPr id="10" name="Text Placeholder 9">
            <a:extLst>
              <a:ext uri="{FF2B5EF4-FFF2-40B4-BE49-F238E27FC236}">
                <a16:creationId xmlns:a16="http://schemas.microsoft.com/office/drawing/2014/main" id="{539D3F70-B952-F098-C69E-882467036D88}"/>
              </a:ext>
            </a:extLst>
          </p:cNvPr>
          <p:cNvSpPr>
            <a:spLocks noGrp="1"/>
          </p:cNvSpPr>
          <p:nvPr>
            <p:ph type="body" sz="quarter" idx="13"/>
          </p:nvPr>
        </p:nvSpPr>
        <p:spPr/>
        <p:txBody>
          <a:bodyPr/>
          <a:lstStyle/>
          <a:p>
            <a:r>
              <a:rPr lang="en-US" dirty="0"/>
              <a:t>Section name</a:t>
            </a:r>
          </a:p>
        </p:txBody>
      </p:sp>
      <p:sp>
        <p:nvSpPr>
          <p:cNvPr id="3" name="Slide Number Placeholder 2">
            <a:extLst>
              <a:ext uri="{FF2B5EF4-FFF2-40B4-BE49-F238E27FC236}">
                <a16:creationId xmlns:a16="http://schemas.microsoft.com/office/drawing/2014/main" id="{B199C227-5D4A-4983-A9DD-4E90CCF62ACB}"/>
              </a:ext>
            </a:extLst>
          </p:cNvPr>
          <p:cNvSpPr>
            <a:spLocks noGrp="1"/>
          </p:cNvSpPr>
          <p:nvPr>
            <p:ph type="sldNum" sz="quarter" idx="4"/>
          </p:nvPr>
        </p:nvSpPr>
        <p:spPr/>
        <p:txBody>
          <a:bodyPr/>
          <a:lstStyle/>
          <a:p>
            <a:fld id="{7196636F-A64E-6C4D-AE26-50A84E19B9C9}" type="slidenum">
              <a:rPr lang="en-US" smtClean="0"/>
              <a:pPr/>
              <a:t>19</a:t>
            </a:fld>
            <a:endParaRPr lang="en-US" dirty="0"/>
          </a:p>
        </p:txBody>
      </p:sp>
    </p:spTree>
    <p:extLst>
      <p:ext uri="{BB962C8B-B14F-4D97-AF65-F5344CB8AC3E}">
        <p14:creationId xmlns:p14="http://schemas.microsoft.com/office/powerpoint/2010/main" val="356094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855E4DDC-352A-3443-BE4E-5AA910A1D663}"/>
              </a:ext>
            </a:extLst>
          </p:cNvPr>
          <p:cNvSpPr>
            <a:spLocks noGrp="1"/>
          </p:cNvSpPr>
          <p:nvPr>
            <p:ph type="body" sz="quarter" idx="23"/>
          </p:nvPr>
        </p:nvSpPr>
        <p:spPr/>
        <p:txBody>
          <a:bodyPr/>
          <a:lstStyle/>
          <a:p>
            <a:r>
              <a:rPr lang="en-US" dirty="0"/>
              <a:t>Copy goes here</a:t>
            </a:r>
          </a:p>
          <a:p>
            <a:endParaRPr lang="en-US" dirty="0"/>
          </a:p>
        </p:txBody>
      </p:sp>
      <p:sp>
        <p:nvSpPr>
          <p:cNvPr id="24" name="Text Placeholder 23">
            <a:extLst>
              <a:ext uri="{FF2B5EF4-FFF2-40B4-BE49-F238E27FC236}">
                <a16:creationId xmlns:a16="http://schemas.microsoft.com/office/drawing/2014/main" id="{AADCE0C6-A18A-DE4D-B743-908DE0BF92CD}"/>
              </a:ext>
            </a:extLst>
          </p:cNvPr>
          <p:cNvSpPr>
            <a:spLocks noGrp="1"/>
          </p:cNvSpPr>
          <p:nvPr>
            <p:ph type="body" sz="quarter" idx="24"/>
          </p:nvPr>
        </p:nvSpPr>
        <p:spPr/>
        <p:txBody>
          <a:bodyPr/>
          <a:lstStyle/>
          <a:p>
            <a:r>
              <a:rPr lang="en-US" dirty="0"/>
              <a:t>Copy goes here</a:t>
            </a:r>
          </a:p>
          <a:p>
            <a:endParaRPr lang="en-US" dirty="0"/>
          </a:p>
        </p:txBody>
      </p:sp>
      <p:sp>
        <p:nvSpPr>
          <p:cNvPr id="25" name="Text Placeholder 24">
            <a:extLst>
              <a:ext uri="{FF2B5EF4-FFF2-40B4-BE49-F238E27FC236}">
                <a16:creationId xmlns:a16="http://schemas.microsoft.com/office/drawing/2014/main" id="{0573072A-D275-B145-8AAB-458EB68A5AAE}"/>
              </a:ext>
            </a:extLst>
          </p:cNvPr>
          <p:cNvSpPr>
            <a:spLocks noGrp="1"/>
          </p:cNvSpPr>
          <p:nvPr>
            <p:ph type="body" sz="quarter" idx="25"/>
          </p:nvPr>
        </p:nvSpPr>
        <p:spPr/>
        <p:txBody>
          <a:bodyPr/>
          <a:lstStyle/>
          <a:p>
            <a:r>
              <a:rPr lang="en-US" dirty="0"/>
              <a:t>Copy goes here</a:t>
            </a:r>
          </a:p>
          <a:p>
            <a:endParaRPr lang="en-US" dirty="0"/>
          </a:p>
        </p:txBody>
      </p:sp>
      <p:sp>
        <p:nvSpPr>
          <p:cNvPr id="26" name="Text Placeholder 25">
            <a:extLst>
              <a:ext uri="{FF2B5EF4-FFF2-40B4-BE49-F238E27FC236}">
                <a16:creationId xmlns:a16="http://schemas.microsoft.com/office/drawing/2014/main" id="{F54D8A8B-9741-C84E-9E11-148190B86401}"/>
              </a:ext>
            </a:extLst>
          </p:cNvPr>
          <p:cNvSpPr>
            <a:spLocks noGrp="1"/>
          </p:cNvSpPr>
          <p:nvPr>
            <p:ph type="body" sz="quarter" idx="26"/>
          </p:nvPr>
        </p:nvSpPr>
        <p:spPr/>
        <p:txBody>
          <a:bodyPr/>
          <a:lstStyle/>
          <a:p>
            <a:r>
              <a:rPr lang="en-US" dirty="0"/>
              <a:t>Copy goes here</a:t>
            </a:r>
          </a:p>
          <a:p>
            <a:endParaRPr lang="en-US" dirty="0"/>
          </a:p>
        </p:txBody>
      </p:sp>
      <p:sp>
        <p:nvSpPr>
          <p:cNvPr id="11" name="Text Placeholder 10">
            <a:extLst>
              <a:ext uri="{FF2B5EF4-FFF2-40B4-BE49-F238E27FC236}">
                <a16:creationId xmlns:a16="http://schemas.microsoft.com/office/drawing/2014/main" id="{4D3B8EA2-86DA-184E-96EF-99A4DF0EDDF4}"/>
              </a:ext>
            </a:extLst>
          </p:cNvPr>
          <p:cNvSpPr>
            <a:spLocks noGrp="1"/>
          </p:cNvSpPr>
          <p:nvPr>
            <p:ph type="body" sz="quarter" idx="19"/>
          </p:nvPr>
        </p:nvSpPr>
        <p:spPr/>
        <p:txBody>
          <a:bodyPr/>
          <a:lstStyle/>
          <a:p>
            <a:r>
              <a:rPr lang="en-US" dirty="0"/>
              <a:t>01</a:t>
            </a:r>
          </a:p>
        </p:txBody>
      </p:sp>
      <p:sp>
        <p:nvSpPr>
          <p:cNvPr id="20" name="Text Placeholder 19">
            <a:extLst>
              <a:ext uri="{FF2B5EF4-FFF2-40B4-BE49-F238E27FC236}">
                <a16:creationId xmlns:a16="http://schemas.microsoft.com/office/drawing/2014/main" id="{A2534B22-1978-C54A-966F-65B7A7E314B8}"/>
              </a:ext>
            </a:extLst>
          </p:cNvPr>
          <p:cNvSpPr>
            <a:spLocks noGrp="1"/>
          </p:cNvSpPr>
          <p:nvPr>
            <p:ph type="body" sz="quarter" idx="20"/>
          </p:nvPr>
        </p:nvSpPr>
        <p:spPr/>
        <p:txBody>
          <a:bodyPr/>
          <a:lstStyle/>
          <a:p>
            <a:r>
              <a:rPr lang="en-US" dirty="0"/>
              <a:t>02</a:t>
            </a:r>
          </a:p>
        </p:txBody>
      </p:sp>
      <p:sp>
        <p:nvSpPr>
          <p:cNvPr id="21" name="Text Placeholder 20">
            <a:extLst>
              <a:ext uri="{FF2B5EF4-FFF2-40B4-BE49-F238E27FC236}">
                <a16:creationId xmlns:a16="http://schemas.microsoft.com/office/drawing/2014/main" id="{13445B2F-B1AA-6642-8E50-8E6BDB19DEC5}"/>
              </a:ext>
            </a:extLst>
          </p:cNvPr>
          <p:cNvSpPr>
            <a:spLocks noGrp="1"/>
          </p:cNvSpPr>
          <p:nvPr>
            <p:ph type="body" sz="quarter" idx="21"/>
          </p:nvPr>
        </p:nvSpPr>
        <p:spPr/>
        <p:txBody>
          <a:bodyPr/>
          <a:lstStyle/>
          <a:p>
            <a:r>
              <a:rPr lang="en-US" dirty="0"/>
              <a:t>03</a:t>
            </a:r>
          </a:p>
        </p:txBody>
      </p:sp>
      <p:sp>
        <p:nvSpPr>
          <p:cNvPr id="22" name="Text Placeholder 21">
            <a:extLst>
              <a:ext uri="{FF2B5EF4-FFF2-40B4-BE49-F238E27FC236}">
                <a16:creationId xmlns:a16="http://schemas.microsoft.com/office/drawing/2014/main" id="{4F0FFE4B-197F-E146-A03F-D6820789EB08}"/>
              </a:ext>
            </a:extLst>
          </p:cNvPr>
          <p:cNvSpPr>
            <a:spLocks noGrp="1"/>
          </p:cNvSpPr>
          <p:nvPr>
            <p:ph type="body" sz="quarter" idx="22"/>
          </p:nvPr>
        </p:nvSpPr>
        <p:spPr/>
        <p:txBody>
          <a:bodyPr/>
          <a:lstStyle/>
          <a:p>
            <a:r>
              <a:rPr lang="en-US" dirty="0"/>
              <a:t>04</a:t>
            </a:r>
          </a:p>
        </p:txBody>
      </p:sp>
      <p:sp>
        <p:nvSpPr>
          <p:cNvPr id="8" name="Title 7">
            <a:extLst>
              <a:ext uri="{FF2B5EF4-FFF2-40B4-BE49-F238E27FC236}">
                <a16:creationId xmlns:a16="http://schemas.microsoft.com/office/drawing/2014/main" id="{2FA6594B-7CDA-7A49-AA1D-C9908F9260A2}"/>
              </a:ext>
            </a:extLst>
          </p:cNvPr>
          <p:cNvSpPr>
            <a:spLocks noGrp="1"/>
          </p:cNvSpPr>
          <p:nvPr>
            <p:ph type="title"/>
          </p:nvPr>
        </p:nvSpPr>
        <p:spPr/>
        <p:txBody>
          <a:bodyPr/>
          <a:lstStyle/>
          <a:p>
            <a:r>
              <a:rPr lang="en-US" dirty="0"/>
              <a:t>Numbers Slide</a:t>
            </a:r>
          </a:p>
        </p:txBody>
      </p:sp>
      <p:sp>
        <p:nvSpPr>
          <p:cNvPr id="4" name="Text Placeholder 3">
            <a:extLst>
              <a:ext uri="{FF2B5EF4-FFF2-40B4-BE49-F238E27FC236}">
                <a16:creationId xmlns:a16="http://schemas.microsoft.com/office/drawing/2014/main" id="{8B112E3C-4FEA-4B40-ADF2-38CDF55246F9}"/>
              </a:ext>
            </a:extLst>
          </p:cNvPr>
          <p:cNvSpPr>
            <a:spLocks noGrp="1"/>
          </p:cNvSpPr>
          <p:nvPr>
            <p:ph type="body" sz="quarter" idx="13"/>
          </p:nvPr>
        </p:nvSpPr>
        <p:spPr/>
        <p:txBody>
          <a:bodyPr/>
          <a:lstStyle/>
          <a:p>
            <a:r>
              <a:rPr lang="en-US" dirty="0"/>
              <a:t>Section Name</a:t>
            </a:r>
          </a:p>
        </p:txBody>
      </p:sp>
      <p:sp>
        <p:nvSpPr>
          <p:cNvPr id="6" name="Text Placeholder 5">
            <a:extLst>
              <a:ext uri="{FF2B5EF4-FFF2-40B4-BE49-F238E27FC236}">
                <a16:creationId xmlns:a16="http://schemas.microsoft.com/office/drawing/2014/main" id="{2FA0A21B-F82E-CB4F-9FDB-8A729F89B836}"/>
              </a:ext>
            </a:extLst>
          </p:cNvPr>
          <p:cNvSpPr>
            <a:spLocks noGrp="1"/>
          </p:cNvSpPr>
          <p:nvPr>
            <p:ph type="body" sz="quarter" idx="16"/>
          </p:nvPr>
        </p:nvSpPr>
        <p:spPr/>
        <p:txBody>
          <a:bodyPr/>
          <a:lstStyle/>
          <a:p>
            <a:r>
              <a:rPr lang="en-US" dirty="0"/>
              <a:t>This slide can be used to present dates, percentages, steps or tiered information.</a:t>
            </a:r>
          </a:p>
        </p:txBody>
      </p:sp>
      <p:sp>
        <p:nvSpPr>
          <p:cNvPr id="13" name="Right Arrow 12">
            <a:extLst>
              <a:ext uri="{FF2B5EF4-FFF2-40B4-BE49-F238E27FC236}">
                <a16:creationId xmlns:a16="http://schemas.microsoft.com/office/drawing/2014/main" id="{895B9278-91D4-4F45-9A46-A068B3D39480}"/>
              </a:ext>
            </a:extLst>
          </p:cNvPr>
          <p:cNvSpPr/>
          <p:nvPr/>
        </p:nvSpPr>
        <p:spPr>
          <a:xfrm>
            <a:off x="2234364" y="2840399"/>
            <a:ext cx="611092" cy="710890"/>
          </a:xfrm>
          <a:prstGeom prst="rightArrow">
            <a:avLst>
              <a:gd name="adj1" fmla="val 38481"/>
              <a:gd name="adj2" fmla="val 672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Right Arrow 26">
            <a:extLst>
              <a:ext uri="{FF2B5EF4-FFF2-40B4-BE49-F238E27FC236}">
                <a16:creationId xmlns:a16="http://schemas.microsoft.com/office/drawing/2014/main" id="{CC5B65C5-8545-6B46-9D55-4D3E7B611E1A}"/>
              </a:ext>
            </a:extLst>
          </p:cNvPr>
          <p:cNvSpPr/>
          <p:nvPr/>
        </p:nvSpPr>
        <p:spPr>
          <a:xfrm>
            <a:off x="5359700" y="2840399"/>
            <a:ext cx="611092" cy="710890"/>
          </a:xfrm>
          <a:prstGeom prst="rightArrow">
            <a:avLst>
              <a:gd name="adj1" fmla="val 38481"/>
              <a:gd name="adj2" fmla="val 672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ight Arrow 27">
            <a:extLst>
              <a:ext uri="{FF2B5EF4-FFF2-40B4-BE49-F238E27FC236}">
                <a16:creationId xmlns:a16="http://schemas.microsoft.com/office/drawing/2014/main" id="{11003F7D-EF99-4C4A-BD5A-432C53CA00E5}"/>
              </a:ext>
            </a:extLst>
          </p:cNvPr>
          <p:cNvSpPr/>
          <p:nvPr/>
        </p:nvSpPr>
        <p:spPr>
          <a:xfrm>
            <a:off x="8457741" y="2840399"/>
            <a:ext cx="611092" cy="710890"/>
          </a:xfrm>
          <a:prstGeom prst="rightArrow">
            <a:avLst>
              <a:gd name="adj1" fmla="val 38481"/>
              <a:gd name="adj2" fmla="val 672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Slide Number Placeholder 1">
            <a:extLst>
              <a:ext uri="{FF2B5EF4-FFF2-40B4-BE49-F238E27FC236}">
                <a16:creationId xmlns:a16="http://schemas.microsoft.com/office/drawing/2014/main" id="{E258CBFF-501D-43E9-93C9-9AB5B391DC30}"/>
              </a:ext>
            </a:extLst>
          </p:cNvPr>
          <p:cNvSpPr>
            <a:spLocks noGrp="1"/>
          </p:cNvSpPr>
          <p:nvPr>
            <p:ph type="sldNum" sz="quarter" idx="4"/>
          </p:nvPr>
        </p:nvSpPr>
        <p:spPr/>
        <p:txBody>
          <a:bodyPr/>
          <a:lstStyle/>
          <a:p>
            <a:fld id="{7196636F-A64E-6C4D-AE26-50A84E19B9C9}" type="slidenum">
              <a:rPr lang="en-US" smtClean="0"/>
              <a:pPr/>
              <a:t>20</a:t>
            </a:fld>
            <a:endParaRPr lang="en-US" dirty="0"/>
          </a:p>
        </p:txBody>
      </p:sp>
    </p:spTree>
    <p:extLst>
      <p:ext uri="{BB962C8B-B14F-4D97-AF65-F5344CB8AC3E}">
        <p14:creationId xmlns:p14="http://schemas.microsoft.com/office/powerpoint/2010/main" val="673615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BB0F97FC-8997-A55B-07E3-B7E7B07467DE}"/>
              </a:ext>
            </a:extLst>
          </p:cNvPr>
          <p:cNvPicPr>
            <a:picLocks noGrp="1" noChangeAspect="1"/>
          </p:cNvPicPr>
          <p:nvPr>
            <p:ph type="pic" sz="quarter" idx="20"/>
          </p:nvPr>
        </p:nvPicPr>
        <p:blipFill>
          <a:blip>
            <a:extLst>
              <a:ext uri="{96DAC541-7B7A-43D3-8B79-37D633B846F1}">
                <asvg:svgBlip xmlns:asvg="http://schemas.microsoft.com/office/drawing/2016/SVG/main" r:embed="rId2"/>
              </a:ext>
            </a:extLst>
          </a:blip>
          <a:srcRect/>
          <a:stretch>
            <a:fillRect/>
          </a:stretch>
        </p:blipFill>
        <p:spPr/>
      </p:pic>
      <p:pic>
        <p:nvPicPr>
          <p:cNvPr id="74" name="Picture Placeholder 73">
            <a:extLst>
              <a:ext uri="{FF2B5EF4-FFF2-40B4-BE49-F238E27FC236}">
                <a16:creationId xmlns:a16="http://schemas.microsoft.com/office/drawing/2014/main" id="{A04ED8CD-91D8-DB49-B632-BC60AF878BE4}"/>
              </a:ext>
            </a:extLst>
          </p:cNvPr>
          <p:cNvPicPr>
            <a:picLocks noGrp="1" noChangeAspect="1"/>
          </p:cNvPicPr>
          <p:nvPr>
            <p:ph type="pic" sz="quarter" idx="19"/>
          </p:nvPr>
        </p:nvPicPr>
        <p:blipFill>
          <a:blip>
            <a:extLst>
              <a:ext uri="{96DAC541-7B7A-43D3-8B79-37D633B846F1}">
                <asvg:svgBlip xmlns:asvg="http://schemas.microsoft.com/office/drawing/2016/SVG/main" r:embed="rId3"/>
              </a:ext>
            </a:extLst>
          </a:blip>
          <a:srcRect/>
          <a:stretch>
            <a:fillRect/>
          </a:stretch>
        </p:blipFill>
        <p:spPr/>
      </p:pic>
      <p:sp>
        <p:nvSpPr>
          <p:cNvPr id="8" name="Title 7">
            <a:extLst>
              <a:ext uri="{FF2B5EF4-FFF2-40B4-BE49-F238E27FC236}">
                <a16:creationId xmlns:a16="http://schemas.microsoft.com/office/drawing/2014/main" id="{2FA6594B-7CDA-7A49-AA1D-C9908F9260A2}"/>
              </a:ext>
            </a:extLst>
          </p:cNvPr>
          <p:cNvSpPr>
            <a:spLocks noGrp="1"/>
          </p:cNvSpPr>
          <p:nvPr>
            <p:ph type="title"/>
          </p:nvPr>
        </p:nvSpPr>
        <p:spPr/>
        <p:txBody>
          <a:bodyPr/>
          <a:lstStyle/>
          <a:p>
            <a:r>
              <a:rPr lang="en-US" dirty="0"/>
              <a:t>Icon Slide</a:t>
            </a:r>
          </a:p>
        </p:txBody>
      </p:sp>
      <p:sp>
        <p:nvSpPr>
          <p:cNvPr id="4" name="Text Placeholder 3">
            <a:extLst>
              <a:ext uri="{FF2B5EF4-FFF2-40B4-BE49-F238E27FC236}">
                <a16:creationId xmlns:a16="http://schemas.microsoft.com/office/drawing/2014/main" id="{8B112E3C-4FEA-4B40-ADF2-38CDF55246F9}"/>
              </a:ext>
            </a:extLst>
          </p:cNvPr>
          <p:cNvSpPr>
            <a:spLocks noGrp="1"/>
          </p:cNvSpPr>
          <p:nvPr>
            <p:ph type="body" sz="quarter" idx="13"/>
          </p:nvPr>
        </p:nvSpPr>
        <p:spPr/>
        <p:txBody>
          <a:bodyPr/>
          <a:lstStyle/>
          <a:p>
            <a:r>
              <a:rPr lang="en-US" dirty="0"/>
              <a:t>Section Name</a:t>
            </a:r>
          </a:p>
        </p:txBody>
      </p:sp>
      <p:sp>
        <p:nvSpPr>
          <p:cNvPr id="6" name="Text Placeholder 5">
            <a:extLst>
              <a:ext uri="{FF2B5EF4-FFF2-40B4-BE49-F238E27FC236}">
                <a16:creationId xmlns:a16="http://schemas.microsoft.com/office/drawing/2014/main" id="{2FA0A21B-F82E-CB4F-9FDB-8A729F89B836}"/>
              </a:ext>
            </a:extLst>
          </p:cNvPr>
          <p:cNvSpPr>
            <a:spLocks noGrp="1"/>
          </p:cNvSpPr>
          <p:nvPr>
            <p:ph type="body" sz="quarter" idx="16"/>
          </p:nvPr>
        </p:nvSpPr>
        <p:spPr>
          <a:xfrm>
            <a:off x="374904" y="1261872"/>
            <a:ext cx="10762040" cy="685801"/>
          </a:xfrm>
        </p:spPr>
        <p:txBody>
          <a:bodyPr/>
          <a:lstStyle/>
          <a:p>
            <a:r>
              <a:rPr lang="en-US" b="0" dirty="0"/>
              <a:t>Icons can be used to give a visual representation of information. You can access the Ford Brand icon library by visiting GEAR (</a:t>
            </a:r>
            <a:r>
              <a:rPr lang="en-US" b="0" dirty="0">
                <a:hlinkClick r:id="rId4"/>
              </a:rPr>
              <a:t>www.gear.ford.com</a:t>
            </a:r>
            <a:r>
              <a:rPr lang="en-US" b="0" dirty="0"/>
              <a:t>), Ford’s Digital Asset Management System. If you are not already a registered user, select “Create Account” and complete the form in order to be granted access. Once you </a:t>
            </a:r>
            <a:br>
              <a:rPr lang="en-US" b="0" dirty="0"/>
            </a:br>
            <a:r>
              <a:rPr lang="en-US" b="0" dirty="0"/>
              <a:t>are able to login, navigate to Ford Brand Identity System &gt; 03_System Elements &gt; Iconography &gt; Screen.</a:t>
            </a:r>
            <a:endParaRPr lang="en-US" altLang="en-US" b="0" dirty="0"/>
          </a:p>
        </p:txBody>
      </p:sp>
      <p:pic>
        <p:nvPicPr>
          <p:cNvPr id="78" name="Picture Placeholder 77">
            <a:extLst>
              <a:ext uri="{FF2B5EF4-FFF2-40B4-BE49-F238E27FC236}">
                <a16:creationId xmlns:a16="http://schemas.microsoft.com/office/drawing/2014/main" id="{E09D9A9C-EFA9-5917-5656-A7A446A5D312}"/>
              </a:ext>
            </a:extLst>
          </p:cNvPr>
          <p:cNvPicPr>
            <a:picLocks noGrp="1" noChangeAspect="1"/>
          </p:cNvPicPr>
          <p:nvPr>
            <p:ph type="pic" sz="quarter" idx="21"/>
          </p:nvPr>
        </p:nvPicPr>
        <p:blipFill>
          <a:blip>
            <a:extLst>
              <a:ext uri="{96DAC541-7B7A-43D3-8B79-37D633B846F1}">
                <asvg:svgBlip xmlns:asvg="http://schemas.microsoft.com/office/drawing/2016/SVG/main" r:embed="rId5"/>
              </a:ext>
            </a:extLst>
          </a:blip>
          <a:srcRect/>
          <a:stretch>
            <a:fillRect/>
          </a:stretch>
        </p:blipFill>
        <p:spPr/>
      </p:pic>
      <p:pic>
        <p:nvPicPr>
          <p:cNvPr id="79" name="Picture Placeholder 78">
            <a:extLst>
              <a:ext uri="{FF2B5EF4-FFF2-40B4-BE49-F238E27FC236}">
                <a16:creationId xmlns:a16="http://schemas.microsoft.com/office/drawing/2014/main" id="{2E85E4D5-75A9-4BE9-B965-FCD628159B4F}"/>
              </a:ext>
            </a:extLst>
          </p:cNvPr>
          <p:cNvPicPr>
            <a:picLocks noGrp="1" noChangeAspect="1"/>
          </p:cNvPicPr>
          <p:nvPr>
            <p:ph type="pic" sz="quarter" idx="22"/>
          </p:nvPr>
        </p:nvPicPr>
        <p:blipFill>
          <a:blip>
            <a:extLst>
              <a:ext uri="{96DAC541-7B7A-43D3-8B79-37D633B846F1}">
                <asvg:svgBlip xmlns:asvg="http://schemas.microsoft.com/office/drawing/2016/SVG/main" r:embed="rId6"/>
              </a:ext>
            </a:extLst>
          </a:blip>
          <a:srcRect/>
          <a:stretch>
            <a:fillRect/>
          </a:stretch>
        </p:blipFill>
        <p:spPr/>
      </p:pic>
      <p:sp>
        <p:nvSpPr>
          <p:cNvPr id="56" name="Text Placeholder 55">
            <a:extLst>
              <a:ext uri="{FF2B5EF4-FFF2-40B4-BE49-F238E27FC236}">
                <a16:creationId xmlns:a16="http://schemas.microsoft.com/office/drawing/2014/main" id="{A68A04D7-CC48-9AF1-F640-F7FFB1D1EA36}"/>
              </a:ext>
            </a:extLst>
          </p:cNvPr>
          <p:cNvSpPr>
            <a:spLocks noGrp="1"/>
          </p:cNvSpPr>
          <p:nvPr>
            <p:ph type="body" sz="quarter" idx="23"/>
          </p:nvPr>
        </p:nvSpPr>
        <p:spPr/>
        <p:txBody>
          <a:bodyPr/>
          <a:lstStyle/>
          <a:p>
            <a:r>
              <a:rPr lang="en-US" dirty="0"/>
              <a:t>Subhead Goes Here</a:t>
            </a:r>
          </a:p>
        </p:txBody>
      </p:sp>
      <p:sp>
        <p:nvSpPr>
          <p:cNvPr id="57" name="Text Placeholder 56">
            <a:extLst>
              <a:ext uri="{FF2B5EF4-FFF2-40B4-BE49-F238E27FC236}">
                <a16:creationId xmlns:a16="http://schemas.microsoft.com/office/drawing/2014/main" id="{A993E5D8-F585-6772-AEB0-0FA56C05B46E}"/>
              </a:ext>
            </a:extLst>
          </p:cNvPr>
          <p:cNvSpPr>
            <a:spLocks noGrp="1"/>
          </p:cNvSpPr>
          <p:nvPr>
            <p:ph type="body" sz="quarter" idx="24"/>
          </p:nvPr>
        </p:nvSpPr>
        <p:spPr/>
        <p:txBody>
          <a:bodyPr/>
          <a:lstStyle/>
          <a:p>
            <a:r>
              <a:rPr lang="en-US" dirty="0"/>
              <a:t>Body copy. Lorem ipsum dolor sit </a:t>
            </a:r>
            <a:r>
              <a:rPr lang="en-US" dirty="0" err="1"/>
              <a:t>amet</a:t>
            </a:r>
            <a:r>
              <a:rPr lang="en-US" dirty="0"/>
              <a:t>, </a:t>
            </a:r>
            <a:r>
              <a:rPr lang="en-US" dirty="0" err="1"/>
              <a:t>consec</a:t>
            </a:r>
            <a:r>
              <a:rPr lang="en-US" dirty="0"/>
              <a:t> </a:t>
            </a:r>
            <a:r>
              <a:rPr lang="en-US" dirty="0" err="1"/>
              <a:t>adipiscing</a:t>
            </a:r>
            <a:r>
              <a:rPr lang="en-US" dirty="0"/>
              <a:t> </a:t>
            </a:r>
            <a:r>
              <a:rPr lang="en-US" dirty="0" err="1"/>
              <a:t>elit</a:t>
            </a:r>
            <a:r>
              <a:rPr lang="en-US" dirty="0"/>
              <a:t>. </a:t>
            </a:r>
          </a:p>
          <a:p>
            <a:endParaRPr lang="en-US" dirty="0"/>
          </a:p>
        </p:txBody>
      </p:sp>
      <p:sp>
        <p:nvSpPr>
          <p:cNvPr id="59" name="Text Placeholder 58">
            <a:extLst>
              <a:ext uri="{FF2B5EF4-FFF2-40B4-BE49-F238E27FC236}">
                <a16:creationId xmlns:a16="http://schemas.microsoft.com/office/drawing/2014/main" id="{84050176-99B1-C9ED-092A-8ED1303A83F9}"/>
              </a:ext>
            </a:extLst>
          </p:cNvPr>
          <p:cNvSpPr>
            <a:spLocks noGrp="1"/>
          </p:cNvSpPr>
          <p:nvPr>
            <p:ph type="body" sz="quarter" idx="25"/>
          </p:nvPr>
        </p:nvSpPr>
        <p:spPr/>
        <p:txBody>
          <a:bodyPr/>
          <a:lstStyle/>
          <a:p>
            <a:r>
              <a:rPr lang="en-US" dirty="0"/>
              <a:t>Subhead Goes Here</a:t>
            </a:r>
          </a:p>
        </p:txBody>
      </p:sp>
      <p:sp>
        <p:nvSpPr>
          <p:cNvPr id="61" name="Text Placeholder 60">
            <a:extLst>
              <a:ext uri="{FF2B5EF4-FFF2-40B4-BE49-F238E27FC236}">
                <a16:creationId xmlns:a16="http://schemas.microsoft.com/office/drawing/2014/main" id="{0F3BE852-3C82-31E4-8BE6-FC71F3AC561D}"/>
              </a:ext>
            </a:extLst>
          </p:cNvPr>
          <p:cNvSpPr>
            <a:spLocks noGrp="1"/>
          </p:cNvSpPr>
          <p:nvPr>
            <p:ph type="body" sz="quarter" idx="26"/>
          </p:nvPr>
        </p:nvSpPr>
        <p:spPr/>
        <p:txBody>
          <a:bodyPr/>
          <a:lstStyle/>
          <a:p>
            <a:r>
              <a:rPr lang="en-US" dirty="0"/>
              <a:t>Body copy. Lorem ipsum dolor sit </a:t>
            </a:r>
            <a:r>
              <a:rPr lang="en-US" dirty="0" err="1"/>
              <a:t>amet</a:t>
            </a:r>
            <a:r>
              <a:rPr lang="en-US" dirty="0"/>
              <a:t>, </a:t>
            </a:r>
            <a:r>
              <a:rPr lang="en-US" dirty="0" err="1"/>
              <a:t>consec</a:t>
            </a:r>
            <a:r>
              <a:rPr lang="en-US" dirty="0"/>
              <a:t> </a:t>
            </a:r>
            <a:r>
              <a:rPr lang="en-US" dirty="0" err="1"/>
              <a:t>adipiscing</a:t>
            </a:r>
            <a:r>
              <a:rPr lang="en-US" dirty="0"/>
              <a:t> </a:t>
            </a:r>
            <a:r>
              <a:rPr lang="en-US" dirty="0" err="1"/>
              <a:t>elit</a:t>
            </a:r>
            <a:r>
              <a:rPr lang="en-US" dirty="0"/>
              <a:t>. </a:t>
            </a:r>
          </a:p>
        </p:txBody>
      </p:sp>
      <p:sp>
        <p:nvSpPr>
          <p:cNvPr id="62" name="Text Placeholder 61">
            <a:extLst>
              <a:ext uri="{FF2B5EF4-FFF2-40B4-BE49-F238E27FC236}">
                <a16:creationId xmlns:a16="http://schemas.microsoft.com/office/drawing/2014/main" id="{BF57B5F0-4841-D22B-1D7E-18C7C5E58CFE}"/>
              </a:ext>
            </a:extLst>
          </p:cNvPr>
          <p:cNvSpPr>
            <a:spLocks noGrp="1"/>
          </p:cNvSpPr>
          <p:nvPr>
            <p:ph type="body" sz="quarter" idx="27"/>
          </p:nvPr>
        </p:nvSpPr>
        <p:spPr/>
        <p:txBody>
          <a:bodyPr/>
          <a:lstStyle/>
          <a:p>
            <a:r>
              <a:rPr lang="en-US" dirty="0"/>
              <a:t>Subhead Goes Here</a:t>
            </a:r>
          </a:p>
        </p:txBody>
      </p:sp>
      <p:sp>
        <p:nvSpPr>
          <p:cNvPr id="67" name="Text Placeholder 66">
            <a:extLst>
              <a:ext uri="{FF2B5EF4-FFF2-40B4-BE49-F238E27FC236}">
                <a16:creationId xmlns:a16="http://schemas.microsoft.com/office/drawing/2014/main" id="{70BD1281-CBF0-96B7-585B-89133FFE919D}"/>
              </a:ext>
            </a:extLst>
          </p:cNvPr>
          <p:cNvSpPr>
            <a:spLocks noGrp="1"/>
          </p:cNvSpPr>
          <p:nvPr>
            <p:ph type="body" sz="quarter" idx="28"/>
          </p:nvPr>
        </p:nvSpPr>
        <p:spPr/>
        <p:txBody>
          <a:bodyPr/>
          <a:lstStyle/>
          <a:p>
            <a:r>
              <a:rPr lang="en-US" dirty="0"/>
              <a:t>Body copy. Lorem ipsum dolor sit </a:t>
            </a:r>
            <a:r>
              <a:rPr lang="en-US" dirty="0" err="1"/>
              <a:t>amet</a:t>
            </a:r>
            <a:r>
              <a:rPr lang="en-US" dirty="0"/>
              <a:t>, </a:t>
            </a:r>
            <a:r>
              <a:rPr lang="en-US" dirty="0" err="1"/>
              <a:t>consec</a:t>
            </a:r>
            <a:r>
              <a:rPr lang="en-US" dirty="0"/>
              <a:t> </a:t>
            </a:r>
            <a:r>
              <a:rPr lang="en-US" dirty="0" err="1"/>
              <a:t>adipiscing</a:t>
            </a:r>
            <a:r>
              <a:rPr lang="en-US" dirty="0"/>
              <a:t> </a:t>
            </a:r>
            <a:r>
              <a:rPr lang="en-US" dirty="0" err="1"/>
              <a:t>elit</a:t>
            </a:r>
            <a:r>
              <a:rPr lang="en-US" dirty="0"/>
              <a:t>. </a:t>
            </a:r>
          </a:p>
        </p:txBody>
      </p:sp>
      <p:sp>
        <p:nvSpPr>
          <p:cNvPr id="68" name="Text Placeholder 67">
            <a:extLst>
              <a:ext uri="{FF2B5EF4-FFF2-40B4-BE49-F238E27FC236}">
                <a16:creationId xmlns:a16="http://schemas.microsoft.com/office/drawing/2014/main" id="{DC61E4A1-82B7-788B-7590-2E8E7642F9F7}"/>
              </a:ext>
            </a:extLst>
          </p:cNvPr>
          <p:cNvSpPr>
            <a:spLocks noGrp="1"/>
          </p:cNvSpPr>
          <p:nvPr>
            <p:ph type="body" sz="quarter" idx="29"/>
          </p:nvPr>
        </p:nvSpPr>
        <p:spPr/>
        <p:txBody>
          <a:bodyPr/>
          <a:lstStyle/>
          <a:p>
            <a:r>
              <a:rPr lang="en-US" dirty="0"/>
              <a:t>Subhead Goes Here</a:t>
            </a:r>
          </a:p>
        </p:txBody>
      </p:sp>
      <p:sp>
        <p:nvSpPr>
          <p:cNvPr id="73" name="Text Placeholder 72">
            <a:extLst>
              <a:ext uri="{FF2B5EF4-FFF2-40B4-BE49-F238E27FC236}">
                <a16:creationId xmlns:a16="http://schemas.microsoft.com/office/drawing/2014/main" id="{2BCEBBD9-4BA2-77C3-8260-E7A300B4EAC2}"/>
              </a:ext>
            </a:extLst>
          </p:cNvPr>
          <p:cNvSpPr>
            <a:spLocks noGrp="1"/>
          </p:cNvSpPr>
          <p:nvPr>
            <p:ph type="body" sz="quarter" idx="30"/>
          </p:nvPr>
        </p:nvSpPr>
        <p:spPr/>
        <p:txBody>
          <a:bodyPr/>
          <a:lstStyle/>
          <a:p>
            <a:r>
              <a:rPr lang="en-US" dirty="0"/>
              <a:t>Body copy. Lorem ipsum dolor sit </a:t>
            </a:r>
            <a:r>
              <a:rPr lang="en-US" dirty="0" err="1"/>
              <a:t>amet</a:t>
            </a:r>
            <a:r>
              <a:rPr lang="en-US" dirty="0"/>
              <a:t>, </a:t>
            </a:r>
            <a:r>
              <a:rPr lang="en-US" dirty="0" err="1"/>
              <a:t>consec</a:t>
            </a:r>
            <a:r>
              <a:rPr lang="en-US" dirty="0"/>
              <a:t> </a:t>
            </a:r>
            <a:r>
              <a:rPr lang="en-US" dirty="0" err="1"/>
              <a:t>adipiscing</a:t>
            </a:r>
            <a:r>
              <a:rPr lang="en-US" dirty="0"/>
              <a:t> </a:t>
            </a:r>
            <a:r>
              <a:rPr lang="en-US" dirty="0" err="1"/>
              <a:t>elit</a:t>
            </a:r>
            <a:r>
              <a:rPr lang="en-US" dirty="0"/>
              <a:t>.</a:t>
            </a:r>
          </a:p>
        </p:txBody>
      </p:sp>
      <p:sp>
        <p:nvSpPr>
          <p:cNvPr id="2" name="Slide Number Placeholder 1">
            <a:extLst>
              <a:ext uri="{FF2B5EF4-FFF2-40B4-BE49-F238E27FC236}">
                <a16:creationId xmlns:a16="http://schemas.microsoft.com/office/drawing/2014/main" id="{EDA4C9B2-3394-47C5-86E3-71A6D8F3DD74}"/>
              </a:ext>
            </a:extLst>
          </p:cNvPr>
          <p:cNvSpPr>
            <a:spLocks noGrp="1"/>
          </p:cNvSpPr>
          <p:nvPr>
            <p:ph type="sldNum" sz="quarter" idx="4"/>
          </p:nvPr>
        </p:nvSpPr>
        <p:spPr/>
        <p:txBody>
          <a:bodyPr/>
          <a:lstStyle/>
          <a:p>
            <a:fld id="{7196636F-A64E-6C4D-AE26-50A84E19B9C9}" type="slidenum">
              <a:rPr lang="en-US" smtClean="0"/>
              <a:pPr/>
              <a:t>21</a:t>
            </a:fld>
            <a:endParaRPr lang="en-US" dirty="0"/>
          </a:p>
        </p:txBody>
      </p:sp>
    </p:spTree>
    <p:extLst>
      <p:ext uri="{BB962C8B-B14F-4D97-AF65-F5344CB8AC3E}">
        <p14:creationId xmlns:p14="http://schemas.microsoft.com/office/powerpoint/2010/main" val="2698256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C13BACE6-FE6D-FE01-4837-B54C636A1F3E}"/>
              </a:ext>
            </a:extLst>
          </p:cNvPr>
          <p:cNvPicPr>
            <a:picLocks noChangeAspect="1"/>
          </p:cNvPicPr>
          <p:nvPr/>
        </p:nvPicPr>
        <p:blipFill>
          <a:blip r:embed="rId2">
            <a:alphaModFix/>
          </a:blip>
          <a:srcRect/>
          <a:stretch/>
        </p:blipFill>
        <p:spPr>
          <a:xfrm>
            <a:off x="5138031" y="3891820"/>
            <a:ext cx="1847088" cy="1847088"/>
          </a:xfrm>
          <a:prstGeom prst="rect">
            <a:avLst/>
          </a:prstGeom>
        </p:spPr>
      </p:pic>
      <p:pic>
        <p:nvPicPr>
          <p:cNvPr id="46" name="Picture 45">
            <a:extLst>
              <a:ext uri="{FF2B5EF4-FFF2-40B4-BE49-F238E27FC236}">
                <a16:creationId xmlns:a16="http://schemas.microsoft.com/office/drawing/2014/main" id="{55F4BFDF-7799-F84F-0A23-FD7CA76C8052}"/>
              </a:ext>
            </a:extLst>
          </p:cNvPr>
          <p:cNvPicPr>
            <a:picLocks noChangeAspect="1"/>
          </p:cNvPicPr>
          <p:nvPr/>
        </p:nvPicPr>
        <p:blipFill>
          <a:blip r:embed="rId3">
            <a:alphaModFix/>
          </a:blip>
          <a:srcRect/>
          <a:stretch/>
        </p:blipFill>
        <p:spPr>
          <a:xfrm>
            <a:off x="9585063" y="3891820"/>
            <a:ext cx="1847088" cy="1847088"/>
          </a:xfrm>
          <a:prstGeom prst="rect">
            <a:avLst/>
          </a:prstGeom>
        </p:spPr>
      </p:pic>
      <p:pic>
        <p:nvPicPr>
          <p:cNvPr id="48" name="Picture 47">
            <a:extLst>
              <a:ext uri="{FF2B5EF4-FFF2-40B4-BE49-F238E27FC236}">
                <a16:creationId xmlns:a16="http://schemas.microsoft.com/office/drawing/2014/main" id="{5D405674-6BA7-B21E-7C40-CA984E18D54E}"/>
              </a:ext>
            </a:extLst>
          </p:cNvPr>
          <p:cNvPicPr>
            <a:picLocks noChangeAspect="1"/>
          </p:cNvPicPr>
          <p:nvPr/>
        </p:nvPicPr>
        <p:blipFill>
          <a:blip r:embed="rId4">
            <a:alphaModFix/>
          </a:blip>
          <a:srcRect/>
          <a:stretch/>
        </p:blipFill>
        <p:spPr>
          <a:xfrm>
            <a:off x="2914515" y="3891820"/>
            <a:ext cx="1847088" cy="1847088"/>
          </a:xfrm>
          <a:prstGeom prst="rect">
            <a:avLst/>
          </a:prstGeom>
        </p:spPr>
      </p:pic>
      <p:pic>
        <p:nvPicPr>
          <p:cNvPr id="49" name="Picture 48">
            <a:extLst>
              <a:ext uri="{FF2B5EF4-FFF2-40B4-BE49-F238E27FC236}">
                <a16:creationId xmlns:a16="http://schemas.microsoft.com/office/drawing/2014/main" id="{C7CEBCD1-DB68-F975-DEA3-96857C808924}"/>
              </a:ext>
            </a:extLst>
          </p:cNvPr>
          <p:cNvPicPr>
            <a:picLocks noChangeAspect="1"/>
          </p:cNvPicPr>
          <p:nvPr/>
        </p:nvPicPr>
        <p:blipFill>
          <a:blip r:embed="rId5">
            <a:alphaModFix/>
          </a:blip>
          <a:srcRect/>
          <a:stretch/>
        </p:blipFill>
        <p:spPr>
          <a:xfrm>
            <a:off x="681437" y="3891820"/>
            <a:ext cx="1847088" cy="1847088"/>
          </a:xfrm>
          <a:prstGeom prst="rect">
            <a:avLst/>
          </a:prstGeom>
        </p:spPr>
      </p:pic>
      <p:pic>
        <p:nvPicPr>
          <p:cNvPr id="51" name="Picture 50">
            <a:extLst>
              <a:ext uri="{FF2B5EF4-FFF2-40B4-BE49-F238E27FC236}">
                <a16:creationId xmlns:a16="http://schemas.microsoft.com/office/drawing/2014/main" id="{F2B8D95F-3EB0-201C-714F-9ECF5F58B9DD}"/>
              </a:ext>
            </a:extLst>
          </p:cNvPr>
          <p:cNvPicPr>
            <a:picLocks noChangeAspect="1"/>
          </p:cNvPicPr>
          <p:nvPr/>
        </p:nvPicPr>
        <p:blipFill>
          <a:blip r:embed="rId6">
            <a:alphaModFix/>
          </a:blip>
          <a:srcRect/>
          <a:stretch/>
        </p:blipFill>
        <p:spPr>
          <a:xfrm>
            <a:off x="7361547" y="3891820"/>
            <a:ext cx="1847088" cy="1847088"/>
          </a:xfrm>
          <a:prstGeom prst="rect">
            <a:avLst/>
          </a:prstGeom>
        </p:spPr>
      </p:pic>
      <p:pic>
        <p:nvPicPr>
          <p:cNvPr id="47" name="Picture 46">
            <a:extLst>
              <a:ext uri="{FF2B5EF4-FFF2-40B4-BE49-F238E27FC236}">
                <a16:creationId xmlns:a16="http://schemas.microsoft.com/office/drawing/2014/main" id="{D3F9A1CC-23F3-26BE-2073-3C884E180A30}"/>
              </a:ext>
            </a:extLst>
          </p:cNvPr>
          <p:cNvPicPr>
            <a:picLocks noChangeAspect="1"/>
          </p:cNvPicPr>
          <p:nvPr/>
        </p:nvPicPr>
        <p:blipFill>
          <a:blip r:embed="rId7">
            <a:alphaModFix/>
          </a:blip>
          <a:srcRect/>
          <a:stretch/>
        </p:blipFill>
        <p:spPr>
          <a:xfrm>
            <a:off x="9585063" y="1340866"/>
            <a:ext cx="1847088" cy="1847088"/>
          </a:xfrm>
          <a:prstGeom prst="rect">
            <a:avLst/>
          </a:prstGeom>
        </p:spPr>
      </p:pic>
      <p:pic>
        <p:nvPicPr>
          <p:cNvPr id="50" name="Picture 49">
            <a:extLst>
              <a:ext uri="{FF2B5EF4-FFF2-40B4-BE49-F238E27FC236}">
                <a16:creationId xmlns:a16="http://schemas.microsoft.com/office/drawing/2014/main" id="{42ADCE73-3015-162B-9308-177B6BB631AF}"/>
              </a:ext>
            </a:extLst>
          </p:cNvPr>
          <p:cNvPicPr>
            <a:picLocks noChangeAspect="1"/>
          </p:cNvPicPr>
          <p:nvPr/>
        </p:nvPicPr>
        <p:blipFill>
          <a:blip r:embed="rId8">
            <a:alphaModFix/>
          </a:blip>
          <a:srcRect/>
          <a:stretch/>
        </p:blipFill>
        <p:spPr>
          <a:xfrm>
            <a:off x="5138031" y="1340866"/>
            <a:ext cx="1847088" cy="1847088"/>
          </a:xfrm>
          <a:prstGeom prst="rect">
            <a:avLst/>
          </a:prstGeom>
        </p:spPr>
      </p:pic>
      <p:pic>
        <p:nvPicPr>
          <p:cNvPr id="52" name="Picture 51">
            <a:extLst>
              <a:ext uri="{FF2B5EF4-FFF2-40B4-BE49-F238E27FC236}">
                <a16:creationId xmlns:a16="http://schemas.microsoft.com/office/drawing/2014/main" id="{42410689-8702-C605-2385-BAF5392A3B18}"/>
              </a:ext>
            </a:extLst>
          </p:cNvPr>
          <p:cNvPicPr>
            <a:picLocks noChangeAspect="1"/>
          </p:cNvPicPr>
          <p:nvPr/>
        </p:nvPicPr>
        <p:blipFill>
          <a:blip r:embed="rId9">
            <a:alphaModFix/>
          </a:blip>
          <a:srcRect/>
          <a:stretch/>
        </p:blipFill>
        <p:spPr>
          <a:xfrm>
            <a:off x="7361547" y="1340866"/>
            <a:ext cx="1847088" cy="1847088"/>
          </a:xfrm>
          <a:prstGeom prst="rect">
            <a:avLst/>
          </a:prstGeom>
        </p:spPr>
      </p:pic>
      <p:pic>
        <p:nvPicPr>
          <p:cNvPr id="53" name="Picture 52">
            <a:extLst>
              <a:ext uri="{FF2B5EF4-FFF2-40B4-BE49-F238E27FC236}">
                <a16:creationId xmlns:a16="http://schemas.microsoft.com/office/drawing/2014/main" id="{8EA3D9BC-3C46-E7BC-A74E-4E76F59E8B69}"/>
              </a:ext>
            </a:extLst>
          </p:cNvPr>
          <p:cNvPicPr>
            <a:picLocks noChangeAspect="1"/>
          </p:cNvPicPr>
          <p:nvPr/>
        </p:nvPicPr>
        <p:blipFill>
          <a:blip r:embed="rId10">
            <a:alphaModFix/>
          </a:blip>
          <a:srcRect/>
          <a:stretch/>
        </p:blipFill>
        <p:spPr>
          <a:xfrm>
            <a:off x="2914515" y="1340866"/>
            <a:ext cx="1847088" cy="1847088"/>
          </a:xfrm>
          <a:prstGeom prst="rect">
            <a:avLst/>
          </a:prstGeom>
        </p:spPr>
      </p:pic>
      <p:pic>
        <p:nvPicPr>
          <p:cNvPr id="54" name="Picture 53">
            <a:extLst>
              <a:ext uri="{FF2B5EF4-FFF2-40B4-BE49-F238E27FC236}">
                <a16:creationId xmlns:a16="http://schemas.microsoft.com/office/drawing/2014/main" id="{6B50E7F6-FDBE-DE3E-9DA5-3D9E36BAE023}"/>
              </a:ext>
            </a:extLst>
          </p:cNvPr>
          <p:cNvPicPr>
            <a:picLocks noChangeAspect="1"/>
          </p:cNvPicPr>
          <p:nvPr/>
        </p:nvPicPr>
        <p:blipFill>
          <a:blip r:embed="rId11">
            <a:alphaModFix/>
          </a:blip>
          <a:srcRect/>
          <a:stretch/>
        </p:blipFill>
        <p:spPr>
          <a:xfrm>
            <a:off x="690999" y="1340866"/>
            <a:ext cx="1847088" cy="1847088"/>
          </a:xfrm>
          <a:prstGeom prst="rect">
            <a:avLst/>
          </a:prstGeom>
        </p:spPr>
      </p:pic>
      <p:sp>
        <p:nvSpPr>
          <p:cNvPr id="8" name="Title 7">
            <a:extLst>
              <a:ext uri="{FF2B5EF4-FFF2-40B4-BE49-F238E27FC236}">
                <a16:creationId xmlns:a16="http://schemas.microsoft.com/office/drawing/2014/main" id="{2FA6594B-7CDA-7A49-AA1D-C9908F9260A2}"/>
              </a:ext>
            </a:extLst>
          </p:cNvPr>
          <p:cNvSpPr>
            <a:spLocks noGrp="1"/>
          </p:cNvSpPr>
          <p:nvPr>
            <p:ph type="title"/>
          </p:nvPr>
        </p:nvSpPr>
        <p:spPr/>
        <p:txBody>
          <a:bodyPr/>
          <a:lstStyle/>
          <a:p>
            <a:r>
              <a:rPr lang="en-US" dirty="0"/>
              <a:t>Ford+ Icon Slide</a:t>
            </a:r>
          </a:p>
        </p:txBody>
      </p:sp>
      <p:sp>
        <p:nvSpPr>
          <p:cNvPr id="4" name="Text Placeholder 3">
            <a:extLst>
              <a:ext uri="{FF2B5EF4-FFF2-40B4-BE49-F238E27FC236}">
                <a16:creationId xmlns:a16="http://schemas.microsoft.com/office/drawing/2014/main" id="{8B112E3C-4FEA-4B40-ADF2-38CDF55246F9}"/>
              </a:ext>
            </a:extLst>
          </p:cNvPr>
          <p:cNvSpPr>
            <a:spLocks noGrp="1"/>
          </p:cNvSpPr>
          <p:nvPr>
            <p:ph type="body" sz="quarter" idx="13"/>
          </p:nvPr>
        </p:nvSpPr>
        <p:spPr/>
        <p:txBody>
          <a:bodyPr/>
          <a:lstStyle/>
          <a:p>
            <a:r>
              <a:rPr lang="en-US" dirty="0"/>
              <a:t>Section Name</a:t>
            </a:r>
          </a:p>
        </p:txBody>
      </p:sp>
      <p:sp>
        <p:nvSpPr>
          <p:cNvPr id="90" name="Text Placeholder 82">
            <a:extLst>
              <a:ext uri="{FF2B5EF4-FFF2-40B4-BE49-F238E27FC236}">
                <a16:creationId xmlns:a16="http://schemas.microsoft.com/office/drawing/2014/main" id="{6953AD4C-3FBE-CBB1-9317-0E980C841CF4}"/>
              </a:ext>
            </a:extLst>
          </p:cNvPr>
          <p:cNvSpPr txBox="1">
            <a:spLocks/>
          </p:cNvSpPr>
          <p:nvPr/>
        </p:nvSpPr>
        <p:spPr>
          <a:xfrm>
            <a:off x="751242" y="5377593"/>
            <a:ext cx="170747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Care for each other</a:t>
            </a:r>
          </a:p>
        </p:txBody>
      </p:sp>
      <p:sp>
        <p:nvSpPr>
          <p:cNvPr id="94" name="Text Placeholder 82">
            <a:extLst>
              <a:ext uri="{FF2B5EF4-FFF2-40B4-BE49-F238E27FC236}">
                <a16:creationId xmlns:a16="http://schemas.microsoft.com/office/drawing/2014/main" id="{AF3A905B-729C-10EF-A613-0E700FA0E112}"/>
              </a:ext>
            </a:extLst>
          </p:cNvPr>
          <p:cNvSpPr txBox="1">
            <a:spLocks/>
          </p:cNvSpPr>
          <p:nvPr/>
        </p:nvSpPr>
        <p:spPr>
          <a:xfrm>
            <a:off x="2905162" y="5377593"/>
            <a:ext cx="187003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Capitalize on</a:t>
            </a:r>
            <a:br>
              <a:rPr lang="en-US" dirty="0"/>
            </a:br>
            <a:r>
              <a:rPr lang="en-US" dirty="0"/>
              <a:t>our strengths</a:t>
            </a:r>
          </a:p>
        </p:txBody>
      </p:sp>
      <p:sp>
        <p:nvSpPr>
          <p:cNvPr id="95" name="Text Placeholder 82">
            <a:extLst>
              <a:ext uri="{FF2B5EF4-FFF2-40B4-BE49-F238E27FC236}">
                <a16:creationId xmlns:a16="http://schemas.microsoft.com/office/drawing/2014/main" id="{5D75263F-31EB-000B-A904-8E46CD2806E6}"/>
              </a:ext>
            </a:extLst>
          </p:cNvPr>
          <p:cNvSpPr txBox="1">
            <a:spLocks/>
          </p:cNvSpPr>
          <p:nvPr/>
        </p:nvSpPr>
        <p:spPr>
          <a:xfrm>
            <a:off x="4832141" y="5377593"/>
            <a:ext cx="2364560"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Disrupt ourselves</a:t>
            </a:r>
          </a:p>
        </p:txBody>
      </p:sp>
      <p:sp>
        <p:nvSpPr>
          <p:cNvPr id="96" name="Text Placeholder 82">
            <a:extLst>
              <a:ext uri="{FF2B5EF4-FFF2-40B4-BE49-F238E27FC236}">
                <a16:creationId xmlns:a16="http://schemas.microsoft.com/office/drawing/2014/main" id="{158E94E5-763E-3C4C-E349-11870643EFF1}"/>
              </a:ext>
            </a:extLst>
          </p:cNvPr>
          <p:cNvSpPr txBox="1">
            <a:spLocks/>
          </p:cNvSpPr>
          <p:nvPr/>
        </p:nvSpPr>
        <p:spPr>
          <a:xfrm>
            <a:off x="7374213" y="5377593"/>
            <a:ext cx="187003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Partner for expertise </a:t>
            </a:r>
            <a:br>
              <a:rPr lang="en-US" dirty="0"/>
            </a:br>
            <a:r>
              <a:rPr lang="en-US" dirty="0"/>
              <a:t>and efficiency</a:t>
            </a:r>
          </a:p>
        </p:txBody>
      </p:sp>
      <p:sp>
        <p:nvSpPr>
          <p:cNvPr id="97" name="Text Placeholder 82">
            <a:extLst>
              <a:ext uri="{FF2B5EF4-FFF2-40B4-BE49-F238E27FC236}">
                <a16:creationId xmlns:a16="http://schemas.microsoft.com/office/drawing/2014/main" id="{4089728B-C591-9EB7-EDDC-4553B1F904C4}"/>
              </a:ext>
            </a:extLst>
          </p:cNvPr>
          <p:cNvSpPr txBox="1">
            <a:spLocks/>
          </p:cNvSpPr>
          <p:nvPr/>
        </p:nvSpPr>
        <p:spPr>
          <a:xfrm>
            <a:off x="9578933" y="5377593"/>
            <a:ext cx="187003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Lead the electrification </a:t>
            </a:r>
            <a:br>
              <a:rPr lang="en-US" dirty="0"/>
            </a:br>
            <a:r>
              <a:rPr lang="en-US" dirty="0"/>
              <a:t>revolution in areas </a:t>
            </a:r>
            <a:br>
              <a:rPr lang="en-US" dirty="0"/>
            </a:br>
            <a:r>
              <a:rPr lang="en-US" dirty="0"/>
              <a:t>of strength</a:t>
            </a:r>
          </a:p>
        </p:txBody>
      </p:sp>
      <p:sp>
        <p:nvSpPr>
          <p:cNvPr id="98" name="Text Placeholder 82">
            <a:extLst>
              <a:ext uri="{FF2B5EF4-FFF2-40B4-BE49-F238E27FC236}">
                <a16:creationId xmlns:a16="http://schemas.microsoft.com/office/drawing/2014/main" id="{BFF84F21-6F58-4332-669C-74AA5227A008}"/>
              </a:ext>
            </a:extLst>
          </p:cNvPr>
          <p:cNvSpPr txBox="1">
            <a:spLocks/>
          </p:cNvSpPr>
          <p:nvPr/>
        </p:nvSpPr>
        <p:spPr>
          <a:xfrm>
            <a:off x="671875" y="2847753"/>
            <a:ext cx="1866212"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Turn around automotive operations, compete </a:t>
            </a:r>
            <a:br>
              <a:rPr lang="en-US" dirty="0"/>
            </a:br>
            <a:r>
              <a:rPr lang="en-US" dirty="0"/>
              <a:t>like a challenger</a:t>
            </a:r>
          </a:p>
        </p:txBody>
      </p:sp>
      <p:sp>
        <p:nvSpPr>
          <p:cNvPr id="99" name="Text Placeholder 82">
            <a:extLst>
              <a:ext uri="{FF2B5EF4-FFF2-40B4-BE49-F238E27FC236}">
                <a16:creationId xmlns:a16="http://schemas.microsoft.com/office/drawing/2014/main" id="{AB25326A-7DD8-B460-168E-2896EADF115F}"/>
              </a:ext>
            </a:extLst>
          </p:cNvPr>
          <p:cNvSpPr txBox="1">
            <a:spLocks/>
          </p:cNvSpPr>
          <p:nvPr/>
        </p:nvSpPr>
        <p:spPr>
          <a:xfrm>
            <a:off x="2905162" y="2847753"/>
            <a:ext cx="187003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Treat customers </a:t>
            </a:r>
            <a:br>
              <a:rPr lang="en-US" dirty="0"/>
            </a:br>
            <a:r>
              <a:rPr lang="en-US" dirty="0"/>
              <a:t>like family</a:t>
            </a:r>
          </a:p>
        </p:txBody>
      </p:sp>
      <p:sp>
        <p:nvSpPr>
          <p:cNvPr id="100" name="Text Placeholder 82">
            <a:extLst>
              <a:ext uri="{FF2B5EF4-FFF2-40B4-BE49-F238E27FC236}">
                <a16:creationId xmlns:a16="http://schemas.microsoft.com/office/drawing/2014/main" id="{8056200A-787E-CB8C-2D8C-D92F85CA71F9}"/>
              </a:ext>
            </a:extLst>
          </p:cNvPr>
          <p:cNvSpPr txBox="1">
            <a:spLocks/>
          </p:cNvSpPr>
          <p:nvPr/>
        </p:nvSpPr>
        <p:spPr>
          <a:xfrm>
            <a:off x="4832141" y="2847753"/>
            <a:ext cx="2364560"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Create must have </a:t>
            </a:r>
            <a:br>
              <a:rPr lang="en-US" dirty="0"/>
            </a:br>
            <a:r>
              <a:rPr lang="en-US" dirty="0"/>
              <a:t>products and services</a:t>
            </a:r>
          </a:p>
        </p:txBody>
      </p:sp>
      <p:sp>
        <p:nvSpPr>
          <p:cNvPr id="101" name="Text Placeholder 82">
            <a:extLst>
              <a:ext uri="{FF2B5EF4-FFF2-40B4-BE49-F238E27FC236}">
                <a16:creationId xmlns:a16="http://schemas.microsoft.com/office/drawing/2014/main" id="{5FD528C0-7603-4B19-1FCB-0AF923B5FB16}"/>
              </a:ext>
            </a:extLst>
          </p:cNvPr>
          <p:cNvSpPr txBox="1">
            <a:spLocks/>
          </p:cNvSpPr>
          <p:nvPr/>
        </p:nvSpPr>
        <p:spPr>
          <a:xfrm>
            <a:off x="7374213" y="2847753"/>
            <a:ext cx="187003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Simplify everything</a:t>
            </a:r>
          </a:p>
        </p:txBody>
      </p:sp>
      <p:sp>
        <p:nvSpPr>
          <p:cNvPr id="102" name="Text Placeholder 82">
            <a:extLst>
              <a:ext uri="{FF2B5EF4-FFF2-40B4-BE49-F238E27FC236}">
                <a16:creationId xmlns:a16="http://schemas.microsoft.com/office/drawing/2014/main" id="{C7DBB563-79B0-9515-F7BA-D0506C1138CB}"/>
              </a:ext>
            </a:extLst>
          </p:cNvPr>
          <p:cNvSpPr txBox="1">
            <a:spLocks/>
          </p:cNvSpPr>
          <p:nvPr/>
        </p:nvSpPr>
        <p:spPr>
          <a:xfrm>
            <a:off x="9578933" y="2847753"/>
            <a:ext cx="1870038" cy="8301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kern="1200" spc="0" baseline="0">
                <a:solidFill>
                  <a:schemeClr val="tx1"/>
                </a:solidFill>
                <a:latin typeface="+mn-lt"/>
                <a:ea typeface="Avenir Next" panose="020B0503020202020204" pitchFamily="34" charset="0"/>
                <a:cs typeface="Avenir Next" panose="020B0503020202020204" pitchFamily="34" charset="0"/>
              </a:defRPr>
            </a:lvl1pPr>
            <a:lvl2pPr marL="115888" indent="-115888"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2pPr>
            <a:lvl3pPr marL="401638" indent="-158750" algn="l" defTabSz="914400" rtl="0" eaLnBrk="1" latinLnBrk="0" hangingPunct="1">
              <a:lnSpc>
                <a:spcPct val="90000"/>
              </a:lnSpc>
              <a:spcBef>
                <a:spcPts val="500"/>
              </a:spcBef>
              <a:buFont typeface="Arial"/>
              <a:buChar char="•"/>
              <a:tabLst/>
              <a:defRPr sz="1400" b="0" i="0" kern="1200">
                <a:solidFill>
                  <a:schemeClr val="tx1"/>
                </a:solidFill>
                <a:latin typeface="+mn-lt"/>
                <a:ea typeface="Avenir Next" panose="020B0503020202020204" pitchFamily="34" charset="0"/>
                <a:cs typeface="Avenir Next" panose="020B0503020202020204" pitchFamily="34"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Modernize everything</a:t>
            </a:r>
          </a:p>
        </p:txBody>
      </p:sp>
      <p:sp>
        <p:nvSpPr>
          <p:cNvPr id="2" name="Slide Number Placeholder 1">
            <a:extLst>
              <a:ext uri="{FF2B5EF4-FFF2-40B4-BE49-F238E27FC236}">
                <a16:creationId xmlns:a16="http://schemas.microsoft.com/office/drawing/2014/main" id="{9A76A3F7-A341-4676-9EDF-8243A7B4AFA8}"/>
              </a:ext>
            </a:extLst>
          </p:cNvPr>
          <p:cNvSpPr>
            <a:spLocks noGrp="1"/>
          </p:cNvSpPr>
          <p:nvPr>
            <p:ph type="sldNum" sz="quarter" idx="4"/>
          </p:nvPr>
        </p:nvSpPr>
        <p:spPr/>
        <p:txBody>
          <a:bodyPr/>
          <a:lstStyle/>
          <a:p>
            <a:fld id="{7196636F-A64E-6C4D-AE26-50A84E19B9C9}" type="slidenum">
              <a:rPr lang="en-US" smtClean="0"/>
              <a:pPr/>
              <a:t>22</a:t>
            </a:fld>
            <a:endParaRPr lang="en-US" dirty="0"/>
          </a:p>
        </p:txBody>
      </p:sp>
    </p:spTree>
    <p:extLst>
      <p:ext uri="{BB962C8B-B14F-4D97-AF65-F5344CB8AC3E}">
        <p14:creationId xmlns:p14="http://schemas.microsoft.com/office/powerpoint/2010/main" val="3968041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 Placeholder 78">
            <a:extLst>
              <a:ext uri="{FF2B5EF4-FFF2-40B4-BE49-F238E27FC236}">
                <a16:creationId xmlns:a16="http://schemas.microsoft.com/office/drawing/2014/main" id="{CCE2E653-C8D2-784E-A510-062A74C7A6D8}"/>
              </a:ext>
            </a:extLst>
          </p:cNvPr>
          <p:cNvSpPr>
            <a:spLocks noGrp="1"/>
          </p:cNvSpPr>
          <p:nvPr>
            <p:ph type="body" sz="quarter" idx="34"/>
          </p:nvPr>
        </p:nvSpPr>
        <p:spPr>
          <a:xfrm>
            <a:off x="8484139" y="3878838"/>
            <a:ext cx="3177593" cy="2376445"/>
          </a:xfrm>
          <a:effectLst>
            <a:outerShdw blurRad="190500" sx="102000" sy="102000" algn="ctr" rotWithShape="0">
              <a:prstClr val="black">
                <a:alpha val="10000"/>
              </a:prstClr>
            </a:outerShdw>
          </a:effectLst>
        </p:spPr>
        <p:txBody>
          <a:bodyPr/>
          <a:lstStyle/>
          <a:p>
            <a:r>
              <a:rPr lang="en-US" dirty="0"/>
              <a:t>Highlighted Statement. Lorem ipsum dolor sit </a:t>
            </a:r>
            <a:br>
              <a:rPr lang="en-US" dirty="0"/>
            </a:b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33" name="Text Placeholder 32">
            <a:extLst>
              <a:ext uri="{FF2B5EF4-FFF2-40B4-BE49-F238E27FC236}">
                <a16:creationId xmlns:a16="http://schemas.microsoft.com/office/drawing/2014/main" id="{90B12B92-CA3D-7840-8B25-53AB6D7E17B0}"/>
              </a:ext>
            </a:extLst>
          </p:cNvPr>
          <p:cNvSpPr>
            <a:spLocks noGrp="1"/>
          </p:cNvSpPr>
          <p:nvPr>
            <p:ph type="body" sz="quarter" idx="19"/>
          </p:nvPr>
        </p:nvSpPr>
        <p:spPr/>
        <p:txBody>
          <a:bodyPr/>
          <a:lstStyle/>
          <a:p>
            <a:r>
              <a:rPr lang="en-US" dirty="0"/>
              <a:t>Title</a:t>
            </a:r>
          </a:p>
        </p:txBody>
      </p:sp>
      <p:sp>
        <p:nvSpPr>
          <p:cNvPr id="32" name="Text Placeholder 31">
            <a:extLst>
              <a:ext uri="{FF2B5EF4-FFF2-40B4-BE49-F238E27FC236}">
                <a16:creationId xmlns:a16="http://schemas.microsoft.com/office/drawing/2014/main" id="{EBE68FCD-9902-2D4D-9F58-EDD01668C3E2}"/>
              </a:ext>
            </a:extLst>
          </p:cNvPr>
          <p:cNvSpPr>
            <a:spLocks noGrp="1"/>
          </p:cNvSpPr>
          <p:nvPr>
            <p:ph type="body" sz="quarter" idx="18"/>
          </p:nvPr>
        </p:nvSpPr>
        <p:spPr/>
        <p:txBody>
          <a:bodyPr/>
          <a:lstStyle/>
          <a:p>
            <a:r>
              <a:rPr lang="en-US" dirty="0"/>
              <a:t>Title</a:t>
            </a:r>
          </a:p>
        </p:txBody>
      </p:sp>
      <p:sp>
        <p:nvSpPr>
          <p:cNvPr id="31" name="Text Placeholder 30">
            <a:extLst>
              <a:ext uri="{FF2B5EF4-FFF2-40B4-BE49-F238E27FC236}">
                <a16:creationId xmlns:a16="http://schemas.microsoft.com/office/drawing/2014/main" id="{4FB6AA9C-5B7A-F743-89F7-3AF316D7C3C4}"/>
              </a:ext>
            </a:extLst>
          </p:cNvPr>
          <p:cNvSpPr>
            <a:spLocks noGrp="1"/>
          </p:cNvSpPr>
          <p:nvPr>
            <p:ph type="body" sz="quarter" idx="16"/>
          </p:nvPr>
        </p:nvSpPr>
        <p:spPr/>
        <p:txBody>
          <a:bodyPr/>
          <a:lstStyle/>
          <a:p>
            <a:r>
              <a:rPr lang="en-US" dirty="0"/>
              <a:t>Title</a:t>
            </a:r>
          </a:p>
        </p:txBody>
      </p:sp>
      <p:sp>
        <p:nvSpPr>
          <p:cNvPr id="34" name="Text Placeholder 33">
            <a:extLst>
              <a:ext uri="{FF2B5EF4-FFF2-40B4-BE49-F238E27FC236}">
                <a16:creationId xmlns:a16="http://schemas.microsoft.com/office/drawing/2014/main" id="{B26F9CE6-3358-C640-8E6E-F45825B9C8CB}"/>
              </a:ext>
            </a:extLst>
          </p:cNvPr>
          <p:cNvSpPr>
            <a:spLocks noGrp="1"/>
          </p:cNvSpPr>
          <p:nvPr>
            <p:ph type="body" sz="quarter" idx="20"/>
          </p:nvPr>
        </p:nvSpPr>
        <p:spPr/>
        <p:txBody>
          <a:bodyPr/>
          <a:lstStyle/>
          <a:p>
            <a:r>
              <a:rPr lang="en-US" dirty="0"/>
              <a:t>Header</a:t>
            </a:r>
          </a:p>
        </p:txBody>
      </p:sp>
      <p:sp>
        <p:nvSpPr>
          <p:cNvPr id="35" name="Text Placeholder 34">
            <a:extLst>
              <a:ext uri="{FF2B5EF4-FFF2-40B4-BE49-F238E27FC236}">
                <a16:creationId xmlns:a16="http://schemas.microsoft.com/office/drawing/2014/main" id="{E0B1AD43-BAD0-9849-AC86-B4C87DD507E0}"/>
              </a:ext>
            </a:extLst>
          </p:cNvPr>
          <p:cNvSpPr>
            <a:spLocks noGrp="1"/>
          </p:cNvSpPr>
          <p:nvPr>
            <p:ph type="body" sz="quarter" idx="22"/>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75" name="Text Placeholder 74">
            <a:extLst>
              <a:ext uri="{FF2B5EF4-FFF2-40B4-BE49-F238E27FC236}">
                <a16:creationId xmlns:a16="http://schemas.microsoft.com/office/drawing/2014/main" id="{516E64CF-236A-C441-B365-812C90131DA7}"/>
              </a:ext>
            </a:extLst>
          </p:cNvPr>
          <p:cNvSpPr>
            <a:spLocks noGrp="1"/>
          </p:cNvSpPr>
          <p:nvPr>
            <p:ph type="body" sz="quarter" idx="23"/>
          </p:nvPr>
        </p:nvSpPr>
        <p:spPr/>
        <p:txBody>
          <a:bodyPr/>
          <a:lstStyle/>
          <a:p>
            <a:r>
              <a:rPr lang="en-US" dirty="0"/>
              <a:t>Header</a:t>
            </a:r>
          </a:p>
        </p:txBody>
      </p:sp>
      <p:sp>
        <p:nvSpPr>
          <p:cNvPr id="76" name="Text Placeholder 75">
            <a:extLst>
              <a:ext uri="{FF2B5EF4-FFF2-40B4-BE49-F238E27FC236}">
                <a16:creationId xmlns:a16="http://schemas.microsoft.com/office/drawing/2014/main" id="{92BCDE13-BDB4-6B43-840B-4D9E83C26429}"/>
              </a:ext>
            </a:extLst>
          </p:cNvPr>
          <p:cNvSpPr>
            <a:spLocks noGrp="1"/>
          </p:cNvSpPr>
          <p:nvPr>
            <p:ph type="body" sz="quarter" idx="24"/>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8" name="Text Placeholder 37">
            <a:extLst>
              <a:ext uri="{FF2B5EF4-FFF2-40B4-BE49-F238E27FC236}">
                <a16:creationId xmlns:a16="http://schemas.microsoft.com/office/drawing/2014/main" id="{000053E5-B552-8947-9F26-6E5B457BD3CC}"/>
              </a:ext>
            </a:extLst>
          </p:cNvPr>
          <p:cNvSpPr>
            <a:spLocks noGrp="1"/>
          </p:cNvSpPr>
          <p:nvPr>
            <p:ph type="body" sz="quarter" idx="25"/>
          </p:nvPr>
        </p:nvSpPr>
        <p:spPr/>
        <p:txBody>
          <a:bodyPr/>
          <a:lstStyle/>
          <a:p>
            <a:r>
              <a:rPr lang="en-US" dirty="0"/>
              <a:t>Header</a:t>
            </a:r>
          </a:p>
        </p:txBody>
      </p:sp>
      <p:sp>
        <p:nvSpPr>
          <p:cNvPr id="39" name="Text Placeholder 38">
            <a:extLst>
              <a:ext uri="{FF2B5EF4-FFF2-40B4-BE49-F238E27FC236}">
                <a16:creationId xmlns:a16="http://schemas.microsoft.com/office/drawing/2014/main" id="{1A0BECED-67E5-7540-A58D-FB82E478AE57}"/>
              </a:ext>
            </a:extLst>
          </p:cNvPr>
          <p:cNvSpPr>
            <a:spLocks noGrp="1"/>
          </p:cNvSpPr>
          <p:nvPr>
            <p:ph type="body" sz="quarter" idx="26"/>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endParaRPr lang="en-US" dirty="0"/>
          </a:p>
        </p:txBody>
      </p:sp>
      <p:sp>
        <p:nvSpPr>
          <p:cNvPr id="77" name="Text Placeholder 76">
            <a:extLst>
              <a:ext uri="{FF2B5EF4-FFF2-40B4-BE49-F238E27FC236}">
                <a16:creationId xmlns:a16="http://schemas.microsoft.com/office/drawing/2014/main" id="{58E2ECDF-C394-CB4F-A721-A9DEE87E003D}"/>
              </a:ext>
            </a:extLst>
          </p:cNvPr>
          <p:cNvSpPr>
            <a:spLocks noGrp="1"/>
          </p:cNvSpPr>
          <p:nvPr>
            <p:ph type="body" sz="quarter" idx="27"/>
          </p:nvPr>
        </p:nvSpPr>
        <p:spPr/>
        <p:txBody>
          <a:bodyPr/>
          <a:lstStyle/>
          <a:p>
            <a:r>
              <a:rPr lang="en-US" dirty="0"/>
              <a:t>Header</a:t>
            </a:r>
          </a:p>
        </p:txBody>
      </p:sp>
      <p:sp>
        <p:nvSpPr>
          <p:cNvPr id="78" name="Text Placeholder 77">
            <a:extLst>
              <a:ext uri="{FF2B5EF4-FFF2-40B4-BE49-F238E27FC236}">
                <a16:creationId xmlns:a16="http://schemas.microsoft.com/office/drawing/2014/main" id="{A4F85DAD-283D-CD4B-BE3A-40C7B4E8E8DE}"/>
              </a:ext>
            </a:extLst>
          </p:cNvPr>
          <p:cNvSpPr>
            <a:spLocks noGrp="1"/>
          </p:cNvSpPr>
          <p:nvPr>
            <p:ph type="body" sz="quarter" idx="28"/>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58" name="Text Placeholder 57">
            <a:extLst>
              <a:ext uri="{FF2B5EF4-FFF2-40B4-BE49-F238E27FC236}">
                <a16:creationId xmlns:a16="http://schemas.microsoft.com/office/drawing/2014/main" id="{6A6CA20E-7F0B-1046-BEDC-D5FDBE45ABFA}"/>
              </a:ext>
            </a:extLst>
          </p:cNvPr>
          <p:cNvSpPr>
            <a:spLocks noGrp="1"/>
          </p:cNvSpPr>
          <p:nvPr>
            <p:ph type="body" sz="quarter" idx="29"/>
          </p:nvPr>
        </p:nvSpPr>
        <p:spPr/>
        <p:txBody>
          <a:bodyPr/>
          <a:lstStyle/>
          <a:p>
            <a:r>
              <a:rPr lang="en-US" dirty="0"/>
              <a:t>Header</a:t>
            </a:r>
          </a:p>
        </p:txBody>
      </p:sp>
      <p:sp>
        <p:nvSpPr>
          <p:cNvPr id="59" name="Text Placeholder 58">
            <a:extLst>
              <a:ext uri="{FF2B5EF4-FFF2-40B4-BE49-F238E27FC236}">
                <a16:creationId xmlns:a16="http://schemas.microsoft.com/office/drawing/2014/main" id="{E477BB8D-A268-9748-92E1-615C3718B162}"/>
              </a:ext>
            </a:extLst>
          </p:cNvPr>
          <p:cNvSpPr>
            <a:spLocks noGrp="1"/>
          </p:cNvSpPr>
          <p:nvPr>
            <p:ph type="body" sz="quarter" idx="30"/>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60" name="Text Placeholder 59">
            <a:extLst>
              <a:ext uri="{FF2B5EF4-FFF2-40B4-BE49-F238E27FC236}">
                <a16:creationId xmlns:a16="http://schemas.microsoft.com/office/drawing/2014/main" id="{FD409EA6-55E7-6D4F-B737-96610CA417D7}"/>
              </a:ext>
            </a:extLst>
          </p:cNvPr>
          <p:cNvSpPr>
            <a:spLocks noGrp="1"/>
          </p:cNvSpPr>
          <p:nvPr>
            <p:ph type="body" sz="quarter" idx="32"/>
          </p:nvPr>
        </p:nvSpPr>
        <p:spPr/>
        <p:txBody>
          <a:bodyPr/>
          <a:lstStyle/>
          <a:p>
            <a:r>
              <a:rPr lang="en-US" dirty="0"/>
              <a:t>Header</a:t>
            </a:r>
          </a:p>
        </p:txBody>
      </p:sp>
      <p:sp>
        <p:nvSpPr>
          <p:cNvPr id="61" name="Text Placeholder 60">
            <a:extLst>
              <a:ext uri="{FF2B5EF4-FFF2-40B4-BE49-F238E27FC236}">
                <a16:creationId xmlns:a16="http://schemas.microsoft.com/office/drawing/2014/main" id="{FF492993-F132-A944-88A5-CA17631EF45E}"/>
              </a:ext>
            </a:extLst>
          </p:cNvPr>
          <p:cNvSpPr>
            <a:spLocks noGrp="1"/>
          </p:cNvSpPr>
          <p:nvPr>
            <p:ph type="body" sz="quarter" idx="33"/>
          </p:nvPr>
        </p:nvSpPr>
        <p:spPr/>
        <p:txBody>
          <a:bodyPr/>
          <a:lstStyle/>
          <a:p>
            <a:r>
              <a:rPr lang="en-US" dirty="0"/>
              <a:t>Body copy.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19" name="Text Placeholder 18">
            <a:extLst>
              <a:ext uri="{FF2B5EF4-FFF2-40B4-BE49-F238E27FC236}">
                <a16:creationId xmlns:a16="http://schemas.microsoft.com/office/drawing/2014/main" id="{F5A79CDD-8483-E90E-2D4F-EFEF0AD9730C}"/>
              </a:ext>
            </a:extLst>
          </p:cNvPr>
          <p:cNvSpPr>
            <a:spLocks noGrp="1"/>
          </p:cNvSpPr>
          <p:nvPr>
            <p:ph type="body" sz="quarter" idx="13"/>
          </p:nvPr>
        </p:nvSpPr>
        <p:spPr/>
        <p:txBody>
          <a:bodyPr/>
          <a:lstStyle/>
          <a:p>
            <a:r>
              <a:rPr lang="en-US" dirty="0"/>
              <a:t>Section name</a:t>
            </a:r>
          </a:p>
        </p:txBody>
      </p:sp>
      <p:sp>
        <p:nvSpPr>
          <p:cNvPr id="2" name="Slide Number Placeholder 1">
            <a:extLst>
              <a:ext uri="{FF2B5EF4-FFF2-40B4-BE49-F238E27FC236}">
                <a16:creationId xmlns:a16="http://schemas.microsoft.com/office/drawing/2014/main" id="{858D3413-D28C-4307-8C9F-1DD7CC71087C}"/>
              </a:ext>
            </a:extLst>
          </p:cNvPr>
          <p:cNvSpPr>
            <a:spLocks noGrp="1"/>
          </p:cNvSpPr>
          <p:nvPr>
            <p:ph type="sldNum" sz="quarter" idx="4"/>
          </p:nvPr>
        </p:nvSpPr>
        <p:spPr/>
        <p:txBody>
          <a:bodyPr/>
          <a:lstStyle/>
          <a:p>
            <a:fld id="{7196636F-A64E-6C4D-AE26-50A84E19B9C9}" type="slidenum">
              <a:rPr lang="en-US" smtClean="0"/>
              <a:pPr/>
              <a:t>23</a:t>
            </a:fld>
            <a:endParaRPr lang="en-US" dirty="0"/>
          </a:p>
        </p:txBody>
      </p:sp>
    </p:spTree>
    <p:extLst>
      <p:ext uri="{BB962C8B-B14F-4D97-AF65-F5344CB8AC3E}">
        <p14:creationId xmlns:p14="http://schemas.microsoft.com/office/powerpoint/2010/main" val="3537354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13">
            <a:extLst>
              <a:ext uri="{FF2B5EF4-FFF2-40B4-BE49-F238E27FC236}">
                <a16:creationId xmlns:a16="http://schemas.microsoft.com/office/drawing/2014/main" id="{F593A000-28CA-4C79-F958-8928460BCC78}"/>
              </a:ext>
            </a:extLst>
          </p:cNvPr>
          <p:cNvPicPr>
            <a:picLocks noGrp="1" noChangeAspect="1"/>
          </p:cNvPicPr>
          <p:nvPr>
            <p:ph type="pic" sz="quarter" idx="18"/>
          </p:nvPr>
        </p:nvPicPr>
        <p:blipFill rotWithShape="1">
          <a:blip r:embed="rId2"/>
          <a:srcRect t="17922" b="2932"/>
          <a:stretch/>
        </p:blipFill>
        <p:spPr>
          <a:xfrm>
            <a:off x="1" y="1447800"/>
            <a:ext cx="12192000" cy="5410200"/>
          </a:xfrm>
        </p:spPr>
      </p:pic>
      <p:sp>
        <p:nvSpPr>
          <p:cNvPr id="3" name="Title 2">
            <a:extLst>
              <a:ext uri="{FF2B5EF4-FFF2-40B4-BE49-F238E27FC236}">
                <a16:creationId xmlns:a16="http://schemas.microsoft.com/office/drawing/2014/main" id="{77F8BC51-6A0B-D848-A6FC-C455D3A0D363}"/>
              </a:ext>
            </a:extLst>
          </p:cNvPr>
          <p:cNvSpPr>
            <a:spLocks noGrp="1"/>
          </p:cNvSpPr>
          <p:nvPr>
            <p:ph type="title"/>
          </p:nvPr>
        </p:nvSpPr>
        <p:spPr/>
        <p:txBody>
          <a:bodyPr/>
          <a:lstStyle/>
          <a:p>
            <a:r>
              <a:rPr lang="en-US" dirty="0"/>
              <a:t>Creative Presentation Page</a:t>
            </a:r>
          </a:p>
        </p:txBody>
      </p:sp>
      <p:sp>
        <p:nvSpPr>
          <p:cNvPr id="12" name="Text Placeholder 31">
            <a:extLst>
              <a:ext uri="{FF2B5EF4-FFF2-40B4-BE49-F238E27FC236}">
                <a16:creationId xmlns:a16="http://schemas.microsoft.com/office/drawing/2014/main" id="{3C1DA9CA-596C-1844-B356-659C9CE12C01}"/>
              </a:ext>
            </a:extLst>
          </p:cNvPr>
          <p:cNvSpPr>
            <a:spLocks noGrp="1"/>
          </p:cNvSpPr>
          <p:nvPr>
            <p:ph type="body" sz="quarter" idx="13"/>
          </p:nvPr>
        </p:nvSpPr>
        <p:spPr/>
        <p:txBody>
          <a:bodyPr/>
          <a:lstStyle/>
          <a:p>
            <a:r>
              <a:rPr lang="en-US" dirty="0"/>
              <a:t>Section Name</a:t>
            </a:r>
          </a:p>
        </p:txBody>
      </p:sp>
      <p:sp>
        <p:nvSpPr>
          <p:cNvPr id="4" name="TextBox 3">
            <a:extLst>
              <a:ext uri="{FF2B5EF4-FFF2-40B4-BE49-F238E27FC236}">
                <a16:creationId xmlns:a16="http://schemas.microsoft.com/office/drawing/2014/main" id="{52BC0C2E-F042-6FE4-FB9A-25B157DA958E}"/>
              </a:ext>
            </a:extLst>
          </p:cNvPr>
          <p:cNvSpPr txBox="1"/>
          <p:nvPr/>
        </p:nvSpPr>
        <p:spPr>
          <a:xfrm>
            <a:off x="3399306" y="3640560"/>
            <a:ext cx="5585668" cy="1138773"/>
          </a:xfrm>
          <a:prstGeom prst="rect">
            <a:avLst/>
          </a:prstGeom>
          <a:effectLst>
            <a:outerShdw blurRad="110660" dist="38100" dir="2700000" algn="tl" rotWithShape="0">
              <a:prstClr val="black">
                <a:alpha val="40000"/>
              </a:prstClr>
            </a:outerShdw>
          </a:effectLst>
        </p:spPr>
        <p:txBody>
          <a:bodyPr vert="horz" wrap="square" lIns="91440" tIns="45720" rIns="91440" bIns="45720" rtlCol="0">
            <a:spAutoFit/>
          </a:bodyPr>
          <a:lstStyle/>
          <a:p>
            <a:pPr algn="ctr"/>
            <a:r>
              <a:rPr lang="en-US" sz="2800" spc="40" dirty="0">
                <a:solidFill>
                  <a:schemeClr val="bg1">
                    <a:alpha val="50000"/>
                  </a:schemeClr>
                </a:solidFill>
                <a:latin typeface="Avenir Next Medium" panose="020B0503020202020204" pitchFamily="34" charset="0"/>
              </a:rPr>
              <a:t>Placeholder Image</a:t>
            </a:r>
            <a:br>
              <a:rPr lang="en-US" sz="2000" spc="40" dirty="0">
                <a:solidFill>
                  <a:schemeClr val="bg1">
                    <a:alpha val="50000"/>
                  </a:schemeClr>
                </a:solidFill>
                <a:latin typeface="Avenir Next Medium" panose="020B0503020202020204" pitchFamily="34" charset="0"/>
              </a:rPr>
            </a:br>
            <a:r>
              <a:rPr lang="en-US" sz="2000" spc="40" dirty="0">
                <a:solidFill>
                  <a:schemeClr val="bg1">
                    <a:alpha val="50000"/>
                  </a:schemeClr>
                </a:solidFill>
                <a:latin typeface="Avenir Next Medium" panose="020B0503020202020204" pitchFamily="34" charset="0"/>
              </a:rPr>
              <a:t>Delete image and replace with </a:t>
            </a:r>
            <a:br>
              <a:rPr lang="en-US" sz="2000" spc="40" dirty="0">
                <a:solidFill>
                  <a:schemeClr val="bg1">
                    <a:alpha val="50000"/>
                  </a:schemeClr>
                </a:solidFill>
                <a:latin typeface="Avenir Next Medium" panose="020B0503020202020204" pitchFamily="34" charset="0"/>
              </a:rPr>
            </a:br>
            <a:r>
              <a:rPr lang="en-US" sz="2000" spc="40" dirty="0">
                <a:solidFill>
                  <a:schemeClr val="bg1">
                    <a:alpha val="50000"/>
                  </a:schemeClr>
                </a:solidFill>
                <a:latin typeface="Avenir Next Medium" panose="020B0503020202020204" pitchFamily="34" charset="0"/>
              </a:rPr>
              <a:t>properly rights managed images</a:t>
            </a:r>
          </a:p>
        </p:txBody>
      </p:sp>
      <p:sp>
        <p:nvSpPr>
          <p:cNvPr id="2" name="Slide Number Placeholder 1">
            <a:extLst>
              <a:ext uri="{FF2B5EF4-FFF2-40B4-BE49-F238E27FC236}">
                <a16:creationId xmlns:a16="http://schemas.microsoft.com/office/drawing/2014/main" id="{A2CD003F-48FA-4B24-AA6B-5DFC5A1A5483}"/>
              </a:ext>
            </a:extLst>
          </p:cNvPr>
          <p:cNvSpPr>
            <a:spLocks noGrp="1"/>
          </p:cNvSpPr>
          <p:nvPr>
            <p:ph type="sldNum" sz="quarter" idx="4"/>
          </p:nvPr>
        </p:nvSpPr>
        <p:spPr/>
        <p:txBody>
          <a:bodyPr/>
          <a:lstStyle/>
          <a:p>
            <a:fld id="{7196636F-A64E-6C4D-AE26-50A84E19B9C9}" type="slidenum">
              <a:rPr lang="en-US" smtClean="0"/>
              <a:pPr/>
              <a:t>24</a:t>
            </a:fld>
            <a:endParaRPr lang="en-US" dirty="0"/>
          </a:p>
        </p:txBody>
      </p:sp>
    </p:spTree>
    <p:extLst>
      <p:ext uri="{BB962C8B-B14F-4D97-AF65-F5344CB8AC3E}">
        <p14:creationId xmlns:p14="http://schemas.microsoft.com/office/powerpoint/2010/main" val="1598621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13">
            <a:extLst>
              <a:ext uri="{FF2B5EF4-FFF2-40B4-BE49-F238E27FC236}">
                <a16:creationId xmlns:a16="http://schemas.microsoft.com/office/drawing/2014/main" id="{4A34AE84-A792-47D6-9485-BD50F593CA7F}"/>
              </a:ext>
            </a:extLst>
          </p:cNvPr>
          <p:cNvPicPr>
            <a:picLocks noGrp="1" noChangeAspect="1"/>
          </p:cNvPicPr>
          <p:nvPr>
            <p:ph type="pic" sz="quarter" idx="18"/>
          </p:nvPr>
        </p:nvPicPr>
        <p:blipFill rotWithShape="1">
          <a:blip r:embed="rId2"/>
          <a:srcRect l="35788" t="22857" r="12931"/>
          <a:stretch/>
        </p:blipFill>
        <p:spPr>
          <a:xfrm>
            <a:off x="4060825" y="0"/>
            <a:ext cx="8131175" cy="6858000"/>
          </a:xfrm>
        </p:spPr>
      </p:pic>
      <p:sp>
        <p:nvSpPr>
          <p:cNvPr id="29" name="Title 28">
            <a:extLst>
              <a:ext uri="{FF2B5EF4-FFF2-40B4-BE49-F238E27FC236}">
                <a16:creationId xmlns:a16="http://schemas.microsoft.com/office/drawing/2014/main" id="{9CA89A0E-BE36-338A-5C03-34775832ADBF}"/>
              </a:ext>
            </a:extLst>
          </p:cNvPr>
          <p:cNvSpPr>
            <a:spLocks noGrp="1"/>
          </p:cNvSpPr>
          <p:nvPr>
            <p:ph type="title"/>
          </p:nvPr>
        </p:nvSpPr>
        <p:spPr>
          <a:xfrm>
            <a:off x="374904" y="502920"/>
            <a:ext cx="3555111" cy="1005840"/>
          </a:xfrm>
        </p:spPr>
        <p:txBody>
          <a:bodyPr/>
          <a:lstStyle/>
          <a:p>
            <a:r>
              <a:rPr lang="en-US" dirty="0"/>
              <a:t>Creative </a:t>
            </a:r>
            <a:br>
              <a:rPr lang="en-US" dirty="0"/>
            </a:br>
            <a:r>
              <a:rPr lang="en-US" dirty="0"/>
              <a:t>Presentation </a:t>
            </a:r>
            <a:br>
              <a:rPr lang="en-US" dirty="0"/>
            </a:br>
            <a:r>
              <a:rPr lang="en-US" dirty="0"/>
              <a:t>Page</a:t>
            </a:r>
          </a:p>
        </p:txBody>
      </p:sp>
      <p:sp>
        <p:nvSpPr>
          <p:cNvPr id="7" name="Text Placeholder 31">
            <a:extLst>
              <a:ext uri="{FF2B5EF4-FFF2-40B4-BE49-F238E27FC236}">
                <a16:creationId xmlns:a16="http://schemas.microsoft.com/office/drawing/2014/main" id="{FBA5092A-48BA-3446-846C-A230C5EA105E}"/>
              </a:ext>
            </a:extLst>
          </p:cNvPr>
          <p:cNvSpPr>
            <a:spLocks noGrp="1"/>
          </p:cNvSpPr>
          <p:nvPr>
            <p:ph type="body" sz="quarter" idx="13"/>
          </p:nvPr>
        </p:nvSpPr>
        <p:spPr/>
        <p:txBody>
          <a:bodyPr/>
          <a:lstStyle/>
          <a:p>
            <a:r>
              <a:rPr lang="en-US" dirty="0"/>
              <a:t>Section Name</a:t>
            </a:r>
          </a:p>
        </p:txBody>
      </p:sp>
      <p:sp>
        <p:nvSpPr>
          <p:cNvPr id="5" name="TextBox 4">
            <a:extLst>
              <a:ext uri="{FF2B5EF4-FFF2-40B4-BE49-F238E27FC236}">
                <a16:creationId xmlns:a16="http://schemas.microsoft.com/office/drawing/2014/main" id="{38EC46B0-49AC-8091-0979-3ACBBBABA3B4}"/>
              </a:ext>
            </a:extLst>
          </p:cNvPr>
          <p:cNvSpPr txBox="1"/>
          <p:nvPr/>
        </p:nvSpPr>
        <p:spPr>
          <a:xfrm>
            <a:off x="5503379" y="2519846"/>
            <a:ext cx="5071856" cy="1138773"/>
          </a:xfrm>
          <a:prstGeom prst="rect">
            <a:avLst/>
          </a:prstGeom>
          <a:effectLst>
            <a:outerShdw blurRad="110660" dist="38100" dir="2700000" algn="tl" rotWithShape="0">
              <a:prstClr val="black">
                <a:alpha val="40000"/>
              </a:prstClr>
            </a:outerShdw>
          </a:effectLst>
        </p:spPr>
        <p:txBody>
          <a:bodyPr vert="horz" wrap="square" lIns="91440" tIns="45720" rIns="91440" bIns="45720" rtlCol="0">
            <a:spAutoFit/>
          </a:bodyPr>
          <a:lstStyle/>
          <a:p>
            <a:pPr algn="ctr"/>
            <a:r>
              <a:rPr lang="en-US" sz="2800" spc="40" dirty="0">
                <a:solidFill>
                  <a:schemeClr val="bg1">
                    <a:alpha val="50000"/>
                  </a:schemeClr>
                </a:solidFill>
                <a:latin typeface="Avenir Next Medium" panose="020B0503020202020204" pitchFamily="34" charset="0"/>
              </a:rPr>
              <a:t>Placeholder Image</a:t>
            </a:r>
            <a:br>
              <a:rPr lang="en-US" sz="2000" spc="40" dirty="0">
                <a:solidFill>
                  <a:schemeClr val="bg1">
                    <a:alpha val="50000"/>
                  </a:schemeClr>
                </a:solidFill>
                <a:latin typeface="Avenir Next Medium" panose="020B0503020202020204" pitchFamily="34" charset="0"/>
              </a:rPr>
            </a:br>
            <a:r>
              <a:rPr lang="en-US" sz="2000" spc="40" dirty="0">
                <a:solidFill>
                  <a:schemeClr val="bg1">
                    <a:alpha val="50000"/>
                  </a:schemeClr>
                </a:solidFill>
                <a:latin typeface="Avenir Next Medium" panose="020B0503020202020204" pitchFamily="34" charset="0"/>
              </a:rPr>
              <a:t>Delete image and replace with </a:t>
            </a:r>
            <a:br>
              <a:rPr lang="en-US" sz="2000" spc="40" dirty="0">
                <a:solidFill>
                  <a:schemeClr val="bg1">
                    <a:alpha val="50000"/>
                  </a:schemeClr>
                </a:solidFill>
                <a:latin typeface="Avenir Next Medium" panose="020B0503020202020204" pitchFamily="34" charset="0"/>
              </a:rPr>
            </a:br>
            <a:r>
              <a:rPr lang="en-US" sz="2000" spc="40" dirty="0">
                <a:solidFill>
                  <a:schemeClr val="bg1">
                    <a:alpha val="50000"/>
                  </a:schemeClr>
                </a:solidFill>
                <a:latin typeface="Avenir Next Medium" panose="020B0503020202020204" pitchFamily="34" charset="0"/>
              </a:rPr>
              <a:t>properly rights managed images</a:t>
            </a:r>
          </a:p>
        </p:txBody>
      </p:sp>
      <p:sp>
        <p:nvSpPr>
          <p:cNvPr id="2" name="Slide Number Placeholder 1">
            <a:extLst>
              <a:ext uri="{FF2B5EF4-FFF2-40B4-BE49-F238E27FC236}">
                <a16:creationId xmlns:a16="http://schemas.microsoft.com/office/drawing/2014/main" id="{D25C74E2-1CC4-4D8D-8158-0707B96748CE}"/>
              </a:ext>
            </a:extLst>
          </p:cNvPr>
          <p:cNvSpPr>
            <a:spLocks noGrp="1"/>
          </p:cNvSpPr>
          <p:nvPr>
            <p:ph type="sldNum" sz="quarter" idx="4"/>
          </p:nvPr>
        </p:nvSpPr>
        <p:spPr/>
        <p:txBody>
          <a:bodyPr/>
          <a:lstStyle/>
          <a:p>
            <a:fld id="{7196636F-A64E-6C4D-AE26-50A84E19B9C9}" type="slidenum">
              <a:rPr lang="en-US" smtClean="0"/>
              <a:pPr/>
              <a:t>25</a:t>
            </a:fld>
            <a:endParaRPr lang="en-US" dirty="0"/>
          </a:p>
        </p:txBody>
      </p:sp>
    </p:spTree>
    <p:extLst>
      <p:ext uri="{BB962C8B-B14F-4D97-AF65-F5344CB8AC3E}">
        <p14:creationId xmlns:p14="http://schemas.microsoft.com/office/powerpoint/2010/main" val="3590200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13">
            <a:extLst>
              <a:ext uri="{FF2B5EF4-FFF2-40B4-BE49-F238E27FC236}">
                <a16:creationId xmlns:a16="http://schemas.microsoft.com/office/drawing/2014/main" id="{42F692DD-8100-887F-E536-5CD5FECE3919}"/>
              </a:ext>
            </a:extLst>
          </p:cNvPr>
          <p:cNvPicPr>
            <a:picLocks noGrp="1" noChangeAspect="1"/>
          </p:cNvPicPr>
          <p:nvPr>
            <p:ph type="pic" sz="quarter" idx="24"/>
          </p:nvPr>
        </p:nvPicPr>
        <p:blipFill rotWithShape="1">
          <a:blip r:embed="rId2"/>
          <a:srcRect l="16334" r="16334"/>
          <a:stretch/>
        </p:blipFill>
        <p:spPr/>
      </p:pic>
      <p:sp>
        <p:nvSpPr>
          <p:cNvPr id="2" name="Text Placeholder 1">
            <a:extLst>
              <a:ext uri="{FF2B5EF4-FFF2-40B4-BE49-F238E27FC236}">
                <a16:creationId xmlns:a16="http://schemas.microsoft.com/office/drawing/2014/main" id="{B3A6A6C4-7F88-864E-815B-0D5484BF3FB8}"/>
              </a:ext>
            </a:extLst>
          </p:cNvPr>
          <p:cNvSpPr>
            <a:spLocks noGrp="1"/>
          </p:cNvSpPr>
          <p:nvPr>
            <p:ph type="body" sz="quarter" idx="21"/>
          </p:nvPr>
        </p:nvSpPr>
        <p:spPr/>
        <p:txBody>
          <a:bodyPr/>
          <a:lstStyle/>
          <a:p>
            <a:r>
              <a:rPr lang="en-US" dirty="0"/>
              <a:t>XX</a:t>
            </a:r>
          </a:p>
        </p:txBody>
      </p:sp>
      <p:sp>
        <p:nvSpPr>
          <p:cNvPr id="3" name="Text Placeholder 2">
            <a:extLst>
              <a:ext uri="{FF2B5EF4-FFF2-40B4-BE49-F238E27FC236}">
                <a16:creationId xmlns:a16="http://schemas.microsoft.com/office/drawing/2014/main" id="{5861BAE8-68D0-054D-8DF0-E18D2DDA5A47}"/>
              </a:ext>
            </a:extLst>
          </p:cNvPr>
          <p:cNvSpPr>
            <a:spLocks noGrp="1"/>
          </p:cNvSpPr>
          <p:nvPr>
            <p:ph type="body" sz="quarter" idx="16"/>
          </p:nvPr>
        </p:nvSpPr>
        <p:spPr/>
        <p:txBody>
          <a:bodyPr/>
          <a:lstStyle/>
          <a:p>
            <a:r>
              <a:rPr lang="en-US" dirty="0"/>
              <a:t>This is a large data </a:t>
            </a:r>
            <a:br>
              <a:rPr lang="en-US" dirty="0"/>
            </a:br>
            <a:r>
              <a:rPr lang="en-US" dirty="0"/>
              <a:t>slide to call attention </a:t>
            </a:r>
            <a:br>
              <a:rPr lang="en-US" dirty="0"/>
            </a:br>
            <a:r>
              <a:rPr lang="en-US" dirty="0"/>
              <a:t>to an important </a:t>
            </a:r>
            <a:br>
              <a:rPr lang="en-US" dirty="0"/>
            </a:br>
            <a:r>
              <a:rPr lang="en-US" dirty="0"/>
              <a:t>data point.</a:t>
            </a:r>
          </a:p>
        </p:txBody>
      </p:sp>
      <p:sp>
        <p:nvSpPr>
          <p:cNvPr id="11" name="Text Placeholder 10">
            <a:extLst>
              <a:ext uri="{FF2B5EF4-FFF2-40B4-BE49-F238E27FC236}">
                <a16:creationId xmlns:a16="http://schemas.microsoft.com/office/drawing/2014/main" id="{6165973C-48CB-4FE0-0A29-228EED170AA3}"/>
              </a:ext>
            </a:extLst>
          </p:cNvPr>
          <p:cNvSpPr>
            <a:spLocks noGrp="1"/>
          </p:cNvSpPr>
          <p:nvPr>
            <p:ph type="body" sz="quarter" idx="13"/>
          </p:nvPr>
        </p:nvSpPr>
        <p:spPr/>
        <p:txBody>
          <a:bodyPr/>
          <a:lstStyle/>
          <a:p>
            <a:r>
              <a:rPr lang="en-US" dirty="0"/>
              <a:t>Section name</a:t>
            </a:r>
          </a:p>
        </p:txBody>
      </p:sp>
      <p:sp>
        <p:nvSpPr>
          <p:cNvPr id="4" name="TextBox 3">
            <a:extLst>
              <a:ext uri="{FF2B5EF4-FFF2-40B4-BE49-F238E27FC236}">
                <a16:creationId xmlns:a16="http://schemas.microsoft.com/office/drawing/2014/main" id="{D88FFA2F-9D12-AE84-F847-5F22D3F4B291}"/>
              </a:ext>
            </a:extLst>
          </p:cNvPr>
          <p:cNvSpPr txBox="1"/>
          <p:nvPr/>
        </p:nvSpPr>
        <p:spPr>
          <a:xfrm>
            <a:off x="5625548" y="2705725"/>
            <a:ext cx="5150160" cy="1138773"/>
          </a:xfrm>
          <a:prstGeom prst="rect">
            <a:avLst/>
          </a:prstGeom>
          <a:effectLst>
            <a:outerShdw blurRad="110660" dist="38100" dir="2700000" algn="tl" rotWithShape="0">
              <a:prstClr val="black">
                <a:alpha val="40000"/>
              </a:prstClr>
            </a:outerShdw>
          </a:effectLst>
        </p:spPr>
        <p:txBody>
          <a:bodyPr vert="horz" wrap="square" lIns="91440" tIns="45720" rIns="91440" bIns="45720" rtlCol="0">
            <a:spAutoFit/>
          </a:bodyPr>
          <a:lstStyle/>
          <a:p>
            <a:pPr algn="ctr"/>
            <a:r>
              <a:rPr lang="en-US" sz="2800" spc="40" dirty="0">
                <a:solidFill>
                  <a:schemeClr val="bg1">
                    <a:alpha val="50000"/>
                  </a:schemeClr>
                </a:solidFill>
                <a:latin typeface="Avenir Next Medium" panose="020B0503020202020204" pitchFamily="34" charset="0"/>
              </a:rPr>
              <a:t>Placeholder Image</a:t>
            </a:r>
            <a:br>
              <a:rPr lang="en-US" sz="2000" spc="40" dirty="0">
                <a:solidFill>
                  <a:schemeClr val="bg1">
                    <a:alpha val="50000"/>
                  </a:schemeClr>
                </a:solidFill>
                <a:latin typeface="Avenir Next Medium" panose="020B0503020202020204" pitchFamily="34" charset="0"/>
              </a:rPr>
            </a:br>
            <a:r>
              <a:rPr lang="en-US" sz="2000" spc="40" dirty="0">
                <a:solidFill>
                  <a:schemeClr val="bg1">
                    <a:alpha val="50000"/>
                  </a:schemeClr>
                </a:solidFill>
                <a:latin typeface="Avenir Next Medium" panose="020B0503020202020204" pitchFamily="34" charset="0"/>
              </a:rPr>
              <a:t>Delete image and replace with </a:t>
            </a:r>
            <a:br>
              <a:rPr lang="en-US" sz="2000" spc="40" dirty="0">
                <a:solidFill>
                  <a:schemeClr val="bg1">
                    <a:alpha val="50000"/>
                  </a:schemeClr>
                </a:solidFill>
                <a:latin typeface="Avenir Next Medium" panose="020B0503020202020204" pitchFamily="34" charset="0"/>
              </a:rPr>
            </a:br>
            <a:r>
              <a:rPr lang="en-US" sz="2000" spc="40" dirty="0">
                <a:solidFill>
                  <a:schemeClr val="bg1">
                    <a:alpha val="50000"/>
                  </a:schemeClr>
                </a:solidFill>
                <a:latin typeface="Avenir Next Medium" panose="020B0503020202020204" pitchFamily="34" charset="0"/>
              </a:rPr>
              <a:t>properly rights managed images</a:t>
            </a:r>
          </a:p>
        </p:txBody>
      </p:sp>
      <p:sp>
        <p:nvSpPr>
          <p:cNvPr id="5" name="Slide Number Placeholder 4">
            <a:extLst>
              <a:ext uri="{FF2B5EF4-FFF2-40B4-BE49-F238E27FC236}">
                <a16:creationId xmlns:a16="http://schemas.microsoft.com/office/drawing/2014/main" id="{9CA50505-6313-4FFD-8F01-C24522645580}"/>
              </a:ext>
            </a:extLst>
          </p:cNvPr>
          <p:cNvSpPr>
            <a:spLocks noGrp="1"/>
          </p:cNvSpPr>
          <p:nvPr>
            <p:ph type="sldNum" sz="quarter" idx="4"/>
          </p:nvPr>
        </p:nvSpPr>
        <p:spPr/>
        <p:txBody>
          <a:bodyPr/>
          <a:lstStyle/>
          <a:p>
            <a:fld id="{7196636F-A64E-6C4D-AE26-50A84E19B9C9}" type="slidenum">
              <a:rPr lang="en-US" smtClean="0"/>
              <a:pPr/>
              <a:t>26</a:t>
            </a:fld>
            <a:endParaRPr lang="en-US" dirty="0"/>
          </a:p>
        </p:txBody>
      </p:sp>
    </p:spTree>
    <p:extLst>
      <p:ext uri="{BB962C8B-B14F-4D97-AF65-F5344CB8AC3E}">
        <p14:creationId xmlns:p14="http://schemas.microsoft.com/office/powerpoint/2010/main" val="2372581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1674856C-D4AE-E26F-E0FF-48C842481D7A}"/>
              </a:ext>
            </a:extLst>
          </p:cNvPr>
          <p:cNvSpPr>
            <a:spLocks noGrp="1"/>
          </p:cNvSpPr>
          <p:nvPr>
            <p:ph type="pic" sz="quarter" idx="18"/>
          </p:nvPr>
        </p:nvSpPr>
        <p:spPr/>
        <p:txBody>
          <a:bodyPr/>
          <a:lstStyle/>
          <a:p>
            <a:endParaRPr lang="en-US"/>
          </a:p>
        </p:txBody>
      </p:sp>
      <p:sp>
        <p:nvSpPr>
          <p:cNvPr id="24" name="Picture Placeholder 23">
            <a:extLst>
              <a:ext uri="{FF2B5EF4-FFF2-40B4-BE49-F238E27FC236}">
                <a16:creationId xmlns:a16="http://schemas.microsoft.com/office/drawing/2014/main" id="{ABEAC8D2-4A32-DE3A-EE57-9AC6CD951958}"/>
              </a:ext>
            </a:extLst>
          </p:cNvPr>
          <p:cNvSpPr>
            <a:spLocks noGrp="1"/>
          </p:cNvSpPr>
          <p:nvPr>
            <p:ph type="pic" sz="quarter" idx="27"/>
          </p:nvPr>
        </p:nvSpPr>
        <p:spPr/>
        <p:txBody>
          <a:bodyPr/>
          <a:lstStyle/>
          <a:p>
            <a:endParaRPr lang="en-US"/>
          </a:p>
        </p:txBody>
      </p:sp>
      <p:sp>
        <p:nvSpPr>
          <p:cNvPr id="2" name="Text Placeholder 1">
            <a:extLst>
              <a:ext uri="{FF2B5EF4-FFF2-40B4-BE49-F238E27FC236}">
                <a16:creationId xmlns:a16="http://schemas.microsoft.com/office/drawing/2014/main" id="{64DD53CC-6562-8542-BC2F-D37AF3C737D9}"/>
              </a:ext>
            </a:extLst>
          </p:cNvPr>
          <p:cNvSpPr>
            <a:spLocks noGrp="1"/>
          </p:cNvSpPr>
          <p:nvPr>
            <p:ph type="body" sz="quarter" idx="16"/>
          </p:nvPr>
        </p:nvSpPr>
        <p:spPr/>
        <p:txBody>
          <a:bodyPr/>
          <a:lstStyle/>
          <a:p>
            <a:r>
              <a:rPr lang="en-US" dirty="0"/>
              <a:t>Brief statement </a:t>
            </a:r>
            <a:br>
              <a:rPr lang="en-US" dirty="0"/>
            </a:br>
            <a:r>
              <a:rPr lang="en-US" dirty="0"/>
              <a:t>or data point</a:t>
            </a:r>
          </a:p>
        </p:txBody>
      </p:sp>
      <p:sp>
        <p:nvSpPr>
          <p:cNvPr id="7" name="Text Placeholder 6">
            <a:extLst>
              <a:ext uri="{FF2B5EF4-FFF2-40B4-BE49-F238E27FC236}">
                <a16:creationId xmlns:a16="http://schemas.microsoft.com/office/drawing/2014/main" id="{976A78B8-B799-8B41-8F51-A1BAADCF7649}"/>
              </a:ext>
            </a:extLst>
          </p:cNvPr>
          <p:cNvSpPr>
            <a:spLocks noGrp="1"/>
          </p:cNvSpPr>
          <p:nvPr>
            <p:ph type="body" sz="quarter" idx="21"/>
          </p:nvPr>
        </p:nvSpPr>
        <p:spPr/>
        <p:txBody>
          <a:bodyPr/>
          <a:lstStyle/>
          <a:p>
            <a:r>
              <a:rPr lang="en-US" dirty="0"/>
              <a:t>XX</a:t>
            </a:r>
          </a:p>
        </p:txBody>
      </p:sp>
      <p:sp>
        <p:nvSpPr>
          <p:cNvPr id="8" name="Text Placeholder 7">
            <a:extLst>
              <a:ext uri="{FF2B5EF4-FFF2-40B4-BE49-F238E27FC236}">
                <a16:creationId xmlns:a16="http://schemas.microsoft.com/office/drawing/2014/main" id="{B8B00B5E-1B37-8446-9065-7B207DB7C66A}"/>
              </a:ext>
            </a:extLst>
          </p:cNvPr>
          <p:cNvSpPr>
            <a:spLocks noGrp="1"/>
          </p:cNvSpPr>
          <p:nvPr>
            <p:ph type="body" sz="quarter" idx="22"/>
          </p:nvPr>
        </p:nvSpPr>
        <p:spPr/>
        <p:txBody>
          <a:bodyPr/>
          <a:lstStyle/>
          <a:p>
            <a:r>
              <a:rPr lang="en-US" dirty="0"/>
              <a:t>Brief statement </a:t>
            </a:r>
            <a:br>
              <a:rPr lang="en-US" dirty="0"/>
            </a:br>
            <a:r>
              <a:rPr lang="en-US" dirty="0"/>
              <a:t>or data point</a:t>
            </a:r>
          </a:p>
        </p:txBody>
      </p:sp>
      <p:sp>
        <p:nvSpPr>
          <p:cNvPr id="12" name="Text Placeholder 11">
            <a:extLst>
              <a:ext uri="{FF2B5EF4-FFF2-40B4-BE49-F238E27FC236}">
                <a16:creationId xmlns:a16="http://schemas.microsoft.com/office/drawing/2014/main" id="{B5251785-FE20-FD46-A50A-E222D33CF61D}"/>
              </a:ext>
            </a:extLst>
          </p:cNvPr>
          <p:cNvSpPr>
            <a:spLocks noGrp="1"/>
          </p:cNvSpPr>
          <p:nvPr>
            <p:ph type="body" sz="quarter" idx="23"/>
          </p:nvPr>
        </p:nvSpPr>
        <p:spPr/>
        <p:txBody>
          <a:bodyPr/>
          <a:lstStyle/>
          <a:p>
            <a:r>
              <a:rPr lang="en-US" dirty="0"/>
              <a:t>XX</a:t>
            </a:r>
          </a:p>
        </p:txBody>
      </p:sp>
      <p:sp>
        <p:nvSpPr>
          <p:cNvPr id="13" name="Text Placeholder 12">
            <a:extLst>
              <a:ext uri="{FF2B5EF4-FFF2-40B4-BE49-F238E27FC236}">
                <a16:creationId xmlns:a16="http://schemas.microsoft.com/office/drawing/2014/main" id="{1702087E-E303-8743-B202-F16CEBCD5364}"/>
              </a:ext>
            </a:extLst>
          </p:cNvPr>
          <p:cNvSpPr>
            <a:spLocks noGrp="1"/>
          </p:cNvSpPr>
          <p:nvPr>
            <p:ph type="body" sz="quarter" idx="24"/>
          </p:nvPr>
        </p:nvSpPr>
        <p:spPr/>
        <p:txBody>
          <a:bodyPr/>
          <a:lstStyle/>
          <a:p>
            <a:r>
              <a:rPr lang="en-US" dirty="0"/>
              <a:t>Brief statement </a:t>
            </a:r>
            <a:br>
              <a:rPr lang="en-US" dirty="0"/>
            </a:br>
            <a:r>
              <a:rPr lang="en-US" dirty="0"/>
              <a:t>or data point</a:t>
            </a:r>
          </a:p>
        </p:txBody>
      </p:sp>
      <p:sp>
        <p:nvSpPr>
          <p:cNvPr id="14" name="Text Placeholder 13">
            <a:extLst>
              <a:ext uri="{FF2B5EF4-FFF2-40B4-BE49-F238E27FC236}">
                <a16:creationId xmlns:a16="http://schemas.microsoft.com/office/drawing/2014/main" id="{49A7BDBB-23DB-4D4C-A4CC-2036B0FBC83A}"/>
              </a:ext>
            </a:extLst>
          </p:cNvPr>
          <p:cNvSpPr>
            <a:spLocks noGrp="1"/>
          </p:cNvSpPr>
          <p:nvPr>
            <p:ph type="body" sz="quarter" idx="25"/>
          </p:nvPr>
        </p:nvSpPr>
        <p:spPr/>
        <p:txBody>
          <a:bodyPr/>
          <a:lstStyle/>
          <a:p>
            <a:r>
              <a:rPr lang="en-US" dirty="0"/>
              <a:t>XX</a:t>
            </a:r>
          </a:p>
        </p:txBody>
      </p:sp>
      <p:sp>
        <p:nvSpPr>
          <p:cNvPr id="20" name="Picture Placeholder 19">
            <a:extLst>
              <a:ext uri="{FF2B5EF4-FFF2-40B4-BE49-F238E27FC236}">
                <a16:creationId xmlns:a16="http://schemas.microsoft.com/office/drawing/2014/main" id="{695C7236-AD59-A0D9-91C7-E3F1376C1DE6}"/>
              </a:ext>
            </a:extLst>
          </p:cNvPr>
          <p:cNvSpPr>
            <a:spLocks noGrp="1"/>
          </p:cNvSpPr>
          <p:nvPr>
            <p:ph type="pic" sz="quarter" idx="26"/>
          </p:nvPr>
        </p:nvSpPr>
        <p:spPr/>
        <p:txBody>
          <a:bodyPr/>
          <a:lstStyle/>
          <a:p>
            <a:endParaRPr lang="en-US"/>
          </a:p>
        </p:txBody>
      </p:sp>
      <p:sp>
        <p:nvSpPr>
          <p:cNvPr id="3" name="TextBox 2">
            <a:extLst>
              <a:ext uri="{FF2B5EF4-FFF2-40B4-BE49-F238E27FC236}">
                <a16:creationId xmlns:a16="http://schemas.microsoft.com/office/drawing/2014/main" id="{1FE7FE48-38ED-2824-51AA-D8C134A66FF2}"/>
              </a:ext>
            </a:extLst>
          </p:cNvPr>
          <p:cNvSpPr txBox="1"/>
          <p:nvPr/>
        </p:nvSpPr>
        <p:spPr>
          <a:xfrm>
            <a:off x="348640" y="1903611"/>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6" name="TextBox 5">
            <a:extLst>
              <a:ext uri="{FF2B5EF4-FFF2-40B4-BE49-F238E27FC236}">
                <a16:creationId xmlns:a16="http://schemas.microsoft.com/office/drawing/2014/main" id="{E6A524BE-C2CA-B3E6-78A6-B807B07C938C}"/>
              </a:ext>
            </a:extLst>
          </p:cNvPr>
          <p:cNvSpPr txBox="1"/>
          <p:nvPr/>
        </p:nvSpPr>
        <p:spPr>
          <a:xfrm>
            <a:off x="4463440" y="1903611"/>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images</a:t>
            </a:r>
          </a:p>
        </p:txBody>
      </p:sp>
      <p:sp>
        <p:nvSpPr>
          <p:cNvPr id="9" name="TextBox 8">
            <a:extLst>
              <a:ext uri="{FF2B5EF4-FFF2-40B4-BE49-F238E27FC236}">
                <a16:creationId xmlns:a16="http://schemas.microsoft.com/office/drawing/2014/main" id="{15562152-0544-7884-3CE8-585F75D2D568}"/>
              </a:ext>
            </a:extLst>
          </p:cNvPr>
          <p:cNvSpPr txBox="1"/>
          <p:nvPr/>
        </p:nvSpPr>
        <p:spPr>
          <a:xfrm>
            <a:off x="8483454" y="1903611"/>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4" name="Slide Number Placeholder 3">
            <a:extLst>
              <a:ext uri="{FF2B5EF4-FFF2-40B4-BE49-F238E27FC236}">
                <a16:creationId xmlns:a16="http://schemas.microsoft.com/office/drawing/2014/main" id="{3D4A9EE3-F77D-48B6-95C2-2735F0D0B06E}"/>
              </a:ext>
            </a:extLst>
          </p:cNvPr>
          <p:cNvSpPr>
            <a:spLocks noGrp="1"/>
          </p:cNvSpPr>
          <p:nvPr>
            <p:ph type="sldNum" sz="quarter" idx="4"/>
          </p:nvPr>
        </p:nvSpPr>
        <p:spPr/>
        <p:txBody>
          <a:bodyPr/>
          <a:lstStyle/>
          <a:p>
            <a:fld id="{7196636F-A64E-6C4D-AE26-50A84E19B9C9}" type="slidenum">
              <a:rPr lang="en-US" smtClean="0"/>
              <a:pPr/>
              <a:t>27</a:t>
            </a:fld>
            <a:endParaRPr lang="en-US" dirty="0"/>
          </a:p>
        </p:txBody>
      </p:sp>
    </p:spTree>
    <p:extLst>
      <p:ext uri="{BB962C8B-B14F-4D97-AF65-F5344CB8AC3E}">
        <p14:creationId xmlns:p14="http://schemas.microsoft.com/office/powerpoint/2010/main" val="1096447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31">
            <a:extLst>
              <a:ext uri="{FF2B5EF4-FFF2-40B4-BE49-F238E27FC236}">
                <a16:creationId xmlns:a16="http://schemas.microsoft.com/office/drawing/2014/main" id="{AE93C6B7-BE0A-AE46-80AE-3716B964ED99}"/>
              </a:ext>
            </a:extLst>
          </p:cNvPr>
          <p:cNvSpPr>
            <a:spLocks noGrp="1"/>
          </p:cNvSpPr>
          <p:nvPr>
            <p:ph type="body" sz="quarter" idx="13"/>
          </p:nvPr>
        </p:nvSpPr>
        <p:spPr/>
        <p:txBody>
          <a:bodyPr/>
          <a:lstStyle/>
          <a:p>
            <a:r>
              <a:rPr lang="en-US" dirty="0"/>
              <a:t>Section Name</a:t>
            </a:r>
          </a:p>
        </p:txBody>
      </p:sp>
      <p:sp>
        <p:nvSpPr>
          <p:cNvPr id="6" name="Title 5">
            <a:extLst>
              <a:ext uri="{FF2B5EF4-FFF2-40B4-BE49-F238E27FC236}">
                <a16:creationId xmlns:a16="http://schemas.microsoft.com/office/drawing/2014/main" id="{565AEE8E-806C-B241-8D60-4C2FCD806D3B}"/>
              </a:ext>
            </a:extLst>
          </p:cNvPr>
          <p:cNvSpPr>
            <a:spLocks noGrp="1"/>
          </p:cNvSpPr>
          <p:nvPr>
            <p:ph type="title"/>
          </p:nvPr>
        </p:nvSpPr>
        <p:spPr/>
        <p:txBody>
          <a:bodyPr/>
          <a:lstStyle/>
          <a:p>
            <a:r>
              <a:rPr lang="en-US" dirty="0"/>
              <a:t>From</a:t>
            </a:r>
          </a:p>
        </p:txBody>
      </p:sp>
      <p:sp>
        <p:nvSpPr>
          <p:cNvPr id="18" name="Text Placeholder 17">
            <a:extLst>
              <a:ext uri="{FF2B5EF4-FFF2-40B4-BE49-F238E27FC236}">
                <a16:creationId xmlns:a16="http://schemas.microsoft.com/office/drawing/2014/main" id="{9D61208B-0FFC-AD42-8496-46D8E68A9F08}"/>
              </a:ext>
            </a:extLst>
          </p:cNvPr>
          <p:cNvSpPr>
            <a:spLocks noGrp="1"/>
          </p:cNvSpPr>
          <p:nvPr>
            <p:ph type="body" sz="quarter" idx="19"/>
          </p:nvPr>
        </p:nvSpPr>
        <p:spPr/>
        <p:txBody>
          <a:bodyPr/>
          <a:lstStyle/>
          <a:p>
            <a:r>
              <a:rPr lang="en-US" dirty="0"/>
              <a:t>To</a:t>
            </a:r>
          </a:p>
          <a:p>
            <a:endParaRPr lang="en-US" dirty="0"/>
          </a:p>
        </p:txBody>
      </p:sp>
      <p:sp>
        <p:nvSpPr>
          <p:cNvPr id="15" name="Content Placeholder 12">
            <a:extLst>
              <a:ext uri="{FF2B5EF4-FFF2-40B4-BE49-F238E27FC236}">
                <a16:creationId xmlns:a16="http://schemas.microsoft.com/office/drawing/2014/main" id="{426FFDD0-8EAE-434E-B195-7EE161692B0B}"/>
              </a:ext>
            </a:extLst>
          </p:cNvPr>
          <p:cNvSpPr>
            <a:spLocks noGrp="1"/>
          </p:cNvSpPr>
          <p:nvPr>
            <p:ph idx="21"/>
          </p:nvPr>
        </p:nvSpPr>
        <p:spPr/>
        <p:txBody>
          <a:bodyPr/>
          <a:lstStyle/>
          <a:p>
            <a:r>
              <a:rPr lang="en-US" dirty="0"/>
              <a:t>Lorem ipsum dolor sit amet, consectetuer adipiscing elit. Maecenas porttitor </a:t>
            </a:r>
            <a:r>
              <a:rPr lang="en-US" dirty="0" err="1"/>
              <a:t>congue</a:t>
            </a:r>
            <a:r>
              <a:rPr lang="en-US" dirty="0"/>
              <a:t> </a:t>
            </a:r>
            <a:br>
              <a:rPr lang="en-US" dirty="0"/>
            </a:br>
            <a:r>
              <a:rPr lang="en-US" dirty="0" err="1"/>
              <a:t>massa</a:t>
            </a:r>
            <a:r>
              <a:rPr lang="en-US" dirty="0"/>
              <a:t> </a:t>
            </a:r>
            <a:r>
              <a:rPr lang="en-US" dirty="0" err="1"/>
              <a:t>massa</a:t>
            </a:r>
            <a:r>
              <a:rPr lang="en-US" dirty="0"/>
              <a:t>. </a:t>
            </a:r>
          </a:p>
        </p:txBody>
      </p:sp>
      <p:sp>
        <p:nvSpPr>
          <p:cNvPr id="4" name="Content Placeholder 3">
            <a:extLst>
              <a:ext uri="{FF2B5EF4-FFF2-40B4-BE49-F238E27FC236}">
                <a16:creationId xmlns:a16="http://schemas.microsoft.com/office/drawing/2014/main" id="{579E5E92-3F38-EC4D-BDD7-C07FF497EC26}"/>
              </a:ext>
            </a:extLst>
          </p:cNvPr>
          <p:cNvSpPr>
            <a:spLocks noGrp="1"/>
          </p:cNvSpPr>
          <p:nvPr>
            <p:ph idx="22"/>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br>
              <a:rPr lang="en-US" dirty="0"/>
            </a:br>
            <a:r>
              <a:rPr lang="en-US" dirty="0"/>
              <a:t>mass </a:t>
            </a:r>
            <a:r>
              <a:rPr lang="en-US" dirty="0" err="1"/>
              <a:t>massa</a:t>
            </a:r>
            <a:r>
              <a:rPr lang="en-US" dirty="0"/>
              <a:t>. </a:t>
            </a:r>
          </a:p>
          <a:p>
            <a:endParaRPr lang="en-US" dirty="0"/>
          </a:p>
        </p:txBody>
      </p:sp>
      <p:sp>
        <p:nvSpPr>
          <p:cNvPr id="2" name="Slide Number Placeholder 1">
            <a:extLst>
              <a:ext uri="{FF2B5EF4-FFF2-40B4-BE49-F238E27FC236}">
                <a16:creationId xmlns:a16="http://schemas.microsoft.com/office/drawing/2014/main" id="{157A7F00-EF4D-49E1-B3F7-138E912A3998}"/>
              </a:ext>
            </a:extLst>
          </p:cNvPr>
          <p:cNvSpPr>
            <a:spLocks noGrp="1"/>
          </p:cNvSpPr>
          <p:nvPr>
            <p:ph type="sldNum" sz="quarter" idx="4"/>
          </p:nvPr>
        </p:nvSpPr>
        <p:spPr/>
        <p:txBody>
          <a:bodyPr/>
          <a:lstStyle/>
          <a:p>
            <a:fld id="{7196636F-A64E-6C4D-AE26-50A84E19B9C9}" type="slidenum">
              <a:rPr lang="en-US" smtClean="0"/>
              <a:pPr/>
              <a:t>28</a:t>
            </a:fld>
            <a:endParaRPr lang="en-US" dirty="0"/>
          </a:p>
        </p:txBody>
      </p:sp>
    </p:spTree>
    <p:extLst>
      <p:ext uri="{BB962C8B-B14F-4D97-AF65-F5344CB8AC3E}">
        <p14:creationId xmlns:p14="http://schemas.microsoft.com/office/powerpoint/2010/main" val="2331363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C022B164-D4CC-20C8-7206-D32FB25374AD}"/>
              </a:ext>
            </a:extLst>
          </p:cNvPr>
          <p:cNvSpPr>
            <a:spLocks noGrp="1"/>
          </p:cNvSpPr>
          <p:nvPr>
            <p:ph type="pic" sz="quarter" idx="24"/>
          </p:nvPr>
        </p:nvSpPr>
        <p:spPr/>
        <p:txBody>
          <a:bodyPr/>
          <a:lstStyle/>
          <a:p>
            <a:endParaRPr lang="en-US"/>
          </a:p>
        </p:txBody>
      </p:sp>
      <p:sp>
        <p:nvSpPr>
          <p:cNvPr id="19" name="Picture Placeholder 18">
            <a:extLst>
              <a:ext uri="{FF2B5EF4-FFF2-40B4-BE49-F238E27FC236}">
                <a16:creationId xmlns:a16="http://schemas.microsoft.com/office/drawing/2014/main" id="{22E5FC38-45B8-CDE7-B3AA-5E20594CF079}"/>
              </a:ext>
            </a:extLst>
          </p:cNvPr>
          <p:cNvSpPr>
            <a:spLocks noGrp="1"/>
          </p:cNvSpPr>
          <p:nvPr>
            <p:ph type="pic" sz="quarter" idx="23"/>
          </p:nvPr>
        </p:nvSpPr>
        <p:spPr/>
        <p:txBody>
          <a:bodyPr/>
          <a:lstStyle/>
          <a:p>
            <a:endParaRPr lang="en-US"/>
          </a:p>
        </p:txBody>
      </p:sp>
      <p:sp>
        <p:nvSpPr>
          <p:cNvPr id="12" name="Text Placeholder 31">
            <a:extLst>
              <a:ext uri="{FF2B5EF4-FFF2-40B4-BE49-F238E27FC236}">
                <a16:creationId xmlns:a16="http://schemas.microsoft.com/office/drawing/2014/main" id="{90506D48-752C-9F45-B38F-9D105167C411}"/>
              </a:ext>
            </a:extLst>
          </p:cNvPr>
          <p:cNvSpPr>
            <a:spLocks noGrp="1"/>
          </p:cNvSpPr>
          <p:nvPr>
            <p:ph type="body" sz="quarter" idx="13"/>
          </p:nvPr>
        </p:nvSpPr>
        <p:spPr/>
        <p:txBody>
          <a:bodyPr/>
          <a:lstStyle/>
          <a:p>
            <a:r>
              <a:rPr lang="en-US" dirty="0"/>
              <a:t>Section Name</a:t>
            </a:r>
          </a:p>
        </p:txBody>
      </p:sp>
      <p:sp>
        <p:nvSpPr>
          <p:cNvPr id="6" name="Title 5">
            <a:extLst>
              <a:ext uri="{FF2B5EF4-FFF2-40B4-BE49-F238E27FC236}">
                <a16:creationId xmlns:a16="http://schemas.microsoft.com/office/drawing/2014/main" id="{565AEE8E-806C-B241-8D60-4C2FCD806D3B}"/>
              </a:ext>
            </a:extLst>
          </p:cNvPr>
          <p:cNvSpPr>
            <a:spLocks noGrp="1"/>
          </p:cNvSpPr>
          <p:nvPr>
            <p:ph type="title"/>
          </p:nvPr>
        </p:nvSpPr>
        <p:spPr/>
        <p:txBody>
          <a:bodyPr/>
          <a:lstStyle/>
          <a:p>
            <a:r>
              <a:rPr lang="en-US" dirty="0"/>
              <a:t>From</a:t>
            </a:r>
          </a:p>
        </p:txBody>
      </p:sp>
      <p:sp>
        <p:nvSpPr>
          <p:cNvPr id="9" name="Text Placeholder 8">
            <a:extLst>
              <a:ext uri="{FF2B5EF4-FFF2-40B4-BE49-F238E27FC236}">
                <a16:creationId xmlns:a16="http://schemas.microsoft.com/office/drawing/2014/main" id="{83AD9B1E-A42D-EB42-9881-7C63CBC0F72C}"/>
              </a:ext>
            </a:extLst>
          </p:cNvPr>
          <p:cNvSpPr>
            <a:spLocks noGrp="1"/>
          </p:cNvSpPr>
          <p:nvPr>
            <p:ph type="body" sz="quarter" idx="19"/>
          </p:nvPr>
        </p:nvSpPr>
        <p:spPr/>
        <p:txBody>
          <a:bodyPr/>
          <a:lstStyle/>
          <a:p>
            <a:r>
              <a:rPr lang="en-US" dirty="0"/>
              <a:t>To</a:t>
            </a:r>
          </a:p>
        </p:txBody>
      </p:sp>
      <p:sp>
        <p:nvSpPr>
          <p:cNvPr id="3" name="Text Placeholder 2">
            <a:extLst>
              <a:ext uri="{FF2B5EF4-FFF2-40B4-BE49-F238E27FC236}">
                <a16:creationId xmlns:a16="http://schemas.microsoft.com/office/drawing/2014/main" id="{F418683D-962F-E64A-89AE-41121FF15680}"/>
              </a:ext>
            </a:extLst>
          </p:cNvPr>
          <p:cNvSpPr>
            <a:spLocks noGrp="1"/>
          </p:cNvSpPr>
          <p:nvPr>
            <p:ph type="body" sz="quarter" idx="21"/>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br>
              <a:rPr lang="en-US" dirty="0"/>
            </a:br>
            <a:r>
              <a:rPr lang="en-US" dirty="0" err="1"/>
              <a:t>massa</a:t>
            </a:r>
            <a:r>
              <a:rPr lang="en-US" dirty="0"/>
              <a:t> </a:t>
            </a:r>
            <a:r>
              <a:rPr lang="en-US" dirty="0" err="1"/>
              <a:t>massa</a:t>
            </a:r>
            <a:r>
              <a:rPr lang="en-US" dirty="0"/>
              <a:t>. </a:t>
            </a:r>
          </a:p>
          <a:p>
            <a:endParaRPr lang="en-US" dirty="0"/>
          </a:p>
        </p:txBody>
      </p:sp>
      <p:sp>
        <p:nvSpPr>
          <p:cNvPr id="4" name="Text Placeholder 3">
            <a:extLst>
              <a:ext uri="{FF2B5EF4-FFF2-40B4-BE49-F238E27FC236}">
                <a16:creationId xmlns:a16="http://schemas.microsoft.com/office/drawing/2014/main" id="{5F6D38DE-3BB1-F34C-B747-DC5B9C3D1BB1}"/>
              </a:ext>
            </a:extLst>
          </p:cNvPr>
          <p:cNvSpPr>
            <a:spLocks noGrp="1"/>
          </p:cNvSpPr>
          <p:nvPr>
            <p:ph type="body" sz="quarter" idx="22"/>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br>
              <a:rPr lang="en-US" dirty="0"/>
            </a:br>
            <a:r>
              <a:rPr lang="en-US" dirty="0"/>
              <a:t>mass </a:t>
            </a:r>
            <a:r>
              <a:rPr lang="en-US" dirty="0" err="1"/>
              <a:t>massa</a:t>
            </a:r>
            <a:r>
              <a:rPr lang="en-US" dirty="0"/>
              <a:t>. </a:t>
            </a:r>
          </a:p>
          <a:p>
            <a:endParaRPr lang="en-US" dirty="0"/>
          </a:p>
        </p:txBody>
      </p:sp>
      <p:sp>
        <p:nvSpPr>
          <p:cNvPr id="5" name="TextBox 4">
            <a:extLst>
              <a:ext uri="{FF2B5EF4-FFF2-40B4-BE49-F238E27FC236}">
                <a16:creationId xmlns:a16="http://schemas.microsoft.com/office/drawing/2014/main" id="{9DBBC3AE-5B2E-4E60-4A2C-E17300CE9C6E}"/>
              </a:ext>
            </a:extLst>
          </p:cNvPr>
          <p:cNvSpPr txBox="1"/>
          <p:nvPr/>
        </p:nvSpPr>
        <p:spPr>
          <a:xfrm>
            <a:off x="884211" y="2751700"/>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7" name="TextBox 6">
            <a:extLst>
              <a:ext uri="{FF2B5EF4-FFF2-40B4-BE49-F238E27FC236}">
                <a16:creationId xmlns:a16="http://schemas.microsoft.com/office/drawing/2014/main" id="{EB35B371-F091-95AE-B957-5C37EDB731F5}"/>
              </a:ext>
            </a:extLst>
          </p:cNvPr>
          <p:cNvSpPr txBox="1"/>
          <p:nvPr/>
        </p:nvSpPr>
        <p:spPr>
          <a:xfrm>
            <a:off x="7157594" y="2751700"/>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2" name="Slide Number Placeholder 1">
            <a:extLst>
              <a:ext uri="{FF2B5EF4-FFF2-40B4-BE49-F238E27FC236}">
                <a16:creationId xmlns:a16="http://schemas.microsoft.com/office/drawing/2014/main" id="{45C43D3A-D5EE-40E0-9616-1105EA2A92A0}"/>
              </a:ext>
            </a:extLst>
          </p:cNvPr>
          <p:cNvSpPr>
            <a:spLocks noGrp="1"/>
          </p:cNvSpPr>
          <p:nvPr>
            <p:ph type="sldNum" sz="quarter" idx="4"/>
          </p:nvPr>
        </p:nvSpPr>
        <p:spPr/>
        <p:txBody>
          <a:bodyPr/>
          <a:lstStyle/>
          <a:p>
            <a:fld id="{7196636F-A64E-6C4D-AE26-50A84E19B9C9}" type="slidenum">
              <a:rPr lang="en-US" smtClean="0"/>
              <a:pPr/>
              <a:t>29</a:t>
            </a:fld>
            <a:endParaRPr lang="en-US" dirty="0"/>
          </a:p>
        </p:txBody>
      </p:sp>
    </p:spTree>
    <p:extLst>
      <p:ext uri="{BB962C8B-B14F-4D97-AF65-F5344CB8AC3E}">
        <p14:creationId xmlns:p14="http://schemas.microsoft.com/office/powerpoint/2010/main" val="15129302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012F190-E6D5-9B37-F1AE-C472CC042609}"/>
              </a:ext>
            </a:extLst>
          </p:cNvPr>
          <p:cNvSpPr>
            <a:spLocks noGrp="1"/>
          </p:cNvSpPr>
          <p:nvPr>
            <p:ph type="pic" sz="quarter" idx="21"/>
          </p:nvPr>
        </p:nvSpPr>
        <p:spPr/>
        <p:txBody>
          <a:bodyPr/>
          <a:lstStyle/>
          <a:p>
            <a:endParaRPr lang="en-US"/>
          </a:p>
        </p:txBody>
      </p:sp>
      <p:sp>
        <p:nvSpPr>
          <p:cNvPr id="4" name="Title 3"/>
          <p:cNvSpPr>
            <a:spLocks noGrp="1"/>
          </p:cNvSpPr>
          <p:nvPr>
            <p:ph type="title"/>
          </p:nvPr>
        </p:nvSpPr>
        <p:spPr/>
        <p:txBody>
          <a:bodyPr/>
          <a:lstStyle/>
          <a:p>
            <a:r>
              <a:rPr lang="en-US" dirty="0"/>
              <a:t>Three Column with Imagery</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p:txBody>
      </p:sp>
      <p:sp>
        <p:nvSpPr>
          <p:cNvPr id="5" name="Content Placeholder 4">
            <a:extLst>
              <a:ext uri="{FF2B5EF4-FFF2-40B4-BE49-F238E27FC236}">
                <a16:creationId xmlns:a16="http://schemas.microsoft.com/office/drawing/2014/main" id="{26C1381E-EA6A-7442-B810-E769AC11FD58}"/>
              </a:ext>
            </a:extLst>
          </p:cNvPr>
          <p:cNvSpPr>
            <a:spLocks noGrp="1"/>
          </p:cNvSpPr>
          <p:nvPr>
            <p:ph type="body" sz="quarter" idx="18"/>
          </p:nvPr>
        </p:nvSpPr>
        <p:spPr/>
        <p:txBody>
          <a:bodyPr/>
          <a:lstStyle/>
          <a:p>
            <a:r>
              <a:rPr lang="en-US" dirty="0"/>
              <a:t>Brief description of image</a:t>
            </a:r>
          </a:p>
        </p:txBody>
      </p:sp>
      <p:sp>
        <p:nvSpPr>
          <p:cNvPr id="2" name="Text Placeholder 1">
            <a:extLst>
              <a:ext uri="{FF2B5EF4-FFF2-40B4-BE49-F238E27FC236}">
                <a16:creationId xmlns:a16="http://schemas.microsoft.com/office/drawing/2014/main" id="{4FF53055-0748-A343-8A72-8A335F79AFA6}"/>
              </a:ext>
            </a:extLst>
          </p:cNvPr>
          <p:cNvSpPr>
            <a:spLocks noGrp="1"/>
          </p:cNvSpPr>
          <p:nvPr>
            <p:ph type="body" sz="quarter" idx="19"/>
          </p:nvPr>
        </p:nvSpPr>
        <p:spPr/>
        <p:txBody>
          <a:bodyPr/>
          <a:lstStyle/>
          <a:p>
            <a:r>
              <a:rPr lang="en-US" dirty="0"/>
              <a:t>Brief description of image</a:t>
            </a:r>
          </a:p>
          <a:p>
            <a:endParaRPr lang="en-US" dirty="0"/>
          </a:p>
        </p:txBody>
      </p:sp>
      <p:sp>
        <p:nvSpPr>
          <p:cNvPr id="7" name="Text Placeholder 6">
            <a:extLst>
              <a:ext uri="{FF2B5EF4-FFF2-40B4-BE49-F238E27FC236}">
                <a16:creationId xmlns:a16="http://schemas.microsoft.com/office/drawing/2014/main" id="{A1715149-53C6-4C4E-957E-C2CBB44A57DA}"/>
              </a:ext>
            </a:extLst>
          </p:cNvPr>
          <p:cNvSpPr>
            <a:spLocks noGrp="1"/>
          </p:cNvSpPr>
          <p:nvPr>
            <p:ph type="body" sz="quarter" idx="20"/>
          </p:nvPr>
        </p:nvSpPr>
        <p:spPr/>
        <p:txBody>
          <a:bodyPr/>
          <a:lstStyle/>
          <a:p>
            <a:r>
              <a:rPr lang="en-US" dirty="0"/>
              <a:t>Brief description of image</a:t>
            </a:r>
          </a:p>
          <a:p>
            <a:endParaRPr lang="en-US" dirty="0"/>
          </a:p>
        </p:txBody>
      </p:sp>
      <p:sp>
        <p:nvSpPr>
          <p:cNvPr id="20" name="Picture Placeholder 19">
            <a:extLst>
              <a:ext uri="{FF2B5EF4-FFF2-40B4-BE49-F238E27FC236}">
                <a16:creationId xmlns:a16="http://schemas.microsoft.com/office/drawing/2014/main" id="{CDBBD08B-70AC-4C84-A2CD-AEE0BA6C0261}"/>
              </a:ext>
            </a:extLst>
          </p:cNvPr>
          <p:cNvSpPr>
            <a:spLocks noGrp="1"/>
          </p:cNvSpPr>
          <p:nvPr>
            <p:ph type="pic" sz="quarter" idx="22"/>
          </p:nvPr>
        </p:nvSpPr>
        <p:spPr/>
        <p:txBody>
          <a:bodyPr/>
          <a:lstStyle/>
          <a:p>
            <a:endParaRPr lang="en-US"/>
          </a:p>
        </p:txBody>
      </p:sp>
      <p:sp>
        <p:nvSpPr>
          <p:cNvPr id="21" name="Picture Placeholder 20">
            <a:extLst>
              <a:ext uri="{FF2B5EF4-FFF2-40B4-BE49-F238E27FC236}">
                <a16:creationId xmlns:a16="http://schemas.microsoft.com/office/drawing/2014/main" id="{7E06DB62-CF31-1CDC-4670-66D898FADFC5}"/>
              </a:ext>
            </a:extLst>
          </p:cNvPr>
          <p:cNvSpPr>
            <a:spLocks noGrp="1"/>
          </p:cNvSpPr>
          <p:nvPr>
            <p:ph type="pic" sz="quarter" idx="23"/>
          </p:nvPr>
        </p:nvSpPr>
        <p:spPr/>
        <p:txBody>
          <a:bodyPr/>
          <a:lstStyle/>
          <a:p>
            <a:endParaRPr lang="en-US"/>
          </a:p>
        </p:txBody>
      </p:sp>
      <p:sp>
        <p:nvSpPr>
          <p:cNvPr id="9" name="TextBox 8">
            <a:extLst>
              <a:ext uri="{FF2B5EF4-FFF2-40B4-BE49-F238E27FC236}">
                <a16:creationId xmlns:a16="http://schemas.microsoft.com/office/drawing/2014/main" id="{ABE0C926-BD48-0117-D81B-C9ED9AB78EBE}"/>
              </a:ext>
            </a:extLst>
          </p:cNvPr>
          <p:cNvSpPr txBox="1"/>
          <p:nvPr/>
        </p:nvSpPr>
        <p:spPr>
          <a:xfrm>
            <a:off x="388371" y="3384908"/>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13" name="TextBox 12">
            <a:extLst>
              <a:ext uri="{FF2B5EF4-FFF2-40B4-BE49-F238E27FC236}">
                <a16:creationId xmlns:a16="http://schemas.microsoft.com/office/drawing/2014/main" id="{982C9F8F-FFE4-00BE-3FF2-391A3094C495}"/>
              </a:ext>
            </a:extLst>
          </p:cNvPr>
          <p:cNvSpPr txBox="1"/>
          <p:nvPr/>
        </p:nvSpPr>
        <p:spPr>
          <a:xfrm>
            <a:off x="4428220" y="3384908"/>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14" name="TextBox 13">
            <a:extLst>
              <a:ext uri="{FF2B5EF4-FFF2-40B4-BE49-F238E27FC236}">
                <a16:creationId xmlns:a16="http://schemas.microsoft.com/office/drawing/2014/main" id="{AF2EB889-1707-45FF-4F5D-5DD354FA87D2}"/>
              </a:ext>
            </a:extLst>
          </p:cNvPr>
          <p:cNvSpPr txBox="1"/>
          <p:nvPr/>
        </p:nvSpPr>
        <p:spPr>
          <a:xfrm>
            <a:off x="8483059" y="3384908"/>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3" name="Slide Number Placeholder 2">
            <a:extLst>
              <a:ext uri="{FF2B5EF4-FFF2-40B4-BE49-F238E27FC236}">
                <a16:creationId xmlns:a16="http://schemas.microsoft.com/office/drawing/2014/main" id="{E13007C9-01E1-473C-8BE5-88466FD1DF8B}"/>
              </a:ext>
            </a:extLst>
          </p:cNvPr>
          <p:cNvSpPr>
            <a:spLocks noGrp="1"/>
          </p:cNvSpPr>
          <p:nvPr>
            <p:ph type="sldNum" sz="quarter" idx="4"/>
          </p:nvPr>
        </p:nvSpPr>
        <p:spPr/>
        <p:txBody>
          <a:bodyPr/>
          <a:lstStyle/>
          <a:p>
            <a:fld id="{7196636F-A64E-6C4D-AE26-50A84E19B9C9}" type="slidenum">
              <a:rPr lang="en-US" smtClean="0"/>
              <a:pPr/>
              <a:t>30</a:t>
            </a:fld>
            <a:endParaRPr lang="en-US" dirty="0"/>
          </a:p>
        </p:txBody>
      </p:sp>
    </p:spTree>
    <p:extLst>
      <p:ext uri="{BB962C8B-B14F-4D97-AF65-F5344CB8AC3E}">
        <p14:creationId xmlns:p14="http://schemas.microsoft.com/office/powerpoint/2010/main" val="3217968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icture Placeholder 74">
            <a:extLst>
              <a:ext uri="{FF2B5EF4-FFF2-40B4-BE49-F238E27FC236}">
                <a16:creationId xmlns:a16="http://schemas.microsoft.com/office/drawing/2014/main" id="{C0278929-59DB-424D-DAD2-07145E227D97}"/>
              </a:ext>
            </a:extLst>
          </p:cNvPr>
          <p:cNvSpPr>
            <a:spLocks noGrp="1"/>
          </p:cNvSpPr>
          <p:nvPr>
            <p:ph type="pic" sz="quarter" idx="41"/>
          </p:nvPr>
        </p:nvSpPr>
        <p:spPr/>
        <p:txBody>
          <a:bodyPr/>
          <a:lstStyle/>
          <a:p>
            <a:endParaRPr lang="en-US"/>
          </a:p>
        </p:txBody>
      </p:sp>
      <p:sp>
        <p:nvSpPr>
          <p:cNvPr id="56" name="Content Placeholder 55">
            <a:extLst>
              <a:ext uri="{FF2B5EF4-FFF2-40B4-BE49-F238E27FC236}">
                <a16:creationId xmlns:a16="http://schemas.microsoft.com/office/drawing/2014/main" id="{2EF0F0CA-88F7-0945-AA79-653B1B738FB5}"/>
              </a:ext>
            </a:extLst>
          </p:cNvPr>
          <p:cNvSpPr>
            <a:spLocks noGrp="1"/>
          </p:cNvSpPr>
          <p:nvPr>
            <p:ph idx="1"/>
          </p:nvPr>
        </p:nvSpPr>
        <p:spPr/>
        <p:txBody>
          <a:bodyPr/>
          <a:lstStyle/>
          <a:p>
            <a:r>
              <a:rPr lang="en-US" dirty="0"/>
              <a:t>Subhead</a:t>
            </a:r>
          </a:p>
        </p:txBody>
      </p:sp>
      <p:sp>
        <p:nvSpPr>
          <p:cNvPr id="3" name="Title 2">
            <a:extLst>
              <a:ext uri="{FF2B5EF4-FFF2-40B4-BE49-F238E27FC236}">
                <a16:creationId xmlns:a16="http://schemas.microsoft.com/office/drawing/2014/main" id="{B78939C7-1F6C-D44E-87AF-7DB39AB3D5B3}"/>
              </a:ext>
            </a:extLst>
          </p:cNvPr>
          <p:cNvSpPr>
            <a:spLocks noGrp="1"/>
          </p:cNvSpPr>
          <p:nvPr>
            <p:ph type="title"/>
          </p:nvPr>
        </p:nvSpPr>
        <p:spPr/>
        <p:txBody>
          <a:bodyPr/>
          <a:lstStyle/>
          <a:p>
            <a:r>
              <a:rPr lang="en-US" dirty="0"/>
              <a:t>Three Column Layout with Images</a:t>
            </a:r>
          </a:p>
        </p:txBody>
      </p:sp>
      <p:sp>
        <p:nvSpPr>
          <p:cNvPr id="54" name="Text Placeholder 53">
            <a:extLst>
              <a:ext uri="{FF2B5EF4-FFF2-40B4-BE49-F238E27FC236}">
                <a16:creationId xmlns:a16="http://schemas.microsoft.com/office/drawing/2014/main" id="{227612D1-3BE9-3E4F-BAEA-028C79BC7DA7}"/>
              </a:ext>
            </a:extLst>
          </p:cNvPr>
          <p:cNvSpPr>
            <a:spLocks noGrp="1"/>
          </p:cNvSpPr>
          <p:nvPr>
            <p:ph type="body" sz="quarter" idx="13"/>
          </p:nvPr>
        </p:nvSpPr>
        <p:spPr/>
        <p:txBody>
          <a:bodyPr/>
          <a:lstStyle/>
          <a:p>
            <a:r>
              <a:rPr lang="en-US" dirty="0"/>
              <a:t>Section name</a:t>
            </a:r>
          </a:p>
        </p:txBody>
      </p:sp>
      <p:sp>
        <p:nvSpPr>
          <p:cNvPr id="58" name="Text Placeholder 57">
            <a:extLst>
              <a:ext uri="{FF2B5EF4-FFF2-40B4-BE49-F238E27FC236}">
                <a16:creationId xmlns:a16="http://schemas.microsoft.com/office/drawing/2014/main" id="{DC239F92-93A1-1342-9544-9506A95AEAF7}"/>
              </a:ext>
            </a:extLst>
          </p:cNvPr>
          <p:cNvSpPr>
            <a:spLocks noGrp="1"/>
          </p:cNvSpPr>
          <p:nvPr>
            <p:ph type="body" sz="quarter" idx="18"/>
          </p:nvPr>
        </p:nvSpPr>
        <p:spPr/>
        <p:txBody>
          <a:bodyPr/>
          <a:lstStyle/>
          <a:p>
            <a:r>
              <a:rPr lang="en-US" dirty="0"/>
              <a:t>Lorem Ipsum</a:t>
            </a:r>
          </a:p>
        </p:txBody>
      </p:sp>
      <p:sp>
        <p:nvSpPr>
          <p:cNvPr id="59" name="Text Placeholder 58">
            <a:extLst>
              <a:ext uri="{FF2B5EF4-FFF2-40B4-BE49-F238E27FC236}">
                <a16:creationId xmlns:a16="http://schemas.microsoft.com/office/drawing/2014/main" id="{3ABB460D-EF64-3F4C-8DE2-924C48D281AB}"/>
              </a:ext>
            </a:extLst>
          </p:cNvPr>
          <p:cNvSpPr>
            <a:spLocks noGrp="1"/>
          </p:cNvSpPr>
          <p:nvPr>
            <p:ph type="body" sz="quarter" idx="27"/>
          </p:nvPr>
        </p:nvSpPr>
        <p:spPr/>
        <p:txBody>
          <a:bodyPr/>
          <a:lstStyle/>
          <a:p>
            <a:r>
              <a:rPr lang="en-US" dirty="0"/>
              <a:t>Lorem Ipsum</a:t>
            </a:r>
          </a:p>
        </p:txBody>
      </p:sp>
      <p:sp>
        <p:nvSpPr>
          <p:cNvPr id="60" name="Text Placeholder 59">
            <a:extLst>
              <a:ext uri="{FF2B5EF4-FFF2-40B4-BE49-F238E27FC236}">
                <a16:creationId xmlns:a16="http://schemas.microsoft.com/office/drawing/2014/main" id="{82C25586-144B-4043-98F9-B325C975E279}"/>
              </a:ext>
            </a:extLst>
          </p:cNvPr>
          <p:cNvSpPr>
            <a:spLocks noGrp="1"/>
          </p:cNvSpPr>
          <p:nvPr>
            <p:ph type="body" sz="quarter" idx="28"/>
          </p:nvPr>
        </p:nvSpPr>
        <p:spPr/>
        <p:txBody>
          <a:bodyPr/>
          <a:lstStyle/>
          <a:p>
            <a:r>
              <a:rPr lang="en-US" dirty="0"/>
              <a:t>Lorem Ipsum</a:t>
            </a:r>
          </a:p>
        </p:txBody>
      </p:sp>
      <p:sp>
        <p:nvSpPr>
          <p:cNvPr id="61" name="Text Placeholder 60">
            <a:extLst>
              <a:ext uri="{FF2B5EF4-FFF2-40B4-BE49-F238E27FC236}">
                <a16:creationId xmlns:a16="http://schemas.microsoft.com/office/drawing/2014/main" id="{CD93EFCA-363B-0044-86B7-0B19C8F3FC62}"/>
              </a:ext>
            </a:extLst>
          </p:cNvPr>
          <p:cNvSpPr>
            <a:spLocks noGrp="1"/>
          </p:cNvSpPr>
          <p:nvPr>
            <p:ph type="body" sz="quarter" idx="30"/>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2" name="Content Placeholder 61">
            <a:extLst>
              <a:ext uri="{FF2B5EF4-FFF2-40B4-BE49-F238E27FC236}">
                <a16:creationId xmlns:a16="http://schemas.microsoft.com/office/drawing/2014/main" id="{F5450D1B-586D-A949-B6E1-F85C3C7C947E}"/>
              </a:ext>
            </a:extLst>
          </p:cNvPr>
          <p:cNvSpPr>
            <a:spLocks noGrp="1"/>
          </p:cNvSpPr>
          <p:nvPr>
            <p:ph idx="31"/>
          </p:nvPr>
        </p:nvSpPr>
        <p:spPr/>
        <p:txBody>
          <a:bodyPr/>
          <a:lstStyle/>
          <a:p>
            <a:r>
              <a:rPr lang="en-US" dirty="0"/>
              <a:t>Subhead</a:t>
            </a:r>
          </a:p>
        </p:txBody>
      </p:sp>
      <p:sp>
        <p:nvSpPr>
          <p:cNvPr id="63" name="Text Placeholder 62">
            <a:extLst>
              <a:ext uri="{FF2B5EF4-FFF2-40B4-BE49-F238E27FC236}">
                <a16:creationId xmlns:a16="http://schemas.microsoft.com/office/drawing/2014/main" id="{CFC01BA6-73B1-FC4B-A4B2-A6ACC0E15814}"/>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4" name="Content Placeholder 63">
            <a:extLst>
              <a:ext uri="{FF2B5EF4-FFF2-40B4-BE49-F238E27FC236}">
                <a16:creationId xmlns:a16="http://schemas.microsoft.com/office/drawing/2014/main" id="{06226E9D-C44D-2344-A9EB-6FF6124F4ABA}"/>
              </a:ext>
            </a:extLst>
          </p:cNvPr>
          <p:cNvSpPr>
            <a:spLocks noGrp="1"/>
          </p:cNvSpPr>
          <p:nvPr>
            <p:ph idx="33"/>
          </p:nvPr>
        </p:nvSpPr>
        <p:spPr/>
        <p:txBody>
          <a:bodyPr/>
          <a:lstStyle/>
          <a:p>
            <a:r>
              <a:rPr lang="en-US" dirty="0"/>
              <a:t>Subhead</a:t>
            </a:r>
          </a:p>
        </p:txBody>
      </p:sp>
      <p:sp>
        <p:nvSpPr>
          <p:cNvPr id="65" name="Text Placeholder 64">
            <a:extLst>
              <a:ext uri="{FF2B5EF4-FFF2-40B4-BE49-F238E27FC236}">
                <a16:creationId xmlns:a16="http://schemas.microsoft.com/office/drawing/2014/main" id="{942A30AB-33B3-E240-A69B-CF62076712C6}"/>
              </a:ext>
            </a:extLst>
          </p:cNvPr>
          <p:cNvSpPr>
            <a:spLocks noGrp="1"/>
          </p:cNvSpPr>
          <p:nvPr>
            <p:ph type="body" sz="quarter" idx="34"/>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6" name="Content Placeholder 65">
            <a:extLst>
              <a:ext uri="{FF2B5EF4-FFF2-40B4-BE49-F238E27FC236}">
                <a16:creationId xmlns:a16="http://schemas.microsoft.com/office/drawing/2014/main" id="{8775A141-AE1B-1D42-AD4B-1215BFEC4AAD}"/>
              </a:ext>
            </a:extLst>
          </p:cNvPr>
          <p:cNvSpPr>
            <a:spLocks noGrp="1"/>
          </p:cNvSpPr>
          <p:nvPr>
            <p:ph idx="35"/>
          </p:nvPr>
        </p:nvSpPr>
        <p:spPr/>
        <p:txBody>
          <a:bodyPr/>
          <a:lstStyle/>
          <a:p>
            <a:r>
              <a:rPr lang="en-US" dirty="0"/>
              <a:t>Subhead</a:t>
            </a:r>
          </a:p>
        </p:txBody>
      </p:sp>
      <p:sp>
        <p:nvSpPr>
          <p:cNvPr id="67" name="Text Placeholder 66">
            <a:extLst>
              <a:ext uri="{FF2B5EF4-FFF2-40B4-BE49-F238E27FC236}">
                <a16:creationId xmlns:a16="http://schemas.microsoft.com/office/drawing/2014/main" id="{83C36223-5709-C94D-B639-30226BC58977}"/>
              </a:ext>
            </a:extLst>
          </p:cNvPr>
          <p:cNvSpPr>
            <a:spLocks noGrp="1"/>
          </p:cNvSpPr>
          <p:nvPr>
            <p:ph type="body" sz="quarter" idx="36"/>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8" name="Content Placeholder 67">
            <a:extLst>
              <a:ext uri="{FF2B5EF4-FFF2-40B4-BE49-F238E27FC236}">
                <a16:creationId xmlns:a16="http://schemas.microsoft.com/office/drawing/2014/main" id="{0B9FBE35-0D9A-EE43-B509-1272B1878F38}"/>
              </a:ext>
            </a:extLst>
          </p:cNvPr>
          <p:cNvSpPr>
            <a:spLocks noGrp="1"/>
          </p:cNvSpPr>
          <p:nvPr>
            <p:ph idx="37"/>
          </p:nvPr>
        </p:nvSpPr>
        <p:spPr/>
        <p:txBody>
          <a:bodyPr/>
          <a:lstStyle/>
          <a:p>
            <a:r>
              <a:rPr lang="en-US" dirty="0"/>
              <a:t>Subhead</a:t>
            </a:r>
          </a:p>
        </p:txBody>
      </p:sp>
      <p:sp>
        <p:nvSpPr>
          <p:cNvPr id="69" name="Text Placeholder 68">
            <a:extLst>
              <a:ext uri="{FF2B5EF4-FFF2-40B4-BE49-F238E27FC236}">
                <a16:creationId xmlns:a16="http://schemas.microsoft.com/office/drawing/2014/main" id="{78940DD0-AF39-6846-BFC5-90C59DC66378}"/>
              </a:ext>
            </a:extLst>
          </p:cNvPr>
          <p:cNvSpPr>
            <a:spLocks noGrp="1"/>
          </p:cNvSpPr>
          <p:nvPr>
            <p:ph type="body" sz="quarter" idx="38"/>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70" name="Content Placeholder 69">
            <a:extLst>
              <a:ext uri="{FF2B5EF4-FFF2-40B4-BE49-F238E27FC236}">
                <a16:creationId xmlns:a16="http://schemas.microsoft.com/office/drawing/2014/main" id="{4D048519-F80F-3E49-92FC-D77DC41CE417}"/>
              </a:ext>
            </a:extLst>
          </p:cNvPr>
          <p:cNvSpPr>
            <a:spLocks noGrp="1"/>
          </p:cNvSpPr>
          <p:nvPr>
            <p:ph idx="39"/>
          </p:nvPr>
        </p:nvSpPr>
        <p:spPr/>
        <p:txBody>
          <a:bodyPr/>
          <a:lstStyle/>
          <a:p>
            <a:r>
              <a:rPr lang="en-US" dirty="0"/>
              <a:t>Subhead</a:t>
            </a:r>
          </a:p>
        </p:txBody>
      </p:sp>
      <p:sp>
        <p:nvSpPr>
          <p:cNvPr id="71" name="Text Placeholder 70">
            <a:extLst>
              <a:ext uri="{FF2B5EF4-FFF2-40B4-BE49-F238E27FC236}">
                <a16:creationId xmlns:a16="http://schemas.microsoft.com/office/drawing/2014/main" id="{F9E4C771-5675-3D47-9D4E-F2EB0A5B8F1B}"/>
              </a:ext>
            </a:extLst>
          </p:cNvPr>
          <p:cNvSpPr>
            <a:spLocks noGrp="1"/>
          </p:cNvSpPr>
          <p:nvPr>
            <p:ph type="body" sz="quarter" idx="40"/>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76" name="Picture Placeholder 75">
            <a:extLst>
              <a:ext uri="{FF2B5EF4-FFF2-40B4-BE49-F238E27FC236}">
                <a16:creationId xmlns:a16="http://schemas.microsoft.com/office/drawing/2014/main" id="{D9CF6893-DF34-1646-60A0-0383AF4BF259}"/>
              </a:ext>
            </a:extLst>
          </p:cNvPr>
          <p:cNvSpPr>
            <a:spLocks noGrp="1"/>
          </p:cNvSpPr>
          <p:nvPr>
            <p:ph type="pic" sz="quarter" idx="42"/>
          </p:nvPr>
        </p:nvSpPr>
        <p:spPr/>
        <p:txBody>
          <a:bodyPr/>
          <a:lstStyle/>
          <a:p>
            <a:endParaRPr lang="en-US"/>
          </a:p>
        </p:txBody>
      </p:sp>
      <p:sp>
        <p:nvSpPr>
          <p:cNvPr id="77" name="Picture Placeholder 76">
            <a:extLst>
              <a:ext uri="{FF2B5EF4-FFF2-40B4-BE49-F238E27FC236}">
                <a16:creationId xmlns:a16="http://schemas.microsoft.com/office/drawing/2014/main" id="{4D162526-EB85-3035-FD8F-55C6669948E7}"/>
              </a:ext>
            </a:extLst>
          </p:cNvPr>
          <p:cNvSpPr>
            <a:spLocks noGrp="1"/>
          </p:cNvSpPr>
          <p:nvPr>
            <p:ph type="pic" sz="quarter" idx="43"/>
          </p:nvPr>
        </p:nvSpPr>
        <p:spPr/>
        <p:txBody>
          <a:bodyPr/>
          <a:lstStyle/>
          <a:p>
            <a:endParaRPr lang="en-US"/>
          </a:p>
        </p:txBody>
      </p:sp>
      <p:sp>
        <p:nvSpPr>
          <p:cNvPr id="78" name="Picture Placeholder 77">
            <a:extLst>
              <a:ext uri="{FF2B5EF4-FFF2-40B4-BE49-F238E27FC236}">
                <a16:creationId xmlns:a16="http://schemas.microsoft.com/office/drawing/2014/main" id="{FC8D2BEE-61EB-1668-53D3-565BB1EF23DC}"/>
              </a:ext>
            </a:extLst>
          </p:cNvPr>
          <p:cNvSpPr>
            <a:spLocks noGrp="1"/>
          </p:cNvSpPr>
          <p:nvPr>
            <p:ph type="pic" sz="quarter" idx="44"/>
          </p:nvPr>
        </p:nvSpPr>
        <p:spPr/>
        <p:txBody>
          <a:bodyPr/>
          <a:lstStyle/>
          <a:p>
            <a:endParaRPr lang="en-US"/>
          </a:p>
        </p:txBody>
      </p:sp>
      <p:sp>
        <p:nvSpPr>
          <p:cNvPr id="79" name="Picture Placeholder 78">
            <a:extLst>
              <a:ext uri="{FF2B5EF4-FFF2-40B4-BE49-F238E27FC236}">
                <a16:creationId xmlns:a16="http://schemas.microsoft.com/office/drawing/2014/main" id="{8CBB36EC-3919-89F0-235B-C7AE930E1801}"/>
              </a:ext>
            </a:extLst>
          </p:cNvPr>
          <p:cNvSpPr>
            <a:spLocks noGrp="1"/>
          </p:cNvSpPr>
          <p:nvPr>
            <p:ph type="pic" sz="quarter" idx="45"/>
          </p:nvPr>
        </p:nvSpPr>
        <p:spPr/>
        <p:txBody>
          <a:bodyPr/>
          <a:lstStyle/>
          <a:p>
            <a:endParaRPr lang="en-US"/>
          </a:p>
        </p:txBody>
      </p:sp>
      <p:sp>
        <p:nvSpPr>
          <p:cNvPr id="80" name="Picture Placeholder 79">
            <a:extLst>
              <a:ext uri="{FF2B5EF4-FFF2-40B4-BE49-F238E27FC236}">
                <a16:creationId xmlns:a16="http://schemas.microsoft.com/office/drawing/2014/main" id="{7812D842-BFA0-C254-5601-F2FA0604E91C}"/>
              </a:ext>
            </a:extLst>
          </p:cNvPr>
          <p:cNvSpPr>
            <a:spLocks noGrp="1"/>
          </p:cNvSpPr>
          <p:nvPr>
            <p:ph type="pic" sz="quarter" idx="46"/>
          </p:nvPr>
        </p:nvSpPr>
        <p:spPr/>
        <p:txBody>
          <a:bodyPr/>
          <a:lstStyle/>
          <a:p>
            <a:endParaRPr lang="en-US"/>
          </a:p>
        </p:txBody>
      </p:sp>
      <p:sp>
        <p:nvSpPr>
          <p:cNvPr id="4" name="TextBox 3">
            <a:extLst>
              <a:ext uri="{FF2B5EF4-FFF2-40B4-BE49-F238E27FC236}">
                <a16:creationId xmlns:a16="http://schemas.microsoft.com/office/drawing/2014/main" id="{1B9349C5-EA6D-F558-CC1E-014317910F51}"/>
              </a:ext>
            </a:extLst>
          </p:cNvPr>
          <p:cNvSpPr txBox="1"/>
          <p:nvPr/>
        </p:nvSpPr>
        <p:spPr>
          <a:xfrm>
            <a:off x="481780" y="2307832"/>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5" name="TextBox 4">
            <a:extLst>
              <a:ext uri="{FF2B5EF4-FFF2-40B4-BE49-F238E27FC236}">
                <a16:creationId xmlns:a16="http://schemas.microsoft.com/office/drawing/2014/main" id="{A5AE793F-F798-3DFA-4CF2-D19F58FF7E42}"/>
              </a:ext>
            </a:extLst>
          </p:cNvPr>
          <p:cNvSpPr txBox="1"/>
          <p:nvPr/>
        </p:nvSpPr>
        <p:spPr>
          <a:xfrm>
            <a:off x="4512945" y="2307832"/>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7" name="TextBox 6">
            <a:extLst>
              <a:ext uri="{FF2B5EF4-FFF2-40B4-BE49-F238E27FC236}">
                <a16:creationId xmlns:a16="http://schemas.microsoft.com/office/drawing/2014/main" id="{70D14C69-952B-B4AB-C9F6-765EF1A0C4FE}"/>
              </a:ext>
            </a:extLst>
          </p:cNvPr>
          <p:cNvSpPr txBox="1"/>
          <p:nvPr/>
        </p:nvSpPr>
        <p:spPr>
          <a:xfrm>
            <a:off x="8611018" y="2307832"/>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9" name="TextBox 8">
            <a:extLst>
              <a:ext uri="{FF2B5EF4-FFF2-40B4-BE49-F238E27FC236}">
                <a16:creationId xmlns:a16="http://schemas.microsoft.com/office/drawing/2014/main" id="{610742B8-7118-D32C-7B12-2FB205FC44E4}"/>
              </a:ext>
            </a:extLst>
          </p:cNvPr>
          <p:cNvSpPr txBox="1"/>
          <p:nvPr/>
        </p:nvSpPr>
        <p:spPr>
          <a:xfrm>
            <a:off x="481780" y="4677466"/>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11" name="TextBox 10">
            <a:extLst>
              <a:ext uri="{FF2B5EF4-FFF2-40B4-BE49-F238E27FC236}">
                <a16:creationId xmlns:a16="http://schemas.microsoft.com/office/drawing/2014/main" id="{462604DA-DF10-AC14-F77F-00003ABBA820}"/>
              </a:ext>
            </a:extLst>
          </p:cNvPr>
          <p:cNvSpPr txBox="1"/>
          <p:nvPr/>
        </p:nvSpPr>
        <p:spPr>
          <a:xfrm>
            <a:off x="4512945" y="4677466"/>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13" name="TextBox 12">
            <a:extLst>
              <a:ext uri="{FF2B5EF4-FFF2-40B4-BE49-F238E27FC236}">
                <a16:creationId xmlns:a16="http://schemas.microsoft.com/office/drawing/2014/main" id="{C8EEB1D0-8F4D-6956-B2F3-84EA5E1548D6}"/>
              </a:ext>
            </a:extLst>
          </p:cNvPr>
          <p:cNvSpPr txBox="1"/>
          <p:nvPr/>
        </p:nvSpPr>
        <p:spPr>
          <a:xfrm>
            <a:off x="8611018" y="4677466"/>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2" name="Slide Number Placeholder 1">
            <a:extLst>
              <a:ext uri="{FF2B5EF4-FFF2-40B4-BE49-F238E27FC236}">
                <a16:creationId xmlns:a16="http://schemas.microsoft.com/office/drawing/2014/main" id="{341EBD2F-8EB8-41D1-8E2D-3D053547AB37}"/>
              </a:ext>
            </a:extLst>
          </p:cNvPr>
          <p:cNvSpPr>
            <a:spLocks noGrp="1"/>
          </p:cNvSpPr>
          <p:nvPr>
            <p:ph type="sldNum" sz="quarter" idx="4"/>
          </p:nvPr>
        </p:nvSpPr>
        <p:spPr/>
        <p:txBody>
          <a:bodyPr/>
          <a:lstStyle/>
          <a:p>
            <a:fld id="{7196636F-A64E-6C4D-AE26-50A84E19B9C9}" type="slidenum">
              <a:rPr lang="en-US" smtClean="0"/>
              <a:pPr/>
              <a:t>31</a:t>
            </a:fld>
            <a:endParaRPr lang="en-US" dirty="0"/>
          </a:p>
        </p:txBody>
      </p:sp>
    </p:spTree>
    <p:extLst>
      <p:ext uri="{BB962C8B-B14F-4D97-AF65-F5344CB8AC3E}">
        <p14:creationId xmlns:p14="http://schemas.microsoft.com/office/powerpoint/2010/main" val="2469282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1BC56B38-AECA-9089-C63D-23CE558B559B}"/>
              </a:ext>
            </a:extLst>
          </p:cNvPr>
          <p:cNvSpPr>
            <a:spLocks noGrp="1"/>
          </p:cNvSpPr>
          <p:nvPr>
            <p:ph type="pic" sz="quarter" idx="18"/>
          </p:nvPr>
        </p:nvSpPr>
        <p:spPr/>
        <p:txBody>
          <a:bodyPr/>
          <a:lstStyle/>
          <a:p>
            <a:endParaRPr lang="en-US"/>
          </a:p>
        </p:txBody>
      </p:sp>
      <p:sp>
        <p:nvSpPr>
          <p:cNvPr id="19" name="Picture Placeholder 18">
            <a:extLst>
              <a:ext uri="{FF2B5EF4-FFF2-40B4-BE49-F238E27FC236}">
                <a16:creationId xmlns:a16="http://schemas.microsoft.com/office/drawing/2014/main" id="{6D961AA2-6741-5913-FA72-CDE891BCF97B}"/>
              </a:ext>
            </a:extLst>
          </p:cNvPr>
          <p:cNvSpPr>
            <a:spLocks noGrp="1"/>
          </p:cNvSpPr>
          <p:nvPr>
            <p:ph type="pic" sz="quarter" idx="19"/>
          </p:nvPr>
        </p:nvSpPr>
        <p:spPr/>
        <p:txBody>
          <a:bodyPr/>
          <a:lstStyle/>
          <a:p>
            <a:endParaRPr lang="en-US"/>
          </a:p>
        </p:txBody>
      </p:sp>
      <p:sp>
        <p:nvSpPr>
          <p:cNvPr id="20" name="Picture Placeholder 19">
            <a:extLst>
              <a:ext uri="{FF2B5EF4-FFF2-40B4-BE49-F238E27FC236}">
                <a16:creationId xmlns:a16="http://schemas.microsoft.com/office/drawing/2014/main" id="{29789922-895F-E23E-7627-99E212955E4D}"/>
              </a:ext>
            </a:extLst>
          </p:cNvPr>
          <p:cNvSpPr>
            <a:spLocks noGrp="1"/>
          </p:cNvSpPr>
          <p:nvPr>
            <p:ph type="pic" sz="quarter" idx="20"/>
          </p:nvPr>
        </p:nvSpPr>
        <p:spPr/>
        <p:txBody>
          <a:bodyPr/>
          <a:lstStyle/>
          <a:p>
            <a:endParaRPr lang="en-US"/>
          </a:p>
        </p:txBody>
      </p:sp>
      <p:sp>
        <p:nvSpPr>
          <p:cNvPr id="21" name="Picture Placeholder 20">
            <a:extLst>
              <a:ext uri="{FF2B5EF4-FFF2-40B4-BE49-F238E27FC236}">
                <a16:creationId xmlns:a16="http://schemas.microsoft.com/office/drawing/2014/main" id="{28A6FFB0-4217-A3CC-F37E-2F21CF700251}"/>
              </a:ext>
            </a:extLst>
          </p:cNvPr>
          <p:cNvSpPr>
            <a:spLocks noGrp="1"/>
          </p:cNvSpPr>
          <p:nvPr>
            <p:ph type="pic" sz="quarter" idx="21"/>
          </p:nvPr>
        </p:nvSpPr>
        <p:spPr/>
        <p:txBody>
          <a:bodyPr/>
          <a:lstStyle/>
          <a:p>
            <a:endParaRPr lang="en-US"/>
          </a:p>
        </p:txBody>
      </p:sp>
      <p:sp>
        <p:nvSpPr>
          <p:cNvPr id="3" name="Text Placeholder 2">
            <a:extLst>
              <a:ext uri="{FF2B5EF4-FFF2-40B4-BE49-F238E27FC236}">
                <a16:creationId xmlns:a16="http://schemas.microsoft.com/office/drawing/2014/main" id="{5861BAE8-68D0-054D-8DF0-E18D2DDA5A47}"/>
              </a:ext>
            </a:extLst>
          </p:cNvPr>
          <p:cNvSpPr>
            <a:spLocks noGrp="1"/>
          </p:cNvSpPr>
          <p:nvPr>
            <p:ph type="body" sz="quarter" idx="16"/>
          </p:nvPr>
        </p:nvSpPr>
        <p:spPr/>
        <p:txBody>
          <a:bodyPr/>
          <a:lstStyle/>
          <a:p>
            <a:r>
              <a:rPr lang="en-US" dirty="0"/>
              <a:t>This is a montage slide that can </a:t>
            </a:r>
            <a:br>
              <a:rPr lang="en-US" dirty="0"/>
            </a:br>
            <a:r>
              <a:rPr lang="en-US" dirty="0"/>
              <a:t>be used when multiple images </a:t>
            </a:r>
            <a:br>
              <a:rPr lang="en-US" dirty="0"/>
            </a:br>
            <a:r>
              <a:rPr lang="en-US" dirty="0"/>
              <a:t>are needed.</a:t>
            </a:r>
          </a:p>
        </p:txBody>
      </p:sp>
      <p:sp>
        <p:nvSpPr>
          <p:cNvPr id="12" name="Text Placeholder 11">
            <a:extLst>
              <a:ext uri="{FF2B5EF4-FFF2-40B4-BE49-F238E27FC236}">
                <a16:creationId xmlns:a16="http://schemas.microsoft.com/office/drawing/2014/main" id="{F5EC6C69-7652-0633-2DA4-D6549DE15A77}"/>
              </a:ext>
            </a:extLst>
          </p:cNvPr>
          <p:cNvSpPr>
            <a:spLocks noGrp="1"/>
          </p:cNvSpPr>
          <p:nvPr>
            <p:ph type="body" sz="quarter" idx="13"/>
          </p:nvPr>
        </p:nvSpPr>
        <p:spPr/>
        <p:txBody>
          <a:bodyPr/>
          <a:lstStyle/>
          <a:p>
            <a:r>
              <a:rPr lang="en-US" dirty="0"/>
              <a:t>Section name</a:t>
            </a:r>
          </a:p>
        </p:txBody>
      </p:sp>
      <p:sp>
        <p:nvSpPr>
          <p:cNvPr id="2" name="TextBox 1">
            <a:extLst>
              <a:ext uri="{FF2B5EF4-FFF2-40B4-BE49-F238E27FC236}">
                <a16:creationId xmlns:a16="http://schemas.microsoft.com/office/drawing/2014/main" id="{4AE1789F-D7DB-97DD-68B0-DAA20455E75B}"/>
              </a:ext>
            </a:extLst>
          </p:cNvPr>
          <p:cNvSpPr txBox="1"/>
          <p:nvPr/>
        </p:nvSpPr>
        <p:spPr>
          <a:xfrm>
            <a:off x="6283309" y="1599205"/>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4" name="TextBox 3">
            <a:extLst>
              <a:ext uri="{FF2B5EF4-FFF2-40B4-BE49-F238E27FC236}">
                <a16:creationId xmlns:a16="http://schemas.microsoft.com/office/drawing/2014/main" id="{0F6B3D59-2C47-701D-AA22-ABFA921FD5B8}"/>
              </a:ext>
            </a:extLst>
          </p:cNvPr>
          <p:cNvSpPr txBox="1"/>
          <p:nvPr/>
        </p:nvSpPr>
        <p:spPr>
          <a:xfrm>
            <a:off x="9780607" y="1604781"/>
            <a:ext cx="2411394"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5" name="TextBox 4">
            <a:extLst>
              <a:ext uri="{FF2B5EF4-FFF2-40B4-BE49-F238E27FC236}">
                <a16:creationId xmlns:a16="http://schemas.microsoft.com/office/drawing/2014/main" id="{3717CE90-02AB-5DA9-8561-C834C3E7B66F}"/>
              </a:ext>
            </a:extLst>
          </p:cNvPr>
          <p:cNvSpPr txBox="1"/>
          <p:nvPr/>
        </p:nvSpPr>
        <p:spPr>
          <a:xfrm>
            <a:off x="6129456" y="4922268"/>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7" name="TextBox 6">
            <a:extLst>
              <a:ext uri="{FF2B5EF4-FFF2-40B4-BE49-F238E27FC236}">
                <a16:creationId xmlns:a16="http://schemas.microsoft.com/office/drawing/2014/main" id="{50C8903C-330C-BB7D-718C-D022144306DF}"/>
              </a:ext>
            </a:extLst>
          </p:cNvPr>
          <p:cNvSpPr txBox="1"/>
          <p:nvPr/>
        </p:nvSpPr>
        <p:spPr>
          <a:xfrm>
            <a:off x="9626754" y="4927844"/>
            <a:ext cx="2411394"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cxnSp>
        <p:nvCxnSpPr>
          <p:cNvPr id="10" name="Straight Connector 9">
            <a:extLst>
              <a:ext uri="{FF2B5EF4-FFF2-40B4-BE49-F238E27FC236}">
                <a16:creationId xmlns:a16="http://schemas.microsoft.com/office/drawing/2014/main" id="{A69E3F54-134A-183B-D1ED-18C10AC4B73A}"/>
              </a:ext>
            </a:extLst>
          </p:cNvPr>
          <p:cNvCxnSpPr/>
          <p:nvPr/>
        </p:nvCxnSpPr>
        <p:spPr>
          <a:xfrm>
            <a:off x="6096000" y="-2"/>
            <a:ext cx="0" cy="6936061"/>
          </a:xfrm>
          <a:prstGeom prst="line">
            <a:avLst/>
          </a:prstGeom>
          <a:ln w="9525">
            <a:solidFill>
              <a:schemeClr val="bg2"/>
            </a:solidFill>
            <a:tailEnd type="none" w="med" len="sm"/>
          </a:ln>
          <a:effectLst/>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4CC00C2B-D252-4A62-8C32-F407F46B979C}"/>
              </a:ext>
            </a:extLst>
          </p:cNvPr>
          <p:cNvSpPr>
            <a:spLocks noGrp="1"/>
          </p:cNvSpPr>
          <p:nvPr>
            <p:ph type="sldNum" sz="quarter" idx="4"/>
          </p:nvPr>
        </p:nvSpPr>
        <p:spPr/>
        <p:txBody>
          <a:bodyPr/>
          <a:lstStyle/>
          <a:p>
            <a:fld id="{7196636F-A64E-6C4D-AE26-50A84E19B9C9}" type="slidenum">
              <a:rPr lang="en-US" smtClean="0"/>
              <a:pPr/>
              <a:t>32</a:t>
            </a:fld>
            <a:endParaRPr lang="en-US" dirty="0"/>
          </a:p>
        </p:txBody>
      </p:sp>
    </p:spTree>
    <p:extLst>
      <p:ext uri="{BB962C8B-B14F-4D97-AF65-F5344CB8AC3E}">
        <p14:creationId xmlns:p14="http://schemas.microsoft.com/office/powerpoint/2010/main" val="3970330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ontent Placeholder 6">
            <a:extLst>
              <a:ext uri="{FF2B5EF4-FFF2-40B4-BE49-F238E27FC236}">
                <a16:creationId xmlns:a16="http://schemas.microsoft.com/office/drawing/2014/main" id="{498F5D31-439A-E444-BFA7-B66FB8A630E2}"/>
              </a:ext>
            </a:extLst>
          </p:cNvPr>
          <p:cNvGraphicFramePr>
            <a:graphicFrameLocks/>
          </p:cNvGraphicFramePr>
          <p:nvPr>
            <p:extLst>
              <p:ext uri="{D42A27DB-BD31-4B8C-83A1-F6EECF244321}">
                <p14:modId xmlns:p14="http://schemas.microsoft.com/office/powerpoint/2010/main" val="1628764564"/>
              </p:ext>
            </p:extLst>
          </p:nvPr>
        </p:nvGraphicFramePr>
        <p:xfrm>
          <a:off x="415765" y="1563536"/>
          <a:ext cx="3260004" cy="2511902"/>
        </p:xfrm>
        <a:graphic>
          <a:graphicData uri="http://schemas.openxmlformats.org/drawingml/2006/chart">
            <c:chart xmlns:c="http://schemas.openxmlformats.org/drawingml/2006/chart" xmlns:r="http://schemas.openxmlformats.org/officeDocument/2006/relationships" r:id="rId2"/>
          </a:graphicData>
        </a:graphic>
      </p:graphicFrame>
      <p:sp>
        <p:nvSpPr>
          <p:cNvPr id="60" name="Text Placeholder 59">
            <a:extLst>
              <a:ext uri="{FF2B5EF4-FFF2-40B4-BE49-F238E27FC236}">
                <a16:creationId xmlns:a16="http://schemas.microsoft.com/office/drawing/2014/main" id="{E53B859F-52D1-D84D-87B2-37F8C608B4DB}"/>
              </a:ext>
            </a:extLst>
          </p:cNvPr>
          <p:cNvSpPr>
            <a:spLocks noGrp="1"/>
          </p:cNvSpPr>
          <p:nvPr>
            <p:ph type="body" sz="quarter" idx="26"/>
          </p:nvPr>
        </p:nvSpPr>
        <p:spPr/>
        <p:txBody>
          <a:bodyPr/>
          <a:lstStyle/>
          <a:p>
            <a:r>
              <a:rPr lang="en-US" dirty="0"/>
              <a:t>XX</a:t>
            </a:r>
            <a:r>
              <a:rPr lang="en-US" baseline="30000" dirty="0"/>
              <a:t>%</a:t>
            </a:r>
          </a:p>
        </p:txBody>
      </p:sp>
      <p:sp>
        <p:nvSpPr>
          <p:cNvPr id="61" name="Text Placeholder 60">
            <a:extLst>
              <a:ext uri="{FF2B5EF4-FFF2-40B4-BE49-F238E27FC236}">
                <a16:creationId xmlns:a16="http://schemas.microsoft.com/office/drawing/2014/main" id="{9E32DE5C-0699-2242-8AD7-5F513022D95D}"/>
              </a:ext>
            </a:extLst>
          </p:cNvPr>
          <p:cNvSpPr>
            <a:spLocks noGrp="1"/>
          </p:cNvSpPr>
          <p:nvPr>
            <p:ph type="body" sz="quarter" idx="27"/>
          </p:nvPr>
        </p:nvSpPr>
        <p:spPr/>
        <p:txBody>
          <a:bodyPr/>
          <a:lstStyle/>
          <a:p>
            <a:r>
              <a:rPr lang="en-US" dirty="0"/>
              <a:t>Key Data Point</a:t>
            </a:r>
          </a:p>
        </p:txBody>
      </p:sp>
      <p:sp>
        <p:nvSpPr>
          <p:cNvPr id="62" name="Text Placeholder 61">
            <a:extLst>
              <a:ext uri="{FF2B5EF4-FFF2-40B4-BE49-F238E27FC236}">
                <a16:creationId xmlns:a16="http://schemas.microsoft.com/office/drawing/2014/main" id="{91BC3BF1-9959-1C43-9771-B9564388AC54}"/>
              </a:ext>
            </a:extLst>
          </p:cNvPr>
          <p:cNvSpPr>
            <a:spLocks noGrp="1"/>
          </p:cNvSpPr>
          <p:nvPr>
            <p:ph type="body" sz="quarter" idx="28"/>
          </p:nvPr>
        </p:nvSpPr>
        <p:spPr/>
        <p:txBody>
          <a:bodyPr/>
          <a:lstStyle/>
          <a:p>
            <a:r>
              <a:rPr lang="en-US" dirty="0"/>
              <a:t>XX</a:t>
            </a:r>
            <a:r>
              <a:rPr lang="en-US" baseline="30000" dirty="0"/>
              <a:t>%</a:t>
            </a:r>
          </a:p>
        </p:txBody>
      </p:sp>
      <p:sp>
        <p:nvSpPr>
          <p:cNvPr id="63" name="Text Placeholder 62">
            <a:extLst>
              <a:ext uri="{FF2B5EF4-FFF2-40B4-BE49-F238E27FC236}">
                <a16:creationId xmlns:a16="http://schemas.microsoft.com/office/drawing/2014/main" id="{46BB9D35-DC42-D140-9E33-DB83EBDFAF66}"/>
              </a:ext>
            </a:extLst>
          </p:cNvPr>
          <p:cNvSpPr>
            <a:spLocks noGrp="1"/>
          </p:cNvSpPr>
          <p:nvPr>
            <p:ph type="body" sz="quarter" idx="29"/>
          </p:nvPr>
        </p:nvSpPr>
        <p:spPr/>
        <p:txBody>
          <a:bodyPr/>
          <a:lstStyle/>
          <a:p>
            <a:r>
              <a:rPr lang="en-US" dirty="0"/>
              <a:t>Key Data Point</a:t>
            </a:r>
          </a:p>
        </p:txBody>
      </p:sp>
      <p:sp>
        <p:nvSpPr>
          <p:cNvPr id="35" name="Picture Placeholder 34">
            <a:extLst>
              <a:ext uri="{FF2B5EF4-FFF2-40B4-BE49-F238E27FC236}">
                <a16:creationId xmlns:a16="http://schemas.microsoft.com/office/drawing/2014/main" id="{4D6504A6-2B82-DC28-EE02-9CDC873E9949}"/>
              </a:ext>
            </a:extLst>
          </p:cNvPr>
          <p:cNvSpPr>
            <a:spLocks noGrp="1"/>
          </p:cNvSpPr>
          <p:nvPr>
            <p:ph type="pic" sz="quarter" idx="21"/>
          </p:nvPr>
        </p:nvSpPr>
        <p:spPr/>
        <p:txBody>
          <a:bodyPr/>
          <a:lstStyle/>
          <a:p>
            <a:endParaRPr lang="en-US"/>
          </a:p>
        </p:txBody>
      </p:sp>
      <p:sp>
        <p:nvSpPr>
          <p:cNvPr id="4" name="Title 3"/>
          <p:cNvSpPr>
            <a:spLocks noGrp="1"/>
          </p:cNvSpPr>
          <p:nvPr>
            <p:ph type="title"/>
          </p:nvPr>
        </p:nvSpPr>
        <p:spPr/>
        <p:txBody>
          <a:bodyPr/>
          <a:lstStyle/>
          <a:p>
            <a:r>
              <a:rPr lang="en-US" dirty="0"/>
              <a:t>Three-column with Data Viz</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p:txBody>
      </p:sp>
      <p:sp>
        <p:nvSpPr>
          <p:cNvPr id="5" name="Content Placeholder 4">
            <a:extLst>
              <a:ext uri="{FF2B5EF4-FFF2-40B4-BE49-F238E27FC236}">
                <a16:creationId xmlns:a16="http://schemas.microsoft.com/office/drawing/2014/main" id="{26C1381E-EA6A-7442-B810-E769AC11FD58}"/>
              </a:ext>
            </a:extLst>
          </p:cNvPr>
          <p:cNvSpPr>
            <a:spLocks noGrp="1"/>
          </p:cNvSpPr>
          <p:nvPr>
            <p:ph type="body" sz="quarter" idx="18"/>
          </p:nvPr>
        </p:nvSpPr>
        <p:spPr/>
        <p:txBody>
          <a:bodyPr/>
          <a:lstStyle/>
          <a:p>
            <a:r>
              <a:rPr lang="en-US" dirty="0"/>
              <a:t>Brief description of data</a:t>
            </a:r>
          </a:p>
        </p:txBody>
      </p:sp>
      <p:sp>
        <p:nvSpPr>
          <p:cNvPr id="32" name="Text Placeholder 31">
            <a:extLst>
              <a:ext uri="{FF2B5EF4-FFF2-40B4-BE49-F238E27FC236}">
                <a16:creationId xmlns:a16="http://schemas.microsoft.com/office/drawing/2014/main" id="{038C7BF0-BDBA-4C44-9953-459F178A5843}"/>
              </a:ext>
            </a:extLst>
          </p:cNvPr>
          <p:cNvSpPr>
            <a:spLocks noGrp="1"/>
          </p:cNvSpPr>
          <p:nvPr>
            <p:ph type="body" sz="quarter" idx="19"/>
          </p:nvPr>
        </p:nvSpPr>
        <p:spPr/>
        <p:txBody>
          <a:bodyPr/>
          <a:lstStyle/>
          <a:p>
            <a:r>
              <a:rPr lang="en-US" dirty="0"/>
              <a:t>Brief description of data</a:t>
            </a:r>
          </a:p>
          <a:p>
            <a:endParaRPr lang="en-US" dirty="0"/>
          </a:p>
        </p:txBody>
      </p:sp>
      <p:sp>
        <p:nvSpPr>
          <p:cNvPr id="37" name="Text Placeholder 36">
            <a:extLst>
              <a:ext uri="{FF2B5EF4-FFF2-40B4-BE49-F238E27FC236}">
                <a16:creationId xmlns:a16="http://schemas.microsoft.com/office/drawing/2014/main" id="{3644CABF-DCD5-6D48-9D76-C01C70342CB7}"/>
              </a:ext>
            </a:extLst>
          </p:cNvPr>
          <p:cNvSpPr>
            <a:spLocks noGrp="1"/>
          </p:cNvSpPr>
          <p:nvPr>
            <p:ph type="body" sz="quarter" idx="20"/>
          </p:nvPr>
        </p:nvSpPr>
        <p:spPr/>
        <p:txBody>
          <a:bodyPr/>
          <a:lstStyle/>
          <a:p>
            <a:r>
              <a:rPr lang="en-US" dirty="0"/>
              <a:t>Brief description of data</a:t>
            </a:r>
          </a:p>
          <a:p>
            <a:endParaRPr lang="en-US" dirty="0"/>
          </a:p>
        </p:txBody>
      </p:sp>
      <p:sp>
        <p:nvSpPr>
          <p:cNvPr id="36" name="Picture Placeholder 35">
            <a:extLst>
              <a:ext uri="{FF2B5EF4-FFF2-40B4-BE49-F238E27FC236}">
                <a16:creationId xmlns:a16="http://schemas.microsoft.com/office/drawing/2014/main" id="{47431F2D-C467-E998-3157-B5123D746B38}"/>
              </a:ext>
            </a:extLst>
          </p:cNvPr>
          <p:cNvSpPr>
            <a:spLocks noGrp="1"/>
          </p:cNvSpPr>
          <p:nvPr>
            <p:ph type="pic" sz="quarter" idx="22"/>
          </p:nvPr>
        </p:nvSpPr>
        <p:spPr/>
        <p:txBody>
          <a:bodyPr/>
          <a:lstStyle/>
          <a:p>
            <a:endParaRPr lang="en-US"/>
          </a:p>
        </p:txBody>
      </p:sp>
      <p:sp>
        <p:nvSpPr>
          <p:cNvPr id="38" name="Picture Placeholder 37">
            <a:extLst>
              <a:ext uri="{FF2B5EF4-FFF2-40B4-BE49-F238E27FC236}">
                <a16:creationId xmlns:a16="http://schemas.microsoft.com/office/drawing/2014/main" id="{8DDE80E0-316B-9077-852C-73C51ACE3BB9}"/>
              </a:ext>
            </a:extLst>
          </p:cNvPr>
          <p:cNvSpPr>
            <a:spLocks noGrp="1"/>
          </p:cNvSpPr>
          <p:nvPr>
            <p:ph type="pic" sz="quarter" idx="23"/>
          </p:nvPr>
        </p:nvSpPr>
        <p:spPr/>
        <p:txBody>
          <a:bodyPr/>
          <a:lstStyle/>
          <a:p>
            <a:endParaRPr lang="en-US"/>
          </a:p>
        </p:txBody>
      </p:sp>
      <p:sp>
        <p:nvSpPr>
          <p:cNvPr id="58" name="Text Placeholder 57">
            <a:extLst>
              <a:ext uri="{FF2B5EF4-FFF2-40B4-BE49-F238E27FC236}">
                <a16:creationId xmlns:a16="http://schemas.microsoft.com/office/drawing/2014/main" id="{FCE9C9E1-59A2-3E45-A8DA-5AF35A6D3CF9}"/>
              </a:ext>
            </a:extLst>
          </p:cNvPr>
          <p:cNvSpPr>
            <a:spLocks noGrp="1"/>
          </p:cNvSpPr>
          <p:nvPr>
            <p:ph type="body" sz="quarter" idx="24"/>
          </p:nvPr>
        </p:nvSpPr>
        <p:spPr/>
        <p:txBody>
          <a:bodyPr/>
          <a:lstStyle/>
          <a:p>
            <a:r>
              <a:rPr lang="en-US" dirty="0"/>
              <a:t>XX</a:t>
            </a:r>
            <a:r>
              <a:rPr lang="en-US" baseline="30000" dirty="0"/>
              <a:t>%</a:t>
            </a:r>
          </a:p>
        </p:txBody>
      </p:sp>
      <p:sp>
        <p:nvSpPr>
          <p:cNvPr id="59" name="Text Placeholder 58">
            <a:extLst>
              <a:ext uri="{FF2B5EF4-FFF2-40B4-BE49-F238E27FC236}">
                <a16:creationId xmlns:a16="http://schemas.microsoft.com/office/drawing/2014/main" id="{302884D5-72A0-E742-A9F0-7C2CB61286C5}"/>
              </a:ext>
            </a:extLst>
          </p:cNvPr>
          <p:cNvSpPr>
            <a:spLocks noGrp="1"/>
          </p:cNvSpPr>
          <p:nvPr>
            <p:ph type="body" sz="quarter" idx="25"/>
          </p:nvPr>
        </p:nvSpPr>
        <p:spPr/>
        <p:txBody>
          <a:bodyPr/>
          <a:lstStyle/>
          <a:p>
            <a:r>
              <a:rPr lang="en-US" dirty="0"/>
              <a:t>Key Data Point</a:t>
            </a:r>
          </a:p>
        </p:txBody>
      </p:sp>
      <p:sp>
        <p:nvSpPr>
          <p:cNvPr id="10" name="Content Placeholder 4">
            <a:extLst>
              <a:ext uri="{FF2B5EF4-FFF2-40B4-BE49-F238E27FC236}">
                <a16:creationId xmlns:a16="http://schemas.microsoft.com/office/drawing/2014/main" id="{9ACA1F32-17CE-1741-9A4E-190AD0825121}"/>
              </a:ext>
            </a:extLst>
          </p:cNvPr>
          <p:cNvSpPr txBox="1">
            <a:spLocks/>
          </p:cNvSpPr>
          <p:nvPr/>
        </p:nvSpPr>
        <p:spPr>
          <a:xfrm>
            <a:off x="4759211" y="4720167"/>
            <a:ext cx="4144157" cy="1247498"/>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a:p>
        </p:txBody>
      </p:sp>
      <p:grpSp>
        <p:nvGrpSpPr>
          <p:cNvPr id="14" name="Group 13">
            <a:extLst>
              <a:ext uri="{FF2B5EF4-FFF2-40B4-BE49-F238E27FC236}">
                <a16:creationId xmlns:a16="http://schemas.microsoft.com/office/drawing/2014/main" id="{ECFBB23F-74AC-8F4F-A28A-6EB368CB7847}"/>
              </a:ext>
            </a:extLst>
          </p:cNvPr>
          <p:cNvGrpSpPr/>
          <p:nvPr/>
        </p:nvGrpSpPr>
        <p:grpSpPr>
          <a:xfrm>
            <a:off x="4064000" y="1967696"/>
            <a:ext cx="4064000" cy="4356904"/>
            <a:chOff x="4064000" y="1967696"/>
            <a:chExt cx="4064000" cy="3183038"/>
          </a:xfrm>
        </p:grpSpPr>
        <p:cxnSp>
          <p:nvCxnSpPr>
            <p:cNvPr id="16" name="Straight Connector 15">
              <a:extLst>
                <a:ext uri="{FF2B5EF4-FFF2-40B4-BE49-F238E27FC236}">
                  <a16:creationId xmlns:a16="http://schemas.microsoft.com/office/drawing/2014/main" id="{A469BE49-31F8-4147-87AC-27CADA40A562}"/>
                </a:ext>
              </a:extLst>
            </p:cNvPr>
            <p:cNvCxnSpPr>
              <a:cxnSpLocks/>
            </p:cNvCxnSpPr>
            <p:nvPr/>
          </p:nvCxnSpPr>
          <p:spPr>
            <a:xfrm>
              <a:off x="4064000" y="1967696"/>
              <a:ext cx="0" cy="3183038"/>
            </a:xfrm>
            <a:prstGeom prst="line">
              <a:avLst/>
            </a:prstGeom>
            <a:ln w="6350">
              <a:solidFill>
                <a:schemeClr val="accent2"/>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ACAC04-9460-9A41-80D5-6D5ACD0D8309}"/>
                </a:ext>
              </a:extLst>
            </p:cNvPr>
            <p:cNvCxnSpPr>
              <a:cxnSpLocks/>
            </p:cNvCxnSpPr>
            <p:nvPr/>
          </p:nvCxnSpPr>
          <p:spPr>
            <a:xfrm>
              <a:off x="8128000" y="1967696"/>
              <a:ext cx="0" cy="3183038"/>
            </a:xfrm>
            <a:prstGeom prst="line">
              <a:avLst/>
            </a:prstGeom>
            <a:ln w="6350">
              <a:solidFill>
                <a:schemeClr val="accent2"/>
              </a:solidFill>
              <a:tailEnd type="none" w="med" len="sm"/>
            </a:ln>
            <a:effectLst/>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7F6A729A-8044-182A-C867-F04753218E5C}"/>
              </a:ext>
            </a:extLst>
          </p:cNvPr>
          <p:cNvSpPr txBox="1"/>
          <p:nvPr/>
        </p:nvSpPr>
        <p:spPr>
          <a:xfrm>
            <a:off x="8483454" y="4655603"/>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3" name="TextBox 2">
            <a:extLst>
              <a:ext uri="{FF2B5EF4-FFF2-40B4-BE49-F238E27FC236}">
                <a16:creationId xmlns:a16="http://schemas.microsoft.com/office/drawing/2014/main" id="{057AC37D-891B-8E49-65ED-0F1BD45C27A4}"/>
              </a:ext>
            </a:extLst>
          </p:cNvPr>
          <p:cNvSpPr txBox="1"/>
          <p:nvPr/>
        </p:nvSpPr>
        <p:spPr>
          <a:xfrm>
            <a:off x="4435562" y="4655603"/>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sp>
        <p:nvSpPr>
          <p:cNvPr id="8" name="TextBox 7">
            <a:extLst>
              <a:ext uri="{FF2B5EF4-FFF2-40B4-BE49-F238E27FC236}">
                <a16:creationId xmlns:a16="http://schemas.microsoft.com/office/drawing/2014/main" id="{3FC449D9-713F-C3A6-ABBE-61F97C81F6A7}"/>
              </a:ext>
            </a:extLst>
          </p:cNvPr>
          <p:cNvSpPr txBox="1"/>
          <p:nvPr/>
        </p:nvSpPr>
        <p:spPr>
          <a:xfrm>
            <a:off x="398820" y="4655603"/>
            <a:ext cx="3309989" cy="584775"/>
          </a:xfrm>
          <a:prstGeom prst="rect">
            <a:avLst/>
          </a:prstGeom>
          <a:effectLst/>
        </p:spPr>
        <p:txBody>
          <a:bodyPr vert="horz" wrap="square" lIns="91440" tIns="45720" rIns="91440" bIns="45720" rtlCol="0">
            <a:spAutoFit/>
          </a:bodyPr>
          <a:lstStyle/>
          <a:p>
            <a:pPr algn="ctr"/>
            <a:r>
              <a:rPr lang="en-US" sz="1100" b="1" spc="40" dirty="0">
                <a:solidFill>
                  <a:schemeClr val="tx2"/>
                </a:solidFill>
                <a:latin typeface="Avenir Next LT Pro Demi" panose="020B0504020202020204" pitchFamily="34" charset="77"/>
              </a:rPr>
              <a:t>Image Placeholder</a:t>
            </a:r>
          </a:p>
          <a:p>
            <a:pPr algn="ctr"/>
            <a:r>
              <a:rPr lang="en-US" sz="1000" b="1" spc="40" dirty="0">
                <a:solidFill>
                  <a:schemeClr val="tx2"/>
                </a:solidFill>
                <a:latin typeface="Avenir Next LT Pro Demi" panose="020B0504020202020204" pitchFamily="34" charset="77"/>
              </a:rPr>
              <a:t>Please replace with </a:t>
            </a:r>
            <a:br>
              <a:rPr lang="en-US" sz="1000" b="1" spc="40" dirty="0">
                <a:solidFill>
                  <a:schemeClr val="tx2"/>
                </a:solidFill>
                <a:latin typeface="Avenir Next LT Pro Demi" panose="020B0504020202020204" pitchFamily="34" charset="77"/>
              </a:rPr>
            </a:br>
            <a:r>
              <a:rPr lang="en-US" sz="1000" b="1" spc="40" dirty="0">
                <a:solidFill>
                  <a:schemeClr val="tx2"/>
                </a:solidFill>
                <a:latin typeface="Avenir Next LT Pro Demi" panose="020B0504020202020204" pitchFamily="34" charset="77"/>
              </a:rPr>
              <a:t>properly rights managed image</a:t>
            </a:r>
          </a:p>
        </p:txBody>
      </p:sp>
      <p:graphicFrame>
        <p:nvGraphicFramePr>
          <p:cNvPr id="9" name="Content Placeholder 6">
            <a:extLst>
              <a:ext uri="{FF2B5EF4-FFF2-40B4-BE49-F238E27FC236}">
                <a16:creationId xmlns:a16="http://schemas.microsoft.com/office/drawing/2014/main" id="{409747D9-CDA9-60A2-CFCD-FC105543BD76}"/>
              </a:ext>
            </a:extLst>
          </p:cNvPr>
          <p:cNvGraphicFramePr>
            <a:graphicFrameLocks/>
          </p:cNvGraphicFramePr>
          <p:nvPr>
            <p:extLst>
              <p:ext uri="{D42A27DB-BD31-4B8C-83A1-F6EECF244321}">
                <p14:modId xmlns:p14="http://schemas.microsoft.com/office/powerpoint/2010/main" val="1140734984"/>
              </p:ext>
            </p:extLst>
          </p:nvPr>
        </p:nvGraphicFramePr>
        <p:xfrm>
          <a:off x="4454869" y="1563536"/>
          <a:ext cx="3260004" cy="251190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ontent Placeholder 6">
            <a:extLst>
              <a:ext uri="{FF2B5EF4-FFF2-40B4-BE49-F238E27FC236}">
                <a16:creationId xmlns:a16="http://schemas.microsoft.com/office/drawing/2014/main" id="{72C73405-D377-3B83-5D64-8E85EC4B73B7}"/>
              </a:ext>
            </a:extLst>
          </p:cNvPr>
          <p:cNvGraphicFramePr>
            <a:graphicFrameLocks/>
          </p:cNvGraphicFramePr>
          <p:nvPr>
            <p:extLst>
              <p:ext uri="{D42A27DB-BD31-4B8C-83A1-F6EECF244321}">
                <p14:modId xmlns:p14="http://schemas.microsoft.com/office/powerpoint/2010/main" val="846193094"/>
              </p:ext>
            </p:extLst>
          </p:nvPr>
        </p:nvGraphicFramePr>
        <p:xfrm>
          <a:off x="8493973" y="1563536"/>
          <a:ext cx="3260004" cy="2511902"/>
        </p:xfrm>
        <a:graphic>
          <a:graphicData uri="http://schemas.openxmlformats.org/drawingml/2006/chart">
            <c:chart xmlns:c="http://schemas.openxmlformats.org/drawingml/2006/chart" xmlns:r="http://schemas.openxmlformats.org/officeDocument/2006/relationships" r:id="rId4"/>
          </a:graphicData>
        </a:graphic>
      </p:graphicFrame>
      <p:sp>
        <p:nvSpPr>
          <p:cNvPr id="7" name="Slide Number Placeholder 6">
            <a:extLst>
              <a:ext uri="{FF2B5EF4-FFF2-40B4-BE49-F238E27FC236}">
                <a16:creationId xmlns:a16="http://schemas.microsoft.com/office/drawing/2014/main" id="{F5E97D70-8DA8-4E52-AE4D-6361611AF169}"/>
              </a:ext>
            </a:extLst>
          </p:cNvPr>
          <p:cNvSpPr>
            <a:spLocks noGrp="1"/>
          </p:cNvSpPr>
          <p:nvPr>
            <p:ph type="sldNum" sz="quarter" idx="4"/>
          </p:nvPr>
        </p:nvSpPr>
        <p:spPr/>
        <p:txBody>
          <a:bodyPr/>
          <a:lstStyle/>
          <a:p>
            <a:fld id="{7196636F-A64E-6C4D-AE26-50A84E19B9C9}" type="slidenum">
              <a:rPr lang="en-US" smtClean="0"/>
              <a:pPr/>
              <a:t>33</a:t>
            </a:fld>
            <a:endParaRPr lang="en-US" dirty="0"/>
          </a:p>
        </p:txBody>
      </p:sp>
    </p:spTree>
    <p:extLst>
      <p:ext uri="{BB962C8B-B14F-4D97-AF65-F5344CB8AC3E}">
        <p14:creationId xmlns:p14="http://schemas.microsoft.com/office/powerpoint/2010/main" val="377141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ACD59E7-FB45-4C46-9451-EFDE62370060}"/>
              </a:ext>
            </a:extLst>
          </p:cNvPr>
          <p:cNvSpPr txBox="1"/>
          <p:nvPr/>
        </p:nvSpPr>
        <p:spPr>
          <a:xfrm>
            <a:off x="5493078" y="736088"/>
            <a:ext cx="1019510" cy="3939540"/>
          </a:xfrm>
          <a:prstGeom prst="rect">
            <a:avLst/>
          </a:prstGeom>
          <a:noFill/>
        </p:spPr>
        <p:txBody>
          <a:bodyPr wrap="none" lIns="0" rIns="0" rtlCol="0">
            <a:spAutoFit/>
          </a:bodyPr>
          <a:lstStyle/>
          <a:p>
            <a:pPr algn="ctr"/>
            <a:r>
              <a:rPr lang="en-US" sz="25000" spc="-2000" dirty="0">
                <a:solidFill>
                  <a:schemeClr val="accent1"/>
                </a:solidFill>
                <a:latin typeface="Ford Antenna Light" panose="02000505000000020004" pitchFamily="2" charset="0"/>
                <a:ea typeface="Ford Antenna Light" charset="0"/>
                <a:cs typeface="Ford Antenna Light" charset="0"/>
              </a:rPr>
              <a:t>‘‘</a:t>
            </a:r>
          </a:p>
        </p:txBody>
      </p:sp>
      <p:sp>
        <p:nvSpPr>
          <p:cNvPr id="13" name="TextBox 12">
            <a:extLst>
              <a:ext uri="{FF2B5EF4-FFF2-40B4-BE49-F238E27FC236}">
                <a16:creationId xmlns:a16="http://schemas.microsoft.com/office/drawing/2014/main" id="{48583110-D2D6-8246-AAA2-50EBF6AF8618}"/>
              </a:ext>
            </a:extLst>
          </p:cNvPr>
          <p:cNvSpPr txBox="1"/>
          <p:nvPr/>
        </p:nvSpPr>
        <p:spPr>
          <a:xfrm>
            <a:off x="5520616" y="3905244"/>
            <a:ext cx="1019510" cy="3939540"/>
          </a:xfrm>
          <a:prstGeom prst="rect">
            <a:avLst/>
          </a:prstGeom>
          <a:noFill/>
        </p:spPr>
        <p:txBody>
          <a:bodyPr wrap="none" lIns="0" rIns="0" rtlCol="0">
            <a:spAutoFit/>
          </a:bodyPr>
          <a:lstStyle/>
          <a:p>
            <a:pPr algn="ctr"/>
            <a:r>
              <a:rPr lang="en-US" sz="25000" spc="-2000" dirty="0">
                <a:solidFill>
                  <a:schemeClr val="accent1"/>
                </a:solidFill>
                <a:latin typeface="Ford Antenna Light" panose="02000505000000020004" pitchFamily="2" charset="0"/>
                <a:ea typeface="Ford Antenna Light" charset="0"/>
                <a:cs typeface="Ford Antenna Light" charset="0"/>
              </a:rPr>
              <a:t>’’</a:t>
            </a:r>
          </a:p>
        </p:txBody>
      </p:sp>
      <p:sp>
        <p:nvSpPr>
          <p:cNvPr id="29" name="Text Placeholder 28">
            <a:extLst>
              <a:ext uri="{FF2B5EF4-FFF2-40B4-BE49-F238E27FC236}">
                <a16:creationId xmlns:a16="http://schemas.microsoft.com/office/drawing/2014/main" id="{65671529-8B3F-EB21-93B4-089AC1D87D11}"/>
              </a:ext>
            </a:extLst>
          </p:cNvPr>
          <p:cNvSpPr>
            <a:spLocks noGrp="1"/>
          </p:cNvSpPr>
          <p:nvPr>
            <p:ph type="body" sz="quarter" idx="16"/>
          </p:nvPr>
        </p:nvSpPr>
        <p:spPr/>
        <p:txBody>
          <a:bodyPr/>
          <a:lstStyle/>
          <a:p>
            <a:r>
              <a:rPr lang="en-US" dirty="0"/>
              <a:t>This is an important quote slide. </a:t>
            </a:r>
            <a:br>
              <a:rPr lang="en-US" dirty="0"/>
            </a:br>
            <a:r>
              <a:rPr lang="en-US" dirty="0"/>
              <a:t>Lorem ipsum dolor sit </a:t>
            </a:r>
            <a:r>
              <a:rPr lang="en-US" dirty="0" err="1"/>
              <a:t>amet</a:t>
            </a:r>
            <a:r>
              <a:rPr lang="en-US" dirty="0"/>
              <a:t>, </a:t>
            </a:r>
            <a:r>
              <a:rPr lang="en-US" dirty="0" err="1"/>
              <a:t>consectetuer</a:t>
            </a:r>
            <a:r>
              <a:rPr lang="en-US" dirty="0"/>
              <a:t> </a:t>
            </a:r>
            <a:br>
              <a:rPr lang="en-US" dirty="0"/>
            </a:b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2" name="Text Placeholder 1">
            <a:extLst>
              <a:ext uri="{FF2B5EF4-FFF2-40B4-BE49-F238E27FC236}">
                <a16:creationId xmlns:a16="http://schemas.microsoft.com/office/drawing/2014/main" id="{602F20D8-A418-204D-9EC9-91C7BD9493E1}"/>
              </a:ext>
            </a:extLst>
          </p:cNvPr>
          <p:cNvSpPr>
            <a:spLocks noGrp="1"/>
          </p:cNvSpPr>
          <p:nvPr>
            <p:ph type="body" sz="quarter" idx="19"/>
          </p:nvPr>
        </p:nvSpPr>
        <p:spPr/>
        <p:txBody>
          <a:bodyPr/>
          <a:lstStyle/>
          <a:p>
            <a:r>
              <a:rPr lang="en-US" dirty="0"/>
              <a:t>– First Name Last Name</a:t>
            </a:r>
          </a:p>
          <a:p>
            <a:endParaRPr lang="en-US" dirty="0"/>
          </a:p>
        </p:txBody>
      </p:sp>
      <p:grpSp>
        <p:nvGrpSpPr>
          <p:cNvPr id="22" name="Group 21">
            <a:extLst>
              <a:ext uri="{FF2B5EF4-FFF2-40B4-BE49-F238E27FC236}">
                <a16:creationId xmlns:a16="http://schemas.microsoft.com/office/drawing/2014/main" id="{F6D9C5CF-73C7-704B-A33D-B42CF9C221DC}"/>
              </a:ext>
            </a:extLst>
          </p:cNvPr>
          <p:cNvGrpSpPr/>
          <p:nvPr/>
        </p:nvGrpSpPr>
        <p:grpSpPr>
          <a:xfrm>
            <a:off x="2759203" y="1984786"/>
            <a:ext cx="6673595" cy="2918011"/>
            <a:chOff x="2701746" y="1984786"/>
            <a:chExt cx="6673595" cy="2918011"/>
          </a:xfrm>
        </p:grpSpPr>
        <p:grpSp>
          <p:nvGrpSpPr>
            <p:cNvPr id="17" name="Group 16">
              <a:extLst>
                <a:ext uri="{FF2B5EF4-FFF2-40B4-BE49-F238E27FC236}">
                  <a16:creationId xmlns:a16="http://schemas.microsoft.com/office/drawing/2014/main" id="{30123E4A-F6F2-304B-B187-01E59B4CC483}"/>
                </a:ext>
              </a:extLst>
            </p:cNvPr>
            <p:cNvGrpSpPr/>
            <p:nvPr/>
          </p:nvGrpSpPr>
          <p:grpSpPr>
            <a:xfrm>
              <a:off x="2701746" y="1984786"/>
              <a:ext cx="2641922" cy="2918011"/>
              <a:chOff x="2222219" y="2030506"/>
              <a:chExt cx="7392428" cy="2918011"/>
            </a:xfrm>
          </p:grpSpPr>
          <p:cxnSp>
            <p:nvCxnSpPr>
              <p:cNvPr id="8" name="Straight Connector 7">
                <a:extLst>
                  <a:ext uri="{FF2B5EF4-FFF2-40B4-BE49-F238E27FC236}">
                    <a16:creationId xmlns:a16="http://schemas.microsoft.com/office/drawing/2014/main" id="{4AF5897D-A360-504B-92E1-DEE380BED664}"/>
                  </a:ext>
                </a:extLst>
              </p:cNvPr>
              <p:cNvCxnSpPr>
                <a:cxnSpLocks/>
              </p:cNvCxnSpPr>
              <p:nvPr/>
            </p:nvCxnSpPr>
            <p:spPr>
              <a:xfrm>
                <a:off x="2222219" y="2030506"/>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FB2EB26-CD24-FF4B-A5E6-226BB7B738BD}"/>
                  </a:ext>
                </a:extLst>
              </p:cNvPr>
              <p:cNvCxnSpPr>
                <a:cxnSpLocks/>
              </p:cNvCxnSpPr>
              <p:nvPr/>
            </p:nvCxnSpPr>
            <p:spPr>
              <a:xfrm>
                <a:off x="2222219" y="4948517"/>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0831D62C-EFBE-6C4C-88A2-F4642DE9CBD0}"/>
                </a:ext>
              </a:extLst>
            </p:cNvPr>
            <p:cNvGrpSpPr/>
            <p:nvPr/>
          </p:nvGrpSpPr>
          <p:grpSpPr>
            <a:xfrm>
              <a:off x="6733419" y="1984786"/>
              <a:ext cx="2641922" cy="2918011"/>
              <a:chOff x="2222219" y="2030506"/>
              <a:chExt cx="7392428" cy="2918011"/>
            </a:xfrm>
          </p:grpSpPr>
          <p:cxnSp>
            <p:nvCxnSpPr>
              <p:cNvPr id="19" name="Straight Connector 18">
                <a:extLst>
                  <a:ext uri="{FF2B5EF4-FFF2-40B4-BE49-F238E27FC236}">
                    <a16:creationId xmlns:a16="http://schemas.microsoft.com/office/drawing/2014/main" id="{5797DCFC-69EF-3A42-B0EF-BE5A6D06887A}"/>
                  </a:ext>
                </a:extLst>
              </p:cNvPr>
              <p:cNvCxnSpPr>
                <a:cxnSpLocks/>
              </p:cNvCxnSpPr>
              <p:nvPr/>
            </p:nvCxnSpPr>
            <p:spPr>
              <a:xfrm>
                <a:off x="2222219" y="2030506"/>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454FC6-4AE0-C44B-8688-A746910D4DD0}"/>
                  </a:ext>
                </a:extLst>
              </p:cNvPr>
              <p:cNvCxnSpPr>
                <a:cxnSpLocks/>
              </p:cNvCxnSpPr>
              <p:nvPr/>
            </p:nvCxnSpPr>
            <p:spPr>
              <a:xfrm>
                <a:off x="2222219" y="4948517"/>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grpSp>
      </p:grpSp>
      <p:sp>
        <p:nvSpPr>
          <p:cNvPr id="3" name="Slide Number Placeholder 2">
            <a:extLst>
              <a:ext uri="{FF2B5EF4-FFF2-40B4-BE49-F238E27FC236}">
                <a16:creationId xmlns:a16="http://schemas.microsoft.com/office/drawing/2014/main" id="{DA08E0E9-87A6-4274-9945-445336C3E2B3}"/>
              </a:ext>
            </a:extLst>
          </p:cNvPr>
          <p:cNvSpPr>
            <a:spLocks noGrp="1"/>
          </p:cNvSpPr>
          <p:nvPr>
            <p:ph type="sldNum" sz="quarter" idx="4"/>
          </p:nvPr>
        </p:nvSpPr>
        <p:spPr/>
        <p:txBody>
          <a:bodyPr/>
          <a:lstStyle/>
          <a:p>
            <a:fld id="{7196636F-A64E-6C4D-AE26-50A84E19B9C9}" type="slidenum">
              <a:rPr lang="en-US" smtClean="0"/>
              <a:pPr/>
              <a:t>34</a:t>
            </a:fld>
            <a:endParaRPr lang="en-US" dirty="0"/>
          </a:p>
        </p:txBody>
      </p:sp>
    </p:spTree>
    <p:extLst>
      <p:ext uri="{BB962C8B-B14F-4D97-AF65-F5344CB8AC3E}">
        <p14:creationId xmlns:p14="http://schemas.microsoft.com/office/powerpoint/2010/main" val="3063371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ACD59E7-FB45-4C46-9451-EFDE62370060}"/>
              </a:ext>
            </a:extLst>
          </p:cNvPr>
          <p:cNvSpPr txBox="1"/>
          <p:nvPr/>
        </p:nvSpPr>
        <p:spPr>
          <a:xfrm>
            <a:off x="8502139" y="736088"/>
            <a:ext cx="1019510" cy="3939540"/>
          </a:xfrm>
          <a:prstGeom prst="rect">
            <a:avLst/>
          </a:prstGeom>
          <a:noFill/>
        </p:spPr>
        <p:txBody>
          <a:bodyPr wrap="none" lIns="0" rIns="0" rtlCol="0">
            <a:spAutoFit/>
          </a:bodyPr>
          <a:lstStyle/>
          <a:p>
            <a:pPr algn="ctr"/>
            <a:r>
              <a:rPr lang="en-US" sz="25000" spc="-2000" dirty="0">
                <a:solidFill>
                  <a:schemeClr val="accent1"/>
                </a:solidFill>
                <a:latin typeface="Ford Antenna Light" panose="02000505000000020004" pitchFamily="2" charset="0"/>
                <a:ea typeface="Ford Antenna Light" charset="0"/>
                <a:cs typeface="Ford Antenna Light" charset="0"/>
              </a:rPr>
              <a:t>‘‘</a:t>
            </a:r>
          </a:p>
        </p:txBody>
      </p:sp>
      <p:sp>
        <p:nvSpPr>
          <p:cNvPr id="13" name="TextBox 12">
            <a:extLst>
              <a:ext uri="{FF2B5EF4-FFF2-40B4-BE49-F238E27FC236}">
                <a16:creationId xmlns:a16="http://schemas.microsoft.com/office/drawing/2014/main" id="{48583110-D2D6-8246-AAA2-50EBF6AF8618}"/>
              </a:ext>
            </a:extLst>
          </p:cNvPr>
          <p:cNvSpPr txBox="1"/>
          <p:nvPr/>
        </p:nvSpPr>
        <p:spPr>
          <a:xfrm>
            <a:off x="8529677" y="3905244"/>
            <a:ext cx="1019510" cy="3939540"/>
          </a:xfrm>
          <a:prstGeom prst="rect">
            <a:avLst/>
          </a:prstGeom>
          <a:noFill/>
        </p:spPr>
        <p:txBody>
          <a:bodyPr wrap="none" lIns="0" rIns="0" rtlCol="0">
            <a:spAutoFit/>
          </a:bodyPr>
          <a:lstStyle/>
          <a:p>
            <a:pPr algn="ctr"/>
            <a:r>
              <a:rPr lang="en-US" sz="25000" spc="-2000" dirty="0">
                <a:solidFill>
                  <a:schemeClr val="accent1"/>
                </a:solidFill>
                <a:latin typeface="Ford Antenna Light" panose="02000505000000020004" pitchFamily="2" charset="0"/>
                <a:ea typeface="Ford Antenna Light" charset="0"/>
                <a:cs typeface="Ford Antenna Light" charset="0"/>
              </a:rPr>
              <a:t>’’</a:t>
            </a:r>
          </a:p>
        </p:txBody>
      </p:sp>
      <p:grpSp>
        <p:nvGrpSpPr>
          <p:cNvPr id="14" name="Group 13">
            <a:extLst>
              <a:ext uri="{FF2B5EF4-FFF2-40B4-BE49-F238E27FC236}">
                <a16:creationId xmlns:a16="http://schemas.microsoft.com/office/drawing/2014/main" id="{0FFFA1A1-01E5-8F44-A2A2-B7FBFF3D6C93}"/>
              </a:ext>
            </a:extLst>
          </p:cNvPr>
          <p:cNvGrpSpPr/>
          <p:nvPr/>
        </p:nvGrpSpPr>
        <p:grpSpPr>
          <a:xfrm>
            <a:off x="6609044" y="1984786"/>
            <a:ext cx="5021678" cy="2918011"/>
            <a:chOff x="4647504" y="1984786"/>
            <a:chExt cx="6673595" cy="2918011"/>
          </a:xfrm>
        </p:grpSpPr>
        <p:grpSp>
          <p:nvGrpSpPr>
            <p:cNvPr id="17" name="Group 16">
              <a:extLst>
                <a:ext uri="{FF2B5EF4-FFF2-40B4-BE49-F238E27FC236}">
                  <a16:creationId xmlns:a16="http://schemas.microsoft.com/office/drawing/2014/main" id="{30123E4A-F6F2-304B-B187-01E59B4CC483}"/>
                </a:ext>
              </a:extLst>
            </p:cNvPr>
            <p:cNvGrpSpPr/>
            <p:nvPr/>
          </p:nvGrpSpPr>
          <p:grpSpPr>
            <a:xfrm>
              <a:off x="4647504" y="1984786"/>
              <a:ext cx="2641922" cy="2918011"/>
              <a:chOff x="2222219" y="2030506"/>
              <a:chExt cx="7392428" cy="2918011"/>
            </a:xfrm>
          </p:grpSpPr>
          <p:cxnSp>
            <p:nvCxnSpPr>
              <p:cNvPr id="8" name="Straight Connector 7">
                <a:extLst>
                  <a:ext uri="{FF2B5EF4-FFF2-40B4-BE49-F238E27FC236}">
                    <a16:creationId xmlns:a16="http://schemas.microsoft.com/office/drawing/2014/main" id="{4AF5897D-A360-504B-92E1-DEE380BED664}"/>
                  </a:ext>
                </a:extLst>
              </p:cNvPr>
              <p:cNvCxnSpPr>
                <a:cxnSpLocks/>
              </p:cNvCxnSpPr>
              <p:nvPr/>
            </p:nvCxnSpPr>
            <p:spPr>
              <a:xfrm>
                <a:off x="2222219" y="2030506"/>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FB2EB26-CD24-FF4B-A5E6-226BB7B738BD}"/>
                  </a:ext>
                </a:extLst>
              </p:cNvPr>
              <p:cNvCxnSpPr>
                <a:cxnSpLocks/>
              </p:cNvCxnSpPr>
              <p:nvPr/>
            </p:nvCxnSpPr>
            <p:spPr>
              <a:xfrm>
                <a:off x="2222219" y="4948517"/>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0831D62C-EFBE-6C4C-88A2-F4642DE9CBD0}"/>
                </a:ext>
              </a:extLst>
            </p:cNvPr>
            <p:cNvGrpSpPr/>
            <p:nvPr/>
          </p:nvGrpSpPr>
          <p:grpSpPr>
            <a:xfrm>
              <a:off x="8679177" y="1984786"/>
              <a:ext cx="2641922" cy="2918011"/>
              <a:chOff x="2222219" y="2030506"/>
              <a:chExt cx="7392428" cy="2918011"/>
            </a:xfrm>
          </p:grpSpPr>
          <p:cxnSp>
            <p:nvCxnSpPr>
              <p:cNvPr id="19" name="Straight Connector 18">
                <a:extLst>
                  <a:ext uri="{FF2B5EF4-FFF2-40B4-BE49-F238E27FC236}">
                    <a16:creationId xmlns:a16="http://schemas.microsoft.com/office/drawing/2014/main" id="{5797DCFC-69EF-3A42-B0EF-BE5A6D06887A}"/>
                  </a:ext>
                </a:extLst>
              </p:cNvPr>
              <p:cNvCxnSpPr>
                <a:cxnSpLocks/>
              </p:cNvCxnSpPr>
              <p:nvPr/>
            </p:nvCxnSpPr>
            <p:spPr>
              <a:xfrm>
                <a:off x="2222219" y="2030506"/>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454FC6-4AE0-C44B-8688-A746910D4DD0}"/>
                  </a:ext>
                </a:extLst>
              </p:cNvPr>
              <p:cNvCxnSpPr>
                <a:cxnSpLocks/>
              </p:cNvCxnSpPr>
              <p:nvPr/>
            </p:nvCxnSpPr>
            <p:spPr>
              <a:xfrm>
                <a:off x="2222219" y="4948517"/>
                <a:ext cx="7392428" cy="0"/>
              </a:xfrm>
              <a:prstGeom prst="line">
                <a:avLst/>
              </a:prstGeom>
              <a:ln w="15875">
                <a:solidFill>
                  <a:schemeClr val="accent1"/>
                </a:solidFill>
                <a:tailEnd type="none" w="med" len="sm"/>
              </a:ln>
              <a:effectLst/>
            </p:spPr>
            <p:style>
              <a:lnRef idx="1">
                <a:schemeClr val="accent1"/>
              </a:lnRef>
              <a:fillRef idx="0">
                <a:schemeClr val="accent1"/>
              </a:fillRef>
              <a:effectRef idx="0">
                <a:schemeClr val="accent1"/>
              </a:effectRef>
              <a:fontRef idx="minor">
                <a:schemeClr val="tx1"/>
              </a:fontRef>
            </p:style>
          </p:cxnSp>
        </p:grpSp>
      </p:grpSp>
      <p:sp>
        <p:nvSpPr>
          <p:cNvPr id="2" name="Text Placeholder 1">
            <a:extLst>
              <a:ext uri="{FF2B5EF4-FFF2-40B4-BE49-F238E27FC236}">
                <a16:creationId xmlns:a16="http://schemas.microsoft.com/office/drawing/2014/main" id="{ED85A183-67CA-D544-8E8B-C980A7C69AC9}"/>
              </a:ext>
            </a:extLst>
          </p:cNvPr>
          <p:cNvSpPr>
            <a:spLocks noGrp="1"/>
          </p:cNvSpPr>
          <p:nvPr>
            <p:ph type="body" sz="quarter" idx="16"/>
          </p:nvPr>
        </p:nvSpPr>
        <p:spPr/>
        <p:txBody>
          <a:bodyPr/>
          <a:lstStyle/>
          <a:p>
            <a:r>
              <a:rPr lang="en-US" dirty="0"/>
              <a:t>This is an important quote slide.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p>
        </p:txBody>
      </p:sp>
      <p:sp>
        <p:nvSpPr>
          <p:cNvPr id="6" name="Text Placeholder 5">
            <a:extLst>
              <a:ext uri="{FF2B5EF4-FFF2-40B4-BE49-F238E27FC236}">
                <a16:creationId xmlns:a16="http://schemas.microsoft.com/office/drawing/2014/main" id="{109AC862-386D-E542-8727-964F0F27CFD2}"/>
              </a:ext>
            </a:extLst>
          </p:cNvPr>
          <p:cNvSpPr>
            <a:spLocks noGrp="1"/>
          </p:cNvSpPr>
          <p:nvPr>
            <p:ph type="body" sz="quarter" idx="19"/>
          </p:nvPr>
        </p:nvSpPr>
        <p:spPr/>
        <p:txBody>
          <a:bodyPr/>
          <a:lstStyle/>
          <a:p>
            <a:r>
              <a:rPr lang="en-US" dirty="0"/>
              <a:t>– First Name Last Name</a:t>
            </a:r>
          </a:p>
        </p:txBody>
      </p:sp>
      <p:pic>
        <p:nvPicPr>
          <p:cNvPr id="9" name="Picture Placeholder 13">
            <a:extLst>
              <a:ext uri="{FF2B5EF4-FFF2-40B4-BE49-F238E27FC236}">
                <a16:creationId xmlns:a16="http://schemas.microsoft.com/office/drawing/2014/main" id="{BECA70D7-124F-C5A9-E429-B35AEA54F535}"/>
              </a:ext>
            </a:extLst>
          </p:cNvPr>
          <p:cNvPicPr>
            <a:picLocks noGrp="1" noChangeAspect="1"/>
          </p:cNvPicPr>
          <p:nvPr>
            <p:ph type="pic" sz="quarter" idx="23"/>
          </p:nvPr>
        </p:nvPicPr>
        <p:blipFill rotWithShape="1">
          <a:blip r:embed="rId3"/>
          <a:srcRect l="40345" r="9779"/>
          <a:stretch/>
        </p:blipFill>
        <p:spPr>
          <a:xfrm>
            <a:off x="-7938" y="0"/>
            <a:ext cx="6100763" cy="6858000"/>
          </a:xfrm>
        </p:spPr>
      </p:pic>
      <p:sp>
        <p:nvSpPr>
          <p:cNvPr id="3" name="TextBox 2">
            <a:extLst>
              <a:ext uri="{FF2B5EF4-FFF2-40B4-BE49-F238E27FC236}">
                <a16:creationId xmlns:a16="http://schemas.microsoft.com/office/drawing/2014/main" id="{BA799F69-41BC-92F4-1C70-855783165B4A}"/>
              </a:ext>
            </a:extLst>
          </p:cNvPr>
          <p:cNvSpPr txBox="1"/>
          <p:nvPr/>
        </p:nvSpPr>
        <p:spPr>
          <a:xfrm>
            <a:off x="800029" y="3021803"/>
            <a:ext cx="4484827" cy="1138773"/>
          </a:xfrm>
          <a:prstGeom prst="rect">
            <a:avLst/>
          </a:prstGeom>
          <a:effectLst>
            <a:outerShdw blurRad="110660" dist="38100" dir="2700000" algn="tl" rotWithShape="0">
              <a:prstClr val="black">
                <a:alpha val="40000"/>
              </a:prstClr>
            </a:outerShdw>
          </a:effectLst>
        </p:spPr>
        <p:txBody>
          <a:bodyPr vert="horz" wrap="square" lIns="91440" tIns="45720" rIns="91440" bIns="45720" rtlCol="0">
            <a:spAutoFit/>
          </a:bodyPr>
          <a:lstStyle/>
          <a:p>
            <a:pPr algn="ctr"/>
            <a:r>
              <a:rPr lang="en-US" sz="2800" spc="40" dirty="0">
                <a:solidFill>
                  <a:schemeClr val="bg1">
                    <a:alpha val="51000"/>
                  </a:schemeClr>
                </a:solidFill>
                <a:latin typeface="Avenir Next Medium" panose="020B0503020202020204" pitchFamily="34" charset="0"/>
              </a:rPr>
              <a:t>Placeholder Image</a:t>
            </a:r>
            <a:br>
              <a:rPr lang="en-US" sz="2000" spc="40" dirty="0">
                <a:solidFill>
                  <a:schemeClr val="bg1">
                    <a:alpha val="51000"/>
                  </a:schemeClr>
                </a:solidFill>
                <a:latin typeface="Avenir Next Medium" panose="020B0503020202020204" pitchFamily="34" charset="0"/>
              </a:rPr>
            </a:br>
            <a:r>
              <a:rPr lang="en-US" sz="2000" spc="40" dirty="0">
                <a:solidFill>
                  <a:schemeClr val="bg1">
                    <a:alpha val="51000"/>
                  </a:schemeClr>
                </a:solidFill>
                <a:latin typeface="Avenir Next Medium" panose="020B0503020202020204" pitchFamily="34" charset="0"/>
              </a:rPr>
              <a:t>Delete image and replace with properly rights managed images</a:t>
            </a:r>
          </a:p>
        </p:txBody>
      </p:sp>
      <p:sp>
        <p:nvSpPr>
          <p:cNvPr id="4" name="Slide Number Placeholder 3">
            <a:extLst>
              <a:ext uri="{FF2B5EF4-FFF2-40B4-BE49-F238E27FC236}">
                <a16:creationId xmlns:a16="http://schemas.microsoft.com/office/drawing/2014/main" id="{F5D666A7-D0B9-4942-BFC3-051B1C7A445D}"/>
              </a:ext>
            </a:extLst>
          </p:cNvPr>
          <p:cNvSpPr>
            <a:spLocks noGrp="1"/>
          </p:cNvSpPr>
          <p:nvPr>
            <p:ph type="sldNum" sz="quarter" idx="4"/>
          </p:nvPr>
        </p:nvSpPr>
        <p:spPr/>
        <p:txBody>
          <a:bodyPr/>
          <a:lstStyle/>
          <a:p>
            <a:fld id="{7196636F-A64E-6C4D-AE26-50A84E19B9C9}" type="slidenum">
              <a:rPr lang="en-US" smtClean="0"/>
              <a:pPr/>
              <a:t>35</a:t>
            </a:fld>
            <a:endParaRPr lang="en-US" dirty="0"/>
          </a:p>
        </p:txBody>
      </p:sp>
    </p:spTree>
    <p:extLst>
      <p:ext uri="{BB962C8B-B14F-4D97-AF65-F5344CB8AC3E}">
        <p14:creationId xmlns:p14="http://schemas.microsoft.com/office/powerpoint/2010/main" val="247775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7">
            <a:extLst>
              <a:ext uri="{FF2B5EF4-FFF2-40B4-BE49-F238E27FC236}">
                <a16:creationId xmlns:a16="http://schemas.microsoft.com/office/drawing/2014/main" id="{18A3F23B-E91A-3A49-9BAC-52079D3A3214}"/>
              </a:ext>
            </a:extLst>
          </p:cNvPr>
          <p:cNvSpPr txBox="1">
            <a:spLocks/>
          </p:cNvSpPr>
          <p:nvPr/>
        </p:nvSpPr>
        <p:spPr>
          <a:xfrm>
            <a:off x="284008" y="4717111"/>
            <a:ext cx="1835318" cy="896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40" name="Text Placeholder 8">
            <a:extLst>
              <a:ext uri="{FF2B5EF4-FFF2-40B4-BE49-F238E27FC236}">
                <a16:creationId xmlns:a16="http://schemas.microsoft.com/office/drawing/2014/main" id="{C151D9BF-BF61-6F45-A4F0-CFC60DD59DFD}"/>
              </a:ext>
            </a:extLst>
          </p:cNvPr>
          <p:cNvSpPr txBox="1">
            <a:spLocks/>
          </p:cNvSpPr>
          <p:nvPr/>
        </p:nvSpPr>
        <p:spPr>
          <a:xfrm>
            <a:off x="284009" y="4355541"/>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graphicFrame>
        <p:nvGraphicFramePr>
          <p:cNvPr id="17" name="Table 17">
            <a:extLst>
              <a:ext uri="{FF2B5EF4-FFF2-40B4-BE49-F238E27FC236}">
                <a16:creationId xmlns:a16="http://schemas.microsoft.com/office/drawing/2014/main" id="{788272C1-0105-F24A-A354-C9A68FFE092B}"/>
              </a:ext>
            </a:extLst>
          </p:cNvPr>
          <p:cNvGraphicFramePr>
            <a:graphicFrameLocks noGrp="1"/>
          </p:cNvGraphicFramePr>
          <p:nvPr>
            <p:extLst>
              <p:ext uri="{D42A27DB-BD31-4B8C-83A1-F6EECF244321}">
                <p14:modId xmlns:p14="http://schemas.microsoft.com/office/powerpoint/2010/main" val="257108543"/>
              </p:ext>
            </p:extLst>
          </p:nvPr>
        </p:nvGraphicFramePr>
        <p:xfrm>
          <a:off x="-1" y="3200400"/>
          <a:ext cx="12192000" cy="536352"/>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333583359"/>
                    </a:ext>
                  </a:extLst>
                </a:gridCol>
                <a:gridCol w="1016000">
                  <a:extLst>
                    <a:ext uri="{9D8B030D-6E8A-4147-A177-3AD203B41FA5}">
                      <a16:colId xmlns:a16="http://schemas.microsoft.com/office/drawing/2014/main" val="2506957903"/>
                    </a:ext>
                  </a:extLst>
                </a:gridCol>
                <a:gridCol w="1016000">
                  <a:extLst>
                    <a:ext uri="{9D8B030D-6E8A-4147-A177-3AD203B41FA5}">
                      <a16:colId xmlns:a16="http://schemas.microsoft.com/office/drawing/2014/main" val="2131190888"/>
                    </a:ext>
                  </a:extLst>
                </a:gridCol>
                <a:gridCol w="1016000">
                  <a:extLst>
                    <a:ext uri="{9D8B030D-6E8A-4147-A177-3AD203B41FA5}">
                      <a16:colId xmlns:a16="http://schemas.microsoft.com/office/drawing/2014/main" val="691447369"/>
                    </a:ext>
                  </a:extLst>
                </a:gridCol>
                <a:gridCol w="1016000">
                  <a:extLst>
                    <a:ext uri="{9D8B030D-6E8A-4147-A177-3AD203B41FA5}">
                      <a16:colId xmlns:a16="http://schemas.microsoft.com/office/drawing/2014/main" val="2728025482"/>
                    </a:ext>
                  </a:extLst>
                </a:gridCol>
                <a:gridCol w="1016000">
                  <a:extLst>
                    <a:ext uri="{9D8B030D-6E8A-4147-A177-3AD203B41FA5}">
                      <a16:colId xmlns:a16="http://schemas.microsoft.com/office/drawing/2014/main" val="1493022694"/>
                    </a:ext>
                  </a:extLst>
                </a:gridCol>
                <a:gridCol w="1016000">
                  <a:extLst>
                    <a:ext uri="{9D8B030D-6E8A-4147-A177-3AD203B41FA5}">
                      <a16:colId xmlns:a16="http://schemas.microsoft.com/office/drawing/2014/main" val="3169934866"/>
                    </a:ext>
                  </a:extLst>
                </a:gridCol>
                <a:gridCol w="1016000">
                  <a:extLst>
                    <a:ext uri="{9D8B030D-6E8A-4147-A177-3AD203B41FA5}">
                      <a16:colId xmlns:a16="http://schemas.microsoft.com/office/drawing/2014/main" val="635740693"/>
                    </a:ext>
                  </a:extLst>
                </a:gridCol>
                <a:gridCol w="1016000">
                  <a:extLst>
                    <a:ext uri="{9D8B030D-6E8A-4147-A177-3AD203B41FA5}">
                      <a16:colId xmlns:a16="http://schemas.microsoft.com/office/drawing/2014/main" val="1322027852"/>
                    </a:ext>
                  </a:extLst>
                </a:gridCol>
                <a:gridCol w="1016000">
                  <a:extLst>
                    <a:ext uri="{9D8B030D-6E8A-4147-A177-3AD203B41FA5}">
                      <a16:colId xmlns:a16="http://schemas.microsoft.com/office/drawing/2014/main" val="56405833"/>
                    </a:ext>
                  </a:extLst>
                </a:gridCol>
                <a:gridCol w="1016000">
                  <a:extLst>
                    <a:ext uri="{9D8B030D-6E8A-4147-A177-3AD203B41FA5}">
                      <a16:colId xmlns:a16="http://schemas.microsoft.com/office/drawing/2014/main" val="3004240610"/>
                    </a:ext>
                  </a:extLst>
                </a:gridCol>
                <a:gridCol w="1016000">
                  <a:extLst>
                    <a:ext uri="{9D8B030D-6E8A-4147-A177-3AD203B41FA5}">
                      <a16:colId xmlns:a16="http://schemas.microsoft.com/office/drawing/2014/main" val="2482300764"/>
                    </a:ext>
                  </a:extLst>
                </a:gridCol>
              </a:tblGrid>
              <a:tr h="536352">
                <a:tc>
                  <a:txBody>
                    <a:bodyPr/>
                    <a:lstStyle/>
                    <a:p>
                      <a:r>
                        <a:rPr lang="en-US" sz="1400" b="1" i="0" dirty="0">
                          <a:latin typeface="Avenir Next LT Pro Demi" panose="020B0504020202020204" pitchFamily="34" charset="77"/>
                        </a:rPr>
                        <a:t>Jan</a:t>
                      </a:r>
                    </a:p>
                  </a:txBody>
                  <a:tcPr anchor="ctr">
                    <a:lnL w="12700" cmpd="sng">
                      <a:noFill/>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r>
                        <a:rPr lang="en-US" sz="1400" b="1" i="0" dirty="0">
                          <a:latin typeface="Avenir Next LT Pro Demi" panose="020B0504020202020204" pitchFamily="34" charset="77"/>
                        </a:rPr>
                        <a:t>Feb</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r>
                        <a:rPr lang="en-US" sz="1400" b="1" i="0" dirty="0">
                          <a:latin typeface="Avenir Next LT Pro Demi" panose="020B0504020202020204" pitchFamily="34" charset="77"/>
                        </a:rPr>
                        <a:t>Mar</a:t>
                      </a:r>
                    </a:p>
                  </a:txBody>
                  <a:tcPr anchor="ctr">
                    <a:lnL w="1905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r>
                        <a:rPr lang="en-US" sz="1400" b="1" i="0" dirty="0">
                          <a:latin typeface="Avenir Next LT Pro Demi" panose="020B0504020202020204" pitchFamily="34" charset="77"/>
                        </a:rPr>
                        <a:t>Apr</a:t>
                      </a:r>
                    </a:p>
                  </a:txBody>
                  <a:tcPr anchor="ctr">
                    <a:lnL w="12700" cmpd="sng">
                      <a:noFill/>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r>
                        <a:rPr lang="en-US" sz="1400" b="1" i="0" dirty="0">
                          <a:latin typeface="Avenir Next LT Pro Demi" panose="020B0504020202020204" pitchFamily="34" charset="77"/>
                        </a:rPr>
                        <a:t>May</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r>
                        <a:rPr lang="en-US" sz="1400" b="1" i="0" dirty="0">
                          <a:latin typeface="Avenir Next LT Pro Demi" panose="020B0504020202020204" pitchFamily="34" charset="77"/>
                        </a:rPr>
                        <a:t>June</a:t>
                      </a:r>
                    </a:p>
                  </a:txBody>
                  <a:tcPr anchor="ctr">
                    <a:lnL w="1905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r>
                        <a:rPr lang="en-US" sz="1400" b="1" i="0" dirty="0">
                          <a:latin typeface="Avenir Next LT Pro Demi" panose="020B0504020202020204" pitchFamily="34" charset="77"/>
                        </a:rPr>
                        <a:t>July</a:t>
                      </a:r>
                    </a:p>
                  </a:txBody>
                  <a:tcPr anchor="ctr">
                    <a:lnL w="12700" cmpd="sng">
                      <a:noFill/>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r>
                        <a:rPr lang="en-US" sz="1400" b="1" i="0" dirty="0">
                          <a:latin typeface="Avenir Next LT Pro Demi" panose="020B0504020202020204" pitchFamily="34" charset="77"/>
                        </a:rPr>
                        <a:t>Aug</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r>
                        <a:rPr lang="en-US" sz="1400" b="1" i="0" dirty="0">
                          <a:latin typeface="Avenir Next LT Pro Demi" panose="020B0504020202020204" pitchFamily="34" charset="77"/>
                        </a:rPr>
                        <a:t>Sep</a:t>
                      </a:r>
                    </a:p>
                  </a:txBody>
                  <a:tcPr anchor="ctr">
                    <a:lnL w="1905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r>
                        <a:rPr lang="en-US" sz="1400" b="1" i="0" dirty="0">
                          <a:latin typeface="Avenir Next LT Pro Demi" panose="020B0504020202020204" pitchFamily="34" charset="77"/>
                        </a:rPr>
                        <a:t>Oct</a:t>
                      </a:r>
                    </a:p>
                  </a:txBody>
                  <a:tcPr anchor="ctr">
                    <a:lnL w="12700" cmpd="sng">
                      <a:noFill/>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r>
                        <a:rPr lang="en-US" sz="1400" b="1" i="0" dirty="0">
                          <a:latin typeface="Avenir Next LT Pro Demi" panose="020B0504020202020204" pitchFamily="34" charset="77"/>
                        </a:rPr>
                        <a:t>Nov</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r>
                        <a:rPr lang="en-US" sz="1400" b="1" i="0" dirty="0">
                          <a:latin typeface="Avenir Next LT Pro Demi" panose="020B0504020202020204" pitchFamily="34" charset="77"/>
                        </a:rPr>
                        <a:t>Dec</a:t>
                      </a:r>
                    </a:p>
                  </a:txBody>
                  <a:tcPr anchor="ctr">
                    <a:lnL w="1905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077527600"/>
                  </a:ext>
                </a:extLst>
              </a:tr>
            </a:tbl>
          </a:graphicData>
        </a:graphic>
      </p:graphicFrame>
      <p:cxnSp>
        <p:nvCxnSpPr>
          <p:cNvPr id="19" name="Straight Connector 18">
            <a:extLst>
              <a:ext uri="{FF2B5EF4-FFF2-40B4-BE49-F238E27FC236}">
                <a16:creationId xmlns:a16="http://schemas.microsoft.com/office/drawing/2014/main" id="{C57834D0-5CFA-A447-9E8E-0B82833FA85A}"/>
              </a:ext>
            </a:extLst>
          </p:cNvPr>
          <p:cNvCxnSpPr/>
          <p:nvPr/>
        </p:nvCxnSpPr>
        <p:spPr>
          <a:xfrm>
            <a:off x="467360" y="3736752"/>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48" name="Content Placeholder 7">
            <a:extLst>
              <a:ext uri="{FF2B5EF4-FFF2-40B4-BE49-F238E27FC236}">
                <a16:creationId xmlns:a16="http://schemas.microsoft.com/office/drawing/2014/main" id="{4C613E72-DCA5-9F4E-9EB6-AC8F42DD93C1}"/>
              </a:ext>
            </a:extLst>
          </p:cNvPr>
          <p:cNvSpPr txBox="1">
            <a:spLocks/>
          </p:cNvSpPr>
          <p:nvPr/>
        </p:nvSpPr>
        <p:spPr>
          <a:xfrm>
            <a:off x="3098328" y="4717111"/>
            <a:ext cx="1835318" cy="896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49" name="Text Placeholder 8">
            <a:extLst>
              <a:ext uri="{FF2B5EF4-FFF2-40B4-BE49-F238E27FC236}">
                <a16:creationId xmlns:a16="http://schemas.microsoft.com/office/drawing/2014/main" id="{4F4E24C7-9EAA-994C-9F35-9F1194FB915E}"/>
              </a:ext>
            </a:extLst>
          </p:cNvPr>
          <p:cNvSpPr txBox="1">
            <a:spLocks/>
          </p:cNvSpPr>
          <p:nvPr/>
        </p:nvSpPr>
        <p:spPr>
          <a:xfrm>
            <a:off x="3098329" y="4355541"/>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50" name="Straight Connector 49">
            <a:extLst>
              <a:ext uri="{FF2B5EF4-FFF2-40B4-BE49-F238E27FC236}">
                <a16:creationId xmlns:a16="http://schemas.microsoft.com/office/drawing/2014/main" id="{8E9D3056-64F6-7A40-89F2-1B74DCBBD1DB}"/>
              </a:ext>
            </a:extLst>
          </p:cNvPr>
          <p:cNvCxnSpPr/>
          <p:nvPr/>
        </p:nvCxnSpPr>
        <p:spPr>
          <a:xfrm>
            <a:off x="3281680" y="3736752"/>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51" name="Content Placeholder 7">
            <a:extLst>
              <a:ext uri="{FF2B5EF4-FFF2-40B4-BE49-F238E27FC236}">
                <a16:creationId xmlns:a16="http://schemas.microsoft.com/office/drawing/2014/main" id="{C546CC84-AAC3-5A41-A894-757343DDD964}"/>
              </a:ext>
            </a:extLst>
          </p:cNvPr>
          <p:cNvSpPr txBox="1">
            <a:spLocks/>
          </p:cNvSpPr>
          <p:nvPr/>
        </p:nvSpPr>
        <p:spPr>
          <a:xfrm>
            <a:off x="5303048" y="4717111"/>
            <a:ext cx="1835318" cy="896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52" name="Text Placeholder 8">
            <a:extLst>
              <a:ext uri="{FF2B5EF4-FFF2-40B4-BE49-F238E27FC236}">
                <a16:creationId xmlns:a16="http://schemas.microsoft.com/office/drawing/2014/main" id="{00BF9C18-8076-8644-9F24-3F9259AE667A}"/>
              </a:ext>
            </a:extLst>
          </p:cNvPr>
          <p:cNvSpPr txBox="1">
            <a:spLocks/>
          </p:cNvSpPr>
          <p:nvPr/>
        </p:nvSpPr>
        <p:spPr>
          <a:xfrm>
            <a:off x="5303049" y="4355541"/>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53" name="Straight Connector 52">
            <a:extLst>
              <a:ext uri="{FF2B5EF4-FFF2-40B4-BE49-F238E27FC236}">
                <a16:creationId xmlns:a16="http://schemas.microsoft.com/office/drawing/2014/main" id="{7D1AB03A-1E7C-C94E-A703-D565B608B17A}"/>
              </a:ext>
            </a:extLst>
          </p:cNvPr>
          <p:cNvCxnSpPr/>
          <p:nvPr/>
        </p:nvCxnSpPr>
        <p:spPr>
          <a:xfrm>
            <a:off x="5486400" y="3736752"/>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54" name="Content Placeholder 7">
            <a:extLst>
              <a:ext uri="{FF2B5EF4-FFF2-40B4-BE49-F238E27FC236}">
                <a16:creationId xmlns:a16="http://schemas.microsoft.com/office/drawing/2014/main" id="{8BC75487-F80D-164E-89C8-F030F0483843}"/>
              </a:ext>
            </a:extLst>
          </p:cNvPr>
          <p:cNvSpPr txBox="1">
            <a:spLocks/>
          </p:cNvSpPr>
          <p:nvPr/>
        </p:nvSpPr>
        <p:spPr>
          <a:xfrm>
            <a:off x="7558568" y="4717111"/>
            <a:ext cx="1835318" cy="896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55" name="Text Placeholder 8">
            <a:extLst>
              <a:ext uri="{FF2B5EF4-FFF2-40B4-BE49-F238E27FC236}">
                <a16:creationId xmlns:a16="http://schemas.microsoft.com/office/drawing/2014/main" id="{F6541F47-F347-9341-9929-EE67855B36E8}"/>
              </a:ext>
            </a:extLst>
          </p:cNvPr>
          <p:cNvSpPr txBox="1">
            <a:spLocks/>
          </p:cNvSpPr>
          <p:nvPr/>
        </p:nvSpPr>
        <p:spPr>
          <a:xfrm>
            <a:off x="7558569" y="4355541"/>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56" name="Straight Connector 55">
            <a:extLst>
              <a:ext uri="{FF2B5EF4-FFF2-40B4-BE49-F238E27FC236}">
                <a16:creationId xmlns:a16="http://schemas.microsoft.com/office/drawing/2014/main" id="{5ACF32A8-5C25-084D-BA42-8793A247972A}"/>
              </a:ext>
            </a:extLst>
          </p:cNvPr>
          <p:cNvCxnSpPr/>
          <p:nvPr/>
        </p:nvCxnSpPr>
        <p:spPr>
          <a:xfrm>
            <a:off x="7741920" y="3736752"/>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57" name="Content Placeholder 7">
            <a:extLst>
              <a:ext uri="{FF2B5EF4-FFF2-40B4-BE49-F238E27FC236}">
                <a16:creationId xmlns:a16="http://schemas.microsoft.com/office/drawing/2014/main" id="{D42E29F2-C4B4-4A4C-933F-76F85C2086CD}"/>
              </a:ext>
            </a:extLst>
          </p:cNvPr>
          <p:cNvSpPr txBox="1">
            <a:spLocks/>
          </p:cNvSpPr>
          <p:nvPr/>
        </p:nvSpPr>
        <p:spPr>
          <a:xfrm>
            <a:off x="9824248" y="4717111"/>
            <a:ext cx="1835318" cy="896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58" name="Text Placeholder 8">
            <a:extLst>
              <a:ext uri="{FF2B5EF4-FFF2-40B4-BE49-F238E27FC236}">
                <a16:creationId xmlns:a16="http://schemas.microsoft.com/office/drawing/2014/main" id="{2F8AFA88-2331-D649-A7BC-E7D64C3494BE}"/>
              </a:ext>
            </a:extLst>
          </p:cNvPr>
          <p:cNvSpPr txBox="1">
            <a:spLocks/>
          </p:cNvSpPr>
          <p:nvPr/>
        </p:nvSpPr>
        <p:spPr>
          <a:xfrm>
            <a:off x="9824249" y="4355541"/>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59" name="Straight Connector 58">
            <a:extLst>
              <a:ext uri="{FF2B5EF4-FFF2-40B4-BE49-F238E27FC236}">
                <a16:creationId xmlns:a16="http://schemas.microsoft.com/office/drawing/2014/main" id="{DB101953-4CA3-1142-99CF-765D5AC7F003}"/>
              </a:ext>
            </a:extLst>
          </p:cNvPr>
          <p:cNvCxnSpPr/>
          <p:nvPr/>
        </p:nvCxnSpPr>
        <p:spPr>
          <a:xfrm>
            <a:off x="10007600" y="3736752"/>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60" name="Content Placeholder 7">
            <a:extLst>
              <a:ext uri="{FF2B5EF4-FFF2-40B4-BE49-F238E27FC236}">
                <a16:creationId xmlns:a16="http://schemas.microsoft.com/office/drawing/2014/main" id="{E7CECFE2-4109-A347-9F42-ACD94792CC35}"/>
              </a:ext>
            </a:extLst>
          </p:cNvPr>
          <p:cNvSpPr txBox="1">
            <a:spLocks/>
          </p:cNvSpPr>
          <p:nvPr/>
        </p:nvSpPr>
        <p:spPr>
          <a:xfrm>
            <a:off x="1097079" y="1901654"/>
            <a:ext cx="1835318" cy="576249"/>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61" name="Text Placeholder 8">
            <a:extLst>
              <a:ext uri="{FF2B5EF4-FFF2-40B4-BE49-F238E27FC236}">
                <a16:creationId xmlns:a16="http://schemas.microsoft.com/office/drawing/2014/main" id="{A80C9567-2388-A748-AB3A-ACE0D55C4BEC}"/>
              </a:ext>
            </a:extLst>
          </p:cNvPr>
          <p:cNvSpPr txBox="1">
            <a:spLocks/>
          </p:cNvSpPr>
          <p:nvPr/>
        </p:nvSpPr>
        <p:spPr>
          <a:xfrm>
            <a:off x="1097080" y="1540084"/>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62" name="Straight Connector 61">
            <a:extLst>
              <a:ext uri="{FF2B5EF4-FFF2-40B4-BE49-F238E27FC236}">
                <a16:creationId xmlns:a16="http://schemas.microsoft.com/office/drawing/2014/main" id="{8ADEE8ED-80AB-FC41-8ECC-C90E7E48F239}"/>
              </a:ext>
            </a:extLst>
          </p:cNvPr>
          <p:cNvCxnSpPr>
            <a:cxnSpLocks/>
          </p:cNvCxnSpPr>
          <p:nvPr/>
        </p:nvCxnSpPr>
        <p:spPr>
          <a:xfrm flipV="1">
            <a:off x="1219200" y="2581611"/>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63" name="Content Placeholder 7">
            <a:extLst>
              <a:ext uri="{FF2B5EF4-FFF2-40B4-BE49-F238E27FC236}">
                <a16:creationId xmlns:a16="http://schemas.microsoft.com/office/drawing/2014/main" id="{045C0C16-9E2F-0C4D-9296-D7FA8192F0EA}"/>
              </a:ext>
            </a:extLst>
          </p:cNvPr>
          <p:cNvSpPr txBox="1">
            <a:spLocks/>
          </p:cNvSpPr>
          <p:nvPr/>
        </p:nvSpPr>
        <p:spPr>
          <a:xfrm>
            <a:off x="3525319" y="1901654"/>
            <a:ext cx="1835318" cy="576249"/>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64" name="Text Placeholder 8">
            <a:extLst>
              <a:ext uri="{FF2B5EF4-FFF2-40B4-BE49-F238E27FC236}">
                <a16:creationId xmlns:a16="http://schemas.microsoft.com/office/drawing/2014/main" id="{80EB1592-D790-1746-8A55-560B8F56CFBC}"/>
              </a:ext>
            </a:extLst>
          </p:cNvPr>
          <p:cNvSpPr txBox="1">
            <a:spLocks/>
          </p:cNvSpPr>
          <p:nvPr/>
        </p:nvSpPr>
        <p:spPr>
          <a:xfrm>
            <a:off x="3525320" y="1540084"/>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65" name="Straight Connector 64">
            <a:extLst>
              <a:ext uri="{FF2B5EF4-FFF2-40B4-BE49-F238E27FC236}">
                <a16:creationId xmlns:a16="http://schemas.microsoft.com/office/drawing/2014/main" id="{DF5ADD53-0339-C342-80DA-BC0BF8480548}"/>
              </a:ext>
            </a:extLst>
          </p:cNvPr>
          <p:cNvCxnSpPr>
            <a:cxnSpLocks/>
          </p:cNvCxnSpPr>
          <p:nvPr/>
        </p:nvCxnSpPr>
        <p:spPr>
          <a:xfrm flipV="1">
            <a:off x="3647440" y="2581611"/>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66" name="Content Placeholder 7">
            <a:extLst>
              <a:ext uri="{FF2B5EF4-FFF2-40B4-BE49-F238E27FC236}">
                <a16:creationId xmlns:a16="http://schemas.microsoft.com/office/drawing/2014/main" id="{344EBEA3-9D15-9A4F-8A28-F806C04F4BD3}"/>
              </a:ext>
            </a:extLst>
          </p:cNvPr>
          <p:cNvSpPr txBox="1">
            <a:spLocks/>
          </p:cNvSpPr>
          <p:nvPr/>
        </p:nvSpPr>
        <p:spPr>
          <a:xfrm>
            <a:off x="6248199" y="1901654"/>
            <a:ext cx="1835318" cy="576249"/>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67" name="Text Placeholder 8">
            <a:extLst>
              <a:ext uri="{FF2B5EF4-FFF2-40B4-BE49-F238E27FC236}">
                <a16:creationId xmlns:a16="http://schemas.microsoft.com/office/drawing/2014/main" id="{1B4E2AF1-5A7E-D74A-9206-DD91CCFC4EFF}"/>
              </a:ext>
            </a:extLst>
          </p:cNvPr>
          <p:cNvSpPr txBox="1">
            <a:spLocks/>
          </p:cNvSpPr>
          <p:nvPr/>
        </p:nvSpPr>
        <p:spPr>
          <a:xfrm>
            <a:off x="6248200" y="1540084"/>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68" name="Straight Connector 67">
            <a:extLst>
              <a:ext uri="{FF2B5EF4-FFF2-40B4-BE49-F238E27FC236}">
                <a16:creationId xmlns:a16="http://schemas.microsoft.com/office/drawing/2014/main" id="{2E3FC29F-52EE-D343-AAC9-32AF7FEDD6D1}"/>
              </a:ext>
            </a:extLst>
          </p:cNvPr>
          <p:cNvCxnSpPr>
            <a:cxnSpLocks/>
          </p:cNvCxnSpPr>
          <p:nvPr/>
        </p:nvCxnSpPr>
        <p:spPr>
          <a:xfrm flipV="1">
            <a:off x="6370320" y="2581611"/>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69" name="Content Placeholder 7">
            <a:extLst>
              <a:ext uri="{FF2B5EF4-FFF2-40B4-BE49-F238E27FC236}">
                <a16:creationId xmlns:a16="http://schemas.microsoft.com/office/drawing/2014/main" id="{5A93245C-62DF-4F48-AD98-417CE3B586F1}"/>
              </a:ext>
            </a:extLst>
          </p:cNvPr>
          <p:cNvSpPr txBox="1">
            <a:spLocks/>
          </p:cNvSpPr>
          <p:nvPr/>
        </p:nvSpPr>
        <p:spPr>
          <a:xfrm>
            <a:off x="9275879" y="1901654"/>
            <a:ext cx="1835318" cy="576249"/>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000" dirty="0">
                <a:solidFill>
                  <a:schemeClr val="tx1"/>
                </a:solidFill>
                <a:latin typeface="+mn-lt"/>
              </a:rPr>
              <a:t>Lorem ipsum dolor sit amet, consectetuer adipiscing elit. </a:t>
            </a:r>
          </a:p>
        </p:txBody>
      </p:sp>
      <p:sp>
        <p:nvSpPr>
          <p:cNvPr id="70" name="Text Placeholder 8">
            <a:extLst>
              <a:ext uri="{FF2B5EF4-FFF2-40B4-BE49-F238E27FC236}">
                <a16:creationId xmlns:a16="http://schemas.microsoft.com/office/drawing/2014/main" id="{344C11CB-F661-534B-BC6C-CBAAE2B0D422}"/>
              </a:ext>
            </a:extLst>
          </p:cNvPr>
          <p:cNvSpPr txBox="1">
            <a:spLocks/>
          </p:cNvSpPr>
          <p:nvPr/>
        </p:nvSpPr>
        <p:spPr>
          <a:xfrm>
            <a:off x="9275880" y="1540084"/>
            <a:ext cx="1900390" cy="3854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900" b="0" i="0" kern="1200" spc="-2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115888" indent="-115888"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2pPr>
            <a:lvl3pPr marL="401638" indent="-158750" algn="l" defTabSz="914400" rtl="0" eaLnBrk="1" latinLnBrk="0" hangingPunct="1">
              <a:lnSpc>
                <a:spcPct val="90000"/>
              </a:lnSpc>
              <a:spcBef>
                <a:spcPts val="500"/>
              </a:spcBef>
              <a:buFont typeface="Arial"/>
              <a:buChar char="•"/>
              <a:tabLst/>
              <a:defRPr sz="1400" kern="1200">
                <a:solidFill>
                  <a:schemeClr val="accent1"/>
                </a:solidFill>
                <a:latin typeface="Ford Antenna Regular"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100" b="1" dirty="0">
                <a:solidFill>
                  <a:schemeClr val="tx1"/>
                </a:solidFill>
                <a:latin typeface="Avenir Next LT Pro Demi" panose="020B0504020202020204" pitchFamily="34" charset="77"/>
              </a:rPr>
              <a:t>Subhead</a:t>
            </a:r>
          </a:p>
        </p:txBody>
      </p:sp>
      <p:cxnSp>
        <p:nvCxnSpPr>
          <p:cNvPr id="71" name="Straight Connector 70">
            <a:extLst>
              <a:ext uri="{FF2B5EF4-FFF2-40B4-BE49-F238E27FC236}">
                <a16:creationId xmlns:a16="http://schemas.microsoft.com/office/drawing/2014/main" id="{FDA7C41A-4287-8140-AF38-534A2932D18E}"/>
              </a:ext>
            </a:extLst>
          </p:cNvPr>
          <p:cNvCxnSpPr>
            <a:cxnSpLocks/>
          </p:cNvCxnSpPr>
          <p:nvPr/>
        </p:nvCxnSpPr>
        <p:spPr>
          <a:xfrm flipV="1">
            <a:off x="9398000" y="2581611"/>
            <a:ext cx="0" cy="618789"/>
          </a:xfrm>
          <a:prstGeom prst="line">
            <a:avLst/>
          </a:prstGeom>
          <a:ln w="9525">
            <a:solidFill>
              <a:schemeClr val="tx1"/>
            </a:solidFill>
            <a:tailEnd type="oval" w="med" len="med"/>
          </a:ln>
          <a:effectLst/>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364B4024-82E3-E744-8F30-8F18281A82F8}"/>
              </a:ext>
            </a:extLst>
          </p:cNvPr>
          <p:cNvSpPr>
            <a:spLocks noGrp="1"/>
          </p:cNvSpPr>
          <p:nvPr>
            <p:ph type="body" sz="quarter" idx="10"/>
          </p:nvPr>
        </p:nvSpPr>
        <p:spPr/>
        <p:txBody>
          <a:bodyPr/>
          <a:lstStyle/>
          <a:p>
            <a:r>
              <a:rPr lang="en-US" dirty="0"/>
              <a:t>Q1</a:t>
            </a:r>
          </a:p>
        </p:txBody>
      </p:sp>
      <p:sp>
        <p:nvSpPr>
          <p:cNvPr id="3" name="Text Placeholder 2">
            <a:extLst>
              <a:ext uri="{FF2B5EF4-FFF2-40B4-BE49-F238E27FC236}">
                <a16:creationId xmlns:a16="http://schemas.microsoft.com/office/drawing/2014/main" id="{1F1AB05B-A041-1848-8FF4-6E7EC018259C}"/>
              </a:ext>
            </a:extLst>
          </p:cNvPr>
          <p:cNvSpPr>
            <a:spLocks noGrp="1"/>
          </p:cNvSpPr>
          <p:nvPr>
            <p:ph type="body" sz="quarter" idx="11"/>
          </p:nvPr>
        </p:nvSpPr>
        <p:spPr/>
        <p:txBody>
          <a:bodyPr/>
          <a:lstStyle/>
          <a:p>
            <a:r>
              <a:rPr lang="en-US" dirty="0"/>
              <a:t>Q2</a:t>
            </a:r>
          </a:p>
        </p:txBody>
      </p:sp>
      <p:sp>
        <p:nvSpPr>
          <p:cNvPr id="4" name="Text Placeholder 3">
            <a:extLst>
              <a:ext uri="{FF2B5EF4-FFF2-40B4-BE49-F238E27FC236}">
                <a16:creationId xmlns:a16="http://schemas.microsoft.com/office/drawing/2014/main" id="{3B942613-9DC2-2348-A9E8-214BF63FD4B8}"/>
              </a:ext>
            </a:extLst>
          </p:cNvPr>
          <p:cNvSpPr>
            <a:spLocks noGrp="1"/>
          </p:cNvSpPr>
          <p:nvPr>
            <p:ph type="body" sz="quarter" idx="12"/>
          </p:nvPr>
        </p:nvSpPr>
        <p:spPr/>
        <p:txBody>
          <a:bodyPr/>
          <a:lstStyle/>
          <a:p>
            <a:r>
              <a:rPr lang="en-US" dirty="0"/>
              <a:t>Q3</a:t>
            </a:r>
          </a:p>
        </p:txBody>
      </p:sp>
      <p:sp>
        <p:nvSpPr>
          <p:cNvPr id="5" name="Text Placeholder 4">
            <a:extLst>
              <a:ext uri="{FF2B5EF4-FFF2-40B4-BE49-F238E27FC236}">
                <a16:creationId xmlns:a16="http://schemas.microsoft.com/office/drawing/2014/main" id="{3B2801A3-6FB2-E146-965E-5320E6C63754}"/>
              </a:ext>
            </a:extLst>
          </p:cNvPr>
          <p:cNvSpPr>
            <a:spLocks noGrp="1"/>
          </p:cNvSpPr>
          <p:nvPr>
            <p:ph type="body" sz="quarter" idx="13"/>
          </p:nvPr>
        </p:nvSpPr>
        <p:spPr/>
        <p:txBody>
          <a:bodyPr/>
          <a:lstStyle/>
          <a:p>
            <a:r>
              <a:rPr lang="en-US" dirty="0"/>
              <a:t>Q4</a:t>
            </a:r>
          </a:p>
        </p:txBody>
      </p:sp>
      <p:sp>
        <p:nvSpPr>
          <p:cNvPr id="6" name="Slide Number Placeholder 5">
            <a:extLst>
              <a:ext uri="{FF2B5EF4-FFF2-40B4-BE49-F238E27FC236}">
                <a16:creationId xmlns:a16="http://schemas.microsoft.com/office/drawing/2014/main" id="{66E266D2-CE27-482E-B1BE-B48DBEB3A4FE}"/>
              </a:ext>
            </a:extLst>
          </p:cNvPr>
          <p:cNvSpPr>
            <a:spLocks noGrp="1"/>
          </p:cNvSpPr>
          <p:nvPr>
            <p:ph type="sldNum" sz="quarter" idx="4"/>
          </p:nvPr>
        </p:nvSpPr>
        <p:spPr/>
        <p:txBody>
          <a:bodyPr/>
          <a:lstStyle/>
          <a:p>
            <a:fld id="{7196636F-A64E-6C4D-AE26-50A84E19B9C9}" type="slidenum">
              <a:rPr lang="en-US" smtClean="0"/>
              <a:pPr/>
              <a:t>36</a:t>
            </a:fld>
            <a:endParaRPr lang="en-US" dirty="0"/>
          </a:p>
        </p:txBody>
      </p:sp>
    </p:spTree>
    <p:extLst>
      <p:ext uri="{BB962C8B-B14F-4D97-AF65-F5344CB8AC3E}">
        <p14:creationId xmlns:p14="http://schemas.microsoft.com/office/powerpoint/2010/main" val="31767345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15990B-A075-764C-B968-8C688333B953}"/>
              </a:ext>
            </a:extLst>
          </p:cNvPr>
          <p:cNvSpPr>
            <a:spLocks noGrp="1"/>
          </p:cNvSpPr>
          <p:nvPr>
            <p:ph type="title"/>
          </p:nvPr>
        </p:nvSpPr>
        <p:spPr/>
        <p:txBody>
          <a:bodyPr/>
          <a:lstStyle/>
          <a:p>
            <a:r>
              <a:rPr lang="en-US" dirty="0"/>
              <a:t>Charts and Tables Slides</a:t>
            </a:r>
          </a:p>
        </p:txBody>
      </p:sp>
      <p:sp>
        <p:nvSpPr>
          <p:cNvPr id="2" name="Text Placeholder 1">
            <a:extLst>
              <a:ext uri="{FF2B5EF4-FFF2-40B4-BE49-F238E27FC236}">
                <a16:creationId xmlns:a16="http://schemas.microsoft.com/office/drawing/2014/main" id="{295276AB-78E7-A14E-56A4-EB305BF21DDE}"/>
              </a:ext>
            </a:extLst>
          </p:cNvPr>
          <p:cNvSpPr>
            <a:spLocks noGrp="1"/>
          </p:cNvSpPr>
          <p:nvPr>
            <p:ph type="body" sz="quarter" idx="13"/>
          </p:nvPr>
        </p:nvSpPr>
        <p:spPr/>
        <p:txBody>
          <a:bodyPr/>
          <a:lstStyle/>
          <a:p>
            <a:r>
              <a:rPr lang="en-US" dirty="0"/>
              <a:t>Commonly used templates to display data</a:t>
            </a:r>
          </a:p>
        </p:txBody>
      </p:sp>
      <p:sp>
        <p:nvSpPr>
          <p:cNvPr id="6" name="Text Placeholder 5">
            <a:extLst>
              <a:ext uri="{FF2B5EF4-FFF2-40B4-BE49-F238E27FC236}">
                <a16:creationId xmlns:a16="http://schemas.microsoft.com/office/drawing/2014/main" id="{826ECFE2-C4BE-89E2-BFB9-8E9E0B473DA3}"/>
              </a:ext>
            </a:extLst>
          </p:cNvPr>
          <p:cNvSpPr>
            <a:spLocks noGrp="1"/>
          </p:cNvSpPr>
          <p:nvPr>
            <p:ph type="body" sz="quarter" idx="21"/>
          </p:nvPr>
        </p:nvSpPr>
        <p:spPr/>
        <p:txBody>
          <a:bodyPr/>
          <a:lstStyle/>
          <a:p>
            <a:r>
              <a:rPr lang="en-US" dirty="0"/>
              <a:t>05</a:t>
            </a:r>
          </a:p>
        </p:txBody>
      </p:sp>
      <p:sp>
        <p:nvSpPr>
          <p:cNvPr id="4" name="Slide Number Placeholder 3">
            <a:extLst>
              <a:ext uri="{FF2B5EF4-FFF2-40B4-BE49-F238E27FC236}">
                <a16:creationId xmlns:a16="http://schemas.microsoft.com/office/drawing/2014/main" id="{E19016F3-763C-4ED0-AECA-5620CA421794}"/>
              </a:ext>
            </a:extLst>
          </p:cNvPr>
          <p:cNvSpPr>
            <a:spLocks noGrp="1"/>
          </p:cNvSpPr>
          <p:nvPr>
            <p:ph type="sldNum" sz="quarter" idx="4"/>
          </p:nvPr>
        </p:nvSpPr>
        <p:spPr/>
        <p:txBody>
          <a:bodyPr/>
          <a:lstStyle/>
          <a:p>
            <a:fld id="{7196636F-A64E-6C4D-AE26-50A84E19B9C9}" type="slidenum">
              <a:rPr lang="en-US" smtClean="0"/>
              <a:pPr/>
              <a:t>37</a:t>
            </a:fld>
            <a:endParaRPr lang="en-US" dirty="0"/>
          </a:p>
        </p:txBody>
      </p:sp>
    </p:spTree>
    <p:extLst>
      <p:ext uri="{BB962C8B-B14F-4D97-AF65-F5344CB8AC3E}">
        <p14:creationId xmlns:p14="http://schemas.microsoft.com/office/powerpoint/2010/main" val="430077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F21C73B-3461-9A51-1DC5-5631C61AC37C}"/>
              </a:ext>
            </a:extLst>
          </p:cNvPr>
          <p:cNvSpPr>
            <a:spLocks noGrp="1"/>
          </p:cNvSpPr>
          <p:nvPr>
            <p:ph type="body" sz="quarter" idx="13"/>
          </p:nvPr>
        </p:nvSpPr>
        <p:spPr/>
        <p:txBody>
          <a:bodyPr/>
          <a:lstStyle/>
          <a:p>
            <a:r>
              <a:rPr lang="en-US" dirty="0"/>
              <a:t>Section name</a:t>
            </a:r>
          </a:p>
        </p:txBody>
      </p:sp>
      <p:sp>
        <p:nvSpPr>
          <p:cNvPr id="7" name="Title 6">
            <a:extLst>
              <a:ext uri="{FF2B5EF4-FFF2-40B4-BE49-F238E27FC236}">
                <a16:creationId xmlns:a16="http://schemas.microsoft.com/office/drawing/2014/main" id="{7EBD4F1C-4EAA-58AC-B000-1A1A9FFF53D4}"/>
              </a:ext>
            </a:extLst>
          </p:cNvPr>
          <p:cNvSpPr>
            <a:spLocks noGrp="1"/>
          </p:cNvSpPr>
          <p:nvPr>
            <p:ph type="title"/>
          </p:nvPr>
        </p:nvSpPr>
        <p:spPr/>
        <p:txBody>
          <a:bodyPr/>
          <a:lstStyle/>
          <a:p>
            <a:r>
              <a:rPr lang="en-US" dirty="0"/>
              <a:t>Growth Dashboard</a:t>
            </a:r>
          </a:p>
        </p:txBody>
      </p:sp>
      <p:sp>
        <p:nvSpPr>
          <p:cNvPr id="24" name="Text Placeholder 23">
            <a:extLst>
              <a:ext uri="{FF2B5EF4-FFF2-40B4-BE49-F238E27FC236}">
                <a16:creationId xmlns:a16="http://schemas.microsoft.com/office/drawing/2014/main" id="{01415F9C-D3DF-C47E-C86D-96AD164EC4BA}"/>
              </a:ext>
            </a:extLst>
          </p:cNvPr>
          <p:cNvSpPr>
            <a:spLocks noGrp="1"/>
          </p:cNvSpPr>
          <p:nvPr>
            <p:ph type="body" sz="quarter" idx="19"/>
          </p:nvPr>
        </p:nvSpPr>
        <p:spPr/>
        <p:txBody>
          <a:bodyPr/>
          <a:lstStyle/>
          <a:p>
            <a:r>
              <a:rPr lang="en-US" dirty="0"/>
              <a:t>Title</a:t>
            </a:r>
          </a:p>
        </p:txBody>
      </p:sp>
      <p:sp>
        <p:nvSpPr>
          <p:cNvPr id="26" name="Text Placeholder 25">
            <a:extLst>
              <a:ext uri="{FF2B5EF4-FFF2-40B4-BE49-F238E27FC236}">
                <a16:creationId xmlns:a16="http://schemas.microsoft.com/office/drawing/2014/main" id="{D7AC0E7E-1F3E-2BD2-E4AF-80BF2077DA43}"/>
              </a:ext>
            </a:extLst>
          </p:cNvPr>
          <p:cNvSpPr>
            <a:spLocks noGrp="1"/>
          </p:cNvSpPr>
          <p:nvPr>
            <p:ph type="body" sz="quarter" idx="20"/>
          </p:nvPr>
        </p:nvSpPr>
        <p:spPr/>
        <p:txBody>
          <a:bodyPr/>
          <a:lstStyle/>
          <a:p>
            <a:r>
              <a:rPr lang="en-US" dirty="0"/>
              <a:t>Title</a:t>
            </a:r>
          </a:p>
        </p:txBody>
      </p:sp>
      <p:sp>
        <p:nvSpPr>
          <p:cNvPr id="43" name="Text Placeholder 42">
            <a:extLst>
              <a:ext uri="{FF2B5EF4-FFF2-40B4-BE49-F238E27FC236}">
                <a16:creationId xmlns:a16="http://schemas.microsoft.com/office/drawing/2014/main" id="{039D2216-D2E0-E7B9-ED88-92151048ACB0}"/>
              </a:ext>
            </a:extLst>
          </p:cNvPr>
          <p:cNvSpPr>
            <a:spLocks noGrp="1"/>
          </p:cNvSpPr>
          <p:nvPr>
            <p:ph type="body" sz="quarter" idx="21"/>
          </p:nvPr>
        </p:nvSpPr>
        <p:spPr/>
        <p:txBody>
          <a:bodyPr/>
          <a:lstStyle/>
          <a:p>
            <a:r>
              <a:rPr lang="en-US" dirty="0"/>
              <a:t>Title</a:t>
            </a:r>
          </a:p>
        </p:txBody>
      </p:sp>
      <p:sp>
        <p:nvSpPr>
          <p:cNvPr id="23" name="Text Placeholder 22">
            <a:extLst>
              <a:ext uri="{FF2B5EF4-FFF2-40B4-BE49-F238E27FC236}">
                <a16:creationId xmlns:a16="http://schemas.microsoft.com/office/drawing/2014/main" id="{DFD2EBAC-3D28-3502-2B37-FF7B93D88783}"/>
              </a:ext>
            </a:extLst>
          </p:cNvPr>
          <p:cNvSpPr>
            <a:spLocks noGrp="1"/>
          </p:cNvSpPr>
          <p:nvPr>
            <p:ph type="body" sz="quarter" idx="18"/>
          </p:nvPr>
        </p:nvSpPr>
        <p:spPr/>
        <p:txBody>
          <a:bodyPr/>
          <a:lstStyle/>
          <a:p>
            <a:r>
              <a:rPr lang="en-US" dirty="0"/>
              <a:t>Title</a:t>
            </a:r>
          </a:p>
        </p:txBody>
      </p:sp>
      <p:graphicFrame>
        <p:nvGraphicFramePr>
          <p:cNvPr id="27" name="Chart 46">
            <a:extLst>
              <a:ext uri="{FF2B5EF4-FFF2-40B4-BE49-F238E27FC236}">
                <a16:creationId xmlns:a16="http://schemas.microsoft.com/office/drawing/2014/main" id="{ACBAF964-4337-14A7-38E9-1DC56515B32C}"/>
              </a:ext>
            </a:extLst>
          </p:cNvPr>
          <p:cNvGraphicFramePr>
            <a:graphicFrameLocks/>
          </p:cNvGraphicFramePr>
          <p:nvPr>
            <p:extLst>
              <p:ext uri="{D42A27DB-BD31-4B8C-83A1-F6EECF244321}">
                <p14:modId xmlns:p14="http://schemas.microsoft.com/office/powerpoint/2010/main" val="2270016645"/>
              </p:ext>
            </p:extLst>
          </p:nvPr>
        </p:nvGraphicFramePr>
        <p:xfrm>
          <a:off x="216765" y="1431549"/>
          <a:ext cx="2770693" cy="2085331"/>
        </p:xfrm>
        <a:graphic>
          <a:graphicData uri="http://schemas.openxmlformats.org/drawingml/2006/chart">
            <c:chart xmlns:c="http://schemas.openxmlformats.org/drawingml/2006/chart" xmlns:r="http://schemas.openxmlformats.org/officeDocument/2006/relationships" r:id="rId2"/>
          </a:graphicData>
        </a:graphic>
      </p:graphicFrame>
      <p:grpSp>
        <p:nvGrpSpPr>
          <p:cNvPr id="18" name="Group 17">
            <a:extLst>
              <a:ext uri="{FF2B5EF4-FFF2-40B4-BE49-F238E27FC236}">
                <a16:creationId xmlns:a16="http://schemas.microsoft.com/office/drawing/2014/main" id="{CF338B87-C8E7-7822-05B3-3AFA03186EBE}"/>
              </a:ext>
            </a:extLst>
          </p:cNvPr>
          <p:cNvGrpSpPr/>
          <p:nvPr/>
        </p:nvGrpSpPr>
        <p:grpSpPr>
          <a:xfrm>
            <a:off x="3894393" y="6503049"/>
            <a:ext cx="4403214" cy="200055"/>
            <a:chOff x="1753748" y="6508044"/>
            <a:chExt cx="4403214" cy="200055"/>
          </a:xfrm>
        </p:grpSpPr>
        <p:sp>
          <p:nvSpPr>
            <p:cNvPr id="46" name="Rectangle 45">
              <a:extLst>
                <a:ext uri="{FF2B5EF4-FFF2-40B4-BE49-F238E27FC236}">
                  <a16:creationId xmlns:a16="http://schemas.microsoft.com/office/drawing/2014/main" id="{1FC47E0E-30E9-D80B-E052-760D15D53F2C}"/>
                </a:ext>
              </a:extLst>
            </p:cNvPr>
            <p:cNvSpPr/>
            <p:nvPr/>
          </p:nvSpPr>
          <p:spPr>
            <a:xfrm>
              <a:off x="1753748" y="6535137"/>
              <a:ext cx="125546" cy="1342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TextBox 46">
              <a:extLst>
                <a:ext uri="{FF2B5EF4-FFF2-40B4-BE49-F238E27FC236}">
                  <a16:creationId xmlns:a16="http://schemas.microsoft.com/office/drawing/2014/main" id="{DB7E3093-CD4A-9D9E-481A-AC665D768D54}"/>
                </a:ext>
              </a:extLst>
            </p:cNvPr>
            <p:cNvSpPr txBox="1"/>
            <p:nvPr/>
          </p:nvSpPr>
          <p:spPr>
            <a:xfrm>
              <a:off x="1920609" y="6508044"/>
              <a:ext cx="638957" cy="200055"/>
            </a:xfrm>
            <a:prstGeom prst="rect">
              <a:avLst/>
            </a:prstGeom>
          </p:spPr>
          <p:txBody>
            <a:bodyPr vert="horz" wrap="none" lIns="0" tIns="45720" rIns="91440" bIns="45720" rtlCol="0">
              <a:spAutoFit/>
            </a:bodyPr>
            <a:lstStyle/>
            <a:p>
              <a:pPr algn="l"/>
              <a:r>
                <a:rPr lang="en-US" sz="700" dirty="0">
                  <a:latin typeface="+mn-lt"/>
                </a:rPr>
                <a:t>Satisfactory</a:t>
              </a:r>
            </a:p>
          </p:txBody>
        </p:sp>
        <p:sp>
          <p:nvSpPr>
            <p:cNvPr id="48" name="Rectangle 47">
              <a:extLst>
                <a:ext uri="{FF2B5EF4-FFF2-40B4-BE49-F238E27FC236}">
                  <a16:creationId xmlns:a16="http://schemas.microsoft.com/office/drawing/2014/main" id="{600E20D3-1A08-D744-8950-48F377A118BB}"/>
                </a:ext>
              </a:extLst>
            </p:cNvPr>
            <p:cNvSpPr/>
            <p:nvPr/>
          </p:nvSpPr>
          <p:spPr>
            <a:xfrm>
              <a:off x="2691891" y="6535137"/>
              <a:ext cx="134208" cy="1342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C309F763-F07E-4BAA-9C44-AE95C7641503}"/>
                </a:ext>
              </a:extLst>
            </p:cNvPr>
            <p:cNvSpPr txBox="1"/>
            <p:nvPr/>
          </p:nvSpPr>
          <p:spPr>
            <a:xfrm>
              <a:off x="2855612" y="6508044"/>
              <a:ext cx="1294585" cy="200055"/>
            </a:xfrm>
            <a:prstGeom prst="rect">
              <a:avLst/>
            </a:prstGeom>
          </p:spPr>
          <p:txBody>
            <a:bodyPr vert="horz" wrap="none" lIns="0" tIns="45720" rIns="91440" bIns="45720" rtlCol="0">
              <a:spAutoFit/>
            </a:bodyPr>
            <a:lstStyle/>
            <a:p>
              <a:pPr algn="l"/>
              <a:r>
                <a:rPr lang="en-US" sz="700" dirty="0">
                  <a:latin typeface="+mn-lt"/>
                </a:rPr>
                <a:t>Marginal – Plan to Recover</a:t>
              </a:r>
            </a:p>
          </p:txBody>
        </p:sp>
        <p:sp>
          <p:nvSpPr>
            <p:cNvPr id="50" name="Rectangle 49">
              <a:extLst>
                <a:ext uri="{FF2B5EF4-FFF2-40B4-BE49-F238E27FC236}">
                  <a16:creationId xmlns:a16="http://schemas.microsoft.com/office/drawing/2014/main" id="{43DF109B-DD20-A403-A81C-1BA48C9E1053}"/>
                </a:ext>
              </a:extLst>
            </p:cNvPr>
            <p:cNvSpPr/>
            <p:nvPr/>
          </p:nvSpPr>
          <p:spPr>
            <a:xfrm>
              <a:off x="4150197" y="6535137"/>
              <a:ext cx="134208" cy="1342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TextBox 50">
              <a:extLst>
                <a:ext uri="{FF2B5EF4-FFF2-40B4-BE49-F238E27FC236}">
                  <a16:creationId xmlns:a16="http://schemas.microsoft.com/office/drawing/2014/main" id="{4ACE1568-0DA4-8C45-61F3-5E1E3CDE0870}"/>
                </a:ext>
              </a:extLst>
            </p:cNvPr>
            <p:cNvSpPr txBox="1"/>
            <p:nvPr/>
          </p:nvSpPr>
          <p:spPr>
            <a:xfrm>
              <a:off x="4313918" y="6508044"/>
              <a:ext cx="749564" cy="200055"/>
            </a:xfrm>
            <a:prstGeom prst="rect">
              <a:avLst/>
            </a:prstGeom>
          </p:spPr>
          <p:txBody>
            <a:bodyPr vert="horz" wrap="none" lIns="0" tIns="45720" rIns="91440" bIns="45720" rtlCol="0">
              <a:spAutoFit/>
            </a:bodyPr>
            <a:lstStyle/>
            <a:p>
              <a:pPr algn="l"/>
              <a:r>
                <a:rPr lang="en-US" sz="700" dirty="0">
                  <a:latin typeface="+mn-lt"/>
                </a:rPr>
                <a:t>Unsatisfactory</a:t>
              </a:r>
            </a:p>
          </p:txBody>
        </p:sp>
        <p:sp>
          <p:nvSpPr>
            <p:cNvPr id="52" name="Rectangle 51">
              <a:extLst>
                <a:ext uri="{FF2B5EF4-FFF2-40B4-BE49-F238E27FC236}">
                  <a16:creationId xmlns:a16="http://schemas.microsoft.com/office/drawing/2014/main" id="{DAE6CFE7-BC46-FB68-094D-8C9074484577}"/>
                </a:ext>
              </a:extLst>
            </p:cNvPr>
            <p:cNvSpPr/>
            <p:nvPr/>
          </p:nvSpPr>
          <p:spPr>
            <a:xfrm>
              <a:off x="5092995" y="6535137"/>
              <a:ext cx="134208" cy="134208"/>
            </a:xfrm>
            <a:prstGeom prst="rect">
              <a:avLst/>
            </a:prstGeom>
            <a:gradFill>
              <a:gsLst>
                <a:gs pos="49000">
                  <a:schemeClr val="accent4"/>
                </a:gs>
                <a:gs pos="51000">
                  <a:schemeClr val="accent5"/>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TextBox 52">
              <a:extLst>
                <a:ext uri="{FF2B5EF4-FFF2-40B4-BE49-F238E27FC236}">
                  <a16:creationId xmlns:a16="http://schemas.microsoft.com/office/drawing/2014/main" id="{E271857D-58B7-05FA-A92A-184A55167525}"/>
                </a:ext>
              </a:extLst>
            </p:cNvPr>
            <p:cNvSpPr txBox="1"/>
            <p:nvPr/>
          </p:nvSpPr>
          <p:spPr>
            <a:xfrm>
              <a:off x="5256716" y="6508044"/>
              <a:ext cx="900246" cy="200055"/>
            </a:xfrm>
            <a:prstGeom prst="rect">
              <a:avLst/>
            </a:prstGeom>
          </p:spPr>
          <p:txBody>
            <a:bodyPr vert="horz" wrap="none" lIns="0" tIns="45720" rIns="91440" bIns="45720" rtlCol="0">
              <a:spAutoFit/>
            </a:bodyPr>
            <a:lstStyle/>
            <a:p>
              <a:pPr algn="l"/>
              <a:r>
                <a:rPr lang="en-US" sz="700" dirty="0">
                  <a:latin typeface="+mn-lt"/>
                </a:rPr>
                <a:t>Change From / To</a:t>
              </a:r>
            </a:p>
          </p:txBody>
        </p:sp>
      </p:grpSp>
      <p:graphicFrame>
        <p:nvGraphicFramePr>
          <p:cNvPr id="21" name="Chart 46">
            <a:extLst>
              <a:ext uri="{FF2B5EF4-FFF2-40B4-BE49-F238E27FC236}">
                <a16:creationId xmlns:a16="http://schemas.microsoft.com/office/drawing/2014/main" id="{68A4E6ED-276F-1450-A467-CF5FCC596675}"/>
              </a:ext>
            </a:extLst>
          </p:cNvPr>
          <p:cNvGraphicFramePr>
            <a:graphicFrameLocks/>
          </p:cNvGraphicFramePr>
          <p:nvPr>
            <p:extLst>
              <p:ext uri="{D42A27DB-BD31-4B8C-83A1-F6EECF244321}">
                <p14:modId xmlns:p14="http://schemas.microsoft.com/office/powerpoint/2010/main" val="2345717246"/>
              </p:ext>
            </p:extLst>
          </p:nvPr>
        </p:nvGraphicFramePr>
        <p:xfrm>
          <a:off x="3141593" y="1431549"/>
          <a:ext cx="2770693" cy="20853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46">
            <a:extLst>
              <a:ext uri="{FF2B5EF4-FFF2-40B4-BE49-F238E27FC236}">
                <a16:creationId xmlns:a16="http://schemas.microsoft.com/office/drawing/2014/main" id="{25354027-4B1C-83DD-BE24-0650A1EA7B2E}"/>
              </a:ext>
            </a:extLst>
          </p:cNvPr>
          <p:cNvGraphicFramePr>
            <a:graphicFrameLocks/>
          </p:cNvGraphicFramePr>
          <p:nvPr>
            <p:extLst>
              <p:ext uri="{D42A27DB-BD31-4B8C-83A1-F6EECF244321}">
                <p14:modId xmlns:p14="http://schemas.microsoft.com/office/powerpoint/2010/main" val="2120696081"/>
              </p:ext>
            </p:extLst>
          </p:nvPr>
        </p:nvGraphicFramePr>
        <p:xfrm>
          <a:off x="6279362" y="1431549"/>
          <a:ext cx="2770693" cy="20853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Chart 46">
            <a:extLst>
              <a:ext uri="{FF2B5EF4-FFF2-40B4-BE49-F238E27FC236}">
                <a16:creationId xmlns:a16="http://schemas.microsoft.com/office/drawing/2014/main" id="{4690A426-7CC9-4C92-A135-D5F76576926F}"/>
              </a:ext>
            </a:extLst>
          </p:cNvPr>
          <p:cNvGraphicFramePr>
            <a:graphicFrameLocks/>
          </p:cNvGraphicFramePr>
          <p:nvPr>
            <p:extLst>
              <p:ext uri="{D42A27DB-BD31-4B8C-83A1-F6EECF244321}">
                <p14:modId xmlns:p14="http://schemas.microsoft.com/office/powerpoint/2010/main" val="1604246471"/>
              </p:ext>
            </p:extLst>
          </p:nvPr>
        </p:nvGraphicFramePr>
        <p:xfrm>
          <a:off x="9204190" y="1431549"/>
          <a:ext cx="2770693" cy="208533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 name="Chart 46">
            <a:extLst>
              <a:ext uri="{FF2B5EF4-FFF2-40B4-BE49-F238E27FC236}">
                <a16:creationId xmlns:a16="http://schemas.microsoft.com/office/drawing/2014/main" id="{141F4D33-CF4E-6CF8-FFB3-C0E71718C965}"/>
              </a:ext>
            </a:extLst>
          </p:cNvPr>
          <p:cNvGraphicFramePr>
            <a:graphicFrameLocks/>
          </p:cNvGraphicFramePr>
          <p:nvPr>
            <p:extLst>
              <p:ext uri="{D42A27DB-BD31-4B8C-83A1-F6EECF244321}">
                <p14:modId xmlns:p14="http://schemas.microsoft.com/office/powerpoint/2010/main" val="2270016645"/>
              </p:ext>
            </p:extLst>
          </p:nvPr>
        </p:nvGraphicFramePr>
        <p:xfrm>
          <a:off x="216765" y="4124645"/>
          <a:ext cx="2770693" cy="208533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9" name="Chart 46">
            <a:extLst>
              <a:ext uri="{FF2B5EF4-FFF2-40B4-BE49-F238E27FC236}">
                <a16:creationId xmlns:a16="http://schemas.microsoft.com/office/drawing/2014/main" id="{7AED9AA7-0DA7-BCA5-8EA7-F6A250C2C7F4}"/>
              </a:ext>
            </a:extLst>
          </p:cNvPr>
          <p:cNvGraphicFramePr>
            <a:graphicFrameLocks/>
          </p:cNvGraphicFramePr>
          <p:nvPr>
            <p:extLst>
              <p:ext uri="{D42A27DB-BD31-4B8C-83A1-F6EECF244321}">
                <p14:modId xmlns:p14="http://schemas.microsoft.com/office/powerpoint/2010/main" val="2345717246"/>
              </p:ext>
            </p:extLst>
          </p:nvPr>
        </p:nvGraphicFramePr>
        <p:xfrm>
          <a:off x="3141593" y="4124645"/>
          <a:ext cx="2770693" cy="208533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0" name="Chart 46">
            <a:extLst>
              <a:ext uri="{FF2B5EF4-FFF2-40B4-BE49-F238E27FC236}">
                <a16:creationId xmlns:a16="http://schemas.microsoft.com/office/drawing/2014/main" id="{4AD3E421-4B8E-0A69-D88F-CDDEEF78C0B5}"/>
              </a:ext>
            </a:extLst>
          </p:cNvPr>
          <p:cNvGraphicFramePr>
            <a:graphicFrameLocks/>
          </p:cNvGraphicFramePr>
          <p:nvPr>
            <p:extLst>
              <p:ext uri="{D42A27DB-BD31-4B8C-83A1-F6EECF244321}">
                <p14:modId xmlns:p14="http://schemas.microsoft.com/office/powerpoint/2010/main" val="2120696081"/>
              </p:ext>
            </p:extLst>
          </p:nvPr>
        </p:nvGraphicFramePr>
        <p:xfrm>
          <a:off x="6279362" y="4124645"/>
          <a:ext cx="2770693" cy="208533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1" name="Chart 46">
            <a:extLst>
              <a:ext uri="{FF2B5EF4-FFF2-40B4-BE49-F238E27FC236}">
                <a16:creationId xmlns:a16="http://schemas.microsoft.com/office/drawing/2014/main" id="{CCFC3DEC-7588-2CE5-C86B-0B5BF307241D}"/>
              </a:ext>
            </a:extLst>
          </p:cNvPr>
          <p:cNvGraphicFramePr>
            <a:graphicFrameLocks/>
          </p:cNvGraphicFramePr>
          <p:nvPr>
            <p:extLst>
              <p:ext uri="{D42A27DB-BD31-4B8C-83A1-F6EECF244321}">
                <p14:modId xmlns:p14="http://schemas.microsoft.com/office/powerpoint/2010/main" val="1604246471"/>
              </p:ext>
            </p:extLst>
          </p:nvPr>
        </p:nvGraphicFramePr>
        <p:xfrm>
          <a:off x="9204190" y="4124645"/>
          <a:ext cx="2770693" cy="2085331"/>
        </p:xfrm>
        <a:graphic>
          <a:graphicData uri="http://schemas.openxmlformats.org/drawingml/2006/chart">
            <c:chart xmlns:c="http://schemas.openxmlformats.org/drawingml/2006/chart" xmlns:r="http://schemas.openxmlformats.org/officeDocument/2006/relationships" r:id="rId9"/>
          </a:graphicData>
        </a:graphic>
      </p:graphicFrame>
      <p:sp>
        <p:nvSpPr>
          <p:cNvPr id="2" name="Slide Number Placeholder 1">
            <a:extLst>
              <a:ext uri="{FF2B5EF4-FFF2-40B4-BE49-F238E27FC236}">
                <a16:creationId xmlns:a16="http://schemas.microsoft.com/office/drawing/2014/main" id="{204C9576-B470-4D38-B89F-D252A39BD505}"/>
              </a:ext>
            </a:extLst>
          </p:cNvPr>
          <p:cNvSpPr>
            <a:spLocks noGrp="1"/>
          </p:cNvSpPr>
          <p:nvPr>
            <p:ph type="sldNum" sz="quarter" idx="4"/>
          </p:nvPr>
        </p:nvSpPr>
        <p:spPr/>
        <p:txBody>
          <a:bodyPr/>
          <a:lstStyle/>
          <a:p>
            <a:fld id="{7196636F-A64E-6C4D-AE26-50A84E19B9C9}" type="slidenum">
              <a:rPr lang="en-US" smtClean="0"/>
              <a:pPr/>
              <a:t>38</a:t>
            </a:fld>
            <a:endParaRPr lang="en-US" dirty="0"/>
          </a:p>
        </p:txBody>
      </p:sp>
    </p:spTree>
    <p:extLst>
      <p:ext uri="{BB962C8B-B14F-4D97-AF65-F5344CB8AC3E}">
        <p14:creationId xmlns:p14="http://schemas.microsoft.com/office/powerpoint/2010/main" val="9450278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B904D-28D2-1E43-BF6C-89F69EDEC890}"/>
              </a:ext>
            </a:extLst>
          </p:cNvPr>
          <p:cNvSpPr>
            <a:spLocks noGrp="1"/>
          </p:cNvSpPr>
          <p:nvPr>
            <p:ph type="title"/>
          </p:nvPr>
        </p:nvSpPr>
        <p:spPr/>
        <p:txBody>
          <a:bodyPr/>
          <a:lstStyle/>
          <a:p>
            <a:r>
              <a:rPr lang="en-US" dirty="0"/>
              <a:t>Chart Title</a:t>
            </a:r>
          </a:p>
        </p:txBody>
      </p:sp>
      <p:sp>
        <p:nvSpPr>
          <p:cNvPr id="5" name="Text Placeholder 4">
            <a:extLst>
              <a:ext uri="{FF2B5EF4-FFF2-40B4-BE49-F238E27FC236}">
                <a16:creationId xmlns:a16="http://schemas.microsoft.com/office/drawing/2014/main" id="{2FE4D209-4396-A958-B7E2-49B20AD80219}"/>
              </a:ext>
            </a:extLst>
          </p:cNvPr>
          <p:cNvSpPr>
            <a:spLocks noGrp="1"/>
          </p:cNvSpPr>
          <p:nvPr>
            <p:ph type="body" sz="quarter" idx="13"/>
          </p:nvPr>
        </p:nvSpPr>
        <p:spPr/>
        <p:txBody>
          <a:bodyPr/>
          <a:lstStyle/>
          <a:p>
            <a:r>
              <a:rPr lang="en-US" dirty="0"/>
              <a:t>Section name</a:t>
            </a:r>
          </a:p>
        </p:txBody>
      </p:sp>
      <p:graphicFrame>
        <p:nvGraphicFramePr>
          <p:cNvPr id="6" name="Chart 6">
            <a:extLst>
              <a:ext uri="{FF2B5EF4-FFF2-40B4-BE49-F238E27FC236}">
                <a16:creationId xmlns:a16="http://schemas.microsoft.com/office/drawing/2014/main" id="{54655D92-E66B-6F32-6326-167FB3DCD1F7}"/>
              </a:ext>
            </a:extLst>
          </p:cNvPr>
          <p:cNvGraphicFramePr>
            <a:graphicFrameLocks/>
          </p:cNvGraphicFramePr>
          <p:nvPr>
            <p:extLst>
              <p:ext uri="{D42A27DB-BD31-4B8C-83A1-F6EECF244321}">
                <p14:modId xmlns:p14="http://schemas.microsoft.com/office/powerpoint/2010/main" val="3078393286"/>
              </p:ext>
            </p:extLst>
          </p:nvPr>
        </p:nvGraphicFramePr>
        <p:xfrm>
          <a:off x="780068" y="895417"/>
          <a:ext cx="10631864" cy="5398704"/>
        </p:xfrm>
        <a:graphic>
          <a:graphicData uri="http://schemas.openxmlformats.org/drawingml/2006/chart">
            <c:chart xmlns:c="http://schemas.openxmlformats.org/drawingml/2006/chart" xmlns:r="http://schemas.openxmlformats.org/officeDocument/2006/relationships" r:id="rId2"/>
          </a:graphicData>
        </a:graphic>
      </p:graphicFrame>
      <p:sp>
        <p:nvSpPr>
          <p:cNvPr id="3" name="Slide Number Placeholder 2">
            <a:extLst>
              <a:ext uri="{FF2B5EF4-FFF2-40B4-BE49-F238E27FC236}">
                <a16:creationId xmlns:a16="http://schemas.microsoft.com/office/drawing/2014/main" id="{0AF01B0F-1E9B-4FE0-9F5A-54F911346111}"/>
              </a:ext>
            </a:extLst>
          </p:cNvPr>
          <p:cNvSpPr>
            <a:spLocks noGrp="1"/>
          </p:cNvSpPr>
          <p:nvPr>
            <p:ph type="sldNum" sz="quarter" idx="4"/>
          </p:nvPr>
        </p:nvSpPr>
        <p:spPr/>
        <p:txBody>
          <a:bodyPr/>
          <a:lstStyle/>
          <a:p>
            <a:fld id="{7196636F-A64E-6C4D-AE26-50A84E19B9C9}" type="slidenum">
              <a:rPr lang="en-US" smtClean="0"/>
              <a:pPr/>
              <a:t>39</a:t>
            </a:fld>
            <a:endParaRPr lang="en-US" dirty="0"/>
          </a:p>
        </p:txBody>
      </p:sp>
    </p:spTree>
    <p:extLst>
      <p:ext uri="{BB962C8B-B14F-4D97-AF65-F5344CB8AC3E}">
        <p14:creationId xmlns:p14="http://schemas.microsoft.com/office/powerpoint/2010/main" val="8181779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2DCF739-8B29-F8DB-0572-079F26189177}"/>
              </a:ext>
            </a:extLst>
          </p:cNvPr>
          <p:cNvSpPr/>
          <p:nvPr/>
        </p:nvSpPr>
        <p:spPr>
          <a:xfrm>
            <a:off x="6096001" y="632564"/>
            <a:ext cx="5875148" cy="5732780"/>
          </a:xfrm>
          <a:prstGeom prst="roundRect">
            <a:avLst>
              <a:gd name="adj" fmla="val 1749"/>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 Placeholder 2">
            <a:extLst>
              <a:ext uri="{FF2B5EF4-FFF2-40B4-BE49-F238E27FC236}">
                <a16:creationId xmlns:a16="http://schemas.microsoft.com/office/drawing/2014/main" id="{FCAA24B9-CB43-DF46-A724-D66B70389E09}"/>
              </a:ext>
            </a:extLst>
          </p:cNvPr>
          <p:cNvSpPr>
            <a:spLocks noGrp="1"/>
          </p:cNvSpPr>
          <p:nvPr>
            <p:ph type="body" sz="quarter" idx="16"/>
          </p:nvPr>
        </p:nvSpPr>
        <p:spPr/>
        <p:txBody>
          <a:bodyPr/>
          <a:lstStyle/>
          <a:p>
            <a:r>
              <a:rPr lang="en-US" dirty="0"/>
              <a:t>This is a large statement slide </a:t>
            </a:r>
            <a:br>
              <a:rPr lang="en-US" dirty="0"/>
            </a:br>
            <a:r>
              <a:rPr lang="en-US" dirty="0"/>
              <a:t>with a chart.</a:t>
            </a:r>
          </a:p>
        </p:txBody>
      </p:sp>
      <p:sp>
        <p:nvSpPr>
          <p:cNvPr id="7" name="Text Placeholder 6">
            <a:extLst>
              <a:ext uri="{FF2B5EF4-FFF2-40B4-BE49-F238E27FC236}">
                <a16:creationId xmlns:a16="http://schemas.microsoft.com/office/drawing/2014/main" id="{8B597612-48C2-3BBD-2590-6993D5EEE2BC}"/>
              </a:ext>
            </a:extLst>
          </p:cNvPr>
          <p:cNvSpPr>
            <a:spLocks noGrp="1"/>
          </p:cNvSpPr>
          <p:nvPr>
            <p:ph type="body" sz="quarter" idx="13"/>
          </p:nvPr>
        </p:nvSpPr>
        <p:spPr/>
        <p:txBody>
          <a:bodyPr/>
          <a:lstStyle/>
          <a:p>
            <a:r>
              <a:rPr lang="en-US" dirty="0"/>
              <a:t>Section name</a:t>
            </a:r>
          </a:p>
        </p:txBody>
      </p:sp>
      <p:graphicFrame>
        <p:nvGraphicFramePr>
          <p:cNvPr id="6" name="Chart 6">
            <a:extLst>
              <a:ext uri="{FF2B5EF4-FFF2-40B4-BE49-F238E27FC236}">
                <a16:creationId xmlns:a16="http://schemas.microsoft.com/office/drawing/2014/main" id="{65BF6348-05AD-01D9-9A13-BF6684FD3E72}"/>
              </a:ext>
            </a:extLst>
          </p:cNvPr>
          <p:cNvGraphicFramePr>
            <a:graphicFrameLocks/>
          </p:cNvGraphicFramePr>
          <p:nvPr>
            <p:extLst>
              <p:ext uri="{D42A27DB-BD31-4B8C-83A1-F6EECF244321}">
                <p14:modId xmlns:p14="http://schemas.microsoft.com/office/powerpoint/2010/main" val="1234946852"/>
              </p:ext>
            </p:extLst>
          </p:nvPr>
        </p:nvGraphicFramePr>
        <p:xfrm>
          <a:off x="6294637" y="492655"/>
          <a:ext cx="5440163" cy="5801465"/>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9E35BBD2-4FC0-4589-BD84-CCD63A04B73D}"/>
              </a:ext>
            </a:extLst>
          </p:cNvPr>
          <p:cNvSpPr>
            <a:spLocks noGrp="1"/>
          </p:cNvSpPr>
          <p:nvPr>
            <p:ph type="sldNum" sz="quarter" idx="4"/>
          </p:nvPr>
        </p:nvSpPr>
        <p:spPr/>
        <p:txBody>
          <a:bodyPr/>
          <a:lstStyle/>
          <a:p>
            <a:fld id="{7196636F-A64E-6C4D-AE26-50A84E19B9C9}" type="slidenum">
              <a:rPr lang="en-US" smtClean="0"/>
              <a:pPr/>
              <a:t>40</a:t>
            </a:fld>
            <a:endParaRPr lang="en-US" dirty="0"/>
          </a:p>
        </p:txBody>
      </p:sp>
    </p:spTree>
    <p:extLst>
      <p:ext uri="{BB962C8B-B14F-4D97-AF65-F5344CB8AC3E}">
        <p14:creationId xmlns:p14="http://schemas.microsoft.com/office/powerpoint/2010/main" val="3809238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Three-column with Data Viz</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Subtitle and additional copy go here in sentence case.</a:t>
            </a:r>
          </a:p>
        </p:txBody>
      </p:sp>
      <p:sp>
        <p:nvSpPr>
          <p:cNvPr id="10" name="Content Placeholder 4">
            <a:extLst>
              <a:ext uri="{FF2B5EF4-FFF2-40B4-BE49-F238E27FC236}">
                <a16:creationId xmlns:a16="http://schemas.microsoft.com/office/drawing/2014/main" id="{9ACA1F32-17CE-1741-9A4E-190AD0825121}"/>
              </a:ext>
            </a:extLst>
          </p:cNvPr>
          <p:cNvSpPr txBox="1">
            <a:spLocks/>
          </p:cNvSpPr>
          <p:nvPr/>
        </p:nvSpPr>
        <p:spPr>
          <a:xfrm>
            <a:off x="4759211" y="4908426"/>
            <a:ext cx="4144157" cy="1247498"/>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200"/>
              </a:spcBef>
              <a:buFont typeface="Arial"/>
              <a:buNone/>
              <a:defRPr sz="1400" b="0" i="0" kern="1200" spc="0" baseline="0">
                <a:solidFill>
                  <a:schemeClr val="accent1"/>
                </a:solidFill>
                <a:latin typeface="Ford Antenna Regular" panose="02000505000000020004" pitchFamily="2" charset="0"/>
                <a:ea typeface="Ford Antenna Regular" panose="02000505000000020004" pitchFamily="2" charset="0"/>
                <a:cs typeface="Ford Antenna Regular" panose="02000505000000020004" pitchFamily="2" charset="0"/>
              </a:defRPr>
            </a:lvl1pPr>
            <a:lvl2pPr marL="0" indent="0" algn="l" defTabSz="914400" rtl="0" eaLnBrk="1" latinLnBrk="0" hangingPunct="1">
              <a:lnSpc>
                <a:spcPct val="100000"/>
              </a:lnSpc>
              <a:spcBef>
                <a:spcPts val="1200"/>
              </a:spcBef>
              <a:buSzPct val="75000"/>
              <a:buFont typeface="Arial"/>
              <a:buNone/>
              <a:tabLst/>
              <a:defRPr sz="1400" kern="1200" spc="0">
                <a:solidFill>
                  <a:schemeClr val="accent1"/>
                </a:solidFill>
                <a:latin typeface="Ford Antenna Regular" panose="02000505000000020004" pitchFamily="2" charset="0"/>
                <a:ea typeface="Ford Antenna Regular" charset="0"/>
                <a:cs typeface="Ford Antenna Regular" charset="0"/>
              </a:defRPr>
            </a:lvl2pPr>
            <a:lvl3pPr marL="242888" indent="0" algn="l" defTabSz="914400" rtl="0" eaLnBrk="1" latinLnBrk="0" hangingPunct="1">
              <a:lnSpc>
                <a:spcPct val="120000"/>
              </a:lnSpc>
              <a:spcBef>
                <a:spcPts val="500"/>
              </a:spcBef>
              <a:buSzPct val="75000"/>
              <a:buFont typeface="Arial"/>
              <a:buNone/>
              <a:tabLst/>
              <a:defRPr sz="1400" kern="1200" spc="0">
                <a:solidFill>
                  <a:srgbClr val="00095B"/>
                </a:solidFill>
                <a:latin typeface="Ford Antenna Regular" panose="02000505000000020004" pitchFamily="2" charset="0"/>
                <a:ea typeface="Ford Antenna Regular" charset="0"/>
                <a:cs typeface="Ford Antenna Regular" charset="0"/>
              </a:defRPr>
            </a:lvl3pPr>
            <a:lvl4pPr marL="16002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4pPr>
            <a:lvl5pPr marL="2057400" indent="-228600" algn="l" defTabSz="914400" rtl="0" eaLnBrk="1" latinLnBrk="0" hangingPunct="1">
              <a:lnSpc>
                <a:spcPct val="90000"/>
              </a:lnSpc>
              <a:spcBef>
                <a:spcPts val="500"/>
              </a:spcBef>
              <a:buFont typeface="Arial"/>
              <a:buChar char="•"/>
              <a:defRPr sz="1200" kern="1200">
                <a:solidFill>
                  <a:schemeClr val="tx1"/>
                </a:solidFill>
                <a:latin typeface="Ford Antenna Regular" charset="0"/>
                <a:ea typeface="Ford Antenna Regular" charset="0"/>
                <a:cs typeface="Ford Antenna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a:p>
        </p:txBody>
      </p:sp>
      <p:graphicFrame>
        <p:nvGraphicFramePr>
          <p:cNvPr id="41" name="Chart 6">
            <a:extLst>
              <a:ext uri="{FF2B5EF4-FFF2-40B4-BE49-F238E27FC236}">
                <a16:creationId xmlns:a16="http://schemas.microsoft.com/office/drawing/2014/main" id="{6DA329E5-783C-FB4A-9ACE-9B2B9F12887D}"/>
              </a:ext>
            </a:extLst>
          </p:cNvPr>
          <p:cNvGraphicFramePr>
            <a:graphicFrameLocks/>
          </p:cNvGraphicFramePr>
          <p:nvPr>
            <p:extLst>
              <p:ext uri="{D42A27DB-BD31-4B8C-83A1-F6EECF244321}">
                <p14:modId xmlns:p14="http://schemas.microsoft.com/office/powerpoint/2010/main" val="374925612"/>
              </p:ext>
            </p:extLst>
          </p:nvPr>
        </p:nvGraphicFramePr>
        <p:xfrm>
          <a:off x="198108" y="1949090"/>
          <a:ext cx="3834456" cy="39638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6">
            <a:extLst>
              <a:ext uri="{FF2B5EF4-FFF2-40B4-BE49-F238E27FC236}">
                <a16:creationId xmlns:a16="http://schemas.microsoft.com/office/drawing/2014/main" id="{CEBC7360-89A3-D331-095F-D9D6B411C9A3}"/>
              </a:ext>
            </a:extLst>
          </p:cNvPr>
          <p:cNvGraphicFramePr>
            <a:graphicFrameLocks/>
          </p:cNvGraphicFramePr>
          <p:nvPr>
            <p:extLst>
              <p:ext uri="{D42A27DB-BD31-4B8C-83A1-F6EECF244321}">
                <p14:modId xmlns:p14="http://schemas.microsoft.com/office/powerpoint/2010/main" val="801856108"/>
              </p:ext>
            </p:extLst>
          </p:nvPr>
        </p:nvGraphicFramePr>
        <p:xfrm>
          <a:off x="4177949" y="1949090"/>
          <a:ext cx="3835005" cy="39638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6">
            <a:extLst>
              <a:ext uri="{FF2B5EF4-FFF2-40B4-BE49-F238E27FC236}">
                <a16:creationId xmlns:a16="http://schemas.microsoft.com/office/drawing/2014/main" id="{04BDF921-0F5F-3A0B-BC09-064C233AA80F}"/>
              </a:ext>
            </a:extLst>
          </p:cNvPr>
          <p:cNvGraphicFramePr>
            <a:graphicFrameLocks/>
          </p:cNvGraphicFramePr>
          <p:nvPr>
            <p:extLst>
              <p:ext uri="{D42A27DB-BD31-4B8C-83A1-F6EECF244321}">
                <p14:modId xmlns:p14="http://schemas.microsoft.com/office/powerpoint/2010/main" val="2881401428"/>
              </p:ext>
            </p:extLst>
          </p:nvPr>
        </p:nvGraphicFramePr>
        <p:xfrm>
          <a:off x="8184653" y="1949090"/>
          <a:ext cx="3809239" cy="3963870"/>
        </p:xfrm>
        <a:graphic>
          <a:graphicData uri="http://schemas.openxmlformats.org/drawingml/2006/chart">
            <c:chart xmlns:c="http://schemas.openxmlformats.org/drawingml/2006/chart" xmlns:r="http://schemas.openxmlformats.org/officeDocument/2006/relationships" r:id="rId4"/>
          </a:graphicData>
        </a:graphic>
      </p:graphicFrame>
      <p:sp>
        <p:nvSpPr>
          <p:cNvPr id="2" name="Slide Number Placeholder 1">
            <a:extLst>
              <a:ext uri="{FF2B5EF4-FFF2-40B4-BE49-F238E27FC236}">
                <a16:creationId xmlns:a16="http://schemas.microsoft.com/office/drawing/2014/main" id="{51416DF0-86CC-4D64-A598-50C78295F12F}"/>
              </a:ext>
            </a:extLst>
          </p:cNvPr>
          <p:cNvSpPr>
            <a:spLocks noGrp="1"/>
          </p:cNvSpPr>
          <p:nvPr>
            <p:ph type="sldNum" sz="quarter" idx="4"/>
          </p:nvPr>
        </p:nvSpPr>
        <p:spPr/>
        <p:txBody>
          <a:bodyPr/>
          <a:lstStyle/>
          <a:p>
            <a:fld id="{7196636F-A64E-6C4D-AE26-50A84E19B9C9}" type="slidenum">
              <a:rPr lang="en-US" smtClean="0"/>
              <a:pPr/>
              <a:t>41</a:t>
            </a:fld>
            <a:endParaRPr lang="en-US" dirty="0"/>
          </a:p>
        </p:txBody>
      </p:sp>
    </p:spTree>
    <p:extLst>
      <p:ext uri="{BB962C8B-B14F-4D97-AF65-F5344CB8AC3E}">
        <p14:creationId xmlns:p14="http://schemas.microsoft.com/office/powerpoint/2010/main" val="349323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FC39F9FE-1670-C990-B6CD-2863443D7C1B}"/>
              </a:ext>
            </a:extLst>
          </p:cNvPr>
          <p:cNvSpPr/>
          <p:nvPr/>
        </p:nvSpPr>
        <p:spPr>
          <a:xfrm>
            <a:off x="4275474" y="197278"/>
            <a:ext cx="3749040" cy="301752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ounded Rectangle 6">
            <a:extLst>
              <a:ext uri="{FF2B5EF4-FFF2-40B4-BE49-F238E27FC236}">
                <a16:creationId xmlns:a16="http://schemas.microsoft.com/office/drawing/2014/main" id="{E5084F29-E2B6-06D0-BF0A-BB65C39B5277}"/>
              </a:ext>
            </a:extLst>
          </p:cNvPr>
          <p:cNvSpPr/>
          <p:nvPr/>
        </p:nvSpPr>
        <p:spPr>
          <a:xfrm>
            <a:off x="8218640" y="197278"/>
            <a:ext cx="3749040" cy="301752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ounded Rectangle 7">
            <a:extLst>
              <a:ext uri="{FF2B5EF4-FFF2-40B4-BE49-F238E27FC236}">
                <a16:creationId xmlns:a16="http://schemas.microsoft.com/office/drawing/2014/main" id="{D10D1388-9791-2A65-4DA9-7C0551667468}"/>
              </a:ext>
            </a:extLst>
          </p:cNvPr>
          <p:cNvSpPr/>
          <p:nvPr/>
        </p:nvSpPr>
        <p:spPr>
          <a:xfrm>
            <a:off x="4275474" y="3385454"/>
            <a:ext cx="3749040" cy="301752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ounded Rectangle 9">
            <a:extLst>
              <a:ext uri="{FF2B5EF4-FFF2-40B4-BE49-F238E27FC236}">
                <a16:creationId xmlns:a16="http://schemas.microsoft.com/office/drawing/2014/main" id="{4F5BC28D-BC8F-6B87-2E67-27EB26ECB75B}"/>
              </a:ext>
            </a:extLst>
          </p:cNvPr>
          <p:cNvSpPr/>
          <p:nvPr/>
        </p:nvSpPr>
        <p:spPr>
          <a:xfrm>
            <a:off x="8218640" y="3385454"/>
            <a:ext cx="3749040" cy="3017520"/>
          </a:xfrm>
          <a:prstGeom prst="roundRect">
            <a:avLst>
              <a:gd name="adj" fmla="val 4811"/>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itle 3"/>
          <p:cNvSpPr>
            <a:spLocks noGrp="1"/>
          </p:cNvSpPr>
          <p:nvPr>
            <p:ph type="title"/>
          </p:nvPr>
        </p:nvSpPr>
        <p:spPr/>
        <p:txBody>
          <a:bodyPr/>
          <a:lstStyle/>
          <a:p>
            <a:r>
              <a:rPr lang="en-US" dirty="0"/>
              <a:t>Four Charts </a:t>
            </a:r>
            <a:br>
              <a:rPr lang="en-US" dirty="0"/>
            </a:br>
            <a:r>
              <a:rPr lang="en-US" dirty="0"/>
              <a:t>w/ Copy</a:t>
            </a:r>
          </a:p>
        </p:txBody>
      </p:sp>
      <p:sp>
        <p:nvSpPr>
          <p:cNvPr id="6" name="Text Placeholder 5"/>
          <p:cNvSpPr>
            <a:spLocks noGrp="1"/>
          </p:cNvSpPr>
          <p:nvPr>
            <p:ph type="body" sz="quarter" idx="13"/>
          </p:nvPr>
        </p:nvSpPr>
        <p:spPr/>
        <p:txBody>
          <a:bodyPr/>
          <a:lstStyle/>
          <a:p>
            <a:r>
              <a:rPr lang="en-US"/>
              <a:t>Section Name</a:t>
            </a:r>
            <a:endParaRPr lang="en-US" dirty="0"/>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t>
            </a:r>
            <a:br>
              <a:rPr lang="en-US" dirty="0"/>
            </a:br>
            <a:r>
              <a:rPr lang="en-US" dirty="0"/>
              <a:t>multiple charts are needed. </a:t>
            </a:r>
          </a:p>
        </p:txBody>
      </p:sp>
      <p:sp>
        <p:nvSpPr>
          <p:cNvPr id="15" name="Content Placeholder 14">
            <a:extLst>
              <a:ext uri="{FF2B5EF4-FFF2-40B4-BE49-F238E27FC236}">
                <a16:creationId xmlns:a16="http://schemas.microsoft.com/office/drawing/2014/main" id="{D6C16B76-3941-614E-9AFC-9817CBD005A0}"/>
              </a:ext>
            </a:extLst>
          </p:cNvPr>
          <p:cNvSpPr>
            <a:spLocks noGrp="1"/>
          </p:cNvSpPr>
          <p:nvPr>
            <p:ph idx="1"/>
          </p:nvPr>
        </p:nvSpPr>
        <p:spPr/>
        <p:txBody>
          <a:bodyPr/>
          <a:lstStyle/>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a:t>
            </a:r>
            <a:br>
              <a:rPr lang="en-US" dirty="0"/>
            </a:br>
            <a:r>
              <a:rPr lang="en-US" dirty="0"/>
              <a:t>est. </a:t>
            </a:r>
            <a:r>
              <a:rPr lang="en-US" dirty="0" err="1"/>
              <a:t>Vivamus</a:t>
            </a:r>
            <a:r>
              <a:rPr lang="en-US" dirty="0"/>
              <a:t> a </a:t>
            </a:r>
            <a:r>
              <a:rPr lang="en-US" dirty="0" err="1"/>
              <a:t>tellus</a:t>
            </a:r>
            <a:r>
              <a:rPr lang="en-US" dirty="0"/>
              <a:t>.</a:t>
            </a:r>
          </a:p>
        </p:txBody>
      </p:sp>
      <p:graphicFrame>
        <p:nvGraphicFramePr>
          <p:cNvPr id="13" name="Chart 46">
            <a:extLst>
              <a:ext uri="{FF2B5EF4-FFF2-40B4-BE49-F238E27FC236}">
                <a16:creationId xmlns:a16="http://schemas.microsoft.com/office/drawing/2014/main" id="{15E6878B-8A74-AACB-07B2-69B743A7DFE4}"/>
              </a:ext>
            </a:extLst>
          </p:cNvPr>
          <p:cNvGraphicFramePr>
            <a:graphicFrameLocks/>
          </p:cNvGraphicFramePr>
          <p:nvPr>
            <p:extLst>
              <p:ext uri="{D42A27DB-BD31-4B8C-83A1-F6EECF244321}">
                <p14:modId xmlns:p14="http://schemas.microsoft.com/office/powerpoint/2010/main" val="2977000323"/>
              </p:ext>
            </p:extLst>
          </p:nvPr>
        </p:nvGraphicFramePr>
        <p:xfrm>
          <a:off x="4475503" y="286911"/>
          <a:ext cx="3348984" cy="28382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46">
            <a:extLst>
              <a:ext uri="{FF2B5EF4-FFF2-40B4-BE49-F238E27FC236}">
                <a16:creationId xmlns:a16="http://schemas.microsoft.com/office/drawing/2014/main" id="{4E2E45DF-7D97-F8F5-AF10-FF15CB38E950}"/>
              </a:ext>
            </a:extLst>
          </p:cNvPr>
          <p:cNvGraphicFramePr>
            <a:graphicFrameLocks/>
          </p:cNvGraphicFramePr>
          <p:nvPr>
            <p:extLst>
              <p:ext uri="{D42A27DB-BD31-4B8C-83A1-F6EECF244321}">
                <p14:modId xmlns:p14="http://schemas.microsoft.com/office/powerpoint/2010/main" val="1256256342"/>
              </p:ext>
            </p:extLst>
          </p:nvPr>
        </p:nvGraphicFramePr>
        <p:xfrm>
          <a:off x="8448016" y="286911"/>
          <a:ext cx="3348984" cy="283825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46">
            <a:extLst>
              <a:ext uri="{FF2B5EF4-FFF2-40B4-BE49-F238E27FC236}">
                <a16:creationId xmlns:a16="http://schemas.microsoft.com/office/drawing/2014/main" id="{E4C00CA4-59BD-A8B0-2281-FAFA0CFC33AB}"/>
              </a:ext>
            </a:extLst>
          </p:cNvPr>
          <p:cNvGraphicFramePr>
            <a:graphicFrameLocks/>
          </p:cNvGraphicFramePr>
          <p:nvPr>
            <p:extLst>
              <p:ext uri="{D42A27DB-BD31-4B8C-83A1-F6EECF244321}">
                <p14:modId xmlns:p14="http://schemas.microsoft.com/office/powerpoint/2010/main" val="1447098595"/>
              </p:ext>
            </p:extLst>
          </p:nvPr>
        </p:nvGraphicFramePr>
        <p:xfrm>
          <a:off x="4475503" y="3474000"/>
          <a:ext cx="3348984" cy="283825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46">
            <a:extLst>
              <a:ext uri="{FF2B5EF4-FFF2-40B4-BE49-F238E27FC236}">
                <a16:creationId xmlns:a16="http://schemas.microsoft.com/office/drawing/2014/main" id="{50D8746D-8FBC-A280-817A-AE08D3EDE127}"/>
              </a:ext>
            </a:extLst>
          </p:cNvPr>
          <p:cNvGraphicFramePr>
            <a:graphicFrameLocks/>
          </p:cNvGraphicFramePr>
          <p:nvPr>
            <p:extLst>
              <p:ext uri="{D42A27DB-BD31-4B8C-83A1-F6EECF244321}">
                <p14:modId xmlns:p14="http://schemas.microsoft.com/office/powerpoint/2010/main" val="3970076758"/>
              </p:ext>
            </p:extLst>
          </p:nvPr>
        </p:nvGraphicFramePr>
        <p:xfrm>
          <a:off x="8448016" y="3474000"/>
          <a:ext cx="3348984" cy="2838254"/>
        </p:xfrm>
        <a:graphic>
          <a:graphicData uri="http://schemas.openxmlformats.org/drawingml/2006/chart">
            <c:chart xmlns:c="http://schemas.openxmlformats.org/drawingml/2006/chart" xmlns:r="http://schemas.openxmlformats.org/officeDocument/2006/relationships" r:id="rId5"/>
          </a:graphicData>
        </a:graphic>
      </p:graphicFrame>
      <p:sp>
        <p:nvSpPr>
          <p:cNvPr id="2" name="Slide Number Placeholder 1">
            <a:extLst>
              <a:ext uri="{FF2B5EF4-FFF2-40B4-BE49-F238E27FC236}">
                <a16:creationId xmlns:a16="http://schemas.microsoft.com/office/drawing/2014/main" id="{37794B99-5AD1-4BB1-8434-906E75677FCF}"/>
              </a:ext>
            </a:extLst>
          </p:cNvPr>
          <p:cNvSpPr>
            <a:spLocks noGrp="1"/>
          </p:cNvSpPr>
          <p:nvPr>
            <p:ph type="sldNum" sz="quarter" idx="4"/>
          </p:nvPr>
        </p:nvSpPr>
        <p:spPr/>
        <p:txBody>
          <a:bodyPr/>
          <a:lstStyle/>
          <a:p>
            <a:fld id="{7196636F-A64E-6C4D-AE26-50A84E19B9C9}" type="slidenum">
              <a:rPr lang="en-US" smtClean="0"/>
              <a:pPr/>
              <a:t>42</a:t>
            </a:fld>
            <a:endParaRPr lang="en-US" dirty="0"/>
          </a:p>
        </p:txBody>
      </p:sp>
    </p:spTree>
    <p:extLst>
      <p:ext uri="{BB962C8B-B14F-4D97-AF65-F5344CB8AC3E}">
        <p14:creationId xmlns:p14="http://schemas.microsoft.com/office/powerpoint/2010/main" val="2221996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Large Table Slide</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 large table is needed. </a:t>
            </a:r>
          </a:p>
        </p:txBody>
      </p:sp>
      <p:graphicFrame>
        <p:nvGraphicFramePr>
          <p:cNvPr id="2" name="Table 4">
            <a:extLst>
              <a:ext uri="{FF2B5EF4-FFF2-40B4-BE49-F238E27FC236}">
                <a16:creationId xmlns:a16="http://schemas.microsoft.com/office/drawing/2014/main" id="{4341707C-77CA-E249-97BD-E59677F98A66}"/>
              </a:ext>
            </a:extLst>
          </p:cNvPr>
          <p:cNvGraphicFramePr>
            <a:graphicFrameLocks noGrp="1"/>
          </p:cNvGraphicFramePr>
          <p:nvPr/>
        </p:nvGraphicFramePr>
        <p:xfrm>
          <a:off x="393996" y="2204069"/>
          <a:ext cx="11417007" cy="3659830"/>
        </p:xfrm>
        <a:graphic>
          <a:graphicData uri="http://schemas.openxmlformats.org/drawingml/2006/table">
            <a:tbl>
              <a:tblPr firstRow="1" bandRow="1">
                <a:effectLst>
                  <a:outerShdw blurRad="635000" sx="102000" sy="102000" algn="ctr" rotWithShape="0">
                    <a:prstClr val="black">
                      <a:alpha val="10000"/>
                    </a:prstClr>
                  </a:outerShdw>
                </a:effectLst>
                <a:tableStyleId>{5C22544A-7EE6-4342-B048-85BDC9FD1C3A}</a:tableStyleId>
              </a:tblPr>
              <a:tblGrid>
                <a:gridCol w="1631001">
                  <a:extLst>
                    <a:ext uri="{9D8B030D-6E8A-4147-A177-3AD203B41FA5}">
                      <a16:colId xmlns:a16="http://schemas.microsoft.com/office/drawing/2014/main" val="4133465005"/>
                    </a:ext>
                  </a:extLst>
                </a:gridCol>
                <a:gridCol w="1631001">
                  <a:extLst>
                    <a:ext uri="{9D8B030D-6E8A-4147-A177-3AD203B41FA5}">
                      <a16:colId xmlns:a16="http://schemas.microsoft.com/office/drawing/2014/main" val="1450525998"/>
                    </a:ext>
                  </a:extLst>
                </a:gridCol>
                <a:gridCol w="1631001">
                  <a:extLst>
                    <a:ext uri="{9D8B030D-6E8A-4147-A177-3AD203B41FA5}">
                      <a16:colId xmlns:a16="http://schemas.microsoft.com/office/drawing/2014/main" val="3480090097"/>
                    </a:ext>
                  </a:extLst>
                </a:gridCol>
                <a:gridCol w="1631001">
                  <a:extLst>
                    <a:ext uri="{9D8B030D-6E8A-4147-A177-3AD203B41FA5}">
                      <a16:colId xmlns:a16="http://schemas.microsoft.com/office/drawing/2014/main" val="436290148"/>
                    </a:ext>
                  </a:extLst>
                </a:gridCol>
                <a:gridCol w="1631001">
                  <a:extLst>
                    <a:ext uri="{9D8B030D-6E8A-4147-A177-3AD203B41FA5}">
                      <a16:colId xmlns:a16="http://schemas.microsoft.com/office/drawing/2014/main" val="502349107"/>
                    </a:ext>
                  </a:extLst>
                </a:gridCol>
                <a:gridCol w="1631001">
                  <a:extLst>
                    <a:ext uri="{9D8B030D-6E8A-4147-A177-3AD203B41FA5}">
                      <a16:colId xmlns:a16="http://schemas.microsoft.com/office/drawing/2014/main" val="1341417498"/>
                    </a:ext>
                  </a:extLst>
                </a:gridCol>
                <a:gridCol w="1631001">
                  <a:extLst>
                    <a:ext uri="{9D8B030D-6E8A-4147-A177-3AD203B41FA5}">
                      <a16:colId xmlns:a16="http://schemas.microsoft.com/office/drawing/2014/main" val="2127774429"/>
                    </a:ext>
                  </a:extLst>
                </a:gridCol>
              </a:tblGrid>
              <a:tr h="463504">
                <a:tc>
                  <a:txBody>
                    <a:bodyPr/>
                    <a:lstStyle/>
                    <a:p>
                      <a:r>
                        <a:rPr lang="en-US" sz="1200" b="1" i="0" dirty="0">
                          <a:latin typeface="Avenir Next LT Pro Demi" panose="020B0504020202020204" pitchFamily="34" charset="77"/>
                        </a:rPr>
                        <a:t>Issue</a:t>
                      </a:r>
                    </a:p>
                  </a:txBody>
                  <a:tcPr anchor="ctr">
                    <a:lnL w="31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r>
                        <a:rPr lang="en-US" sz="1200" b="1"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r>
                        <a:rPr lang="en-US" sz="1200" b="1"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r>
                        <a:rPr lang="en-US" sz="1200" b="1"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32166229"/>
                  </a:ext>
                </a:extLst>
              </a:tr>
              <a:tr h="5327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31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90924685"/>
                  </a:ext>
                </a:extLst>
              </a:tr>
              <a:tr h="532721">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31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27555600"/>
                  </a:ext>
                </a:extLst>
              </a:tr>
              <a:tr h="532721">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31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4018328631"/>
                  </a:ext>
                </a:extLst>
              </a:tr>
              <a:tr h="532721">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31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270439842"/>
                  </a:ext>
                </a:extLst>
              </a:tr>
              <a:tr h="532721">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31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23372602"/>
                  </a:ext>
                </a:extLst>
              </a:tr>
              <a:tr h="532721">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31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tc>
                  <a:txBody>
                    <a:bodyPr/>
                    <a:lstStyle/>
                    <a:p>
                      <a:r>
                        <a:rPr lang="en-US" sz="900" b="0" i="0" dirty="0">
                          <a:solidFill>
                            <a:schemeClr val="tx1"/>
                          </a:solidFill>
                          <a:latin typeface="+mn-lt"/>
                        </a:rPr>
                        <a:t>Lorem ipsum dolor sit </a:t>
                      </a:r>
                      <a:r>
                        <a:rPr lang="en-US" sz="900" b="0" i="0" dirty="0" err="1">
                          <a:solidFill>
                            <a:schemeClr val="tx1"/>
                          </a:solidFill>
                          <a:latin typeface="+mn-lt"/>
                        </a:rPr>
                        <a:t>amet</a:t>
                      </a:r>
                      <a:endParaRPr lang="en-US" sz="900" b="0" i="0" dirty="0">
                        <a:solidFill>
                          <a:schemeClr val="tx1"/>
                        </a:solidFill>
                        <a:latin typeface="+mn-lt"/>
                      </a:endParaRPr>
                    </a:p>
                  </a:txBody>
                  <a:tcPr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551682752"/>
                  </a:ext>
                </a:extLst>
              </a:tr>
            </a:tbl>
          </a:graphicData>
        </a:graphic>
      </p:graphicFrame>
      <p:sp>
        <p:nvSpPr>
          <p:cNvPr id="5" name="TextBox 4">
            <a:extLst>
              <a:ext uri="{FF2B5EF4-FFF2-40B4-BE49-F238E27FC236}">
                <a16:creationId xmlns:a16="http://schemas.microsoft.com/office/drawing/2014/main" id="{028FC5A0-3BF0-4D48-A995-EA9FCF051953}"/>
              </a:ext>
            </a:extLst>
          </p:cNvPr>
          <p:cNvSpPr txBox="1"/>
          <p:nvPr/>
        </p:nvSpPr>
        <p:spPr>
          <a:xfrm>
            <a:off x="393996" y="1841289"/>
            <a:ext cx="873957" cy="276999"/>
          </a:xfrm>
          <a:prstGeom prst="rect">
            <a:avLst/>
          </a:prstGeom>
          <a:noFill/>
        </p:spPr>
        <p:txBody>
          <a:bodyPr wrap="none" lIns="0" rtlCol="0">
            <a:spAutoFit/>
          </a:bodyPr>
          <a:lstStyle/>
          <a:p>
            <a:r>
              <a:rPr lang="en-US" sz="1200" dirty="0">
                <a:latin typeface="+mj-lt"/>
                <a:ea typeface="Ford Antenna Light" charset="0"/>
                <a:cs typeface="Ford Antenna Light" charset="0"/>
              </a:rPr>
              <a:t>Table title</a:t>
            </a:r>
          </a:p>
        </p:txBody>
      </p:sp>
      <p:sp>
        <p:nvSpPr>
          <p:cNvPr id="3" name="Slide Number Placeholder 2">
            <a:extLst>
              <a:ext uri="{FF2B5EF4-FFF2-40B4-BE49-F238E27FC236}">
                <a16:creationId xmlns:a16="http://schemas.microsoft.com/office/drawing/2014/main" id="{6FBE87D2-EFB0-4239-821B-D3C9F5CBFB1C}"/>
              </a:ext>
            </a:extLst>
          </p:cNvPr>
          <p:cNvSpPr>
            <a:spLocks noGrp="1"/>
          </p:cNvSpPr>
          <p:nvPr>
            <p:ph type="sldNum" sz="quarter" idx="4"/>
          </p:nvPr>
        </p:nvSpPr>
        <p:spPr/>
        <p:txBody>
          <a:bodyPr/>
          <a:lstStyle/>
          <a:p>
            <a:fld id="{7196636F-A64E-6C4D-AE26-50A84E19B9C9}" type="slidenum">
              <a:rPr lang="en-US" smtClean="0"/>
              <a:pPr/>
              <a:t>43</a:t>
            </a:fld>
            <a:endParaRPr lang="en-US" dirty="0"/>
          </a:p>
        </p:txBody>
      </p:sp>
    </p:spTree>
    <p:extLst>
      <p:ext uri="{BB962C8B-B14F-4D97-AF65-F5344CB8AC3E}">
        <p14:creationId xmlns:p14="http://schemas.microsoft.com/office/powerpoint/2010/main" val="23553520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Large Chart Slide</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 large chart is needed. </a:t>
            </a:r>
          </a:p>
        </p:txBody>
      </p:sp>
      <p:graphicFrame>
        <p:nvGraphicFramePr>
          <p:cNvPr id="13" name="Content Placeholder 6">
            <a:extLst>
              <a:ext uri="{FF2B5EF4-FFF2-40B4-BE49-F238E27FC236}">
                <a16:creationId xmlns:a16="http://schemas.microsoft.com/office/drawing/2014/main" id="{2B1E1C05-28EA-DCB2-5C61-054D2C6143C1}"/>
              </a:ext>
            </a:extLst>
          </p:cNvPr>
          <p:cNvGraphicFramePr>
            <a:graphicFrameLocks/>
          </p:cNvGraphicFramePr>
          <p:nvPr>
            <p:extLst>
              <p:ext uri="{D42A27DB-BD31-4B8C-83A1-F6EECF244321}">
                <p14:modId xmlns:p14="http://schemas.microsoft.com/office/powerpoint/2010/main" val="3736142189"/>
              </p:ext>
            </p:extLst>
          </p:nvPr>
        </p:nvGraphicFramePr>
        <p:xfrm>
          <a:off x="3431325" y="1744657"/>
          <a:ext cx="5329351" cy="4798382"/>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9F32ABD-FDD5-4CD9-8057-B155DC3DE7E1}"/>
              </a:ext>
            </a:extLst>
          </p:cNvPr>
          <p:cNvSpPr>
            <a:spLocks noGrp="1"/>
          </p:cNvSpPr>
          <p:nvPr>
            <p:ph type="sldNum" sz="quarter" idx="4"/>
          </p:nvPr>
        </p:nvSpPr>
        <p:spPr/>
        <p:txBody>
          <a:bodyPr/>
          <a:lstStyle/>
          <a:p>
            <a:fld id="{7196636F-A64E-6C4D-AE26-50A84E19B9C9}" type="slidenum">
              <a:rPr lang="en-US" smtClean="0"/>
              <a:pPr/>
              <a:t>44</a:t>
            </a:fld>
            <a:endParaRPr lang="en-US" dirty="0"/>
          </a:p>
        </p:txBody>
      </p:sp>
    </p:spTree>
    <p:extLst>
      <p:ext uri="{BB962C8B-B14F-4D97-AF65-F5344CB8AC3E}">
        <p14:creationId xmlns:p14="http://schemas.microsoft.com/office/powerpoint/2010/main" val="3947950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Large Chart Slide</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 comparison between two large charts is needed. </a:t>
            </a:r>
          </a:p>
        </p:txBody>
      </p:sp>
      <p:graphicFrame>
        <p:nvGraphicFramePr>
          <p:cNvPr id="13" name="Content Placeholder 6">
            <a:extLst>
              <a:ext uri="{FF2B5EF4-FFF2-40B4-BE49-F238E27FC236}">
                <a16:creationId xmlns:a16="http://schemas.microsoft.com/office/drawing/2014/main" id="{2B1E1C05-28EA-DCB2-5C61-054D2C6143C1}"/>
              </a:ext>
            </a:extLst>
          </p:cNvPr>
          <p:cNvGraphicFramePr>
            <a:graphicFrameLocks/>
          </p:cNvGraphicFramePr>
          <p:nvPr>
            <p:extLst>
              <p:ext uri="{D42A27DB-BD31-4B8C-83A1-F6EECF244321}">
                <p14:modId xmlns:p14="http://schemas.microsoft.com/office/powerpoint/2010/main" val="1296436811"/>
              </p:ext>
            </p:extLst>
          </p:nvPr>
        </p:nvGraphicFramePr>
        <p:xfrm>
          <a:off x="449553" y="1744657"/>
          <a:ext cx="5329351" cy="47983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6">
            <a:extLst>
              <a:ext uri="{FF2B5EF4-FFF2-40B4-BE49-F238E27FC236}">
                <a16:creationId xmlns:a16="http://schemas.microsoft.com/office/drawing/2014/main" id="{DB0BEEC6-9FE3-88AC-4902-06B505683305}"/>
              </a:ext>
            </a:extLst>
          </p:cNvPr>
          <p:cNvGraphicFramePr>
            <a:graphicFrameLocks/>
          </p:cNvGraphicFramePr>
          <p:nvPr>
            <p:extLst>
              <p:ext uri="{D42A27DB-BD31-4B8C-83A1-F6EECF244321}">
                <p14:modId xmlns:p14="http://schemas.microsoft.com/office/powerpoint/2010/main" val="1118882217"/>
              </p:ext>
            </p:extLst>
          </p:nvPr>
        </p:nvGraphicFramePr>
        <p:xfrm>
          <a:off x="6602534" y="1744657"/>
          <a:ext cx="5329351" cy="4798382"/>
        </p:xfrm>
        <a:graphic>
          <a:graphicData uri="http://schemas.openxmlformats.org/drawingml/2006/chart">
            <c:chart xmlns:c="http://schemas.openxmlformats.org/drawingml/2006/chart" xmlns:r="http://schemas.openxmlformats.org/officeDocument/2006/relationships" r:id="rId3"/>
          </a:graphicData>
        </a:graphic>
      </p:graphicFrame>
      <p:sp>
        <p:nvSpPr>
          <p:cNvPr id="2" name="Slide Number Placeholder 1">
            <a:extLst>
              <a:ext uri="{FF2B5EF4-FFF2-40B4-BE49-F238E27FC236}">
                <a16:creationId xmlns:a16="http://schemas.microsoft.com/office/drawing/2014/main" id="{67AE8C43-36A2-417C-9C23-D13701C77419}"/>
              </a:ext>
            </a:extLst>
          </p:cNvPr>
          <p:cNvSpPr>
            <a:spLocks noGrp="1"/>
          </p:cNvSpPr>
          <p:nvPr>
            <p:ph type="sldNum" sz="quarter" idx="4"/>
          </p:nvPr>
        </p:nvSpPr>
        <p:spPr/>
        <p:txBody>
          <a:bodyPr/>
          <a:lstStyle/>
          <a:p>
            <a:fld id="{7196636F-A64E-6C4D-AE26-50A84E19B9C9}" type="slidenum">
              <a:rPr lang="en-US" smtClean="0"/>
              <a:pPr/>
              <a:t>45</a:t>
            </a:fld>
            <a:endParaRPr lang="en-US" dirty="0"/>
          </a:p>
        </p:txBody>
      </p:sp>
    </p:spTree>
    <p:extLst>
      <p:ext uri="{BB962C8B-B14F-4D97-AF65-F5344CB8AC3E}">
        <p14:creationId xmlns:p14="http://schemas.microsoft.com/office/powerpoint/2010/main" val="1103037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US" dirty="0"/>
              <a:t>Section Name</a:t>
            </a:r>
          </a:p>
        </p:txBody>
      </p:sp>
      <p:sp>
        <p:nvSpPr>
          <p:cNvPr id="4" name="Title 3"/>
          <p:cNvSpPr>
            <a:spLocks noGrp="1"/>
          </p:cNvSpPr>
          <p:nvPr>
            <p:ph type="title"/>
          </p:nvPr>
        </p:nvSpPr>
        <p:spPr/>
        <p:txBody>
          <a:bodyPr/>
          <a:lstStyle/>
          <a:p>
            <a:r>
              <a:rPr lang="en-US" dirty="0"/>
              <a:t>Large Chart or </a:t>
            </a:r>
            <a:br>
              <a:rPr lang="en-US" dirty="0"/>
            </a:br>
            <a:r>
              <a:rPr lang="en-US" dirty="0"/>
              <a:t>Table Slide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t>
            </a:r>
            <a:br>
              <a:rPr lang="en-US" dirty="0"/>
            </a:br>
            <a:r>
              <a:rPr lang="en-US" dirty="0"/>
              <a:t>a large chart or graph is needed. </a:t>
            </a:r>
          </a:p>
        </p:txBody>
      </p:sp>
      <p:sp>
        <p:nvSpPr>
          <p:cNvPr id="15" name="Content Placeholder 14">
            <a:extLst>
              <a:ext uri="{FF2B5EF4-FFF2-40B4-BE49-F238E27FC236}">
                <a16:creationId xmlns:a16="http://schemas.microsoft.com/office/drawing/2014/main" id="{D6C16B76-3941-614E-9AFC-9817CBD005A0}"/>
              </a:ext>
            </a:extLst>
          </p:cNvPr>
          <p:cNvSpPr>
            <a:spLocks noGrp="1"/>
          </p:cNvSpPr>
          <p:nvPr>
            <p:ph idx="1"/>
          </p:nvPr>
        </p:nvSpPr>
        <p:spPr/>
        <p:txBody>
          <a:bodyPr/>
          <a:lstStyle/>
          <a:p>
            <a:pPr marL="114300" indent="-114300">
              <a:buFont typeface="Arial" panose="020B0604020202020204" pitchFamily="34" charset="0"/>
              <a:buChar char="•"/>
            </a:pPr>
            <a:r>
              <a:rPr lang="en-US" dirty="0"/>
              <a:t>Key Message 1</a:t>
            </a:r>
          </a:p>
          <a:p>
            <a:pPr marL="114300" indent="-114300">
              <a:buFont typeface="Arial" panose="020B0604020202020204" pitchFamily="34" charset="0"/>
              <a:buChar char="•"/>
            </a:pPr>
            <a:r>
              <a:rPr lang="en-US" dirty="0"/>
              <a:t>Key Message 2</a:t>
            </a:r>
          </a:p>
        </p:txBody>
      </p:sp>
      <p:graphicFrame>
        <p:nvGraphicFramePr>
          <p:cNvPr id="5" name="Content Placeholder 6">
            <a:extLst>
              <a:ext uri="{FF2B5EF4-FFF2-40B4-BE49-F238E27FC236}">
                <a16:creationId xmlns:a16="http://schemas.microsoft.com/office/drawing/2014/main" id="{C2929DD2-D293-3C30-CAD4-A19BF320F67E}"/>
              </a:ext>
            </a:extLst>
          </p:cNvPr>
          <p:cNvGraphicFramePr>
            <a:graphicFrameLocks/>
          </p:cNvGraphicFramePr>
          <p:nvPr>
            <p:extLst>
              <p:ext uri="{D42A27DB-BD31-4B8C-83A1-F6EECF244321}">
                <p14:modId xmlns:p14="http://schemas.microsoft.com/office/powerpoint/2010/main" val="3914057905"/>
              </p:ext>
            </p:extLst>
          </p:nvPr>
        </p:nvGraphicFramePr>
        <p:xfrm>
          <a:off x="5177743" y="952810"/>
          <a:ext cx="5725610" cy="51551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71936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31">
            <a:extLst>
              <a:ext uri="{FF2B5EF4-FFF2-40B4-BE49-F238E27FC236}">
                <a16:creationId xmlns:a16="http://schemas.microsoft.com/office/drawing/2014/main" id="{01C4BC56-4C20-6E53-6707-662E7A10BB14}"/>
              </a:ext>
            </a:extLst>
          </p:cNvPr>
          <p:cNvSpPr>
            <a:spLocks noGrp="1"/>
          </p:cNvSpPr>
          <p:nvPr>
            <p:ph type="body" sz="quarter" idx="33"/>
          </p:nvPr>
        </p:nvSpPr>
        <p:spPr/>
        <p:txBody>
          <a:bodyPr/>
          <a:lstStyle/>
          <a:p>
            <a:r>
              <a:rPr lang="en-US" dirty="0"/>
              <a:t>Series 3</a:t>
            </a:r>
          </a:p>
        </p:txBody>
      </p:sp>
      <p:sp>
        <p:nvSpPr>
          <p:cNvPr id="8" name="Text Placeholder 7">
            <a:extLst>
              <a:ext uri="{FF2B5EF4-FFF2-40B4-BE49-F238E27FC236}">
                <a16:creationId xmlns:a16="http://schemas.microsoft.com/office/drawing/2014/main" id="{C730C22C-05C3-DA1E-A7B3-603F68A82512}"/>
              </a:ext>
            </a:extLst>
          </p:cNvPr>
          <p:cNvSpPr>
            <a:spLocks noGrp="1"/>
          </p:cNvSpPr>
          <p:nvPr>
            <p:ph type="body" sz="quarter" idx="25"/>
          </p:nvPr>
        </p:nvSpPr>
        <p:spPr/>
        <p:txBody>
          <a:bodyPr/>
          <a:lstStyle/>
          <a:p>
            <a:r>
              <a:rPr lang="en-US" dirty="0"/>
              <a:t>$XX</a:t>
            </a:r>
          </a:p>
        </p:txBody>
      </p:sp>
      <p:sp>
        <p:nvSpPr>
          <p:cNvPr id="31" name="Text Placeholder 30">
            <a:extLst>
              <a:ext uri="{FF2B5EF4-FFF2-40B4-BE49-F238E27FC236}">
                <a16:creationId xmlns:a16="http://schemas.microsoft.com/office/drawing/2014/main" id="{2A7B34C8-C0DB-8067-6B93-326C3B0B845B}"/>
              </a:ext>
            </a:extLst>
          </p:cNvPr>
          <p:cNvSpPr>
            <a:spLocks noGrp="1"/>
          </p:cNvSpPr>
          <p:nvPr>
            <p:ph type="body" sz="quarter" idx="32"/>
          </p:nvPr>
        </p:nvSpPr>
        <p:spPr/>
        <p:txBody>
          <a:bodyPr/>
          <a:lstStyle/>
          <a:p>
            <a:r>
              <a:rPr lang="en-US" dirty="0"/>
              <a:t>Series 2</a:t>
            </a:r>
          </a:p>
        </p:txBody>
      </p:sp>
      <p:sp>
        <p:nvSpPr>
          <p:cNvPr id="13" name="Text Placeholder 12">
            <a:extLst>
              <a:ext uri="{FF2B5EF4-FFF2-40B4-BE49-F238E27FC236}">
                <a16:creationId xmlns:a16="http://schemas.microsoft.com/office/drawing/2014/main" id="{52A10832-A18C-D31F-836F-3DB1F2DF7758}"/>
              </a:ext>
            </a:extLst>
          </p:cNvPr>
          <p:cNvSpPr>
            <a:spLocks noGrp="1"/>
          </p:cNvSpPr>
          <p:nvPr>
            <p:ph type="body" sz="quarter" idx="26"/>
          </p:nvPr>
        </p:nvSpPr>
        <p:spPr/>
        <p:txBody>
          <a:bodyPr/>
          <a:lstStyle/>
          <a:p>
            <a:r>
              <a:rPr lang="en-US" dirty="0"/>
              <a:t>$XX</a:t>
            </a:r>
          </a:p>
        </p:txBody>
      </p:sp>
      <p:sp>
        <p:nvSpPr>
          <p:cNvPr id="4" name="Title 3"/>
          <p:cNvSpPr>
            <a:spLocks noGrp="1"/>
          </p:cNvSpPr>
          <p:nvPr>
            <p:ph type="title"/>
          </p:nvPr>
        </p:nvSpPr>
        <p:spPr/>
        <p:txBody>
          <a:bodyPr/>
          <a:lstStyle/>
          <a:p>
            <a:r>
              <a:rPr lang="en-US" dirty="0"/>
              <a:t>Large Data Viz Slide</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 large </a:t>
            </a:r>
            <a:br>
              <a:rPr lang="en-US" dirty="0"/>
            </a:br>
            <a:r>
              <a:rPr lang="en-US" dirty="0"/>
              <a:t>chart is needed to show comparisons </a:t>
            </a:r>
            <a:br>
              <a:rPr lang="en-US" dirty="0"/>
            </a:br>
            <a:r>
              <a:rPr lang="en-US" dirty="0"/>
              <a:t>between data sets. </a:t>
            </a:r>
          </a:p>
        </p:txBody>
      </p:sp>
      <p:sp>
        <p:nvSpPr>
          <p:cNvPr id="16" name="Text Placeholder 15">
            <a:extLst>
              <a:ext uri="{FF2B5EF4-FFF2-40B4-BE49-F238E27FC236}">
                <a16:creationId xmlns:a16="http://schemas.microsoft.com/office/drawing/2014/main" id="{B8749CAF-A595-A9B2-8849-09E18DD53D65}"/>
              </a:ext>
            </a:extLst>
          </p:cNvPr>
          <p:cNvSpPr>
            <a:spLocks noGrp="1"/>
          </p:cNvSpPr>
          <p:nvPr>
            <p:ph type="body" sz="quarter" idx="27"/>
          </p:nvPr>
        </p:nvSpPr>
        <p:spPr/>
        <p:txBody>
          <a:bodyPr/>
          <a:lstStyle/>
          <a:p>
            <a:r>
              <a:rPr lang="en-US" dirty="0"/>
              <a:t>$XX</a:t>
            </a:r>
          </a:p>
        </p:txBody>
      </p:sp>
      <p:sp>
        <p:nvSpPr>
          <p:cNvPr id="18" name="Text Placeholder 17">
            <a:extLst>
              <a:ext uri="{FF2B5EF4-FFF2-40B4-BE49-F238E27FC236}">
                <a16:creationId xmlns:a16="http://schemas.microsoft.com/office/drawing/2014/main" id="{5FA39C95-DD03-F9F7-C2B2-AC63AD9E70C6}"/>
              </a:ext>
            </a:extLst>
          </p:cNvPr>
          <p:cNvSpPr>
            <a:spLocks noGrp="1"/>
          </p:cNvSpPr>
          <p:nvPr>
            <p:ph type="body" sz="quarter" idx="28"/>
          </p:nvPr>
        </p:nvSpPr>
        <p:spPr/>
        <p:txBody>
          <a:bodyPr/>
          <a:lstStyle/>
          <a:p>
            <a:r>
              <a:rPr lang="en-US" dirty="0"/>
              <a:t>Series 1</a:t>
            </a:r>
          </a:p>
        </p:txBody>
      </p:sp>
      <p:sp>
        <p:nvSpPr>
          <p:cNvPr id="2" name="Slide Number Placeholder 1">
            <a:extLst>
              <a:ext uri="{FF2B5EF4-FFF2-40B4-BE49-F238E27FC236}">
                <a16:creationId xmlns:a16="http://schemas.microsoft.com/office/drawing/2014/main" id="{05AEB730-9DEA-4D41-A78E-B399E753A335}"/>
              </a:ext>
            </a:extLst>
          </p:cNvPr>
          <p:cNvSpPr>
            <a:spLocks noGrp="1"/>
          </p:cNvSpPr>
          <p:nvPr>
            <p:ph type="sldNum" sz="quarter" idx="4"/>
          </p:nvPr>
        </p:nvSpPr>
        <p:spPr/>
        <p:txBody>
          <a:bodyPr/>
          <a:lstStyle/>
          <a:p>
            <a:fld id="{7196636F-A64E-6C4D-AE26-50A84E19B9C9}" type="slidenum">
              <a:rPr lang="en-US" smtClean="0"/>
              <a:pPr/>
              <a:t>47</a:t>
            </a:fld>
            <a:endParaRPr lang="en-US" dirty="0"/>
          </a:p>
        </p:txBody>
      </p:sp>
    </p:spTree>
    <p:extLst>
      <p:ext uri="{BB962C8B-B14F-4D97-AF65-F5344CB8AC3E}">
        <p14:creationId xmlns:p14="http://schemas.microsoft.com/office/powerpoint/2010/main" val="655301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6">
            <a:extLst>
              <a:ext uri="{FF2B5EF4-FFF2-40B4-BE49-F238E27FC236}">
                <a16:creationId xmlns:a16="http://schemas.microsoft.com/office/drawing/2014/main" id="{51A41096-1E31-A53D-AF78-64B89EA2F538}"/>
              </a:ext>
            </a:extLst>
          </p:cNvPr>
          <p:cNvGraphicFramePr>
            <a:graphicFrameLocks/>
          </p:cNvGraphicFramePr>
          <p:nvPr>
            <p:extLst>
              <p:ext uri="{D42A27DB-BD31-4B8C-83A1-F6EECF244321}">
                <p14:modId xmlns:p14="http://schemas.microsoft.com/office/powerpoint/2010/main" val="1337120204"/>
              </p:ext>
            </p:extLst>
          </p:nvPr>
        </p:nvGraphicFramePr>
        <p:xfrm>
          <a:off x="395000" y="3702571"/>
          <a:ext cx="5418988" cy="2454552"/>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 Placeholder 11">
            <a:extLst>
              <a:ext uri="{FF2B5EF4-FFF2-40B4-BE49-F238E27FC236}">
                <a16:creationId xmlns:a16="http://schemas.microsoft.com/office/drawing/2014/main" id="{65936C72-9BBA-E545-A6C3-C93DFFD74CCD}"/>
              </a:ext>
            </a:extLst>
          </p:cNvPr>
          <p:cNvSpPr>
            <a:spLocks noGrp="1"/>
          </p:cNvSpPr>
          <p:nvPr>
            <p:ph type="body" sz="quarter" idx="16"/>
          </p:nvPr>
        </p:nvSpPr>
        <p:spPr/>
        <p:txBody>
          <a:bodyPr/>
          <a:lstStyle/>
          <a:p>
            <a:r>
              <a:rPr lang="en-US" dirty="0"/>
              <a:t>5 Box Chart Slide</a:t>
            </a:r>
          </a:p>
        </p:txBody>
      </p:sp>
      <p:sp>
        <p:nvSpPr>
          <p:cNvPr id="8" name="Text Placeholder 7">
            <a:extLst>
              <a:ext uri="{FF2B5EF4-FFF2-40B4-BE49-F238E27FC236}">
                <a16:creationId xmlns:a16="http://schemas.microsoft.com/office/drawing/2014/main" id="{D0B4DCEC-5FDF-279F-6D14-9F1010667517}"/>
              </a:ext>
            </a:extLst>
          </p:cNvPr>
          <p:cNvSpPr>
            <a:spLocks noGrp="1"/>
          </p:cNvSpPr>
          <p:nvPr>
            <p:ph type="body" sz="quarter" idx="17"/>
          </p:nvPr>
        </p:nvSpPr>
        <p:spPr/>
        <p:txBody>
          <a:bodyPr/>
          <a:lstStyle/>
          <a:p>
            <a:r>
              <a:rPr lang="en-US" dirty="0"/>
              <a:t>Section name</a:t>
            </a:r>
          </a:p>
          <a:p>
            <a:endParaRPr lang="en-US" dirty="0"/>
          </a:p>
        </p:txBody>
      </p:sp>
      <p:graphicFrame>
        <p:nvGraphicFramePr>
          <p:cNvPr id="9" name="Chart 46">
            <a:extLst>
              <a:ext uri="{FF2B5EF4-FFF2-40B4-BE49-F238E27FC236}">
                <a16:creationId xmlns:a16="http://schemas.microsoft.com/office/drawing/2014/main" id="{4B352F0C-7809-0FC2-A3EB-8F379F6FBB57}"/>
              </a:ext>
            </a:extLst>
          </p:cNvPr>
          <p:cNvGraphicFramePr>
            <a:graphicFrameLocks/>
          </p:cNvGraphicFramePr>
          <p:nvPr>
            <p:extLst>
              <p:ext uri="{D42A27DB-BD31-4B8C-83A1-F6EECF244321}">
                <p14:modId xmlns:p14="http://schemas.microsoft.com/office/powerpoint/2010/main" val="2333809824"/>
              </p:ext>
            </p:extLst>
          </p:nvPr>
        </p:nvGraphicFramePr>
        <p:xfrm>
          <a:off x="6303990" y="4396048"/>
          <a:ext cx="5418988" cy="19410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46">
            <a:extLst>
              <a:ext uri="{FF2B5EF4-FFF2-40B4-BE49-F238E27FC236}">
                <a16:creationId xmlns:a16="http://schemas.microsoft.com/office/drawing/2014/main" id="{28C52367-5EB1-7872-6570-4BCADDF868DF}"/>
              </a:ext>
            </a:extLst>
          </p:cNvPr>
          <p:cNvGraphicFramePr>
            <a:graphicFrameLocks/>
          </p:cNvGraphicFramePr>
          <p:nvPr>
            <p:extLst>
              <p:ext uri="{D42A27DB-BD31-4B8C-83A1-F6EECF244321}">
                <p14:modId xmlns:p14="http://schemas.microsoft.com/office/powerpoint/2010/main" val="774586589"/>
              </p:ext>
            </p:extLst>
          </p:nvPr>
        </p:nvGraphicFramePr>
        <p:xfrm>
          <a:off x="395000" y="959371"/>
          <a:ext cx="5418988" cy="24545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46">
            <a:extLst>
              <a:ext uri="{FF2B5EF4-FFF2-40B4-BE49-F238E27FC236}">
                <a16:creationId xmlns:a16="http://schemas.microsoft.com/office/drawing/2014/main" id="{A121903F-78D1-043B-A803-DE6AC0DFB88E}"/>
              </a:ext>
            </a:extLst>
          </p:cNvPr>
          <p:cNvGraphicFramePr>
            <a:graphicFrameLocks/>
          </p:cNvGraphicFramePr>
          <p:nvPr>
            <p:extLst>
              <p:ext uri="{D42A27DB-BD31-4B8C-83A1-F6EECF244321}">
                <p14:modId xmlns:p14="http://schemas.microsoft.com/office/powerpoint/2010/main" val="1639464900"/>
              </p:ext>
            </p:extLst>
          </p:nvPr>
        </p:nvGraphicFramePr>
        <p:xfrm>
          <a:off x="6303990" y="2252454"/>
          <a:ext cx="5418988" cy="194109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46">
            <a:extLst>
              <a:ext uri="{FF2B5EF4-FFF2-40B4-BE49-F238E27FC236}">
                <a16:creationId xmlns:a16="http://schemas.microsoft.com/office/drawing/2014/main" id="{B8AC32E5-8E87-45EF-97E3-549993432000}"/>
              </a:ext>
            </a:extLst>
          </p:cNvPr>
          <p:cNvGraphicFramePr>
            <a:graphicFrameLocks/>
          </p:cNvGraphicFramePr>
          <p:nvPr>
            <p:extLst>
              <p:ext uri="{D42A27DB-BD31-4B8C-83A1-F6EECF244321}">
                <p14:modId xmlns:p14="http://schemas.microsoft.com/office/powerpoint/2010/main" val="1639464900"/>
              </p:ext>
            </p:extLst>
          </p:nvPr>
        </p:nvGraphicFramePr>
        <p:xfrm>
          <a:off x="6303990" y="161326"/>
          <a:ext cx="5418988" cy="1941095"/>
        </p:xfrm>
        <a:graphic>
          <a:graphicData uri="http://schemas.openxmlformats.org/drawingml/2006/chart">
            <c:chart xmlns:c="http://schemas.openxmlformats.org/drawingml/2006/chart" xmlns:r="http://schemas.openxmlformats.org/officeDocument/2006/relationships" r:id="rId6"/>
          </a:graphicData>
        </a:graphic>
      </p:graphicFrame>
      <p:sp>
        <p:nvSpPr>
          <p:cNvPr id="2" name="Slide Number Placeholder 1">
            <a:extLst>
              <a:ext uri="{FF2B5EF4-FFF2-40B4-BE49-F238E27FC236}">
                <a16:creationId xmlns:a16="http://schemas.microsoft.com/office/drawing/2014/main" id="{522EF01D-FF33-4389-A484-2AB6A39E3CE1}"/>
              </a:ext>
            </a:extLst>
          </p:cNvPr>
          <p:cNvSpPr>
            <a:spLocks noGrp="1"/>
          </p:cNvSpPr>
          <p:nvPr>
            <p:ph type="sldNum" sz="quarter" idx="4"/>
          </p:nvPr>
        </p:nvSpPr>
        <p:spPr/>
        <p:txBody>
          <a:bodyPr/>
          <a:lstStyle/>
          <a:p>
            <a:fld id="{7196636F-A64E-6C4D-AE26-50A84E19B9C9}" type="slidenum">
              <a:rPr lang="en-US" smtClean="0"/>
              <a:pPr/>
              <a:t>48</a:t>
            </a:fld>
            <a:endParaRPr lang="en-US" dirty="0"/>
          </a:p>
        </p:txBody>
      </p:sp>
    </p:spTree>
    <p:extLst>
      <p:ext uri="{BB962C8B-B14F-4D97-AF65-F5344CB8AC3E}">
        <p14:creationId xmlns:p14="http://schemas.microsoft.com/office/powerpoint/2010/main" val="38106655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46">
            <a:extLst>
              <a:ext uri="{FF2B5EF4-FFF2-40B4-BE49-F238E27FC236}">
                <a16:creationId xmlns:a16="http://schemas.microsoft.com/office/drawing/2014/main" id="{7379407E-9E41-BEB7-3B04-032F8E9C9133}"/>
              </a:ext>
            </a:extLst>
          </p:cNvPr>
          <p:cNvGraphicFramePr>
            <a:graphicFrameLocks/>
          </p:cNvGraphicFramePr>
          <p:nvPr>
            <p:extLst>
              <p:ext uri="{D42A27DB-BD31-4B8C-83A1-F6EECF244321}">
                <p14:modId xmlns:p14="http://schemas.microsoft.com/office/powerpoint/2010/main" val="901075258"/>
              </p:ext>
            </p:extLst>
          </p:nvPr>
        </p:nvGraphicFramePr>
        <p:xfrm>
          <a:off x="484014" y="996846"/>
          <a:ext cx="5418988" cy="23687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6">
            <a:extLst>
              <a:ext uri="{FF2B5EF4-FFF2-40B4-BE49-F238E27FC236}">
                <a16:creationId xmlns:a16="http://schemas.microsoft.com/office/drawing/2014/main" id="{51A41096-1E31-A53D-AF78-64B89EA2F538}"/>
              </a:ext>
            </a:extLst>
          </p:cNvPr>
          <p:cNvGraphicFramePr>
            <a:graphicFrameLocks/>
          </p:cNvGraphicFramePr>
          <p:nvPr>
            <p:extLst>
              <p:ext uri="{D42A27DB-BD31-4B8C-83A1-F6EECF244321}">
                <p14:modId xmlns:p14="http://schemas.microsoft.com/office/powerpoint/2010/main" val="3729350248"/>
              </p:ext>
            </p:extLst>
          </p:nvPr>
        </p:nvGraphicFramePr>
        <p:xfrm>
          <a:off x="6289000" y="996846"/>
          <a:ext cx="5418988" cy="2368754"/>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Placeholder 11">
            <a:extLst>
              <a:ext uri="{FF2B5EF4-FFF2-40B4-BE49-F238E27FC236}">
                <a16:creationId xmlns:a16="http://schemas.microsoft.com/office/drawing/2014/main" id="{65936C72-9BBA-E545-A6C3-C93DFFD74CCD}"/>
              </a:ext>
            </a:extLst>
          </p:cNvPr>
          <p:cNvSpPr>
            <a:spLocks noGrp="1"/>
          </p:cNvSpPr>
          <p:nvPr>
            <p:ph type="body" sz="quarter" idx="16"/>
          </p:nvPr>
        </p:nvSpPr>
        <p:spPr/>
        <p:txBody>
          <a:bodyPr/>
          <a:lstStyle/>
          <a:p>
            <a:r>
              <a:rPr lang="en-US" dirty="0"/>
              <a:t>5 Box Chart Slide</a:t>
            </a:r>
          </a:p>
        </p:txBody>
      </p:sp>
      <p:sp>
        <p:nvSpPr>
          <p:cNvPr id="8" name="Text Placeholder 7">
            <a:extLst>
              <a:ext uri="{FF2B5EF4-FFF2-40B4-BE49-F238E27FC236}">
                <a16:creationId xmlns:a16="http://schemas.microsoft.com/office/drawing/2014/main" id="{D0B4DCEC-5FDF-279F-6D14-9F1010667517}"/>
              </a:ext>
            </a:extLst>
          </p:cNvPr>
          <p:cNvSpPr>
            <a:spLocks noGrp="1"/>
          </p:cNvSpPr>
          <p:nvPr>
            <p:ph type="body" sz="quarter" idx="17"/>
          </p:nvPr>
        </p:nvSpPr>
        <p:spPr/>
        <p:txBody>
          <a:bodyPr/>
          <a:lstStyle/>
          <a:p>
            <a:r>
              <a:rPr lang="en-US" dirty="0"/>
              <a:t>Section name</a:t>
            </a:r>
          </a:p>
          <a:p>
            <a:endParaRPr lang="en-US" dirty="0"/>
          </a:p>
        </p:txBody>
      </p:sp>
      <p:graphicFrame>
        <p:nvGraphicFramePr>
          <p:cNvPr id="3" name="Chart 46">
            <a:extLst>
              <a:ext uri="{FF2B5EF4-FFF2-40B4-BE49-F238E27FC236}">
                <a16:creationId xmlns:a16="http://schemas.microsoft.com/office/drawing/2014/main" id="{E41BA404-F22D-BBE6-4607-9A5C0449A0B5}"/>
              </a:ext>
            </a:extLst>
          </p:cNvPr>
          <p:cNvGraphicFramePr>
            <a:graphicFrameLocks/>
          </p:cNvGraphicFramePr>
          <p:nvPr>
            <p:extLst>
              <p:ext uri="{D42A27DB-BD31-4B8C-83A1-F6EECF244321}">
                <p14:modId xmlns:p14="http://schemas.microsoft.com/office/powerpoint/2010/main" val="612375147"/>
              </p:ext>
            </p:extLst>
          </p:nvPr>
        </p:nvGraphicFramePr>
        <p:xfrm>
          <a:off x="8201284" y="3740045"/>
          <a:ext cx="3566160" cy="256312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46">
            <a:extLst>
              <a:ext uri="{FF2B5EF4-FFF2-40B4-BE49-F238E27FC236}">
                <a16:creationId xmlns:a16="http://schemas.microsoft.com/office/drawing/2014/main" id="{F6E11BC4-8667-07D4-19B0-E8665D201CA7}"/>
              </a:ext>
            </a:extLst>
          </p:cNvPr>
          <p:cNvGraphicFramePr>
            <a:graphicFrameLocks/>
          </p:cNvGraphicFramePr>
          <p:nvPr>
            <p:extLst>
              <p:ext uri="{D42A27DB-BD31-4B8C-83A1-F6EECF244321}">
                <p14:modId xmlns:p14="http://schemas.microsoft.com/office/powerpoint/2010/main" val="1860724874"/>
              </p:ext>
            </p:extLst>
          </p:nvPr>
        </p:nvGraphicFramePr>
        <p:xfrm>
          <a:off x="4323080" y="3740045"/>
          <a:ext cx="3566160" cy="256312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46">
            <a:extLst>
              <a:ext uri="{FF2B5EF4-FFF2-40B4-BE49-F238E27FC236}">
                <a16:creationId xmlns:a16="http://schemas.microsoft.com/office/drawing/2014/main" id="{D10C5C42-E5E9-B9C5-04EA-CD67EE2912EC}"/>
              </a:ext>
            </a:extLst>
          </p:cNvPr>
          <p:cNvGraphicFramePr>
            <a:graphicFrameLocks/>
          </p:cNvGraphicFramePr>
          <p:nvPr>
            <p:extLst>
              <p:ext uri="{D42A27DB-BD31-4B8C-83A1-F6EECF244321}">
                <p14:modId xmlns:p14="http://schemas.microsoft.com/office/powerpoint/2010/main" val="688668932"/>
              </p:ext>
            </p:extLst>
          </p:nvPr>
        </p:nvGraphicFramePr>
        <p:xfrm>
          <a:off x="444876" y="3740045"/>
          <a:ext cx="3566160" cy="2563127"/>
        </p:xfrm>
        <a:graphic>
          <a:graphicData uri="http://schemas.openxmlformats.org/drawingml/2006/chart">
            <c:chart xmlns:c="http://schemas.openxmlformats.org/drawingml/2006/chart" xmlns:r="http://schemas.openxmlformats.org/officeDocument/2006/relationships" r:id="rId6"/>
          </a:graphicData>
        </a:graphic>
      </p:graphicFrame>
      <p:sp>
        <p:nvSpPr>
          <p:cNvPr id="2" name="Slide Number Placeholder 1">
            <a:extLst>
              <a:ext uri="{FF2B5EF4-FFF2-40B4-BE49-F238E27FC236}">
                <a16:creationId xmlns:a16="http://schemas.microsoft.com/office/drawing/2014/main" id="{A7B199F5-F60A-4277-8A4F-EF66BCB290BE}"/>
              </a:ext>
            </a:extLst>
          </p:cNvPr>
          <p:cNvSpPr>
            <a:spLocks noGrp="1"/>
          </p:cNvSpPr>
          <p:nvPr>
            <p:ph type="sldNum" sz="quarter" idx="4"/>
          </p:nvPr>
        </p:nvSpPr>
        <p:spPr/>
        <p:txBody>
          <a:bodyPr/>
          <a:lstStyle/>
          <a:p>
            <a:fld id="{7196636F-A64E-6C4D-AE26-50A84E19B9C9}" type="slidenum">
              <a:rPr lang="en-US" smtClean="0"/>
              <a:pPr/>
              <a:t>49</a:t>
            </a:fld>
            <a:endParaRPr lang="en-US" dirty="0"/>
          </a:p>
        </p:txBody>
      </p:sp>
    </p:spTree>
    <p:extLst>
      <p:ext uri="{BB962C8B-B14F-4D97-AF65-F5344CB8AC3E}">
        <p14:creationId xmlns:p14="http://schemas.microsoft.com/office/powerpoint/2010/main" val="87747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46">
            <a:extLst>
              <a:ext uri="{FF2B5EF4-FFF2-40B4-BE49-F238E27FC236}">
                <a16:creationId xmlns:a16="http://schemas.microsoft.com/office/drawing/2014/main" id="{C5FCB2CC-2CF9-8040-CC2A-ED71A9C0A8AD}"/>
              </a:ext>
            </a:extLst>
          </p:cNvPr>
          <p:cNvGraphicFramePr>
            <a:graphicFrameLocks/>
          </p:cNvGraphicFramePr>
          <p:nvPr>
            <p:extLst>
              <p:ext uri="{D42A27DB-BD31-4B8C-83A1-F6EECF244321}">
                <p14:modId xmlns:p14="http://schemas.microsoft.com/office/powerpoint/2010/main" val="2594372150"/>
              </p:ext>
            </p:extLst>
          </p:nvPr>
        </p:nvGraphicFramePr>
        <p:xfrm>
          <a:off x="398054" y="955574"/>
          <a:ext cx="3612784" cy="2510661"/>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74C87179-3722-4DE7-6CB5-973553186DAE}"/>
              </a:ext>
            </a:extLst>
          </p:cNvPr>
          <p:cNvSpPr>
            <a:spLocks noGrp="1"/>
          </p:cNvSpPr>
          <p:nvPr>
            <p:ph type="body" sz="quarter" idx="16"/>
          </p:nvPr>
        </p:nvSpPr>
        <p:spPr/>
        <p:txBody>
          <a:bodyPr/>
          <a:lstStyle/>
          <a:p>
            <a:r>
              <a:rPr lang="en-US" dirty="0"/>
              <a:t>6 Box Chart Slide</a:t>
            </a:r>
          </a:p>
        </p:txBody>
      </p:sp>
      <p:sp>
        <p:nvSpPr>
          <p:cNvPr id="7" name="Text Placeholder 6">
            <a:extLst>
              <a:ext uri="{FF2B5EF4-FFF2-40B4-BE49-F238E27FC236}">
                <a16:creationId xmlns:a16="http://schemas.microsoft.com/office/drawing/2014/main" id="{37143B0B-56EB-77A3-739A-CA92319C7FD2}"/>
              </a:ext>
            </a:extLst>
          </p:cNvPr>
          <p:cNvSpPr>
            <a:spLocks noGrp="1"/>
          </p:cNvSpPr>
          <p:nvPr>
            <p:ph type="body" sz="quarter" idx="17"/>
          </p:nvPr>
        </p:nvSpPr>
        <p:spPr/>
        <p:txBody>
          <a:bodyPr/>
          <a:lstStyle/>
          <a:p>
            <a:r>
              <a:rPr lang="en-US" dirty="0"/>
              <a:t>Section name</a:t>
            </a:r>
          </a:p>
        </p:txBody>
      </p:sp>
      <p:graphicFrame>
        <p:nvGraphicFramePr>
          <p:cNvPr id="11" name="Chart 46">
            <a:extLst>
              <a:ext uri="{FF2B5EF4-FFF2-40B4-BE49-F238E27FC236}">
                <a16:creationId xmlns:a16="http://schemas.microsoft.com/office/drawing/2014/main" id="{58D09212-F3A8-A99B-35C0-2D0D06C55132}"/>
              </a:ext>
            </a:extLst>
          </p:cNvPr>
          <p:cNvGraphicFramePr>
            <a:graphicFrameLocks/>
          </p:cNvGraphicFramePr>
          <p:nvPr>
            <p:extLst>
              <p:ext uri="{D42A27DB-BD31-4B8C-83A1-F6EECF244321}">
                <p14:modId xmlns:p14="http://schemas.microsoft.com/office/powerpoint/2010/main" val="2040399785"/>
              </p:ext>
            </p:extLst>
          </p:nvPr>
        </p:nvGraphicFramePr>
        <p:xfrm>
          <a:off x="8181164" y="955574"/>
          <a:ext cx="3612784" cy="251066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46">
            <a:extLst>
              <a:ext uri="{FF2B5EF4-FFF2-40B4-BE49-F238E27FC236}">
                <a16:creationId xmlns:a16="http://schemas.microsoft.com/office/drawing/2014/main" id="{F08ECBB7-D34A-91DC-F925-E1BE4AC26EEC}"/>
              </a:ext>
            </a:extLst>
          </p:cNvPr>
          <p:cNvGraphicFramePr>
            <a:graphicFrameLocks/>
          </p:cNvGraphicFramePr>
          <p:nvPr>
            <p:extLst>
              <p:ext uri="{D42A27DB-BD31-4B8C-83A1-F6EECF244321}">
                <p14:modId xmlns:p14="http://schemas.microsoft.com/office/powerpoint/2010/main" val="2243260227"/>
              </p:ext>
            </p:extLst>
          </p:nvPr>
        </p:nvGraphicFramePr>
        <p:xfrm>
          <a:off x="8181164" y="3725056"/>
          <a:ext cx="3612784" cy="25106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46">
            <a:extLst>
              <a:ext uri="{FF2B5EF4-FFF2-40B4-BE49-F238E27FC236}">
                <a16:creationId xmlns:a16="http://schemas.microsoft.com/office/drawing/2014/main" id="{13449275-384B-EA8C-278B-04507AEBE03A}"/>
              </a:ext>
            </a:extLst>
          </p:cNvPr>
          <p:cNvGraphicFramePr>
            <a:graphicFrameLocks/>
          </p:cNvGraphicFramePr>
          <p:nvPr>
            <p:extLst>
              <p:ext uri="{D42A27DB-BD31-4B8C-83A1-F6EECF244321}">
                <p14:modId xmlns:p14="http://schemas.microsoft.com/office/powerpoint/2010/main" val="954684651"/>
              </p:ext>
            </p:extLst>
          </p:nvPr>
        </p:nvGraphicFramePr>
        <p:xfrm>
          <a:off x="4279081" y="955574"/>
          <a:ext cx="3612784" cy="251066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46">
            <a:extLst>
              <a:ext uri="{FF2B5EF4-FFF2-40B4-BE49-F238E27FC236}">
                <a16:creationId xmlns:a16="http://schemas.microsoft.com/office/drawing/2014/main" id="{A2F0BDE8-DFF4-8D87-D69E-008451C1B011}"/>
              </a:ext>
            </a:extLst>
          </p:cNvPr>
          <p:cNvGraphicFramePr>
            <a:graphicFrameLocks/>
          </p:cNvGraphicFramePr>
          <p:nvPr>
            <p:extLst>
              <p:ext uri="{D42A27DB-BD31-4B8C-83A1-F6EECF244321}">
                <p14:modId xmlns:p14="http://schemas.microsoft.com/office/powerpoint/2010/main" val="747408397"/>
              </p:ext>
            </p:extLst>
          </p:nvPr>
        </p:nvGraphicFramePr>
        <p:xfrm>
          <a:off x="4279081" y="3725056"/>
          <a:ext cx="3612784" cy="251066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Chart 46">
            <a:extLst>
              <a:ext uri="{FF2B5EF4-FFF2-40B4-BE49-F238E27FC236}">
                <a16:creationId xmlns:a16="http://schemas.microsoft.com/office/drawing/2014/main" id="{69C80A2E-11C9-5BB7-147E-4D280C011B40}"/>
              </a:ext>
            </a:extLst>
          </p:cNvPr>
          <p:cNvGraphicFramePr>
            <a:graphicFrameLocks/>
          </p:cNvGraphicFramePr>
          <p:nvPr>
            <p:extLst>
              <p:ext uri="{D42A27DB-BD31-4B8C-83A1-F6EECF244321}">
                <p14:modId xmlns:p14="http://schemas.microsoft.com/office/powerpoint/2010/main" val="1197202247"/>
              </p:ext>
            </p:extLst>
          </p:nvPr>
        </p:nvGraphicFramePr>
        <p:xfrm>
          <a:off x="398054" y="3725056"/>
          <a:ext cx="3612784" cy="2510661"/>
        </p:xfrm>
        <a:graphic>
          <a:graphicData uri="http://schemas.openxmlformats.org/drawingml/2006/chart">
            <c:chart xmlns:c="http://schemas.openxmlformats.org/drawingml/2006/chart" xmlns:r="http://schemas.openxmlformats.org/officeDocument/2006/relationships" r:id="rId7"/>
          </a:graphicData>
        </a:graphic>
      </p:graphicFrame>
      <p:sp>
        <p:nvSpPr>
          <p:cNvPr id="2" name="Slide Number Placeholder 1">
            <a:extLst>
              <a:ext uri="{FF2B5EF4-FFF2-40B4-BE49-F238E27FC236}">
                <a16:creationId xmlns:a16="http://schemas.microsoft.com/office/drawing/2014/main" id="{D96281E3-7E38-4525-AD85-A5B71F5D3CEF}"/>
              </a:ext>
            </a:extLst>
          </p:cNvPr>
          <p:cNvSpPr>
            <a:spLocks noGrp="1"/>
          </p:cNvSpPr>
          <p:nvPr>
            <p:ph type="sldNum" sz="quarter" idx="4"/>
          </p:nvPr>
        </p:nvSpPr>
        <p:spPr/>
        <p:txBody>
          <a:bodyPr/>
          <a:lstStyle/>
          <a:p>
            <a:fld id="{7196636F-A64E-6C4D-AE26-50A84E19B9C9}" type="slidenum">
              <a:rPr lang="en-US" smtClean="0"/>
              <a:pPr/>
              <a:t>50</a:t>
            </a:fld>
            <a:endParaRPr lang="en-US" dirty="0"/>
          </a:p>
        </p:txBody>
      </p:sp>
    </p:spTree>
    <p:extLst>
      <p:ext uri="{BB962C8B-B14F-4D97-AF65-F5344CB8AC3E}">
        <p14:creationId xmlns:p14="http://schemas.microsoft.com/office/powerpoint/2010/main" val="3561418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A5BFDCA-6B6E-F6F0-F73B-27167815EF47}"/>
              </a:ext>
            </a:extLst>
          </p:cNvPr>
          <p:cNvGraphicFramePr>
            <a:graphicFrameLocks noGrp="1"/>
          </p:cNvGraphicFramePr>
          <p:nvPr>
            <p:extLst>
              <p:ext uri="{D42A27DB-BD31-4B8C-83A1-F6EECF244321}">
                <p14:modId xmlns:p14="http://schemas.microsoft.com/office/powerpoint/2010/main" val="3937897016"/>
              </p:ext>
            </p:extLst>
          </p:nvPr>
        </p:nvGraphicFramePr>
        <p:xfrm>
          <a:off x="4485514" y="2204069"/>
          <a:ext cx="7209180" cy="2594388"/>
        </p:xfrm>
        <a:graphic>
          <a:graphicData uri="http://schemas.openxmlformats.org/drawingml/2006/table">
            <a:tbl>
              <a:tblPr firstRow="1" bandRow="1">
                <a:effectLst>
                  <a:outerShdw blurRad="381000" sx="105000" sy="105000" algn="ctr" rotWithShape="0">
                    <a:prstClr val="black">
                      <a:alpha val="10000"/>
                    </a:prstClr>
                  </a:outerShdw>
                </a:effectLst>
                <a:tableStyleId>{5C22544A-7EE6-4342-B048-85BDC9FD1C3A}</a:tableStyleId>
              </a:tblPr>
              <a:tblGrid>
                <a:gridCol w="1441836">
                  <a:extLst>
                    <a:ext uri="{9D8B030D-6E8A-4147-A177-3AD203B41FA5}">
                      <a16:colId xmlns:a16="http://schemas.microsoft.com/office/drawing/2014/main" val="4133465005"/>
                    </a:ext>
                  </a:extLst>
                </a:gridCol>
                <a:gridCol w="1441836">
                  <a:extLst>
                    <a:ext uri="{9D8B030D-6E8A-4147-A177-3AD203B41FA5}">
                      <a16:colId xmlns:a16="http://schemas.microsoft.com/office/drawing/2014/main" val="1450525998"/>
                    </a:ext>
                  </a:extLst>
                </a:gridCol>
                <a:gridCol w="1441836">
                  <a:extLst>
                    <a:ext uri="{9D8B030D-6E8A-4147-A177-3AD203B41FA5}">
                      <a16:colId xmlns:a16="http://schemas.microsoft.com/office/drawing/2014/main" val="3480090097"/>
                    </a:ext>
                  </a:extLst>
                </a:gridCol>
                <a:gridCol w="1441836">
                  <a:extLst>
                    <a:ext uri="{9D8B030D-6E8A-4147-A177-3AD203B41FA5}">
                      <a16:colId xmlns:a16="http://schemas.microsoft.com/office/drawing/2014/main" val="436290148"/>
                    </a:ext>
                  </a:extLst>
                </a:gridCol>
                <a:gridCol w="1441836">
                  <a:extLst>
                    <a:ext uri="{9D8B030D-6E8A-4147-A177-3AD203B41FA5}">
                      <a16:colId xmlns:a16="http://schemas.microsoft.com/office/drawing/2014/main" val="3843784500"/>
                    </a:ext>
                  </a:extLst>
                </a:gridCol>
              </a:tblGrid>
              <a:tr h="463504">
                <a:tc>
                  <a:txBody>
                    <a:bodyPr/>
                    <a:lstStyle/>
                    <a:p>
                      <a:r>
                        <a:rPr lang="en-US" sz="1200" b="0" i="0" dirty="0">
                          <a:latin typeface="Avenir Next LT Pro Demi" panose="020B0504020202020204" pitchFamily="34" charset="77"/>
                        </a:rPr>
                        <a:t>Header</a:t>
                      </a:r>
                    </a:p>
                  </a:txBody>
                  <a:tcPr anchor="ctr">
                    <a:lnL w="1270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32166229"/>
                  </a:ext>
                </a:extLst>
              </a:tr>
              <a:tr h="5327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0924685"/>
                  </a:ext>
                </a:extLst>
              </a:tr>
              <a:tr h="532721">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7555600"/>
                  </a:ext>
                </a:extLst>
              </a:tr>
              <a:tr h="532721">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18328631"/>
                  </a:ext>
                </a:extLst>
              </a:tr>
              <a:tr h="532721">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70439842"/>
                  </a:ext>
                </a:extLst>
              </a:tr>
            </a:tbl>
          </a:graphicData>
        </a:graphic>
      </p:graphicFrame>
      <p:sp>
        <p:nvSpPr>
          <p:cNvPr id="6" name="Text Placeholder 5"/>
          <p:cNvSpPr>
            <a:spLocks noGrp="1"/>
          </p:cNvSpPr>
          <p:nvPr>
            <p:ph type="body" sz="quarter" idx="13"/>
          </p:nvPr>
        </p:nvSpPr>
        <p:spPr/>
        <p:txBody>
          <a:bodyPr/>
          <a:lstStyle/>
          <a:p>
            <a:r>
              <a:rPr lang="en-US" dirty="0"/>
              <a:t>Section Name</a:t>
            </a:r>
          </a:p>
        </p:txBody>
      </p:sp>
      <p:sp>
        <p:nvSpPr>
          <p:cNvPr id="4" name="Title 3"/>
          <p:cNvSpPr>
            <a:spLocks noGrp="1"/>
          </p:cNvSpPr>
          <p:nvPr>
            <p:ph type="title"/>
          </p:nvPr>
        </p:nvSpPr>
        <p:spPr/>
        <p:txBody>
          <a:bodyPr/>
          <a:lstStyle/>
          <a:p>
            <a:r>
              <a:rPr lang="en-US" dirty="0"/>
              <a:t>Large Chart or </a:t>
            </a:r>
            <a:br>
              <a:rPr lang="en-US" dirty="0"/>
            </a:br>
            <a:r>
              <a:rPr lang="en-US" dirty="0"/>
              <a:t>Table Slide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t>
            </a:r>
            <a:br>
              <a:rPr lang="en-US" dirty="0"/>
            </a:br>
            <a:r>
              <a:rPr lang="en-US" dirty="0"/>
              <a:t>a table is needed.</a:t>
            </a:r>
          </a:p>
        </p:txBody>
      </p:sp>
      <p:sp>
        <p:nvSpPr>
          <p:cNvPr id="15" name="Content Placeholder 14">
            <a:extLst>
              <a:ext uri="{FF2B5EF4-FFF2-40B4-BE49-F238E27FC236}">
                <a16:creationId xmlns:a16="http://schemas.microsoft.com/office/drawing/2014/main" id="{D6C16B76-3941-614E-9AFC-9817CBD005A0}"/>
              </a:ext>
            </a:extLst>
          </p:cNvPr>
          <p:cNvSpPr>
            <a:spLocks noGrp="1"/>
          </p:cNvSpPr>
          <p:nvPr>
            <p:ph idx="1"/>
          </p:nvPr>
        </p:nvSpPr>
        <p:spPr/>
        <p:txBody>
          <a:bodyPr/>
          <a:lstStyle/>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p:txBody>
      </p:sp>
      <p:sp>
        <p:nvSpPr>
          <p:cNvPr id="13" name="TextBox 12">
            <a:extLst>
              <a:ext uri="{FF2B5EF4-FFF2-40B4-BE49-F238E27FC236}">
                <a16:creationId xmlns:a16="http://schemas.microsoft.com/office/drawing/2014/main" id="{17A142CC-5FE8-1053-19E3-DC8D69016FDC}"/>
              </a:ext>
            </a:extLst>
          </p:cNvPr>
          <p:cNvSpPr txBox="1"/>
          <p:nvPr/>
        </p:nvSpPr>
        <p:spPr>
          <a:xfrm>
            <a:off x="4485514" y="1841289"/>
            <a:ext cx="873957" cy="276999"/>
          </a:xfrm>
          <a:prstGeom prst="rect">
            <a:avLst/>
          </a:prstGeom>
          <a:noFill/>
        </p:spPr>
        <p:txBody>
          <a:bodyPr wrap="none" lIns="0" rtlCol="0">
            <a:spAutoFit/>
          </a:bodyPr>
          <a:lstStyle/>
          <a:p>
            <a:r>
              <a:rPr lang="en-US" sz="1200" dirty="0">
                <a:latin typeface="+mj-lt"/>
                <a:ea typeface="Ford Antenna Light" charset="0"/>
                <a:cs typeface="Ford Antenna Light" charset="0"/>
              </a:rPr>
              <a:t>Table title</a:t>
            </a:r>
          </a:p>
        </p:txBody>
      </p:sp>
    </p:spTree>
    <p:extLst>
      <p:ext uri="{BB962C8B-B14F-4D97-AF65-F5344CB8AC3E}">
        <p14:creationId xmlns:p14="http://schemas.microsoft.com/office/powerpoint/2010/main" val="15960051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A5BFDCA-6B6E-F6F0-F73B-27167815EF47}"/>
              </a:ext>
            </a:extLst>
          </p:cNvPr>
          <p:cNvGraphicFramePr>
            <a:graphicFrameLocks noGrp="1"/>
          </p:cNvGraphicFramePr>
          <p:nvPr>
            <p:extLst>
              <p:ext uri="{D42A27DB-BD31-4B8C-83A1-F6EECF244321}">
                <p14:modId xmlns:p14="http://schemas.microsoft.com/office/powerpoint/2010/main" val="920258979"/>
              </p:ext>
            </p:extLst>
          </p:nvPr>
        </p:nvGraphicFramePr>
        <p:xfrm>
          <a:off x="4485514" y="2204069"/>
          <a:ext cx="7209180" cy="2594388"/>
        </p:xfrm>
        <a:graphic>
          <a:graphicData uri="http://schemas.openxmlformats.org/drawingml/2006/table">
            <a:tbl>
              <a:tblPr firstRow="1" bandRow="1">
                <a:effectLst>
                  <a:outerShdw blurRad="381000" sx="105000" sy="105000" algn="ctr" rotWithShape="0">
                    <a:prstClr val="black">
                      <a:alpha val="10000"/>
                    </a:prstClr>
                  </a:outerShdw>
                </a:effectLst>
                <a:tableStyleId>{5C22544A-7EE6-4342-B048-85BDC9FD1C3A}</a:tableStyleId>
              </a:tblPr>
              <a:tblGrid>
                <a:gridCol w="1441836">
                  <a:extLst>
                    <a:ext uri="{9D8B030D-6E8A-4147-A177-3AD203B41FA5}">
                      <a16:colId xmlns:a16="http://schemas.microsoft.com/office/drawing/2014/main" val="4133465005"/>
                    </a:ext>
                  </a:extLst>
                </a:gridCol>
                <a:gridCol w="1441836">
                  <a:extLst>
                    <a:ext uri="{9D8B030D-6E8A-4147-A177-3AD203B41FA5}">
                      <a16:colId xmlns:a16="http://schemas.microsoft.com/office/drawing/2014/main" val="1450525998"/>
                    </a:ext>
                  </a:extLst>
                </a:gridCol>
                <a:gridCol w="1441836">
                  <a:extLst>
                    <a:ext uri="{9D8B030D-6E8A-4147-A177-3AD203B41FA5}">
                      <a16:colId xmlns:a16="http://schemas.microsoft.com/office/drawing/2014/main" val="3480090097"/>
                    </a:ext>
                  </a:extLst>
                </a:gridCol>
                <a:gridCol w="1441836">
                  <a:extLst>
                    <a:ext uri="{9D8B030D-6E8A-4147-A177-3AD203B41FA5}">
                      <a16:colId xmlns:a16="http://schemas.microsoft.com/office/drawing/2014/main" val="436290148"/>
                    </a:ext>
                  </a:extLst>
                </a:gridCol>
                <a:gridCol w="1441836">
                  <a:extLst>
                    <a:ext uri="{9D8B030D-6E8A-4147-A177-3AD203B41FA5}">
                      <a16:colId xmlns:a16="http://schemas.microsoft.com/office/drawing/2014/main" val="3843784500"/>
                    </a:ext>
                  </a:extLst>
                </a:gridCol>
              </a:tblGrid>
              <a:tr h="463504">
                <a:tc>
                  <a:txBody>
                    <a:bodyPr/>
                    <a:lstStyle/>
                    <a:p>
                      <a:r>
                        <a:rPr lang="en-US" sz="1200" b="0" i="0" dirty="0">
                          <a:latin typeface="Avenir Next LT Pro Demi" panose="020B0504020202020204" pitchFamily="34" charset="77"/>
                        </a:rPr>
                        <a:t>Header</a:t>
                      </a:r>
                    </a:p>
                  </a:txBody>
                  <a:tcPr anchor="ctr">
                    <a:lnL w="1270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venir Next LT Pro Demi" panose="020B0504020202020204" pitchFamily="34" charset="77"/>
                        </a:rPr>
                        <a:t>Header</a:t>
                      </a:r>
                    </a:p>
                  </a:txBody>
                  <a:tcPr anchor="ctr">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32166229"/>
                  </a:ext>
                </a:extLst>
              </a:tr>
              <a:tr h="5327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24685"/>
                  </a:ext>
                </a:extLst>
              </a:tr>
              <a:tr h="532721">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555600"/>
                  </a:ext>
                </a:extLst>
              </a:tr>
              <a:tr h="532721">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328631"/>
                  </a:ext>
                </a:extLst>
              </a:tr>
              <a:tr h="532721">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00" b="0" i="0" dirty="0">
                          <a:solidFill>
                            <a:schemeClr val="tx1"/>
                          </a:solidFill>
                          <a:latin typeface="Avenir Next LT Pro" panose="020B0504020202020204" pitchFamily="34" charset="77"/>
                        </a:rPr>
                        <a:t>Lorem ipsum dolor sit </a:t>
                      </a:r>
                      <a:r>
                        <a:rPr lang="en-US" sz="1000" b="0" i="0" dirty="0" err="1">
                          <a:solidFill>
                            <a:schemeClr val="tx1"/>
                          </a:solidFill>
                          <a:latin typeface="Avenir Next LT Pro" panose="020B0504020202020204" pitchFamily="34" charset="77"/>
                        </a:rPr>
                        <a:t>amet</a:t>
                      </a:r>
                      <a:endParaRPr lang="en-US" sz="1000" b="0" i="0" dirty="0">
                        <a:solidFill>
                          <a:schemeClr val="tx1"/>
                        </a:solidFill>
                        <a:latin typeface="Avenir Next LT Pro" panose="020B0504020202020204" pitchFamily="34" charset="77"/>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70439842"/>
                  </a:ext>
                </a:extLst>
              </a:tr>
            </a:tbl>
          </a:graphicData>
        </a:graphic>
      </p:graphicFrame>
      <p:sp>
        <p:nvSpPr>
          <p:cNvPr id="6" name="Text Placeholder 5"/>
          <p:cNvSpPr>
            <a:spLocks noGrp="1"/>
          </p:cNvSpPr>
          <p:nvPr>
            <p:ph type="body" sz="quarter" idx="13"/>
          </p:nvPr>
        </p:nvSpPr>
        <p:spPr/>
        <p:txBody>
          <a:bodyPr/>
          <a:lstStyle/>
          <a:p>
            <a:r>
              <a:rPr lang="en-US" dirty="0"/>
              <a:t>Section Name</a:t>
            </a:r>
          </a:p>
        </p:txBody>
      </p:sp>
      <p:sp>
        <p:nvSpPr>
          <p:cNvPr id="4" name="Title 3"/>
          <p:cNvSpPr>
            <a:spLocks noGrp="1"/>
          </p:cNvSpPr>
          <p:nvPr>
            <p:ph type="title"/>
          </p:nvPr>
        </p:nvSpPr>
        <p:spPr/>
        <p:txBody>
          <a:bodyPr/>
          <a:lstStyle/>
          <a:p>
            <a:r>
              <a:rPr lang="en-US" dirty="0"/>
              <a:t>Large Chart or </a:t>
            </a:r>
            <a:br>
              <a:rPr lang="en-US" dirty="0"/>
            </a:br>
            <a:r>
              <a:rPr lang="en-US" dirty="0"/>
              <a:t>Table Slide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This slide can be used when </a:t>
            </a:r>
            <a:br>
              <a:rPr lang="en-US" dirty="0"/>
            </a:br>
            <a:r>
              <a:rPr lang="en-US" dirty="0"/>
              <a:t>a table is needed with emphasis placed on a specific column. </a:t>
            </a:r>
          </a:p>
        </p:txBody>
      </p:sp>
      <p:sp>
        <p:nvSpPr>
          <p:cNvPr id="15" name="Content Placeholder 14">
            <a:extLst>
              <a:ext uri="{FF2B5EF4-FFF2-40B4-BE49-F238E27FC236}">
                <a16:creationId xmlns:a16="http://schemas.microsoft.com/office/drawing/2014/main" id="{D6C16B76-3941-614E-9AFC-9817CBD005A0}"/>
              </a:ext>
            </a:extLst>
          </p:cNvPr>
          <p:cNvSpPr>
            <a:spLocks noGrp="1"/>
          </p:cNvSpPr>
          <p:nvPr>
            <p:ph idx="1"/>
          </p:nvPr>
        </p:nvSpPr>
        <p:spPr>
          <a:xfrm>
            <a:off x="374904" y="2204069"/>
            <a:ext cx="3686349" cy="3416226"/>
          </a:xfrm>
        </p:spPr>
        <p:txBody>
          <a:bodyPr/>
          <a:lstStyle/>
          <a:p>
            <a:pPr marL="0" inden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p:txBody>
      </p:sp>
      <p:sp>
        <p:nvSpPr>
          <p:cNvPr id="13" name="TextBox 12">
            <a:extLst>
              <a:ext uri="{FF2B5EF4-FFF2-40B4-BE49-F238E27FC236}">
                <a16:creationId xmlns:a16="http://schemas.microsoft.com/office/drawing/2014/main" id="{17A142CC-5FE8-1053-19E3-DC8D69016FDC}"/>
              </a:ext>
            </a:extLst>
          </p:cNvPr>
          <p:cNvSpPr txBox="1"/>
          <p:nvPr/>
        </p:nvSpPr>
        <p:spPr>
          <a:xfrm>
            <a:off x="4485514" y="1841289"/>
            <a:ext cx="873957" cy="276999"/>
          </a:xfrm>
          <a:prstGeom prst="rect">
            <a:avLst/>
          </a:prstGeom>
          <a:noFill/>
        </p:spPr>
        <p:txBody>
          <a:bodyPr wrap="none" lIns="0" rtlCol="0">
            <a:spAutoFit/>
          </a:bodyPr>
          <a:lstStyle/>
          <a:p>
            <a:r>
              <a:rPr lang="en-US" sz="1200" dirty="0">
                <a:latin typeface="+mj-lt"/>
                <a:ea typeface="Ford Antenna Light" charset="0"/>
                <a:cs typeface="Ford Antenna Light" charset="0"/>
              </a:rPr>
              <a:t>Table title</a:t>
            </a:r>
          </a:p>
        </p:txBody>
      </p:sp>
    </p:spTree>
    <p:extLst>
      <p:ext uri="{BB962C8B-B14F-4D97-AF65-F5344CB8AC3E}">
        <p14:creationId xmlns:p14="http://schemas.microsoft.com/office/powerpoint/2010/main" val="2601517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US" dirty="0"/>
              <a:t>Section Name</a:t>
            </a:r>
          </a:p>
        </p:txBody>
      </p:sp>
      <p:sp>
        <p:nvSpPr>
          <p:cNvPr id="4" name="Title 3"/>
          <p:cNvSpPr>
            <a:spLocks noGrp="1"/>
          </p:cNvSpPr>
          <p:nvPr>
            <p:ph type="title"/>
          </p:nvPr>
        </p:nvSpPr>
        <p:spPr/>
        <p:txBody>
          <a:bodyPr/>
          <a:lstStyle/>
          <a:p>
            <a:r>
              <a:rPr lang="en-US" dirty="0"/>
              <a:t>Data Viz with Image</a:t>
            </a:r>
          </a:p>
        </p:txBody>
      </p:sp>
      <p:sp>
        <p:nvSpPr>
          <p:cNvPr id="30" name="Text Placeholder 29">
            <a:extLst>
              <a:ext uri="{FF2B5EF4-FFF2-40B4-BE49-F238E27FC236}">
                <a16:creationId xmlns:a16="http://schemas.microsoft.com/office/drawing/2014/main" id="{95F3A3F1-E1D0-1447-B1A7-F5341F269A3B}"/>
              </a:ext>
            </a:extLst>
          </p:cNvPr>
          <p:cNvSpPr>
            <a:spLocks noGrp="1"/>
          </p:cNvSpPr>
          <p:nvPr>
            <p:ph type="body" sz="quarter" idx="20"/>
          </p:nvPr>
        </p:nvSpPr>
        <p:spPr/>
        <p:txBody>
          <a:bodyPr/>
          <a:lstStyle/>
          <a:p>
            <a:r>
              <a:rPr lang="en-US" dirty="0"/>
              <a:t>XX</a:t>
            </a:r>
          </a:p>
        </p:txBody>
      </p:sp>
      <p:sp>
        <p:nvSpPr>
          <p:cNvPr id="31" name="Text Placeholder 30">
            <a:extLst>
              <a:ext uri="{FF2B5EF4-FFF2-40B4-BE49-F238E27FC236}">
                <a16:creationId xmlns:a16="http://schemas.microsoft.com/office/drawing/2014/main" id="{9A354832-A02D-1546-8E70-2D976E1F75DE}"/>
              </a:ext>
            </a:extLst>
          </p:cNvPr>
          <p:cNvSpPr>
            <a:spLocks noGrp="1"/>
          </p:cNvSpPr>
          <p:nvPr>
            <p:ph type="body" sz="quarter" idx="21"/>
          </p:nvPr>
        </p:nvSpPr>
        <p:spPr/>
        <p:txBody>
          <a:bodyPr/>
          <a:lstStyle/>
          <a:p>
            <a:r>
              <a:rPr lang="en-US" dirty="0"/>
              <a:t>Subhead</a:t>
            </a:r>
          </a:p>
        </p:txBody>
      </p:sp>
      <p:sp>
        <p:nvSpPr>
          <p:cNvPr id="37" name="Text Placeholder 36">
            <a:extLst>
              <a:ext uri="{FF2B5EF4-FFF2-40B4-BE49-F238E27FC236}">
                <a16:creationId xmlns:a16="http://schemas.microsoft.com/office/drawing/2014/main" id="{7C7C9FE1-875F-8340-8A58-29E00DAAAFDD}"/>
              </a:ext>
            </a:extLst>
          </p:cNvPr>
          <p:cNvSpPr>
            <a:spLocks noGrp="1"/>
          </p:cNvSpPr>
          <p:nvPr>
            <p:ph type="body" sz="quarter" idx="24"/>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p:txBody>
      </p:sp>
      <p:sp>
        <p:nvSpPr>
          <p:cNvPr id="38" name="Text Placeholder 37">
            <a:extLst>
              <a:ext uri="{FF2B5EF4-FFF2-40B4-BE49-F238E27FC236}">
                <a16:creationId xmlns:a16="http://schemas.microsoft.com/office/drawing/2014/main" id="{40710565-6CE0-8D42-9CDF-FB206A2C66C5}"/>
              </a:ext>
            </a:extLst>
          </p:cNvPr>
          <p:cNvSpPr>
            <a:spLocks noGrp="1"/>
          </p:cNvSpPr>
          <p:nvPr>
            <p:ph type="body" sz="quarter" idx="25"/>
          </p:nvPr>
        </p:nvSpPr>
        <p:spPr/>
        <p:txBody>
          <a:bodyPr/>
          <a:lstStyle/>
          <a:p>
            <a:r>
              <a:rPr lang="en-US" dirty="0"/>
              <a:t>XX</a:t>
            </a:r>
          </a:p>
        </p:txBody>
      </p:sp>
      <p:sp>
        <p:nvSpPr>
          <p:cNvPr id="39" name="Text Placeholder 38">
            <a:extLst>
              <a:ext uri="{FF2B5EF4-FFF2-40B4-BE49-F238E27FC236}">
                <a16:creationId xmlns:a16="http://schemas.microsoft.com/office/drawing/2014/main" id="{A53B553E-8E96-9C4C-A352-2C71F10CC9A4}"/>
              </a:ext>
            </a:extLst>
          </p:cNvPr>
          <p:cNvSpPr>
            <a:spLocks noGrp="1"/>
          </p:cNvSpPr>
          <p:nvPr>
            <p:ph type="body" sz="quarter" idx="26"/>
          </p:nvPr>
        </p:nvSpPr>
        <p:spPr/>
        <p:txBody>
          <a:bodyPr/>
          <a:lstStyle/>
          <a:p>
            <a:r>
              <a:rPr lang="en-US" dirty="0"/>
              <a:t>Subhead</a:t>
            </a:r>
          </a:p>
        </p:txBody>
      </p:sp>
      <p:sp>
        <p:nvSpPr>
          <p:cNvPr id="40" name="Text Placeholder 39">
            <a:extLst>
              <a:ext uri="{FF2B5EF4-FFF2-40B4-BE49-F238E27FC236}">
                <a16:creationId xmlns:a16="http://schemas.microsoft.com/office/drawing/2014/main" id="{08C38D3A-34BC-F14E-9629-CFAD59AD4877}"/>
              </a:ext>
            </a:extLst>
          </p:cNvPr>
          <p:cNvSpPr>
            <a:spLocks noGrp="1"/>
          </p:cNvSpPr>
          <p:nvPr>
            <p:ph type="body" sz="quarter" idx="27"/>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p:txBody>
      </p:sp>
      <p:sp>
        <p:nvSpPr>
          <p:cNvPr id="41" name="Text Placeholder 40">
            <a:extLst>
              <a:ext uri="{FF2B5EF4-FFF2-40B4-BE49-F238E27FC236}">
                <a16:creationId xmlns:a16="http://schemas.microsoft.com/office/drawing/2014/main" id="{DF334744-493D-DC4C-B9AD-3C3CA605C10A}"/>
              </a:ext>
            </a:extLst>
          </p:cNvPr>
          <p:cNvSpPr>
            <a:spLocks noGrp="1"/>
          </p:cNvSpPr>
          <p:nvPr>
            <p:ph type="body" sz="quarter" idx="28"/>
          </p:nvPr>
        </p:nvSpPr>
        <p:spPr/>
        <p:txBody>
          <a:bodyPr/>
          <a:lstStyle/>
          <a:p>
            <a:r>
              <a:rPr lang="en-US" dirty="0"/>
              <a:t>XX</a:t>
            </a:r>
          </a:p>
        </p:txBody>
      </p:sp>
      <p:sp>
        <p:nvSpPr>
          <p:cNvPr id="42" name="Text Placeholder 41">
            <a:extLst>
              <a:ext uri="{FF2B5EF4-FFF2-40B4-BE49-F238E27FC236}">
                <a16:creationId xmlns:a16="http://schemas.microsoft.com/office/drawing/2014/main" id="{79741682-DBBD-4748-95FD-9224D2131DA7}"/>
              </a:ext>
            </a:extLst>
          </p:cNvPr>
          <p:cNvSpPr>
            <a:spLocks noGrp="1"/>
          </p:cNvSpPr>
          <p:nvPr>
            <p:ph type="body" sz="quarter" idx="29"/>
          </p:nvPr>
        </p:nvSpPr>
        <p:spPr/>
        <p:txBody>
          <a:bodyPr/>
          <a:lstStyle/>
          <a:p>
            <a:r>
              <a:rPr lang="en-US" dirty="0"/>
              <a:t>Subhead</a:t>
            </a:r>
          </a:p>
        </p:txBody>
      </p:sp>
      <p:sp>
        <p:nvSpPr>
          <p:cNvPr id="43" name="Text Placeholder 42">
            <a:extLst>
              <a:ext uri="{FF2B5EF4-FFF2-40B4-BE49-F238E27FC236}">
                <a16:creationId xmlns:a16="http://schemas.microsoft.com/office/drawing/2014/main" id="{F0CB8371-1529-7841-BD32-98987AEEE17A}"/>
              </a:ext>
            </a:extLst>
          </p:cNvPr>
          <p:cNvSpPr>
            <a:spLocks noGrp="1"/>
          </p:cNvSpPr>
          <p:nvPr>
            <p:ph type="body" sz="quarter" idx="30"/>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p:txBody>
      </p:sp>
      <p:sp>
        <p:nvSpPr>
          <p:cNvPr id="44" name="Text Placeholder 43">
            <a:extLst>
              <a:ext uri="{FF2B5EF4-FFF2-40B4-BE49-F238E27FC236}">
                <a16:creationId xmlns:a16="http://schemas.microsoft.com/office/drawing/2014/main" id="{62D45DDC-F20C-DE41-B011-863375ADB823}"/>
              </a:ext>
            </a:extLst>
          </p:cNvPr>
          <p:cNvSpPr>
            <a:spLocks noGrp="1"/>
          </p:cNvSpPr>
          <p:nvPr>
            <p:ph type="body" sz="quarter" idx="31"/>
          </p:nvPr>
        </p:nvSpPr>
        <p:spPr/>
        <p:txBody>
          <a:bodyPr/>
          <a:lstStyle/>
          <a:p>
            <a:r>
              <a:rPr lang="en-US" dirty="0"/>
              <a:t>XX</a:t>
            </a:r>
          </a:p>
        </p:txBody>
      </p:sp>
      <p:sp>
        <p:nvSpPr>
          <p:cNvPr id="45" name="Text Placeholder 44">
            <a:extLst>
              <a:ext uri="{FF2B5EF4-FFF2-40B4-BE49-F238E27FC236}">
                <a16:creationId xmlns:a16="http://schemas.microsoft.com/office/drawing/2014/main" id="{1DCE415B-574A-9748-952C-2AD540B08D3B}"/>
              </a:ext>
            </a:extLst>
          </p:cNvPr>
          <p:cNvSpPr>
            <a:spLocks noGrp="1"/>
          </p:cNvSpPr>
          <p:nvPr>
            <p:ph type="body" sz="quarter" idx="32"/>
          </p:nvPr>
        </p:nvSpPr>
        <p:spPr/>
        <p:txBody>
          <a:bodyPr/>
          <a:lstStyle/>
          <a:p>
            <a:r>
              <a:rPr lang="en-US" dirty="0"/>
              <a:t>Subhead</a:t>
            </a:r>
          </a:p>
        </p:txBody>
      </p:sp>
      <p:sp>
        <p:nvSpPr>
          <p:cNvPr id="46" name="Text Placeholder 45">
            <a:extLst>
              <a:ext uri="{FF2B5EF4-FFF2-40B4-BE49-F238E27FC236}">
                <a16:creationId xmlns:a16="http://schemas.microsoft.com/office/drawing/2014/main" id="{C87715C9-8918-DB49-A8E5-038E693EEA4B}"/>
              </a:ext>
            </a:extLst>
          </p:cNvPr>
          <p:cNvSpPr>
            <a:spLocks noGrp="1"/>
          </p:cNvSpPr>
          <p:nvPr>
            <p:ph type="body" sz="quarter" idx="33"/>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p:txBody>
      </p:sp>
      <p:grpSp>
        <p:nvGrpSpPr>
          <p:cNvPr id="5" name="Group 4">
            <a:extLst>
              <a:ext uri="{FF2B5EF4-FFF2-40B4-BE49-F238E27FC236}">
                <a16:creationId xmlns:a16="http://schemas.microsoft.com/office/drawing/2014/main" id="{D74CDCEF-20BB-2FDA-01FF-C069CD1697A1}"/>
              </a:ext>
            </a:extLst>
          </p:cNvPr>
          <p:cNvGrpSpPr/>
          <p:nvPr/>
        </p:nvGrpSpPr>
        <p:grpSpPr>
          <a:xfrm>
            <a:off x="6165130" y="0"/>
            <a:ext cx="6026870" cy="6858000"/>
            <a:chOff x="6165130" y="0"/>
            <a:chExt cx="6026870" cy="6858000"/>
          </a:xfrm>
        </p:grpSpPr>
        <p:pic>
          <p:nvPicPr>
            <p:cNvPr id="8" name="Picture 7">
              <a:extLst>
                <a:ext uri="{FF2B5EF4-FFF2-40B4-BE49-F238E27FC236}">
                  <a16:creationId xmlns:a16="http://schemas.microsoft.com/office/drawing/2014/main" id="{9FE18144-A553-0644-95B7-7B54FAFCCB7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165130" y="0"/>
              <a:ext cx="6026870" cy="6858000"/>
            </a:xfrm>
            <a:prstGeom prst="rect">
              <a:avLst/>
            </a:prstGeom>
          </p:spPr>
        </p:pic>
        <p:sp>
          <p:nvSpPr>
            <p:cNvPr id="3" name="TextBox 2">
              <a:extLst>
                <a:ext uri="{FF2B5EF4-FFF2-40B4-BE49-F238E27FC236}">
                  <a16:creationId xmlns:a16="http://schemas.microsoft.com/office/drawing/2014/main" id="{1A5D32FB-8FBC-C2CC-F0AA-0895010F88D5}"/>
                </a:ext>
              </a:extLst>
            </p:cNvPr>
            <p:cNvSpPr txBox="1"/>
            <p:nvPr/>
          </p:nvSpPr>
          <p:spPr>
            <a:xfrm>
              <a:off x="7612586" y="3021803"/>
              <a:ext cx="4484827" cy="1138773"/>
            </a:xfrm>
            <a:prstGeom prst="rect">
              <a:avLst/>
            </a:prstGeom>
            <a:effectLst>
              <a:outerShdw blurRad="110660" dist="38100" dir="2700000" algn="tl" rotWithShape="0">
                <a:prstClr val="black">
                  <a:alpha val="40000"/>
                </a:prstClr>
              </a:outerShdw>
            </a:effectLst>
          </p:spPr>
          <p:txBody>
            <a:bodyPr vert="horz" wrap="square" lIns="91440" tIns="45720" rIns="91440" bIns="45720" rtlCol="0">
              <a:spAutoFit/>
            </a:bodyPr>
            <a:lstStyle/>
            <a:p>
              <a:pPr algn="ctr"/>
              <a:r>
                <a:rPr lang="en-US" sz="2800" spc="40" dirty="0">
                  <a:solidFill>
                    <a:schemeClr val="bg1">
                      <a:alpha val="67806"/>
                    </a:schemeClr>
                  </a:solidFill>
                  <a:latin typeface="Avenir Next Medium" panose="020B0503020202020204" pitchFamily="34" charset="0"/>
                </a:rPr>
                <a:t>Placeholder Image</a:t>
              </a:r>
              <a:br>
                <a:rPr lang="en-US" sz="2000" spc="40" dirty="0">
                  <a:solidFill>
                    <a:schemeClr val="bg1">
                      <a:alpha val="67806"/>
                    </a:schemeClr>
                  </a:solidFill>
                  <a:latin typeface="Avenir Next Medium" panose="020B0503020202020204" pitchFamily="34" charset="0"/>
                </a:rPr>
              </a:br>
              <a:r>
                <a:rPr lang="en-US" sz="2000" spc="40" dirty="0">
                  <a:solidFill>
                    <a:schemeClr val="bg1">
                      <a:alpha val="67806"/>
                    </a:schemeClr>
                  </a:solidFill>
                  <a:latin typeface="Avenir Next Medium" panose="020B0503020202020204" pitchFamily="34" charset="0"/>
                </a:rPr>
                <a:t>Delete image and replace with properly rights managed images</a:t>
              </a:r>
            </a:p>
          </p:txBody>
        </p:sp>
      </p:grpSp>
      <p:sp>
        <p:nvSpPr>
          <p:cNvPr id="2" name="Slide Number Placeholder 1">
            <a:extLst>
              <a:ext uri="{FF2B5EF4-FFF2-40B4-BE49-F238E27FC236}">
                <a16:creationId xmlns:a16="http://schemas.microsoft.com/office/drawing/2014/main" id="{7583D637-5697-45CA-B5FB-5C52D45F778F}"/>
              </a:ext>
            </a:extLst>
          </p:cNvPr>
          <p:cNvSpPr>
            <a:spLocks noGrp="1"/>
          </p:cNvSpPr>
          <p:nvPr>
            <p:ph type="sldNum" sz="quarter" idx="4"/>
          </p:nvPr>
        </p:nvSpPr>
        <p:spPr/>
        <p:txBody>
          <a:bodyPr/>
          <a:lstStyle/>
          <a:p>
            <a:fld id="{7196636F-A64E-6C4D-AE26-50A84E19B9C9}" type="slidenum">
              <a:rPr lang="en-US" smtClean="0"/>
              <a:pPr/>
              <a:t>53</a:t>
            </a:fld>
            <a:endParaRPr lang="en-US" dirty="0"/>
          </a:p>
        </p:txBody>
      </p:sp>
    </p:spTree>
    <p:extLst>
      <p:ext uri="{BB962C8B-B14F-4D97-AF65-F5344CB8AC3E}">
        <p14:creationId xmlns:p14="http://schemas.microsoft.com/office/powerpoint/2010/main" val="4110179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Sample Line Graph – Multiple Lines</a:t>
            </a:r>
          </a:p>
        </p:txBody>
      </p:sp>
      <p:sp>
        <p:nvSpPr>
          <p:cNvPr id="6" name="Text Placeholder 5"/>
          <p:cNvSpPr>
            <a:spLocks noGrp="1"/>
          </p:cNvSpPr>
          <p:nvPr>
            <p:ph type="body" sz="quarter" idx="13"/>
          </p:nvPr>
        </p:nvSpPr>
        <p:spPr/>
        <p:txBody>
          <a:bodyPr/>
          <a:lstStyle/>
          <a:p>
            <a:r>
              <a:rPr lang="en-US" dirty="0"/>
              <a:t>Section Name</a:t>
            </a:r>
          </a:p>
        </p:txBody>
      </p:sp>
      <p:sp>
        <p:nvSpPr>
          <p:cNvPr id="17" name="Text Placeholder 16">
            <a:extLst>
              <a:ext uri="{FF2B5EF4-FFF2-40B4-BE49-F238E27FC236}">
                <a16:creationId xmlns:a16="http://schemas.microsoft.com/office/drawing/2014/main" id="{D1949BAE-2BEA-6348-9872-E916EA916A7A}"/>
              </a:ext>
            </a:extLst>
          </p:cNvPr>
          <p:cNvSpPr>
            <a:spLocks noGrp="1"/>
          </p:cNvSpPr>
          <p:nvPr>
            <p:ph type="body" sz="quarter" idx="16"/>
          </p:nvPr>
        </p:nvSpPr>
        <p:spPr/>
        <p:txBody>
          <a:bodyPr/>
          <a:lstStyle/>
          <a:p>
            <a:r>
              <a:rPr lang="en-US" dirty="0"/>
              <a:t>Graph Title</a:t>
            </a:r>
          </a:p>
        </p:txBody>
      </p:sp>
      <p:graphicFrame>
        <p:nvGraphicFramePr>
          <p:cNvPr id="9" name="Chart 8">
            <a:extLst>
              <a:ext uri="{FF2B5EF4-FFF2-40B4-BE49-F238E27FC236}">
                <a16:creationId xmlns:a16="http://schemas.microsoft.com/office/drawing/2014/main" id="{D3A1FA81-D0C7-DE4E-A910-9865F120D01B}"/>
              </a:ext>
            </a:extLst>
          </p:cNvPr>
          <p:cNvGraphicFramePr/>
          <p:nvPr>
            <p:extLst>
              <p:ext uri="{D42A27DB-BD31-4B8C-83A1-F6EECF244321}">
                <p14:modId xmlns:p14="http://schemas.microsoft.com/office/powerpoint/2010/main" val="1669487834"/>
              </p:ext>
            </p:extLst>
          </p:nvPr>
        </p:nvGraphicFramePr>
        <p:xfrm>
          <a:off x="371260" y="2014429"/>
          <a:ext cx="11211140" cy="4434081"/>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FD2982F7-36CE-48DE-938C-41B632947394}"/>
              </a:ext>
            </a:extLst>
          </p:cNvPr>
          <p:cNvSpPr>
            <a:spLocks noGrp="1"/>
          </p:cNvSpPr>
          <p:nvPr>
            <p:ph type="sldNum" sz="quarter" idx="4"/>
          </p:nvPr>
        </p:nvSpPr>
        <p:spPr/>
        <p:txBody>
          <a:bodyPr/>
          <a:lstStyle/>
          <a:p>
            <a:fld id="{7196636F-A64E-6C4D-AE26-50A84E19B9C9}" type="slidenum">
              <a:rPr lang="en-US" smtClean="0"/>
              <a:pPr/>
              <a:t>54</a:t>
            </a:fld>
            <a:endParaRPr lang="en-US" dirty="0"/>
          </a:p>
        </p:txBody>
      </p:sp>
    </p:spTree>
    <p:extLst>
      <p:ext uri="{BB962C8B-B14F-4D97-AF65-F5344CB8AC3E}">
        <p14:creationId xmlns:p14="http://schemas.microsoft.com/office/powerpoint/2010/main" val="34573608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6FA1A2FD-8A55-BC43-A4AA-440B3B21EB80}"/>
              </a:ext>
            </a:extLst>
          </p:cNvPr>
          <p:cNvSpPr>
            <a:spLocks noGrp="1"/>
          </p:cNvSpPr>
          <p:nvPr>
            <p:ph type="body" sz="quarter" idx="24"/>
          </p:nvPr>
        </p:nvSpPr>
        <p:spPr/>
        <p:txBody>
          <a:bodyPr/>
          <a:lstStyle/>
          <a:p>
            <a:r>
              <a:rPr lang="en-US" dirty="0"/>
              <a:t>$XXB</a:t>
            </a:r>
          </a:p>
        </p:txBody>
      </p:sp>
      <p:sp>
        <p:nvSpPr>
          <p:cNvPr id="5" name="Title 4">
            <a:extLst>
              <a:ext uri="{FF2B5EF4-FFF2-40B4-BE49-F238E27FC236}">
                <a16:creationId xmlns:a16="http://schemas.microsoft.com/office/drawing/2014/main" id="{E05E77BB-FC05-0246-83CE-7B0A1DF0F464}"/>
              </a:ext>
            </a:extLst>
          </p:cNvPr>
          <p:cNvSpPr>
            <a:spLocks noGrp="1"/>
          </p:cNvSpPr>
          <p:nvPr>
            <p:ph type="title"/>
          </p:nvPr>
        </p:nvSpPr>
        <p:spPr/>
        <p:txBody>
          <a:bodyPr/>
          <a:lstStyle/>
          <a:p>
            <a:r>
              <a:rPr lang="en-US" dirty="0"/>
              <a:t>Financial Results Slide</a:t>
            </a:r>
          </a:p>
        </p:txBody>
      </p:sp>
      <p:sp>
        <p:nvSpPr>
          <p:cNvPr id="2" name="Text Placeholder 1">
            <a:extLst>
              <a:ext uri="{FF2B5EF4-FFF2-40B4-BE49-F238E27FC236}">
                <a16:creationId xmlns:a16="http://schemas.microsoft.com/office/drawing/2014/main" id="{CAE99250-F258-A940-A4CE-F4E6F87BF681}"/>
              </a:ext>
            </a:extLst>
          </p:cNvPr>
          <p:cNvSpPr>
            <a:spLocks noGrp="1"/>
          </p:cNvSpPr>
          <p:nvPr>
            <p:ph type="body" sz="quarter" idx="13"/>
          </p:nvPr>
        </p:nvSpPr>
        <p:spPr/>
        <p:txBody>
          <a:bodyPr/>
          <a:lstStyle/>
          <a:p>
            <a:r>
              <a:rPr lang="en-US" dirty="0"/>
              <a:t>Section Name</a:t>
            </a:r>
          </a:p>
        </p:txBody>
      </p:sp>
      <p:sp>
        <p:nvSpPr>
          <p:cNvPr id="6" name="Text Placeholder 5">
            <a:extLst>
              <a:ext uri="{FF2B5EF4-FFF2-40B4-BE49-F238E27FC236}">
                <a16:creationId xmlns:a16="http://schemas.microsoft.com/office/drawing/2014/main" id="{C4EF809F-71E6-CC45-A308-428585920A98}"/>
              </a:ext>
            </a:extLst>
          </p:cNvPr>
          <p:cNvSpPr>
            <a:spLocks noGrp="1"/>
          </p:cNvSpPr>
          <p:nvPr>
            <p:ph type="body" sz="quarter" idx="18"/>
          </p:nvPr>
        </p:nvSpPr>
        <p:spPr/>
        <p:txBody>
          <a:bodyPr/>
          <a:lstStyle/>
          <a:p>
            <a:r>
              <a:rPr lang="en-US" dirty="0"/>
              <a:t>Revenue</a:t>
            </a:r>
          </a:p>
        </p:txBody>
      </p:sp>
      <p:sp>
        <p:nvSpPr>
          <p:cNvPr id="8" name="Text Placeholder 7">
            <a:extLst>
              <a:ext uri="{FF2B5EF4-FFF2-40B4-BE49-F238E27FC236}">
                <a16:creationId xmlns:a16="http://schemas.microsoft.com/office/drawing/2014/main" id="{E13FA893-FCA5-F446-B16A-B6EA32E66FE7}"/>
              </a:ext>
            </a:extLst>
          </p:cNvPr>
          <p:cNvSpPr>
            <a:spLocks noGrp="1"/>
          </p:cNvSpPr>
          <p:nvPr>
            <p:ph type="body" sz="quarter" idx="19"/>
          </p:nvPr>
        </p:nvSpPr>
        <p:spPr/>
        <p:txBody>
          <a:bodyPr/>
          <a:lstStyle/>
          <a:p>
            <a:r>
              <a:rPr lang="en-US" dirty="0"/>
              <a:t>Adj. EBIT</a:t>
            </a:r>
          </a:p>
        </p:txBody>
      </p:sp>
      <p:sp>
        <p:nvSpPr>
          <p:cNvPr id="10" name="Text Placeholder 9">
            <a:extLst>
              <a:ext uri="{FF2B5EF4-FFF2-40B4-BE49-F238E27FC236}">
                <a16:creationId xmlns:a16="http://schemas.microsoft.com/office/drawing/2014/main" id="{6623B70C-3382-5840-996B-20F601C2F9E3}"/>
              </a:ext>
            </a:extLst>
          </p:cNvPr>
          <p:cNvSpPr>
            <a:spLocks noGrp="1"/>
          </p:cNvSpPr>
          <p:nvPr>
            <p:ph type="body" sz="quarter" idx="20"/>
          </p:nvPr>
        </p:nvSpPr>
        <p:spPr/>
        <p:txBody>
          <a:bodyPr/>
          <a:lstStyle/>
          <a:p>
            <a:r>
              <a:rPr lang="en-US" dirty="0"/>
              <a:t>Adj. EBIT Margin</a:t>
            </a:r>
          </a:p>
        </p:txBody>
      </p:sp>
      <p:sp>
        <p:nvSpPr>
          <p:cNvPr id="11" name="Text Placeholder 10">
            <a:extLst>
              <a:ext uri="{FF2B5EF4-FFF2-40B4-BE49-F238E27FC236}">
                <a16:creationId xmlns:a16="http://schemas.microsoft.com/office/drawing/2014/main" id="{C8AF9C1A-CF30-9C48-9A3E-962455084317}"/>
              </a:ext>
            </a:extLst>
          </p:cNvPr>
          <p:cNvSpPr>
            <a:spLocks noGrp="1"/>
          </p:cNvSpPr>
          <p:nvPr>
            <p:ph type="body" sz="quarter" idx="21"/>
          </p:nvPr>
        </p:nvSpPr>
        <p:spPr/>
        <p:txBody>
          <a:bodyPr/>
          <a:lstStyle/>
          <a:p>
            <a:r>
              <a:rPr lang="en-US" dirty="0"/>
              <a:t>Adj. FCF</a:t>
            </a:r>
          </a:p>
        </p:txBody>
      </p:sp>
      <p:sp>
        <p:nvSpPr>
          <p:cNvPr id="12" name="Text Placeholder 11">
            <a:extLst>
              <a:ext uri="{FF2B5EF4-FFF2-40B4-BE49-F238E27FC236}">
                <a16:creationId xmlns:a16="http://schemas.microsoft.com/office/drawing/2014/main" id="{77FED48A-C0CA-A848-8ED6-F9D0D54B26E7}"/>
              </a:ext>
            </a:extLst>
          </p:cNvPr>
          <p:cNvSpPr>
            <a:spLocks noGrp="1"/>
          </p:cNvSpPr>
          <p:nvPr>
            <p:ph type="body" sz="quarter" idx="22"/>
          </p:nvPr>
        </p:nvSpPr>
        <p:spPr/>
        <p:txBody>
          <a:bodyPr/>
          <a:lstStyle/>
          <a:p>
            <a:r>
              <a:rPr lang="en-US" dirty="0"/>
              <a:t>Adj. EPS</a:t>
            </a:r>
          </a:p>
        </p:txBody>
      </p:sp>
      <p:sp>
        <p:nvSpPr>
          <p:cNvPr id="13" name="Text Placeholder 12">
            <a:extLst>
              <a:ext uri="{FF2B5EF4-FFF2-40B4-BE49-F238E27FC236}">
                <a16:creationId xmlns:a16="http://schemas.microsoft.com/office/drawing/2014/main" id="{F526D16A-B94D-5B49-87B6-49A2BC9F33D7}"/>
              </a:ext>
            </a:extLst>
          </p:cNvPr>
          <p:cNvSpPr>
            <a:spLocks noGrp="1"/>
          </p:cNvSpPr>
          <p:nvPr>
            <p:ph type="body" sz="quarter" idx="23"/>
          </p:nvPr>
        </p:nvSpPr>
        <p:spPr/>
        <p:txBody>
          <a:bodyPr/>
          <a:lstStyle/>
          <a:p>
            <a:r>
              <a:rPr lang="en-US" dirty="0"/>
              <a:t>$XXB</a:t>
            </a:r>
          </a:p>
        </p:txBody>
      </p:sp>
      <p:sp>
        <p:nvSpPr>
          <p:cNvPr id="15" name="Text Placeholder 14">
            <a:extLst>
              <a:ext uri="{FF2B5EF4-FFF2-40B4-BE49-F238E27FC236}">
                <a16:creationId xmlns:a16="http://schemas.microsoft.com/office/drawing/2014/main" id="{0788ABBB-585E-1F4C-B2AB-BDD730DDCA7C}"/>
              </a:ext>
            </a:extLst>
          </p:cNvPr>
          <p:cNvSpPr>
            <a:spLocks noGrp="1"/>
          </p:cNvSpPr>
          <p:nvPr>
            <p:ph type="body" sz="quarter" idx="25"/>
          </p:nvPr>
        </p:nvSpPr>
        <p:spPr/>
        <p:txBody>
          <a:bodyPr/>
          <a:lstStyle/>
          <a:p>
            <a:r>
              <a:rPr lang="en-US" dirty="0"/>
              <a:t>$XXB</a:t>
            </a:r>
          </a:p>
        </p:txBody>
      </p:sp>
      <p:sp>
        <p:nvSpPr>
          <p:cNvPr id="18" name="Text Placeholder 17">
            <a:extLst>
              <a:ext uri="{FF2B5EF4-FFF2-40B4-BE49-F238E27FC236}">
                <a16:creationId xmlns:a16="http://schemas.microsoft.com/office/drawing/2014/main" id="{52E48606-5E86-FB4E-9C8C-215E7057EE33}"/>
              </a:ext>
            </a:extLst>
          </p:cNvPr>
          <p:cNvSpPr>
            <a:spLocks noGrp="1"/>
          </p:cNvSpPr>
          <p:nvPr>
            <p:ph type="body" sz="quarter" idx="26"/>
          </p:nvPr>
        </p:nvSpPr>
        <p:spPr/>
        <p:txBody>
          <a:bodyPr/>
          <a:lstStyle/>
          <a:p>
            <a:r>
              <a:rPr lang="en-US" dirty="0"/>
              <a:t>$XXB</a:t>
            </a:r>
          </a:p>
        </p:txBody>
      </p:sp>
      <p:sp>
        <p:nvSpPr>
          <p:cNvPr id="20" name="Text Placeholder 19">
            <a:extLst>
              <a:ext uri="{FF2B5EF4-FFF2-40B4-BE49-F238E27FC236}">
                <a16:creationId xmlns:a16="http://schemas.microsoft.com/office/drawing/2014/main" id="{C9B39B72-D0FA-C54F-9EEE-8C8CE49FD73C}"/>
              </a:ext>
            </a:extLst>
          </p:cNvPr>
          <p:cNvSpPr>
            <a:spLocks noGrp="1"/>
          </p:cNvSpPr>
          <p:nvPr>
            <p:ph type="body" sz="quarter" idx="27"/>
          </p:nvPr>
        </p:nvSpPr>
        <p:spPr/>
        <p:txBody>
          <a:bodyPr/>
          <a:lstStyle/>
          <a:p>
            <a:r>
              <a:rPr lang="en-US" dirty="0"/>
              <a:t>$XXB</a:t>
            </a:r>
          </a:p>
        </p:txBody>
      </p:sp>
      <p:sp>
        <p:nvSpPr>
          <p:cNvPr id="25" name="Text Placeholder 24">
            <a:extLst>
              <a:ext uri="{FF2B5EF4-FFF2-40B4-BE49-F238E27FC236}">
                <a16:creationId xmlns:a16="http://schemas.microsoft.com/office/drawing/2014/main" id="{93E1C29A-3CE5-E744-A52E-02E7F6E27C0B}"/>
              </a:ext>
            </a:extLst>
          </p:cNvPr>
          <p:cNvSpPr>
            <a:spLocks noGrp="1"/>
          </p:cNvSpPr>
          <p:nvPr>
            <p:ph type="body" sz="quarter" idx="28"/>
          </p:nvPr>
        </p:nvSpPr>
        <p:spPr/>
        <p:txBody>
          <a:bodyPr/>
          <a:lstStyle/>
          <a:p>
            <a:r>
              <a:rPr lang="en-US" dirty="0"/>
              <a:t>$XXB</a:t>
            </a:r>
          </a:p>
        </p:txBody>
      </p:sp>
      <p:sp>
        <p:nvSpPr>
          <p:cNvPr id="30" name="Text Placeholder 29">
            <a:extLst>
              <a:ext uri="{FF2B5EF4-FFF2-40B4-BE49-F238E27FC236}">
                <a16:creationId xmlns:a16="http://schemas.microsoft.com/office/drawing/2014/main" id="{DF64958C-A21F-1846-A36C-C9E62271202E}"/>
              </a:ext>
            </a:extLst>
          </p:cNvPr>
          <p:cNvSpPr>
            <a:spLocks noGrp="1"/>
          </p:cNvSpPr>
          <p:nvPr>
            <p:ph type="body" sz="quarter" idx="29"/>
          </p:nvPr>
        </p:nvSpPr>
        <p:spPr/>
        <p:txBody>
          <a:bodyPr/>
          <a:lstStyle/>
          <a:p>
            <a:r>
              <a:rPr lang="en-US" dirty="0"/>
              <a:t>$XXB</a:t>
            </a:r>
          </a:p>
        </p:txBody>
      </p:sp>
      <p:sp>
        <p:nvSpPr>
          <p:cNvPr id="35" name="Text Placeholder 34">
            <a:extLst>
              <a:ext uri="{FF2B5EF4-FFF2-40B4-BE49-F238E27FC236}">
                <a16:creationId xmlns:a16="http://schemas.microsoft.com/office/drawing/2014/main" id="{E2355CA6-6215-2644-870A-ED15D7981E8B}"/>
              </a:ext>
            </a:extLst>
          </p:cNvPr>
          <p:cNvSpPr>
            <a:spLocks noGrp="1"/>
          </p:cNvSpPr>
          <p:nvPr>
            <p:ph type="body" sz="quarter" idx="30"/>
          </p:nvPr>
        </p:nvSpPr>
        <p:spPr/>
        <p:txBody>
          <a:bodyPr/>
          <a:lstStyle/>
          <a:p>
            <a:r>
              <a:rPr lang="en-US" dirty="0"/>
              <a:t>$XXB</a:t>
            </a:r>
          </a:p>
        </p:txBody>
      </p:sp>
      <p:sp>
        <p:nvSpPr>
          <p:cNvPr id="40" name="Text Placeholder 39">
            <a:extLst>
              <a:ext uri="{FF2B5EF4-FFF2-40B4-BE49-F238E27FC236}">
                <a16:creationId xmlns:a16="http://schemas.microsoft.com/office/drawing/2014/main" id="{9B0EEE97-B3A9-F54F-8D4B-883CA92A0D8C}"/>
              </a:ext>
            </a:extLst>
          </p:cNvPr>
          <p:cNvSpPr>
            <a:spLocks noGrp="1"/>
          </p:cNvSpPr>
          <p:nvPr>
            <p:ph type="body" sz="quarter" idx="31"/>
          </p:nvPr>
        </p:nvSpPr>
        <p:spPr/>
        <p:txBody>
          <a:bodyPr/>
          <a:lstStyle/>
          <a:p>
            <a:r>
              <a:rPr lang="en-US" dirty="0"/>
              <a:t>$XXB</a:t>
            </a:r>
          </a:p>
        </p:txBody>
      </p:sp>
      <p:sp>
        <p:nvSpPr>
          <p:cNvPr id="41" name="Text Placeholder 40">
            <a:extLst>
              <a:ext uri="{FF2B5EF4-FFF2-40B4-BE49-F238E27FC236}">
                <a16:creationId xmlns:a16="http://schemas.microsoft.com/office/drawing/2014/main" id="{89E1B957-8BEF-554A-AC82-EDBEF519BBF7}"/>
              </a:ext>
            </a:extLst>
          </p:cNvPr>
          <p:cNvSpPr>
            <a:spLocks noGrp="1"/>
          </p:cNvSpPr>
          <p:nvPr>
            <p:ph type="body" sz="quarter" idx="32"/>
          </p:nvPr>
        </p:nvSpPr>
        <p:spPr/>
        <p:txBody>
          <a:bodyPr/>
          <a:lstStyle/>
          <a:p>
            <a:r>
              <a:rPr lang="en-US" dirty="0"/>
              <a:t>$XXB</a:t>
            </a:r>
          </a:p>
        </p:txBody>
      </p:sp>
      <p:sp>
        <p:nvSpPr>
          <p:cNvPr id="49" name="Text Placeholder 48">
            <a:extLst>
              <a:ext uri="{FF2B5EF4-FFF2-40B4-BE49-F238E27FC236}">
                <a16:creationId xmlns:a16="http://schemas.microsoft.com/office/drawing/2014/main" id="{DB0F8214-EAAA-6841-9F6A-05F9D34E673F}"/>
              </a:ext>
            </a:extLst>
          </p:cNvPr>
          <p:cNvSpPr>
            <a:spLocks noGrp="1"/>
          </p:cNvSpPr>
          <p:nvPr>
            <p:ph type="body" sz="quarter" idx="34"/>
          </p:nvPr>
        </p:nvSpPr>
        <p:spPr/>
        <p:txBody>
          <a:bodyPr/>
          <a:lstStyle/>
          <a:p>
            <a:r>
              <a:rPr lang="en-US" dirty="0"/>
              <a:t>$XXB</a:t>
            </a:r>
          </a:p>
        </p:txBody>
      </p:sp>
      <p:sp>
        <p:nvSpPr>
          <p:cNvPr id="66" name="Text Placeholder 65">
            <a:extLst>
              <a:ext uri="{FF2B5EF4-FFF2-40B4-BE49-F238E27FC236}">
                <a16:creationId xmlns:a16="http://schemas.microsoft.com/office/drawing/2014/main" id="{7C543E34-6D12-0D4C-8037-FA04DF2A3D5D}"/>
              </a:ext>
            </a:extLst>
          </p:cNvPr>
          <p:cNvSpPr>
            <a:spLocks noGrp="1"/>
          </p:cNvSpPr>
          <p:nvPr>
            <p:ph type="body" sz="quarter" idx="35"/>
          </p:nvPr>
        </p:nvSpPr>
        <p:spPr/>
        <p:txBody>
          <a:bodyPr/>
          <a:lstStyle/>
          <a:p>
            <a:r>
              <a:rPr lang="en-US" dirty="0"/>
              <a:t>$XXB</a:t>
            </a:r>
          </a:p>
        </p:txBody>
      </p:sp>
      <p:sp>
        <p:nvSpPr>
          <p:cNvPr id="67" name="Text Placeholder 66">
            <a:extLst>
              <a:ext uri="{FF2B5EF4-FFF2-40B4-BE49-F238E27FC236}">
                <a16:creationId xmlns:a16="http://schemas.microsoft.com/office/drawing/2014/main" id="{1A41CEB6-D658-2D45-B177-657A2B7F2A87}"/>
              </a:ext>
            </a:extLst>
          </p:cNvPr>
          <p:cNvSpPr>
            <a:spLocks noGrp="1"/>
          </p:cNvSpPr>
          <p:nvPr>
            <p:ph type="body" sz="quarter" idx="36"/>
          </p:nvPr>
        </p:nvSpPr>
        <p:spPr/>
        <p:txBody>
          <a:bodyPr/>
          <a:lstStyle/>
          <a:p>
            <a:r>
              <a:rPr lang="en-US" dirty="0"/>
              <a:t>$XXB</a:t>
            </a:r>
          </a:p>
        </p:txBody>
      </p:sp>
      <p:sp>
        <p:nvSpPr>
          <p:cNvPr id="68" name="Text Placeholder 67">
            <a:extLst>
              <a:ext uri="{FF2B5EF4-FFF2-40B4-BE49-F238E27FC236}">
                <a16:creationId xmlns:a16="http://schemas.microsoft.com/office/drawing/2014/main" id="{A724086F-4C45-F74F-92D4-A2E0F2CAD287}"/>
              </a:ext>
            </a:extLst>
          </p:cNvPr>
          <p:cNvSpPr>
            <a:spLocks noGrp="1"/>
          </p:cNvSpPr>
          <p:nvPr>
            <p:ph type="body" sz="quarter" idx="37"/>
          </p:nvPr>
        </p:nvSpPr>
        <p:spPr/>
        <p:txBody>
          <a:bodyPr/>
          <a:lstStyle/>
          <a:p>
            <a:r>
              <a:rPr lang="en-US" dirty="0"/>
              <a:t>$XXB</a:t>
            </a:r>
          </a:p>
        </p:txBody>
      </p:sp>
      <p:sp>
        <p:nvSpPr>
          <p:cNvPr id="69" name="Text Placeholder 68">
            <a:extLst>
              <a:ext uri="{FF2B5EF4-FFF2-40B4-BE49-F238E27FC236}">
                <a16:creationId xmlns:a16="http://schemas.microsoft.com/office/drawing/2014/main" id="{E6C112E6-8397-CB4D-B133-33345C6791AD}"/>
              </a:ext>
            </a:extLst>
          </p:cNvPr>
          <p:cNvSpPr>
            <a:spLocks noGrp="1"/>
          </p:cNvSpPr>
          <p:nvPr>
            <p:ph type="body" sz="quarter" idx="38"/>
          </p:nvPr>
        </p:nvSpPr>
        <p:spPr/>
        <p:txBody>
          <a:bodyPr/>
          <a:lstStyle/>
          <a:p>
            <a:r>
              <a:rPr lang="en-US" dirty="0"/>
              <a:t>$XXB</a:t>
            </a:r>
          </a:p>
        </p:txBody>
      </p:sp>
      <p:sp>
        <p:nvSpPr>
          <p:cNvPr id="70" name="Text Placeholder 69">
            <a:extLst>
              <a:ext uri="{FF2B5EF4-FFF2-40B4-BE49-F238E27FC236}">
                <a16:creationId xmlns:a16="http://schemas.microsoft.com/office/drawing/2014/main" id="{6EE00A06-ED55-E141-9849-6B4ABD76BF4F}"/>
              </a:ext>
            </a:extLst>
          </p:cNvPr>
          <p:cNvSpPr>
            <a:spLocks noGrp="1"/>
          </p:cNvSpPr>
          <p:nvPr>
            <p:ph type="body" sz="quarter" idx="39"/>
          </p:nvPr>
        </p:nvSpPr>
        <p:spPr/>
        <p:txBody>
          <a:bodyPr/>
          <a:lstStyle/>
          <a:p>
            <a:r>
              <a:rPr lang="en-US" dirty="0"/>
              <a:t>$XXB</a:t>
            </a:r>
          </a:p>
        </p:txBody>
      </p:sp>
      <p:sp>
        <p:nvSpPr>
          <p:cNvPr id="71" name="Text Placeholder 70">
            <a:extLst>
              <a:ext uri="{FF2B5EF4-FFF2-40B4-BE49-F238E27FC236}">
                <a16:creationId xmlns:a16="http://schemas.microsoft.com/office/drawing/2014/main" id="{4552D301-9748-5C49-8A61-DBBE3583AA65}"/>
              </a:ext>
            </a:extLst>
          </p:cNvPr>
          <p:cNvSpPr>
            <a:spLocks noGrp="1"/>
          </p:cNvSpPr>
          <p:nvPr>
            <p:ph type="body" sz="quarter" idx="40"/>
          </p:nvPr>
        </p:nvSpPr>
        <p:spPr/>
        <p:txBody>
          <a:bodyPr/>
          <a:lstStyle/>
          <a:p>
            <a:r>
              <a:rPr lang="en-US" dirty="0"/>
              <a:t>$XXB</a:t>
            </a:r>
          </a:p>
        </p:txBody>
      </p:sp>
      <p:sp>
        <p:nvSpPr>
          <p:cNvPr id="72" name="Text Placeholder 71">
            <a:extLst>
              <a:ext uri="{FF2B5EF4-FFF2-40B4-BE49-F238E27FC236}">
                <a16:creationId xmlns:a16="http://schemas.microsoft.com/office/drawing/2014/main" id="{0DC394C2-5275-3E42-96B8-15EB5D4F687C}"/>
              </a:ext>
            </a:extLst>
          </p:cNvPr>
          <p:cNvSpPr>
            <a:spLocks noGrp="1"/>
          </p:cNvSpPr>
          <p:nvPr>
            <p:ph type="body" sz="quarter" idx="41"/>
          </p:nvPr>
        </p:nvSpPr>
        <p:spPr/>
        <p:txBody>
          <a:bodyPr/>
          <a:lstStyle/>
          <a:p>
            <a:r>
              <a:rPr lang="en-US" dirty="0"/>
              <a:t>$XXB</a:t>
            </a:r>
          </a:p>
        </p:txBody>
      </p:sp>
      <p:sp>
        <p:nvSpPr>
          <p:cNvPr id="73" name="Text Placeholder 72">
            <a:extLst>
              <a:ext uri="{FF2B5EF4-FFF2-40B4-BE49-F238E27FC236}">
                <a16:creationId xmlns:a16="http://schemas.microsoft.com/office/drawing/2014/main" id="{6E06E660-47C2-B042-B718-17DC5616D383}"/>
              </a:ext>
            </a:extLst>
          </p:cNvPr>
          <p:cNvSpPr>
            <a:spLocks noGrp="1"/>
          </p:cNvSpPr>
          <p:nvPr>
            <p:ph type="body" sz="quarter" idx="42"/>
          </p:nvPr>
        </p:nvSpPr>
        <p:spPr/>
        <p:txBody>
          <a:bodyPr/>
          <a:lstStyle/>
          <a:p>
            <a:r>
              <a:rPr lang="en-US" dirty="0"/>
              <a:t>$XXB</a:t>
            </a:r>
          </a:p>
        </p:txBody>
      </p:sp>
      <p:sp>
        <p:nvSpPr>
          <p:cNvPr id="74" name="Text Placeholder 73">
            <a:extLst>
              <a:ext uri="{FF2B5EF4-FFF2-40B4-BE49-F238E27FC236}">
                <a16:creationId xmlns:a16="http://schemas.microsoft.com/office/drawing/2014/main" id="{67FB05DC-7EE6-2A4B-B8C4-21A6F4835D78}"/>
              </a:ext>
            </a:extLst>
          </p:cNvPr>
          <p:cNvSpPr>
            <a:spLocks noGrp="1"/>
          </p:cNvSpPr>
          <p:nvPr>
            <p:ph type="body" sz="quarter" idx="43"/>
          </p:nvPr>
        </p:nvSpPr>
        <p:spPr/>
        <p:txBody>
          <a:bodyPr/>
          <a:lstStyle/>
          <a:p>
            <a:r>
              <a:rPr lang="en-US" dirty="0"/>
              <a:t>$XXB</a:t>
            </a:r>
          </a:p>
        </p:txBody>
      </p:sp>
      <p:sp>
        <p:nvSpPr>
          <p:cNvPr id="17" name="Text Placeholder 16">
            <a:extLst>
              <a:ext uri="{FF2B5EF4-FFF2-40B4-BE49-F238E27FC236}">
                <a16:creationId xmlns:a16="http://schemas.microsoft.com/office/drawing/2014/main" id="{A07FD70D-6416-1CE9-026C-0FCB65820567}"/>
              </a:ext>
            </a:extLst>
          </p:cNvPr>
          <p:cNvSpPr>
            <a:spLocks noGrp="1"/>
          </p:cNvSpPr>
          <p:nvPr>
            <p:ph type="body" sz="quarter" idx="33"/>
          </p:nvPr>
        </p:nvSpPr>
        <p:spPr/>
        <p:txBody>
          <a:bodyPr/>
          <a:lstStyle/>
          <a:p>
            <a:r>
              <a:rPr lang="en-US" dirty="0"/>
              <a:t>FULL YEAR</a:t>
            </a:r>
          </a:p>
        </p:txBody>
      </p:sp>
      <p:sp>
        <p:nvSpPr>
          <p:cNvPr id="51" name="Up Arrow 50">
            <a:extLst>
              <a:ext uri="{FF2B5EF4-FFF2-40B4-BE49-F238E27FC236}">
                <a16:creationId xmlns:a16="http://schemas.microsoft.com/office/drawing/2014/main" id="{10B6AF41-23F1-3C4C-AED2-D13098471EFF}"/>
              </a:ext>
            </a:extLst>
          </p:cNvPr>
          <p:cNvSpPr/>
          <p:nvPr/>
        </p:nvSpPr>
        <p:spPr>
          <a:xfrm>
            <a:off x="367123" y="5522919"/>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highlight>
                <a:srgbClr val="1700F4"/>
              </a:highlight>
            </a:endParaRPr>
          </a:p>
        </p:txBody>
      </p:sp>
      <p:sp>
        <p:nvSpPr>
          <p:cNvPr id="53" name="Up Arrow 52">
            <a:extLst>
              <a:ext uri="{FF2B5EF4-FFF2-40B4-BE49-F238E27FC236}">
                <a16:creationId xmlns:a16="http://schemas.microsoft.com/office/drawing/2014/main" id="{9B913D03-181B-8349-BF47-05AD973FAB7B}"/>
              </a:ext>
            </a:extLst>
          </p:cNvPr>
          <p:cNvSpPr/>
          <p:nvPr/>
        </p:nvSpPr>
        <p:spPr>
          <a:xfrm>
            <a:off x="2761539" y="5522919"/>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highlight>
                <a:srgbClr val="1700F4"/>
              </a:highlight>
            </a:endParaRPr>
          </a:p>
        </p:txBody>
      </p:sp>
      <p:sp>
        <p:nvSpPr>
          <p:cNvPr id="55" name="Up Arrow 54">
            <a:extLst>
              <a:ext uri="{FF2B5EF4-FFF2-40B4-BE49-F238E27FC236}">
                <a16:creationId xmlns:a16="http://schemas.microsoft.com/office/drawing/2014/main" id="{03A1BDE9-1FC7-5442-A298-94869DFAAFF4}"/>
              </a:ext>
            </a:extLst>
          </p:cNvPr>
          <p:cNvSpPr/>
          <p:nvPr/>
        </p:nvSpPr>
        <p:spPr>
          <a:xfrm>
            <a:off x="5197740" y="5522919"/>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highlight>
                <a:srgbClr val="1700F4"/>
              </a:highlight>
            </a:endParaRPr>
          </a:p>
        </p:txBody>
      </p:sp>
      <p:sp>
        <p:nvSpPr>
          <p:cNvPr id="57" name="Up Arrow 56">
            <a:extLst>
              <a:ext uri="{FF2B5EF4-FFF2-40B4-BE49-F238E27FC236}">
                <a16:creationId xmlns:a16="http://schemas.microsoft.com/office/drawing/2014/main" id="{DA630317-EBB9-B843-A26F-9B01F6F8128F}"/>
              </a:ext>
            </a:extLst>
          </p:cNvPr>
          <p:cNvSpPr/>
          <p:nvPr/>
        </p:nvSpPr>
        <p:spPr>
          <a:xfrm>
            <a:off x="7581816" y="5522919"/>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highlight>
                <a:srgbClr val="1700F4"/>
              </a:highlight>
            </a:endParaRPr>
          </a:p>
        </p:txBody>
      </p:sp>
      <p:sp>
        <p:nvSpPr>
          <p:cNvPr id="59" name="Up Arrow 58">
            <a:extLst>
              <a:ext uri="{FF2B5EF4-FFF2-40B4-BE49-F238E27FC236}">
                <a16:creationId xmlns:a16="http://schemas.microsoft.com/office/drawing/2014/main" id="{966795E0-CB00-B045-B64C-A9D5BCC16A09}"/>
              </a:ext>
            </a:extLst>
          </p:cNvPr>
          <p:cNvSpPr/>
          <p:nvPr/>
        </p:nvSpPr>
        <p:spPr>
          <a:xfrm>
            <a:off x="10066784" y="5522919"/>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highlight>
                <a:srgbClr val="1700F4"/>
              </a:highlight>
            </a:endParaRPr>
          </a:p>
        </p:txBody>
      </p:sp>
      <p:sp>
        <p:nvSpPr>
          <p:cNvPr id="75" name="Up Arrow 74">
            <a:extLst>
              <a:ext uri="{FF2B5EF4-FFF2-40B4-BE49-F238E27FC236}">
                <a16:creationId xmlns:a16="http://schemas.microsoft.com/office/drawing/2014/main" id="{C9F77339-FBDA-F045-B0E6-AAF7B6650F15}"/>
              </a:ext>
            </a:extLst>
          </p:cNvPr>
          <p:cNvSpPr/>
          <p:nvPr/>
        </p:nvSpPr>
        <p:spPr>
          <a:xfrm>
            <a:off x="311013" y="3146891"/>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a:solidFill>
                <a:schemeClr val="tx1"/>
              </a:solidFill>
              <a:highlight>
                <a:srgbClr val="1700F4"/>
              </a:highlight>
            </a:endParaRPr>
          </a:p>
        </p:txBody>
      </p:sp>
      <p:sp>
        <p:nvSpPr>
          <p:cNvPr id="76" name="Up Arrow 75">
            <a:extLst>
              <a:ext uri="{FF2B5EF4-FFF2-40B4-BE49-F238E27FC236}">
                <a16:creationId xmlns:a16="http://schemas.microsoft.com/office/drawing/2014/main" id="{4746968A-7744-3747-A9DA-F8071A30F17B}"/>
              </a:ext>
            </a:extLst>
          </p:cNvPr>
          <p:cNvSpPr/>
          <p:nvPr/>
        </p:nvSpPr>
        <p:spPr>
          <a:xfrm>
            <a:off x="2721913" y="3146891"/>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a:solidFill>
                <a:schemeClr val="tx1"/>
              </a:solidFill>
              <a:highlight>
                <a:srgbClr val="1700F4"/>
              </a:highlight>
            </a:endParaRPr>
          </a:p>
        </p:txBody>
      </p:sp>
      <p:sp>
        <p:nvSpPr>
          <p:cNvPr id="77" name="Up Arrow 76">
            <a:extLst>
              <a:ext uri="{FF2B5EF4-FFF2-40B4-BE49-F238E27FC236}">
                <a16:creationId xmlns:a16="http://schemas.microsoft.com/office/drawing/2014/main" id="{6EBA2937-A1D7-B042-9557-C5A656ACFB41}"/>
              </a:ext>
            </a:extLst>
          </p:cNvPr>
          <p:cNvSpPr/>
          <p:nvPr/>
        </p:nvSpPr>
        <p:spPr>
          <a:xfrm>
            <a:off x="5148814" y="3146891"/>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a:solidFill>
                <a:schemeClr val="tx1"/>
              </a:solidFill>
              <a:highlight>
                <a:srgbClr val="1700F4"/>
              </a:highlight>
            </a:endParaRPr>
          </a:p>
        </p:txBody>
      </p:sp>
      <p:sp>
        <p:nvSpPr>
          <p:cNvPr id="78" name="Up Arrow 77">
            <a:extLst>
              <a:ext uri="{FF2B5EF4-FFF2-40B4-BE49-F238E27FC236}">
                <a16:creationId xmlns:a16="http://schemas.microsoft.com/office/drawing/2014/main" id="{F82CCD7F-F1AB-1040-9F95-A3D2B07EE363}"/>
              </a:ext>
            </a:extLst>
          </p:cNvPr>
          <p:cNvSpPr/>
          <p:nvPr/>
        </p:nvSpPr>
        <p:spPr>
          <a:xfrm>
            <a:off x="7577644" y="3146891"/>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a:solidFill>
                <a:schemeClr val="tx1"/>
              </a:solidFill>
              <a:highlight>
                <a:srgbClr val="1700F4"/>
              </a:highlight>
            </a:endParaRPr>
          </a:p>
        </p:txBody>
      </p:sp>
      <p:sp>
        <p:nvSpPr>
          <p:cNvPr id="79" name="Up Arrow 78">
            <a:extLst>
              <a:ext uri="{FF2B5EF4-FFF2-40B4-BE49-F238E27FC236}">
                <a16:creationId xmlns:a16="http://schemas.microsoft.com/office/drawing/2014/main" id="{4AA13DE9-F96C-E448-A2EE-591D02497933}"/>
              </a:ext>
            </a:extLst>
          </p:cNvPr>
          <p:cNvSpPr/>
          <p:nvPr/>
        </p:nvSpPr>
        <p:spPr>
          <a:xfrm>
            <a:off x="10014674" y="3146891"/>
            <a:ext cx="283485" cy="215725"/>
          </a:xfrm>
          <a:prstGeom prst="upArrow">
            <a:avLst>
              <a:gd name="adj1" fmla="val 39436"/>
              <a:gd name="adj2" fmla="val 600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a:solidFill>
                <a:schemeClr val="tx1"/>
              </a:solidFill>
              <a:highlight>
                <a:srgbClr val="1700F4"/>
              </a:highlight>
            </a:endParaRPr>
          </a:p>
        </p:txBody>
      </p:sp>
      <p:sp>
        <p:nvSpPr>
          <p:cNvPr id="3" name="Slide Number Placeholder 2">
            <a:extLst>
              <a:ext uri="{FF2B5EF4-FFF2-40B4-BE49-F238E27FC236}">
                <a16:creationId xmlns:a16="http://schemas.microsoft.com/office/drawing/2014/main" id="{9D1E46F2-9411-4B6D-9830-A3AC480FD3F3}"/>
              </a:ext>
            </a:extLst>
          </p:cNvPr>
          <p:cNvSpPr>
            <a:spLocks noGrp="1"/>
          </p:cNvSpPr>
          <p:nvPr>
            <p:ph type="sldNum" sz="quarter" idx="4"/>
          </p:nvPr>
        </p:nvSpPr>
        <p:spPr/>
        <p:txBody>
          <a:bodyPr/>
          <a:lstStyle/>
          <a:p>
            <a:fld id="{7196636F-A64E-6C4D-AE26-50A84E19B9C9}" type="slidenum">
              <a:rPr lang="en-US" smtClean="0"/>
              <a:pPr/>
              <a:t>55</a:t>
            </a:fld>
            <a:endParaRPr lang="en-US" dirty="0"/>
          </a:p>
        </p:txBody>
      </p:sp>
    </p:spTree>
    <p:extLst>
      <p:ext uri="{BB962C8B-B14F-4D97-AF65-F5344CB8AC3E}">
        <p14:creationId xmlns:p14="http://schemas.microsoft.com/office/powerpoint/2010/main" val="1448131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Group 265">
            <a:extLst>
              <a:ext uri="{FF2B5EF4-FFF2-40B4-BE49-F238E27FC236}">
                <a16:creationId xmlns:a16="http://schemas.microsoft.com/office/drawing/2014/main" id="{F8454124-8086-2849-BBB8-60AB4475EBBF}"/>
              </a:ext>
            </a:extLst>
          </p:cNvPr>
          <p:cNvGrpSpPr/>
          <p:nvPr/>
        </p:nvGrpSpPr>
        <p:grpSpPr>
          <a:xfrm>
            <a:off x="477079" y="291259"/>
            <a:ext cx="11237842" cy="6188052"/>
            <a:chOff x="430098" y="291259"/>
            <a:chExt cx="11285591" cy="6329150"/>
          </a:xfrm>
        </p:grpSpPr>
        <p:sp>
          <p:nvSpPr>
            <p:cNvPr id="508" name="Freeform 127">
              <a:extLst>
                <a:ext uri="{FF2B5EF4-FFF2-40B4-BE49-F238E27FC236}">
                  <a16:creationId xmlns:a16="http://schemas.microsoft.com/office/drawing/2014/main" id="{E4819AEF-14A7-7A4E-AB78-AC3DBD0B2231}"/>
                </a:ext>
              </a:extLst>
            </p:cNvPr>
            <p:cNvSpPr>
              <a:spLocks/>
            </p:cNvSpPr>
            <p:nvPr/>
          </p:nvSpPr>
          <p:spPr bwMode="auto">
            <a:xfrm>
              <a:off x="11197089" y="5945043"/>
              <a:ext cx="4715" cy="4824"/>
            </a:xfrm>
            <a:custGeom>
              <a:avLst/>
              <a:gdLst>
                <a:gd name="T0" fmla="*/ 0 w 2"/>
                <a:gd name="T1" fmla="*/ 0 h 2"/>
                <a:gd name="T2" fmla="*/ 2 w 2"/>
                <a:gd name="T3" fmla="*/ 2 h 2"/>
                <a:gd name="T4" fmla="*/ 2 w 2"/>
                <a:gd name="T5" fmla="*/ 2 h 2"/>
                <a:gd name="T6" fmla="*/ 2 w 2"/>
                <a:gd name="T7" fmla="*/ 2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2"/>
                  </a:lnTo>
                  <a:lnTo>
                    <a:pt x="2" y="2"/>
                  </a:lnTo>
                  <a:lnTo>
                    <a:pt x="2" y="2"/>
                  </a:lnTo>
                  <a:lnTo>
                    <a:pt x="0" y="0"/>
                  </a:lnTo>
                  <a:lnTo>
                    <a:pt x="0" y="0"/>
                  </a:lnTo>
                  <a:close/>
                </a:path>
              </a:pathLst>
            </a:custGeom>
            <a:solidFill>
              <a:schemeClr val="bg2"/>
            </a:solid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509" name="Group 508">
              <a:extLst>
                <a:ext uri="{FF2B5EF4-FFF2-40B4-BE49-F238E27FC236}">
                  <a16:creationId xmlns:a16="http://schemas.microsoft.com/office/drawing/2014/main" id="{9EABD82C-8202-5E41-882A-F38111546B32}"/>
                </a:ext>
              </a:extLst>
            </p:cNvPr>
            <p:cNvGrpSpPr/>
            <p:nvPr/>
          </p:nvGrpSpPr>
          <p:grpSpPr>
            <a:xfrm>
              <a:off x="6355248" y="513163"/>
              <a:ext cx="5360441" cy="1997156"/>
              <a:chOff x="6416052" y="1308020"/>
              <a:chExt cx="4449995" cy="1657948"/>
            </a:xfrm>
            <a:solidFill>
              <a:schemeClr val="bg2"/>
            </a:solidFill>
          </p:grpSpPr>
          <p:grpSp>
            <p:nvGrpSpPr>
              <p:cNvPr id="510" name="Group 509">
                <a:extLst>
                  <a:ext uri="{FF2B5EF4-FFF2-40B4-BE49-F238E27FC236}">
                    <a16:creationId xmlns:a16="http://schemas.microsoft.com/office/drawing/2014/main" id="{10F5586D-9657-E740-A63D-02CB86F4B92B}"/>
                  </a:ext>
                </a:extLst>
              </p:cNvPr>
              <p:cNvGrpSpPr/>
              <p:nvPr/>
            </p:nvGrpSpPr>
            <p:grpSpPr>
              <a:xfrm>
                <a:off x="6416052" y="1308020"/>
                <a:ext cx="4449995" cy="1657948"/>
                <a:chOff x="6416052" y="1308020"/>
                <a:chExt cx="4449995" cy="1657948"/>
              </a:xfrm>
              <a:grpFill/>
            </p:grpSpPr>
            <p:sp>
              <p:nvSpPr>
                <p:cNvPr id="512" name="Line 53">
                  <a:extLst>
                    <a:ext uri="{FF2B5EF4-FFF2-40B4-BE49-F238E27FC236}">
                      <a16:creationId xmlns:a16="http://schemas.microsoft.com/office/drawing/2014/main" id="{369257C9-34A4-2745-8B04-30D1DCA5FEE7}"/>
                    </a:ext>
                  </a:extLst>
                </p:cNvPr>
                <p:cNvSpPr>
                  <a:spLocks noChangeShapeType="1"/>
                </p:cNvSpPr>
                <p:nvPr/>
              </p:nvSpPr>
              <p:spPr bwMode="auto">
                <a:xfrm>
                  <a:off x="9241818"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3" name="Line 54">
                  <a:extLst>
                    <a:ext uri="{FF2B5EF4-FFF2-40B4-BE49-F238E27FC236}">
                      <a16:creationId xmlns:a16="http://schemas.microsoft.com/office/drawing/2014/main" id="{6835C31E-1F57-D246-A85F-F62E7D56B068}"/>
                    </a:ext>
                  </a:extLst>
                </p:cNvPr>
                <p:cNvSpPr>
                  <a:spLocks noChangeShapeType="1"/>
                </p:cNvSpPr>
                <p:nvPr/>
              </p:nvSpPr>
              <p:spPr bwMode="auto">
                <a:xfrm>
                  <a:off x="9241818"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4" name="Line 55">
                  <a:extLst>
                    <a:ext uri="{FF2B5EF4-FFF2-40B4-BE49-F238E27FC236}">
                      <a16:creationId xmlns:a16="http://schemas.microsoft.com/office/drawing/2014/main" id="{E8A3993E-9010-EC4D-9740-0CCE23416A24}"/>
                    </a:ext>
                  </a:extLst>
                </p:cNvPr>
                <p:cNvSpPr>
                  <a:spLocks noChangeShapeType="1"/>
                </p:cNvSpPr>
                <p:nvPr/>
              </p:nvSpPr>
              <p:spPr bwMode="auto">
                <a:xfrm>
                  <a:off x="9253561"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5" name="Line 56">
                  <a:extLst>
                    <a:ext uri="{FF2B5EF4-FFF2-40B4-BE49-F238E27FC236}">
                      <a16:creationId xmlns:a16="http://schemas.microsoft.com/office/drawing/2014/main" id="{4812891D-BCDA-3445-B02B-861BB576CD1C}"/>
                    </a:ext>
                  </a:extLst>
                </p:cNvPr>
                <p:cNvSpPr>
                  <a:spLocks noChangeShapeType="1"/>
                </p:cNvSpPr>
                <p:nvPr/>
              </p:nvSpPr>
              <p:spPr bwMode="auto">
                <a:xfrm>
                  <a:off x="9253561"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6" name="Line 57">
                  <a:extLst>
                    <a:ext uri="{FF2B5EF4-FFF2-40B4-BE49-F238E27FC236}">
                      <a16:creationId xmlns:a16="http://schemas.microsoft.com/office/drawing/2014/main" id="{BC6D5764-4280-634B-B033-6DC0B96D5E00}"/>
                    </a:ext>
                  </a:extLst>
                </p:cNvPr>
                <p:cNvSpPr>
                  <a:spLocks noChangeShapeType="1"/>
                </p:cNvSpPr>
                <p:nvPr/>
              </p:nvSpPr>
              <p:spPr bwMode="auto">
                <a:xfrm>
                  <a:off x="9245732"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7" name="Line 58">
                  <a:extLst>
                    <a:ext uri="{FF2B5EF4-FFF2-40B4-BE49-F238E27FC236}">
                      <a16:creationId xmlns:a16="http://schemas.microsoft.com/office/drawing/2014/main" id="{F64C6570-AB3F-A54E-BD65-06AE2F8A41A4}"/>
                    </a:ext>
                  </a:extLst>
                </p:cNvPr>
                <p:cNvSpPr>
                  <a:spLocks noChangeShapeType="1"/>
                </p:cNvSpPr>
                <p:nvPr/>
              </p:nvSpPr>
              <p:spPr bwMode="auto">
                <a:xfrm>
                  <a:off x="9245732"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8" name="Line 59">
                  <a:extLst>
                    <a:ext uri="{FF2B5EF4-FFF2-40B4-BE49-F238E27FC236}">
                      <a16:creationId xmlns:a16="http://schemas.microsoft.com/office/drawing/2014/main" id="{DDDBE868-C3F0-9842-A81B-0031AE3CE2F4}"/>
                    </a:ext>
                  </a:extLst>
                </p:cNvPr>
                <p:cNvSpPr>
                  <a:spLocks noChangeShapeType="1"/>
                </p:cNvSpPr>
                <p:nvPr/>
              </p:nvSpPr>
              <p:spPr bwMode="auto">
                <a:xfrm>
                  <a:off x="9237905"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9" name="Line 60">
                  <a:extLst>
                    <a:ext uri="{FF2B5EF4-FFF2-40B4-BE49-F238E27FC236}">
                      <a16:creationId xmlns:a16="http://schemas.microsoft.com/office/drawing/2014/main" id="{DEF09F7B-5955-854E-9E87-A9847606F298}"/>
                    </a:ext>
                  </a:extLst>
                </p:cNvPr>
                <p:cNvSpPr>
                  <a:spLocks noChangeShapeType="1"/>
                </p:cNvSpPr>
                <p:nvPr/>
              </p:nvSpPr>
              <p:spPr bwMode="auto">
                <a:xfrm>
                  <a:off x="9237905"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0" name="Line 61">
                  <a:extLst>
                    <a:ext uri="{FF2B5EF4-FFF2-40B4-BE49-F238E27FC236}">
                      <a16:creationId xmlns:a16="http://schemas.microsoft.com/office/drawing/2014/main" id="{8123F439-4860-7B4D-8F8F-AE35F059B8B3}"/>
                    </a:ext>
                  </a:extLst>
                </p:cNvPr>
                <p:cNvSpPr>
                  <a:spLocks noChangeShapeType="1"/>
                </p:cNvSpPr>
                <p:nvPr/>
              </p:nvSpPr>
              <p:spPr bwMode="auto">
                <a:xfrm>
                  <a:off x="9245732"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1" name="Line 62">
                  <a:extLst>
                    <a:ext uri="{FF2B5EF4-FFF2-40B4-BE49-F238E27FC236}">
                      <a16:creationId xmlns:a16="http://schemas.microsoft.com/office/drawing/2014/main" id="{AD24C357-82B0-E84B-866A-7EC3EB32C94B}"/>
                    </a:ext>
                  </a:extLst>
                </p:cNvPr>
                <p:cNvSpPr>
                  <a:spLocks noChangeShapeType="1"/>
                </p:cNvSpPr>
                <p:nvPr/>
              </p:nvSpPr>
              <p:spPr bwMode="auto">
                <a:xfrm>
                  <a:off x="9245732"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2" name="Line 63">
                  <a:extLst>
                    <a:ext uri="{FF2B5EF4-FFF2-40B4-BE49-F238E27FC236}">
                      <a16:creationId xmlns:a16="http://schemas.microsoft.com/office/drawing/2014/main" id="{5AA2C024-3EA6-6347-A77B-D96B8A975F29}"/>
                    </a:ext>
                  </a:extLst>
                </p:cNvPr>
                <p:cNvSpPr>
                  <a:spLocks noChangeShapeType="1"/>
                </p:cNvSpPr>
                <p:nvPr/>
              </p:nvSpPr>
              <p:spPr bwMode="auto">
                <a:xfrm>
                  <a:off x="9249646" y="1592356"/>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3" name="Line 64">
                  <a:extLst>
                    <a:ext uri="{FF2B5EF4-FFF2-40B4-BE49-F238E27FC236}">
                      <a16:creationId xmlns:a16="http://schemas.microsoft.com/office/drawing/2014/main" id="{5546EEE0-BABE-C345-B22B-F6947DB68BEB}"/>
                    </a:ext>
                  </a:extLst>
                </p:cNvPr>
                <p:cNvSpPr>
                  <a:spLocks noChangeShapeType="1"/>
                </p:cNvSpPr>
                <p:nvPr/>
              </p:nvSpPr>
              <p:spPr bwMode="auto">
                <a:xfrm>
                  <a:off x="9249646" y="1592356"/>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4" name="Line 65">
                  <a:extLst>
                    <a:ext uri="{FF2B5EF4-FFF2-40B4-BE49-F238E27FC236}">
                      <a16:creationId xmlns:a16="http://schemas.microsoft.com/office/drawing/2014/main" id="{D6B85800-F55D-0C40-942D-F5C55ADFE672}"/>
                    </a:ext>
                  </a:extLst>
                </p:cNvPr>
                <p:cNvSpPr>
                  <a:spLocks noChangeShapeType="1"/>
                </p:cNvSpPr>
                <p:nvPr/>
              </p:nvSpPr>
              <p:spPr bwMode="auto">
                <a:xfrm>
                  <a:off x="9233991" y="156031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5" name="Line 66">
                  <a:extLst>
                    <a:ext uri="{FF2B5EF4-FFF2-40B4-BE49-F238E27FC236}">
                      <a16:creationId xmlns:a16="http://schemas.microsoft.com/office/drawing/2014/main" id="{C22D365C-40E2-0249-97DF-DDBEFB095DCB}"/>
                    </a:ext>
                  </a:extLst>
                </p:cNvPr>
                <p:cNvSpPr>
                  <a:spLocks noChangeShapeType="1"/>
                </p:cNvSpPr>
                <p:nvPr/>
              </p:nvSpPr>
              <p:spPr bwMode="auto">
                <a:xfrm>
                  <a:off x="9233991" y="156031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6" name="Line 67">
                  <a:extLst>
                    <a:ext uri="{FF2B5EF4-FFF2-40B4-BE49-F238E27FC236}">
                      <a16:creationId xmlns:a16="http://schemas.microsoft.com/office/drawing/2014/main" id="{D572CC91-7DA9-394A-8BD3-923B475EBFB4}"/>
                    </a:ext>
                  </a:extLst>
                </p:cNvPr>
                <p:cNvSpPr>
                  <a:spLocks noChangeShapeType="1"/>
                </p:cNvSpPr>
                <p:nvPr/>
              </p:nvSpPr>
              <p:spPr bwMode="auto">
                <a:xfrm>
                  <a:off x="9222249" y="154830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7" name="Line 68">
                  <a:extLst>
                    <a:ext uri="{FF2B5EF4-FFF2-40B4-BE49-F238E27FC236}">
                      <a16:creationId xmlns:a16="http://schemas.microsoft.com/office/drawing/2014/main" id="{8DF1F178-678C-9444-8EDC-FDF7B19614E2}"/>
                    </a:ext>
                  </a:extLst>
                </p:cNvPr>
                <p:cNvSpPr>
                  <a:spLocks noChangeShapeType="1"/>
                </p:cNvSpPr>
                <p:nvPr/>
              </p:nvSpPr>
              <p:spPr bwMode="auto">
                <a:xfrm>
                  <a:off x="9222249" y="154830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8" name="Line 69">
                  <a:extLst>
                    <a:ext uri="{FF2B5EF4-FFF2-40B4-BE49-F238E27FC236}">
                      <a16:creationId xmlns:a16="http://schemas.microsoft.com/office/drawing/2014/main" id="{E9B03321-EF6C-974F-A3F8-1B0E4F57B3AD}"/>
                    </a:ext>
                  </a:extLst>
                </p:cNvPr>
                <p:cNvSpPr>
                  <a:spLocks noChangeShapeType="1"/>
                </p:cNvSpPr>
                <p:nvPr/>
              </p:nvSpPr>
              <p:spPr bwMode="auto">
                <a:xfrm>
                  <a:off x="9230077" y="155631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9" name="Line 70">
                  <a:extLst>
                    <a:ext uri="{FF2B5EF4-FFF2-40B4-BE49-F238E27FC236}">
                      <a16:creationId xmlns:a16="http://schemas.microsoft.com/office/drawing/2014/main" id="{F2AD5FD0-DF4A-704E-BDB9-3057DF8FB37D}"/>
                    </a:ext>
                  </a:extLst>
                </p:cNvPr>
                <p:cNvSpPr>
                  <a:spLocks noChangeShapeType="1"/>
                </p:cNvSpPr>
                <p:nvPr/>
              </p:nvSpPr>
              <p:spPr bwMode="auto">
                <a:xfrm>
                  <a:off x="9230077" y="155631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0" name="Line 71">
                  <a:extLst>
                    <a:ext uri="{FF2B5EF4-FFF2-40B4-BE49-F238E27FC236}">
                      <a16:creationId xmlns:a16="http://schemas.microsoft.com/office/drawing/2014/main" id="{4C54B3D3-2C24-614C-B495-CC167C3BF1DB}"/>
                    </a:ext>
                  </a:extLst>
                </p:cNvPr>
                <p:cNvSpPr>
                  <a:spLocks noChangeShapeType="1"/>
                </p:cNvSpPr>
                <p:nvPr/>
              </p:nvSpPr>
              <p:spPr bwMode="auto">
                <a:xfrm>
                  <a:off x="9202680" y="160036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1" name="Line 72">
                  <a:extLst>
                    <a:ext uri="{FF2B5EF4-FFF2-40B4-BE49-F238E27FC236}">
                      <a16:creationId xmlns:a16="http://schemas.microsoft.com/office/drawing/2014/main" id="{20F164D3-64A2-0347-974B-1E0CAA47C4C3}"/>
                    </a:ext>
                  </a:extLst>
                </p:cNvPr>
                <p:cNvSpPr>
                  <a:spLocks noChangeShapeType="1"/>
                </p:cNvSpPr>
                <p:nvPr/>
              </p:nvSpPr>
              <p:spPr bwMode="auto">
                <a:xfrm>
                  <a:off x="9202680" y="160036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2" name="Line 73">
                  <a:extLst>
                    <a:ext uri="{FF2B5EF4-FFF2-40B4-BE49-F238E27FC236}">
                      <a16:creationId xmlns:a16="http://schemas.microsoft.com/office/drawing/2014/main" id="{AC638DAC-FFFA-4646-8BF4-57F59FB797AA}"/>
                    </a:ext>
                  </a:extLst>
                </p:cNvPr>
                <p:cNvSpPr>
                  <a:spLocks noChangeShapeType="1"/>
                </p:cNvSpPr>
                <p:nvPr/>
              </p:nvSpPr>
              <p:spPr bwMode="auto">
                <a:xfrm>
                  <a:off x="9202680"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3" name="Line 74">
                  <a:extLst>
                    <a:ext uri="{FF2B5EF4-FFF2-40B4-BE49-F238E27FC236}">
                      <a16:creationId xmlns:a16="http://schemas.microsoft.com/office/drawing/2014/main" id="{AB872F5B-FF31-6241-A6D1-420A4F30523E}"/>
                    </a:ext>
                  </a:extLst>
                </p:cNvPr>
                <p:cNvSpPr>
                  <a:spLocks noChangeShapeType="1"/>
                </p:cNvSpPr>
                <p:nvPr/>
              </p:nvSpPr>
              <p:spPr bwMode="auto">
                <a:xfrm>
                  <a:off x="9202680"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4" name="Line 75">
                  <a:extLst>
                    <a:ext uri="{FF2B5EF4-FFF2-40B4-BE49-F238E27FC236}">
                      <a16:creationId xmlns:a16="http://schemas.microsoft.com/office/drawing/2014/main" id="{5BB8078E-3239-794E-80DE-58ED92FCA2F3}"/>
                    </a:ext>
                  </a:extLst>
                </p:cNvPr>
                <p:cNvSpPr>
                  <a:spLocks noChangeShapeType="1"/>
                </p:cNvSpPr>
                <p:nvPr/>
              </p:nvSpPr>
              <p:spPr bwMode="auto">
                <a:xfrm>
                  <a:off x="921050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5" name="Line 76">
                  <a:extLst>
                    <a:ext uri="{FF2B5EF4-FFF2-40B4-BE49-F238E27FC236}">
                      <a16:creationId xmlns:a16="http://schemas.microsoft.com/office/drawing/2014/main" id="{280B48A7-84FE-634C-94A8-EF3E55A7C388}"/>
                    </a:ext>
                  </a:extLst>
                </p:cNvPr>
                <p:cNvSpPr>
                  <a:spLocks noChangeShapeType="1"/>
                </p:cNvSpPr>
                <p:nvPr/>
              </p:nvSpPr>
              <p:spPr bwMode="auto">
                <a:xfrm>
                  <a:off x="921050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6" name="Line 77">
                  <a:extLst>
                    <a:ext uri="{FF2B5EF4-FFF2-40B4-BE49-F238E27FC236}">
                      <a16:creationId xmlns:a16="http://schemas.microsoft.com/office/drawing/2014/main" id="{E3162DE9-5B4B-D142-8EF0-E91C5C6061CC}"/>
                    </a:ext>
                  </a:extLst>
                </p:cNvPr>
                <p:cNvSpPr>
                  <a:spLocks noChangeShapeType="1"/>
                </p:cNvSpPr>
                <p:nvPr/>
              </p:nvSpPr>
              <p:spPr bwMode="auto">
                <a:xfrm>
                  <a:off x="919876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7" name="Line 78">
                  <a:extLst>
                    <a:ext uri="{FF2B5EF4-FFF2-40B4-BE49-F238E27FC236}">
                      <a16:creationId xmlns:a16="http://schemas.microsoft.com/office/drawing/2014/main" id="{1EC40337-1273-AF40-B6BD-231403A0C6EF}"/>
                    </a:ext>
                  </a:extLst>
                </p:cNvPr>
                <p:cNvSpPr>
                  <a:spLocks noChangeShapeType="1"/>
                </p:cNvSpPr>
                <p:nvPr/>
              </p:nvSpPr>
              <p:spPr bwMode="auto">
                <a:xfrm>
                  <a:off x="919876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8" name="Line 79">
                  <a:extLst>
                    <a:ext uri="{FF2B5EF4-FFF2-40B4-BE49-F238E27FC236}">
                      <a16:creationId xmlns:a16="http://schemas.microsoft.com/office/drawing/2014/main" id="{F127D7EB-CFC1-E848-9EB5-99F97DEBC9B3}"/>
                    </a:ext>
                  </a:extLst>
                </p:cNvPr>
                <p:cNvSpPr>
                  <a:spLocks noChangeShapeType="1"/>
                </p:cNvSpPr>
                <p:nvPr/>
              </p:nvSpPr>
              <p:spPr bwMode="auto">
                <a:xfrm>
                  <a:off x="9222249"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9" name="Line 80">
                  <a:extLst>
                    <a:ext uri="{FF2B5EF4-FFF2-40B4-BE49-F238E27FC236}">
                      <a16:creationId xmlns:a16="http://schemas.microsoft.com/office/drawing/2014/main" id="{D55AFAEE-7FDC-324C-963E-AC41569A26EE}"/>
                    </a:ext>
                  </a:extLst>
                </p:cNvPr>
                <p:cNvSpPr>
                  <a:spLocks noChangeShapeType="1"/>
                </p:cNvSpPr>
                <p:nvPr/>
              </p:nvSpPr>
              <p:spPr bwMode="auto">
                <a:xfrm>
                  <a:off x="9222249"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0" name="Line 81">
                  <a:extLst>
                    <a:ext uri="{FF2B5EF4-FFF2-40B4-BE49-F238E27FC236}">
                      <a16:creationId xmlns:a16="http://schemas.microsoft.com/office/drawing/2014/main" id="{F131A0DD-2087-FE46-9546-1DF0B4E41707}"/>
                    </a:ext>
                  </a:extLst>
                </p:cNvPr>
                <p:cNvSpPr>
                  <a:spLocks noChangeShapeType="1"/>
                </p:cNvSpPr>
                <p:nvPr/>
              </p:nvSpPr>
              <p:spPr bwMode="auto">
                <a:xfrm>
                  <a:off x="9226164"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1" name="Line 82">
                  <a:extLst>
                    <a:ext uri="{FF2B5EF4-FFF2-40B4-BE49-F238E27FC236}">
                      <a16:creationId xmlns:a16="http://schemas.microsoft.com/office/drawing/2014/main" id="{ED86426C-473E-BD46-BFC6-BB4757BCE337}"/>
                    </a:ext>
                  </a:extLst>
                </p:cNvPr>
                <p:cNvSpPr>
                  <a:spLocks noChangeShapeType="1"/>
                </p:cNvSpPr>
                <p:nvPr/>
              </p:nvSpPr>
              <p:spPr bwMode="auto">
                <a:xfrm>
                  <a:off x="9226164"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2" name="Line 83">
                  <a:extLst>
                    <a:ext uri="{FF2B5EF4-FFF2-40B4-BE49-F238E27FC236}">
                      <a16:creationId xmlns:a16="http://schemas.microsoft.com/office/drawing/2014/main" id="{C04194E1-5B6B-8D40-B0E1-1D5B453A3223}"/>
                    </a:ext>
                  </a:extLst>
                </p:cNvPr>
                <p:cNvSpPr>
                  <a:spLocks noChangeShapeType="1"/>
                </p:cNvSpPr>
                <p:nvPr/>
              </p:nvSpPr>
              <p:spPr bwMode="auto">
                <a:xfrm>
                  <a:off x="9261388"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3" name="Line 84">
                  <a:extLst>
                    <a:ext uri="{FF2B5EF4-FFF2-40B4-BE49-F238E27FC236}">
                      <a16:creationId xmlns:a16="http://schemas.microsoft.com/office/drawing/2014/main" id="{B61FC60D-3486-0148-B9A4-B7EE03C7E37D}"/>
                    </a:ext>
                  </a:extLst>
                </p:cNvPr>
                <p:cNvSpPr>
                  <a:spLocks noChangeShapeType="1"/>
                </p:cNvSpPr>
                <p:nvPr/>
              </p:nvSpPr>
              <p:spPr bwMode="auto">
                <a:xfrm>
                  <a:off x="9261388"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4" name="Line 85">
                  <a:extLst>
                    <a:ext uri="{FF2B5EF4-FFF2-40B4-BE49-F238E27FC236}">
                      <a16:creationId xmlns:a16="http://schemas.microsoft.com/office/drawing/2014/main" id="{799686C9-5D68-F94A-862B-90EC83EF2F12}"/>
                    </a:ext>
                  </a:extLst>
                </p:cNvPr>
                <p:cNvSpPr>
                  <a:spLocks noChangeShapeType="1"/>
                </p:cNvSpPr>
                <p:nvPr/>
              </p:nvSpPr>
              <p:spPr bwMode="auto">
                <a:xfrm>
                  <a:off x="9128318"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5" name="Line 86">
                  <a:extLst>
                    <a:ext uri="{FF2B5EF4-FFF2-40B4-BE49-F238E27FC236}">
                      <a16:creationId xmlns:a16="http://schemas.microsoft.com/office/drawing/2014/main" id="{581EBF37-69D4-2949-84C4-DB95CF4EB37A}"/>
                    </a:ext>
                  </a:extLst>
                </p:cNvPr>
                <p:cNvSpPr>
                  <a:spLocks noChangeShapeType="1"/>
                </p:cNvSpPr>
                <p:nvPr/>
              </p:nvSpPr>
              <p:spPr bwMode="auto">
                <a:xfrm>
                  <a:off x="9128318"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6" name="Line 87">
                  <a:extLst>
                    <a:ext uri="{FF2B5EF4-FFF2-40B4-BE49-F238E27FC236}">
                      <a16:creationId xmlns:a16="http://schemas.microsoft.com/office/drawing/2014/main" id="{B929CD7F-1C35-BA40-B52A-A110050360E0}"/>
                    </a:ext>
                  </a:extLst>
                </p:cNvPr>
                <p:cNvSpPr>
                  <a:spLocks noChangeShapeType="1"/>
                </p:cNvSpPr>
                <p:nvPr/>
              </p:nvSpPr>
              <p:spPr bwMode="auto">
                <a:xfrm>
                  <a:off x="9128318" y="156832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7" name="Line 88">
                  <a:extLst>
                    <a:ext uri="{FF2B5EF4-FFF2-40B4-BE49-F238E27FC236}">
                      <a16:creationId xmlns:a16="http://schemas.microsoft.com/office/drawing/2014/main" id="{973E1D98-60C6-2F4F-A934-54E3C7729C32}"/>
                    </a:ext>
                  </a:extLst>
                </p:cNvPr>
                <p:cNvSpPr>
                  <a:spLocks noChangeShapeType="1"/>
                </p:cNvSpPr>
                <p:nvPr/>
              </p:nvSpPr>
              <p:spPr bwMode="auto">
                <a:xfrm>
                  <a:off x="9128318" y="156832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8" name="Line 90">
                  <a:extLst>
                    <a:ext uri="{FF2B5EF4-FFF2-40B4-BE49-F238E27FC236}">
                      <a16:creationId xmlns:a16="http://schemas.microsoft.com/office/drawing/2014/main" id="{E4B0EC41-7C9A-6B42-8614-71ED0E23DF69}"/>
                    </a:ext>
                  </a:extLst>
                </p:cNvPr>
                <p:cNvSpPr>
                  <a:spLocks noChangeShapeType="1"/>
                </p:cNvSpPr>
                <p:nvPr/>
              </p:nvSpPr>
              <p:spPr bwMode="auto">
                <a:xfrm>
                  <a:off x="9194853" y="158034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9" name="Line 91">
                  <a:extLst>
                    <a:ext uri="{FF2B5EF4-FFF2-40B4-BE49-F238E27FC236}">
                      <a16:creationId xmlns:a16="http://schemas.microsoft.com/office/drawing/2014/main" id="{90CD13EC-B93E-0A4D-8282-E2BE2CCF0AC6}"/>
                    </a:ext>
                  </a:extLst>
                </p:cNvPr>
                <p:cNvSpPr>
                  <a:spLocks noChangeShapeType="1"/>
                </p:cNvSpPr>
                <p:nvPr/>
              </p:nvSpPr>
              <p:spPr bwMode="auto">
                <a:xfrm>
                  <a:off x="9194853" y="158034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0" name="Line 92">
                  <a:extLst>
                    <a:ext uri="{FF2B5EF4-FFF2-40B4-BE49-F238E27FC236}">
                      <a16:creationId xmlns:a16="http://schemas.microsoft.com/office/drawing/2014/main" id="{F6BA5E3C-DB15-044A-A170-0ED0502A1FD0}"/>
                    </a:ext>
                  </a:extLst>
                </p:cNvPr>
                <p:cNvSpPr>
                  <a:spLocks noChangeShapeType="1"/>
                </p:cNvSpPr>
                <p:nvPr/>
              </p:nvSpPr>
              <p:spPr bwMode="auto">
                <a:xfrm>
                  <a:off x="9112663"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1" name="Line 93">
                  <a:extLst>
                    <a:ext uri="{FF2B5EF4-FFF2-40B4-BE49-F238E27FC236}">
                      <a16:creationId xmlns:a16="http://schemas.microsoft.com/office/drawing/2014/main" id="{3A5AFF74-2DB2-4B4D-BFBB-5391B4244663}"/>
                    </a:ext>
                  </a:extLst>
                </p:cNvPr>
                <p:cNvSpPr>
                  <a:spLocks noChangeShapeType="1"/>
                </p:cNvSpPr>
                <p:nvPr/>
              </p:nvSpPr>
              <p:spPr bwMode="auto">
                <a:xfrm>
                  <a:off x="9112663"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2" name="Line 94">
                  <a:extLst>
                    <a:ext uri="{FF2B5EF4-FFF2-40B4-BE49-F238E27FC236}">
                      <a16:creationId xmlns:a16="http://schemas.microsoft.com/office/drawing/2014/main" id="{3EFBE0EB-F266-E94D-9D42-DF1126E3FBD9}"/>
                    </a:ext>
                  </a:extLst>
                </p:cNvPr>
                <p:cNvSpPr>
                  <a:spLocks noChangeShapeType="1"/>
                </p:cNvSpPr>
                <p:nvPr/>
              </p:nvSpPr>
              <p:spPr bwMode="auto">
                <a:xfrm>
                  <a:off x="8576472" y="162038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3" name="Line 95">
                  <a:extLst>
                    <a:ext uri="{FF2B5EF4-FFF2-40B4-BE49-F238E27FC236}">
                      <a16:creationId xmlns:a16="http://schemas.microsoft.com/office/drawing/2014/main" id="{3E12475C-57A1-534F-A0FE-485F9799D656}"/>
                    </a:ext>
                  </a:extLst>
                </p:cNvPr>
                <p:cNvSpPr>
                  <a:spLocks noChangeShapeType="1"/>
                </p:cNvSpPr>
                <p:nvPr/>
              </p:nvSpPr>
              <p:spPr bwMode="auto">
                <a:xfrm>
                  <a:off x="8576472" y="162038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4" name="Line 96">
                  <a:extLst>
                    <a:ext uri="{FF2B5EF4-FFF2-40B4-BE49-F238E27FC236}">
                      <a16:creationId xmlns:a16="http://schemas.microsoft.com/office/drawing/2014/main" id="{0C41A67E-0F6C-CE48-A60F-D3C7CC179AE8}"/>
                    </a:ext>
                  </a:extLst>
                </p:cNvPr>
                <p:cNvSpPr>
                  <a:spLocks noChangeShapeType="1"/>
                </p:cNvSpPr>
                <p:nvPr/>
              </p:nvSpPr>
              <p:spPr bwMode="auto">
                <a:xfrm>
                  <a:off x="8576472" y="162439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5" name="Line 97">
                  <a:extLst>
                    <a:ext uri="{FF2B5EF4-FFF2-40B4-BE49-F238E27FC236}">
                      <a16:creationId xmlns:a16="http://schemas.microsoft.com/office/drawing/2014/main" id="{7D49E7DB-DCF7-594D-ABCE-9151CDDADCA6}"/>
                    </a:ext>
                  </a:extLst>
                </p:cNvPr>
                <p:cNvSpPr>
                  <a:spLocks noChangeShapeType="1"/>
                </p:cNvSpPr>
                <p:nvPr/>
              </p:nvSpPr>
              <p:spPr bwMode="auto">
                <a:xfrm>
                  <a:off x="8576472" y="162439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6" name="Line 98">
                  <a:extLst>
                    <a:ext uri="{FF2B5EF4-FFF2-40B4-BE49-F238E27FC236}">
                      <a16:creationId xmlns:a16="http://schemas.microsoft.com/office/drawing/2014/main" id="{49352C1D-FFFD-E145-B76E-F99F3CE0D40B}"/>
                    </a:ext>
                  </a:extLst>
                </p:cNvPr>
                <p:cNvSpPr>
                  <a:spLocks noChangeShapeType="1"/>
                </p:cNvSpPr>
                <p:nvPr/>
              </p:nvSpPr>
              <p:spPr bwMode="auto">
                <a:xfrm>
                  <a:off x="8611697" y="159636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7" name="Line 99">
                  <a:extLst>
                    <a:ext uri="{FF2B5EF4-FFF2-40B4-BE49-F238E27FC236}">
                      <a16:creationId xmlns:a16="http://schemas.microsoft.com/office/drawing/2014/main" id="{1EECEF91-DA7E-B14A-AEAE-EE6AF0FBB562}"/>
                    </a:ext>
                  </a:extLst>
                </p:cNvPr>
                <p:cNvSpPr>
                  <a:spLocks noChangeShapeType="1"/>
                </p:cNvSpPr>
                <p:nvPr/>
              </p:nvSpPr>
              <p:spPr bwMode="auto">
                <a:xfrm>
                  <a:off x="8611697" y="159636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8" name="Line 100">
                  <a:extLst>
                    <a:ext uri="{FF2B5EF4-FFF2-40B4-BE49-F238E27FC236}">
                      <a16:creationId xmlns:a16="http://schemas.microsoft.com/office/drawing/2014/main" id="{AA8B2FE8-4464-3E42-A8C9-B19F4A461F4E}"/>
                    </a:ext>
                  </a:extLst>
                </p:cNvPr>
                <p:cNvSpPr>
                  <a:spLocks noChangeShapeType="1"/>
                </p:cNvSpPr>
                <p:nvPr/>
              </p:nvSpPr>
              <p:spPr bwMode="auto">
                <a:xfrm>
                  <a:off x="8619524" y="160437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9" name="Line 101">
                  <a:extLst>
                    <a:ext uri="{FF2B5EF4-FFF2-40B4-BE49-F238E27FC236}">
                      <a16:creationId xmlns:a16="http://schemas.microsoft.com/office/drawing/2014/main" id="{27ADB0A7-60CA-5147-BE7C-33A17B6CB22D}"/>
                    </a:ext>
                  </a:extLst>
                </p:cNvPr>
                <p:cNvSpPr>
                  <a:spLocks noChangeShapeType="1"/>
                </p:cNvSpPr>
                <p:nvPr/>
              </p:nvSpPr>
              <p:spPr bwMode="auto">
                <a:xfrm>
                  <a:off x="8619524" y="160437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0" name="Line 102">
                  <a:extLst>
                    <a:ext uri="{FF2B5EF4-FFF2-40B4-BE49-F238E27FC236}">
                      <a16:creationId xmlns:a16="http://schemas.microsoft.com/office/drawing/2014/main" id="{DFFB8FFE-7440-8F49-A0A1-58C9A08E45C2}"/>
                    </a:ext>
                  </a:extLst>
                </p:cNvPr>
                <p:cNvSpPr>
                  <a:spLocks noChangeShapeType="1"/>
                </p:cNvSpPr>
                <p:nvPr/>
              </p:nvSpPr>
              <p:spPr bwMode="auto">
                <a:xfrm>
                  <a:off x="8795645" y="154029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1" name="Line 103">
                  <a:extLst>
                    <a:ext uri="{FF2B5EF4-FFF2-40B4-BE49-F238E27FC236}">
                      <a16:creationId xmlns:a16="http://schemas.microsoft.com/office/drawing/2014/main" id="{97169D0E-4937-4E47-82F0-71455D79E938}"/>
                    </a:ext>
                  </a:extLst>
                </p:cNvPr>
                <p:cNvSpPr>
                  <a:spLocks noChangeShapeType="1"/>
                </p:cNvSpPr>
                <p:nvPr/>
              </p:nvSpPr>
              <p:spPr bwMode="auto">
                <a:xfrm>
                  <a:off x="8795645" y="154029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2" name="Freeform 104">
                  <a:extLst>
                    <a:ext uri="{FF2B5EF4-FFF2-40B4-BE49-F238E27FC236}">
                      <a16:creationId xmlns:a16="http://schemas.microsoft.com/office/drawing/2014/main" id="{51A91542-5CE8-2F41-8CCD-780CEB25559B}"/>
                    </a:ext>
                  </a:extLst>
                </p:cNvPr>
                <p:cNvSpPr>
                  <a:spLocks noEditPoints="1"/>
                </p:cNvSpPr>
                <p:nvPr/>
              </p:nvSpPr>
              <p:spPr bwMode="auto">
                <a:xfrm>
                  <a:off x="6416052" y="1308020"/>
                  <a:ext cx="4449995" cy="1657948"/>
                </a:xfrm>
                <a:custGeom>
                  <a:avLst/>
                  <a:gdLst>
                    <a:gd name="T0" fmla="*/ 1636 w 2274"/>
                    <a:gd name="T1" fmla="*/ 652 h 828"/>
                    <a:gd name="T2" fmla="*/ 2270 w 2274"/>
                    <a:gd name="T3" fmla="*/ 316 h 828"/>
                    <a:gd name="T4" fmla="*/ 2196 w 2274"/>
                    <a:gd name="T5" fmla="*/ 336 h 828"/>
                    <a:gd name="T6" fmla="*/ 2106 w 2274"/>
                    <a:gd name="T7" fmla="*/ 336 h 828"/>
                    <a:gd name="T8" fmla="*/ 2054 w 2274"/>
                    <a:gd name="T9" fmla="*/ 400 h 828"/>
                    <a:gd name="T10" fmla="*/ 1960 w 2274"/>
                    <a:gd name="T11" fmla="*/ 426 h 828"/>
                    <a:gd name="T12" fmla="*/ 1912 w 2274"/>
                    <a:gd name="T13" fmla="*/ 518 h 828"/>
                    <a:gd name="T14" fmla="*/ 1830 w 2274"/>
                    <a:gd name="T15" fmla="*/ 616 h 828"/>
                    <a:gd name="T16" fmla="*/ 1904 w 2274"/>
                    <a:gd name="T17" fmla="*/ 426 h 828"/>
                    <a:gd name="T18" fmla="*/ 1896 w 2274"/>
                    <a:gd name="T19" fmla="*/ 418 h 828"/>
                    <a:gd name="T20" fmla="*/ 1820 w 2274"/>
                    <a:gd name="T21" fmla="*/ 424 h 828"/>
                    <a:gd name="T22" fmla="*/ 1760 w 2274"/>
                    <a:gd name="T23" fmla="*/ 450 h 828"/>
                    <a:gd name="T24" fmla="*/ 1650 w 2274"/>
                    <a:gd name="T25" fmla="*/ 450 h 828"/>
                    <a:gd name="T26" fmla="*/ 1556 w 2274"/>
                    <a:gd name="T27" fmla="*/ 548 h 828"/>
                    <a:gd name="T28" fmla="*/ 1620 w 2274"/>
                    <a:gd name="T29" fmla="*/ 616 h 828"/>
                    <a:gd name="T30" fmla="*/ 1554 w 2274"/>
                    <a:gd name="T31" fmla="*/ 762 h 828"/>
                    <a:gd name="T32" fmla="*/ 1498 w 2274"/>
                    <a:gd name="T33" fmla="*/ 756 h 828"/>
                    <a:gd name="T34" fmla="*/ 1342 w 2274"/>
                    <a:gd name="T35" fmla="*/ 608 h 828"/>
                    <a:gd name="T36" fmla="*/ 1038 w 2274"/>
                    <a:gd name="T37" fmla="*/ 650 h 828"/>
                    <a:gd name="T38" fmla="*/ 692 w 2274"/>
                    <a:gd name="T39" fmla="*/ 570 h 828"/>
                    <a:gd name="T40" fmla="*/ 492 w 2274"/>
                    <a:gd name="T41" fmla="*/ 630 h 828"/>
                    <a:gd name="T42" fmla="*/ 392 w 2274"/>
                    <a:gd name="T43" fmla="*/ 650 h 828"/>
                    <a:gd name="T44" fmla="*/ 386 w 2274"/>
                    <a:gd name="T45" fmla="*/ 730 h 828"/>
                    <a:gd name="T46" fmla="*/ 374 w 2274"/>
                    <a:gd name="T47" fmla="*/ 816 h 828"/>
                    <a:gd name="T48" fmla="*/ 254 w 2274"/>
                    <a:gd name="T49" fmla="*/ 766 h 828"/>
                    <a:gd name="T50" fmla="*/ 276 w 2274"/>
                    <a:gd name="T51" fmla="*/ 684 h 828"/>
                    <a:gd name="T52" fmla="*/ 180 w 2274"/>
                    <a:gd name="T53" fmla="*/ 608 h 828"/>
                    <a:gd name="T54" fmla="*/ 114 w 2274"/>
                    <a:gd name="T55" fmla="*/ 510 h 828"/>
                    <a:gd name="T56" fmla="*/ 118 w 2274"/>
                    <a:gd name="T57" fmla="*/ 418 h 828"/>
                    <a:gd name="T58" fmla="*/ 138 w 2274"/>
                    <a:gd name="T59" fmla="*/ 244 h 828"/>
                    <a:gd name="T60" fmla="*/ 210 w 2274"/>
                    <a:gd name="T61" fmla="*/ 222 h 828"/>
                    <a:gd name="T62" fmla="*/ 204 w 2274"/>
                    <a:gd name="T63" fmla="*/ 280 h 828"/>
                    <a:gd name="T64" fmla="*/ 212 w 2274"/>
                    <a:gd name="T65" fmla="*/ 322 h 828"/>
                    <a:gd name="T66" fmla="*/ 276 w 2274"/>
                    <a:gd name="T67" fmla="*/ 318 h 828"/>
                    <a:gd name="T68" fmla="*/ 338 w 2274"/>
                    <a:gd name="T69" fmla="*/ 240 h 828"/>
                    <a:gd name="T70" fmla="*/ 436 w 2274"/>
                    <a:gd name="T71" fmla="*/ 244 h 828"/>
                    <a:gd name="T72" fmla="*/ 512 w 2274"/>
                    <a:gd name="T73" fmla="*/ 242 h 828"/>
                    <a:gd name="T74" fmla="*/ 600 w 2274"/>
                    <a:gd name="T75" fmla="*/ 218 h 828"/>
                    <a:gd name="T76" fmla="*/ 642 w 2274"/>
                    <a:gd name="T77" fmla="*/ 200 h 828"/>
                    <a:gd name="T78" fmla="*/ 714 w 2274"/>
                    <a:gd name="T79" fmla="*/ 198 h 828"/>
                    <a:gd name="T80" fmla="*/ 704 w 2274"/>
                    <a:gd name="T81" fmla="*/ 294 h 828"/>
                    <a:gd name="T82" fmla="*/ 788 w 2274"/>
                    <a:gd name="T83" fmla="*/ 268 h 828"/>
                    <a:gd name="T84" fmla="*/ 738 w 2274"/>
                    <a:gd name="T85" fmla="*/ 150 h 828"/>
                    <a:gd name="T86" fmla="*/ 782 w 2274"/>
                    <a:gd name="T87" fmla="*/ 164 h 828"/>
                    <a:gd name="T88" fmla="*/ 880 w 2274"/>
                    <a:gd name="T89" fmla="*/ 218 h 828"/>
                    <a:gd name="T90" fmla="*/ 834 w 2274"/>
                    <a:gd name="T91" fmla="*/ 108 h 828"/>
                    <a:gd name="T92" fmla="*/ 916 w 2274"/>
                    <a:gd name="T93" fmla="*/ 70 h 828"/>
                    <a:gd name="T94" fmla="*/ 1036 w 2274"/>
                    <a:gd name="T95" fmla="*/ 46 h 828"/>
                    <a:gd name="T96" fmla="*/ 1104 w 2274"/>
                    <a:gd name="T97" fmla="*/ 8 h 828"/>
                    <a:gd name="T98" fmla="*/ 1212 w 2274"/>
                    <a:gd name="T99" fmla="*/ 24 h 828"/>
                    <a:gd name="T100" fmla="*/ 1188 w 2274"/>
                    <a:gd name="T101" fmla="*/ 116 h 828"/>
                    <a:gd name="T102" fmla="*/ 1208 w 2274"/>
                    <a:gd name="T103" fmla="*/ 108 h 828"/>
                    <a:gd name="T104" fmla="*/ 1320 w 2274"/>
                    <a:gd name="T105" fmla="*/ 126 h 828"/>
                    <a:gd name="T106" fmla="*/ 1406 w 2274"/>
                    <a:gd name="T107" fmla="*/ 108 h 828"/>
                    <a:gd name="T108" fmla="*/ 1434 w 2274"/>
                    <a:gd name="T109" fmla="*/ 164 h 828"/>
                    <a:gd name="T110" fmla="*/ 1506 w 2274"/>
                    <a:gd name="T111" fmla="*/ 168 h 828"/>
                    <a:gd name="T112" fmla="*/ 1604 w 2274"/>
                    <a:gd name="T113" fmla="*/ 172 h 828"/>
                    <a:gd name="T114" fmla="*/ 1690 w 2274"/>
                    <a:gd name="T115" fmla="*/ 156 h 828"/>
                    <a:gd name="T116" fmla="*/ 1754 w 2274"/>
                    <a:gd name="T117" fmla="*/ 188 h 828"/>
                    <a:gd name="T118" fmla="*/ 1890 w 2274"/>
                    <a:gd name="T119" fmla="*/ 228 h 828"/>
                    <a:gd name="T120" fmla="*/ 2024 w 2274"/>
                    <a:gd name="T121" fmla="*/ 226 h 828"/>
                    <a:gd name="T122" fmla="*/ 2158 w 2274"/>
                    <a:gd name="T123" fmla="*/ 246 h 828"/>
                    <a:gd name="T124" fmla="*/ 26 w 2274"/>
                    <a:gd name="T125" fmla="*/ 556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828">
                      <a:moveTo>
                        <a:pt x="1666" y="666"/>
                      </a:moveTo>
                      <a:lnTo>
                        <a:pt x="1666" y="666"/>
                      </a:lnTo>
                      <a:lnTo>
                        <a:pt x="1668" y="674"/>
                      </a:lnTo>
                      <a:lnTo>
                        <a:pt x="1668" y="674"/>
                      </a:lnTo>
                      <a:lnTo>
                        <a:pt x="1664" y="670"/>
                      </a:lnTo>
                      <a:lnTo>
                        <a:pt x="1658" y="666"/>
                      </a:lnTo>
                      <a:lnTo>
                        <a:pt x="1656" y="666"/>
                      </a:lnTo>
                      <a:lnTo>
                        <a:pt x="1652" y="666"/>
                      </a:lnTo>
                      <a:lnTo>
                        <a:pt x="1650" y="668"/>
                      </a:lnTo>
                      <a:lnTo>
                        <a:pt x="1648" y="672"/>
                      </a:lnTo>
                      <a:lnTo>
                        <a:pt x="1648" y="672"/>
                      </a:lnTo>
                      <a:lnTo>
                        <a:pt x="1648" y="678"/>
                      </a:lnTo>
                      <a:lnTo>
                        <a:pt x="1648" y="682"/>
                      </a:lnTo>
                      <a:lnTo>
                        <a:pt x="1648" y="682"/>
                      </a:lnTo>
                      <a:lnTo>
                        <a:pt x="1644" y="692"/>
                      </a:lnTo>
                      <a:lnTo>
                        <a:pt x="1642" y="702"/>
                      </a:lnTo>
                      <a:lnTo>
                        <a:pt x="1642" y="702"/>
                      </a:lnTo>
                      <a:lnTo>
                        <a:pt x="1644" y="710"/>
                      </a:lnTo>
                      <a:lnTo>
                        <a:pt x="1648" y="720"/>
                      </a:lnTo>
                      <a:lnTo>
                        <a:pt x="1652" y="722"/>
                      </a:lnTo>
                      <a:lnTo>
                        <a:pt x="1652" y="722"/>
                      </a:lnTo>
                      <a:lnTo>
                        <a:pt x="1652" y="728"/>
                      </a:lnTo>
                      <a:lnTo>
                        <a:pt x="1654" y="734"/>
                      </a:lnTo>
                      <a:lnTo>
                        <a:pt x="1650" y="736"/>
                      </a:lnTo>
                      <a:lnTo>
                        <a:pt x="1650" y="736"/>
                      </a:lnTo>
                      <a:lnTo>
                        <a:pt x="1650" y="734"/>
                      </a:lnTo>
                      <a:lnTo>
                        <a:pt x="1648" y="730"/>
                      </a:lnTo>
                      <a:lnTo>
                        <a:pt x="1648" y="730"/>
                      </a:lnTo>
                      <a:lnTo>
                        <a:pt x="1646" y="728"/>
                      </a:lnTo>
                      <a:lnTo>
                        <a:pt x="1646" y="728"/>
                      </a:lnTo>
                      <a:lnTo>
                        <a:pt x="1644" y="726"/>
                      </a:lnTo>
                      <a:lnTo>
                        <a:pt x="1644" y="726"/>
                      </a:lnTo>
                      <a:lnTo>
                        <a:pt x="1642" y="722"/>
                      </a:lnTo>
                      <a:lnTo>
                        <a:pt x="1642" y="722"/>
                      </a:lnTo>
                      <a:lnTo>
                        <a:pt x="1640" y="722"/>
                      </a:lnTo>
                      <a:lnTo>
                        <a:pt x="1640" y="722"/>
                      </a:lnTo>
                      <a:lnTo>
                        <a:pt x="1638" y="724"/>
                      </a:lnTo>
                      <a:lnTo>
                        <a:pt x="1636" y="726"/>
                      </a:lnTo>
                      <a:lnTo>
                        <a:pt x="1634" y="732"/>
                      </a:lnTo>
                      <a:lnTo>
                        <a:pt x="1634" y="732"/>
                      </a:lnTo>
                      <a:lnTo>
                        <a:pt x="1634" y="734"/>
                      </a:lnTo>
                      <a:lnTo>
                        <a:pt x="1634" y="734"/>
                      </a:lnTo>
                      <a:lnTo>
                        <a:pt x="1630" y="734"/>
                      </a:lnTo>
                      <a:lnTo>
                        <a:pt x="1630" y="734"/>
                      </a:lnTo>
                      <a:lnTo>
                        <a:pt x="1632" y="722"/>
                      </a:lnTo>
                      <a:lnTo>
                        <a:pt x="1634" y="720"/>
                      </a:lnTo>
                      <a:lnTo>
                        <a:pt x="1634" y="720"/>
                      </a:lnTo>
                      <a:lnTo>
                        <a:pt x="1634" y="716"/>
                      </a:lnTo>
                      <a:lnTo>
                        <a:pt x="1634" y="710"/>
                      </a:lnTo>
                      <a:lnTo>
                        <a:pt x="1636" y="708"/>
                      </a:lnTo>
                      <a:lnTo>
                        <a:pt x="1636" y="708"/>
                      </a:lnTo>
                      <a:lnTo>
                        <a:pt x="1636" y="696"/>
                      </a:lnTo>
                      <a:lnTo>
                        <a:pt x="1636" y="696"/>
                      </a:lnTo>
                      <a:lnTo>
                        <a:pt x="1634" y="682"/>
                      </a:lnTo>
                      <a:lnTo>
                        <a:pt x="1634" y="682"/>
                      </a:lnTo>
                      <a:lnTo>
                        <a:pt x="1636" y="680"/>
                      </a:lnTo>
                      <a:lnTo>
                        <a:pt x="1636" y="680"/>
                      </a:lnTo>
                      <a:lnTo>
                        <a:pt x="1634" y="670"/>
                      </a:lnTo>
                      <a:lnTo>
                        <a:pt x="1634" y="670"/>
                      </a:lnTo>
                      <a:lnTo>
                        <a:pt x="1636" y="660"/>
                      </a:lnTo>
                      <a:lnTo>
                        <a:pt x="1636" y="652"/>
                      </a:lnTo>
                      <a:lnTo>
                        <a:pt x="1636" y="652"/>
                      </a:lnTo>
                      <a:lnTo>
                        <a:pt x="1634" y="644"/>
                      </a:lnTo>
                      <a:lnTo>
                        <a:pt x="1634" y="644"/>
                      </a:lnTo>
                      <a:lnTo>
                        <a:pt x="1636" y="636"/>
                      </a:lnTo>
                      <a:lnTo>
                        <a:pt x="1634" y="630"/>
                      </a:lnTo>
                      <a:lnTo>
                        <a:pt x="1634" y="630"/>
                      </a:lnTo>
                      <a:lnTo>
                        <a:pt x="1632" y="622"/>
                      </a:lnTo>
                      <a:lnTo>
                        <a:pt x="1632" y="622"/>
                      </a:lnTo>
                      <a:lnTo>
                        <a:pt x="1632" y="616"/>
                      </a:lnTo>
                      <a:lnTo>
                        <a:pt x="1634" y="612"/>
                      </a:lnTo>
                      <a:lnTo>
                        <a:pt x="1634" y="612"/>
                      </a:lnTo>
                      <a:lnTo>
                        <a:pt x="1634" y="608"/>
                      </a:lnTo>
                      <a:lnTo>
                        <a:pt x="1632" y="604"/>
                      </a:lnTo>
                      <a:lnTo>
                        <a:pt x="1632" y="604"/>
                      </a:lnTo>
                      <a:lnTo>
                        <a:pt x="1636" y="602"/>
                      </a:lnTo>
                      <a:lnTo>
                        <a:pt x="1636" y="602"/>
                      </a:lnTo>
                      <a:lnTo>
                        <a:pt x="1636" y="596"/>
                      </a:lnTo>
                      <a:lnTo>
                        <a:pt x="1636" y="596"/>
                      </a:lnTo>
                      <a:lnTo>
                        <a:pt x="1644" y="592"/>
                      </a:lnTo>
                      <a:lnTo>
                        <a:pt x="1644" y="592"/>
                      </a:lnTo>
                      <a:lnTo>
                        <a:pt x="1642" y="574"/>
                      </a:lnTo>
                      <a:lnTo>
                        <a:pt x="1642" y="574"/>
                      </a:lnTo>
                      <a:lnTo>
                        <a:pt x="1646" y="574"/>
                      </a:lnTo>
                      <a:lnTo>
                        <a:pt x="1646" y="574"/>
                      </a:lnTo>
                      <a:lnTo>
                        <a:pt x="1648" y="570"/>
                      </a:lnTo>
                      <a:lnTo>
                        <a:pt x="1648" y="570"/>
                      </a:lnTo>
                      <a:lnTo>
                        <a:pt x="1652" y="576"/>
                      </a:lnTo>
                      <a:lnTo>
                        <a:pt x="1652" y="576"/>
                      </a:lnTo>
                      <a:lnTo>
                        <a:pt x="1652" y="582"/>
                      </a:lnTo>
                      <a:lnTo>
                        <a:pt x="1650" y="584"/>
                      </a:lnTo>
                      <a:lnTo>
                        <a:pt x="1650" y="588"/>
                      </a:lnTo>
                      <a:lnTo>
                        <a:pt x="1650" y="592"/>
                      </a:lnTo>
                      <a:lnTo>
                        <a:pt x="1650" y="592"/>
                      </a:lnTo>
                      <a:lnTo>
                        <a:pt x="1650" y="596"/>
                      </a:lnTo>
                      <a:lnTo>
                        <a:pt x="1654" y="600"/>
                      </a:lnTo>
                      <a:lnTo>
                        <a:pt x="1656" y="604"/>
                      </a:lnTo>
                      <a:lnTo>
                        <a:pt x="1656" y="608"/>
                      </a:lnTo>
                      <a:lnTo>
                        <a:pt x="1656" y="608"/>
                      </a:lnTo>
                      <a:lnTo>
                        <a:pt x="1652" y="618"/>
                      </a:lnTo>
                      <a:lnTo>
                        <a:pt x="1652" y="618"/>
                      </a:lnTo>
                      <a:lnTo>
                        <a:pt x="1652" y="618"/>
                      </a:lnTo>
                      <a:lnTo>
                        <a:pt x="1652" y="618"/>
                      </a:lnTo>
                      <a:lnTo>
                        <a:pt x="1654" y="620"/>
                      </a:lnTo>
                      <a:lnTo>
                        <a:pt x="1654" y="620"/>
                      </a:lnTo>
                      <a:lnTo>
                        <a:pt x="1652" y="626"/>
                      </a:lnTo>
                      <a:lnTo>
                        <a:pt x="1652" y="634"/>
                      </a:lnTo>
                      <a:lnTo>
                        <a:pt x="1652" y="634"/>
                      </a:lnTo>
                      <a:lnTo>
                        <a:pt x="1654" y="638"/>
                      </a:lnTo>
                      <a:lnTo>
                        <a:pt x="1656" y="644"/>
                      </a:lnTo>
                      <a:lnTo>
                        <a:pt x="1656" y="644"/>
                      </a:lnTo>
                      <a:lnTo>
                        <a:pt x="1654" y="648"/>
                      </a:lnTo>
                      <a:lnTo>
                        <a:pt x="1654" y="650"/>
                      </a:lnTo>
                      <a:lnTo>
                        <a:pt x="1654" y="654"/>
                      </a:lnTo>
                      <a:lnTo>
                        <a:pt x="1658" y="660"/>
                      </a:lnTo>
                      <a:lnTo>
                        <a:pt x="1658" y="660"/>
                      </a:lnTo>
                      <a:lnTo>
                        <a:pt x="1662" y="660"/>
                      </a:lnTo>
                      <a:lnTo>
                        <a:pt x="1662" y="660"/>
                      </a:lnTo>
                      <a:lnTo>
                        <a:pt x="1662" y="662"/>
                      </a:lnTo>
                      <a:lnTo>
                        <a:pt x="1664" y="666"/>
                      </a:lnTo>
                      <a:lnTo>
                        <a:pt x="1666" y="666"/>
                      </a:lnTo>
                      <a:close/>
                      <a:moveTo>
                        <a:pt x="2270" y="316"/>
                      </a:moveTo>
                      <a:lnTo>
                        <a:pt x="2270" y="316"/>
                      </a:lnTo>
                      <a:lnTo>
                        <a:pt x="2270" y="316"/>
                      </a:lnTo>
                      <a:lnTo>
                        <a:pt x="2270" y="318"/>
                      </a:lnTo>
                      <a:lnTo>
                        <a:pt x="2270" y="322"/>
                      </a:lnTo>
                      <a:lnTo>
                        <a:pt x="2270" y="322"/>
                      </a:lnTo>
                      <a:lnTo>
                        <a:pt x="2266" y="322"/>
                      </a:lnTo>
                      <a:lnTo>
                        <a:pt x="2266" y="322"/>
                      </a:lnTo>
                      <a:lnTo>
                        <a:pt x="2264" y="328"/>
                      </a:lnTo>
                      <a:lnTo>
                        <a:pt x="2264" y="328"/>
                      </a:lnTo>
                      <a:lnTo>
                        <a:pt x="2260" y="328"/>
                      </a:lnTo>
                      <a:lnTo>
                        <a:pt x="2260" y="326"/>
                      </a:lnTo>
                      <a:lnTo>
                        <a:pt x="2260" y="326"/>
                      </a:lnTo>
                      <a:lnTo>
                        <a:pt x="2256" y="324"/>
                      </a:lnTo>
                      <a:lnTo>
                        <a:pt x="2256" y="324"/>
                      </a:lnTo>
                      <a:lnTo>
                        <a:pt x="2242" y="324"/>
                      </a:lnTo>
                      <a:lnTo>
                        <a:pt x="2242" y="330"/>
                      </a:lnTo>
                      <a:lnTo>
                        <a:pt x="2242" y="330"/>
                      </a:lnTo>
                      <a:lnTo>
                        <a:pt x="2248" y="328"/>
                      </a:lnTo>
                      <a:lnTo>
                        <a:pt x="2248" y="328"/>
                      </a:lnTo>
                      <a:lnTo>
                        <a:pt x="2248" y="336"/>
                      </a:lnTo>
                      <a:lnTo>
                        <a:pt x="2248" y="336"/>
                      </a:lnTo>
                      <a:lnTo>
                        <a:pt x="2240" y="338"/>
                      </a:lnTo>
                      <a:lnTo>
                        <a:pt x="2240" y="338"/>
                      </a:lnTo>
                      <a:lnTo>
                        <a:pt x="2242" y="340"/>
                      </a:lnTo>
                      <a:lnTo>
                        <a:pt x="2242" y="340"/>
                      </a:lnTo>
                      <a:lnTo>
                        <a:pt x="2242" y="342"/>
                      </a:lnTo>
                      <a:lnTo>
                        <a:pt x="2242" y="344"/>
                      </a:lnTo>
                      <a:lnTo>
                        <a:pt x="2242" y="344"/>
                      </a:lnTo>
                      <a:lnTo>
                        <a:pt x="2244" y="348"/>
                      </a:lnTo>
                      <a:lnTo>
                        <a:pt x="2244" y="348"/>
                      </a:lnTo>
                      <a:lnTo>
                        <a:pt x="2248" y="352"/>
                      </a:lnTo>
                      <a:lnTo>
                        <a:pt x="2248" y="352"/>
                      </a:lnTo>
                      <a:lnTo>
                        <a:pt x="2240" y="350"/>
                      </a:lnTo>
                      <a:lnTo>
                        <a:pt x="2240" y="352"/>
                      </a:lnTo>
                      <a:lnTo>
                        <a:pt x="2240" y="352"/>
                      </a:lnTo>
                      <a:lnTo>
                        <a:pt x="2238" y="352"/>
                      </a:lnTo>
                      <a:lnTo>
                        <a:pt x="2236" y="350"/>
                      </a:lnTo>
                      <a:lnTo>
                        <a:pt x="2234" y="350"/>
                      </a:lnTo>
                      <a:lnTo>
                        <a:pt x="2234" y="350"/>
                      </a:lnTo>
                      <a:lnTo>
                        <a:pt x="2234" y="346"/>
                      </a:lnTo>
                      <a:lnTo>
                        <a:pt x="2234" y="346"/>
                      </a:lnTo>
                      <a:lnTo>
                        <a:pt x="2232" y="346"/>
                      </a:lnTo>
                      <a:lnTo>
                        <a:pt x="2232" y="346"/>
                      </a:lnTo>
                      <a:lnTo>
                        <a:pt x="2232" y="348"/>
                      </a:lnTo>
                      <a:lnTo>
                        <a:pt x="2230" y="348"/>
                      </a:lnTo>
                      <a:lnTo>
                        <a:pt x="2230" y="348"/>
                      </a:lnTo>
                      <a:lnTo>
                        <a:pt x="2230" y="350"/>
                      </a:lnTo>
                      <a:lnTo>
                        <a:pt x="2230" y="350"/>
                      </a:lnTo>
                      <a:lnTo>
                        <a:pt x="2224" y="352"/>
                      </a:lnTo>
                      <a:lnTo>
                        <a:pt x="2224" y="352"/>
                      </a:lnTo>
                      <a:lnTo>
                        <a:pt x="2224" y="348"/>
                      </a:lnTo>
                      <a:lnTo>
                        <a:pt x="2224" y="348"/>
                      </a:lnTo>
                      <a:lnTo>
                        <a:pt x="2216" y="342"/>
                      </a:lnTo>
                      <a:lnTo>
                        <a:pt x="2208" y="340"/>
                      </a:lnTo>
                      <a:lnTo>
                        <a:pt x="2208" y="340"/>
                      </a:lnTo>
                      <a:lnTo>
                        <a:pt x="2206" y="342"/>
                      </a:lnTo>
                      <a:lnTo>
                        <a:pt x="2204" y="342"/>
                      </a:lnTo>
                      <a:lnTo>
                        <a:pt x="2204" y="342"/>
                      </a:lnTo>
                      <a:lnTo>
                        <a:pt x="2200" y="340"/>
                      </a:lnTo>
                      <a:lnTo>
                        <a:pt x="2196" y="336"/>
                      </a:lnTo>
                      <a:lnTo>
                        <a:pt x="2196" y="336"/>
                      </a:lnTo>
                      <a:lnTo>
                        <a:pt x="2198" y="332"/>
                      </a:lnTo>
                      <a:lnTo>
                        <a:pt x="2198" y="332"/>
                      </a:lnTo>
                      <a:lnTo>
                        <a:pt x="2196" y="330"/>
                      </a:lnTo>
                      <a:lnTo>
                        <a:pt x="2196" y="326"/>
                      </a:lnTo>
                      <a:lnTo>
                        <a:pt x="2192" y="320"/>
                      </a:lnTo>
                      <a:lnTo>
                        <a:pt x="2190" y="320"/>
                      </a:lnTo>
                      <a:lnTo>
                        <a:pt x="2190" y="320"/>
                      </a:lnTo>
                      <a:lnTo>
                        <a:pt x="2186" y="320"/>
                      </a:lnTo>
                      <a:lnTo>
                        <a:pt x="2180" y="320"/>
                      </a:lnTo>
                      <a:lnTo>
                        <a:pt x="2180" y="320"/>
                      </a:lnTo>
                      <a:lnTo>
                        <a:pt x="2180" y="318"/>
                      </a:lnTo>
                      <a:lnTo>
                        <a:pt x="2178" y="318"/>
                      </a:lnTo>
                      <a:lnTo>
                        <a:pt x="2178" y="318"/>
                      </a:lnTo>
                      <a:lnTo>
                        <a:pt x="2176" y="320"/>
                      </a:lnTo>
                      <a:lnTo>
                        <a:pt x="2176" y="322"/>
                      </a:lnTo>
                      <a:lnTo>
                        <a:pt x="2176" y="322"/>
                      </a:lnTo>
                      <a:lnTo>
                        <a:pt x="2170" y="324"/>
                      </a:lnTo>
                      <a:lnTo>
                        <a:pt x="2164" y="326"/>
                      </a:lnTo>
                      <a:lnTo>
                        <a:pt x="2164" y="326"/>
                      </a:lnTo>
                      <a:lnTo>
                        <a:pt x="2160" y="322"/>
                      </a:lnTo>
                      <a:lnTo>
                        <a:pt x="2160" y="322"/>
                      </a:lnTo>
                      <a:lnTo>
                        <a:pt x="2154" y="320"/>
                      </a:lnTo>
                      <a:lnTo>
                        <a:pt x="2154" y="320"/>
                      </a:lnTo>
                      <a:lnTo>
                        <a:pt x="2154" y="316"/>
                      </a:lnTo>
                      <a:lnTo>
                        <a:pt x="2158" y="312"/>
                      </a:lnTo>
                      <a:lnTo>
                        <a:pt x="2158" y="310"/>
                      </a:lnTo>
                      <a:lnTo>
                        <a:pt x="2158" y="310"/>
                      </a:lnTo>
                      <a:lnTo>
                        <a:pt x="2156" y="308"/>
                      </a:lnTo>
                      <a:lnTo>
                        <a:pt x="2154" y="306"/>
                      </a:lnTo>
                      <a:lnTo>
                        <a:pt x="2154" y="304"/>
                      </a:lnTo>
                      <a:lnTo>
                        <a:pt x="2156" y="302"/>
                      </a:lnTo>
                      <a:lnTo>
                        <a:pt x="2156" y="302"/>
                      </a:lnTo>
                      <a:lnTo>
                        <a:pt x="2150" y="300"/>
                      </a:lnTo>
                      <a:lnTo>
                        <a:pt x="2150" y="300"/>
                      </a:lnTo>
                      <a:lnTo>
                        <a:pt x="2146" y="304"/>
                      </a:lnTo>
                      <a:lnTo>
                        <a:pt x="2146" y="306"/>
                      </a:lnTo>
                      <a:lnTo>
                        <a:pt x="2146" y="306"/>
                      </a:lnTo>
                      <a:lnTo>
                        <a:pt x="2148" y="308"/>
                      </a:lnTo>
                      <a:lnTo>
                        <a:pt x="2148" y="312"/>
                      </a:lnTo>
                      <a:lnTo>
                        <a:pt x="2146" y="312"/>
                      </a:lnTo>
                      <a:lnTo>
                        <a:pt x="2146" y="312"/>
                      </a:lnTo>
                      <a:lnTo>
                        <a:pt x="2144" y="316"/>
                      </a:lnTo>
                      <a:lnTo>
                        <a:pt x="2144" y="316"/>
                      </a:lnTo>
                      <a:lnTo>
                        <a:pt x="2152" y="320"/>
                      </a:lnTo>
                      <a:lnTo>
                        <a:pt x="2152" y="320"/>
                      </a:lnTo>
                      <a:lnTo>
                        <a:pt x="2152" y="322"/>
                      </a:lnTo>
                      <a:lnTo>
                        <a:pt x="2152" y="322"/>
                      </a:lnTo>
                      <a:lnTo>
                        <a:pt x="2146" y="328"/>
                      </a:lnTo>
                      <a:lnTo>
                        <a:pt x="2146" y="328"/>
                      </a:lnTo>
                      <a:lnTo>
                        <a:pt x="2148" y="330"/>
                      </a:lnTo>
                      <a:lnTo>
                        <a:pt x="2146" y="334"/>
                      </a:lnTo>
                      <a:lnTo>
                        <a:pt x="2146" y="334"/>
                      </a:lnTo>
                      <a:lnTo>
                        <a:pt x="2140" y="338"/>
                      </a:lnTo>
                      <a:lnTo>
                        <a:pt x="2132" y="340"/>
                      </a:lnTo>
                      <a:lnTo>
                        <a:pt x="2132" y="340"/>
                      </a:lnTo>
                      <a:lnTo>
                        <a:pt x="2126" y="340"/>
                      </a:lnTo>
                      <a:lnTo>
                        <a:pt x="2120" y="338"/>
                      </a:lnTo>
                      <a:lnTo>
                        <a:pt x="2108" y="334"/>
                      </a:lnTo>
                      <a:lnTo>
                        <a:pt x="2108" y="334"/>
                      </a:lnTo>
                      <a:lnTo>
                        <a:pt x="2106" y="336"/>
                      </a:lnTo>
                      <a:lnTo>
                        <a:pt x="2106" y="336"/>
                      </a:lnTo>
                      <a:lnTo>
                        <a:pt x="2100" y="336"/>
                      </a:lnTo>
                      <a:lnTo>
                        <a:pt x="2094" y="336"/>
                      </a:lnTo>
                      <a:lnTo>
                        <a:pt x="2094" y="336"/>
                      </a:lnTo>
                      <a:lnTo>
                        <a:pt x="2092" y="338"/>
                      </a:lnTo>
                      <a:lnTo>
                        <a:pt x="2100" y="338"/>
                      </a:lnTo>
                      <a:lnTo>
                        <a:pt x="2100" y="338"/>
                      </a:lnTo>
                      <a:lnTo>
                        <a:pt x="2106" y="342"/>
                      </a:lnTo>
                      <a:lnTo>
                        <a:pt x="2110" y="338"/>
                      </a:lnTo>
                      <a:lnTo>
                        <a:pt x="2110" y="338"/>
                      </a:lnTo>
                      <a:lnTo>
                        <a:pt x="2112" y="344"/>
                      </a:lnTo>
                      <a:lnTo>
                        <a:pt x="2112" y="344"/>
                      </a:lnTo>
                      <a:lnTo>
                        <a:pt x="2108" y="344"/>
                      </a:lnTo>
                      <a:lnTo>
                        <a:pt x="2108" y="344"/>
                      </a:lnTo>
                      <a:lnTo>
                        <a:pt x="2106" y="350"/>
                      </a:lnTo>
                      <a:lnTo>
                        <a:pt x="2106" y="350"/>
                      </a:lnTo>
                      <a:lnTo>
                        <a:pt x="2112" y="348"/>
                      </a:lnTo>
                      <a:lnTo>
                        <a:pt x="2116" y="348"/>
                      </a:lnTo>
                      <a:lnTo>
                        <a:pt x="2116" y="348"/>
                      </a:lnTo>
                      <a:lnTo>
                        <a:pt x="2122" y="360"/>
                      </a:lnTo>
                      <a:lnTo>
                        <a:pt x="2122" y="360"/>
                      </a:lnTo>
                      <a:lnTo>
                        <a:pt x="2124" y="360"/>
                      </a:lnTo>
                      <a:lnTo>
                        <a:pt x="2124" y="360"/>
                      </a:lnTo>
                      <a:lnTo>
                        <a:pt x="2126" y="366"/>
                      </a:lnTo>
                      <a:lnTo>
                        <a:pt x="2128" y="368"/>
                      </a:lnTo>
                      <a:lnTo>
                        <a:pt x="2128" y="368"/>
                      </a:lnTo>
                      <a:lnTo>
                        <a:pt x="2126" y="370"/>
                      </a:lnTo>
                      <a:lnTo>
                        <a:pt x="2126" y="372"/>
                      </a:lnTo>
                      <a:lnTo>
                        <a:pt x="2126" y="372"/>
                      </a:lnTo>
                      <a:lnTo>
                        <a:pt x="2132" y="374"/>
                      </a:lnTo>
                      <a:lnTo>
                        <a:pt x="2132" y="374"/>
                      </a:lnTo>
                      <a:lnTo>
                        <a:pt x="2132" y="376"/>
                      </a:lnTo>
                      <a:lnTo>
                        <a:pt x="2132" y="376"/>
                      </a:lnTo>
                      <a:lnTo>
                        <a:pt x="2132" y="378"/>
                      </a:lnTo>
                      <a:lnTo>
                        <a:pt x="2132" y="382"/>
                      </a:lnTo>
                      <a:lnTo>
                        <a:pt x="2132" y="382"/>
                      </a:lnTo>
                      <a:lnTo>
                        <a:pt x="2134" y="384"/>
                      </a:lnTo>
                      <a:lnTo>
                        <a:pt x="2134" y="384"/>
                      </a:lnTo>
                      <a:lnTo>
                        <a:pt x="2128" y="388"/>
                      </a:lnTo>
                      <a:lnTo>
                        <a:pt x="2124" y="390"/>
                      </a:lnTo>
                      <a:lnTo>
                        <a:pt x="2120" y="388"/>
                      </a:lnTo>
                      <a:lnTo>
                        <a:pt x="2120" y="388"/>
                      </a:lnTo>
                      <a:lnTo>
                        <a:pt x="2114" y="384"/>
                      </a:lnTo>
                      <a:lnTo>
                        <a:pt x="2114" y="384"/>
                      </a:lnTo>
                      <a:lnTo>
                        <a:pt x="2104" y="386"/>
                      </a:lnTo>
                      <a:lnTo>
                        <a:pt x="2104" y="386"/>
                      </a:lnTo>
                      <a:lnTo>
                        <a:pt x="2102" y="386"/>
                      </a:lnTo>
                      <a:lnTo>
                        <a:pt x="2100" y="384"/>
                      </a:lnTo>
                      <a:lnTo>
                        <a:pt x="2098" y="386"/>
                      </a:lnTo>
                      <a:lnTo>
                        <a:pt x="2098" y="386"/>
                      </a:lnTo>
                      <a:lnTo>
                        <a:pt x="2090" y="388"/>
                      </a:lnTo>
                      <a:lnTo>
                        <a:pt x="2080" y="392"/>
                      </a:lnTo>
                      <a:lnTo>
                        <a:pt x="2080" y="392"/>
                      </a:lnTo>
                      <a:lnTo>
                        <a:pt x="2080" y="394"/>
                      </a:lnTo>
                      <a:lnTo>
                        <a:pt x="2080" y="394"/>
                      </a:lnTo>
                      <a:lnTo>
                        <a:pt x="2072" y="396"/>
                      </a:lnTo>
                      <a:lnTo>
                        <a:pt x="2066" y="398"/>
                      </a:lnTo>
                      <a:lnTo>
                        <a:pt x="2066" y="398"/>
                      </a:lnTo>
                      <a:lnTo>
                        <a:pt x="2060" y="404"/>
                      </a:lnTo>
                      <a:lnTo>
                        <a:pt x="2060" y="404"/>
                      </a:lnTo>
                      <a:lnTo>
                        <a:pt x="2054" y="400"/>
                      </a:lnTo>
                      <a:lnTo>
                        <a:pt x="2054" y="400"/>
                      </a:lnTo>
                      <a:lnTo>
                        <a:pt x="2054" y="406"/>
                      </a:lnTo>
                      <a:lnTo>
                        <a:pt x="2052" y="410"/>
                      </a:lnTo>
                      <a:lnTo>
                        <a:pt x="2048" y="410"/>
                      </a:lnTo>
                      <a:lnTo>
                        <a:pt x="2042" y="406"/>
                      </a:lnTo>
                      <a:lnTo>
                        <a:pt x="2042" y="406"/>
                      </a:lnTo>
                      <a:lnTo>
                        <a:pt x="2046" y="412"/>
                      </a:lnTo>
                      <a:lnTo>
                        <a:pt x="2046" y="412"/>
                      </a:lnTo>
                      <a:lnTo>
                        <a:pt x="2042" y="416"/>
                      </a:lnTo>
                      <a:lnTo>
                        <a:pt x="2042" y="416"/>
                      </a:lnTo>
                      <a:lnTo>
                        <a:pt x="2040" y="416"/>
                      </a:lnTo>
                      <a:lnTo>
                        <a:pt x="2038" y="416"/>
                      </a:lnTo>
                      <a:lnTo>
                        <a:pt x="2038" y="416"/>
                      </a:lnTo>
                      <a:lnTo>
                        <a:pt x="2032" y="418"/>
                      </a:lnTo>
                      <a:lnTo>
                        <a:pt x="2032" y="420"/>
                      </a:lnTo>
                      <a:lnTo>
                        <a:pt x="2032" y="420"/>
                      </a:lnTo>
                      <a:lnTo>
                        <a:pt x="2032" y="420"/>
                      </a:lnTo>
                      <a:lnTo>
                        <a:pt x="2032" y="424"/>
                      </a:lnTo>
                      <a:lnTo>
                        <a:pt x="2032" y="424"/>
                      </a:lnTo>
                      <a:lnTo>
                        <a:pt x="2028" y="424"/>
                      </a:lnTo>
                      <a:lnTo>
                        <a:pt x="2024" y="426"/>
                      </a:lnTo>
                      <a:lnTo>
                        <a:pt x="2024" y="428"/>
                      </a:lnTo>
                      <a:lnTo>
                        <a:pt x="2024" y="428"/>
                      </a:lnTo>
                      <a:lnTo>
                        <a:pt x="2020" y="432"/>
                      </a:lnTo>
                      <a:lnTo>
                        <a:pt x="2020" y="432"/>
                      </a:lnTo>
                      <a:lnTo>
                        <a:pt x="2018" y="438"/>
                      </a:lnTo>
                      <a:lnTo>
                        <a:pt x="2016" y="442"/>
                      </a:lnTo>
                      <a:lnTo>
                        <a:pt x="2016" y="442"/>
                      </a:lnTo>
                      <a:lnTo>
                        <a:pt x="2004" y="436"/>
                      </a:lnTo>
                      <a:lnTo>
                        <a:pt x="2004" y="436"/>
                      </a:lnTo>
                      <a:lnTo>
                        <a:pt x="2004" y="434"/>
                      </a:lnTo>
                      <a:lnTo>
                        <a:pt x="2004" y="430"/>
                      </a:lnTo>
                      <a:lnTo>
                        <a:pt x="2004" y="430"/>
                      </a:lnTo>
                      <a:lnTo>
                        <a:pt x="2002" y="430"/>
                      </a:lnTo>
                      <a:lnTo>
                        <a:pt x="1998" y="430"/>
                      </a:lnTo>
                      <a:lnTo>
                        <a:pt x="1998" y="430"/>
                      </a:lnTo>
                      <a:lnTo>
                        <a:pt x="1994" y="426"/>
                      </a:lnTo>
                      <a:lnTo>
                        <a:pt x="1988" y="422"/>
                      </a:lnTo>
                      <a:lnTo>
                        <a:pt x="1988" y="422"/>
                      </a:lnTo>
                      <a:lnTo>
                        <a:pt x="1984" y="422"/>
                      </a:lnTo>
                      <a:lnTo>
                        <a:pt x="1982" y="424"/>
                      </a:lnTo>
                      <a:lnTo>
                        <a:pt x="1982" y="426"/>
                      </a:lnTo>
                      <a:lnTo>
                        <a:pt x="1982" y="426"/>
                      </a:lnTo>
                      <a:lnTo>
                        <a:pt x="1978" y="426"/>
                      </a:lnTo>
                      <a:lnTo>
                        <a:pt x="1978" y="426"/>
                      </a:lnTo>
                      <a:lnTo>
                        <a:pt x="1976" y="428"/>
                      </a:lnTo>
                      <a:lnTo>
                        <a:pt x="1976" y="428"/>
                      </a:lnTo>
                      <a:lnTo>
                        <a:pt x="1976" y="428"/>
                      </a:lnTo>
                      <a:lnTo>
                        <a:pt x="1974" y="428"/>
                      </a:lnTo>
                      <a:lnTo>
                        <a:pt x="1974" y="428"/>
                      </a:lnTo>
                      <a:lnTo>
                        <a:pt x="1974" y="432"/>
                      </a:lnTo>
                      <a:lnTo>
                        <a:pt x="1966" y="442"/>
                      </a:lnTo>
                      <a:lnTo>
                        <a:pt x="1966" y="442"/>
                      </a:lnTo>
                      <a:lnTo>
                        <a:pt x="1962" y="444"/>
                      </a:lnTo>
                      <a:lnTo>
                        <a:pt x="1960" y="444"/>
                      </a:lnTo>
                      <a:lnTo>
                        <a:pt x="1958" y="442"/>
                      </a:lnTo>
                      <a:lnTo>
                        <a:pt x="1958" y="436"/>
                      </a:lnTo>
                      <a:lnTo>
                        <a:pt x="1958" y="436"/>
                      </a:lnTo>
                      <a:lnTo>
                        <a:pt x="1960" y="430"/>
                      </a:lnTo>
                      <a:lnTo>
                        <a:pt x="1962" y="426"/>
                      </a:lnTo>
                      <a:lnTo>
                        <a:pt x="1960" y="426"/>
                      </a:lnTo>
                      <a:lnTo>
                        <a:pt x="1960" y="426"/>
                      </a:lnTo>
                      <a:lnTo>
                        <a:pt x="1956" y="432"/>
                      </a:lnTo>
                      <a:lnTo>
                        <a:pt x="1956" y="432"/>
                      </a:lnTo>
                      <a:lnTo>
                        <a:pt x="1944" y="438"/>
                      </a:lnTo>
                      <a:lnTo>
                        <a:pt x="1944" y="438"/>
                      </a:lnTo>
                      <a:lnTo>
                        <a:pt x="1944" y="442"/>
                      </a:lnTo>
                      <a:lnTo>
                        <a:pt x="1944" y="442"/>
                      </a:lnTo>
                      <a:lnTo>
                        <a:pt x="1940" y="442"/>
                      </a:lnTo>
                      <a:lnTo>
                        <a:pt x="1940" y="442"/>
                      </a:lnTo>
                      <a:lnTo>
                        <a:pt x="1938" y="440"/>
                      </a:lnTo>
                      <a:lnTo>
                        <a:pt x="1938" y="440"/>
                      </a:lnTo>
                      <a:lnTo>
                        <a:pt x="1936" y="440"/>
                      </a:lnTo>
                      <a:lnTo>
                        <a:pt x="1932" y="440"/>
                      </a:lnTo>
                      <a:lnTo>
                        <a:pt x="1932" y="440"/>
                      </a:lnTo>
                      <a:lnTo>
                        <a:pt x="1930" y="438"/>
                      </a:lnTo>
                      <a:lnTo>
                        <a:pt x="1930" y="438"/>
                      </a:lnTo>
                      <a:lnTo>
                        <a:pt x="1928" y="438"/>
                      </a:lnTo>
                      <a:lnTo>
                        <a:pt x="1928" y="438"/>
                      </a:lnTo>
                      <a:lnTo>
                        <a:pt x="1926" y="444"/>
                      </a:lnTo>
                      <a:lnTo>
                        <a:pt x="1922" y="448"/>
                      </a:lnTo>
                      <a:lnTo>
                        <a:pt x="1922" y="448"/>
                      </a:lnTo>
                      <a:lnTo>
                        <a:pt x="1922" y="448"/>
                      </a:lnTo>
                      <a:lnTo>
                        <a:pt x="1922" y="450"/>
                      </a:lnTo>
                      <a:lnTo>
                        <a:pt x="1922" y="454"/>
                      </a:lnTo>
                      <a:lnTo>
                        <a:pt x="1922" y="454"/>
                      </a:lnTo>
                      <a:lnTo>
                        <a:pt x="1920" y="454"/>
                      </a:lnTo>
                      <a:lnTo>
                        <a:pt x="1920" y="454"/>
                      </a:lnTo>
                      <a:lnTo>
                        <a:pt x="1920" y="458"/>
                      </a:lnTo>
                      <a:lnTo>
                        <a:pt x="1920" y="458"/>
                      </a:lnTo>
                      <a:lnTo>
                        <a:pt x="1918" y="458"/>
                      </a:lnTo>
                      <a:lnTo>
                        <a:pt x="1916" y="458"/>
                      </a:lnTo>
                      <a:lnTo>
                        <a:pt x="1916" y="458"/>
                      </a:lnTo>
                      <a:lnTo>
                        <a:pt x="1916" y="462"/>
                      </a:lnTo>
                      <a:lnTo>
                        <a:pt x="1916" y="462"/>
                      </a:lnTo>
                      <a:lnTo>
                        <a:pt x="1912" y="464"/>
                      </a:lnTo>
                      <a:lnTo>
                        <a:pt x="1912" y="464"/>
                      </a:lnTo>
                      <a:lnTo>
                        <a:pt x="1908" y="468"/>
                      </a:lnTo>
                      <a:lnTo>
                        <a:pt x="1904" y="474"/>
                      </a:lnTo>
                      <a:lnTo>
                        <a:pt x="1904" y="478"/>
                      </a:lnTo>
                      <a:lnTo>
                        <a:pt x="1906" y="486"/>
                      </a:lnTo>
                      <a:lnTo>
                        <a:pt x="1906" y="486"/>
                      </a:lnTo>
                      <a:lnTo>
                        <a:pt x="1908" y="488"/>
                      </a:lnTo>
                      <a:lnTo>
                        <a:pt x="1908" y="486"/>
                      </a:lnTo>
                      <a:lnTo>
                        <a:pt x="1908" y="486"/>
                      </a:lnTo>
                      <a:lnTo>
                        <a:pt x="1918" y="488"/>
                      </a:lnTo>
                      <a:lnTo>
                        <a:pt x="1918" y="488"/>
                      </a:lnTo>
                      <a:lnTo>
                        <a:pt x="1918" y="492"/>
                      </a:lnTo>
                      <a:lnTo>
                        <a:pt x="1918" y="492"/>
                      </a:lnTo>
                      <a:lnTo>
                        <a:pt x="1916" y="498"/>
                      </a:lnTo>
                      <a:lnTo>
                        <a:pt x="1916" y="498"/>
                      </a:lnTo>
                      <a:lnTo>
                        <a:pt x="1912" y="500"/>
                      </a:lnTo>
                      <a:lnTo>
                        <a:pt x="1910" y="500"/>
                      </a:lnTo>
                      <a:lnTo>
                        <a:pt x="1910" y="500"/>
                      </a:lnTo>
                      <a:lnTo>
                        <a:pt x="1910" y="504"/>
                      </a:lnTo>
                      <a:lnTo>
                        <a:pt x="1910" y="508"/>
                      </a:lnTo>
                      <a:lnTo>
                        <a:pt x="1910" y="508"/>
                      </a:lnTo>
                      <a:lnTo>
                        <a:pt x="1908" y="510"/>
                      </a:lnTo>
                      <a:lnTo>
                        <a:pt x="1908" y="514"/>
                      </a:lnTo>
                      <a:lnTo>
                        <a:pt x="1908" y="514"/>
                      </a:lnTo>
                      <a:lnTo>
                        <a:pt x="1910" y="516"/>
                      </a:lnTo>
                      <a:lnTo>
                        <a:pt x="1912" y="518"/>
                      </a:lnTo>
                      <a:lnTo>
                        <a:pt x="1912" y="518"/>
                      </a:lnTo>
                      <a:lnTo>
                        <a:pt x="1912" y="522"/>
                      </a:lnTo>
                      <a:lnTo>
                        <a:pt x="1912" y="522"/>
                      </a:lnTo>
                      <a:lnTo>
                        <a:pt x="1920" y="522"/>
                      </a:lnTo>
                      <a:lnTo>
                        <a:pt x="1920" y="522"/>
                      </a:lnTo>
                      <a:lnTo>
                        <a:pt x="1920" y="528"/>
                      </a:lnTo>
                      <a:lnTo>
                        <a:pt x="1920" y="528"/>
                      </a:lnTo>
                      <a:lnTo>
                        <a:pt x="1918" y="532"/>
                      </a:lnTo>
                      <a:lnTo>
                        <a:pt x="1918" y="532"/>
                      </a:lnTo>
                      <a:lnTo>
                        <a:pt x="1914" y="530"/>
                      </a:lnTo>
                      <a:lnTo>
                        <a:pt x="1910" y="528"/>
                      </a:lnTo>
                      <a:lnTo>
                        <a:pt x="1910" y="528"/>
                      </a:lnTo>
                      <a:lnTo>
                        <a:pt x="1906" y="532"/>
                      </a:lnTo>
                      <a:lnTo>
                        <a:pt x="1906" y="532"/>
                      </a:lnTo>
                      <a:lnTo>
                        <a:pt x="1900" y="534"/>
                      </a:lnTo>
                      <a:lnTo>
                        <a:pt x="1900" y="534"/>
                      </a:lnTo>
                      <a:lnTo>
                        <a:pt x="1896" y="552"/>
                      </a:lnTo>
                      <a:lnTo>
                        <a:pt x="1896" y="552"/>
                      </a:lnTo>
                      <a:lnTo>
                        <a:pt x="1902" y="554"/>
                      </a:lnTo>
                      <a:lnTo>
                        <a:pt x="1904" y="558"/>
                      </a:lnTo>
                      <a:lnTo>
                        <a:pt x="1904" y="558"/>
                      </a:lnTo>
                      <a:lnTo>
                        <a:pt x="1904" y="562"/>
                      </a:lnTo>
                      <a:lnTo>
                        <a:pt x="1902" y="562"/>
                      </a:lnTo>
                      <a:lnTo>
                        <a:pt x="1902" y="562"/>
                      </a:lnTo>
                      <a:lnTo>
                        <a:pt x="1900" y="566"/>
                      </a:lnTo>
                      <a:lnTo>
                        <a:pt x="1898" y="568"/>
                      </a:lnTo>
                      <a:lnTo>
                        <a:pt x="1898" y="568"/>
                      </a:lnTo>
                      <a:lnTo>
                        <a:pt x="1894" y="568"/>
                      </a:lnTo>
                      <a:lnTo>
                        <a:pt x="1888" y="568"/>
                      </a:lnTo>
                      <a:lnTo>
                        <a:pt x="1884" y="568"/>
                      </a:lnTo>
                      <a:lnTo>
                        <a:pt x="1880" y="572"/>
                      </a:lnTo>
                      <a:lnTo>
                        <a:pt x="1880" y="572"/>
                      </a:lnTo>
                      <a:lnTo>
                        <a:pt x="1872" y="584"/>
                      </a:lnTo>
                      <a:lnTo>
                        <a:pt x="1872" y="584"/>
                      </a:lnTo>
                      <a:lnTo>
                        <a:pt x="1872" y="592"/>
                      </a:lnTo>
                      <a:lnTo>
                        <a:pt x="1872" y="598"/>
                      </a:lnTo>
                      <a:lnTo>
                        <a:pt x="1872" y="600"/>
                      </a:lnTo>
                      <a:lnTo>
                        <a:pt x="1872" y="600"/>
                      </a:lnTo>
                      <a:lnTo>
                        <a:pt x="1868" y="600"/>
                      </a:lnTo>
                      <a:lnTo>
                        <a:pt x="1864" y="600"/>
                      </a:lnTo>
                      <a:lnTo>
                        <a:pt x="1864" y="600"/>
                      </a:lnTo>
                      <a:lnTo>
                        <a:pt x="1862" y="602"/>
                      </a:lnTo>
                      <a:lnTo>
                        <a:pt x="1860" y="604"/>
                      </a:lnTo>
                      <a:lnTo>
                        <a:pt x="1860" y="604"/>
                      </a:lnTo>
                      <a:lnTo>
                        <a:pt x="1856" y="604"/>
                      </a:lnTo>
                      <a:lnTo>
                        <a:pt x="1856" y="604"/>
                      </a:lnTo>
                      <a:lnTo>
                        <a:pt x="1856" y="608"/>
                      </a:lnTo>
                      <a:lnTo>
                        <a:pt x="1856" y="612"/>
                      </a:lnTo>
                      <a:lnTo>
                        <a:pt x="1856" y="618"/>
                      </a:lnTo>
                      <a:lnTo>
                        <a:pt x="1856" y="622"/>
                      </a:lnTo>
                      <a:lnTo>
                        <a:pt x="1856" y="622"/>
                      </a:lnTo>
                      <a:lnTo>
                        <a:pt x="1836" y="638"/>
                      </a:lnTo>
                      <a:lnTo>
                        <a:pt x="1836" y="638"/>
                      </a:lnTo>
                      <a:lnTo>
                        <a:pt x="1834" y="638"/>
                      </a:lnTo>
                      <a:lnTo>
                        <a:pt x="1834" y="638"/>
                      </a:lnTo>
                      <a:lnTo>
                        <a:pt x="1834" y="634"/>
                      </a:lnTo>
                      <a:lnTo>
                        <a:pt x="1834" y="634"/>
                      </a:lnTo>
                      <a:lnTo>
                        <a:pt x="1830" y="630"/>
                      </a:lnTo>
                      <a:lnTo>
                        <a:pt x="1830" y="630"/>
                      </a:lnTo>
                      <a:lnTo>
                        <a:pt x="1830" y="624"/>
                      </a:lnTo>
                      <a:lnTo>
                        <a:pt x="1830" y="616"/>
                      </a:lnTo>
                      <a:lnTo>
                        <a:pt x="1830" y="616"/>
                      </a:lnTo>
                      <a:lnTo>
                        <a:pt x="1826" y="608"/>
                      </a:lnTo>
                      <a:lnTo>
                        <a:pt x="1826" y="608"/>
                      </a:lnTo>
                      <a:lnTo>
                        <a:pt x="1824" y="598"/>
                      </a:lnTo>
                      <a:lnTo>
                        <a:pt x="1824" y="598"/>
                      </a:lnTo>
                      <a:lnTo>
                        <a:pt x="1824" y="584"/>
                      </a:lnTo>
                      <a:lnTo>
                        <a:pt x="1824" y="572"/>
                      </a:lnTo>
                      <a:lnTo>
                        <a:pt x="1824" y="572"/>
                      </a:lnTo>
                      <a:lnTo>
                        <a:pt x="1822" y="566"/>
                      </a:lnTo>
                      <a:lnTo>
                        <a:pt x="1820" y="558"/>
                      </a:lnTo>
                      <a:lnTo>
                        <a:pt x="1820" y="558"/>
                      </a:lnTo>
                      <a:lnTo>
                        <a:pt x="1818" y="548"/>
                      </a:lnTo>
                      <a:lnTo>
                        <a:pt x="1818" y="536"/>
                      </a:lnTo>
                      <a:lnTo>
                        <a:pt x="1818" y="536"/>
                      </a:lnTo>
                      <a:lnTo>
                        <a:pt x="1822" y="528"/>
                      </a:lnTo>
                      <a:lnTo>
                        <a:pt x="1822" y="528"/>
                      </a:lnTo>
                      <a:lnTo>
                        <a:pt x="1822" y="522"/>
                      </a:lnTo>
                      <a:lnTo>
                        <a:pt x="1824" y="518"/>
                      </a:lnTo>
                      <a:lnTo>
                        <a:pt x="1824" y="518"/>
                      </a:lnTo>
                      <a:lnTo>
                        <a:pt x="1826" y="516"/>
                      </a:lnTo>
                      <a:lnTo>
                        <a:pt x="1826" y="516"/>
                      </a:lnTo>
                      <a:lnTo>
                        <a:pt x="1830" y="512"/>
                      </a:lnTo>
                      <a:lnTo>
                        <a:pt x="1836" y="512"/>
                      </a:lnTo>
                      <a:lnTo>
                        <a:pt x="1836" y="512"/>
                      </a:lnTo>
                      <a:lnTo>
                        <a:pt x="1838" y="494"/>
                      </a:lnTo>
                      <a:lnTo>
                        <a:pt x="1838" y="494"/>
                      </a:lnTo>
                      <a:lnTo>
                        <a:pt x="1834" y="492"/>
                      </a:lnTo>
                      <a:lnTo>
                        <a:pt x="1834" y="490"/>
                      </a:lnTo>
                      <a:lnTo>
                        <a:pt x="1834" y="490"/>
                      </a:lnTo>
                      <a:lnTo>
                        <a:pt x="1846" y="490"/>
                      </a:lnTo>
                      <a:lnTo>
                        <a:pt x="1846" y="490"/>
                      </a:lnTo>
                      <a:lnTo>
                        <a:pt x="1848" y="488"/>
                      </a:lnTo>
                      <a:lnTo>
                        <a:pt x="1852" y="484"/>
                      </a:lnTo>
                      <a:lnTo>
                        <a:pt x="1852" y="484"/>
                      </a:lnTo>
                      <a:lnTo>
                        <a:pt x="1854" y="484"/>
                      </a:lnTo>
                      <a:lnTo>
                        <a:pt x="1858" y="486"/>
                      </a:lnTo>
                      <a:lnTo>
                        <a:pt x="1858" y="486"/>
                      </a:lnTo>
                      <a:lnTo>
                        <a:pt x="1860" y="482"/>
                      </a:lnTo>
                      <a:lnTo>
                        <a:pt x="1862" y="480"/>
                      </a:lnTo>
                      <a:lnTo>
                        <a:pt x="1862" y="480"/>
                      </a:lnTo>
                      <a:lnTo>
                        <a:pt x="1868" y="474"/>
                      </a:lnTo>
                      <a:lnTo>
                        <a:pt x="1874" y="468"/>
                      </a:lnTo>
                      <a:lnTo>
                        <a:pt x="1874" y="468"/>
                      </a:lnTo>
                      <a:lnTo>
                        <a:pt x="1874" y="466"/>
                      </a:lnTo>
                      <a:lnTo>
                        <a:pt x="1874" y="466"/>
                      </a:lnTo>
                      <a:lnTo>
                        <a:pt x="1878" y="460"/>
                      </a:lnTo>
                      <a:lnTo>
                        <a:pt x="1878" y="460"/>
                      </a:lnTo>
                      <a:lnTo>
                        <a:pt x="1884" y="458"/>
                      </a:lnTo>
                      <a:lnTo>
                        <a:pt x="1884" y="458"/>
                      </a:lnTo>
                      <a:lnTo>
                        <a:pt x="1886" y="454"/>
                      </a:lnTo>
                      <a:lnTo>
                        <a:pt x="1886" y="452"/>
                      </a:lnTo>
                      <a:lnTo>
                        <a:pt x="1886" y="452"/>
                      </a:lnTo>
                      <a:lnTo>
                        <a:pt x="1892" y="450"/>
                      </a:lnTo>
                      <a:lnTo>
                        <a:pt x="1896" y="442"/>
                      </a:lnTo>
                      <a:lnTo>
                        <a:pt x="1896" y="442"/>
                      </a:lnTo>
                      <a:lnTo>
                        <a:pt x="1896" y="438"/>
                      </a:lnTo>
                      <a:lnTo>
                        <a:pt x="1896" y="438"/>
                      </a:lnTo>
                      <a:lnTo>
                        <a:pt x="1902" y="436"/>
                      </a:lnTo>
                      <a:lnTo>
                        <a:pt x="1902" y="428"/>
                      </a:lnTo>
                      <a:lnTo>
                        <a:pt x="1902" y="428"/>
                      </a:lnTo>
                      <a:lnTo>
                        <a:pt x="1904" y="426"/>
                      </a:lnTo>
                      <a:lnTo>
                        <a:pt x="1904" y="426"/>
                      </a:lnTo>
                      <a:lnTo>
                        <a:pt x="1910" y="426"/>
                      </a:lnTo>
                      <a:lnTo>
                        <a:pt x="1910" y="426"/>
                      </a:lnTo>
                      <a:lnTo>
                        <a:pt x="1914" y="422"/>
                      </a:lnTo>
                      <a:lnTo>
                        <a:pt x="1914" y="422"/>
                      </a:lnTo>
                      <a:lnTo>
                        <a:pt x="1920" y="422"/>
                      </a:lnTo>
                      <a:lnTo>
                        <a:pt x="1928" y="422"/>
                      </a:lnTo>
                      <a:lnTo>
                        <a:pt x="1928" y="422"/>
                      </a:lnTo>
                      <a:lnTo>
                        <a:pt x="1928" y="418"/>
                      </a:lnTo>
                      <a:lnTo>
                        <a:pt x="1932" y="418"/>
                      </a:lnTo>
                      <a:lnTo>
                        <a:pt x="1932" y="418"/>
                      </a:lnTo>
                      <a:lnTo>
                        <a:pt x="1930" y="412"/>
                      </a:lnTo>
                      <a:lnTo>
                        <a:pt x="1932" y="406"/>
                      </a:lnTo>
                      <a:lnTo>
                        <a:pt x="1932" y="406"/>
                      </a:lnTo>
                      <a:lnTo>
                        <a:pt x="1934" y="402"/>
                      </a:lnTo>
                      <a:lnTo>
                        <a:pt x="1934" y="402"/>
                      </a:lnTo>
                      <a:lnTo>
                        <a:pt x="1934" y="398"/>
                      </a:lnTo>
                      <a:lnTo>
                        <a:pt x="1932" y="394"/>
                      </a:lnTo>
                      <a:lnTo>
                        <a:pt x="1932" y="392"/>
                      </a:lnTo>
                      <a:lnTo>
                        <a:pt x="1932" y="392"/>
                      </a:lnTo>
                      <a:lnTo>
                        <a:pt x="1936" y="390"/>
                      </a:lnTo>
                      <a:lnTo>
                        <a:pt x="1936" y="390"/>
                      </a:lnTo>
                      <a:lnTo>
                        <a:pt x="1940" y="386"/>
                      </a:lnTo>
                      <a:lnTo>
                        <a:pt x="1946" y="388"/>
                      </a:lnTo>
                      <a:lnTo>
                        <a:pt x="1946" y="388"/>
                      </a:lnTo>
                      <a:lnTo>
                        <a:pt x="1950" y="386"/>
                      </a:lnTo>
                      <a:lnTo>
                        <a:pt x="1950" y="386"/>
                      </a:lnTo>
                      <a:lnTo>
                        <a:pt x="1944" y="382"/>
                      </a:lnTo>
                      <a:lnTo>
                        <a:pt x="1940" y="380"/>
                      </a:lnTo>
                      <a:lnTo>
                        <a:pt x="1936" y="380"/>
                      </a:lnTo>
                      <a:lnTo>
                        <a:pt x="1936" y="380"/>
                      </a:lnTo>
                      <a:lnTo>
                        <a:pt x="1930" y="382"/>
                      </a:lnTo>
                      <a:lnTo>
                        <a:pt x="1930" y="382"/>
                      </a:lnTo>
                      <a:lnTo>
                        <a:pt x="1926" y="384"/>
                      </a:lnTo>
                      <a:lnTo>
                        <a:pt x="1926" y="384"/>
                      </a:lnTo>
                      <a:lnTo>
                        <a:pt x="1926" y="388"/>
                      </a:lnTo>
                      <a:lnTo>
                        <a:pt x="1926" y="388"/>
                      </a:lnTo>
                      <a:lnTo>
                        <a:pt x="1924" y="390"/>
                      </a:lnTo>
                      <a:lnTo>
                        <a:pt x="1922" y="390"/>
                      </a:lnTo>
                      <a:lnTo>
                        <a:pt x="1922" y="390"/>
                      </a:lnTo>
                      <a:lnTo>
                        <a:pt x="1924" y="400"/>
                      </a:lnTo>
                      <a:lnTo>
                        <a:pt x="1924" y="400"/>
                      </a:lnTo>
                      <a:lnTo>
                        <a:pt x="1924" y="400"/>
                      </a:lnTo>
                      <a:lnTo>
                        <a:pt x="1926" y="400"/>
                      </a:lnTo>
                      <a:lnTo>
                        <a:pt x="1926" y="402"/>
                      </a:lnTo>
                      <a:lnTo>
                        <a:pt x="1926" y="402"/>
                      </a:lnTo>
                      <a:lnTo>
                        <a:pt x="1920" y="404"/>
                      </a:lnTo>
                      <a:lnTo>
                        <a:pt x="1918" y="404"/>
                      </a:lnTo>
                      <a:lnTo>
                        <a:pt x="1918" y="402"/>
                      </a:lnTo>
                      <a:lnTo>
                        <a:pt x="1914" y="400"/>
                      </a:lnTo>
                      <a:lnTo>
                        <a:pt x="1914" y="400"/>
                      </a:lnTo>
                      <a:lnTo>
                        <a:pt x="1910" y="402"/>
                      </a:lnTo>
                      <a:lnTo>
                        <a:pt x="1906" y="404"/>
                      </a:lnTo>
                      <a:lnTo>
                        <a:pt x="1900" y="408"/>
                      </a:lnTo>
                      <a:lnTo>
                        <a:pt x="1900" y="408"/>
                      </a:lnTo>
                      <a:lnTo>
                        <a:pt x="1900" y="412"/>
                      </a:lnTo>
                      <a:lnTo>
                        <a:pt x="1898" y="414"/>
                      </a:lnTo>
                      <a:lnTo>
                        <a:pt x="1898" y="414"/>
                      </a:lnTo>
                      <a:lnTo>
                        <a:pt x="1896" y="414"/>
                      </a:lnTo>
                      <a:lnTo>
                        <a:pt x="1896" y="414"/>
                      </a:lnTo>
                      <a:lnTo>
                        <a:pt x="1896" y="414"/>
                      </a:lnTo>
                      <a:lnTo>
                        <a:pt x="1896" y="418"/>
                      </a:lnTo>
                      <a:lnTo>
                        <a:pt x="1896" y="418"/>
                      </a:lnTo>
                      <a:lnTo>
                        <a:pt x="1890" y="420"/>
                      </a:lnTo>
                      <a:lnTo>
                        <a:pt x="1890" y="420"/>
                      </a:lnTo>
                      <a:lnTo>
                        <a:pt x="1884" y="428"/>
                      </a:lnTo>
                      <a:lnTo>
                        <a:pt x="1882" y="426"/>
                      </a:lnTo>
                      <a:lnTo>
                        <a:pt x="1882" y="426"/>
                      </a:lnTo>
                      <a:lnTo>
                        <a:pt x="1882" y="422"/>
                      </a:lnTo>
                      <a:lnTo>
                        <a:pt x="1882" y="422"/>
                      </a:lnTo>
                      <a:lnTo>
                        <a:pt x="1882" y="422"/>
                      </a:lnTo>
                      <a:lnTo>
                        <a:pt x="1884" y="422"/>
                      </a:lnTo>
                      <a:lnTo>
                        <a:pt x="1884" y="422"/>
                      </a:lnTo>
                      <a:lnTo>
                        <a:pt x="1884" y="418"/>
                      </a:lnTo>
                      <a:lnTo>
                        <a:pt x="1886" y="418"/>
                      </a:lnTo>
                      <a:lnTo>
                        <a:pt x="1886" y="418"/>
                      </a:lnTo>
                      <a:lnTo>
                        <a:pt x="1886" y="416"/>
                      </a:lnTo>
                      <a:lnTo>
                        <a:pt x="1884" y="416"/>
                      </a:lnTo>
                      <a:lnTo>
                        <a:pt x="1882" y="420"/>
                      </a:lnTo>
                      <a:lnTo>
                        <a:pt x="1882" y="420"/>
                      </a:lnTo>
                      <a:lnTo>
                        <a:pt x="1876" y="420"/>
                      </a:lnTo>
                      <a:lnTo>
                        <a:pt x="1876" y="420"/>
                      </a:lnTo>
                      <a:lnTo>
                        <a:pt x="1878" y="414"/>
                      </a:lnTo>
                      <a:lnTo>
                        <a:pt x="1880" y="408"/>
                      </a:lnTo>
                      <a:lnTo>
                        <a:pt x="1880" y="408"/>
                      </a:lnTo>
                      <a:lnTo>
                        <a:pt x="1882" y="408"/>
                      </a:lnTo>
                      <a:lnTo>
                        <a:pt x="1884" y="408"/>
                      </a:lnTo>
                      <a:lnTo>
                        <a:pt x="1884" y="408"/>
                      </a:lnTo>
                      <a:lnTo>
                        <a:pt x="1884" y="398"/>
                      </a:lnTo>
                      <a:lnTo>
                        <a:pt x="1884" y="398"/>
                      </a:lnTo>
                      <a:lnTo>
                        <a:pt x="1876" y="404"/>
                      </a:lnTo>
                      <a:lnTo>
                        <a:pt x="1876" y="404"/>
                      </a:lnTo>
                      <a:lnTo>
                        <a:pt x="1876" y="404"/>
                      </a:lnTo>
                      <a:lnTo>
                        <a:pt x="1872" y="404"/>
                      </a:lnTo>
                      <a:lnTo>
                        <a:pt x="1872" y="404"/>
                      </a:lnTo>
                      <a:lnTo>
                        <a:pt x="1870" y="402"/>
                      </a:lnTo>
                      <a:lnTo>
                        <a:pt x="1866" y="398"/>
                      </a:lnTo>
                      <a:lnTo>
                        <a:pt x="1866" y="398"/>
                      </a:lnTo>
                      <a:lnTo>
                        <a:pt x="1860" y="398"/>
                      </a:lnTo>
                      <a:lnTo>
                        <a:pt x="1856" y="400"/>
                      </a:lnTo>
                      <a:lnTo>
                        <a:pt x="1856" y="400"/>
                      </a:lnTo>
                      <a:lnTo>
                        <a:pt x="1848" y="400"/>
                      </a:lnTo>
                      <a:lnTo>
                        <a:pt x="1842" y="402"/>
                      </a:lnTo>
                      <a:lnTo>
                        <a:pt x="1842" y="402"/>
                      </a:lnTo>
                      <a:lnTo>
                        <a:pt x="1840" y="404"/>
                      </a:lnTo>
                      <a:lnTo>
                        <a:pt x="1838" y="406"/>
                      </a:lnTo>
                      <a:lnTo>
                        <a:pt x="1838" y="406"/>
                      </a:lnTo>
                      <a:lnTo>
                        <a:pt x="1836" y="404"/>
                      </a:lnTo>
                      <a:lnTo>
                        <a:pt x="1834" y="404"/>
                      </a:lnTo>
                      <a:lnTo>
                        <a:pt x="1834" y="404"/>
                      </a:lnTo>
                      <a:lnTo>
                        <a:pt x="1834" y="408"/>
                      </a:lnTo>
                      <a:lnTo>
                        <a:pt x="1832" y="412"/>
                      </a:lnTo>
                      <a:lnTo>
                        <a:pt x="1828" y="414"/>
                      </a:lnTo>
                      <a:lnTo>
                        <a:pt x="1826" y="414"/>
                      </a:lnTo>
                      <a:lnTo>
                        <a:pt x="1826" y="414"/>
                      </a:lnTo>
                      <a:lnTo>
                        <a:pt x="1826" y="414"/>
                      </a:lnTo>
                      <a:lnTo>
                        <a:pt x="1826" y="416"/>
                      </a:lnTo>
                      <a:lnTo>
                        <a:pt x="1828" y="420"/>
                      </a:lnTo>
                      <a:lnTo>
                        <a:pt x="1824" y="420"/>
                      </a:lnTo>
                      <a:lnTo>
                        <a:pt x="1824" y="420"/>
                      </a:lnTo>
                      <a:lnTo>
                        <a:pt x="1824" y="424"/>
                      </a:lnTo>
                      <a:lnTo>
                        <a:pt x="1824" y="424"/>
                      </a:lnTo>
                      <a:lnTo>
                        <a:pt x="1820" y="424"/>
                      </a:lnTo>
                      <a:lnTo>
                        <a:pt x="1818" y="424"/>
                      </a:lnTo>
                      <a:lnTo>
                        <a:pt x="1818" y="424"/>
                      </a:lnTo>
                      <a:lnTo>
                        <a:pt x="1814" y="428"/>
                      </a:lnTo>
                      <a:lnTo>
                        <a:pt x="1814" y="428"/>
                      </a:lnTo>
                      <a:lnTo>
                        <a:pt x="1808" y="430"/>
                      </a:lnTo>
                      <a:lnTo>
                        <a:pt x="1808" y="430"/>
                      </a:lnTo>
                      <a:lnTo>
                        <a:pt x="1806" y="432"/>
                      </a:lnTo>
                      <a:lnTo>
                        <a:pt x="1806" y="434"/>
                      </a:lnTo>
                      <a:lnTo>
                        <a:pt x="1804" y="440"/>
                      </a:lnTo>
                      <a:lnTo>
                        <a:pt x="1804" y="440"/>
                      </a:lnTo>
                      <a:lnTo>
                        <a:pt x="1800" y="440"/>
                      </a:lnTo>
                      <a:lnTo>
                        <a:pt x="1800" y="440"/>
                      </a:lnTo>
                      <a:lnTo>
                        <a:pt x="1800" y="442"/>
                      </a:lnTo>
                      <a:lnTo>
                        <a:pt x="1800" y="446"/>
                      </a:lnTo>
                      <a:lnTo>
                        <a:pt x="1798" y="452"/>
                      </a:lnTo>
                      <a:lnTo>
                        <a:pt x="1798" y="452"/>
                      </a:lnTo>
                      <a:lnTo>
                        <a:pt x="1800" y="452"/>
                      </a:lnTo>
                      <a:lnTo>
                        <a:pt x="1802" y="454"/>
                      </a:lnTo>
                      <a:lnTo>
                        <a:pt x="1802" y="454"/>
                      </a:lnTo>
                      <a:lnTo>
                        <a:pt x="1806" y="450"/>
                      </a:lnTo>
                      <a:lnTo>
                        <a:pt x="1806" y="450"/>
                      </a:lnTo>
                      <a:lnTo>
                        <a:pt x="1812" y="452"/>
                      </a:lnTo>
                      <a:lnTo>
                        <a:pt x="1814" y="452"/>
                      </a:lnTo>
                      <a:lnTo>
                        <a:pt x="1814" y="452"/>
                      </a:lnTo>
                      <a:lnTo>
                        <a:pt x="1814" y="458"/>
                      </a:lnTo>
                      <a:lnTo>
                        <a:pt x="1814" y="458"/>
                      </a:lnTo>
                      <a:lnTo>
                        <a:pt x="1806" y="460"/>
                      </a:lnTo>
                      <a:lnTo>
                        <a:pt x="1800" y="462"/>
                      </a:lnTo>
                      <a:lnTo>
                        <a:pt x="1800" y="462"/>
                      </a:lnTo>
                      <a:lnTo>
                        <a:pt x="1800" y="460"/>
                      </a:lnTo>
                      <a:lnTo>
                        <a:pt x="1798" y="458"/>
                      </a:lnTo>
                      <a:lnTo>
                        <a:pt x="1798" y="458"/>
                      </a:lnTo>
                      <a:lnTo>
                        <a:pt x="1796" y="458"/>
                      </a:lnTo>
                      <a:lnTo>
                        <a:pt x="1796" y="458"/>
                      </a:lnTo>
                      <a:lnTo>
                        <a:pt x="1794" y="460"/>
                      </a:lnTo>
                      <a:lnTo>
                        <a:pt x="1794" y="460"/>
                      </a:lnTo>
                      <a:lnTo>
                        <a:pt x="1790" y="462"/>
                      </a:lnTo>
                      <a:lnTo>
                        <a:pt x="1790" y="462"/>
                      </a:lnTo>
                      <a:lnTo>
                        <a:pt x="1788" y="466"/>
                      </a:lnTo>
                      <a:lnTo>
                        <a:pt x="1788" y="466"/>
                      </a:lnTo>
                      <a:lnTo>
                        <a:pt x="1780" y="462"/>
                      </a:lnTo>
                      <a:lnTo>
                        <a:pt x="1778" y="468"/>
                      </a:lnTo>
                      <a:lnTo>
                        <a:pt x="1778" y="468"/>
                      </a:lnTo>
                      <a:lnTo>
                        <a:pt x="1770" y="468"/>
                      </a:lnTo>
                      <a:lnTo>
                        <a:pt x="1766" y="468"/>
                      </a:lnTo>
                      <a:lnTo>
                        <a:pt x="1764" y="464"/>
                      </a:lnTo>
                      <a:lnTo>
                        <a:pt x="1762" y="458"/>
                      </a:lnTo>
                      <a:lnTo>
                        <a:pt x="1762" y="458"/>
                      </a:lnTo>
                      <a:lnTo>
                        <a:pt x="1770" y="458"/>
                      </a:lnTo>
                      <a:lnTo>
                        <a:pt x="1776" y="458"/>
                      </a:lnTo>
                      <a:lnTo>
                        <a:pt x="1778" y="454"/>
                      </a:lnTo>
                      <a:lnTo>
                        <a:pt x="1778" y="454"/>
                      </a:lnTo>
                      <a:lnTo>
                        <a:pt x="1774" y="452"/>
                      </a:lnTo>
                      <a:lnTo>
                        <a:pt x="1770" y="448"/>
                      </a:lnTo>
                      <a:lnTo>
                        <a:pt x="1770" y="448"/>
                      </a:lnTo>
                      <a:lnTo>
                        <a:pt x="1768" y="444"/>
                      </a:lnTo>
                      <a:lnTo>
                        <a:pt x="1768" y="444"/>
                      </a:lnTo>
                      <a:lnTo>
                        <a:pt x="1762" y="446"/>
                      </a:lnTo>
                      <a:lnTo>
                        <a:pt x="1762" y="446"/>
                      </a:lnTo>
                      <a:lnTo>
                        <a:pt x="1762" y="448"/>
                      </a:lnTo>
                      <a:lnTo>
                        <a:pt x="1760" y="450"/>
                      </a:lnTo>
                      <a:lnTo>
                        <a:pt x="1760" y="450"/>
                      </a:lnTo>
                      <a:lnTo>
                        <a:pt x="1758" y="448"/>
                      </a:lnTo>
                      <a:lnTo>
                        <a:pt x="1758" y="448"/>
                      </a:lnTo>
                      <a:lnTo>
                        <a:pt x="1758" y="448"/>
                      </a:lnTo>
                      <a:lnTo>
                        <a:pt x="1758" y="448"/>
                      </a:lnTo>
                      <a:lnTo>
                        <a:pt x="1756" y="448"/>
                      </a:lnTo>
                      <a:lnTo>
                        <a:pt x="1756" y="446"/>
                      </a:lnTo>
                      <a:lnTo>
                        <a:pt x="1756" y="446"/>
                      </a:lnTo>
                      <a:lnTo>
                        <a:pt x="1752" y="446"/>
                      </a:lnTo>
                      <a:lnTo>
                        <a:pt x="1746" y="448"/>
                      </a:lnTo>
                      <a:lnTo>
                        <a:pt x="1746" y="448"/>
                      </a:lnTo>
                      <a:lnTo>
                        <a:pt x="1740" y="444"/>
                      </a:lnTo>
                      <a:lnTo>
                        <a:pt x="1736" y="444"/>
                      </a:lnTo>
                      <a:lnTo>
                        <a:pt x="1732" y="446"/>
                      </a:lnTo>
                      <a:lnTo>
                        <a:pt x="1732" y="446"/>
                      </a:lnTo>
                      <a:lnTo>
                        <a:pt x="1732" y="448"/>
                      </a:lnTo>
                      <a:lnTo>
                        <a:pt x="1734" y="452"/>
                      </a:lnTo>
                      <a:lnTo>
                        <a:pt x="1734" y="452"/>
                      </a:lnTo>
                      <a:lnTo>
                        <a:pt x="1732" y="452"/>
                      </a:lnTo>
                      <a:lnTo>
                        <a:pt x="1732" y="454"/>
                      </a:lnTo>
                      <a:lnTo>
                        <a:pt x="1732" y="454"/>
                      </a:lnTo>
                      <a:lnTo>
                        <a:pt x="1734" y="454"/>
                      </a:lnTo>
                      <a:lnTo>
                        <a:pt x="1734" y="456"/>
                      </a:lnTo>
                      <a:lnTo>
                        <a:pt x="1732" y="458"/>
                      </a:lnTo>
                      <a:lnTo>
                        <a:pt x="1730" y="458"/>
                      </a:lnTo>
                      <a:lnTo>
                        <a:pt x="1730" y="458"/>
                      </a:lnTo>
                      <a:lnTo>
                        <a:pt x="1728" y="458"/>
                      </a:lnTo>
                      <a:lnTo>
                        <a:pt x="1728" y="456"/>
                      </a:lnTo>
                      <a:lnTo>
                        <a:pt x="1726" y="454"/>
                      </a:lnTo>
                      <a:lnTo>
                        <a:pt x="1726" y="454"/>
                      </a:lnTo>
                      <a:lnTo>
                        <a:pt x="1724" y="454"/>
                      </a:lnTo>
                      <a:lnTo>
                        <a:pt x="1722" y="454"/>
                      </a:lnTo>
                      <a:lnTo>
                        <a:pt x="1718" y="456"/>
                      </a:lnTo>
                      <a:lnTo>
                        <a:pt x="1718" y="456"/>
                      </a:lnTo>
                      <a:lnTo>
                        <a:pt x="1710" y="456"/>
                      </a:lnTo>
                      <a:lnTo>
                        <a:pt x="1704" y="452"/>
                      </a:lnTo>
                      <a:lnTo>
                        <a:pt x="1704" y="450"/>
                      </a:lnTo>
                      <a:lnTo>
                        <a:pt x="1704" y="450"/>
                      </a:lnTo>
                      <a:lnTo>
                        <a:pt x="1700" y="450"/>
                      </a:lnTo>
                      <a:lnTo>
                        <a:pt x="1698" y="456"/>
                      </a:lnTo>
                      <a:lnTo>
                        <a:pt x="1698" y="456"/>
                      </a:lnTo>
                      <a:lnTo>
                        <a:pt x="1696" y="458"/>
                      </a:lnTo>
                      <a:lnTo>
                        <a:pt x="1692" y="458"/>
                      </a:lnTo>
                      <a:lnTo>
                        <a:pt x="1692" y="456"/>
                      </a:lnTo>
                      <a:lnTo>
                        <a:pt x="1692" y="456"/>
                      </a:lnTo>
                      <a:lnTo>
                        <a:pt x="1692" y="450"/>
                      </a:lnTo>
                      <a:lnTo>
                        <a:pt x="1692" y="450"/>
                      </a:lnTo>
                      <a:lnTo>
                        <a:pt x="1684" y="448"/>
                      </a:lnTo>
                      <a:lnTo>
                        <a:pt x="1676" y="446"/>
                      </a:lnTo>
                      <a:lnTo>
                        <a:pt x="1656" y="450"/>
                      </a:lnTo>
                      <a:lnTo>
                        <a:pt x="1656" y="450"/>
                      </a:lnTo>
                      <a:lnTo>
                        <a:pt x="1658" y="446"/>
                      </a:lnTo>
                      <a:lnTo>
                        <a:pt x="1658" y="446"/>
                      </a:lnTo>
                      <a:lnTo>
                        <a:pt x="1656" y="444"/>
                      </a:lnTo>
                      <a:lnTo>
                        <a:pt x="1656" y="446"/>
                      </a:lnTo>
                      <a:lnTo>
                        <a:pt x="1656" y="446"/>
                      </a:lnTo>
                      <a:lnTo>
                        <a:pt x="1652" y="444"/>
                      </a:lnTo>
                      <a:lnTo>
                        <a:pt x="1650" y="444"/>
                      </a:lnTo>
                      <a:lnTo>
                        <a:pt x="1650" y="444"/>
                      </a:lnTo>
                      <a:lnTo>
                        <a:pt x="1650" y="450"/>
                      </a:lnTo>
                      <a:lnTo>
                        <a:pt x="1650" y="450"/>
                      </a:lnTo>
                      <a:lnTo>
                        <a:pt x="1646" y="450"/>
                      </a:lnTo>
                      <a:lnTo>
                        <a:pt x="1642" y="452"/>
                      </a:lnTo>
                      <a:lnTo>
                        <a:pt x="1642" y="452"/>
                      </a:lnTo>
                      <a:lnTo>
                        <a:pt x="1640" y="454"/>
                      </a:lnTo>
                      <a:lnTo>
                        <a:pt x="1636" y="458"/>
                      </a:lnTo>
                      <a:lnTo>
                        <a:pt x="1636" y="458"/>
                      </a:lnTo>
                      <a:lnTo>
                        <a:pt x="1634" y="456"/>
                      </a:lnTo>
                      <a:lnTo>
                        <a:pt x="1632" y="456"/>
                      </a:lnTo>
                      <a:lnTo>
                        <a:pt x="1632" y="456"/>
                      </a:lnTo>
                      <a:lnTo>
                        <a:pt x="1632" y="458"/>
                      </a:lnTo>
                      <a:lnTo>
                        <a:pt x="1632" y="462"/>
                      </a:lnTo>
                      <a:lnTo>
                        <a:pt x="1632" y="462"/>
                      </a:lnTo>
                      <a:lnTo>
                        <a:pt x="1630" y="464"/>
                      </a:lnTo>
                      <a:lnTo>
                        <a:pt x="1626" y="466"/>
                      </a:lnTo>
                      <a:lnTo>
                        <a:pt x="1626" y="466"/>
                      </a:lnTo>
                      <a:lnTo>
                        <a:pt x="1622" y="476"/>
                      </a:lnTo>
                      <a:lnTo>
                        <a:pt x="1618" y="488"/>
                      </a:lnTo>
                      <a:lnTo>
                        <a:pt x="1618" y="488"/>
                      </a:lnTo>
                      <a:lnTo>
                        <a:pt x="1610" y="490"/>
                      </a:lnTo>
                      <a:lnTo>
                        <a:pt x="1610" y="490"/>
                      </a:lnTo>
                      <a:lnTo>
                        <a:pt x="1608" y="494"/>
                      </a:lnTo>
                      <a:lnTo>
                        <a:pt x="1608" y="496"/>
                      </a:lnTo>
                      <a:lnTo>
                        <a:pt x="1608" y="496"/>
                      </a:lnTo>
                      <a:lnTo>
                        <a:pt x="1606" y="496"/>
                      </a:lnTo>
                      <a:lnTo>
                        <a:pt x="1606" y="496"/>
                      </a:lnTo>
                      <a:lnTo>
                        <a:pt x="1602" y="500"/>
                      </a:lnTo>
                      <a:lnTo>
                        <a:pt x="1602" y="500"/>
                      </a:lnTo>
                      <a:lnTo>
                        <a:pt x="1596" y="502"/>
                      </a:lnTo>
                      <a:lnTo>
                        <a:pt x="1596" y="502"/>
                      </a:lnTo>
                      <a:lnTo>
                        <a:pt x="1596" y="504"/>
                      </a:lnTo>
                      <a:lnTo>
                        <a:pt x="1594" y="504"/>
                      </a:lnTo>
                      <a:lnTo>
                        <a:pt x="1594" y="504"/>
                      </a:lnTo>
                      <a:lnTo>
                        <a:pt x="1592" y="508"/>
                      </a:lnTo>
                      <a:lnTo>
                        <a:pt x="1590" y="510"/>
                      </a:lnTo>
                      <a:lnTo>
                        <a:pt x="1590" y="510"/>
                      </a:lnTo>
                      <a:lnTo>
                        <a:pt x="1588" y="510"/>
                      </a:lnTo>
                      <a:lnTo>
                        <a:pt x="1588" y="508"/>
                      </a:lnTo>
                      <a:lnTo>
                        <a:pt x="1588" y="508"/>
                      </a:lnTo>
                      <a:lnTo>
                        <a:pt x="1586" y="510"/>
                      </a:lnTo>
                      <a:lnTo>
                        <a:pt x="1586" y="510"/>
                      </a:lnTo>
                      <a:lnTo>
                        <a:pt x="1586" y="512"/>
                      </a:lnTo>
                      <a:lnTo>
                        <a:pt x="1586" y="514"/>
                      </a:lnTo>
                      <a:lnTo>
                        <a:pt x="1586" y="514"/>
                      </a:lnTo>
                      <a:lnTo>
                        <a:pt x="1584" y="518"/>
                      </a:lnTo>
                      <a:lnTo>
                        <a:pt x="1584" y="518"/>
                      </a:lnTo>
                      <a:lnTo>
                        <a:pt x="1584" y="524"/>
                      </a:lnTo>
                      <a:lnTo>
                        <a:pt x="1584" y="524"/>
                      </a:lnTo>
                      <a:lnTo>
                        <a:pt x="1580" y="526"/>
                      </a:lnTo>
                      <a:lnTo>
                        <a:pt x="1576" y="528"/>
                      </a:lnTo>
                      <a:lnTo>
                        <a:pt x="1576" y="528"/>
                      </a:lnTo>
                      <a:lnTo>
                        <a:pt x="1576" y="530"/>
                      </a:lnTo>
                      <a:lnTo>
                        <a:pt x="1576" y="532"/>
                      </a:lnTo>
                      <a:lnTo>
                        <a:pt x="1576" y="532"/>
                      </a:lnTo>
                      <a:lnTo>
                        <a:pt x="1572" y="534"/>
                      </a:lnTo>
                      <a:lnTo>
                        <a:pt x="1572" y="534"/>
                      </a:lnTo>
                      <a:lnTo>
                        <a:pt x="1568" y="538"/>
                      </a:lnTo>
                      <a:lnTo>
                        <a:pt x="1564" y="542"/>
                      </a:lnTo>
                      <a:lnTo>
                        <a:pt x="1564" y="542"/>
                      </a:lnTo>
                      <a:lnTo>
                        <a:pt x="1560" y="544"/>
                      </a:lnTo>
                      <a:lnTo>
                        <a:pt x="1560" y="544"/>
                      </a:lnTo>
                      <a:lnTo>
                        <a:pt x="1556" y="548"/>
                      </a:lnTo>
                      <a:lnTo>
                        <a:pt x="1554" y="552"/>
                      </a:lnTo>
                      <a:lnTo>
                        <a:pt x="1554" y="552"/>
                      </a:lnTo>
                      <a:lnTo>
                        <a:pt x="1550" y="554"/>
                      </a:lnTo>
                      <a:lnTo>
                        <a:pt x="1550" y="554"/>
                      </a:lnTo>
                      <a:lnTo>
                        <a:pt x="1546" y="558"/>
                      </a:lnTo>
                      <a:lnTo>
                        <a:pt x="1544" y="566"/>
                      </a:lnTo>
                      <a:lnTo>
                        <a:pt x="1544" y="566"/>
                      </a:lnTo>
                      <a:lnTo>
                        <a:pt x="1554" y="566"/>
                      </a:lnTo>
                      <a:lnTo>
                        <a:pt x="1564" y="566"/>
                      </a:lnTo>
                      <a:lnTo>
                        <a:pt x="1564" y="566"/>
                      </a:lnTo>
                      <a:lnTo>
                        <a:pt x="1564" y="586"/>
                      </a:lnTo>
                      <a:lnTo>
                        <a:pt x="1564" y="586"/>
                      </a:lnTo>
                      <a:lnTo>
                        <a:pt x="1568" y="586"/>
                      </a:lnTo>
                      <a:lnTo>
                        <a:pt x="1568" y="586"/>
                      </a:lnTo>
                      <a:lnTo>
                        <a:pt x="1570" y="578"/>
                      </a:lnTo>
                      <a:lnTo>
                        <a:pt x="1570" y="578"/>
                      </a:lnTo>
                      <a:lnTo>
                        <a:pt x="1574" y="582"/>
                      </a:lnTo>
                      <a:lnTo>
                        <a:pt x="1576" y="584"/>
                      </a:lnTo>
                      <a:lnTo>
                        <a:pt x="1572" y="592"/>
                      </a:lnTo>
                      <a:lnTo>
                        <a:pt x="1572" y="592"/>
                      </a:lnTo>
                      <a:lnTo>
                        <a:pt x="1576" y="592"/>
                      </a:lnTo>
                      <a:lnTo>
                        <a:pt x="1576" y="592"/>
                      </a:lnTo>
                      <a:lnTo>
                        <a:pt x="1580" y="588"/>
                      </a:lnTo>
                      <a:lnTo>
                        <a:pt x="1582" y="584"/>
                      </a:lnTo>
                      <a:lnTo>
                        <a:pt x="1582" y="584"/>
                      </a:lnTo>
                      <a:lnTo>
                        <a:pt x="1588" y="586"/>
                      </a:lnTo>
                      <a:lnTo>
                        <a:pt x="1588" y="586"/>
                      </a:lnTo>
                      <a:lnTo>
                        <a:pt x="1588" y="576"/>
                      </a:lnTo>
                      <a:lnTo>
                        <a:pt x="1588" y="576"/>
                      </a:lnTo>
                      <a:lnTo>
                        <a:pt x="1594" y="578"/>
                      </a:lnTo>
                      <a:lnTo>
                        <a:pt x="1600" y="578"/>
                      </a:lnTo>
                      <a:lnTo>
                        <a:pt x="1600" y="578"/>
                      </a:lnTo>
                      <a:lnTo>
                        <a:pt x="1602" y="582"/>
                      </a:lnTo>
                      <a:lnTo>
                        <a:pt x="1602" y="582"/>
                      </a:lnTo>
                      <a:lnTo>
                        <a:pt x="1610" y="584"/>
                      </a:lnTo>
                      <a:lnTo>
                        <a:pt x="1610" y="584"/>
                      </a:lnTo>
                      <a:lnTo>
                        <a:pt x="1610" y="586"/>
                      </a:lnTo>
                      <a:lnTo>
                        <a:pt x="1610" y="590"/>
                      </a:lnTo>
                      <a:lnTo>
                        <a:pt x="1618" y="596"/>
                      </a:lnTo>
                      <a:lnTo>
                        <a:pt x="1618" y="596"/>
                      </a:lnTo>
                      <a:lnTo>
                        <a:pt x="1620" y="594"/>
                      </a:lnTo>
                      <a:lnTo>
                        <a:pt x="1620" y="594"/>
                      </a:lnTo>
                      <a:lnTo>
                        <a:pt x="1620" y="598"/>
                      </a:lnTo>
                      <a:lnTo>
                        <a:pt x="1620" y="598"/>
                      </a:lnTo>
                      <a:lnTo>
                        <a:pt x="1628" y="600"/>
                      </a:lnTo>
                      <a:lnTo>
                        <a:pt x="1628" y="600"/>
                      </a:lnTo>
                      <a:lnTo>
                        <a:pt x="1630" y="598"/>
                      </a:lnTo>
                      <a:lnTo>
                        <a:pt x="1630" y="604"/>
                      </a:lnTo>
                      <a:lnTo>
                        <a:pt x="1630" y="604"/>
                      </a:lnTo>
                      <a:lnTo>
                        <a:pt x="1624" y="602"/>
                      </a:lnTo>
                      <a:lnTo>
                        <a:pt x="1622" y="602"/>
                      </a:lnTo>
                      <a:lnTo>
                        <a:pt x="1620" y="602"/>
                      </a:lnTo>
                      <a:lnTo>
                        <a:pt x="1620" y="602"/>
                      </a:lnTo>
                      <a:lnTo>
                        <a:pt x="1618" y="610"/>
                      </a:lnTo>
                      <a:lnTo>
                        <a:pt x="1618" y="610"/>
                      </a:lnTo>
                      <a:lnTo>
                        <a:pt x="1620" y="612"/>
                      </a:lnTo>
                      <a:lnTo>
                        <a:pt x="1620" y="612"/>
                      </a:lnTo>
                      <a:lnTo>
                        <a:pt x="1620" y="616"/>
                      </a:lnTo>
                      <a:lnTo>
                        <a:pt x="1620" y="616"/>
                      </a:lnTo>
                      <a:lnTo>
                        <a:pt x="1620" y="614"/>
                      </a:lnTo>
                      <a:lnTo>
                        <a:pt x="1620" y="616"/>
                      </a:lnTo>
                      <a:lnTo>
                        <a:pt x="1620" y="618"/>
                      </a:lnTo>
                      <a:lnTo>
                        <a:pt x="1620" y="618"/>
                      </a:lnTo>
                      <a:lnTo>
                        <a:pt x="1622" y="618"/>
                      </a:lnTo>
                      <a:lnTo>
                        <a:pt x="1622" y="620"/>
                      </a:lnTo>
                      <a:lnTo>
                        <a:pt x="1622" y="620"/>
                      </a:lnTo>
                      <a:lnTo>
                        <a:pt x="1620" y="622"/>
                      </a:lnTo>
                      <a:lnTo>
                        <a:pt x="1620" y="622"/>
                      </a:lnTo>
                      <a:lnTo>
                        <a:pt x="1620" y="626"/>
                      </a:lnTo>
                      <a:lnTo>
                        <a:pt x="1620" y="626"/>
                      </a:lnTo>
                      <a:lnTo>
                        <a:pt x="1616" y="630"/>
                      </a:lnTo>
                      <a:lnTo>
                        <a:pt x="1612" y="634"/>
                      </a:lnTo>
                      <a:lnTo>
                        <a:pt x="1612" y="634"/>
                      </a:lnTo>
                      <a:lnTo>
                        <a:pt x="1614" y="640"/>
                      </a:lnTo>
                      <a:lnTo>
                        <a:pt x="1612" y="644"/>
                      </a:lnTo>
                      <a:lnTo>
                        <a:pt x="1612" y="644"/>
                      </a:lnTo>
                      <a:lnTo>
                        <a:pt x="1612" y="648"/>
                      </a:lnTo>
                      <a:lnTo>
                        <a:pt x="1614" y="648"/>
                      </a:lnTo>
                      <a:lnTo>
                        <a:pt x="1614" y="648"/>
                      </a:lnTo>
                      <a:lnTo>
                        <a:pt x="1612" y="656"/>
                      </a:lnTo>
                      <a:lnTo>
                        <a:pt x="1612" y="656"/>
                      </a:lnTo>
                      <a:lnTo>
                        <a:pt x="1614" y="658"/>
                      </a:lnTo>
                      <a:lnTo>
                        <a:pt x="1614" y="664"/>
                      </a:lnTo>
                      <a:lnTo>
                        <a:pt x="1614" y="664"/>
                      </a:lnTo>
                      <a:lnTo>
                        <a:pt x="1612" y="668"/>
                      </a:lnTo>
                      <a:lnTo>
                        <a:pt x="1610" y="672"/>
                      </a:lnTo>
                      <a:lnTo>
                        <a:pt x="1610" y="672"/>
                      </a:lnTo>
                      <a:lnTo>
                        <a:pt x="1610" y="674"/>
                      </a:lnTo>
                      <a:lnTo>
                        <a:pt x="1612" y="676"/>
                      </a:lnTo>
                      <a:lnTo>
                        <a:pt x="1612" y="676"/>
                      </a:lnTo>
                      <a:lnTo>
                        <a:pt x="1610" y="678"/>
                      </a:lnTo>
                      <a:lnTo>
                        <a:pt x="1610" y="678"/>
                      </a:lnTo>
                      <a:lnTo>
                        <a:pt x="1608" y="682"/>
                      </a:lnTo>
                      <a:lnTo>
                        <a:pt x="1608" y="686"/>
                      </a:lnTo>
                      <a:lnTo>
                        <a:pt x="1608" y="686"/>
                      </a:lnTo>
                      <a:lnTo>
                        <a:pt x="1606" y="688"/>
                      </a:lnTo>
                      <a:lnTo>
                        <a:pt x="1602" y="692"/>
                      </a:lnTo>
                      <a:lnTo>
                        <a:pt x="1596" y="696"/>
                      </a:lnTo>
                      <a:lnTo>
                        <a:pt x="1596" y="696"/>
                      </a:lnTo>
                      <a:lnTo>
                        <a:pt x="1596" y="700"/>
                      </a:lnTo>
                      <a:lnTo>
                        <a:pt x="1594" y="704"/>
                      </a:lnTo>
                      <a:lnTo>
                        <a:pt x="1594" y="704"/>
                      </a:lnTo>
                      <a:lnTo>
                        <a:pt x="1594" y="706"/>
                      </a:lnTo>
                      <a:lnTo>
                        <a:pt x="1592" y="706"/>
                      </a:lnTo>
                      <a:lnTo>
                        <a:pt x="1592" y="706"/>
                      </a:lnTo>
                      <a:lnTo>
                        <a:pt x="1588" y="712"/>
                      </a:lnTo>
                      <a:lnTo>
                        <a:pt x="1584" y="718"/>
                      </a:lnTo>
                      <a:lnTo>
                        <a:pt x="1584" y="718"/>
                      </a:lnTo>
                      <a:lnTo>
                        <a:pt x="1584" y="720"/>
                      </a:lnTo>
                      <a:lnTo>
                        <a:pt x="1586" y="722"/>
                      </a:lnTo>
                      <a:lnTo>
                        <a:pt x="1580" y="734"/>
                      </a:lnTo>
                      <a:lnTo>
                        <a:pt x="1580" y="734"/>
                      </a:lnTo>
                      <a:lnTo>
                        <a:pt x="1574" y="738"/>
                      </a:lnTo>
                      <a:lnTo>
                        <a:pt x="1574" y="738"/>
                      </a:lnTo>
                      <a:lnTo>
                        <a:pt x="1572" y="744"/>
                      </a:lnTo>
                      <a:lnTo>
                        <a:pt x="1572" y="744"/>
                      </a:lnTo>
                      <a:lnTo>
                        <a:pt x="1566" y="744"/>
                      </a:lnTo>
                      <a:lnTo>
                        <a:pt x="1558" y="754"/>
                      </a:lnTo>
                      <a:lnTo>
                        <a:pt x="1558" y="754"/>
                      </a:lnTo>
                      <a:lnTo>
                        <a:pt x="1556" y="760"/>
                      </a:lnTo>
                      <a:lnTo>
                        <a:pt x="1556" y="760"/>
                      </a:lnTo>
                      <a:lnTo>
                        <a:pt x="1554" y="762"/>
                      </a:lnTo>
                      <a:lnTo>
                        <a:pt x="1552" y="762"/>
                      </a:lnTo>
                      <a:lnTo>
                        <a:pt x="1552" y="762"/>
                      </a:lnTo>
                      <a:lnTo>
                        <a:pt x="1552" y="766"/>
                      </a:lnTo>
                      <a:lnTo>
                        <a:pt x="1552" y="766"/>
                      </a:lnTo>
                      <a:lnTo>
                        <a:pt x="1548" y="768"/>
                      </a:lnTo>
                      <a:lnTo>
                        <a:pt x="1548" y="768"/>
                      </a:lnTo>
                      <a:lnTo>
                        <a:pt x="1548" y="772"/>
                      </a:lnTo>
                      <a:lnTo>
                        <a:pt x="1546" y="778"/>
                      </a:lnTo>
                      <a:lnTo>
                        <a:pt x="1546" y="778"/>
                      </a:lnTo>
                      <a:lnTo>
                        <a:pt x="1542" y="778"/>
                      </a:lnTo>
                      <a:lnTo>
                        <a:pt x="1542" y="778"/>
                      </a:lnTo>
                      <a:lnTo>
                        <a:pt x="1540" y="782"/>
                      </a:lnTo>
                      <a:lnTo>
                        <a:pt x="1540" y="782"/>
                      </a:lnTo>
                      <a:lnTo>
                        <a:pt x="1540" y="782"/>
                      </a:lnTo>
                      <a:lnTo>
                        <a:pt x="1532" y="790"/>
                      </a:lnTo>
                      <a:lnTo>
                        <a:pt x="1526" y="798"/>
                      </a:lnTo>
                      <a:lnTo>
                        <a:pt x="1526" y="798"/>
                      </a:lnTo>
                      <a:lnTo>
                        <a:pt x="1524" y="800"/>
                      </a:lnTo>
                      <a:lnTo>
                        <a:pt x="1522" y="798"/>
                      </a:lnTo>
                      <a:lnTo>
                        <a:pt x="1518" y="796"/>
                      </a:lnTo>
                      <a:lnTo>
                        <a:pt x="1514" y="796"/>
                      </a:lnTo>
                      <a:lnTo>
                        <a:pt x="1514" y="796"/>
                      </a:lnTo>
                      <a:lnTo>
                        <a:pt x="1512" y="792"/>
                      </a:lnTo>
                      <a:lnTo>
                        <a:pt x="1510" y="792"/>
                      </a:lnTo>
                      <a:lnTo>
                        <a:pt x="1510" y="792"/>
                      </a:lnTo>
                      <a:lnTo>
                        <a:pt x="1508" y="788"/>
                      </a:lnTo>
                      <a:lnTo>
                        <a:pt x="1510" y="782"/>
                      </a:lnTo>
                      <a:lnTo>
                        <a:pt x="1510" y="782"/>
                      </a:lnTo>
                      <a:lnTo>
                        <a:pt x="1506" y="784"/>
                      </a:lnTo>
                      <a:lnTo>
                        <a:pt x="1506" y="784"/>
                      </a:lnTo>
                      <a:lnTo>
                        <a:pt x="1504" y="784"/>
                      </a:lnTo>
                      <a:lnTo>
                        <a:pt x="1502" y="784"/>
                      </a:lnTo>
                      <a:lnTo>
                        <a:pt x="1502" y="782"/>
                      </a:lnTo>
                      <a:lnTo>
                        <a:pt x="1502" y="780"/>
                      </a:lnTo>
                      <a:lnTo>
                        <a:pt x="1502" y="780"/>
                      </a:lnTo>
                      <a:lnTo>
                        <a:pt x="1498" y="780"/>
                      </a:lnTo>
                      <a:lnTo>
                        <a:pt x="1498" y="780"/>
                      </a:lnTo>
                      <a:lnTo>
                        <a:pt x="1496" y="786"/>
                      </a:lnTo>
                      <a:lnTo>
                        <a:pt x="1492" y="790"/>
                      </a:lnTo>
                      <a:lnTo>
                        <a:pt x="1492" y="790"/>
                      </a:lnTo>
                      <a:lnTo>
                        <a:pt x="1490" y="790"/>
                      </a:lnTo>
                      <a:lnTo>
                        <a:pt x="1490" y="790"/>
                      </a:lnTo>
                      <a:lnTo>
                        <a:pt x="1488" y="796"/>
                      </a:lnTo>
                      <a:lnTo>
                        <a:pt x="1488" y="796"/>
                      </a:lnTo>
                      <a:lnTo>
                        <a:pt x="1484" y="796"/>
                      </a:lnTo>
                      <a:lnTo>
                        <a:pt x="1484" y="794"/>
                      </a:lnTo>
                      <a:lnTo>
                        <a:pt x="1486" y="790"/>
                      </a:lnTo>
                      <a:lnTo>
                        <a:pt x="1486" y="784"/>
                      </a:lnTo>
                      <a:lnTo>
                        <a:pt x="1488" y="782"/>
                      </a:lnTo>
                      <a:lnTo>
                        <a:pt x="1490" y="776"/>
                      </a:lnTo>
                      <a:lnTo>
                        <a:pt x="1488" y="766"/>
                      </a:lnTo>
                      <a:lnTo>
                        <a:pt x="1490" y="760"/>
                      </a:lnTo>
                      <a:lnTo>
                        <a:pt x="1490" y="754"/>
                      </a:lnTo>
                      <a:lnTo>
                        <a:pt x="1494" y="750"/>
                      </a:lnTo>
                      <a:lnTo>
                        <a:pt x="1498" y="748"/>
                      </a:lnTo>
                      <a:lnTo>
                        <a:pt x="1498" y="748"/>
                      </a:lnTo>
                      <a:lnTo>
                        <a:pt x="1502" y="750"/>
                      </a:lnTo>
                      <a:lnTo>
                        <a:pt x="1502" y="750"/>
                      </a:lnTo>
                      <a:lnTo>
                        <a:pt x="1500" y="754"/>
                      </a:lnTo>
                      <a:lnTo>
                        <a:pt x="1498" y="756"/>
                      </a:lnTo>
                      <a:lnTo>
                        <a:pt x="1498" y="756"/>
                      </a:lnTo>
                      <a:lnTo>
                        <a:pt x="1500" y="760"/>
                      </a:lnTo>
                      <a:lnTo>
                        <a:pt x="1502" y="762"/>
                      </a:lnTo>
                      <a:lnTo>
                        <a:pt x="1502" y="762"/>
                      </a:lnTo>
                      <a:lnTo>
                        <a:pt x="1506" y="762"/>
                      </a:lnTo>
                      <a:lnTo>
                        <a:pt x="1506" y="762"/>
                      </a:lnTo>
                      <a:lnTo>
                        <a:pt x="1506" y="750"/>
                      </a:lnTo>
                      <a:lnTo>
                        <a:pt x="1506" y="750"/>
                      </a:lnTo>
                      <a:lnTo>
                        <a:pt x="1510" y="746"/>
                      </a:lnTo>
                      <a:lnTo>
                        <a:pt x="1516" y="742"/>
                      </a:lnTo>
                      <a:lnTo>
                        <a:pt x="1518" y="738"/>
                      </a:lnTo>
                      <a:lnTo>
                        <a:pt x="1522" y="736"/>
                      </a:lnTo>
                      <a:lnTo>
                        <a:pt x="1526" y="730"/>
                      </a:lnTo>
                      <a:lnTo>
                        <a:pt x="1530" y="724"/>
                      </a:lnTo>
                      <a:lnTo>
                        <a:pt x="1532" y="714"/>
                      </a:lnTo>
                      <a:lnTo>
                        <a:pt x="1532" y="708"/>
                      </a:lnTo>
                      <a:lnTo>
                        <a:pt x="1536" y="706"/>
                      </a:lnTo>
                      <a:lnTo>
                        <a:pt x="1536" y="698"/>
                      </a:lnTo>
                      <a:lnTo>
                        <a:pt x="1532" y="694"/>
                      </a:lnTo>
                      <a:lnTo>
                        <a:pt x="1532" y="690"/>
                      </a:lnTo>
                      <a:lnTo>
                        <a:pt x="1536" y="682"/>
                      </a:lnTo>
                      <a:lnTo>
                        <a:pt x="1528" y="684"/>
                      </a:lnTo>
                      <a:lnTo>
                        <a:pt x="1526" y="688"/>
                      </a:lnTo>
                      <a:lnTo>
                        <a:pt x="1520" y="690"/>
                      </a:lnTo>
                      <a:lnTo>
                        <a:pt x="1516" y="690"/>
                      </a:lnTo>
                      <a:lnTo>
                        <a:pt x="1510" y="694"/>
                      </a:lnTo>
                      <a:lnTo>
                        <a:pt x="1506" y="698"/>
                      </a:lnTo>
                      <a:lnTo>
                        <a:pt x="1500" y="700"/>
                      </a:lnTo>
                      <a:lnTo>
                        <a:pt x="1496" y="702"/>
                      </a:lnTo>
                      <a:lnTo>
                        <a:pt x="1490" y="698"/>
                      </a:lnTo>
                      <a:lnTo>
                        <a:pt x="1484" y="696"/>
                      </a:lnTo>
                      <a:lnTo>
                        <a:pt x="1482" y="690"/>
                      </a:lnTo>
                      <a:lnTo>
                        <a:pt x="1482" y="684"/>
                      </a:lnTo>
                      <a:lnTo>
                        <a:pt x="1480" y="678"/>
                      </a:lnTo>
                      <a:lnTo>
                        <a:pt x="1474" y="672"/>
                      </a:lnTo>
                      <a:lnTo>
                        <a:pt x="1472" y="666"/>
                      </a:lnTo>
                      <a:lnTo>
                        <a:pt x="1470" y="660"/>
                      </a:lnTo>
                      <a:lnTo>
                        <a:pt x="1466" y="656"/>
                      </a:lnTo>
                      <a:lnTo>
                        <a:pt x="1458" y="654"/>
                      </a:lnTo>
                      <a:lnTo>
                        <a:pt x="1452" y="652"/>
                      </a:lnTo>
                      <a:lnTo>
                        <a:pt x="1446" y="652"/>
                      </a:lnTo>
                      <a:lnTo>
                        <a:pt x="1442" y="648"/>
                      </a:lnTo>
                      <a:lnTo>
                        <a:pt x="1438" y="640"/>
                      </a:lnTo>
                      <a:lnTo>
                        <a:pt x="1432" y="630"/>
                      </a:lnTo>
                      <a:lnTo>
                        <a:pt x="1430" y="622"/>
                      </a:lnTo>
                      <a:lnTo>
                        <a:pt x="1430" y="616"/>
                      </a:lnTo>
                      <a:lnTo>
                        <a:pt x="1424" y="610"/>
                      </a:lnTo>
                      <a:lnTo>
                        <a:pt x="1422" y="604"/>
                      </a:lnTo>
                      <a:lnTo>
                        <a:pt x="1414" y="598"/>
                      </a:lnTo>
                      <a:lnTo>
                        <a:pt x="1404" y="598"/>
                      </a:lnTo>
                      <a:lnTo>
                        <a:pt x="1400" y="592"/>
                      </a:lnTo>
                      <a:lnTo>
                        <a:pt x="1394" y="588"/>
                      </a:lnTo>
                      <a:lnTo>
                        <a:pt x="1388" y="584"/>
                      </a:lnTo>
                      <a:lnTo>
                        <a:pt x="1380" y="582"/>
                      </a:lnTo>
                      <a:lnTo>
                        <a:pt x="1376" y="584"/>
                      </a:lnTo>
                      <a:lnTo>
                        <a:pt x="1370" y="586"/>
                      </a:lnTo>
                      <a:lnTo>
                        <a:pt x="1362" y="586"/>
                      </a:lnTo>
                      <a:lnTo>
                        <a:pt x="1356" y="590"/>
                      </a:lnTo>
                      <a:lnTo>
                        <a:pt x="1350" y="596"/>
                      </a:lnTo>
                      <a:lnTo>
                        <a:pt x="1346" y="602"/>
                      </a:lnTo>
                      <a:lnTo>
                        <a:pt x="1344" y="604"/>
                      </a:lnTo>
                      <a:lnTo>
                        <a:pt x="1342" y="608"/>
                      </a:lnTo>
                      <a:lnTo>
                        <a:pt x="1348" y="606"/>
                      </a:lnTo>
                      <a:lnTo>
                        <a:pt x="1348" y="614"/>
                      </a:lnTo>
                      <a:lnTo>
                        <a:pt x="1348" y="620"/>
                      </a:lnTo>
                      <a:lnTo>
                        <a:pt x="1344" y="624"/>
                      </a:lnTo>
                      <a:lnTo>
                        <a:pt x="1346" y="630"/>
                      </a:lnTo>
                      <a:lnTo>
                        <a:pt x="1340" y="638"/>
                      </a:lnTo>
                      <a:lnTo>
                        <a:pt x="1336" y="644"/>
                      </a:lnTo>
                      <a:lnTo>
                        <a:pt x="1336" y="644"/>
                      </a:lnTo>
                      <a:lnTo>
                        <a:pt x="1332" y="648"/>
                      </a:lnTo>
                      <a:lnTo>
                        <a:pt x="1330" y="650"/>
                      </a:lnTo>
                      <a:lnTo>
                        <a:pt x="1330" y="652"/>
                      </a:lnTo>
                      <a:lnTo>
                        <a:pt x="1332" y="654"/>
                      </a:lnTo>
                      <a:lnTo>
                        <a:pt x="1332" y="654"/>
                      </a:lnTo>
                      <a:lnTo>
                        <a:pt x="1330" y="656"/>
                      </a:lnTo>
                      <a:lnTo>
                        <a:pt x="1326" y="658"/>
                      </a:lnTo>
                      <a:lnTo>
                        <a:pt x="1322" y="660"/>
                      </a:lnTo>
                      <a:lnTo>
                        <a:pt x="1312" y="666"/>
                      </a:lnTo>
                      <a:lnTo>
                        <a:pt x="1306" y="662"/>
                      </a:lnTo>
                      <a:lnTo>
                        <a:pt x="1298" y="658"/>
                      </a:lnTo>
                      <a:lnTo>
                        <a:pt x="1292" y="660"/>
                      </a:lnTo>
                      <a:lnTo>
                        <a:pt x="1282" y="658"/>
                      </a:lnTo>
                      <a:lnTo>
                        <a:pt x="1276" y="658"/>
                      </a:lnTo>
                      <a:lnTo>
                        <a:pt x="1266" y="652"/>
                      </a:lnTo>
                      <a:lnTo>
                        <a:pt x="1262" y="654"/>
                      </a:lnTo>
                      <a:lnTo>
                        <a:pt x="1250" y="662"/>
                      </a:lnTo>
                      <a:lnTo>
                        <a:pt x="1238" y="664"/>
                      </a:lnTo>
                      <a:lnTo>
                        <a:pt x="1232" y="668"/>
                      </a:lnTo>
                      <a:lnTo>
                        <a:pt x="1222" y="670"/>
                      </a:lnTo>
                      <a:lnTo>
                        <a:pt x="1212" y="668"/>
                      </a:lnTo>
                      <a:lnTo>
                        <a:pt x="1206" y="666"/>
                      </a:lnTo>
                      <a:lnTo>
                        <a:pt x="1200" y="668"/>
                      </a:lnTo>
                      <a:lnTo>
                        <a:pt x="1194" y="668"/>
                      </a:lnTo>
                      <a:lnTo>
                        <a:pt x="1188" y="664"/>
                      </a:lnTo>
                      <a:lnTo>
                        <a:pt x="1182" y="664"/>
                      </a:lnTo>
                      <a:lnTo>
                        <a:pt x="1176" y="660"/>
                      </a:lnTo>
                      <a:lnTo>
                        <a:pt x="1176" y="654"/>
                      </a:lnTo>
                      <a:lnTo>
                        <a:pt x="1170" y="654"/>
                      </a:lnTo>
                      <a:lnTo>
                        <a:pt x="1158" y="650"/>
                      </a:lnTo>
                      <a:lnTo>
                        <a:pt x="1150" y="648"/>
                      </a:lnTo>
                      <a:lnTo>
                        <a:pt x="1144" y="652"/>
                      </a:lnTo>
                      <a:lnTo>
                        <a:pt x="1138" y="654"/>
                      </a:lnTo>
                      <a:lnTo>
                        <a:pt x="1132" y="654"/>
                      </a:lnTo>
                      <a:lnTo>
                        <a:pt x="1126" y="654"/>
                      </a:lnTo>
                      <a:lnTo>
                        <a:pt x="1116" y="648"/>
                      </a:lnTo>
                      <a:lnTo>
                        <a:pt x="1112" y="646"/>
                      </a:lnTo>
                      <a:lnTo>
                        <a:pt x="1108" y="636"/>
                      </a:lnTo>
                      <a:lnTo>
                        <a:pt x="1100" y="630"/>
                      </a:lnTo>
                      <a:lnTo>
                        <a:pt x="1088" y="620"/>
                      </a:lnTo>
                      <a:lnTo>
                        <a:pt x="1078" y="618"/>
                      </a:lnTo>
                      <a:lnTo>
                        <a:pt x="1074" y="614"/>
                      </a:lnTo>
                      <a:lnTo>
                        <a:pt x="1064" y="614"/>
                      </a:lnTo>
                      <a:lnTo>
                        <a:pt x="1058" y="612"/>
                      </a:lnTo>
                      <a:lnTo>
                        <a:pt x="1048" y="612"/>
                      </a:lnTo>
                      <a:lnTo>
                        <a:pt x="1046" y="616"/>
                      </a:lnTo>
                      <a:lnTo>
                        <a:pt x="1042" y="622"/>
                      </a:lnTo>
                      <a:lnTo>
                        <a:pt x="1040" y="628"/>
                      </a:lnTo>
                      <a:lnTo>
                        <a:pt x="1046" y="632"/>
                      </a:lnTo>
                      <a:lnTo>
                        <a:pt x="1050" y="638"/>
                      </a:lnTo>
                      <a:lnTo>
                        <a:pt x="1052" y="646"/>
                      </a:lnTo>
                      <a:lnTo>
                        <a:pt x="1048" y="650"/>
                      </a:lnTo>
                      <a:lnTo>
                        <a:pt x="1038" y="650"/>
                      </a:lnTo>
                      <a:lnTo>
                        <a:pt x="1026" y="650"/>
                      </a:lnTo>
                      <a:lnTo>
                        <a:pt x="1016" y="650"/>
                      </a:lnTo>
                      <a:lnTo>
                        <a:pt x="1008" y="648"/>
                      </a:lnTo>
                      <a:lnTo>
                        <a:pt x="1000" y="644"/>
                      </a:lnTo>
                      <a:lnTo>
                        <a:pt x="990" y="640"/>
                      </a:lnTo>
                      <a:lnTo>
                        <a:pt x="982" y="642"/>
                      </a:lnTo>
                      <a:lnTo>
                        <a:pt x="980" y="638"/>
                      </a:lnTo>
                      <a:lnTo>
                        <a:pt x="972" y="638"/>
                      </a:lnTo>
                      <a:lnTo>
                        <a:pt x="962" y="638"/>
                      </a:lnTo>
                      <a:lnTo>
                        <a:pt x="958" y="642"/>
                      </a:lnTo>
                      <a:lnTo>
                        <a:pt x="950" y="646"/>
                      </a:lnTo>
                      <a:lnTo>
                        <a:pt x="942" y="648"/>
                      </a:lnTo>
                      <a:lnTo>
                        <a:pt x="938" y="652"/>
                      </a:lnTo>
                      <a:lnTo>
                        <a:pt x="934" y="656"/>
                      </a:lnTo>
                      <a:lnTo>
                        <a:pt x="934" y="660"/>
                      </a:lnTo>
                      <a:lnTo>
                        <a:pt x="932" y="664"/>
                      </a:lnTo>
                      <a:lnTo>
                        <a:pt x="926" y="666"/>
                      </a:lnTo>
                      <a:lnTo>
                        <a:pt x="920" y="668"/>
                      </a:lnTo>
                      <a:lnTo>
                        <a:pt x="914" y="672"/>
                      </a:lnTo>
                      <a:lnTo>
                        <a:pt x="904" y="670"/>
                      </a:lnTo>
                      <a:lnTo>
                        <a:pt x="902" y="666"/>
                      </a:lnTo>
                      <a:lnTo>
                        <a:pt x="896" y="662"/>
                      </a:lnTo>
                      <a:lnTo>
                        <a:pt x="894" y="654"/>
                      </a:lnTo>
                      <a:lnTo>
                        <a:pt x="886" y="654"/>
                      </a:lnTo>
                      <a:lnTo>
                        <a:pt x="876" y="656"/>
                      </a:lnTo>
                      <a:lnTo>
                        <a:pt x="860" y="664"/>
                      </a:lnTo>
                      <a:lnTo>
                        <a:pt x="850" y="666"/>
                      </a:lnTo>
                      <a:lnTo>
                        <a:pt x="844" y="662"/>
                      </a:lnTo>
                      <a:lnTo>
                        <a:pt x="840" y="658"/>
                      </a:lnTo>
                      <a:lnTo>
                        <a:pt x="838" y="648"/>
                      </a:lnTo>
                      <a:lnTo>
                        <a:pt x="836" y="640"/>
                      </a:lnTo>
                      <a:lnTo>
                        <a:pt x="836" y="640"/>
                      </a:lnTo>
                      <a:lnTo>
                        <a:pt x="830" y="634"/>
                      </a:lnTo>
                      <a:lnTo>
                        <a:pt x="826" y="630"/>
                      </a:lnTo>
                      <a:lnTo>
                        <a:pt x="822" y="628"/>
                      </a:lnTo>
                      <a:lnTo>
                        <a:pt x="808" y="628"/>
                      </a:lnTo>
                      <a:lnTo>
                        <a:pt x="808" y="628"/>
                      </a:lnTo>
                      <a:lnTo>
                        <a:pt x="804" y="630"/>
                      </a:lnTo>
                      <a:lnTo>
                        <a:pt x="796" y="632"/>
                      </a:lnTo>
                      <a:lnTo>
                        <a:pt x="796" y="632"/>
                      </a:lnTo>
                      <a:lnTo>
                        <a:pt x="792" y="630"/>
                      </a:lnTo>
                      <a:lnTo>
                        <a:pt x="790" y="626"/>
                      </a:lnTo>
                      <a:lnTo>
                        <a:pt x="786" y="622"/>
                      </a:lnTo>
                      <a:lnTo>
                        <a:pt x="780" y="606"/>
                      </a:lnTo>
                      <a:lnTo>
                        <a:pt x="770" y="584"/>
                      </a:lnTo>
                      <a:lnTo>
                        <a:pt x="760" y="568"/>
                      </a:lnTo>
                      <a:lnTo>
                        <a:pt x="762" y="562"/>
                      </a:lnTo>
                      <a:lnTo>
                        <a:pt x="760" y="560"/>
                      </a:lnTo>
                      <a:lnTo>
                        <a:pt x="748" y="562"/>
                      </a:lnTo>
                      <a:lnTo>
                        <a:pt x="738" y="566"/>
                      </a:lnTo>
                      <a:lnTo>
                        <a:pt x="724" y="572"/>
                      </a:lnTo>
                      <a:lnTo>
                        <a:pt x="714" y="576"/>
                      </a:lnTo>
                      <a:lnTo>
                        <a:pt x="702" y="576"/>
                      </a:lnTo>
                      <a:lnTo>
                        <a:pt x="702" y="576"/>
                      </a:lnTo>
                      <a:lnTo>
                        <a:pt x="702" y="574"/>
                      </a:lnTo>
                      <a:lnTo>
                        <a:pt x="702" y="570"/>
                      </a:lnTo>
                      <a:lnTo>
                        <a:pt x="702" y="570"/>
                      </a:lnTo>
                      <a:lnTo>
                        <a:pt x="700" y="568"/>
                      </a:lnTo>
                      <a:lnTo>
                        <a:pt x="698" y="568"/>
                      </a:lnTo>
                      <a:lnTo>
                        <a:pt x="698" y="568"/>
                      </a:lnTo>
                      <a:lnTo>
                        <a:pt x="692" y="570"/>
                      </a:lnTo>
                      <a:lnTo>
                        <a:pt x="690" y="568"/>
                      </a:lnTo>
                      <a:lnTo>
                        <a:pt x="682" y="562"/>
                      </a:lnTo>
                      <a:lnTo>
                        <a:pt x="676" y="570"/>
                      </a:lnTo>
                      <a:lnTo>
                        <a:pt x="670" y="572"/>
                      </a:lnTo>
                      <a:lnTo>
                        <a:pt x="664" y="566"/>
                      </a:lnTo>
                      <a:lnTo>
                        <a:pt x="660" y="564"/>
                      </a:lnTo>
                      <a:lnTo>
                        <a:pt x="662" y="558"/>
                      </a:lnTo>
                      <a:lnTo>
                        <a:pt x="662" y="554"/>
                      </a:lnTo>
                      <a:lnTo>
                        <a:pt x="656" y="552"/>
                      </a:lnTo>
                      <a:lnTo>
                        <a:pt x="654" y="548"/>
                      </a:lnTo>
                      <a:lnTo>
                        <a:pt x="648" y="550"/>
                      </a:lnTo>
                      <a:lnTo>
                        <a:pt x="638" y="552"/>
                      </a:lnTo>
                      <a:lnTo>
                        <a:pt x="626" y="560"/>
                      </a:lnTo>
                      <a:lnTo>
                        <a:pt x="622" y="560"/>
                      </a:lnTo>
                      <a:lnTo>
                        <a:pt x="608" y="564"/>
                      </a:lnTo>
                      <a:lnTo>
                        <a:pt x="596" y="562"/>
                      </a:lnTo>
                      <a:lnTo>
                        <a:pt x="586" y="566"/>
                      </a:lnTo>
                      <a:lnTo>
                        <a:pt x="574" y="568"/>
                      </a:lnTo>
                      <a:lnTo>
                        <a:pt x="568" y="566"/>
                      </a:lnTo>
                      <a:lnTo>
                        <a:pt x="560" y="564"/>
                      </a:lnTo>
                      <a:lnTo>
                        <a:pt x="552" y="560"/>
                      </a:lnTo>
                      <a:lnTo>
                        <a:pt x="546" y="564"/>
                      </a:lnTo>
                      <a:lnTo>
                        <a:pt x="548" y="568"/>
                      </a:lnTo>
                      <a:lnTo>
                        <a:pt x="548" y="576"/>
                      </a:lnTo>
                      <a:lnTo>
                        <a:pt x="542" y="582"/>
                      </a:lnTo>
                      <a:lnTo>
                        <a:pt x="542" y="590"/>
                      </a:lnTo>
                      <a:lnTo>
                        <a:pt x="538" y="596"/>
                      </a:lnTo>
                      <a:lnTo>
                        <a:pt x="538" y="602"/>
                      </a:lnTo>
                      <a:lnTo>
                        <a:pt x="544" y="610"/>
                      </a:lnTo>
                      <a:lnTo>
                        <a:pt x="546" y="614"/>
                      </a:lnTo>
                      <a:lnTo>
                        <a:pt x="540" y="624"/>
                      </a:lnTo>
                      <a:lnTo>
                        <a:pt x="546" y="628"/>
                      </a:lnTo>
                      <a:lnTo>
                        <a:pt x="546" y="628"/>
                      </a:lnTo>
                      <a:lnTo>
                        <a:pt x="548" y="628"/>
                      </a:lnTo>
                      <a:lnTo>
                        <a:pt x="554" y="634"/>
                      </a:lnTo>
                      <a:lnTo>
                        <a:pt x="554" y="634"/>
                      </a:lnTo>
                      <a:lnTo>
                        <a:pt x="554" y="638"/>
                      </a:lnTo>
                      <a:lnTo>
                        <a:pt x="552" y="640"/>
                      </a:lnTo>
                      <a:lnTo>
                        <a:pt x="548" y="642"/>
                      </a:lnTo>
                      <a:lnTo>
                        <a:pt x="542" y="642"/>
                      </a:lnTo>
                      <a:lnTo>
                        <a:pt x="534" y="640"/>
                      </a:lnTo>
                      <a:lnTo>
                        <a:pt x="534" y="640"/>
                      </a:lnTo>
                      <a:lnTo>
                        <a:pt x="532" y="636"/>
                      </a:lnTo>
                      <a:lnTo>
                        <a:pt x="528" y="628"/>
                      </a:lnTo>
                      <a:lnTo>
                        <a:pt x="528" y="628"/>
                      </a:lnTo>
                      <a:lnTo>
                        <a:pt x="526" y="628"/>
                      </a:lnTo>
                      <a:lnTo>
                        <a:pt x="524" y="628"/>
                      </a:lnTo>
                      <a:lnTo>
                        <a:pt x="522" y="630"/>
                      </a:lnTo>
                      <a:lnTo>
                        <a:pt x="522" y="630"/>
                      </a:lnTo>
                      <a:lnTo>
                        <a:pt x="520" y="630"/>
                      </a:lnTo>
                      <a:lnTo>
                        <a:pt x="518" y="628"/>
                      </a:lnTo>
                      <a:lnTo>
                        <a:pt x="518" y="626"/>
                      </a:lnTo>
                      <a:lnTo>
                        <a:pt x="514" y="626"/>
                      </a:lnTo>
                      <a:lnTo>
                        <a:pt x="514" y="626"/>
                      </a:lnTo>
                      <a:lnTo>
                        <a:pt x="508" y="630"/>
                      </a:lnTo>
                      <a:lnTo>
                        <a:pt x="504" y="634"/>
                      </a:lnTo>
                      <a:lnTo>
                        <a:pt x="504" y="634"/>
                      </a:lnTo>
                      <a:lnTo>
                        <a:pt x="502" y="634"/>
                      </a:lnTo>
                      <a:lnTo>
                        <a:pt x="498" y="634"/>
                      </a:lnTo>
                      <a:lnTo>
                        <a:pt x="492" y="630"/>
                      </a:lnTo>
                      <a:lnTo>
                        <a:pt x="492" y="630"/>
                      </a:lnTo>
                      <a:lnTo>
                        <a:pt x="488" y="630"/>
                      </a:lnTo>
                      <a:lnTo>
                        <a:pt x="486" y="630"/>
                      </a:lnTo>
                      <a:lnTo>
                        <a:pt x="484" y="632"/>
                      </a:lnTo>
                      <a:lnTo>
                        <a:pt x="484" y="632"/>
                      </a:lnTo>
                      <a:lnTo>
                        <a:pt x="484" y="634"/>
                      </a:lnTo>
                      <a:lnTo>
                        <a:pt x="484" y="636"/>
                      </a:lnTo>
                      <a:lnTo>
                        <a:pt x="484" y="640"/>
                      </a:lnTo>
                      <a:lnTo>
                        <a:pt x="476" y="638"/>
                      </a:lnTo>
                      <a:lnTo>
                        <a:pt x="476" y="638"/>
                      </a:lnTo>
                      <a:lnTo>
                        <a:pt x="478" y="636"/>
                      </a:lnTo>
                      <a:lnTo>
                        <a:pt x="480" y="634"/>
                      </a:lnTo>
                      <a:lnTo>
                        <a:pt x="478" y="630"/>
                      </a:lnTo>
                      <a:lnTo>
                        <a:pt x="478" y="630"/>
                      </a:lnTo>
                      <a:lnTo>
                        <a:pt x="478" y="628"/>
                      </a:lnTo>
                      <a:lnTo>
                        <a:pt x="476" y="628"/>
                      </a:lnTo>
                      <a:lnTo>
                        <a:pt x="470" y="628"/>
                      </a:lnTo>
                      <a:lnTo>
                        <a:pt x="470" y="628"/>
                      </a:lnTo>
                      <a:lnTo>
                        <a:pt x="468" y="628"/>
                      </a:lnTo>
                      <a:lnTo>
                        <a:pt x="466" y="624"/>
                      </a:lnTo>
                      <a:lnTo>
                        <a:pt x="466" y="624"/>
                      </a:lnTo>
                      <a:lnTo>
                        <a:pt x="462" y="620"/>
                      </a:lnTo>
                      <a:lnTo>
                        <a:pt x="458" y="618"/>
                      </a:lnTo>
                      <a:lnTo>
                        <a:pt x="458" y="618"/>
                      </a:lnTo>
                      <a:lnTo>
                        <a:pt x="454" y="616"/>
                      </a:lnTo>
                      <a:lnTo>
                        <a:pt x="450" y="616"/>
                      </a:lnTo>
                      <a:lnTo>
                        <a:pt x="450" y="616"/>
                      </a:lnTo>
                      <a:lnTo>
                        <a:pt x="450" y="614"/>
                      </a:lnTo>
                      <a:lnTo>
                        <a:pt x="450" y="610"/>
                      </a:lnTo>
                      <a:lnTo>
                        <a:pt x="450" y="610"/>
                      </a:lnTo>
                      <a:lnTo>
                        <a:pt x="446" y="608"/>
                      </a:lnTo>
                      <a:lnTo>
                        <a:pt x="442" y="606"/>
                      </a:lnTo>
                      <a:lnTo>
                        <a:pt x="442" y="606"/>
                      </a:lnTo>
                      <a:lnTo>
                        <a:pt x="442" y="606"/>
                      </a:lnTo>
                      <a:lnTo>
                        <a:pt x="442" y="608"/>
                      </a:lnTo>
                      <a:lnTo>
                        <a:pt x="442" y="610"/>
                      </a:lnTo>
                      <a:lnTo>
                        <a:pt x="436" y="610"/>
                      </a:lnTo>
                      <a:lnTo>
                        <a:pt x="436" y="606"/>
                      </a:lnTo>
                      <a:lnTo>
                        <a:pt x="424" y="608"/>
                      </a:lnTo>
                      <a:lnTo>
                        <a:pt x="424" y="608"/>
                      </a:lnTo>
                      <a:lnTo>
                        <a:pt x="426" y="610"/>
                      </a:lnTo>
                      <a:lnTo>
                        <a:pt x="426" y="610"/>
                      </a:lnTo>
                      <a:lnTo>
                        <a:pt x="426" y="612"/>
                      </a:lnTo>
                      <a:lnTo>
                        <a:pt x="426" y="612"/>
                      </a:lnTo>
                      <a:lnTo>
                        <a:pt x="416" y="624"/>
                      </a:lnTo>
                      <a:lnTo>
                        <a:pt x="416" y="624"/>
                      </a:lnTo>
                      <a:lnTo>
                        <a:pt x="412" y="624"/>
                      </a:lnTo>
                      <a:lnTo>
                        <a:pt x="406" y="624"/>
                      </a:lnTo>
                      <a:lnTo>
                        <a:pt x="406" y="624"/>
                      </a:lnTo>
                      <a:lnTo>
                        <a:pt x="404" y="624"/>
                      </a:lnTo>
                      <a:lnTo>
                        <a:pt x="402" y="624"/>
                      </a:lnTo>
                      <a:lnTo>
                        <a:pt x="402" y="626"/>
                      </a:lnTo>
                      <a:lnTo>
                        <a:pt x="400" y="628"/>
                      </a:lnTo>
                      <a:lnTo>
                        <a:pt x="400" y="628"/>
                      </a:lnTo>
                      <a:lnTo>
                        <a:pt x="398" y="628"/>
                      </a:lnTo>
                      <a:lnTo>
                        <a:pt x="396" y="632"/>
                      </a:lnTo>
                      <a:lnTo>
                        <a:pt x="396" y="638"/>
                      </a:lnTo>
                      <a:lnTo>
                        <a:pt x="396" y="638"/>
                      </a:lnTo>
                      <a:lnTo>
                        <a:pt x="396" y="640"/>
                      </a:lnTo>
                      <a:lnTo>
                        <a:pt x="398" y="642"/>
                      </a:lnTo>
                      <a:lnTo>
                        <a:pt x="402" y="646"/>
                      </a:lnTo>
                      <a:lnTo>
                        <a:pt x="392" y="650"/>
                      </a:lnTo>
                      <a:lnTo>
                        <a:pt x="392" y="650"/>
                      </a:lnTo>
                      <a:lnTo>
                        <a:pt x="388" y="640"/>
                      </a:lnTo>
                      <a:lnTo>
                        <a:pt x="388" y="640"/>
                      </a:lnTo>
                      <a:lnTo>
                        <a:pt x="388" y="640"/>
                      </a:lnTo>
                      <a:lnTo>
                        <a:pt x="384" y="640"/>
                      </a:lnTo>
                      <a:lnTo>
                        <a:pt x="382" y="646"/>
                      </a:lnTo>
                      <a:lnTo>
                        <a:pt x="382" y="646"/>
                      </a:lnTo>
                      <a:lnTo>
                        <a:pt x="380" y="646"/>
                      </a:lnTo>
                      <a:lnTo>
                        <a:pt x="378" y="648"/>
                      </a:lnTo>
                      <a:lnTo>
                        <a:pt x="376" y="648"/>
                      </a:lnTo>
                      <a:lnTo>
                        <a:pt x="376" y="648"/>
                      </a:lnTo>
                      <a:lnTo>
                        <a:pt x="376" y="648"/>
                      </a:lnTo>
                      <a:lnTo>
                        <a:pt x="376" y="654"/>
                      </a:lnTo>
                      <a:lnTo>
                        <a:pt x="374" y="658"/>
                      </a:lnTo>
                      <a:lnTo>
                        <a:pt x="372" y="662"/>
                      </a:lnTo>
                      <a:lnTo>
                        <a:pt x="372" y="662"/>
                      </a:lnTo>
                      <a:lnTo>
                        <a:pt x="374" y="662"/>
                      </a:lnTo>
                      <a:lnTo>
                        <a:pt x="376" y="664"/>
                      </a:lnTo>
                      <a:lnTo>
                        <a:pt x="376" y="664"/>
                      </a:lnTo>
                      <a:lnTo>
                        <a:pt x="376" y="666"/>
                      </a:lnTo>
                      <a:lnTo>
                        <a:pt x="374" y="668"/>
                      </a:lnTo>
                      <a:lnTo>
                        <a:pt x="374" y="670"/>
                      </a:lnTo>
                      <a:lnTo>
                        <a:pt x="374" y="670"/>
                      </a:lnTo>
                      <a:lnTo>
                        <a:pt x="368" y="678"/>
                      </a:lnTo>
                      <a:lnTo>
                        <a:pt x="368" y="678"/>
                      </a:lnTo>
                      <a:lnTo>
                        <a:pt x="366" y="680"/>
                      </a:lnTo>
                      <a:lnTo>
                        <a:pt x="368" y="682"/>
                      </a:lnTo>
                      <a:lnTo>
                        <a:pt x="372" y="686"/>
                      </a:lnTo>
                      <a:lnTo>
                        <a:pt x="372" y="686"/>
                      </a:lnTo>
                      <a:lnTo>
                        <a:pt x="374" y="688"/>
                      </a:lnTo>
                      <a:lnTo>
                        <a:pt x="374" y="690"/>
                      </a:lnTo>
                      <a:lnTo>
                        <a:pt x="374" y="696"/>
                      </a:lnTo>
                      <a:lnTo>
                        <a:pt x="374" y="696"/>
                      </a:lnTo>
                      <a:lnTo>
                        <a:pt x="376" y="698"/>
                      </a:lnTo>
                      <a:lnTo>
                        <a:pt x="378" y="698"/>
                      </a:lnTo>
                      <a:lnTo>
                        <a:pt x="382" y="696"/>
                      </a:lnTo>
                      <a:lnTo>
                        <a:pt x="386" y="708"/>
                      </a:lnTo>
                      <a:lnTo>
                        <a:pt x="386" y="708"/>
                      </a:lnTo>
                      <a:lnTo>
                        <a:pt x="388" y="710"/>
                      </a:lnTo>
                      <a:lnTo>
                        <a:pt x="386" y="714"/>
                      </a:lnTo>
                      <a:lnTo>
                        <a:pt x="386" y="714"/>
                      </a:lnTo>
                      <a:lnTo>
                        <a:pt x="386" y="716"/>
                      </a:lnTo>
                      <a:lnTo>
                        <a:pt x="388" y="720"/>
                      </a:lnTo>
                      <a:lnTo>
                        <a:pt x="388" y="722"/>
                      </a:lnTo>
                      <a:lnTo>
                        <a:pt x="388" y="722"/>
                      </a:lnTo>
                      <a:lnTo>
                        <a:pt x="388" y="726"/>
                      </a:lnTo>
                      <a:lnTo>
                        <a:pt x="388" y="726"/>
                      </a:lnTo>
                      <a:lnTo>
                        <a:pt x="384" y="726"/>
                      </a:lnTo>
                      <a:lnTo>
                        <a:pt x="384" y="726"/>
                      </a:lnTo>
                      <a:lnTo>
                        <a:pt x="384" y="724"/>
                      </a:lnTo>
                      <a:lnTo>
                        <a:pt x="382" y="722"/>
                      </a:lnTo>
                      <a:lnTo>
                        <a:pt x="382" y="722"/>
                      </a:lnTo>
                      <a:lnTo>
                        <a:pt x="382" y="724"/>
                      </a:lnTo>
                      <a:lnTo>
                        <a:pt x="382" y="724"/>
                      </a:lnTo>
                      <a:lnTo>
                        <a:pt x="382" y="724"/>
                      </a:lnTo>
                      <a:lnTo>
                        <a:pt x="382" y="726"/>
                      </a:lnTo>
                      <a:lnTo>
                        <a:pt x="382" y="726"/>
                      </a:lnTo>
                      <a:lnTo>
                        <a:pt x="386" y="726"/>
                      </a:lnTo>
                      <a:lnTo>
                        <a:pt x="386" y="726"/>
                      </a:lnTo>
                      <a:lnTo>
                        <a:pt x="386" y="730"/>
                      </a:lnTo>
                      <a:lnTo>
                        <a:pt x="386" y="730"/>
                      </a:lnTo>
                      <a:lnTo>
                        <a:pt x="382" y="734"/>
                      </a:lnTo>
                      <a:lnTo>
                        <a:pt x="382" y="734"/>
                      </a:lnTo>
                      <a:lnTo>
                        <a:pt x="380" y="732"/>
                      </a:lnTo>
                      <a:lnTo>
                        <a:pt x="382" y="730"/>
                      </a:lnTo>
                      <a:lnTo>
                        <a:pt x="382" y="730"/>
                      </a:lnTo>
                      <a:lnTo>
                        <a:pt x="378" y="730"/>
                      </a:lnTo>
                      <a:lnTo>
                        <a:pt x="378" y="730"/>
                      </a:lnTo>
                      <a:lnTo>
                        <a:pt x="378" y="726"/>
                      </a:lnTo>
                      <a:lnTo>
                        <a:pt x="376" y="726"/>
                      </a:lnTo>
                      <a:lnTo>
                        <a:pt x="376" y="726"/>
                      </a:lnTo>
                      <a:lnTo>
                        <a:pt x="376" y="728"/>
                      </a:lnTo>
                      <a:lnTo>
                        <a:pt x="376" y="728"/>
                      </a:lnTo>
                      <a:lnTo>
                        <a:pt x="372" y="730"/>
                      </a:lnTo>
                      <a:lnTo>
                        <a:pt x="372" y="730"/>
                      </a:lnTo>
                      <a:lnTo>
                        <a:pt x="370" y="730"/>
                      </a:lnTo>
                      <a:lnTo>
                        <a:pt x="370" y="730"/>
                      </a:lnTo>
                      <a:lnTo>
                        <a:pt x="368" y="730"/>
                      </a:lnTo>
                      <a:lnTo>
                        <a:pt x="368" y="732"/>
                      </a:lnTo>
                      <a:lnTo>
                        <a:pt x="370" y="732"/>
                      </a:lnTo>
                      <a:lnTo>
                        <a:pt x="368" y="732"/>
                      </a:lnTo>
                      <a:lnTo>
                        <a:pt x="368" y="734"/>
                      </a:lnTo>
                      <a:lnTo>
                        <a:pt x="368" y="734"/>
                      </a:lnTo>
                      <a:lnTo>
                        <a:pt x="370" y="736"/>
                      </a:lnTo>
                      <a:lnTo>
                        <a:pt x="370" y="736"/>
                      </a:lnTo>
                      <a:lnTo>
                        <a:pt x="366" y="740"/>
                      </a:lnTo>
                      <a:lnTo>
                        <a:pt x="366" y="740"/>
                      </a:lnTo>
                      <a:lnTo>
                        <a:pt x="362" y="750"/>
                      </a:lnTo>
                      <a:lnTo>
                        <a:pt x="362" y="750"/>
                      </a:lnTo>
                      <a:lnTo>
                        <a:pt x="362" y="756"/>
                      </a:lnTo>
                      <a:lnTo>
                        <a:pt x="362" y="756"/>
                      </a:lnTo>
                      <a:lnTo>
                        <a:pt x="360" y="758"/>
                      </a:lnTo>
                      <a:lnTo>
                        <a:pt x="360" y="758"/>
                      </a:lnTo>
                      <a:lnTo>
                        <a:pt x="360" y="762"/>
                      </a:lnTo>
                      <a:lnTo>
                        <a:pt x="360" y="764"/>
                      </a:lnTo>
                      <a:lnTo>
                        <a:pt x="358" y="766"/>
                      </a:lnTo>
                      <a:lnTo>
                        <a:pt x="358" y="766"/>
                      </a:lnTo>
                      <a:lnTo>
                        <a:pt x="370" y="766"/>
                      </a:lnTo>
                      <a:lnTo>
                        <a:pt x="370" y="766"/>
                      </a:lnTo>
                      <a:lnTo>
                        <a:pt x="370" y="776"/>
                      </a:lnTo>
                      <a:lnTo>
                        <a:pt x="372" y="778"/>
                      </a:lnTo>
                      <a:lnTo>
                        <a:pt x="372" y="778"/>
                      </a:lnTo>
                      <a:lnTo>
                        <a:pt x="372" y="792"/>
                      </a:lnTo>
                      <a:lnTo>
                        <a:pt x="372" y="792"/>
                      </a:lnTo>
                      <a:lnTo>
                        <a:pt x="376" y="796"/>
                      </a:lnTo>
                      <a:lnTo>
                        <a:pt x="380" y="800"/>
                      </a:lnTo>
                      <a:lnTo>
                        <a:pt x="380" y="800"/>
                      </a:lnTo>
                      <a:lnTo>
                        <a:pt x="380" y="804"/>
                      </a:lnTo>
                      <a:lnTo>
                        <a:pt x="382" y="808"/>
                      </a:lnTo>
                      <a:lnTo>
                        <a:pt x="382" y="808"/>
                      </a:lnTo>
                      <a:lnTo>
                        <a:pt x="390" y="814"/>
                      </a:lnTo>
                      <a:lnTo>
                        <a:pt x="390" y="814"/>
                      </a:lnTo>
                      <a:lnTo>
                        <a:pt x="392" y="818"/>
                      </a:lnTo>
                      <a:lnTo>
                        <a:pt x="392" y="818"/>
                      </a:lnTo>
                      <a:lnTo>
                        <a:pt x="390" y="824"/>
                      </a:lnTo>
                      <a:lnTo>
                        <a:pt x="384" y="828"/>
                      </a:lnTo>
                      <a:lnTo>
                        <a:pt x="384" y="828"/>
                      </a:lnTo>
                      <a:lnTo>
                        <a:pt x="382" y="826"/>
                      </a:lnTo>
                      <a:lnTo>
                        <a:pt x="380" y="822"/>
                      </a:lnTo>
                      <a:lnTo>
                        <a:pt x="380" y="822"/>
                      </a:lnTo>
                      <a:lnTo>
                        <a:pt x="378" y="818"/>
                      </a:lnTo>
                      <a:lnTo>
                        <a:pt x="374" y="816"/>
                      </a:lnTo>
                      <a:lnTo>
                        <a:pt x="374" y="816"/>
                      </a:lnTo>
                      <a:lnTo>
                        <a:pt x="368" y="810"/>
                      </a:lnTo>
                      <a:lnTo>
                        <a:pt x="368" y="810"/>
                      </a:lnTo>
                      <a:lnTo>
                        <a:pt x="364" y="806"/>
                      </a:lnTo>
                      <a:lnTo>
                        <a:pt x="364" y="806"/>
                      </a:lnTo>
                      <a:lnTo>
                        <a:pt x="362" y="804"/>
                      </a:lnTo>
                      <a:lnTo>
                        <a:pt x="360" y="804"/>
                      </a:lnTo>
                      <a:lnTo>
                        <a:pt x="356" y="804"/>
                      </a:lnTo>
                      <a:lnTo>
                        <a:pt x="356" y="804"/>
                      </a:lnTo>
                      <a:lnTo>
                        <a:pt x="356" y="804"/>
                      </a:lnTo>
                      <a:lnTo>
                        <a:pt x="356" y="802"/>
                      </a:lnTo>
                      <a:lnTo>
                        <a:pt x="356" y="800"/>
                      </a:lnTo>
                      <a:lnTo>
                        <a:pt x="356" y="798"/>
                      </a:lnTo>
                      <a:lnTo>
                        <a:pt x="356" y="798"/>
                      </a:lnTo>
                      <a:lnTo>
                        <a:pt x="352" y="796"/>
                      </a:lnTo>
                      <a:lnTo>
                        <a:pt x="350" y="794"/>
                      </a:lnTo>
                      <a:lnTo>
                        <a:pt x="350" y="794"/>
                      </a:lnTo>
                      <a:lnTo>
                        <a:pt x="348" y="792"/>
                      </a:lnTo>
                      <a:lnTo>
                        <a:pt x="346" y="788"/>
                      </a:lnTo>
                      <a:lnTo>
                        <a:pt x="346" y="788"/>
                      </a:lnTo>
                      <a:lnTo>
                        <a:pt x="342" y="786"/>
                      </a:lnTo>
                      <a:lnTo>
                        <a:pt x="338" y="788"/>
                      </a:lnTo>
                      <a:lnTo>
                        <a:pt x="338" y="788"/>
                      </a:lnTo>
                      <a:lnTo>
                        <a:pt x="334" y="790"/>
                      </a:lnTo>
                      <a:lnTo>
                        <a:pt x="334" y="790"/>
                      </a:lnTo>
                      <a:lnTo>
                        <a:pt x="332" y="790"/>
                      </a:lnTo>
                      <a:lnTo>
                        <a:pt x="332" y="790"/>
                      </a:lnTo>
                      <a:lnTo>
                        <a:pt x="330" y="788"/>
                      </a:lnTo>
                      <a:lnTo>
                        <a:pt x="328" y="788"/>
                      </a:lnTo>
                      <a:lnTo>
                        <a:pt x="322" y="790"/>
                      </a:lnTo>
                      <a:lnTo>
                        <a:pt x="322" y="790"/>
                      </a:lnTo>
                      <a:lnTo>
                        <a:pt x="318" y="790"/>
                      </a:lnTo>
                      <a:lnTo>
                        <a:pt x="316" y="788"/>
                      </a:lnTo>
                      <a:lnTo>
                        <a:pt x="312" y="782"/>
                      </a:lnTo>
                      <a:lnTo>
                        <a:pt x="312" y="782"/>
                      </a:lnTo>
                      <a:lnTo>
                        <a:pt x="308" y="780"/>
                      </a:lnTo>
                      <a:lnTo>
                        <a:pt x="304" y="778"/>
                      </a:lnTo>
                      <a:lnTo>
                        <a:pt x="304" y="778"/>
                      </a:lnTo>
                      <a:lnTo>
                        <a:pt x="300" y="778"/>
                      </a:lnTo>
                      <a:lnTo>
                        <a:pt x="294" y="778"/>
                      </a:lnTo>
                      <a:lnTo>
                        <a:pt x="294" y="778"/>
                      </a:lnTo>
                      <a:lnTo>
                        <a:pt x="288" y="778"/>
                      </a:lnTo>
                      <a:lnTo>
                        <a:pt x="286" y="774"/>
                      </a:lnTo>
                      <a:lnTo>
                        <a:pt x="286" y="774"/>
                      </a:lnTo>
                      <a:lnTo>
                        <a:pt x="284" y="774"/>
                      </a:lnTo>
                      <a:lnTo>
                        <a:pt x="280" y="774"/>
                      </a:lnTo>
                      <a:lnTo>
                        <a:pt x="276" y="776"/>
                      </a:lnTo>
                      <a:lnTo>
                        <a:pt x="276" y="776"/>
                      </a:lnTo>
                      <a:lnTo>
                        <a:pt x="272" y="780"/>
                      </a:lnTo>
                      <a:lnTo>
                        <a:pt x="272" y="784"/>
                      </a:lnTo>
                      <a:lnTo>
                        <a:pt x="272" y="784"/>
                      </a:lnTo>
                      <a:lnTo>
                        <a:pt x="270" y="782"/>
                      </a:lnTo>
                      <a:lnTo>
                        <a:pt x="270" y="782"/>
                      </a:lnTo>
                      <a:lnTo>
                        <a:pt x="266" y="778"/>
                      </a:lnTo>
                      <a:lnTo>
                        <a:pt x="262" y="774"/>
                      </a:lnTo>
                      <a:lnTo>
                        <a:pt x="262" y="774"/>
                      </a:lnTo>
                      <a:lnTo>
                        <a:pt x="260" y="772"/>
                      </a:lnTo>
                      <a:lnTo>
                        <a:pt x="256" y="772"/>
                      </a:lnTo>
                      <a:lnTo>
                        <a:pt x="256" y="772"/>
                      </a:lnTo>
                      <a:lnTo>
                        <a:pt x="254" y="766"/>
                      </a:lnTo>
                      <a:lnTo>
                        <a:pt x="254" y="766"/>
                      </a:lnTo>
                      <a:lnTo>
                        <a:pt x="250" y="764"/>
                      </a:lnTo>
                      <a:lnTo>
                        <a:pt x="250" y="764"/>
                      </a:lnTo>
                      <a:lnTo>
                        <a:pt x="248" y="760"/>
                      </a:lnTo>
                      <a:lnTo>
                        <a:pt x="248" y="760"/>
                      </a:lnTo>
                      <a:lnTo>
                        <a:pt x="246" y="760"/>
                      </a:lnTo>
                      <a:lnTo>
                        <a:pt x="244" y="760"/>
                      </a:lnTo>
                      <a:lnTo>
                        <a:pt x="244" y="760"/>
                      </a:lnTo>
                      <a:lnTo>
                        <a:pt x="240" y="754"/>
                      </a:lnTo>
                      <a:lnTo>
                        <a:pt x="240" y="754"/>
                      </a:lnTo>
                      <a:lnTo>
                        <a:pt x="240" y="750"/>
                      </a:lnTo>
                      <a:lnTo>
                        <a:pt x="240" y="750"/>
                      </a:lnTo>
                      <a:lnTo>
                        <a:pt x="230" y="754"/>
                      </a:lnTo>
                      <a:lnTo>
                        <a:pt x="230" y="754"/>
                      </a:lnTo>
                      <a:lnTo>
                        <a:pt x="230" y="750"/>
                      </a:lnTo>
                      <a:lnTo>
                        <a:pt x="230" y="750"/>
                      </a:lnTo>
                      <a:lnTo>
                        <a:pt x="236" y="748"/>
                      </a:lnTo>
                      <a:lnTo>
                        <a:pt x="236" y="748"/>
                      </a:lnTo>
                      <a:lnTo>
                        <a:pt x="236" y="744"/>
                      </a:lnTo>
                      <a:lnTo>
                        <a:pt x="236" y="744"/>
                      </a:lnTo>
                      <a:lnTo>
                        <a:pt x="244" y="744"/>
                      </a:lnTo>
                      <a:lnTo>
                        <a:pt x="244" y="744"/>
                      </a:lnTo>
                      <a:lnTo>
                        <a:pt x="244" y="740"/>
                      </a:lnTo>
                      <a:lnTo>
                        <a:pt x="244" y="740"/>
                      </a:lnTo>
                      <a:lnTo>
                        <a:pt x="248" y="738"/>
                      </a:lnTo>
                      <a:lnTo>
                        <a:pt x="248" y="738"/>
                      </a:lnTo>
                      <a:lnTo>
                        <a:pt x="250" y="734"/>
                      </a:lnTo>
                      <a:lnTo>
                        <a:pt x="250" y="732"/>
                      </a:lnTo>
                      <a:lnTo>
                        <a:pt x="250" y="732"/>
                      </a:lnTo>
                      <a:lnTo>
                        <a:pt x="244" y="730"/>
                      </a:lnTo>
                      <a:lnTo>
                        <a:pt x="244" y="730"/>
                      </a:lnTo>
                      <a:lnTo>
                        <a:pt x="242" y="726"/>
                      </a:lnTo>
                      <a:lnTo>
                        <a:pt x="242" y="726"/>
                      </a:lnTo>
                      <a:lnTo>
                        <a:pt x="252" y="726"/>
                      </a:lnTo>
                      <a:lnTo>
                        <a:pt x="252" y="726"/>
                      </a:lnTo>
                      <a:lnTo>
                        <a:pt x="252" y="720"/>
                      </a:lnTo>
                      <a:lnTo>
                        <a:pt x="252" y="720"/>
                      </a:lnTo>
                      <a:lnTo>
                        <a:pt x="254" y="720"/>
                      </a:lnTo>
                      <a:lnTo>
                        <a:pt x="256" y="720"/>
                      </a:lnTo>
                      <a:lnTo>
                        <a:pt x="256" y="720"/>
                      </a:lnTo>
                      <a:lnTo>
                        <a:pt x="258" y="718"/>
                      </a:lnTo>
                      <a:lnTo>
                        <a:pt x="260" y="716"/>
                      </a:lnTo>
                      <a:lnTo>
                        <a:pt x="260" y="716"/>
                      </a:lnTo>
                      <a:lnTo>
                        <a:pt x="268" y="712"/>
                      </a:lnTo>
                      <a:lnTo>
                        <a:pt x="268" y="710"/>
                      </a:lnTo>
                      <a:lnTo>
                        <a:pt x="268" y="710"/>
                      </a:lnTo>
                      <a:lnTo>
                        <a:pt x="266" y="710"/>
                      </a:lnTo>
                      <a:lnTo>
                        <a:pt x="266" y="710"/>
                      </a:lnTo>
                      <a:lnTo>
                        <a:pt x="264" y="712"/>
                      </a:lnTo>
                      <a:lnTo>
                        <a:pt x="264" y="712"/>
                      </a:lnTo>
                      <a:lnTo>
                        <a:pt x="260" y="712"/>
                      </a:lnTo>
                      <a:lnTo>
                        <a:pt x="262" y="708"/>
                      </a:lnTo>
                      <a:lnTo>
                        <a:pt x="264" y="704"/>
                      </a:lnTo>
                      <a:lnTo>
                        <a:pt x="264" y="704"/>
                      </a:lnTo>
                      <a:lnTo>
                        <a:pt x="270" y="702"/>
                      </a:lnTo>
                      <a:lnTo>
                        <a:pt x="274" y="702"/>
                      </a:lnTo>
                      <a:lnTo>
                        <a:pt x="276" y="700"/>
                      </a:lnTo>
                      <a:lnTo>
                        <a:pt x="276" y="700"/>
                      </a:lnTo>
                      <a:lnTo>
                        <a:pt x="278" y="690"/>
                      </a:lnTo>
                      <a:lnTo>
                        <a:pt x="278" y="690"/>
                      </a:lnTo>
                      <a:lnTo>
                        <a:pt x="278" y="686"/>
                      </a:lnTo>
                      <a:lnTo>
                        <a:pt x="276" y="684"/>
                      </a:lnTo>
                      <a:lnTo>
                        <a:pt x="276" y="684"/>
                      </a:lnTo>
                      <a:lnTo>
                        <a:pt x="276" y="680"/>
                      </a:lnTo>
                      <a:lnTo>
                        <a:pt x="276" y="678"/>
                      </a:lnTo>
                      <a:lnTo>
                        <a:pt x="276" y="676"/>
                      </a:lnTo>
                      <a:lnTo>
                        <a:pt x="274" y="674"/>
                      </a:lnTo>
                      <a:lnTo>
                        <a:pt x="274" y="674"/>
                      </a:lnTo>
                      <a:lnTo>
                        <a:pt x="272" y="672"/>
                      </a:lnTo>
                      <a:lnTo>
                        <a:pt x="274" y="672"/>
                      </a:lnTo>
                      <a:lnTo>
                        <a:pt x="276" y="668"/>
                      </a:lnTo>
                      <a:lnTo>
                        <a:pt x="276" y="668"/>
                      </a:lnTo>
                      <a:lnTo>
                        <a:pt x="276" y="666"/>
                      </a:lnTo>
                      <a:lnTo>
                        <a:pt x="274" y="666"/>
                      </a:lnTo>
                      <a:lnTo>
                        <a:pt x="270" y="664"/>
                      </a:lnTo>
                      <a:lnTo>
                        <a:pt x="270" y="664"/>
                      </a:lnTo>
                      <a:lnTo>
                        <a:pt x="270" y="662"/>
                      </a:lnTo>
                      <a:lnTo>
                        <a:pt x="270" y="662"/>
                      </a:lnTo>
                      <a:lnTo>
                        <a:pt x="272" y="660"/>
                      </a:lnTo>
                      <a:lnTo>
                        <a:pt x="270" y="656"/>
                      </a:lnTo>
                      <a:lnTo>
                        <a:pt x="270" y="656"/>
                      </a:lnTo>
                      <a:lnTo>
                        <a:pt x="252" y="650"/>
                      </a:lnTo>
                      <a:lnTo>
                        <a:pt x="252" y="650"/>
                      </a:lnTo>
                      <a:lnTo>
                        <a:pt x="248" y="648"/>
                      </a:lnTo>
                      <a:lnTo>
                        <a:pt x="244" y="646"/>
                      </a:lnTo>
                      <a:lnTo>
                        <a:pt x="244" y="646"/>
                      </a:lnTo>
                      <a:lnTo>
                        <a:pt x="242" y="644"/>
                      </a:lnTo>
                      <a:lnTo>
                        <a:pt x="242" y="642"/>
                      </a:lnTo>
                      <a:lnTo>
                        <a:pt x="242" y="642"/>
                      </a:lnTo>
                      <a:lnTo>
                        <a:pt x="238" y="640"/>
                      </a:lnTo>
                      <a:lnTo>
                        <a:pt x="234" y="640"/>
                      </a:lnTo>
                      <a:lnTo>
                        <a:pt x="234" y="640"/>
                      </a:lnTo>
                      <a:lnTo>
                        <a:pt x="230" y="642"/>
                      </a:lnTo>
                      <a:lnTo>
                        <a:pt x="230" y="642"/>
                      </a:lnTo>
                      <a:lnTo>
                        <a:pt x="222" y="646"/>
                      </a:lnTo>
                      <a:lnTo>
                        <a:pt x="222" y="646"/>
                      </a:lnTo>
                      <a:lnTo>
                        <a:pt x="220" y="642"/>
                      </a:lnTo>
                      <a:lnTo>
                        <a:pt x="220" y="638"/>
                      </a:lnTo>
                      <a:lnTo>
                        <a:pt x="218" y="636"/>
                      </a:lnTo>
                      <a:lnTo>
                        <a:pt x="218" y="636"/>
                      </a:lnTo>
                      <a:lnTo>
                        <a:pt x="212" y="634"/>
                      </a:lnTo>
                      <a:lnTo>
                        <a:pt x="212" y="634"/>
                      </a:lnTo>
                      <a:lnTo>
                        <a:pt x="210" y="630"/>
                      </a:lnTo>
                      <a:lnTo>
                        <a:pt x="210" y="628"/>
                      </a:lnTo>
                      <a:lnTo>
                        <a:pt x="208" y="628"/>
                      </a:lnTo>
                      <a:lnTo>
                        <a:pt x="208" y="628"/>
                      </a:lnTo>
                      <a:lnTo>
                        <a:pt x="204" y="630"/>
                      </a:lnTo>
                      <a:lnTo>
                        <a:pt x="198" y="626"/>
                      </a:lnTo>
                      <a:lnTo>
                        <a:pt x="198" y="626"/>
                      </a:lnTo>
                      <a:lnTo>
                        <a:pt x="194" y="626"/>
                      </a:lnTo>
                      <a:lnTo>
                        <a:pt x="190" y="626"/>
                      </a:lnTo>
                      <a:lnTo>
                        <a:pt x="190" y="626"/>
                      </a:lnTo>
                      <a:lnTo>
                        <a:pt x="188" y="626"/>
                      </a:lnTo>
                      <a:lnTo>
                        <a:pt x="186" y="624"/>
                      </a:lnTo>
                      <a:lnTo>
                        <a:pt x="186" y="622"/>
                      </a:lnTo>
                      <a:lnTo>
                        <a:pt x="186" y="620"/>
                      </a:lnTo>
                      <a:lnTo>
                        <a:pt x="186" y="620"/>
                      </a:lnTo>
                      <a:lnTo>
                        <a:pt x="184" y="620"/>
                      </a:lnTo>
                      <a:lnTo>
                        <a:pt x="184" y="618"/>
                      </a:lnTo>
                      <a:lnTo>
                        <a:pt x="182" y="614"/>
                      </a:lnTo>
                      <a:lnTo>
                        <a:pt x="182" y="614"/>
                      </a:lnTo>
                      <a:lnTo>
                        <a:pt x="182" y="612"/>
                      </a:lnTo>
                      <a:lnTo>
                        <a:pt x="180" y="608"/>
                      </a:lnTo>
                      <a:lnTo>
                        <a:pt x="180" y="608"/>
                      </a:lnTo>
                      <a:lnTo>
                        <a:pt x="180" y="606"/>
                      </a:lnTo>
                      <a:lnTo>
                        <a:pt x="178" y="606"/>
                      </a:lnTo>
                      <a:lnTo>
                        <a:pt x="174" y="606"/>
                      </a:lnTo>
                      <a:lnTo>
                        <a:pt x="174" y="606"/>
                      </a:lnTo>
                      <a:lnTo>
                        <a:pt x="170" y="604"/>
                      </a:lnTo>
                      <a:lnTo>
                        <a:pt x="170" y="604"/>
                      </a:lnTo>
                      <a:lnTo>
                        <a:pt x="168" y="606"/>
                      </a:lnTo>
                      <a:lnTo>
                        <a:pt x="168" y="606"/>
                      </a:lnTo>
                      <a:lnTo>
                        <a:pt x="166" y="608"/>
                      </a:lnTo>
                      <a:lnTo>
                        <a:pt x="162" y="608"/>
                      </a:lnTo>
                      <a:lnTo>
                        <a:pt x="160" y="604"/>
                      </a:lnTo>
                      <a:lnTo>
                        <a:pt x="160" y="588"/>
                      </a:lnTo>
                      <a:lnTo>
                        <a:pt x="160" y="588"/>
                      </a:lnTo>
                      <a:lnTo>
                        <a:pt x="158" y="586"/>
                      </a:lnTo>
                      <a:lnTo>
                        <a:pt x="156" y="584"/>
                      </a:lnTo>
                      <a:lnTo>
                        <a:pt x="154" y="584"/>
                      </a:lnTo>
                      <a:lnTo>
                        <a:pt x="154" y="580"/>
                      </a:lnTo>
                      <a:lnTo>
                        <a:pt x="154" y="580"/>
                      </a:lnTo>
                      <a:lnTo>
                        <a:pt x="156" y="578"/>
                      </a:lnTo>
                      <a:lnTo>
                        <a:pt x="158" y="578"/>
                      </a:lnTo>
                      <a:lnTo>
                        <a:pt x="162" y="580"/>
                      </a:lnTo>
                      <a:lnTo>
                        <a:pt x="164" y="580"/>
                      </a:lnTo>
                      <a:lnTo>
                        <a:pt x="164" y="580"/>
                      </a:lnTo>
                      <a:lnTo>
                        <a:pt x="166" y="578"/>
                      </a:lnTo>
                      <a:lnTo>
                        <a:pt x="166" y="576"/>
                      </a:lnTo>
                      <a:lnTo>
                        <a:pt x="164" y="570"/>
                      </a:lnTo>
                      <a:lnTo>
                        <a:pt x="164" y="570"/>
                      </a:lnTo>
                      <a:lnTo>
                        <a:pt x="160" y="566"/>
                      </a:lnTo>
                      <a:lnTo>
                        <a:pt x="156" y="562"/>
                      </a:lnTo>
                      <a:lnTo>
                        <a:pt x="156" y="562"/>
                      </a:lnTo>
                      <a:lnTo>
                        <a:pt x="154" y="560"/>
                      </a:lnTo>
                      <a:lnTo>
                        <a:pt x="154" y="558"/>
                      </a:lnTo>
                      <a:lnTo>
                        <a:pt x="154" y="550"/>
                      </a:lnTo>
                      <a:lnTo>
                        <a:pt x="154" y="550"/>
                      </a:lnTo>
                      <a:lnTo>
                        <a:pt x="152" y="544"/>
                      </a:lnTo>
                      <a:lnTo>
                        <a:pt x="150" y="540"/>
                      </a:lnTo>
                      <a:lnTo>
                        <a:pt x="150" y="540"/>
                      </a:lnTo>
                      <a:lnTo>
                        <a:pt x="150" y="536"/>
                      </a:lnTo>
                      <a:lnTo>
                        <a:pt x="148" y="536"/>
                      </a:lnTo>
                      <a:lnTo>
                        <a:pt x="146" y="534"/>
                      </a:lnTo>
                      <a:lnTo>
                        <a:pt x="146" y="532"/>
                      </a:lnTo>
                      <a:lnTo>
                        <a:pt x="146" y="532"/>
                      </a:lnTo>
                      <a:lnTo>
                        <a:pt x="144" y="530"/>
                      </a:lnTo>
                      <a:lnTo>
                        <a:pt x="142" y="530"/>
                      </a:lnTo>
                      <a:lnTo>
                        <a:pt x="138" y="528"/>
                      </a:lnTo>
                      <a:lnTo>
                        <a:pt x="138" y="528"/>
                      </a:lnTo>
                      <a:lnTo>
                        <a:pt x="132" y="526"/>
                      </a:lnTo>
                      <a:lnTo>
                        <a:pt x="132" y="526"/>
                      </a:lnTo>
                      <a:lnTo>
                        <a:pt x="130" y="526"/>
                      </a:lnTo>
                      <a:lnTo>
                        <a:pt x="126" y="528"/>
                      </a:lnTo>
                      <a:lnTo>
                        <a:pt x="126" y="528"/>
                      </a:lnTo>
                      <a:lnTo>
                        <a:pt x="124" y="528"/>
                      </a:lnTo>
                      <a:lnTo>
                        <a:pt x="124" y="526"/>
                      </a:lnTo>
                      <a:lnTo>
                        <a:pt x="122" y="524"/>
                      </a:lnTo>
                      <a:lnTo>
                        <a:pt x="122" y="524"/>
                      </a:lnTo>
                      <a:lnTo>
                        <a:pt x="120" y="518"/>
                      </a:lnTo>
                      <a:lnTo>
                        <a:pt x="120" y="518"/>
                      </a:lnTo>
                      <a:lnTo>
                        <a:pt x="116" y="512"/>
                      </a:lnTo>
                      <a:lnTo>
                        <a:pt x="116" y="512"/>
                      </a:lnTo>
                      <a:lnTo>
                        <a:pt x="114" y="510"/>
                      </a:lnTo>
                      <a:lnTo>
                        <a:pt x="112" y="510"/>
                      </a:lnTo>
                      <a:lnTo>
                        <a:pt x="112" y="510"/>
                      </a:lnTo>
                      <a:lnTo>
                        <a:pt x="110" y="508"/>
                      </a:lnTo>
                      <a:lnTo>
                        <a:pt x="110" y="508"/>
                      </a:lnTo>
                      <a:lnTo>
                        <a:pt x="110" y="498"/>
                      </a:lnTo>
                      <a:lnTo>
                        <a:pt x="110" y="498"/>
                      </a:lnTo>
                      <a:lnTo>
                        <a:pt x="106" y="500"/>
                      </a:lnTo>
                      <a:lnTo>
                        <a:pt x="104" y="500"/>
                      </a:lnTo>
                      <a:lnTo>
                        <a:pt x="102" y="498"/>
                      </a:lnTo>
                      <a:lnTo>
                        <a:pt x="102" y="498"/>
                      </a:lnTo>
                      <a:lnTo>
                        <a:pt x="102" y="494"/>
                      </a:lnTo>
                      <a:lnTo>
                        <a:pt x="100" y="494"/>
                      </a:lnTo>
                      <a:lnTo>
                        <a:pt x="100" y="494"/>
                      </a:lnTo>
                      <a:lnTo>
                        <a:pt x="102" y="490"/>
                      </a:lnTo>
                      <a:lnTo>
                        <a:pt x="102" y="486"/>
                      </a:lnTo>
                      <a:lnTo>
                        <a:pt x="104" y="486"/>
                      </a:lnTo>
                      <a:lnTo>
                        <a:pt x="104" y="486"/>
                      </a:lnTo>
                      <a:lnTo>
                        <a:pt x="108" y="482"/>
                      </a:lnTo>
                      <a:lnTo>
                        <a:pt x="110" y="480"/>
                      </a:lnTo>
                      <a:lnTo>
                        <a:pt x="110" y="480"/>
                      </a:lnTo>
                      <a:lnTo>
                        <a:pt x="112" y="480"/>
                      </a:lnTo>
                      <a:lnTo>
                        <a:pt x="112" y="480"/>
                      </a:lnTo>
                      <a:lnTo>
                        <a:pt x="114" y="470"/>
                      </a:lnTo>
                      <a:lnTo>
                        <a:pt x="112" y="462"/>
                      </a:lnTo>
                      <a:lnTo>
                        <a:pt x="116" y="460"/>
                      </a:lnTo>
                      <a:lnTo>
                        <a:pt x="116" y="460"/>
                      </a:lnTo>
                      <a:lnTo>
                        <a:pt x="116" y="458"/>
                      </a:lnTo>
                      <a:lnTo>
                        <a:pt x="118" y="456"/>
                      </a:lnTo>
                      <a:lnTo>
                        <a:pt x="118" y="456"/>
                      </a:lnTo>
                      <a:lnTo>
                        <a:pt x="116" y="452"/>
                      </a:lnTo>
                      <a:lnTo>
                        <a:pt x="114" y="450"/>
                      </a:lnTo>
                      <a:lnTo>
                        <a:pt x="114" y="450"/>
                      </a:lnTo>
                      <a:lnTo>
                        <a:pt x="118" y="440"/>
                      </a:lnTo>
                      <a:lnTo>
                        <a:pt x="118" y="440"/>
                      </a:lnTo>
                      <a:lnTo>
                        <a:pt x="120" y="442"/>
                      </a:lnTo>
                      <a:lnTo>
                        <a:pt x="120" y="442"/>
                      </a:lnTo>
                      <a:lnTo>
                        <a:pt x="120" y="442"/>
                      </a:lnTo>
                      <a:lnTo>
                        <a:pt x="122" y="440"/>
                      </a:lnTo>
                      <a:lnTo>
                        <a:pt x="122" y="440"/>
                      </a:lnTo>
                      <a:lnTo>
                        <a:pt x="126" y="442"/>
                      </a:lnTo>
                      <a:lnTo>
                        <a:pt x="130" y="442"/>
                      </a:lnTo>
                      <a:lnTo>
                        <a:pt x="130" y="442"/>
                      </a:lnTo>
                      <a:lnTo>
                        <a:pt x="132" y="440"/>
                      </a:lnTo>
                      <a:lnTo>
                        <a:pt x="136" y="436"/>
                      </a:lnTo>
                      <a:lnTo>
                        <a:pt x="136" y="436"/>
                      </a:lnTo>
                      <a:lnTo>
                        <a:pt x="140" y="438"/>
                      </a:lnTo>
                      <a:lnTo>
                        <a:pt x="142" y="438"/>
                      </a:lnTo>
                      <a:lnTo>
                        <a:pt x="142" y="438"/>
                      </a:lnTo>
                      <a:lnTo>
                        <a:pt x="146" y="438"/>
                      </a:lnTo>
                      <a:lnTo>
                        <a:pt x="148" y="436"/>
                      </a:lnTo>
                      <a:lnTo>
                        <a:pt x="148" y="436"/>
                      </a:lnTo>
                      <a:lnTo>
                        <a:pt x="144" y="436"/>
                      </a:lnTo>
                      <a:lnTo>
                        <a:pt x="144" y="436"/>
                      </a:lnTo>
                      <a:lnTo>
                        <a:pt x="142" y="432"/>
                      </a:lnTo>
                      <a:lnTo>
                        <a:pt x="138" y="428"/>
                      </a:lnTo>
                      <a:lnTo>
                        <a:pt x="138" y="428"/>
                      </a:lnTo>
                      <a:lnTo>
                        <a:pt x="128" y="430"/>
                      </a:lnTo>
                      <a:lnTo>
                        <a:pt x="128" y="430"/>
                      </a:lnTo>
                      <a:lnTo>
                        <a:pt x="116" y="420"/>
                      </a:lnTo>
                      <a:lnTo>
                        <a:pt x="116" y="420"/>
                      </a:lnTo>
                      <a:lnTo>
                        <a:pt x="118" y="418"/>
                      </a:lnTo>
                      <a:lnTo>
                        <a:pt x="118" y="418"/>
                      </a:lnTo>
                      <a:lnTo>
                        <a:pt x="118" y="418"/>
                      </a:lnTo>
                      <a:lnTo>
                        <a:pt x="118" y="416"/>
                      </a:lnTo>
                      <a:lnTo>
                        <a:pt x="118" y="416"/>
                      </a:lnTo>
                      <a:lnTo>
                        <a:pt x="110" y="420"/>
                      </a:lnTo>
                      <a:lnTo>
                        <a:pt x="110" y="420"/>
                      </a:lnTo>
                      <a:lnTo>
                        <a:pt x="110" y="420"/>
                      </a:lnTo>
                      <a:lnTo>
                        <a:pt x="108" y="420"/>
                      </a:lnTo>
                      <a:lnTo>
                        <a:pt x="108" y="420"/>
                      </a:lnTo>
                      <a:lnTo>
                        <a:pt x="116" y="414"/>
                      </a:lnTo>
                      <a:lnTo>
                        <a:pt x="116" y="414"/>
                      </a:lnTo>
                      <a:lnTo>
                        <a:pt x="140" y="398"/>
                      </a:lnTo>
                      <a:lnTo>
                        <a:pt x="156" y="388"/>
                      </a:lnTo>
                      <a:lnTo>
                        <a:pt x="162" y="382"/>
                      </a:lnTo>
                      <a:lnTo>
                        <a:pt x="162" y="382"/>
                      </a:lnTo>
                      <a:lnTo>
                        <a:pt x="162" y="378"/>
                      </a:lnTo>
                      <a:lnTo>
                        <a:pt x="160" y="372"/>
                      </a:lnTo>
                      <a:lnTo>
                        <a:pt x="160" y="372"/>
                      </a:lnTo>
                      <a:lnTo>
                        <a:pt x="160" y="370"/>
                      </a:lnTo>
                      <a:lnTo>
                        <a:pt x="158" y="370"/>
                      </a:lnTo>
                      <a:lnTo>
                        <a:pt x="152" y="368"/>
                      </a:lnTo>
                      <a:lnTo>
                        <a:pt x="152" y="368"/>
                      </a:lnTo>
                      <a:lnTo>
                        <a:pt x="150" y="366"/>
                      </a:lnTo>
                      <a:lnTo>
                        <a:pt x="150" y="364"/>
                      </a:lnTo>
                      <a:lnTo>
                        <a:pt x="150" y="358"/>
                      </a:lnTo>
                      <a:lnTo>
                        <a:pt x="150" y="358"/>
                      </a:lnTo>
                      <a:lnTo>
                        <a:pt x="150" y="354"/>
                      </a:lnTo>
                      <a:lnTo>
                        <a:pt x="154" y="350"/>
                      </a:lnTo>
                      <a:lnTo>
                        <a:pt x="154" y="350"/>
                      </a:lnTo>
                      <a:lnTo>
                        <a:pt x="154" y="348"/>
                      </a:lnTo>
                      <a:lnTo>
                        <a:pt x="154" y="346"/>
                      </a:lnTo>
                      <a:lnTo>
                        <a:pt x="152" y="340"/>
                      </a:lnTo>
                      <a:lnTo>
                        <a:pt x="152" y="340"/>
                      </a:lnTo>
                      <a:lnTo>
                        <a:pt x="150" y="336"/>
                      </a:lnTo>
                      <a:lnTo>
                        <a:pt x="148" y="334"/>
                      </a:lnTo>
                      <a:lnTo>
                        <a:pt x="148" y="334"/>
                      </a:lnTo>
                      <a:lnTo>
                        <a:pt x="144" y="330"/>
                      </a:lnTo>
                      <a:lnTo>
                        <a:pt x="144" y="326"/>
                      </a:lnTo>
                      <a:lnTo>
                        <a:pt x="144" y="326"/>
                      </a:lnTo>
                      <a:lnTo>
                        <a:pt x="142" y="318"/>
                      </a:lnTo>
                      <a:lnTo>
                        <a:pt x="142" y="318"/>
                      </a:lnTo>
                      <a:lnTo>
                        <a:pt x="142" y="314"/>
                      </a:lnTo>
                      <a:lnTo>
                        <a:pt x="142" y="310"/>
                      </a:lnTo>
                      <a:lnTo>
                        <a:pt x="142" y="310"/>
                      </a:lnTo>
                      <a:lnTo>
                        <a:pt x="144" y="308"/>
                      </a:lnTo>
                      <a:lnTo>
                        <a:pt x="142" y="306"/>
                      </a:lnTo>
                      <a:lnTo>
                        <a:pt x="142" y="302"/>
                      </a:lnTo>
                      <a:lnTo>
                        <a:pt x="142" y="302"/>
                      </a:lnTo>
                      <a:lnTo>
                        <a:pt x="142" y="298"/>
                      </a:lnTo>
                      <a:lnTo>
                        <a:pt x="140" y="294"/>
                      </a:lnTo>
                      <a:lnTo>
                        <a:pt x="140" y="294"/>
                      </a:lnTo>
                      <a:lnTo>
                        <a:pt x="134" y="268"/>
                      </a:lnTo>
                      <a:lnTo>
                        <a:pt x="134" y="268"/>
                      </a:lnTo>
                      <a:lnTo>
                        <a:pt x="134" y="266"/>
                      </a:lnTo>
                      <a:lnTo>
                        <a:pt x="136" y="262"/>
                      </a:lnTo>
                      <a:lnTo>
                        <a:pt x="142" y="256"/>
                      </a:lnTo>
                      <a:lnTo>
                        <a:pt x="142" y="256"/>
                      </a:lnTo>
                      <a:lnTo>
                        <a:pt x="142" y="252"/>
                      </a:lnTo>
                      <a:lnTo>
                        <a:pt x="140" y="248"/>
                      </a:lnTo>
                      <a:lnTo>
                        <a:pt x="138" y="244"/>
                      </a:lnTo>
                      <a:lnTo>
                        <a:pt x="138" y="244"/>
                      </a:lnTo>
                      <a:lnTo>
                        <a:pt x="136" y="246"/>
                      </a:lnTo>
                      <a:lnTo>
                        <a:pt x="134" y="244"/>
                      </a:lnTo>
                      <a:lnTo>
                        <a:pt x="134" y="244"/>
                      </a:lnTo>
                      <a:lnTo>
                        <a:pt x="132" y="240"/>
                      </a:lnTo>
                      <a:lnTo>
                        <a:pt x="132" y="234"/>
                      </a:lnTo>
                      <a:lnTo>
                        <a:pt x="134" y="226"/>
                      </a:lnTo>
                      <a:lnTo>
                        <a:pt x="138" y="222"/>
                      </a:lnTo>
                      <a:lnTo>
                        <a:pt x="138" y="224"/>
                      </a:lnTo>
                      <a:lnTo>
                        <a:pt x="138" y="224"/>
                      </a:lnTo>
                      <a:lnTo>
                        <a:pt x="140" y="226"/>
                      </a:lnTo>
                      <a:lnTo>
                        <a:pt x="140" y="226"/>
                      </a:lnTo>
                      <a:lnTo>
                        <a:pt x="142" y="226"/>
                      </a:lnTo>
                      <a:lnTo>
                        <a:pt x="142" y="226"/>
                      </a:lnTo>
                      <a:lnTo>
                        <a:pt x="144" y="220"/>
                      </a:lnTo>
                      <a:lnTo>
                        <a:pt x="144" y="216"/>
                      </a:lnTo>
                      <a:lnTo>
                        <a:pt x="144" y="216"/>
                      </a:lnTo>
                      <a:lnTo>
                        <a:pt x="144" y="210"/>
                      </a:lnTo>
                      <a:lnTo>
                        <a:pt x="142" y="208"/>
                      </a:lnTo>
                      <a:lnTo>
                        <a:pt x="142" y="208"/>
                      </a:lnTo>
                      <a:lnTo>
                        <a:pt x="144" y="208"/>
                      </a:lnTo>
                      <a:lnTo>
                        <a:pt x="146" y="208"/>
                      </a:lnTo>
                      <a:lnTo>
                        <a:pt x="146" y="208"/>
                      </a:lnTo>
                      <a:lnTo>
                        <a:pt x="146" y="208"/>
                      </a:lnTo>
                      <a:lnTo>
                        <a:pt x="148" y="206"/>
                      </a:lnTo>
                      <a:lnTo>
                        <a:pt x="152" y="204"/>
                      </a:lnTo>
                      <a:lnTo>
                        <a:pt x="156" y="202"/>
                      </a:lnTo>
                      <a:lnTo>
                        <a:pt x="156" y="202"/>
                      </a:lnTo>
                      <a:lnTo>
                        <a:pt x="160" y="202"/>
                      </a:lnTo>
                      <a:lnTo>
                        <a:pt x="160" y="202"/>
                      </a:lnTo>
                      <a:lnTo>
                        <a:pt x="162" y="204"/>
                      </a:lnTo>
                      <a:lnTo>
                        <a:pt x="164" y="206"/>
                      </a:lnTo>
                      <a:lnTo>
                        <a:pt x="164" y="202"/>
                      </a:lnTo>
                      <a:lnTo>
                        <a:pt x="164" y="202"/>
                      </a:lnTo>
                      <a:lnTo>
                        <a:pt x="168" y="202"/>
                      </a:lnTo>
                      <a:lnTo>
                        <a:pt x="168" y="202"/>
                      </a:lnTo>
                      <a:lnTo>
                        <a:pt x="168" y="200"/>
                      </a:lnTo>
                      <a:lnTo>
                        <a:pt x="168" y="200"/>
                      </a:lnTo>
                      <a:lnTo>
                        <a:pt x="170" y="200"/>
                      </a:lnTo>
                      <a:lnTo>
                        <a:pt x="170" y="200"/>
                      </a:lnTo>
                      <a:lnTo>
                        <a:pt x="180" y="206"/>
                      </a:lnTo>
                      <a:lnTo>
                        <a:pt x="180" y="206"/>
                      </a:lnTo>
                      <a:lnTo>
                        <a:pt x="172" y="210"/>
                      </a:lnTo>
                      <a:lnTo>
                        <a:pt x="172" y="210"/>
                      </a:lnTo>
                      <a:lnTo>
                        <a:pt x="172" y="212"/>
                      </a:lnTo>
                      <a:lnTo>
                        <a:pt x="172" y="212"/>
                      </a:lnTo>
                      <a:lnTo>
                        <a:pt x="178" y="214"/>
                      </a:lnTo>
                      <a:lnTo>
                        <a:pt x="182" y="214"/>
                      </a:lnTo>
                      <a:lnTo>
                        <a:pt x="182" y="214"/>
                      </a:lnTo>
                      <a:lnTo>
                        <a:pt x="186" y="214"/>
                      </a:lnTo>
                      <a:lnTo>
                        <a:pt x="186" y="214"/>
                      </a:lnTo>
                      <a:lnTo>
                        <a:pt x="188" y="214"/>
                      </a:lnTo>
                      <a:lnTo>
                        <a:pt x="190" y="214"/>
                      </a:lnTo>
                      <a:lnTo>
                        <a:pt x="190" y="214"/>
                      </a:lnTo>
                      <a:lnTo>
                        <a:pt x="190" y="216"/>
                      </a:lnTo>
                      <a:lnTo>
                        <a:pt x="190" y="216"/>
                      </a:lnTo>
                      <a:lnTo>
                        <a:pt x="196" y="216"/>
                      </a:lnTo>
                      <a:lnTo>
                        <a:pt x="204" y="218"/>
                      </a:lnTo>
                      <a:lnTo>
                        <a:pt x="204" y="218"/>
                      </a:lnTo>
                      <a:lnTo>
                        <a:pt x="208" y="222"/>
                      </a:lnTo>
                      <a:lnTo>
                        <a:pt x="208" y="222"/>
                      </a:lnTo>
                      <a:lnTo>
                        <a:pt x="210" y="222"/>
                      </a:lnTo>
                      <a:lnTo>
                        <a:pt x="214" y="222"/>
                      </a:lnTo>
                      <a:lnTo>
                        <a:pt x="214" y="222"/>
                      </a:lnTo>
                      <a:lnTo>
                        <a:pt x="216" y="224"/>
                      </a:lnTo>
                      <a:lnTo>
                        <a:pt x="218" y="226"/>
                      </a:lnTo>
                      <a:lnTo>
                        <a:pt x="218" y="226"/>
                      </a:lnTo>
                      <a:lnTo>
                        <a:pt x="220" y="226"/>
                      </a:lnTo>
                      <a:lnTo>
                        <a:pt x="222" y="226"/>
                      </a:lnTo>
                      <a:lnTo>
                        <a:pt x="222" y="226"/>
                      </a:lnTo>
                      <a:lnTo>
                        <a:pt x="226" y="228"/>
                      </a:lnTo>
                      <a:lnTo>
                        <a:pt x="232" y="230"/>
                      </a:lnTo>
                      <a:lnTo>
                        <a:pt x="232" y="230"/>
                      </a:lnTo>
                      <a:lnTo>
                        <a:pt x="238" y="232"/>
                      </a:lnTo>
                      <a:lnTo>
                        <a:pt x="238" y="232"/>
                      </a:lnTo>
                      <a:lnTo>
                        <a:pt x="242" y="236"/>
                      </a:lnTo>
                      <a:lnTo>
                        <a:pt x="242" y="236"/>
                      </a:lnTo>
                      <a:lnTo>
                        <a:pt x="248" y="236"/>
                      </a:lnTo>
                      <a:lnTo>
                        <a:pt x="248" y="236"/>
                      </a:lnTo>
                      <a:lnTo>
                        <a:pt x="256" y="242"/>
                      </a:lnTo>
                      <a:lnTo>
                        <a:pt x="262" y="250"/>
                      </a:lnTo>
                      <a:lnTo>
                        <a:pt x="262" y="250"/>
                      </a:lnTo>
                      <a:lnTo>
                        <a:pt x="266" y="248"/>
                      </a:lnTo>
                      <a:lnTo>
                        <a:pt x="266" y="248"/>
                      </a:lnTo>
                      <a:lnTo>
                        <a:pt x="268" y="250"/>
                      </a:lnTo>
                      <a:lnTo>
                        <a:pt x="270" y="254"/>
                      </a:lnTo>
                      <a:lnTo>
                        <a:pt x="270" y="254"/>
                      </a:lnTo>
                      <a:lnTo>
                        <a:pt x="276" y="254"/>
                      </a:lnTo>
                      <a:lnTo>
                        <a:pt x="286" y="264"/>
                      </a:lnTo>
                      <a:lnTo>
                        <a:pt x="286" y="264"/>
                      </a:lnTo>
                      <a:lnTo>
                        <a:pt x="288" y="270"/>
                      </a:lnTo>
                      <a:lnTo>
                        <a:pt x="288" y="274"/>
                      </a:lnTo>
                      <a:lnTo>
                        <a:pt x="286" y="280"/>
                      </a:lnTo>
                      <a:lnTo>
                        <a:pt x="284" y="282"/>
                      </a:lnTo>
                      <a:lnTo>
                        <a:pt x="284" y="282"/>
                      </a:lnTo>
                      <a:lnTo>
                        <a:pt x="282" y="284"/>
                      </a:lnTo>
                      <a:lnTo>
                        <a:pt x="280" y="286"/>
                      </a:lnTo>
                      <a:lnTo>
                        <a:pt x="280" y="286"/>
                      </a:lnTo>
                      <a:lnTo>
                        <a:pt x="280" y="288"/>
                      </a:lnTo>
                      <a:lnTo>
                        <a:pt x="278" y="288"/>
                      </a:lnTo>
                      <a:lnTo>
                        <a:pt x="276" y="288"/>
                      </a:lnTo>
                      <a:lnTo>
                        <a:pt x="276" y="288"/>
                      </a:lnTo>
                      <a:lnTo>
                        <a:pt x="272" y="294"/>
                      </a:lnTo>
                      <a:lnTo>
                        <a:pt x="272" y="294"/>
                      </a:lnTo>
                      <a:lnTo>
                        <a:pt x="266" y="296"/>
                      </a:lnTo>
                      <a:lnTo>
                        <a:pt x="266" y="296"/>
                      </a:lnTo>
                      <a:lnTo>
                        <a:pt x="262" y="298"/>
                      </a:lnTo>
                      <a:lnTo>
                        <a:pt x="262" y="298"/>
                      </a:lnTo>
                      <a:lnTo>
                        <a:pt x="258" y="298"/>
                      </a:lnTo>
                      <a:lnTo>
                        <a:pt x="256" y="298"/>
                      </a:lnTo>
                      <a:lnTo>
                        <a:pt x="256" y="298"/>
                      </a:lnTo>
                      <a:lnTo>
                        <a:pt x="244" y="296"/>
                      </a:lnTo>
                      <a:lnTo>
                        <a:pt x="232" y="296"/>
                      </a:lnTo>
                      <a:lnTo>
                        <a:pt x="232" y="296"/>
                      </a:lnTo>
                      <a:lnTo>
                        <a:pt x="226" y="292"/>
                      </a:lnTo>
                      <a:lnTo>
                        <a:pt x="226" y="292"/>
                      </a:lnTo>
                      <a:lnTo>
                        <a:pt x="218" y="292"/>
                      </a:lnTo>
                      <a:lnTo>
                        <a:pt x="216" y="290"/>
                      </a:lnTo>
                      <a:lnTo>
                        <a:pt x="216" y="290"/>
                      </a:lnTo>
                      <a:lnTo>
                        <a:pt x="212" y="288"/>
                      </a:lnTo>
                      <a:lnTo>
                        <a:pt x="208" y="288"/>
                      </a:lnTo>
                      <a:lnTo>
                        <a:pt x="208" y="288"/>
                      </a:lnTo>
                      <a:lnTo>
                        <a:pt x="204" y="280"/>
                      </a:lnTo>
                      <a:lnTo>
                        <a:pt x="202" y="282"/>
                      </a:lnTo>
                      <a:lnTo>
                        <a:pt x="202" y="282"/>
                      </a:lnTo>
                      <a:lnTo>
                        <a:pt x="202" y="286"/>
                      </a:lnTo>
                      <a:lnTo>
                        <a:pt x="200" y="286"/>
                      </a:lnTo>
                      <a:lnTo>
                        <a:pt x="200" y="286"/>
                      </a:lnTo>
                      <a:lnTo>
                        <a:pt x="200" y="284"/>
                      </a:lnTo>
                      <a:lnTo>
                        <a:pt x="200" y="284"/>
                      </a:lnTo>
                      <a:lnTo>
                        <a:pt x="194" y="282"/>
                      </a:lnTo>
                      <a:lnTo>
                        <a:pt x="194" y="282"/>
                      </a:lnTo>
                      <a:lnTo>
                        <a:pt x="192" y="278"/>
                      </a:lnTo>
                      <a:lnTo>
                        <a:pt x="192" y="278"/>
                      </a:lnTo>
                      <a:lnTo>
                        <a:pt x="188" y="278"/>
                      </a:lnTo>
                      <a:lnTo>
                        <a:pt x="182" y="278"/>
                      </a:lnTo>
                      <a:lnTo>
                        <a:pt x="182" y="278"/>
                      </a:lnTo>
                      <a:lnTo>
                        <a:pt x="180" y="274"/>
                      </a:lnTo>
                      <a:lnTo>
                        <a:pt x="178" y="270"/>
                      </a:lnTo>
                      <a:lnTo>
                        <a:pt x="178" y="270"/>
                      </a:lnTo>
                      <a:lnTo>
                        <a:pt x="172" y="268"/>
                      </a:lnTo>
                      <a:lnTo>
                        <a:pt x="172" y="268"/>
                      </a:lnTo>
                      <a:lnTo>
                        <a:pt x="170" y="270"/>
                      </a:lnTo>
                      <a:lnTo>
                        <a:pt x="172" y="270"/>
                      </a:lnTo>
                      <a:lnTo>
                        <a:pt x="172" y="270"/>
                      </a:lnTo>
                      <a:lnTo>
                        <a:pt x="176" y="278"/>
                      </a:lnTo>
                      <a:lnTo>
                        <a:pt x="178" y="280"/>
                      </a:lnTo>
                      <a:lnTo>
                        <a:pt x="176" y="282"/>
                      </a:lnTo>
                      <a:lnTo>
                        <a:pt x="176" y="282"/>
                      </a:lnTo>
                      <a:lnTo>
                        <a:pt x="182" y="282"/>
                      </a:lnTo>
                      <a:lnTo>
                        <a:pt x="184" y="284"/>
                      </a:lnTo>
                      <a:lnTo>
                        <a:pt x="180" y="286"/>
                      </a:lnTo>
                      <a:lnTo>
                        <a:pt x="180" y="288"/>
                      </a:lnTo>
                      <a:lnTo>
                        <a:pt x="180" y="288"/>
                      </a:lnTo>
                      <a:lnTo>
                        <a:pt x="182" y="290"/>
                      </a:lnTo>
                      <a:lnTo>
                        <a:pt x="182" y="292"/>
                      </a:lnTo>
                      <a:lnTo>
                        <a:pt x="182" y="292"/>
                      </a:lnTo>
                      <a:lnTo>
                        <a:pt x="186" y="292"/>
                      </a:lnTo>
                      <a:lnTo>
                        <a:pt x="188" y="290"/>
                      </a:lnTo>
                      <a:lnTo>
                        <a:pt x="188" y="294"/>
                      </a:lnTo>
                      <a:lnTo>
                        <a:pt x="188" y="294"/>
                      </a:lnTo>
                      <a:lnTo>
                        <a:pt x="182" y="294"/>
                      </a:lnTo>
                      <a:lnTo>
                        <a:pt x="182" y="294"/>
                      </a:lnTo>
                      <a:lnTo>
                        <a:pt x="186" y="296"/>
                      </a:lnTo>
                      <a:lnTo>
                        <a:pt x="186" y="296"/>
                      </a:lnTo>
                      <a:lnTo>
                        <a:pt x="196" y="298"/>
                      </a:lnTo>
                      <a:lnTo>
                        <a:pt x="198" y="300"/>
                      </a:lnTo>
                      <a:lnTo>
                        <a:pt x="198" y="300"/>
                      </a:lnTo>
                      <a:lnTo>
                        <a:pt x="202" y="300"/>
                      </a:lnTo>
                      <a:lnTo>
                        <a:pt x="206" y="300"/>
                      </a:lnTo>
                      <a:lnTo>
                        <a:pt x="206" y="300"/>
                      </a:lnTo>
                      <a:lnTo>
                        <a:pt x="206" y="304"/>
                      </a:lnTo>
                      <a:lnTo>
                        <a:pt x="208" y="306"/>
                      </a:lnTo>
                      <a:lnTo>
                        <a:pt x="208" y="306"/>
                      </a:lnTo>
                      <a:lnTo>
                        <a:pt x="212" y="306"/>
                      </a:lnTo>
                      <a:lnTo>
                        <a:pt x="212" y="306"/>
                      </a:lnTo>
                      <a:lnTo>
                        <a:pt x="212" y="308"/>
                      </a:lnTo>
                      <a:lnTo>
                        <a:pt x="212" y="310"/>
                      </a:lnTo>
                      <a:lnTo>
                        <a:pt x="212" y="310"/>
                      </a:lnTo>
                      <a:lnTo>
                        <a:pt x="210" y="312"/>
                      </a:lnTo>
                      <a:lnTo>
                        <a:pt x="210" y="318"/>
                      </a:lnTo>
                      <a:lnTo>
                        <a:pt x="210" y="318"/>
                      </a:lnTo>
                      <a:lnTo>
                        <a:pt x="212" y="322"/>
                      </a:lnTo>
                      <a:lnTo>
                        <a:pt x="212" y="322"/>
                      </a:lnTo>
                      <a:lnTo>
                        <a:pt x="214" y="342"/>
                      </a:lnTo>
                      <a:lnTo>
                        <a:pt x="214" y="342"/>
                      </a:lnTo>
                      <a:lnTo>
                        <a:pt x="216" y="342"/>
                      </a:lnTo>
                      <a:lnTo>
                        <a:pt x="218" y="344"/>
                      </a:lnTo>
                      <a:lnTo>
                        <a:pt x="220" y="342"/>
                      </a:lnTo>
                      <a:lnTo>
                        <a:pt x="220" y="342"/>
                      </a:lnTo>
                      <a:lnTo>
                        <a:pt x="220" y="342"/>
                      </a:lnTo>
                      <a:lnTo>
                        <a:pt x="220" y="342"/>
                      </a:lnTo>
                      <a:lnTo>
                        <a:pt x="222" y="340"/>
                      </a:lnTo>
                      <a:lnTo>
                        <a:pt x="222" y="340"/>
                      </a:lnTo>
                      <a:lnTo>
                        <a:pt x="226" y="344"/>
                      </a:lnTo>
                      <a:lnTo>
                        <a:pt x="226" y="344"/>
                      </a:lnTo>
                      <a:lnTo>
                        <a:pt x="226" y="352"/>
                      </a:lnTo>
                      <a:lnTo>
                        <a:pt x="226" y="352"/>
                      </a:lnTo>
                      <a:lnTo>
                        <a:pt x="234" y="350"/>
                      </a:lnTo>
                      <a:lnTo>
                        <a:pt x="240" y="352"/>
                      </a:lnTo>
                      <a:lnTo>
                        <a:pt x="240" y="352"/>
                      </a:lnTo>
                      <a:lnTo>
                        <a:pt x="244" y="354"/>
                      </a:lnTo>
                      <a:lnTo>
                        <a:pt x="244" y="356"/>
                      </a:lnTo>
                      <a:lnTo>
                        <a:pt x="244" y="356"/>
                      </a:lnTo>
                      <a:lnTo>
                        <a:pt x="246" y="356"/>
                      </a:lnTo>
                      <a:lnTo>
                        <a:pt x="248" y="354"/>
                      </a:lnTo>
                      <a:lnTo>
                        <a:pt x="248" y="352"/>
                      </a:lnTo>
                      <a:lnTo>
                        <a:pt x="248" y="352"/>
                      </a:lnTo>
                      <a:lnTo>
                        <a:pt x="252" y="352"/>
                      </a:lnTo>
                      <a:lnTo>
                        <a:pt x="252" y="352"/>
                      </a:lnTo>
                      <a:lnTo>
                        <a:pt x="252" y="350"/>
                      </a:lnTo>
                      <a:lnTo>
                        <a:pt x="252" y="338"/>
                      </a:lnTo>
                      <a:lnTo>
                        <a:pt x="252" y="338"/>
                      </a:lnTo>
                      <a:lnTo>
                        <a:pt x="246" y="336"/>
                      </a:lnTo>
                      <a:lnTo>
                        <a:pt x="246" y="336"/>
                      </a:lnTo>
                      <a:lnTo>
                        <a:pt x="242" y="330"/>
                      </a:lnTo>
                      <a:lnTo>
                        <a:pt x="240" y="324"/>
                      </a:lnTo>
                      <a:lnTo>
                        <a:pt x="240" y="324"/>
                      </a:lnTo>
                      <a:lnTo>
                        <a:pt x="244" y="324"/>
                      </a:lnTo>
                      <a:lnTo>
                        <a:pt x="244" y="324"/>
                      </a:lnTo>
                      <a:lnTo>
                        <a:pt x="244" y="318"/>
                      </a:lnTo>
                      <a:lnTo>
                        <a:pt x="244" y="318"/>
                      </a:lnTo>
                      <a:lnTo>
                        <a:pt x="242" y="318"/>
                      </a:lnTo>
                      <a:lnTo>
                        <a:pt x="242" y="316"/>
                      </a:lnTo>
                      <a:lnTo>
                        <a:pt x="244" y="316"/>
                      </a:lnTo>
                      <a:lnTo>
                        <a:pt x="248" y="316"/>
                      </a:lnTo>
                      <a:lnTo>
                        <a:pt x="248" y="316"/>
                      </a:lnTo>
                      <a:lnTo>
                        <a:pt x="250" y="318"/>
                      </a:lnTo>
                      <a:lnTo>
                        <a:pt x="252" y="320"/>
                      </a:lnTo>
                      <a:lnTo>
                        <a:pt x="252" y="320"/>
                      </a:lnTo>
                      <a:lnTo>
                        <a:pt x="260" y="324"/>
                      </a:lnTo>
                      <a:lnTo>
                        <a:pt x="260" y="324"/>
                      </a:lnTo>
                      <a:lnTo>
                        <a:pt x="260" y="326"/>
                      </a:lnTo>
                      <a:lnTo>
                        <a:pt x="260" y="326"/>
                      </a:lnTo>
                      <a:lnTo>
                        <a:pt x="264" y="328"/>
                      </a:lnTo>
                      <a:lnTo>
                        <a:pt x="268" y="328"/>
                      </a:lnTo>
                      <a:lnTo>
                        <a:pt x="268" y="328"/>
                      </a:lnTo>
                      <a:lnTo>
                        <a:pt x="272" y="330"/>
                      </a:lnTo>
                      <a:lnTo>
                        <a:pt x="272" y="330"/>
                      </a:lnTo>
                      <a:lnTo>
                        <a:pt x="284" y="332"/>
                      </a:lnTo>
                      <a:lnTo>
                        <a:pt x="284" y="332"/>
                      </a:lnTo>
                      <a:lnTo>
                        <a:pt x="282" y="328"/>
                      </a:lnTo>
                      <a:lnTo>
                        <a:pt x="280" y="322"/>
                      </a:lnTo>
                      <a:lnTo>
                        <a:pt x="280" y="322"/>
                      </a:lnTo>
                      <a:lnTo>
                        <a:pt x="276" y="318"/>
                      </a:lnTo>
                      <a:lnTo>
                        <a:pt x="274" y="316"/>
                      </a:lnTo>
                      <a:lnTo>
                        <a:pt x="272" y="314"/>
                      </a:lnTo>
                      <a:lnTo>
                        <a:pt x="272" y="314"/>
                      </a:lnTo>
                      <a:lnTo>
                        <a:pt x="272" y="310"/>
                      </a:lnTo>
                      <a:lnTo>
                        <a:pt x="272" y="310"/>
                      </a:lnTo>
                      <a:lnTo>
                        <a:pt x="278" y="306"/>
                      </a:lnTo>
                      <a:lnTo>
                        <a:pt x="284" y="302"/>
                      </a:lnTo>
                      <a:lnTo>
                        <a:pt x="284" y="302"/>
                      </a:lnTo>
                      <a:lnTo>
                        <a:pt x="286" y="296"/>
                      </a:lnTo>
                      <a:lnTo>
                        <a:pt x="286" y="296"/>
                      </a:lnTo>
                      <a:lnTo>
                        <a:pt x="288" y="296"/>
                      </a:lnTo>
                      <a:lnTo>
                        <a:pt x="292" y="296"/>
                      </a:lnTo>
                      <a:lnTo>
                        <a:pt x="292" y="296"/>
                      </a:lnTo>
                      <a:lnTo>
                        <a:pt x="296" y="292"/>
                      </a:lnTo>
                      <a:lnTo>
                        <a:pt x="298" y="290"/>
                      </a:lnTo>
                      <a:lnTo>
                        <a:pt x="302" y="290"/>
                      </a:lnTo>
                      <a:lnTo>
                        <a:pt x="302" y="290"/>
                      </a:lnTo>
                      <a:lnTo>
                        <a:pt x="306" y="294"/>
                      </a:lnTo>
                      <a:lnTo>
                        <a:pt x="306" y="294"/>
                      </a:lnTo>
                      <a:lnTo>
                        <a:pt x="310" y="294"/>
                      </a:lnTo>
                      <a:lnTo>
                        <a:pt x="310" y="294"/>
                      </a:lnTo>
                      <a:lnTo>
                        <a:pt x="314" y="300"/>
                      </a:lnTo>
                      <a:lnTo>
                        <a:pt x="314" y="302"/>
                      </a:lnTo>
                      <a:lnTo>
                        <a:pt x="314" y="302"/>
                      </a:lnTo>
                      <a:lnTo>
                        <a:pt x="320" y="302"/>
                      </a:lnTo>
                      <a:lnTo>
                        <a:pt x="320" y="302"/>
                      </a:lnTo>
                      <a:lnTo>
                        <a:pt x="320" y="294"/>
                      </a:lnTo>
                      <a:lnTo>
                        <a:pt x="324" y="286"/>
                      </a:lnTo>
                      <a:lnTo>
                        <a:pt x="324" y="286"/>
                      </a:lnTo>
                      <a:lnTo>
                        <a:pt x="328" y="282"/>
                      </a:lnTo>
                      <a:lnTo>
                        <a:pt x="328" y="282"/>
                      </a:lnTo>
                      <a:lnTo>
                        <a:pt x="328" y="280"/>
                      </a:lnTo>
                      <a:lnTo>
                        <a:pt x="328" y="280"/>
                      </a:lnTo>
                      <a:lnTo>
                        <a:pt x="328" y="280"/>
                      </a:lnTo>
                      <a:lnTo>
                        <a:pt x="328" y="276"/>
                      </a:lnTo>
                      <a:lnTo>
                        <a:pt x="328" y="276"/>
                      </a:lnTo>
                      <a:lnTo>
                        <a:pt x="324" y="272"/>
                      </a:lnTo>
                      <a:lnTo>
                        <a:pt x="322" y="270"/>
                      </a:lnTo>
                      <a:lnTo>
                        <a:pt x="322" y="266"/>
                      </a:lnTo>
                      <a:lnTo>
                        <a:pt x="322" y="266"/>
                      </a:lnTo>
                      <a:lnTo>
                        <a:pt x="324" y="264"/>
                      </a:lnTo>
                      <a:lnTo>
                        <a:pt x="326" y="260"/>
                      </a:lnTo>
                      <a:lnTo>
                        <a:pt x="326" y="260"/>
                      </a:lnTo>
                      <a:lnTo>
                        <a:pt x="328" y="260"/>
                      </a:lnTo>
                      <a:lnTo>
                        <a:pt x="328" y="260"/>
                      </a:lnTo>
                      <a:lnTo>
                        <a:pt x="328" y="256"/>
                      </a:lnTo>
                      <a:lnTo>
                        <a:pt x="328" y="256"/>
                      </a:lnTo>
                      <a:lnTo>
                        <a:pt x="330" y="256"/>
                      </a:lnTo>
                      <a:lnTo>
                        <a:pt x="330" y="256"/>
                      </a:lnTo>
                      <a:lnTo>
                        <a:pt x="332" y="250"/>
                      </a:lnTo>
                      <a:lnTo>
                        <a:pt x="332" y="246"/>
                      </a:lnTo>
                      <a:lnTo>
                        <a:pt x="332" y="246"/>
                      </a:lnTo>
                      <a:lnTo>
                        <a:pt x="328" y="242"/>
                      </a:lnTo>
                      <a:lnTo>
                        <a:pt x="322" y="236"/>
                      </a:lnTo>
                      <a:lnTo>
                        <a:pt x="322" y="236"/>
                      </a:lnTo>
                      <a:lnTo>
                        <a:pt x="322" y="232"/>
                      </a:lnTo>
                      <a:lnTo>
                        <a:pt x="322" y="232"/>
                      </a:lnTo>
                      <a:lnTo>
                        <a:pt x="328" y="236"/>
                      </a:lnTo>
                      <a:lnTo>
                        <a:pt x="336" y="238"/>
                      </a:lnTo>
                      <a:lnTo>
                        <a:pt x="338" y="240"/>
                      </a:lnTo>
                      <a:lnTo>
                        <a:pt x="338" y="240"/>
                      </a:lnTo>
                      <a:lnTo>
                        <a:pt x="344" y="240"/>
                      </a:lnTo>
                      <a:lnTo>
                        <a:pt x="350" y="242"/>
                      </a:lnTo>
                      <a:lnTo>
                        <a:pt x="350" y="242"/>
                      </a:lnTo>
                      <a:lnTo>
                        <a:pt x="354" y="244"/>
                      </a:lnTo>
                      <a:lnTo>
                        <a:pt x="356" y="248"/>
                      </a:lnTo>
                      <a:lnTo>
                        <a:pt x="360" y="254"/>
                      </a:lnTo>
                      <a:lnTo>
                        <a:pt x="360" y="254"/>
                      </a:lnTo>
                      <a:lnTo>
                        <a:pt x="362" y="256"/>
                      </a:lnTo>
                      <a:lnTo>
                        <a:pt x="362" y="256"/>
                      </a:lnTo>
                      <a:lnTo>
                        <a:pt x="362" y="260"/>
                      </a:lnTo>
                      <a:lnTo>
                        <a:pt x="362" y="260"/>
                      </a:lnTo>
                      <a:lnTo>
                        <a:pt x="366" y="262"/>
                      </a:lnTo>
                      <a:lnTo>
                        <a:pt x="364" y="266"/>
                      </a:lnTo>
                      <a:lnTo>
                        <a:pt x="364" y="266"/>
                      </a:lnTo>
                      <a:lnTo>
                        <a:pt x="350" y="266"/>
                      </a:lnTo>
                      <a:lnTo>
                        <a:pt x="350" y="266"/>
                      </a:lnTo>
                      <a:lnTo>
                        <a:pt x="348" y="272"/>
                      </a:lnTo>
                      <a:lnTo>
                        <a:pt x="348" y="272"/>
                      </a:lnTo>
                      <a:lnTo>
                        <a:pt x="346" y="274"/>
                      </a:lnTo>
                      <a:lnTo>
                        <a:pt x="346" y="274"/>
                      </a:lnTo>
                      <a:lnTo>
                        <a:pt x="346" y="278"/>
                      </a:lnTo>
                      <a:lnTo>
                        <a:pt x="346" y="278"/>
                      </a:lnTo>
                      <a:lnTo>
                        <a:pt x="348" y="282"/>
                      </a:lnTo>
                      <a:lnTo>
                        <a:pt x="348" y="282"/>
                      </a:lnTo>
                      <a:lnTo>
                        <a:pt x="350" y="292"/>
                      </a:lnTo>
                      <a:lnTo>
                        <a:pt x="350" y="292"/>
                      </a:lnTo>
                      <a:lnTo>
                        <a:pt x="356" y="292"/>
                      </a:lnTo>
                      <a:lnTo>
                        <a:pt x="362" y="290"/>
                      </a:lnTo>
                      <a:lnTo>
                        <a:pt x="362" y="290"/>
                      </a:lnTo>
                      <a:lnTo>
                        <a:pt x="370" y="288"/>
                      </a:lnTo>
                      <a:lnTo>
                        <a:pt x="370" y="288"/>
                      </a:lnTo>
                      <a:lnTo>
                        <a:pt x="370" y="286"/>
                      </a:lnTo>
                      <a:lnTo>
                        <a:pt x="370" y="286"/>
                      </a:lnTo>
                      <a:lnTo>
                        <a:pt x="376" y="286"/>
                      </a:lnTo>
                      <a:lnTo>
                        <a:pt x="376" y="286"/>
                      </a:lnTo>
                      <a:lnTo>
                        <a:pt x="376" y="274"/>
                      </a:lnTo>
                      <a:lnTo>
                        <a:pt x="378" y="264"/>
                      </a:lnTo>
                      <a:lnTo>
                        <a:pt x="378" y="264"/>
                      </a:lnTo>
                      <a:lnTo>
                        <a:pt x="380" y="266"/>
                      </a:lnTo>
                      <a:lnTo>
                        <a:pt x="382" y="266"/>
                      </a:lnTo>
                      <a:lnTo>
                        <a:pt x="382" y="266"/>
                      </a:lnTo>
                      <a:lnTo>
                        <a:pt x="388" y="262"/>
                      </a:lnTo>
                      <a:lnTo>
                        <a:pt x="388" y="262"/>
                      </a:lnTo>
                      <a:lnTo>
                        <a:pt x="388" y="258"/>
                      </a:lnTo>
                      <a:lnTo>
                        <a:pt x="388" y="258"/>
                      </a:lnTo>
                      <a:lnTo>
                        <a:pt x="398" y="258"/>
                      </a:lnTo>
                      <a:lnTo>
                        <a:pt x="406" y="256"/>
                      </a:lnTo>
                      <a:lnTo>
                        <a:pt x="406" y="256"/>
                      </a:lnTo>
                      <a:lnTo>
                        <a:pt x="408" y="252"/>
                      </a:lnTo>
                      <a:lnTo>
                        <a:pt x="408" y="252"/>
                      </a:lnTo>
                      <a:lnTo>
                        <a:pt x="414" y="252"/>
                      </a:lnTo>
                      <a:lnTo>
                        <a:pt x="414" y="252"/>
                      </a:lnTo>
                      <a:lnTo>
                        <a:pt x="418" y="248"/>
                      </a:lnTo>
                      <a:lnTo>
                        <a:pt x="418" y="248"/>
                      </a:lnTo>
                      <a:lnTo>
                        <a:pt x="424" y="248"/>
                      </a:lnTo>
                      <a:lnTo>
                        <a:pt x="424" y="248"/>
                      </a:lnTo>
                      <a:lnTo>
                        <a:pt x="426" y="244"/>
                      </a:lnTo>
                      <a:lnTo>
                        <a:pt x="426" y="244"/>
                      </a:lnTo>
                      <a:lnTo>
                        <a:pt x="432" y="244"/>
                      </a:lnTo>
                      <a:lnTo>
                        <a:pt x="436" y="244"/>
                      </a:lnTo>
                      <a:lnTo>
                        <a:pt x="436" y="244"/>
                      </a:lnTo>
                      <a:lnTo>
                        <a:pt x="436" y="246"/>
                      </a:lnTo>
                      <a:lnTo>
                        <a:pt x="438" y="248"/>
                      </a:lnTo>
                      <a:lnTo>
                        <a:pt x="438" y="246"/>
                      </a:lnTo>
                      <a:lnTo>
                        <a:pt x="438" y="246"/>
                      </a:lnTo>
                      <a:lnTo>
                        <a:pt x="438" y="244"/>
                      </a:lnTo>
                      <a:lnTo>
                        <a:pt x="438" y="244"/>
                      </a:lnTo>
                      <a:lnTo>
                        <a:pt x="438" y="242"/>
                      </a:lnTo>
                      <a:lnTo>
                        <a:pt x="438" y="240"/>
                      </a:lnTo>
                      <a:lnTo>
                        <a:pt x="438" y="240"/>
                      </a:lnTo>
                      <a:lnTo>
                        <a:pt x="446" y="236"/>
                      </a:lnTo>
                      <a:lnTo>
                        <a:pt x="446" y="236"/>
                      </a:lnTo>
                      <a:lnTo>
                        <a:pt x="448" y="234"/>
                      </a:lnTo>
                      <a:lnTo>
                        <a:pt x="450" y="232"/>
                      </a:lnTo>
                      <a:lnTo>
                        <a:pt x="450" y="232"/>
                      </a:lnTo>
                      <a:lnTo>
                        <a:pt x="452" y="232"/>
                      </a:lnTo>
                      <a:lnTo>
                        <a:pt x="452" y="232"/>
                      </a:lnTo>
                      <a:lnTo>
                        <a:pt x="452" y="234"/>
                      </a:lnTo>
                      <a:lnTo>
                        <a:pt x="452" y="234"/>
                      </a:lnTo>
                      <a:lnTo>
                        <a:pt x="452" y="234"/>
                      </a:lnTo>
                      <a:lnTo>
                        <a:pt x="452" y="236"/>
                      </a:lnTo>
                      <a:lnTo>
                        <a:pt x="452" y="236"/>
                      </a:lnTo>
                      <a:lnTo>
                        <a:pt x="450" y="238"/>
                      </a:lnTo>
                      <a:lnTo>
                        <a:pt x="452" y="238"/>
                      </a:lnTo>
                      <a:lnTo>
                        <a:pt x="456" y="238"/>
                      </a:lnTo>
                      <a:lnTo>
                        <a:pt x="456" y="238"/>
                      </a:lnTo>
                      <a:lnTo>
                        <a:pt x="456" y="242"/>
                      </a:lnTo>
                      <a:lnTo>
                        <a:pt x="456" y="242"/>
                      </a:lnTo>
                      <a:lnTo>
                        <a:pt x="460" y="244"/>
                      </a:lnTo>
                      <a:lnTo>
                        <a:pt x="460" y="244"/>
                      </a:lnTo>
                      <a:lnTo>
                        <a:pt x="460" y="248"/>
                      </a:lnTo>
                      <a:lnTo>
                        <a:pt x="460" y="248"/>
                      </a:lnTo>
                      <a:lnTo>
                        <a:pt x="452" y="248"/>
                      </a:lnTo>
                      <a:lnTo>
                        <a:pt x="452" y="248"/>
                      </a:lnTo>
                      <a:lnTo>
                        <a:pt x="450" y="250"/>
                      </a:lnTo>
                      <a:lnTo>
                        <a:pt x="450" y="250"/>
                      </a:lnTo>
                      <a:lnTo>
                        <a:pt x="450" y="252"/>
                      </a:lnTo>
                      <a:lnTo>
                        <a:pt x="450" y="252"/>
                      </a:lnTo>
                      <a:lnTo>
                        <a:pt x="462" y="252"/>
                      </a:lnTo>
                      <a:lnTo>
                        <a:pt x="462" y="252"/>
                      </a:lnTo>
                      <a:lnTo>
                        <a:pt x="468" y="248"/>
                      </a:lnTo>
                      <a:lnTo>
                        <a:pt x="468" y="248"/>
                      </a:lnTo>
                      <a:lnTo>
                        <a:pt x="470" y="248"/>
                      </a:lnTo>
                      <a:lnTo>
                        <a:pt x="470" y="250"/>
                      </a:lnTo>
                      <a:lnTo>
                        <a:pt x="470" y="250"/>
                      </a:lnTo>
                      <a:lnTo>
                        <a:pt x="474" y="252"/>
                      </a:lnTo>
                      <a:lnTo>
                        <a:pt x="474" y="252"/>
                      </a:lnTo>
                      <a:lnTo>
                        <a:pt x="474" y="252"/>
                      </a:lnTo>
                      <a:lnTo>
                        <a:pt x="476" y="250"/>
                      </a:lnTo>
                      <a:lnTo>
                        <a:pt x="476" y="250"/>
                      </a:lnTo>
                      <a:lnTo>
                        <a:pt x="474" y="246"/>
                      </a:lnTo>
                      <a:lnTo>
                        <a:pt x="474" y="246"/>
                      </a:lnTo>
                      <a:lnTo>
                        <a:pt x="482" y="242"/>
                      </a:lnTo>
                      <a:lnTo>
                        <a:pt x="490" y="240"/>
                      </a:lnTo>
                      <a:lnTo>
                        <a:pt x="490" y="240"/>
                      </a:lnTo>
                      <a:lnTo>
                        <a:pt x="494" y="240"/>
                      </a:lnTo>
                      <a:lnTo>
                        <a:pt x="498" y="240"/>
                      </a:lnTo>
                      <a:lnTo>
                        <a:pt x="506" y="246"/>
                      </a:lnTo>
                      <a:lnTo>
                        <a:pt x="506" y="246"/>
                      </a:lnTo>
                      <a:lnTo>
                        <a:pt x="510" y="246"/>
                      </a:lnTo>
                      <a:lnTo>
                        <a:pt x="510" y="246"/>
                      </a:lnTo>
                      <a:lnTo>
                        <a:pt x="512" y="242"/>
                      </a:lnTo>
                      <a:lnTo>
                        <a:pt x="512" y="242"/>
                      </a:lnTo>
                      <a:lnTo>
                        <a:pt x="510" y="240"/>
                      </a:lnTo>
                      <a:lnTo>
                        <a:pt x="510" y="240"/>
                      </a:lnTo>
                      <a:lnTo>
                        <a:pt x="510" y="240"/>
                      </a:lnTo>
                      <a:lnTo>
                        <a:pt x="510" y="238"/>
                      </a:lnTo>
                      <a:lnTo>
                        <a:pt x="510" y="238"/>
                      </a:lnTo>
                      <a:lnTo>
                        <a:pt x="512" y="238"/>
                      </a:lnTo>
                      <a:lnTo>
                        <a:pt x="512" y="238"/>
                      </a:lnTo>
                      <a:lnTo>
                        <a:pt x="512" y="240"/>
                      </a:lnTo>
                      <a:lnTo>
                        <a:pt x="512" y="240"/>
                      </a:lnTo>
                      <a:lnTo>
                        <a:pt x="514" y="240"/>
                      </a:lnTo>
                      <a:lnTo>
                        <a:pt x="518" y="238"/>
                      </a:lnTo>
                      <a:lnTo>
                        <a:pt x="524" y="234"/>
                      </a:lnTo>
                      <a:lnTo>
                        <a:pt x="524" y="234"/>
                      </a:lnTo>
                      <a:lnTo>
                        <a:pt x="530" y="234"/>
                      </a:lnTo>
                      <a:lnTo>
                        <a:pt x="530" y="234"/>
                      </a:lnTo>
                      <a:lnTo>
                        <a:pt x="528" y="248"/>
                      </a:lnTo>
                      <a:lnTo>
                        <a:pt x="528" y="248"/>
                      </a:lnTo>
                      <a:lnTo>
                        <a:pt x="536" y="254"/>
                      </a:lnTo>
                      <a:lnTo>
                        <a:pt x="536" y="254"/>
                      </a:lnTo>
                      <a:lnTo>
                        <a:pt x="538" y="244"/>
                      </a:lnTo>
                      <a:lnTo>
                        <a:pt x="538" y="244"/>
                      </a:lnTo>
                      <a:lnTo>
                        <a:pt x="542" y="242"/>
                      </a:lnTo>
                      <a:lnTo>
                        <a:pt x="542" y="242"/>
                      </a:lnTo>
                      <a:lnTo>
                        <a:pt x="544" y="244"/>
                      </a:lnTo>
                      <a:lnTo>
                        <a:pt x="546" y="244"/>
                      </a:lnTo>
                      <a:lnTo>
                        <a:pt x="550" y="244"/>
                      </a:lnTo>
                      <a:lnTo>
                        <a:pt x="550" y="244"/>
                      </a:lnTo>
                      <a:lnTo>
                        <a:pt x="552" y="242"/>
                      </a:lnTo>
                      <a:lnTo>
                        <a:pt x="552" y="242"/>
                      </a:lnTo>
                      <a:lnTo>
                        <a:pt x="552" y="232"/>
                      </a:lnTo>
                      <a:lnTo>
                        <a:pt x="552" y="226"/>
                      </a:lnTo>
                      <a:lnTo>
                        <a:pt x="550" y="222"/>
                      </a:lnTo>
                      <a:lnTo>
                        <a:pt x="550" y="222"/>
                      </a:lnTo>
                      <a:lnTo>
                        <a:pt x="548" y="220"/>
                      </a:lnTo>
                      <a:lnTo>
                        <a:pt x="548" y="220"/>
                      </a:lnTo>
                      <a:lnTo>
                        <a:pt x="548" y="218"/>
                      </a:lnTo>
                      <a:lnTo>
                        <a:pt x="548" y="218"/>
                      </a:lnTo>
                      <a:lnTo>
                        <a:pt x="554" y="216"/>
                      </a:lnTo>
                      <a:lnTo>
                        <a:pt x="554" y="216"/>
                      </a:lnTo>
                      <a:lnTo>
                        <a:pt x="556" y="212"/>
                      </a:lnTo>
                      <a:lnTo>
                        <a:pt x="556" y="212"/>
                      </a:lnTo>
                      <a:lnTo>
                        <a:pt x="562" y="212"/>
                      </a:lnTo>
                      <a:lnTo>
                        <a:pt x="566" y="214"/>
                      </a:lnTo>
                      <a:lnTo>
                        <a:pt x="566" y="214"/>
                      </a:lnTo>
                      <a:lnTo>
                        <a:pt x="572" y="214"/>
                      </a:lnTo>
                      <a:lnTo>
                        <a:pt x="576" y="212"/>
                      </a:lnTo>
                      <a:lnTo>
                        <a:pt x="576" y="210"/>
                      </a:lnTo>
                      <a:lnTo>
                        <a:pt x="578" y="210"/>
                      </a:lnTo>
                      <a:lnTo>
                        <a:pt x="578" y="210"/>
                      </a:lnTo>
                      <a:lnTo>
                        <a:pt x="582" y="210"/>
                      </a:lnTo>
                      <a:lnTo>
                        <a:pt x="584" y="210"/>
                      </a:lnTo>
                      <a:lnTo>
                        <a:pt x="586" y="214"/>
                      </a:lnTo>
                      <a:lnTo>
                        <a:pt x="586" y="214"/>
                      </a:lnTo>
                      <a:lnTo>
                        <a:pt x="588" y="214"/>
                      </a:lnTo>
                      <a:lnTo>
                        <a:pt x="590" y="214"/>
                      </a:lnTo>
                      <a:lnTo>
                        <a:pt x="590" y="214"/>
                      </a:lnTo>
                      <a:lnTo>
                        <a:pt x="590" y="216"/>
                      </a:lnTo>
                      <a:lnTo>
                        <a:pt x="592" y="218"/>
                      </a:lnTo>
                      <a:lnTo>
                        <a:pt x="592" y="218"/>
                      </a:lnTo>
                      <a:lnTo>
                        <a:pt x="600" y="218"/>
                      </a:lnTo>
                      <a:lnTo>
                        <a:pt x="606" y="220"/>
                      </a:lnTo>
                      <a:lnTo>
                        <a:pt x="606" y="220"/>
                      </a:lnTo>
                      <a:lnTo>
                        <a:pt x="604" y="232"/>
                      </a:lnTo>
                      <a:lnTo>
                        <a:pt x="606" y="232"/>
                      </a:lnTo>
                      <a:lnTo>
                        <a:pt x="610" y="224"/>
                      </a:lnTo>
                      <a:lnTo>
                        <a:pt x="610" y="224"/>
                      </a:lnTo>
                      <a:lnTo>
                        <a:pt x="622" y="228"/>
                      </a:lnTo>
                      <a:lnTo>
                        <a:pt x="622" y="228"/>
                      </a:lnTo>
                      <a:lnTo>
                        <a:pt x="620" y="230"/>
                      </a:lnTo>
                      <a:lnTo>
                        <a:pt x="620" y="230"/>
                      </a:lnTo>
                      <a:lnTo>
                        <a:pt x="620" y="232"/>
                      </a:lnTo>
                      <a:lnTo>
                        <a:pt x="620" y="232"/>
                      </a:lnTo>
                      <a:lnTo>
                        <a:pt x="626" y="234"/>
                      </a:lnTo>
                      <a:lnTo>
                        <a:pt x="632" y="236"/>
                      </a:lnTo>
                      <a:lnTo>
                        <a:pt x="638" y="244"/>
                      </a:lnTo>
                      <a:lnTo>
                        <a:pt x="638" y="244"/>
                      </a:lnTo>
                      <a:lnTo>
                        <a:pt x="640" y="248"/>
                      </a:lnTo>
                      <a:lnTo>
                        <a:pt x="640" y="248"/>
                      </a:lnTo>
                      <a:lnTo>
                        <a:pt x="642" y="248"/>
                      </a:lnTo>
                      <a:lnTo>
                        <a:pt x="644" y="248"/>
                      </a:lnTo>
                      <a:lnTo>
                        <a:pt x="644" y="248"/>
                      </a:lnTo>
                      <a:lnTo>
                        <a:pt x="646" y="254"/>
                      </a:lnTo>
                      <a:lnTo>
                        <a:pt x="646" y="254"/>
                      </a:lnTo>
                      <a:lnTo>
                        <a:pt x="648" y="254"/>
                      </a:lnTo>
                      <a:lnTo>
                        <a:pt x="652" y="252"/>
                      </a:lnTo>
                      <a:lnTo>
                        <a:pt x="652" y="252"/>
                      </a:lnTo>
                      <a:lnTo>
                        <a:pt x="654" y="244"/>
                      </a:lnTo>
                      <a:lnTo>
                        <a:pt x="656" y="236"/>
                      </a:lnTo>
                      <a:lnTo>
                        <a:pt x="654" y="236"/>
                      </a:lnTo>
                      <a:lnTo>
                        <a:pt x="654" y="236"/>
                      </a:lnTo>
                      <a:lnTo>
                        <a:pt x="652" y="238"/>
                      </a:lnTo>
                      <a:lnTo>
                        <a:pt x="652" y="238"/>
                      </a:lnTo>
                      <a:lnTo>
                        <a:pt x="652" y="238"/>
                      </a:lnTo>
                      <a:lnTo>
                        <a:pt x="648" y="230"/>
                      </a:lnTo>
                      <a:lnTo>
                        <a:pt x="648" y="230"/>
                      </a:lnTo>
                      <a:lnTo>
                        <a:pt x="648" y="230"/>
                      </a:lnTo>
                      <a:lnTo>
                        <a:pt x="648" y="228"/>
                      </a:lnTo>
                      <a:lnTo>
                        <a:pt x="648" y="228"/>
                      </a:lnTo>
                      <a:lnTo>
                        <a:pt x="648" y="226"/>
                      </a:lnTo>
                      <a:lnTo>
                        <a:pt x="648" y="224"/>
                      </a:lnTo>
                      <a:lnTo>
                        <a:pt x="652" y="222"/>
                      </a:lnTo>
                      <a:lnTo>
                        <a:pt x="652" y="222"/>
                      </a:lnTo>
                      <a:lnTo>
                        <a:pt x="652" y="218"/>
                      </a:lnTo>
                      <a:lnTo>
                        <a:pt x="652" y="218"/>
                      </a:lnTo>
                      <a:lnTo>
                        <a:pt x="648" y="218"/>
                      </a:lnTo>
                      <a:lnTo>
                        <a:pt x="648" y="218"/>
                      </a:lnTo>
                      <a:lnTo>
                        <a:pt x="648" y="218"/>
                      </a:lnTo>
                      <a:lnTo>
                        <a:pt x="648" y="218"/>
                      </a:lnTo>
                      <a:lnTo>
                        <a:pt x="648" y="218"/>
                      </a:lnTo>
                      <a:lnTo>
                        <a:pt x="646" y="220"/>
                      </a:lnTo>
                      <a:lnTo>
                        <a:pt x="646" y="220"/>
                      </a:lnTo>
                      <a:lnTo>
                        <a:pt x="642" y="216"/>
                      </a:lnTo>
                      <a:lnTo>
                        <a:pt x="638" y="214"/>
                      </a:lnTo>
                      <a:lnTo>
                        <a:pt x="638" y="214"/>
                      </a:lnTo>
                      <a:lnTo>
                        <a:pt x="636" y="214"/>
                      </a:lnTo>
                      <a:lnTo>
                        <a:pt x="634" y="216"/>
                      </a:lnTo>
                      <a:lnTo>
                        <a:pt x="634" y="216"/>
                      </a:lnTo>
                      <a:lnTo>
                        <a:pt x="636" y="206"/>
                      </a:lnTo>
                      <a:lnTo>
                        <a:pt x="638" y="204"/>
                      </a:lnTo>
                      <a:lnTo>
                        <a:pt x="642" y="200"/>
                      </a:lnTo>
                      <a:lnTo>
                        <a:pt x="642" y="200"/>
                      </a:lnTo>
                      <a:lnTo>
                        <a:pt x="642" y="196"/>
                      </a:lnTo>
                      <a:lnTo>
                        <a:pt x="640" y="190"/>
                      </a:lnTo>
                      <a:lnTo>
                        <a:pt x="640" y="190"/>
                      </a:lnTo>
                      <a:lnTo>
                        <a:pt x="636" y="182"/>
                      </a:lnTo>
                      <a:lnTo>
                        <a:pt x="636" y="182"/>
                      </a:lnTo>
                      <a:lnTo>
                        <a:pt x="636" y="176"/>
                      </a:lnTo>
                      <a:lnTo>
                        <a:pt x="636" y="172"/>
                      </a:lnTo>
                      <a:lnTo>
                        <a:pt x="636" y="172"/>
                      </a:lnTo>
                      <a:lnTo>
                        <a:pt x="646" y="166"/>
                      </a:lnTo>
                      <a:lnTo>
                        <a:pt x="646" y="166"/>
                      </a:lnTo>
                      <a:lnTo>
                        <a:pt x="648" y="164"/>
                      </a:lnTo>
                      <a:lnTo>
                        <a:pt x="650" y="158"/>
                      </a:lnTo>
                      <a:lnTo>
                        <a:pt x="650" y="158"/>
                      </a:lnTo>
                      <a:lnTo>
                        <a:pt x="656" y="152"/>
                      </a:lnTo>
                      <a:lnTo>
                        <a:pt x="662" y="146"/>
                      </a:lnTo>
                      <a:lnTo>
                        <a:pt x="662" y="146"/>
                      </a:lnTo>
                      <a:lnTo>
                        <a:pt x="664" y="138"/>
                      </a:lnTo>
                      <a:lnTo>
                        <a:pt x="668" y="132"/>
                      </a:lnTo>
                      <a:lnTo>
                        <a:pt x="668" y="132"/>
                      </a:lnTo>
                      <a:lnTo>
                        <a:pt x="672" y="130"/>
                      </a:lnTo>
                      <a:lnTo>
                        <a:pt x="674" y="128"/>
                      </a:lnTo>
                      <a:lnTo>
                        <a:pt x="676" y="124"/>
                      </a:lnTo>
                      <a:lnTo>
                        <a:pt x="676" y="124"/>
                      </a:lnTo>
                      <a:lnTo>
                        <a:pt x="678" y="126"/>
                      </a:lnTo>
                      <a:lnTo>
                        <a:pt x="678" y="126"/>
                      </a:lnTo>
                      <a:lnTo>
                        <a:pt x="678" y="126"/>
                      </a:lnTo>
                      <a:lnTo>
                        <a:pt x="694" y="126"/>
                      </a:lnTo>
                      <a:lnTo>
                        <a:pt x="694" y="126"/>
                      </a:lnTo>
                      <a:lnTo>
                        <a:pt x="700" y="124"/>
                      </a:lnTo>
                      <a:lnTo>
                        <a:pt x="700" y="124"/>
                      </a:lnTo>
                      <a:lnTo>
                        <a:pt x="706" y="128"/>
                      </a:lnTo>
                      <a:lnTo>
                        <a:pt x="706" y="128"/>
                      </a:lnTo>
                      <a:lnTo>
                        <a:pt x="710" y="128"/>
                      </a:lnTo>
                      <a:lnTo>
                        <a:pt x="710" y="128"/>
                      </a:lnTo>
                      <a:lnTo>
                        <a:pt x="710" y="134"/>
                      </a:lnTo>
                      <a:lnTo>
                        <a:pt x="710" y="134"/>
                      </a:lnTo>
                      <a:lnTo>
                        <a:pt x="714" y="138"/>
                      </a:lnTo>
                      <a:lnTo>
                        <a:pt x="714" y="138"/>
                      </a:lnTo>
                      <a:lnTo>
                        <a:pt x="714" y="140"/>
                      </a:lnTo>
                      <a:lnTo>
                        <a:pt x="712" y="140"/>
                      </a:lnTo>
                      <a:lnTo>
                        <a:pt x="712" y="140"/>
                      </a:lnTo>
                      <a:lnTo>
                        <a:pt x="712" y="144"/>
                      </a:lnTo>
                      <a:lnTo>
                        <a:pt x="714" y="146"/>
                      </a:lnTo>
                      <a:lnTo>
                        <a:pt x="714" y="146"/>
                      </a:lnTo>
                      <a:lnTo>
                        <a:pt x="710" y="150"/>
                      </a:lnTo>
                      <a:lnTo>
                        <a:pt x="710" y="150"/>
                      </a:lnTo>
                      <a:lnTo>
                        <a:pt x="710" y="158"/>
                      </a:lnTo>
                      <a:lnTo>
                        <a:pt x="710" y="162"/>
                      </a:lnTo>
                      <a:lnTo>
                        <a:pt x="708" y="166"/>
                      </a:lnTo>
                      <a:lnTo>
                        <a:pt x="708" y="166"/>
                      </a:lnTo>
                      <a:lnTo>
                        <a:pt x="704" y="172"/>
                      </a:lnTo>
                      <a:lnTo>
                        <a:pt x="702" y="174"/>
                      </a:lnTo>
                      <a:lnTo>
                        <a:pt x="702" y="180"/>
                      </a:lnTo>
                      <a:lnTo>
                        <a:pt x="702" y="180"/>
                      </a:lnTo>
                      <a:lnTo>
                        <a:pt x="702" y="182"/>
                      </a:lnTo>
                      <a:lnTo>
                        <a:pt x="704" y="186"/>
                      </a:lnTo>
                      <a:lnTo>
                        <a:pt x="712" y="188"/>
                      </a:lnTo>
                      <a:lnTo>
                        <a:pt x="712" y="188"/>
                      </a:lnTo>
                      <a:lnTo>
                        <a:pt x="710" y="196"/>
                      </a:lnTo>
                      <a:lnTo>
                        <a:pt x="710" y="196"/>
                      </a:lnTo>
                      <a:lnTo>
                        <a:pt x="714" y="198"/>
                      </a:lnTo>
                      <a:lnTo>
                        <a:pt x="714" y="198"/>
                      </a:lnTo>
                      <a:lnTo>
                        <a:pt x="714" y="206"/>
                      </a:lnTo>
                      <a:lnTo>
                        <a:pt x="714" y="206"/>
                      </a:lnTo>
                      <a:lnTo>
                        <a:pt x="708" y="214"/>
                      </a:lnTo>
                      <a:lnTo>
                        <a:pt x="708" y="214"/>
                      </a:lnTo>
                      <a:lnTo>
                        <a:pt x="708" y="216"/>
                      </a:lnTo>
                      <a:lnTo>
                        <a:pt x="710" y="218"/>
                      </a:lnTo>
                      <a:lnTo>
                        <a:pt x="708" y="222"/>
                      </a:lnTo>
                      <a:lnTo>
                        <a:pt x="708" y="222"/>
                      </a:lnTo>
                      <a:lnTo>
                        <a:pt x="708" y="226"/>
                      </a:lnTo>
                      <a:lnTo>
                        <a:pt x="712" y="228"/>
                      </a:lnTo>
                      <a:lnTo>
                        <a:pt x="712" y="228"/>
                      </a:lnTo>
                      <a:lnTo>
                        <a:pt x="716" y="236"/>
                      </a:lnTo>
                      <a:lnTo>
                        <a:pt x="722" y="242"/>
                      </a:lnTo>
                      <a:lnTo>
                        <a:pt x="722" y="242"/>
                      </a:lnTo>
                      <a:lnTo>
                        <a:pt x="718" y="254"/>
                      </a:lnTo>
                      <a:lnTo>
                        <a:pt x="718" y="260"/>
                      </a:lnTo>
                      <a:lnTo>
                        <a:pt x="722" y="266"/>
                      </a:lnTo>
                      <a:lnTo>
                        <a:pt x="722" y="266"/>
                      </a:lnTo>
                      <a:lnTo>
                        <a:pt x="716" y="268"/>
                      </a:lnTo>
                      <a:lnTo>
                        <a:pt x="716" y="268"/>
                      </a:lnTo>
                      <a:lnTo>
                        <a:pt x="716" y="274"/>
                      </a:lnTo>
                      <a:lnTo>
                        <a:pt x="716" y="274"/>
                      </a:lnTo>
                      <a:lnTo>
                        <a:pt x="712" y="276"/>
                      </a:lnTo>
                      <a:lnTo>
                        <a:pt x="712" y="280"/>
                      </a:lnTo>
                      <a:lnTo>
                        <a:pt x="712" y="280"/>
                      </a:lnTo>
                      <a:lnTo>
                        <a:pt x="708" y="284"/>
                      </a:lnTo>
                      <a:lnTo>
                        <a:pt x="708" y="284"/>
                      </a:lnTo>
                      <a:lnTo>
                        <a:pt x="700" y="280"/>
                      </a:lnTo>
                      <a:lnTo>
                        <a:pt x="700" y="280"/>
                      </a:lnTo>
                      <a:lnTo>
                        <a:pt x="696" y="286"/>
                      </a:lnTo>
                      <a:lnTo>
                        <a:pt x="696" y="286"/>
                      </a:lnTo>
                      <a:lnTo>
                        <a:pt x="692" y="288"/>
                      </a:lnTo>
                      <a:lnTo>
                        <a:pt x="684" y="288"/>
                      </a:lnTo>
                      <a:lnTo>
                        <a:pt x="670" y="288"/>
                      </a:lnTo>
                      <a:lnTo>
                        <a:pt x="670" y="288"/>
                      </a:lnTo>
                      <a:lnTo>
                        <a:pt x="670" y="292"/>
                      </a:lnTo>
                      <a:lnTo>
                        <a:pt x="670" y="292"/>
                      </a:lnTo>
                      <a:lnTo>
                        <a:pt x="678" y="296"/>
                      </a:lnTo>
                      <a:lnTo>
                        <a:pt x="682" y="300"/>
                      </a:lnTo>
                      <a:lnTo>
                        <a:pt x="688" y="300"/>
                      </a:lnTo>
                      <a:lnTo>
                        <a:pt x="690" y="298"/>
                      </a:lnTo>
                      <a:lnTo>
                        <a:pt x="690" y="298"/>
                      </a:lnTo>
                      <a:lnTo>
                        <a:pt x="696" y="298"/>
                      </a:lnTo>
                      <a:lnTo>
                        <a:pt x="702" y="298"/>
                      </a:lnTo>
                      <a:lnTo>
                        <a:pt x="702" y="298"/>
                      </a:lnTo>
                      <a:lnTo>
                        <a:pt x="702" y="302"/>
                      </a:lnTo>
                      <a:lnTo>
                        <a:pt x="702" y="302"/>
                      </a:lnTo>
                      <a:lnTo>
                        <a:pt x="706" y="304"/>
                      </a:lnTo>
                      <a:lnTo>
                        <a:pt x="706" y="304"/>
                      </a:lnTo>
                      <a:lnTo>
                        <a:pt x="708" y="312"/>
                      </a:lnTo>
                      <a:lnTo>
                        <a:pt x="708" y="312"/>
                      </a:lnTo>
                      <a:lnTo>
                        <a:pt x="710" y="312"/>
                      </a:lnTo>
                      <a:lnTo>
                        <a:pt x="714" y="312"/>
                      </a:lnTo>
                      <a:lnTo>
                        <a:pt x="714" y="312"/>
                      </a:lnTo>
                      <a:lnTo>
                        <a:pt x="714" y="312"/>
                      </a:lnTo>
                      <a:lnTo>
                        <a:pt x="716" y="314"/>
                      </a:lnTo>
                      <a:lnTo>
                        <a:pt x="716" y="314"/>
                      </a:lnTo>
                      <a:lnTo>
                        <a:pt x="712" y="296"/>
                      </a:lnTo>
                      <a:lnTo>
                        <a:pt x="712" y="296"/>
                      </a:lnTo>
                      <a:lnTo>
                        <a:pt x="704" y="294"/>
                      </a:lnTo>
                      <a:lnTo>
                        <a:pt x="704" y="294"/>
                      </a:lnTo>
                      <a:lnTo>
                        <a:pt x="706" y="290"/>
                      </a:lnTo>
                      <a:lnTo>
                        <a:pt x="706" y="290"/>
                      </a:lnTo>
                      <a:lnTo>
                        <a:pt x="716" y="288"/>
                      </a:lnTo>
                      <a:lnTo>
                        <a:pt x="716" y="288"/>
                      </a:lnTo>
                      <a:lnTo>
                        <a:pt x="722" y="286"/>
                      </a:lnTo>
                      <a:lnTo>
                        <a:pt x="726" y="286"/>
                      </a:lnTo>
                      <a:lnTo>
                        <a:pt x="734" y="274"/>
                      </a:lnTo>
                      <a:lnTo>
                        <a:pt x="734" y="274"/>
                      </a:lnTo>
                      <a:lnTo>
                        <a:pt x="734" y="270"/>
                      </a:lnTo>
                      <a:lnTo>
                        <a:pt x="734" y="270"/>
                      </a:lnTo>
                      <a:lnTo>
                        <a:pt x="734" y="268"/>
                      </a:lnTo>
                      <a:lnTo>
                        <a:pt x="734" y="268"/>
                      </a:lnTo>
                      <a:lnTo>
                        <a:pt x="736" y="262"/>
                      </a:lnTo>
                      <a:lnTo>
                        <a:pt x="736" y="262"/>
                      </a:lnTo>
                      <a:lnTo>
                        <a:pt x="738" y="258"/>
                      </a:lnTo>
                      <a:lnTo>
                        <a:pt x="738" y="252"/>
                      </a:lnTo>
                      <a:lnTo>
                        <a:pt x="738" y="252"/>
                      </a:lnTo>
                      <a:lnTo>
                        <a:pt x="734" y="248"/>
                      </a:lnTo>
                      <a:lnTo>
                        <a:pt x="734" y="248"/>
                      </a:lnTo>
                      <a:lnTo>
                        <a:pt x="736" y="244"/>
                      </a:lnTo>
                      <a:lnTo>
                        <a:pt x="736" y="244"/>
                      </a:lnTo>
                      <a:lnTo>
                        <a:pt x="738" y="240"/>
                      </a:lnTo>
                      <a:lnTo>
                        <a:pt x="738" y="236"/>
                      </a:lnTo>
                      <a:lnTo>
                        <a:pt x="738" y="236"/>
                      </a:lnTo>
                      <a:lnTo>
                        <a:pt x="742" y="236"/>
                      </a:lnTo>
                      <a:lnTo>
                        <a:pt x="746" y="234"/>
                      </a:lnTo>
                      <a:lnTo>
                        <a:pt x="756" y="232"/>
                      </a:lnTo>
                      <a:lnTo>
                        <a:pt x="756" y="232"/>
                      </a:lnTo>
                      <a:lnTo>
                        <a:pt x="758" y="228"/>
                      </a:lnTo>
                      <a:lnTo>
                        <a:pt x="758" y="228"/>
                      </a:lnTo>
                      <a:lnTo>
                        <a:pt x="766" y="228"/>
                      </a:lnTo>
                      <a:lnTo>
                        <a:pt x="766" y="228"/>
                      </a:lnTo>
                      <a:lnTo>
                        <a:pt x="770" y="240"/>
                      </a:lnTo>
                      <a:lnTo>
                        <a:pt x="770" y="240"/>
                      </a:lnTo>
                      <a:lnTo>
                        <a:pt x="772" y="244"/>
                      </a:lnTo>
                      <a:lnTo>
                        <a:pt x="772" y="244"/>
                      </a:lnTo>
                      <a:lnTo>
                        <a:pt x="774" y="250"/>
                      </a:lnTo>
                      <a:lnTo>
                        <a:pt x="774" y="256"/>
                      </a:lnTo>
                      <a:lnTo>
                        <a:pt x="770" y="270"/>
                      </a:lnTo>
                      <a:lnTo>
                        <a:pt x="770" y="270"/>
                      </a:lnTo>
                      <a:lnTo>
                        <a:pt x="776" y="276"/>
                      </a:lnTo>
                      <a:lnTo>
                        <a:pt x="776" y="276"/>
                      </a:lnTo>
                      <a:lnTo>
                        <a:pt x="782" y="280"/>
                      </a:lnTo>
                      <a:lnTo>
                        <a:pt x="782" y="280"/>
                      </a:lnTo>
                      <a:lnTo>
                        <a:pt x="784" y="278"/>
                      </a:lnTo>
                      <a:lnTo>
                        <a:pt x="782" y="278"/>
                      </a:lnTo>
                      <a:lnTo>
                        <a:pt x="782" y="278"/>
                      </a:lnTo>
                      <a:lnTo>
                        <a:pt x="782" y="272"/>
                      </a:lnTo>
                      <a:lnTo>
                        <a:pt x="782" y="272"/>
                      </a:lnTo>
                      <a:lnTo>
                        <a:pt x="788" y="270"/>
                      </a:lnTo>
                      <a:lnTo>
                        <a:pt x="788" y="270"/>
                      </a:lnTo>
                      <a:lnTo>
                        <a:pt x="790" y="274"/>
                      </a:lnTo>
                      <a:lnTo>
                        <a:pt x="790" y="274"/>
                      </a:lnTo>
                      <a:lnTo>
                        <a:pt x="798" y="276"/>
                      </a:lnTo>
                      <a:lnTo>
                        <a:pt x="806" y="276"/>
                      </a:lnTo>
                      <a:lnTo>
                        <a:pt x="806" y="276"/>
                      </a:lnTo>
                      <a:lnTo>
                        <a:pt x="804" y="272"/>
                      </a:lnTo>
                      <a:lnTo>
                        <a:pt x="804" y="272"/>
                      </a:lnTo>
                      <a:lnTo>
                        <a:pt x="796" y="270"/>
                      </a:lnTo>
                      <a:lnTo>
                        <a:pt x="788" y="268"/>
                      </a:lnTo>
                      <a:lnTo>
                        <a:pt x="788" y="268"/>
                      </a:lnTo>
                      <a:lnTo>
                        <a:pt x="784" y="264"/>
                      </a:lnTo>
                      <a:lnTo>
                        <a:pt x="784" y="264"/>
                      </a:lnTo>
                      <a:lnTo>
                        <a:pt x="780" y="264"/>
                      </a:lnTo>
                      <a:lnTo>
                        <a:pt x="780" y="264"/>
                      </a:lnTo>
                      <a:lnTo>
                        <a:pt x="780" y="258"/>
                      </a:lnTo>
                      <a:lnTo>
                        <a:pt x="780" y="256"/>
                      </a:lnTo>
                      <a:lnTo>
                        <a:pt x="788" y="252"/>
                      </a:lnTo>
                      <a:lnTo>
                        <a:pt x="788" y="252"/>
                      </a:lnTo>
                      <a:lnTo>
                        <a:pt x="786" y="248"/>
                      </a:lnTo>
                      <a:lnTo>
                        <a:pt x="786" y="248"/>
                      </a:lnTo>
                      <a:lnTo>
                        <a:pt x="784" y="244"/>
                      </a:lnTo>
                      <a:lnTo>
                        <a:pt x="784" y="242"/>
                      </a:lnTo>
                      <a:lnTo>
                        <a:pt x="784" y="242"/>
                      </a:lnTo>
                      <a:lnTo>
                        <a:pt x="780" y="240"/>
                      </a:lnTo>
                      <a:lnTo>
                        <a:pt x="780" y="240"/>
                      </a:lnTo>
                      <a:lnTo>
                        <a:pt x="778" y="234"/>
                      </a:lnTo>
                      <a:lnTo>
                        <a:pt x="776" y="228"/>
                      </a:lnTo>
                      <a:lnTo>
                        <a:pt x="776" y="228"/>
                      </a:lnTo>
                      <a:lnTo>
                        <a:pt x="766" y="224"/>
                      </a:lnTo>
                      <a:lnTo>
                        <a:pt x="752" y="222"/>
                      </a:lnTo>
                      <a:lnTo>
                        <a:pt x="752" y="222"/>
                      </a:lnTo>
                      <a:lnTo>
                        <a:pt x="748" y="224"/>
                      </a:lnTo>
                      <a:lnTo>
                        <a:pt x="744" y="226"/>
                      </a:lnTo>
                      <a:lnTo>
                        <a:pt x="744" y="226"/>
                      </a:lnTo>
                      <a:lnTo>
                        <a:pt x="736" y="226"/>
                      </a:lnTo>
                      <a:lnTo>
                        <a:pt x="736" y="226"/>
                      </a:lnTo>
                      <a:lnTo>
                        <a:pt x="734" y="226"/>
                      </a:lnTo>
                      <a:lnTo>
                        <a:pt x="734" y="228"/>
                      </a:lnTo>
                      <a:lnTo>
                        <a:pt x="734" y="228"/>
                      </a:lnTo>
                      <a:lnTo>
                        <a:pt x="732" y="228"/>
                      </a:lnTo>
                      <a:lnTo>
                        <a:pt x="730" y="228"/>
                      </a:lnTo>
                      <a:lnTo>
                        <a:pt x="730" y="228"/>
                      </a:lnTo>
                      <a:lnTo>
                        <a:pt x="730" y="220"/>
                      </a:lnTo>
                      <a:lnTo>
                        <a:pt x="728" y="218"/>
                      </a:lnTo>
                      <a:lnTo>
                        <a:pt x="728" y="218"/>
                      </a:lnTo>
                      <a:lnTo>
                        <a:pt x="726" y="210"/>
                      </a:lnTo>
                      <a:lnTo>
                        <a:pt x="726" y="210"/>
                      </a:lnTo>
                      <a:lnTo>
                        <a:pt x="728" y="206"/>
                      </a:lnTo>
                      <a:lnTo>
                        <a:pt x="730" y="202"/>
                      </a:lnTo>
                      <a:lnTo>
                        <a:pt x="730" y="202"/>
                      </a:lnTo>
                      <a:lnTo>
                        <a:pt x="730" y="196"/>
                      </a:lnTo>
                      <a:lnTo>
                        <a:pt x="726" y="190"/>
                      </a:lnTo>
                      <a:lnTo>
                        <a:pt x="726" y="190"/>
                      </a:lnTo>
                      <a:lnTo>
                        <a:pt x="722" y="186"/>
                      </a:lnTo>
                      <a:lnTo>
                        <a:pt x="722" y="186"/>
                      </a:lnTo>
                      <a:lnTo>
                        <a:pt x="722" y="182"/>
                      </a:lnTo>
                      <a:lnTo>
                        <a:pt x="722" y="182"/>
                      </a:lnTo>
                      <a:lnTo>
                        <a:pt x="724" y="180"/>
                      </a:lnTo>
                      <a:lnTo>
                        <a:pt x="726" y="176"/>
                      </a:lnTo>
                      <a:lnTo>
                        <a:pt x="726" y="176"/>
                      </a:lnTo>
                      <a:lnTo>
                        <a:pt x="726" y="174"/>
                      </a:lnTo>
                      <a:lnTo>
                        <a:pt x="726" y="170"/>
                      </a:lnTo>
                      <a:lnTo>
                        <a:pt x="726" y="170"/>
                      </a:lnTo>
                      <a:lnTo>
                        <a:pt x="728" y="168"/>
                      </a:lnTo>
                      <a:lnTo>
                        <a:pt x="730" y="168"/>
                      </a:lnTo>
                      <a:lnTo>
                        <a:pt x="730" y="168"/>
                      </a:lnTo>
                      <a:lnTo>
                        <a:pt x="734" y="164"/>
                      </a:lnTo>
                      <a:lnTo>
                        <a:pt x="736" y="158"/>
                      </a:lnTo>
                      <a:lnTo>
                        <a:pt x="736" y="158"/>
                      </a:lnTo>
                      <a:lnTo>
                        <a:pt x="738" y="150"/>
                      </a:lnTo>
                      <a:lnTo>
                        <a:pt x="738" y="144"/>
                      </a:lnTo>
                      <a:lnTo>
                        <a:pt x="734" y="132"/>
                      </a:lnTo>
                      <a:lnTo>
                        <a:pt x="734" y="132"/>
                      </a:lnTo>
                      <a:lnTo>
                        <a:pt x="738" y="130"/>
                      </a:lnTo>
                      <a:lnTo>
                        <a:pt x="738" y="130"/>
                      </a:lnTo>
                      <a:lnTo>
                        <a:pt x="742" y="138"/>
                      </a:lnTo>
                      <a:lnTo>
                        <a:pt x="742" y="138"/>
                      </a:lnTo>
                      <a:lnTo>
                        <a:pt x="742" y="140"/>
                      </a:lnTo>
                      <a:lnTo>
                        <a:pt x="740" y="142"/>
                      </a:lnTo>
                      <a:lnTo>
                        <a:pt x="740" y="142"/>
                      </a:lnTo>
                      <a:lnTo>
                        <a:pt x="740" y="144"/>
                      </a:lnTo>
                      <a:lnTo>
                        <a:pt x="742" y="146"/>
                      </a:lnTo>
                      <a:lnTo>
                        <a:pt x="744" y="150"/>
                      </a:lnTo>
                      <a:lnTo>
                        <a:pt x="744" y="150"/>
                      </a:lnTo>
                      <a:lnTo>
                        <a:pt x="742" y="154"/>
                      </a:lnTo>
                      <a:lnTo>
                        <a:pt x="742" y="154"/>
                      </a:lnTo>
                      <a:lnTo>
                        <a:pt x="740" y="158"/>
                      </a:lnTo>
                      <a:lnTo>
                        <a:pt x="740" y="160"/>
                      </a:lnTo>
                      <a:lnTo>
                        <a:pt x="742" y="160"/>
                      </a:lnTo>
                      <a:lnTo>
                        <a:pt x="742" y="160"/>
                      </a:lnTo>
                      <a:lnTo>
                        <a:pt x="742" y="166"/>
                      </a:lnTo>
                      <a:lnTo>
                        <a:pt x="742" y="166"/>
                      </a:lnTo>
                      <a:lnTo>
                        <a:pt x="746" y="172"/>
                      </a:lnTo>
                      <a:lnTo>
                        <a:pt x="748" y="176"/>
                      </a:lnTo>
                      <a:lnTo>
                        <a:pt x="744" y="180"/>
                      </a:lnTo>
                      <a:lnTo>
                        <a:pt x="744" y="180"/>
                      </a:lnTo>
                      <a:lnTo>
                        <a:pt x="744" y="180"/>
                      </a:lnTo>
                      <a:lnTo>
                        <a:pt x="748" y="184"/>
                      </a:lnTo>
                      <a:lnTo>
                        <a:pt x="752" y="186"/>
                      </a:lnTo>
                      <a:lnTo>
                        <a:pt x="752" y="186"/>
                      </a:lnTo>
                      <a:lnTo>
                        <a:pt x="754" y="186"/>
                      </a:lnTo>
                      <a:lnTo>
                        <a:pt x="756" y="184"/>
                      </a:lnTo>
                      <a:lnTo>
                        <a:pt x="758" y="182"/>
                      </a:lnTo>
                      <a:lnTo>
                        <a:pt x="758" y="182"/>
                      </a:lnTo>
                      <a:lnTo>
                        <a:pt x="764" y="182"/>
                      </a:lnTo>
                      <a:lnTo>
                        <a:pt x="766" y="184"/>
                      </a:lnTo>
                      <a:lnTo>
                        <a:pt x="766" y="184"/>
                      </a:lnTo>
                      <a:lnTo>
                        <a:pt x="778" y="182"/>
                      </a:lnTo>
                      <a:lnTo>
                        <a:pt x="780" y="184"/>
                      </a:lnTo>
                      <a:lnTo>
                        <a:pt x="780" y="184"/>
                      </a:lnTo>
                      <a:lnTo>
                        <a:pt x="782" y="182"/>
                      </a:lnTo>
                      <a:lnTo>
                        <a:pt x="782" y="182"/>
                      </a:lnTo>
                      <a:lnTo>
                        <a:pt x="780" y="178"/>
                      </a:lnTo>
                      <a:lnTo>
                        <a:pt x="780" y="178"/>
                      </a:lnTo>
                      <a:lnTo>
                        <a:pt x="776" y="178"/>
                      </a:lnTo>
                      <a:lnTo>
                        <a:pt x="776" y="178"/>
                      </a:lnTo>
                      <a:lnTo>
                        <a:pt x="774" y="174"/>
                      </a:lnTo>
                      <a:lnTo>
                        <a:pt x="774" y="174"/>
                      </a:lnTo>
                      <a:lnTo>
                        <a:pt x="768" y="174"/>
                      </a:lnTo>
                      <a:lnTo>
                        <a:pt x="768" y="174"/>
                      </a:lnTo>
                      <a:lnTo>
                        <a:pt x="766" y="170"/>
                      </a:lnTo>
                      <a:lnTo>
                        <a:pt x="766" y="170"/>
                      </a:lnTo>
                      <a:lnTo>
                        <a:pt x="764" y="170"/>
                      </a:lnTo>
                      <a:lnTo>
                        <a:pt x="760" y="168"/>
                      </a:lnTo>
                      <a:lnTo>
                        <a:pt x="760" y="168"/>
                      </a:lnTo>
                      <a:lnTo>
                        <a:pt x="764" y="158"/>
                      </a:lnTo>
                      <a:lnTo>
                        <a:pt x="764" y="158"/>
                      </a:lnTo>
                      <a:lnTo>
                        <a:pt x="774" y="160"/>
                      </a:lnTo>
                      <a:lnTo>
                        <a:pt x="782" y="164"/>
                      </a:lnTo>
                      <a:lnTo>
                        <a:pt x="782" y="164"/>
                      </a:lnTo>
                      <a:lnTo>
                        <a:pt x="782" y="164"/>
                      </a:lnTo>
                      <a:lnTo>
                        <a:pt x="784" y="164"/>
                      </a:lnTo>
                      <a:lnTo>
                        <a:pt x="784" y="164"/>
                      </a:lnTo>
                      <a:lnTo>
                        <a:pt x="788" y="162"/>
                      </a:lnTo>
                      <a:lnTo>
                        <a:pt x="790" y="156"/>
                      </a:lnTo>
                      <a:lnTo>
                        <a:pt x="790" y="156"/>
                      </a:lnTo>
                      <a:lnTo>
                        <a:pt x="786" y="154"/>
                      </a:lnTo>
                      <a:lnTo>
                        <a:pt x="786" y="154"/>
                      </a:lnTo>
                      <a:lnTo>
                        <a:pt x="780" y="154"/>
                      </a:lnTo>
                      <a:lnTo>
                        <a:pt x="780" y="154"/>
                      </a:lnTo>
                      <a:lnTo>
                        <a:pt x="790" y="148"/>
                      </a:lnTo>
                      <a:lnTo>
                        <a:pt x="794" y="146"/>
                      </a:lnTo>
                      <a:lnTo>
                        <a:pt x="802" y="146"/>
                      </a:lnTo>
                      <a:lnTo>
                        <a:pt x="802" y="146"/>
                      </a:lnTo>
                      <a:lnTo>
                        <a:pt x="812" y="150"/>
                      </a:lnTo>
                      <a:lnTo>
                        <a:pt x="812" y="150"/>
                      </a:lnTo>
                      <a:lnTo>
                        <a:pt x="816" y="154"/>
                      </a:lnTo>
                      <a:lnTo>
                        <a:pt x="816" y="154"/>
                      </a:lnTo>
                      <a:lnTo>
                        <a:pt x="820" y="154"/>
                      </a:lnTo>
                      <a:lnTo>
                        <a:pt x="820" y="154"/>
                      </a:lnTo>
                      <a:lnTo>
                        <a:pt x="822" y="158"/>
                      </a:lnTo>
                      <a:lnTo>
                        <a:pt x="826" y="162"/>
                      </a:lnTo>
                      <a:lnTo>
                        <a:pt x="826" y="162"/>
                      </a:lnTo>
                      <a:lnTo>
                        <a:pt x="832" y="162"/>
                      </a:lnTo>
                      <a:lnTo>
                        <a:pt x="836" y="162"/>
                      </a:lnTo>
                      <a:lnTo>
                        <a:pt x="842" y="162"/>
                      </a:lnTo>
                      <a:lnTo>
                        <a:pt x="848" y="162"/>
                      </a:lnTo>
                      <a:lnTo>
                        <a:pt x="848" y="162"/>
                      </a:lnTo>
                      <a:lnTo>
                        <a:pt x="850" y="164"/>
                      </a:lnTo>
                      <a:lnTo>
                        <a:pt x="850" y="166"/>
                      </a:lnTo>
                      <a:lnTo>
                        <a:pt x="848" y="168"/>
                      </a:lnTo>
                      <a:lnTo>
                        <a:pt x="844" y="174"/>
                      </a:lnTo>
                      <a:lnTo>
                        <a:pt x="844" y="174"/>
                      </a:lnTo>
                      <a:lnTo>
                        <a:pt x="840" y="178"/>
                      </a:lnTo>
                      <a:lnTo>
                        <a:pt x="840" y="182"/>
                      </a:lnTo>
                      <a:lnTo>
                        <a:pt x="840" y="192"/>
                      </a:lnTo>
                      <a:lnTo>
                        <a:pt x="838" y="194"/>
                      </a:lnTo>
                      <a:lnTo>
                        <a:pt x="838" y="194"/>
                      </a:lnTo>
                      <a:lnTo>
                        <a:pt x="834" y="202"/>
                      </a:lnTo>
                      <a:lnTo>
                        <a:pt x="830" y="210"/>
                      </a:lnTo>
                      <a:lnTo>
                        <a:pt x="830" y="210"/>
                      </a:lnTo>
                      <a:lnTo>
                        <a:pt x="834" y="208"/>
                      </a:lnTo>
                      <a:lnTo>
                        <a:pt x="834" y="208"/>
                      </a:lnTo>
                      <a:lnTo>
                        <a:pt x="840" y="202"/>
                      </a:lnTo>
                      <a:lnTo>
                        <a:pt x="840" y="202"/>
                      </a:lnTo>
                      <a:lnTo>
                        <a:pt x="842" y="202"/>
                      </a:lnTo>
                      <a:lnTo>
                        <a:pt x="842" y="202"/>
                      </a:lnTo>
                      <a:lnTo>
                        <a:pt x="842" y="206"/>
                      </a:lnTo>
                      <a:lnTo>
                        <a:pt x="848" y="210"/>
                      </a:lnTo>
                      <a:lnTo>
                        <a:pt x="848" y="210"/>
                      </a:lnTo>
                      <a:lnTo>
                        <a:pt x="848" y="214"/>
                      </a:lnTo>
                      <a:lnTo>
                        <a:pt x="848" y="214"/>
                      </a:lnTo>
                      <a:lnTo>
                        <a:pt x="858" y="216"/>
                      </a:lnTo>
                      <a:lnTo>
                        <a:pt x="868" y="218"/>
                      </a:lnTo>
                      <a:lnTo>
                        <a:pt x="868" y="218"/>
                      </a:lnTo>
                      <a:lnTo>
                        <a:pt x="870" y="216"/>
                      </a:lnTo>
                      <a:lnTo>
                        <a:pt x="872" y="214"/>
                      </a:lnTo>
                      <a:lnTo>
                        <a:pt x="874" y="214"/>
                      </a:lnTo>
                      <a:lnTo>
                        <a:pt x="874" y="214"/>
                      </a:lnTo>
                      <a:lnTo>
                        <a:pt x="876" y="216"/>
                      </a:lnTo>
                      <a:lnTo>
                        <a:pt x="876" y="216"/>
                      </a:lnTo>
                      <a:lnTo>
                        <a:pt x="880" y="218"/>
                      </a:lnTo>
                      <a:lnTo>
                        <a:pt x="880" y="218"/>
                      </a:lnTo>
                      <a:lnTo>
                        <a:pt x="880" y="224"/>
                      </a:lnTo>
                      <a:lnTo>
                        <a:pt x="880" y="224"/>
                      </a:lnTo>
                      <a:lnTo>
                        <a:pt x="884" y="224"/>
                      </a:lnTo>
                      <a:lnTo>
                        <a:pt x="886" y="226"/>
                      </a:lnTo>
                      <a:lnTo>
                        <a:pt x="886" y="226"/>
                      </a:lnTo>
                      <a:lnTo>
                        <a:pt x="884" y="218"/>
                      </a:lnTo>
                      <a:lnTo>
                        <a:pt x="884" y="216"/>
                      </a:lnTo>
                      <a:lnTo>
                        <a:pt x="880" y="214"/>
                      </a:lnTo>
                      <a:lnTo>
                        <a:pt x="880" y="214"/>
                      </a:lnTo>
                      <a:lnTo>
                        <a:pt x="878" y="214"/>
                      </a:lnTo>
                      <a:lnTo>
                        <a:pt x="876" y="214"/>
                      </a:lnTo>
                      <a:lnTo>
                        <a:pt x="876" y="214"/>
                      </a:lnTo>
                      <a:lnTo>
                        <a:pt x="874" y="210"/>
                      </a:lnTo>
                      <a:lnTo>
                        <a:pt x="874" y="210"/>
                      </a:lnTo>
                      <a:lnTo>
                        <a:pt x="872" y="210"/>
                      </a:lnTo>
                      <a:lnTo>
                        <a:pt x="872" y="210"/>
                      </a:lnTo>
                      <a:lnTo>
                        <a:pt x="868" y="212"/>
                      </a:lnTo>
                      <a:lnTo>
                        <a:pt x="862" y="214"/>
                      </a:lnTo>
                      <a:lnTo>
                        <a:pt x="862" y="214"/>
                      </a:lnTo>
                      <a:lnTo>
                        <a:pt x="850" y="206"/>
                      </a:lnTo>
                      <a:lnTo>
                        <a:pt x="848" y="200"/>
                      </a:lnTo>
                      <a:lnTo>
                        <a:pt x="848" y="200"/>
                      </a:lnTo>
                      <a:lnTo>
                        <a:pt x="858" y="198"/>
                      </a:lnTo>
                      <a:lnTo>
                        <a:pt x="858" y="198"/>
                      </a:lnTo>
                      <a:lnTo>
                        <a:pt x="858" y="190"/>
                      </a:lnTo>
                      <a:lnTo>
                        <a:pt x="858" y="190"/>
                      </a:lnTo>
                      <a:lnTo>
                        <a:pt x="854" y="184"/>
                      </a:lnTo>
                      <a:lnTo>
                        <a:pt x="854" y="180"/>
                      </a:lnTo>
                      <a:lnTo>
                        <a:pt x="854" y="178"/>
                      </a:lnTo>
                      <a:lnTo>
                        <a:pt x="854" y="178"/>
                      </a:lnTo>
                      <a:lnTo>
                        <a:pt x="856" y="172"/>
                      </a:lnTo>
                      <a:lnTo>
                        <a:pt x="858" y="168"/>
                      </a:lnTo>
                      <a:lnTo>
                        <a:pt x="858" y="168"/>
                      </a:lnTo>
                      <a:lnTo>
                        <a:pt x="858" y="166"/>
                      </a:lnTo>
                      <a:lnTo>
                        <a:pt x="858" y="162"/>
                      </a:lnTo>
                      <a:lnTo>
                        <a:pt x="858" y="162"/>
                      </a:lnTo>
                      <a:lnTo>
                        <a:pt x="846" y="158"/>
                      </a:lnTo>
                      <a:lnTo>
                        <a:pt x="846" y="158"/>
                      </a:lnTo>
                      <a:lnTo>
                        <a:pt x="846" y="154"/>
                      </a:lnTo>
                      <a:lnTo>
                        <a:pt x="842" y="152"/>
                      </a:lnTo>
                      <a:lnTo>
                        <a:pt x="842" y="152"/>
                      </a:lnTo>
                      <a:lnTo>
                        <a:pt x="838" y="152"/>
                      </a:lnTo>
                      <a:lnTo>
                        <a:pt x="834" y="152"/>
                      </a:lnTo>
                      <a:lnTo>
                        <a:pt x="832" y="150"/>
                      </a:lnTo>
                      <a:lnTo>
                        <a:pt x="832" y="150"/>
                      </a:lnTo>
                      <a:lnTo>
                        <a:pt x="826" y="146"/>
                      </a:lnTo>
                      <a:lnTo>
                        <a:pt x="822" y="144"/>
                      </a:lnTo>
                      <a:lnTo>
                        <a:pt x="820" y="138"/>
                      </a:lnTo>
                      <a:lnTo>
                        <a:pt x="822" y="130"/>
                      </a:lnTo>
                      <a:lnTo>
                        <a:pt x="822" y="130"/>
                      </a:lnTo>
                      <a:lnTo>
                        <a:pt x="824" y="122"/>
                      </a:lnTo>
                      <a:lnTo>
                        <a:pt x="824" y="122"/>
                      </a:lnTo>
                      <a:lnTo>
                        <a:pt x="824" y="120"/>
                      </a:lnTo>
                      <a:lnTo>
                        <a:pt x="824" y="118"/>
                      </a:lnTo>
                      <a:lnTo>
                        <a:pt x="824" y="118"/>
                      </a:lnTo>
                      <a:lnTo>
                        <a:pt x="828" y="110"/>
                      </a:lnTo>
                      <a:lnTo>
                        <a:pt x="828" y="110"/>
                      </a:lnTo>
                      <a:lnTo>
                        <a:pt x="830" y="110"/>
                      </a:lnTo>
                      <a:lnTo>
                        <a:pt x="832" y="110"/>
                      </a:lnTo>
                      <a:lnTo>
                        <a:pt x="834" y="108"/>
                      </a:lnTo>
                      <a:lnTo>
                        <a:pt x="834" y="108"/>
                      </a:lnTo>
                      <a:lnTo>
                        <a:pt x="840" y="108"/>
                      </a:lnTo>
                      <a:lnTo>
                        <a:pt x="844" y="108"/>
                      </a:lnTo>
                      <a:lnTo>
                        <a:pt x="848" y="106"/>
                      </a:lnTo>
                      <a:lnTo>
                        <a:pt x="848" y="106"/>
                      </a:lnTo>
                      <a:lnTo>
                        <a:pt x="852" y="106"/>
                      </a:lnTo>
                      <a:lnTo>
                        <a:pt x="858" y="108"/>
                      </a:lnTo>
                      <a:lnTo>
                        <a:pt x="858" y="108"/>
                      </a:lnTo>
                      <a:lnTo>
                        <a:pt x="862" y="104"/>
                      </a:lnTo>
                      <a:lnTo>
                        <a:pt x="866" y="104"/>
                      </a:lnTo>
                      <a:lnTo>
                        <a:pt x="870" y="104"/>
                      </a:lnTo>
                      <a:lnTo>
                        <a:pt x="870" y="104"/>
                      </a:lnTo>
                      <a:lnTo>
                        <a:pt x="874" y="106"/>
                      </a:lnTo>
                      <a:lnTo>
                        <a:pt x="876" y="108"/>
                      </a:lnTo>
                      <a:lnTo>
                        <a:pt x="878" y="108"/>
                      </a:lnTo>
                      <a:lnTo>
                        <a:pt x="880" y="106"/>
                      </a:lnTo>
                      <a:lnTo>
                        <a:pt x="880" y="106"/>
                      </a:lnTo>
                      <a:lnTo>
                        <a:pt x="882" y="106"/>
                      </a:lnTo>
                      <a:lnTo>
                        <a:pt x="886" y="106"/>
                      </a:lnTo>
                      <a:lnTo>
                        <a:pt x="886" y="106"/>
                      </a:lnTo>
                      <a:lnTo>
                        <a:pt x="890" y="104"/>
                      </a:lnTo>
                      <a:lnTo>
                        <a:pt x="896" y="104"/>
                      </a:lnTo>
                      <a:lnTo>
                        <a:pt x="896" y="104"/>
                      </a:lnTo>
                      <a:lnTo>
                        <a:pt x="900" y="104"/>
                      </a:lnTo>
                      <a:lnTo>
                        <a:pt x="902" y="106"/>
                      </a:lnTo>
                      <a:lnTo>
                        <a:pt x="902" y="108"/>
                      </a:lnTo>
                      <a:lnTo>
                        <a:pt x="900" y="112"/>
                      </a:lnTo>
                      <a:lnTo>
                        <a:pt x="900" y="112"/>
                      </a:lnTo>
                      <a:lnTo>
                        <a:pt x="900" y="112"/>
                      </a:lnTo>
                      <a:lnTo>
                        <a:pt x="902" y="114"/>
                      </a:lnTo>
                      <a:lnTo>
                        <a:pt x="908" y="114"/>
                      </a:lnTo>
                      <a:lnTo>
                        <a:pt x="908" y="114"/>
                      </a:lnTo>
                      <a:lnTo>
                        <a:pt x="908" y="114"/>
                      </a:lnTo>
                      <a:lnTo>
                        <a:pt x="908" y="110"/>
                      </a:lnTo>
                      <a:lnTo>
                        <a:pt x="906" y="104"/>
                      </a:lnTo>
                      <a:lnTo>
                        <a:pt x="902" y="96"/>
                      </a:lnTo>
                      <a:lnTo>
                        <a:pt x="902" y="96"/>
                      </a:lnTo>
                      <a:lnTo>
                        <a:pt x="898" y="94"/>
                      </a:lnTo>
                      <a:lnTo>
                        <a:pt x="894" y="92"/>
                      </a:lnTo>
                      <a:lnTo>
                        <a:pt x="894" y="92"/>
                      </a:lnTo>
                      <a:lnTo>
                        <a:pt x="894" y="88"/>
                      </a:lnTo>
                      <a:lnTo>
                        <a:pt x="894" y="88"/>
                      </a:lnTo>
                      <a:lnTo>
                        <a:pt x="900" y="88"/>
                      </a:lnTo>
                      <a:lnTo>
                        <a:pt x="906" y="88"/>
                      </a:lnTo>
                      <a:lnTo>
                        <a:pt x="906" y="86"/>
                      </a:lnTo>
                      <a:lnTo>
                        <a:pt x="906" y="86"/>
                      </a:lnTo>
                      <a:lnTo>
                        <a:pt x="904" y="84"/>
                      </a:lnTo>
                      <a:lnTo>
                        <a:pt x="902" y="82"/>
                      </a:lnTo>
                      <a:lnTo>
                        <a:pt x="902" y="82"/>
                      </a:lnTo>
                      <a:lnTo>
                        <a:pt x="900" y="80"/>
                      </a:lnTo>
                      <a:lnTo>
                        <a:pt x="896" y="80"/>
                      </a:lnTo>
                      <a:lnTo>
                        <a:pt x="896" y="80"/>
                      </a:lnTo>
                      <a:lnTo>
                        <a:pt x="898" y="76"/>
                      </a:lnTo>
                      <a:lnTo>
                        <a:pt x="898" y="76"/>
                      </a:lnTo>
                      <a:lnTo>
                        <a:pt x="908" y="82"/>
                      </a:lnTo>
                      <a:lnTo>
                        <a:pt x="908" y="82"/>
                      </a:lnTo>
                      <a:lnTo>
                        <a:pt x="910" y="74"/>
                      </a:lnTo>
                      <a:lnTo>
                        <a:pt x="912" y="70"/>
                      </a:lnTo>
                      <a:lnTo>
                        <a:pt x="912" y="70"/>
                      </a:lnTo>
                      <a:lnTo>
                        <a:pt x="916" y="70"/>
                      </a:lnTo>
                      <a:lnTo>
                        <a:pt x="916" y="70"/>
                      </a:lnTo>
                      <a:lnTo>
                        <a:pt x="918" y="66"/>
                      </a:lnTo>
                      <a:lnTo>
                        <a:pt x="918" y="66"/>
                      </a:lnTo>
                      <a:lnTo>
                        <a:pt x="914" y="64"/>
                      </a:lnTo>
                      <a:lnTo>
                        <a:pt x="914" y="64"/>
                      </a:lnTo>
                      <a:lnTo>
                        <a:pt x="910" y="64"/>
                      </a:lnTo>
                      <a:lnTo>
                        <a:pt x="910" y="64"/>
                      </a:lnTo>
                      <a:lnTo>
                        <a:pt x="910" y="62"/>
                      </a:lnTo>
                      <a:lnTo>
                        <a:pt x="910" y="62"/>
                      </a:lnTo>
                      <a:lnTo>
                        <a:pt x="916" y="62"/>
                      </a:lnTo>
                      <a:lnTo>
                        <a:pt x="922" y="62"/>
                      </a:lnTo>
                      <a:lnTo>
                        <a:pt x="924" y="60"/>
                      </a:lnTo>
                      <a:lnTo>
                        <a:pt x="924" y="60"/>
                      </a:lnTo>
                      <a:lnTo>
                        <a:pt x="932" y="60"/>
                      </a:lnTo>
                      <a:lnTo>
                        <a:pt x="932" y="58"/>
                      </a:lnTo>
                      <a:lnTo>
                        <a:pt x="932" y="58"/>
                      </a:lnTo>
                      <a:lnTo>
                        <a:pt x="938" y="58"/>
                      </a:lnTo>
                      <a:lnTo>
                        <a:pt x="938" y="58"/>
                      </a:lnTo>
                      <a:lnTo>
                        <a:pt x="942" y="54"/>
                      </a:lnTo>
                      <a:lnTo>
                        <a:pt x="946" y="52"/>
                      </a:lnTo>
                      <a:lnTo>
                        <a:pt x="946" y="52"/>
                      </a:lnTo>
                      <a:lnTo>
                        <a:pt x="950" y="54"/>
                      </a:lnTo>
                      <a:lnTo>
                        <a:pt x="952" y="54"/>
                      </a:lnTo>
                      <a:lnTo>
                        <a:pt x="952" y="54"/>
                      </a:lnTo>
                      <a:lnTo>
                        <a:pt x="960" y="52"/>
                      </a:lnTo>
                      <a:lnTo>
                        <a:pt x="960" y="52"/>
                      </a:lnTo>
                      <a:lnTo>
                        <a:pt x="964" y="52"/>
                      </a:lnTo>
                      <a:lnTo>
                        <a:pt x="970" y="52"/>
                      </a:lnTo>
                      <a:lnTo>
                        <a:pt x="970" y="52"/>
                      </a:lnTo>
                      <a:lnTo>
                        <a:pt x="976" y="48"/>
                      </a:lnTo>
                      <a:lnTo>
                        <a:pt x="976" y="48"/>
                      </a:lnTo>
                      <a:lnTo>
                        <a:pt x="982" y="48"/>
                      </a:lnTo>
                      <a:lnTo>
                        <a:pt x="988" y="48"/>
                      </a:lnTo>
                      <a:lnTo>
                        <a:pt x="988" y="48"/>
                      </a:lnTo>
                      <a:lnTo>
                        <a:pt x="992" y="46"/>
                      </a:lnTo>
                      <a:lnTo>
                        <a:pt x="992" y="44"/>
                      </a:lnTo>
                      <a:lnTo>
                        <a:pt x="992" y="42"/>
                      </a:lnTo>
                      <a:lnTo>
                        <a:pt x="996" y="42"/>
                      </a:lnTo>
                      <a:lnTo>
                        <a:pt x="996" y="42"/>
                      </a:lnTo>
                      <a:lnTo>
                        <a:pt x="998" y="42"/>
                      </a:lnTo>
                      <a:lnTo>
                        <a:pt x="1000" y="44"/>
                      </a:lnTo>
                      <a:lnTo>
                        <a:pt x="1000" y="44"/>
                      </a:lnTo>
                      <a:lnTo>
                        <a:pt x="1002" y="42"/>
                      </a:lnTo>
                      <a:lnTo>
                        <a:pt x="1002" y="42"/>
                      </a:lnTo>
                      <a:lnTo>
                        <a:pt x="1004" y="42"/>
                      </a:lnTo>
                      <a:lnTo>
                        <a:pt x="1004" y="42"/>
                      </a:lnTo>
                      <a:lnTo>
                        <a:pt x="1010" y="42"/>
                      </a:lnTo>
                      <a:lnTo>
                        <a:pt x="1010" y="42"/>
                      </a:lnTo>
                      <a:lnTo>
                        <a:pt x="1012" y="44"/>
                      </a:lnTo>
                      <a:lnTo>
                        <a:pt x="1014" y="44"/>
                      </a:lnTo>
                      <a:lnTo>
                        <a:pt x="1014" y="44"/>
                      </a:lnTo>
                      <a:lnTo>
                        <a:pt x="1016" y="40"/>
                      </a:lnTo>
                      <a:lnTo>
                        <a:pt x="1016" y="40"/>
                      </a:lnTo>
                      <a:lnTo>
                        <a:pt x="1024" y="44"/>
                      </a:lnTo>
                      <a:lnTo>
                        <a:pt x="1024" y="44"/>
                      </a:lnTo>
                      <a:lnTo>
                        <a:pt x="1028" y="42"/>
                      </a:lnTo>
                      <a:lnTo>
                        <a:pt x="1030" y="42"/>
                      </a:lnTo>
                      <a:lnTo>
                        <a:pt x="1034" y="42"/>
                      </a:lnTo>
                      <a:lnTo>
                        <a:pt x="1034" y="42"/>
                      </a:lnTo>
                      <a:lnTo>
                        <a:pt x="1036" y="46"/>
                      </a:lnTo>
                      <a:lnTo>
                        <a:pt x="1036" y="46"/>
                      </a:lnTo>
                      <a:lnTo>
                        <a:pt x="1036" y="46"/>
                      </a:lnTo>
                      <a:lnTo>
                        <a:pt x="1036" y="46"/>
                      </a:lnTo>
                      <a:lnTo>
                        <a:pt x="1032" y="50"/>
                      </a:lnTo>
                      <a:lnTo>
                        <a:pt x="1028" y="54"/>
                      </a:lnTo>
                      <a:lnTo>
                        <a:pt x="1028" y="56"/>
                      </a:lnTo>
                      <a:lnTo>
                        <a:pt x="1028" y="56"/>
                      </a:lnTo>
                      <a:lnTo>
                        <a:pt x="1036" y="54"/>
                      </a:lnTo>
                      <a:lnTo>
                        <a:pt x="1036" y="54"/>
                      </a:lnTo>
                      <a:lnTo>
                        <a:pt x="1038" y="50"/>
                      </a:lnTo>
                      <a:lnTo>
                        <a:pt x="1040" y="50"/>
                      </a:lnTo>
                      <a:lnTo>
                        <a:pt x="1040" y="50"/>
                      </a:lnTo>
                      <a:lnTo>
                        <a:pt x="1040" y="54"/>
                      </a:lnTo>
                      <a:lnTo>
                        <a:pt x="1042" y="54"/>
                      </a:lnTo>
                      <a:lnTo>
                        <a:pt x="1042" y="54"/>
                      </a:lnTo>
                      <a:lnTo>
                        <a:pt x="1044" y="50"/>
                      </a:lnTo>
                      <a:lnTo>
                        <a:pt x="1044" y="50"/>
                      </a:lnTo>
                      <a:lnTo>
                        <a:pt x="1048" y="50"/>
                      </a:lnTo>
                      <a:lnTo>
                        <a:pt x="1048" y="52"/>
                      </a:lnTo>
                      <a:lnTo>
                        <a:pt x="1048" y="52"/>
                      </a:lnTo>
                      <a:lnTo>
                        <a:pt x="1056" y="46"/>
                      </a:lnTo>
                      <a:lnTo>
                        <a:pt x="1056" y="46"/>
                      </a:lnTo>
                      <a:lnTo>
                        <a:pt x="1062" y="42"/>
                      </a:lnTo>
                      <a:lnTo>
                        <a:pt x="1064" y="40"/>
                      </a:lnTo>
                      <a:lnTo>
                        <a:pt x="1068" y="44"/>
                      </a:lnTo>
                      <a:lnTo>
                        <a:pt x="1068" y="44"/>
                      </a:lnTo>
                      <a:lnTo>
                        <a:pt x="1070" y="46"/>
                      </a:lnTo>
                      <a:lnTo>
                        <a:pt x="1068" y="50"/>
                      </a:lnTo>
                      <a:lnTo>
                        <a:pt x="1068" y="54"/>
                      </a:lnTo>
                      <a:lnTo>
                        <a:pt x="1070" y="56"/>
                      </a:lnTo>
                      <a:lnTo>
                        <a:pt x="1070" y="52"/>
                      </a:lnTo>
                      <a:lnTo>
                        <a:pt x="1070" y="52"/>
                      </a:lnTo>
                      <a:lnTo>
                        <a:pt x="1074" y="52"/>
                      </a:lnTo>
                      <a:lnTo>
                        <a:pt x="1074" y="52"/>
                      </a:lnTo>
                      <a:lnTo>
                        <a:pt x="1072" y="44"/>
                      </a:lnTo>
                      <a:lnTo>
                        <a:pt x="1072" y="42"/>
                      </a:lnTo>
                      <a:lnTo>
                        <a:pt x="1070" y="40"/>
                      </a:lnTo>
                      <a:lnTo>
                        <a:pt x="1070" y="40"/>
                      </a:lnTo>
                      <a:lnTo>
                        <a:pt x="1066" y="38"/>
                      </a:lnTo>
                      <a:lnTo>
                        <a:pt x="1066" y="38"/>
                      </a:lnTo>
                      <a:lnTo>
                        <a:pt x="1064" y="36"/>
                      </a:lnTo>
                      <a:lnTo>
                        <a:pt x="1064" y="36"/>
                      </a:lnTo>
                      <a:lnTo>
                        <a:pt x="1084" y="36"/>
                      </a:lnTo>
                      <a:lnTo>
                        <a:pt x="1084" y="36"/>
                      </a:lnTo>
                      <a:lnTo>
                        <a:pt x="1086" y="34"/>
                      </a:lnTo>
                      <a:lnTo>
                        <a:pt x="1090" y="32"/>
                      </a:lnTo>
                      <a:lnTo>
                        <a:pt x="1090" y="32"/>
                      </a:lnTo>
                      <a:lnTo>
                        <a:pt x="1094" y="38"/>
                      </a:lnTo>
                      <a:lnTo>
                        <a:pt x="1094" y="38"/>
                      </a:lnTo>
                      <a:lnTo>
                        <a:pt x="1098" y="38"/>
                      </a:lnTo>
                      <a:lnTo>
                        <a:pt x="1098" y="38"/>
                      </a:lnTo>
                      <a:lnTo>
                        <a:pt x="1094" y="32"/>
                      </a:lnTo>
                      <a:lnTo>
                        <a:pt x="1090" y="28"/>
                      </a:lnTo>
                      <a:lnTo>
                        <a:pt x="1090" y="28"/>
                      </a:lnTo>
                      <a:lnTo>
                        <a:pt x="1090" y="22"/>
                      </a:lnTo>
                      <a:lnTo>
                        <a:pt x="1092" y="22"/>
                      </a:lnTo>
                      <a:lnTo>
                        <a:pt x="1092" y="22"/>
                      </a:lnTo>
                      <a:lnTo>
                        <a:pt x="1102" y="14"/>
                      </a:lnTo>
                      <a:lnTo>
                        <a:pt x="1102" y="14"/>
                      </a:lnTo>
                      <a:lnTo>
                        <a:pt x="1104" y="12"/>
                      </a:lnTo>
                      <a:lnTo>
                        <a:pt x="1104" y="12"/>
                      </a:lnTo>
                      <a:lnTo>
                        <a:pt x="1104" y="10"/>
                      </a:lnTo>
                      <a:lnTo>
                        <a:pt x="1104" y="8"/>
                      </a:lnTo>
                      <a:lnTo>
                        <a:pt x="1104" y="8"/>
                      </a:lnTo>
                      <a:lnTo>
                        <a:pt x="1108" y="6"/>
                      </a:lnTo>
                      <a:lnTo>
                        <a:pt x="1112" y="6"/>
                      </a:lnTo>
                      <a:lnTo>
                        <a:pt x="1114" y="4"/>
                      </a:lnTo>
                      <a:lnTo>
                        <a:pt x="1114" y="4"/>
                      </a:lnTo>
                      <a:lnTo>
                        <a:pt x="1118" y="4"/>
                      </a:lnTo>
                      <a:lnTo>
                        <a:pt x="1120" y="6"/>
                      </a:lnTo>
                      <a:lnTo>
                        <a:pt x="1122" y="6"/>
                      </a:lnTo>
                      <a:lnTo>
                        <a:pt x="1124" y="8"/>
                      </a:lnTo>
                      <a:lnTo>
                        <a:pt x="1124" y="8"/>
                      </a:lnTo>
                      <a:lnTo>
                        <a:pt x="1126" y="6"/>
                      </a:lnTo>
                      <a:lnTo>
                        <a:pt x="1128" y="4"/>
                      </a:lnTo>
                      <a:lnTo>
                        <a:pt x="1130" y="2"/>
                      </a:lnTo>
                      <a:lnTo>
                        <a:pt x="1130" y="2"/>
                      </a:lnTo>
                      <a:lnTo>
                        <a:pt x="1132" y="0"/>
                      </a:lnTo>
                      <a:lnTo>
                        <a:pt x="1134" y="2"/>
                      </a:lnTo>
                      <a:lnTo>
                        <a:pt x="1138" y="4"/>
                      </a:lnTo>
                      <a:lnTo>
                        <a:pt x="1138" y="4"/>
                      </a:lnTo>
                      <a:lnTo>
                        <a:pt x="1142" y="2"/>
                      </a:lnTo>
                      <a:lnTo>
                        <a:pt x="1146" y="2"/>
                      </a:lnTo>
                      <a:lnTo>
                        <a:pt x="1146" y="2"/>
                      </a:lnTo>
                      <a:lnTo>
                        <a:pt x="1146" y="6"/>
                      </a:lnTo>
                      <a:lnTo>
                        <a:pt x="1146" y="8"/>
                      </a:lnTo>
                      <a:lnTo>
                        <a:pt x="1146" y="8"/>
                      </a:lnTo>
                      <a:lnTo>
                        <a:pt x="1150" y="8"/>
                      </a:lnTo>
                      <a:lnTo>
                        <a:pt x="1154" y="8"/>
                      </a:lnTo>
                      <a:lnTo>
                        <a:pt x="1154" y="8"/>
                      </a:lnTo>
                      <a:lnTo>
                        <a:pt x="1156" y="10"/>
                      </a:lnTo>
                      <a:lnTo>
                        <a:pt x="1156" y="12"/>
                      </a:lnTo>
                      <a:lnTo>
                        <a:pt x="1156" y="12"/>
                      </a:lnTo>
                      <a:lnTo>
                        <a:pt x="1152" y="12"/>
                      </a:lnTo>
                      <a:lnTo>
                        <a:pt x="1152" y="12"/>
                      </a:lnTo>
                      <a:lnTo>
                        <a:pt x="1150" y="16"/>
                      </a:lnTo>
                      <a:lnTo>
                        <a:pt x="1148" y="20"/>
                      </a:lnTo>
                      <a:lnTo>
                        <a:pt x="1148" y="20"/>
                      </a:lnTo>
                      <a:lnTo>
                        <a:pt x="1152" y="18"/>
                      </a:lnTo>
                      <a:lnTo>
                        <a:pt x="1154" y="18"/>
                      </a:lnTo>
                      <a:lnTo>
                        <a:pt x="1154" y="20"/>
                      </a:lnTo>
                      <a:lnTo>
                        <a:pt x="1154" y="20"/>
                      </a:lnTo>
                      <a:lnTo>
                        <a:pt x="1154" y="20"/>
                      </a:lnTo>
                      <a:lnTo>
                        <a:pt x="1154" y="22"/>
                      </a:lnTo>
                      <a:lnTo>
                        <a:pt x="1154" y="22"/>
                      </a:lnTo>
                      <a:lnTo>
                        <a:pt x="1154" y="22"/>
                      </a:lnTo>
                      <a:lnTo>
                        <a:pt x="1158" y="22"/>
                      </a:lnTo>
                      <a:lnTo>
                        <a:pt x="1160" y="20"/>
                      </a:lnTo>
                      <a:lnTo>
                        <a:pt x="1162" y="20"/>
                      </a:lnTo>
                      <a:lnTo>
                        <a:pt x="1166" y="20"/>
                      </a:lnTo>
                      <a:lnTo>
                        <a:pt x="1168" y="22"/>
                      </a:lnTo>
                      <a:lnTo>
                        <a:pt x="1168" y="22"/>
                      </a:lnTo>
                      <a:lnTo>
                        <a:pt x="1176" y="24"/>
                      </a:lnTo>
                      <a:lnTo>
                        <a:pt x="1176" y="24"/>
                      </a:lnTo>
                      <a:lnTo>
                        <a:pt x="1172" y="38"/>
                      </a:lnTo>
                      <a:lnTo>
                        <a:pt x="1172" y="38"/>
                      </a:lnTo>
                      <a:lnTo>
                        <a:pt x="1178" y="36"/>
                      </a:lnTo>
                      <a:lnTo>
                        <a:pt x="1184" y="32"/>
                      </a:lnTo>
                      <a:lnTo>
                        <a:pt x="1184" y="32"/>
                      </a:lnTo>
                      <a:lnTo>
                        <a:pt x="1186" y="30"/>
                      </a:lnTo>
                      <a:lnTo>
                        <a:pt x="1188" y="28"/>
                      </a:lnTo>
                      <a:lnTo>
                        <a:pt x="1188" y="28"/>
                      </a:lnTo>
                      <a:lnTo>
                        <a:pt x="1200" y="26"/>
                      </a:lnTo>
                      <a:lnTo>
                        <a:pt x="1212" y="24"/>
                      </a:lnTo>
                      <a:lnTo>
                        <a:pt x="1212" y="24"/>
                      </a:lnTo>
                      <a:lnTo>
                        <a:pt x="1214" y="26"/>
                      </a:lnTo>
                      <a:lnTo>
                        <a:pt x="1216" y="26"/>
                      </a:lnTo>
                      <a:lnTo>
                        <a:pt x="1216" y="26"/>
                      </a:lnTo>
                      <a:lnTo>
                        <a:pt x="1220" y="24"/>
                      </a:lnTo>
                      <a:lnTo>
                        <a:pt x="1220" y="24"/>
                      </a:lnTo>
                      <a:lnTo>
                        <a:pt x="1228" y="24"/>
                      </a:lnTo>
                      <a:lnTo>
                        <a:pt x="1228" y="24"/>
                      </a:lnTo>
                      <a:lnTo>
                        <a:pt x="1230" y="22"/>
                      </a:lnTo>
                      <a:lnTo>
                        <a:pt x="1232" y="22"/>
                      </a:lnTo>
                      <a:lnTo>
                        <a:pt x="1232" y="22"/>
                      </a:lnTo>
                      <a:lnTo>
                        <a:pt x="1234" y="26"/>
                      </a:lnTo>
                      <a:lnTo>
                        <a:pt x="1236" y="28"/>
                      </a:lnTo>
                      <a:lnTo>
                        <a:pt x="1236" y="34"/>
                      </a:lnTo>
                      <a:lnTo>
                        <a:pt x="1236" y="34"/>
                      </a:lnTo>
                      <a:lnTo>
                        <a:pt x="1238" y="36"/>
                      </a:lnTo>
                      <a:lnTo>
                        <a:pt x="1244" y="38"/>
                      </a:lnTo>
                      <a:lnTo>
                        <a:pt x="1252" y="40"/>
                      </a:lnTo>
                      <a:lnTo>
                        <a:pt x="1252" y="40"/>
                      </a:lnTo>
                      <a:lnTo>
                        <a:pt x="1254" y="50"/>
                      </a:lnTo>
                      <a:lnTo>
                        <a:pt x="1254" y="50"/>
                      </a:lnTo>
                      <a:lnTo>
                        <a:pt x="1258" y="50"/>
                      </a:lnTo>
                      <a:lnTo>
                        <a:pt x="1258" y="50"/>
                      </a:lnTo>
                      <a:lnTo>
                        <a:pt x="1260" y="54"/>
                      </a:lnTo>
                      <a:lnTo>
                        <a:pt x="1260" y="56"/>
                      </a:lnTo>
                      <a:lnTo>
                        <a:pt x="1258" y="64"/>
                      </a:lnTo>
                      <a:lnTo>
                        <a:pt x="1258" y="64"/>
                      </a:lnTo>
                      <a:lnTo>
                        <a:pt x="1252" y="62"/>
                      </a:lnTo>
                      <a:lnTo>
                        <a:pt x="1252" y="62"/>
                      </a:lnTo>
                      <a:lnTo>
                        <a:pt x="1252" y="60"/>
                      </a:lnTo>
                      <a:lnTo>
                        <a:pt x="1252" y="60"/>
                      </a:lnTo>
                      <a:lnTo>
                        <a:pt x="1250" y="62"/>
                      </a:lnTo>
                      <a:lnTo>
                        <a:pt x="1250" y="62"/>
                      </a:lnTo>
                      <a:lnTo>
                        <a:pt x="1250" y="64"/>
                      </a:lnTo>
                      <a:lnTo>
                        <a:pt x="1250" y="64"/>
                      </a:lnTo>
                      <a:lnTo>
                        <a:pt x="1258" y="70"/>
                      </a:lnTo>
                      <a:lnTo>
                        <a:pt x="1262" y="76"/>
                      </a:lnTo>
                      <a:lnTo>
                        <a:pt x="1260" y="78"/>
                      </a:lnTo>
                      <a:lnTo>
                        <a:pt x="1258" y="80"/>
                      </a:lnTo>
                      <a:lnTo>
                        <a:pt x="1258" y="80"/>
                      </a:lnTo>
                      <a:lnTo>
                        <a:pt x="1246" y="84"/>
                      </a:lnTo>
                      <a:lnTo>
                        <a:pt x="1232" y="88"/>
                      </a:lnTo>
                      <a:lnTo>
                        <a:pt x="1232" y="88"/>
                      </a:lnTo>
                      <a:lnTo>
                        <a:pt x="1224" y="88"/>
                      </a:lnTo>
                      <a:lnTo>
                        <a:pt x="1224" y="88"/>
                      </a:lnTo>
                      <a:lnTo>
                        <a:pt x="1220" y="92"/>
                      </a:lnTo>
                      <a:lnTo>
                        <a:pt x="1220" y="92"/>
                      </a:lnTo>
                      <a:lnTo>
                        <a:pt x="1208" y="94"/>
                      </a:lnTo>
                      <a:lnTo>
                        <a:pt x="1208" y="94"/>
                      </a:lnTo>
                      <a:lnTo>
                        <a:pt x="1204" y="94"/>
                      </a:lnTo>
                      <a:lnTo>
                        <a:pt x="1202" y="94"/>
                      </a:lnTo>
                      <a:lnTo>
                        <a:pt x="1202" y="94"/>
                      </a:lnTo>
                      <a:lnTo>
                        <a:pt x="1200" y="98"/>
                      </a:lnTo>
                      <a:lnTo>
                        <a:pt x="1200" y="98"/>
                      </a:lnTo>
                      <a:lnTo>
                        <a:pt x="1196" y="102"/>
                      </a:lnTo>
                      <a:lnTo>
                        <a:pt x="1196" y="102"/>
                      </a:lnTo>
                      <a:lnTo>
                        <a:pt x="1198" y="112"/>
                      </a:lnTo>
                      <a:lnTo>
                        <a:pt x="1198" y="112"/>
                      </a:lnTo>
                      <a:lnTo>
                        <a:pt x="1192" y="112"/>
                      </a:lnTo>
                      <a:lnTo>
                        <a:pt x="1192" y="112"/>
                      </a:lnTo>
                      <a:lnTo>
                        <a:pt x="1188" y="116"/>
                      </a:lnTo>
                      <a:lnTo>
                        <a:pt x="1186" y="122"/>
                      </a:lnTo>
                      <a:lnTo>
                        <a:pt x="1186" y="122"/>
                      </a:lnTo>
                      <a:lnTo>
                        <a:pt x="1182" y="122"/>
                      </a:lnTo>
                      <a:lnTo>
                        <a:pt x="1178" y="124"/>
                      </a:lnTo>
                      <a:lnTo>
                        <a:pt x="1178" y="124"/>
                      </a:lnTo>
                      <a:lnTo>
                        <a:pt x="1174" y="126"/>
                      </a:lnTo>
                      <a:lnTo>
                        <a:pt x="1174" y="126"/>
                      </a:lnTo>
                      <a:lnTo>
                        <a:pt x="1170" y="128"/>
                      </a:lnTo>
                      <a:lnTo>
                        <a:pt x="1166" y="128"/>
                      </a:lnTo>
                      <a:lnTo>
                        <a:pt x="1166" y="128"/>
                      </a:lnTo>
                      <a:lnTo>
                        <a:pt x="1164" y="130"/>
                      </a:lnTo>
                      <a:lnTo>
                        <a:pt x="1164" y="132"/>
                      </a:lnTo>
                      <a:lnTo>
                        <a:pt x="1162" y="136"/>
                      </a:lnTo>
                      <a:lnTo>
                        <a:pt x="1162" y="136"/>
                      </a:lnTo>
                      <a:lnTo>
                        <a:pt x="1156" y="138"/>
                      </a:lnTo>
                      <a:lnTo>
                        <a:pt x="1150" y="140"/>
                      </a:lnTo>
                      <a:lnTo>
                        <a:pt x="1138" y="142"/>
                      </a:lnTo>
                      <a:lnTo>
                        <a:pt x="1136" y="144"/>
                      </a:lnTo>
                      <a:lnTo>
                        <a:pt x="1136" y="144"/>
                      </a:lnTo>
                      <a:lnTo>
                        <a:pt x="1148" y="142"/>
                      </a:lnTo>
                      <a:lnTo>
                        <a:pt x="1162" y="142"/>
                      </a:lnTo>
                      <a:lnTo>
                        <a:pt x="1166" y="138"/>
                      </a:lnTo>
                      <a:lnTo>
                        <a:pt x="1166" y="138"/>
                      </a:lnTo>
                      <a:lnTo>
                        <a:pt x="1166" y="136"/>
                      </a:lnTo>
                      <a:lnTo>
                        <a:pt x="1168" y="134"/>
                      </a:lnTo>
                      <a:lnTo>
                        <a:pt x="1168" y="134"/>
                      </a:lnTo>
                      <a:lnTo>
                        <a:pt x="1168" y="134"/>
                      </a:lnTo>
                      <a:lnTo>
                        <a:pt x="1172" y="132"/>
                      </a:lnTo>
                      <a:lnTo>
                        <a:pt x="1176" y="134"/>
                      </a:lnTo>
                      <a:lnTo>
                        <a:pt x="1184" y="134"/>
                      </a:lnTo>
                      <a:lnTo>
                        <a:pt x="1184" y="134"/>
                      </a:lnTo>
                      <a:lnTo>
                        <a:pt x="1186" y="134"/>
                      </a:lnTo>
                      <a:lnTo>
                        <a:pt x="1186" y="132"/>
                      </a:lnTo>
                      <a:lnTo>
                        <a:pt x="1186" y="132"/>
                      </a:lnTo>
                      <a:lnTo>
                        <a:pt x="1190" y="132"/>
                      </a:lnTo>
                      <a:lnTo>
                        <a:pt x="1194" y="130"/>
                      </a:lnTo>
                      <a:lnTo>
                        <a:pt x="1194" y="130"/>
                      </a:lnTo>
                      <a:lnTo>
                        <a:pt x="1200" y="126"/>
                      </a:lnTo>
                      <a:lnTo>
                        <a:pt x="1200" y="126"/>
                      </a:lnTo>
                      <a:lnTo>
                        <a:pt x="1198" y="124"/>
                      </a:lnTo>
                      <a:lnTo>
                        <a:pt x="1198" y="122"/>
                      </a:lnTo>
                      <a:lnTo>
                        <a:pt x="1198" y="122"/>
                      </a:lnTo>
                      <a:lnTo>
                        <a:pt x="1202" y="126"/>
                      </a:lnTo>
                      <a:lnTo>
                        <a:pt x="1204" y="126"/>
                      </a:lnTo>
                      <a:lnTo>
                        <a:pt x="1208" y="126"/>
                      </a:lnTo>
                      <a:lnTo>
                        <a:pt x="1208" y="126"/>
                      </a:lnTo>
                      <a:lnTo>
                        <a:pt x="1210" y="122"/>
                      </a:lnTo>
                      <a:lnTo>
                        <a:pt x="1210" y="122"/>
                      </a:lnTo>
                      <a:lnTo>
                        <a:pt x="1204" y="122"/>
                      </a:lnTo>
                      <a:lnTo>
                        <a:pt x="1204" y="122"/>
                      </a:lnTo>
                      <a:lnTo>
                        <a:pt x="1202" y="118"/>
                      </a:lnTo>
                      <a:lnTo>
                        <a:pt x="1202" y="118"/>
                      </a:lnTo>
                      <a:lnTo>
                        <a:pt x="1202" y="116"/>
                      </a:lnTo>
                      <a:lnTo>
                        <a:pt x="1202" y="116"/>
                      </a:lnTo>
                      <a:lnTo>
                        <a:pt x="1204" y="116"/>
                      </a:lnTo>
                      <a:lnTo>
                        <a:pt x="1204" y="114"/>
                      </a:lnTo>
                      <a:lnTo>
                        <a:pt x="1204" y="114"/>
                      </a:lnTo>
                      <a:lnTo>
                        <a:pt x="1206" y="112"/>
                      </a:lnTo>
                      <a:lnTo>
                        <a:pt x="1208" y="112"/>
                      </a:lnTo>
                      <a:lnTo>
                        <a:pt x="1208" y="112"/>
                      </a:lnTo>
                      <a:lnTo>
                        <a:pt x="1208" y="108"/>
                      </a:lnTo>
                      <a:lnTo>
                        <a:pt x="1208" y="108"/>
                      </a:lnTo>
                      <a:lnTo>
                        <a:pt x="1212" y="106"/>
                      </a:lnTo>
                      <a:lnTo>
                        <a:pt x="1214" y="106"/>
                      </a:lnTo>
                      <a:lnTo>
                        <a:pt x="1214" y="108"/>
                      </a:lnTo>
                      <a:lnTo>
                        <a:pt x="1216" y="110"/>
                      </a:lnTo>
                      <a:lnTo>
                        <a:pt x="1216" y="110"/>
                      </a:lnTo>
                      <a:lnTo>
                        <a:pt x="1218" y="110"/>
                      </a:lnTo>
                      <a:lnTo>
                        <a:pt x="1218" y="108"/>
                      </a:lnTo>
                      <a:lnTo>
                        <a:pt x="1218" y="108"/>
                      </a:lnTo>
                      <a:lnTo>
                        <a:pt x="1218" y="108"/>
                      </a:lnTo>
                      <a:lnTo>
                        <a:pt x="1218" y="108"/>
                      </a:lnTo>
                      <a:lnTo>
                        <a:pt x="1220" y="104"/>
                      </a:lnTo>
                      <a:lnTo>
                        <a:pt x="1222" y="104"/>
                      </a:lnTo>
                      <a:lnTo>
                        <a:pt x="1222" y="104"/>
                      </a:lnTo>
                      <a:lnTo>
                        <a:pt x="1226" y="112"/>
                      </a:lnTo>
                      <a:lnTo>
                        <a:pt x="1228" y="116"/>
                      </a:lnTo>
                      <a:lnTo>
                        <a:pt x="1232" y="116"/>
                      </a:lnTo>
                      <a:lnTo>
                        <a:pt x="1244" y="116"/>
                      </a:lnTo>
                      <a:lnTo>
                        <a:pt x="1244" y="116"/>
                      </a:lnTo>
                      <a:lnTo>
                        <a:pt x="1244" y="108"/>
                      </a:lnTo>
                      <a:lnTo>
                        <a:pt x="1244" y="108"/>
                      </a:lnTo>
                      <a:lnTo>
                        <a:pt x="1246" y="110"/>
                      </a:lnTo>
                      <a:lnTo>
                        <a:pt x="1246" y="110"/>
                      </a:lnTo>
                      <a:lnTo>
                        <a:pt x="1250" y="112"/>
                      </a:lnTo>
                      <a:lnTo>
                        <a:pt x="1250" y="112"/>
                      </a:lnTo>
                      <a:lnTo>
                        <a:pt x="1250" y="118"/>
                      </a:lnTo>
                      <a:lnTo>
                        <a:pt x="1248" y="120"/>
                      </a:lnTo>
                      <a:lnTo>
                        <a:pt x="1248" y="120"/>
                      </a:lnTo>
                      <a:lnTo>
                        <a:pt x="1248" y="124"/>
                      </a:lnTo>
                      <a:lnTo>
                        <a:pt x="1248" y="124"/>
                      </a:lnTo>
                      <a:lnTo>
                        <a:pt x="1250" y="126"/>
                      </a:lnTo>
                      <a:lnTo>
                        <a:pt x="1250" y="126"/>
                      </a:lnTo>
                      <a:lnTo>
                        <a:pt x="1250" y="122"/>
                      </a:lnTo>
                      <a:lnTo>
                        <a:pt x="1250" y="122"/>
                      </a:lnTo>
                      <a:lnTo>
                        <a:pt x="1254" y="116"/>
                      </a:lnTo>
                      <a:lnTo>
                        <a:pt x="1258" y="114"/>
                      </a:lnTo>
                      <a:lnTo>
                        <a:pt x="1268" y="108"/>
                      </a:lnTo>
                      <a:lnTo>
                        <a:pt x="1268" y="108"/>
                      </a:lnTo>
                      <a:lnTo>
                        <a:pt x="1270" y="104"/>
                      </a:lnTo>
                      <a:lnTo>
                        <a:pt x="1272" y="104"/>
                      </a:lnTo>
                      <a:lnTo>
                        <a:pt x="1272" y="104"/>
                      </a:lnTo>
                      <a:lnTo>
                        <a:pt x="1276" y="104"/>
                      </a:lnTo>
                      <a:lnTo>
                        <a:pt x="1278" y="104"/>
                      </a:lnTo>
                      <a:lnTo>
                        <a:pt x="1284" y="108"/>
                      </a:lnTo>
                      <a:lnTo>
                        <a:pt x="1284" y="108"/>
                      </a:lnTo>
                      <a:lnTo>
                        <a:pt x="1288" y="106"/>
                      </a:lnTo>
                      <a:lnTo>
                        <a:pt x="1292" y="106"/>
                      </a:lnTo>
                      <a:lnTo>
                        <a:pt x="1294" y="110"/>
                      </a:lnTo>
                      <a:lnTo>
                        <a:pt x="1294" y="110"/>
                      </a:lnTo>
                      <a:lnTo>
                        <a:pt x="1300" y="108"/>
                      </a:lnTo>
                      <a:lnTo>
                        <a:pt x="1300" y="108"/>
                      </a:lnTo>
                      <a:lnTo>
                        <a:pt x="1310" y="108"/>
                      </a:lnTo>
                      <a:lnTo>
                        <a:pt x="1316" y="110"/>
                      </a:lnTo>
                      <a:lnTo>
                        <a:pt x="1316" y="110"/>
                      </a:lnTo>
                      <a:lnTo>
                        <a:pt x="1316" y="120"/>
                      </a:lnTo>
                      <a:lnTo>
                        <a:pt x="1314" y="120"/>
                      </a:lnTo>
                      <a:lnTo>
                        <a:pt x="1314" y="120"/>
                      </a:lnTo>
                      <a:lnTo>
                        <a:pt x="1314" y="122"/>
                      </a:lnTo>
                      <a:lnTo>
                        <a:pt x="1314" y="122"/>
                      </a:lnTo>
                      <a:lnTo>
                        <a:pt x="1320" y="126"/>
                      </a:lnTo>
                      <a:lnTo>
                        <a:pt x="1320" y="126"/>
                      </a:lnTo>
                      <a:lnTo>
                        <a:pt x="1324" y="128"/>
                      </a:lnTo>
                      <a:lnTo>
                        <a:pt x="1326" y="128"/>
                      </a:lnTo>
                      <a:lnTo>
                        <a:pt x="1328" y="130"/>
                      </a:lnTo>
                      <a:lnTo>
                        <a:pt x="1328" y="130"/>
                      </a:lnTo>
                      <a:lnTo>
                        <a:pt x="1332" y="130"/>
                      </a:lnTo>
                      <a:lnTo>
                        <a:pt x="1332" y="130"/>
                      </a:lnTo>
                      <a:lnTo>
                        <a:pt x="1338" y="134"/>
                      </a:lnTo>
                      <a:lnTo>
                        <a:pt x="1338" y="134"/>
                      </a:lnTo>
                      <a:lnTo>
                        <a:pt x="1340" y="134"/>
                      </a:lnTo>
                      <a:lnTo>
                        <a:pt x="1340" y="134"/>
                      </a:lnTo>
                      <a:lnTo>
                        <a:pt x="1340" y="132"/>
                      </a:lnTo>
                      <a:lnTo>
                        <a:pt x="1340" y="132"/>
                      </a:lnTo>
                      <a:lnTo>
                        <a:pt x="1344" y="132"/>
                      </a:lnTo>
                      <a:lnTo>
                        <a:pt x="1346" y="132"/>
                      </a:lnTo>
                      <a:lnTo>
                        <a:pt x="1350" y="134"/>
                      </a:lnTo>
                      <a:lnTo>
                        <a:pt x="1352" y="134"/>
                      </a:lnTo>
                      <a:lnTo>
                        <a:pt x="1352" y="134"/>
                      </a:lnTo>
                      <a:lnTo>
                        <a:pt x="1356" y="132"/>
                      </a:lnTo>
                      <a:lnTo>
                        <a:pt x="1356" y="132"/>
                      </a:lnTo>
                      <a:lnTo>
                        <a:pt x="1362" y="136"/>
                      </a:lnTo>
                      <a:lnTo>
                        <a:pt x="1362" y="136"/>
                      </a:lnTo>
                      <a:lnTo>
                        <a:pt x="1366" y="136"/>
                      </a:lnTo>
                      <a:lnTo>
                        <a:pt x="1368" y="134"/>
                      </a:lnTo>
                      <a:lnTo>
                        <a:pt x="1368" y="134"/>
                      </a:lnTo>
                      <a:lnTo>
                        <a:pt x="1370" y="138"/>
                      </a:lnTo>
                      <a:lnTo>
                        <a:pt x="1374" y="140"/>
                      </a:lnTo>
                      <a:lnTo>
                        <a:pt x="1374" y="140"/>
                      </a:lnTo>
                      <a:lnTo>
                        <a:pt x="1380" y="142"/>
                      </a:lnTo>
                      <a:lnTo>
                        <a:pt x="1388" y="142"/>
                      </a:lnTo>
                      <a:lnTo>
                        <a:pt x="1388" y="142"/>
                      </a:lnTo>
                      <a:lnTo>
                        <a:pt x="1386" y="140"/>
                      </a:lnTo>
                      <a:lnTo>
                        <a:pt x="1388" y="138"/>
                      </a:lnTo>
                      <a:lnTo>
                        <a:pt x="1396" y="136"/>
                      </a:lnTo>
                      <a:lnTo>
                        <a:pt x="1396" y="136"/>
                      </a:lnTo>
                      <a:lnTo>
                        <a:pt x="1394" y="134"/>
                      </a:lnTo>
                      <a:lnTo>
                        <a:pt x="1394" y="132"/>
                      </a:lnTo>
                      <a:lnTo>
                        <a:pt x="1394" y="132"/>
                      </a:lnTo>
                      <a:lnTo>
                        <a:pt x="1398" y="130"/>
                      </a:lnTo>
                      <a:lnTo>
                        <a:pt x="1398" y="130"/>
                      </a:lnTo>
                      <a:lnTo>
                        <a:pt x="1396" y="128"/>
                      </a:lnTo>
                      <a:lnTo>
                        <a:pt x="1396" y="128"/>
                      </a:lnTo>
                      <a:lnTo>
                        <a:pt x="1392" y="126"/>
                      </a:lnTo>
                      <a:lnTo>
                        <a:pt x="1392" y="126"/>
                      </a:lnTo>
                      <a:lnTo>
                        <a:pt x="1388" y="126"/>
                      </a:lnTo>
                      <a:lnTo>
                        <a:pt x="1382" y="126"/>
                      </a:lnTo>
                      <a:lnTo>
                        <a:pt x="1382" y="126"/>
                      </a:lnTo>
                      <a:lnTo>
                        <a:pt x="1382" y="122"/>
                      </a:lnTo>
                      <a:lnTo>
                        <a:pt x="1382" y="122"/>
                      </a:lnTo>
                      <a:lnTo>
                        <a:pt x="1378" y="120"/>
                      </a:lnTo>
                      <a:lnTo>
                        <a:pt x="1378" y="120"/>
                      </a:lnTo>
                      <a:lnTo>
                        <a:pt x="1378" y="114"/>
                      </a:lnTo>
                      <a:lnTo>
                        <a:pt x="1378" y="110"/>
                      </a:lnTo>
                      <a:lnTo>
                        <a:pt x="1382" y="106"/>
                      </a:lnTo>
                      <a:lnTo>
                        <a:pt x="1390" y="104"/>
                      </a:lnTo>
                      <a:lnTo>
                        <a:pt x="1390" y="104"/>
                      </a:lnTo>
                      <a:lnTo>
                        <a:pt x="1398" y="104"/>
                      </a:lnTo>
                      <a:lnTo>
                        <a:pt x="1402" y="104"/>
                      </a:lnTo>
                      <a:lnTo>
                        <a:pt x="1406" y="106"/>
                      </a:lnTo>
                      <a:lnTo>
                        <a:pt x="1406" y="106"/>
                      </a:lnTo>
                      <a:lnTo>
                        <a:pt x="1406" y="106"/>
                      </a:lnTo>
                      <a:lnTo>
                        <a:pt x="1406" y="108"/>
                      </a:lnTo>
                      <a:lnTo>
                        <a:pt x="1406" y="108"/>
                      </a:lnTo>
                      <a:lnTo>
                        <a:pt x="1412" y="108"/>
                      </a:lnTo>
                      <a:lnTo>
                        <a:pt x="1412" y="108"/>
                      </a:lnTo>
                      <a:lnTo>
                        <a:pt x="1414" y="112"/>
                      </a:lnTo>
                      <a:lnTo>
                        <a:pt x="1416" y="114"/>
                      </a:lnTo>
                      <a:lnTo>
                        <a:pt x="1416" y="114"/>
                      </a:lnTo>
                      <a:lnTo>
                        <a:pt x="1424" y="114"/>
                      </a:lnTo>
                      <a:lnTo>
                        <a:pt x="1424" y="114"/>
                      </a:lnTo>
                      <a:lnTo>
                        <a:pt x="1424" y="120"/>
                      </a:lnTo>
                      <a:lnTo>
                        <a:pt x="1424" y="120"/>
                      </a:lnTo>
                      <a:lnTo>
                        <a:pt x="1424" y="120"/>
                      </a:lnTo>
                      <a:lnTo>
                        <a:pt x="1420" y="124"/>
                      </a:lnTo>
                      <a:lnTo>
                        <a:pt x="1418" y="126"/>
                      </a:lnTo>
                      <a:lnTo>
                        <a:pt x="1416" y="128"/>
                      </a:lnTo>
                      <a:lnTo>
                        <a:pt x="1416" y="128"/>
                      </a:lnTo>
                      <a:lnTo>
                        <a:pt x="1412" y="128"/>
                      </a:lnTo>
                      <a:lnTo>
                        <a:pt x="1412" y="128"/>
                      </a:lnTo>
                      <a:lnTo>
                        <a:pt x="1408" y="130"/>
                      </a:lnTo>
                      <a:lnTo>
                        <a:pt x="1408" y="130"/>
                      </a:lnTo>
                      <a:lnTo>
                        <a:pt x="1402" y="130"/>
                      </a:lnTo>
                      <a:lnTo>
                        <a:pt x="1402" y="130"/>
                      </a:lnTo>
                      <a:lnTo>
                        <a:pt x="1402" y="134"/>
                      </a:lnTo>
                      <a:lnTo>
                        <a:pt x="1402" y="136"/>
                      </a:lnTo>
                      <a:lnTo>
                        <a:pt x="1402" y="136"/>
                      </a:lnTo>
                      <a:lnTo>
                        <a:pt x="1398" y="138"/>
                      </a:lnTo>
                      <a:lnTo>
                        <a:pt x="1396" y="138"/>
                      </a:lnTo>
                      <a:lnTo>
                        <a:pt x="1400" y="138"/>
                      </a:lnTo>
                      <a:lnTo>
                        <a:pt x="1400" y="138"/>
                      </a:lnTo>
                      <a:lnTo>
                        <a:pt x="1404" y="138"/>
                      </a:lnTo>
                      <a:lnTo>
                        <a:pt x="1404" y="138"/>
                      </a:lnTo>
                      <a:lnTo>
                        <a:pt x="1406" y="140"/>
                      </a:lnTo>
                      <a:lnTo>
                        <a:pt x="1406" y="140"/>
                      </a:lnTo>
                      <a:lnTo>
                        <a:pt x="1404" y="144"/>
                      </a:lnTo>
                      <a:lnTo>
                        <a:pt x="1404" y="144"/>
                      </a:lnTo>
                      <a:lnTo>
                        <a:pt x="1402" y="144"/>
                      </a:lnTo>
                      <a:lnTo>
                        <a:pt x="1402" y="144"/>
                      </a:lnTo>
                      <a:lnTo>
                        <a:pt x="1406" y="144"/>
                      </a:lnTo>
                      <a:lnTo>
                        <a:pt x="1406" y="144"/>
                      </a:lnTo>
                      <a:lnTo>
                        <a:pt x="1410" y="148"/>
                      </a:lnTo>
                      <a:lnTo>
                        <a:pt x="1412" y="148"/>
                      </a:lnTo>
                      <a:lnTo>
                        <a:pt x="1412" y="144"/>
                      </a:lnTo>
                      <a:lnTo>
                        <a:pt x="1412" y="144"/>
                      </a:lnTo>
                      <a:lnTo>
                        <a:pt x="1420" y="142"/>
                      </a:lnTo>
                      <a:lnTo>
                        <a:pt x="1420" y="142"/>
                      </a:lnTo>
                      <a:lnTo>
                        <a:pt x="1422" y="150"/>
                      </a:lnTo>
                      <a:lnTo>
                        <a:pt x="1422" y="150"/>
                      </a:lnTo>
                      <a:lnTo>
                        <a:pt x="1414" y="148"/>
                      </a:lnTo>
                      <a:lnTo>
                        <a:pt x="1414" y="148"/>
                      </a:lnTo>
                      <a:lnTo>
                        <a:pt x="1412" y="148"/>
                      </a:lnTo>
                      <a:lnTo>
                        <a:pt x="1414" y="150"/>
                      </a:lnTo>
                      <a:lnTo>
                        <a:pt x="1420" y="152"/>
                      </a:lnTo>
                      <a:lnTo>
                        <a:pt x="1420" y="152"/>
                      </a:lnTo>
                      <a:lnTo>
                        <a:pt x="1426" y="152"/>
                      </a:lnTo>
                      <a:lnTo>
                        <a:pt x="1426" y="152"/>
                      </a:lnTo>
                      <a:lnTo>
                        <a:pt x="1428" y="156"/>
                      </a:lnTo>
                      <a:lnTo>
                        <a:pt x="1430" y="160"/>
                      </a:lnTo>
                      <a:lnTo>
                        <a:pt x="1432" y="164"/>
                      </a:lnTo>
                      <a:lnTo>
                        <a:pt x="1434" y="166"/>
                      </a:lnTo>
                      <a:lnTo>
                        <a:pt x="1434" y="166"/>
                      </a:lnTo>
                      <a:lnTo>
                        <a:pt x="1434" y="166"/>
                      </a:lnTo>
                      <a:lnTo>
                        <a:pt x="1434" y="164"/>
                      </a:lnTo>
                      <a:lnTo>
                        <a:pt x="1434" y="164"/>
                      </a:lnTo>
                      <a:lnTo>
                        <a:pt x="1434" y="166"/>
                      </a:lnTo>
                      <a:lnTo>
                        <a:pt x="1434" y="164"/>
                      </a:lnTo>
                      <a:lnTo>
                        <a:pt x="1436" y="162"/>
                      </a:lnTo>
                      <a:lnTo>
                        <a:pt x="1436" y="162"/>
                      </a:lnTo>
                      <a:lnTo>
                        <a:pt x="1432" y="158"/>
                      </a:lnTo>
                      <a:lnTo>
                        <a:pt x="1432" y="154"/>
                      </a:lnTo>
                      <a:lnTo>
                        <a:pt x="1434" y="152"/>
                      </a:lnTo>
                      <a:lnTo>
                        <a:pt x="1434" y="152"/>
                      </a:lnTo>
                      <a:lnTo>
                        <a:pt x="1436" y="150"/>
                      </a:lnTo>
                      <a:lnTo>
                        <a:pt x="1438" y="150"/>
                      </a:lnTo>
                      <a:lnTo>
                        <a:pt x="1438" y="150"/>
                      </a:lnTo>
                      <a:lnTo>
                        <a:pt x="1446" y="158"/>
                      </a:lnTo>
                      <a:lnTo>
                        <a:pt x="1450" y="162"/>
                      </a:lnTo>
                      <a:lnTo>
                        <a:pt x="1454" y="166"/>
                      </a:lnTo>
                      <a:lnTo>
                        <a:pt x="1454" y="166"/>
                      </a:lnTo>
                      <a:lnTo>
                        <a:pt x="1458" y="166"/>
                      </a:lnTo>
                      <a:lnTo>
                        <a:pt x="1458" y="166"/>
                      </a:lnTo>
                      <a:lnTo>
                        <a:pt x="1460" y="164"/>
                      </a:lnTo>
                      <a:lnTo>
                        <a:pt x="1460" y="164"/>
                      </a:lnTo>
                      <a:lnTo>
                        <a:pt x="1458" y="164"/>
                      </a:lnTo>
                      <a:lnTo>
                        <a:pt x="1458" y="162"/>
                      </a:lnTo>
                      <a:lnTo>
                        <a:pt x="1460" y="162"/>
                      </a:lnTo>
                      <a:lnTo>
                        <a:pt x="1460" y="162"/>
                      </a:lnTo>
                      <a:lnTo>
                        <a:pt x="1464" y="168"/>
                      </a:lnTo>
                      <a:lnTo>
                        <a:pt x="1462" y="168"/>
                      </a:lnTo>
                      <a:lnTo>
                        <a:pt x="1458" y="168"/>
                      </a:lnTo>
                      <a:lnTo>
                        <a:pt x="1458" y="168"/>
                      </a:lnTo>
                      <a:lnTo>
                        <a:pt x="1456" y="174"/>
                      </a:lnTo>
                      <a:lnTo>
                        <a:pt x="1456" y="174"/>
                      </a:lnTo>
                      <a:lnTo>
                        <a:pt x="1456" y="174"/>
                      </a:lnTo>
                      <a:lnTo>
                        <a:pt x="1456" y="176"/>
                      </a:lnTo>
                      <a:lnTo>
                        <a:pt x="1456" y="176"/>
                      </a:lnTo>
                      <a:lnTo>
                        <a:pt x="1462" y="174"/>
                      </a:lnTo>
                      <a:lnTo>
                        <a:pt x="1462" y="174"/>
                      </a:lnTo>
                      <a:lnTo>
                        <a:pt x="1468" y="182"/>
                      </a:lnTo>
                      <a:lnTo>
                        <a:pt x="1468" y="182"/>
                      </a:lnTo>
                      <a:lnTo>
                        <a:pt x="1478" y="180"/>
                      </a:lnTo>
                      <a:lnTo>
                        <a:pt x="1478" y="180"/>
                      </a:lnTo>
                      <a:lnTo>
                        <a:pt x="1482" y="186"/>
                      </a:lnTo>
                      <a:lnTo>
                        <a:pt x="1486" y="188"/>
                      </a:lnTo>
                      <a:lnTo>
                        <a:pt x="1488" y="188"/>
                      </a:lnTo>
                      <a:lnTo>
                        <a:pt x="1488" y="186"/>
                      </a:lnTo>
                      <a:lnTo>
                        <a:pt x="1488" y="186"/>
                      </a:lnTo>
                      <a:lnTo>
                        <a:pt x="1492" y="186"/>
                      </a:lnTo>
                      <a:lnTo>
                        <a:pt x="1492" y="186"/>
                      </a:lnTo>
                      <a:lnTo>
                        <a:pt x="1488" y="196"/>
                      </a:lnTo>
                      <a:lnTo>
                        <a:pt x="1488" y="196"/>
                      </a:lnTo>
                      <a:lnTo>
                        <a:pt x="1490" y="196"/>
                      </a:lnTo>
                      <a:lnTo>
                        <a:pt x="1490" y="198"/>
                      </a:lnTo>
                      <a:lnTo>
                        <a:pt x="1490" y="198"/>
                      </a:lnTo>
                      <a:lnTo>
                        <a:pt x="1494" y="196"/>
                      </a:lnTo>
                      <a:lnTo>
                        <a:pt x="1494" y="196"/>
                      </a:lnTo>
                      <a:lnTo>
                        <a:pt x="1496" y="192"/>
                      </a:lnTo>
                      <a:lnTo>
                        <a:pt x="1496" y="192"/>
                      </a:lnTo>
                      <a:lnTo>
                        <a:pt x="1502" y="184"/>
                      </a:lnTo>
                      <a:lnTo>
                        <a:pt x="1504" y="174"/>
                      </a:lnTo>
                      <a:lnTo>
                        <a:pt x="1504" y="174"/>
                      </a:lnTo>
                      <a:lnTo>
                        <a:pt x="1508" y="172"/>
                      </a:lnTo>
                      <a:lnTo>
                        <a:pt x="1508" y="172"/>
                      </a:lnTo>
                      <a:lnTo>
                        <a:pt x="1506" y="168"/>
                      </a:lnTo>
                      <a:lnTo>
                        <a:pt x="1506" y="162"/>
                      </a:lnTo>
                      <a:lnTo>
                        <a:pt x="1512" y="154"/>
                      </a:lnTo>
                      <a:lnTo>
                        <a:pt x="1512" y="154"/>
                      </a:lnTo>
                      <a:lnTo>
                        <a:pt x="1514" y="156"/>
                      </a:lnTo>
                      <a:lnTo>
                        <a:pt x="1514" y="156"/>
                      </a:lnTo>
                      <a:lnTo>
                        <a:pt x="1514" y="160"/>
                      </a:lnTo>
                      <a:lnTo>
                        <a:pt x="1514" y="160"/>
                      </a:lnTo>
                      <a:lnTo>
                        <a:pt x="1514" y="162"/>
                      </a:lnTo>
                      <a:lnTo>
                        <a:pt x="1516" y="162"/>
                      </a:lnTo>
                      <a:lnTo>
                        <a:pt x="1516" y="162"/>
                      </a:lnTo>
                      <a:lnTo>
                        <a:pt x="1518" y="164"/>
                      </a:lnTo>
                      <a:lnTo>
                        <a:pt x="1518" y="164"/>
                      </a:lnTo>
                      <a:lnTo>
                        <a:pt x="1518" y="168"/>
                      </a:lnTo>
                      <a:lnTo>
                        <a:pt x="1518" y="174"/>
                      </a:lnTo>
                      <a:lnTo>
                        <a:pt x="1518" y="174"/>
                      </a:lnTo>
                      <a:lnTo>
                        <a:pt x="1522" y="170"/>
                      </a:lnTo>
                      <a:lnTo>
                        <a:pt x="1522" y="170"/>
                      </a:lnTo>
                      <a:lnTo>
                        <a:pt x="1528" y="170"/>
                      </a:lnTo>
                      <a:lnTo>
                        <a:pt x="1528" y="170"/>
                      </a:lnTo>
                      <a:lnTo>
                        <a:pt x="1536" y="164"/>
                      </a:lnTo>
                      <a:lnTo>
                        <a:pt x="1540" y="162"/>
                      </a:lnTo>
                      <a:lnTo>
                        <a:pt x="1544" y="160"/>
                      </a:lnTo>
                      <a:lnTo>
                        <a:pt x="1544" y="160"/>
                      </a:lnTo>
                      <a:lnTo>
                        <a:pt x="1548" y="164"/>
                      </a:lnTo>
                      <a:lnTo>
                        <a:pt x="1548" y="164"/>
                      </a:lnTo>
                      <a:lnTo>
                        <a:pt x="1552" y="164"/>
                      </a:lnTo>
                      <a:lnTo>
                        <a:pt x="1552" y="164"/>
                      </a:lnTo>
                      <a:lnTo>
                        <a:pt x="1552" y="164"/>
                      </a:lnTo>
                      <a:lnTo>
                        <a:pt x="1566" y="174"/>
                      </a:lnTo>
                      <a:lnTo>
                        <a:pt x="1566" y="174"/>
                      </a:lnTo>
                      <a:lnTo>
                        <a:pt x="1566" y="176"/>
                      </a:lnTo>
                      <a:lnTo>
                        <a:pt x="1566" y="176"/>
                      </a:lnTo>
                      <a:lnTo>
                        <a:pt x="1572" y="176"/>
                      </a:lnTo>
                      <a:lnTo>
                        <a:pt x="1574" y="178"/>
                      </a:lnTo>
                      <a:lnTo>
                        <a:pt x="1574" y="178"/>
                      </a:lnTo>
                      <a:lnTo>
                        <a:pt x="1580" y="178"/>
                      </a:lnTo>
                      <a:lnTo>
                        <a:pt x="1586" y="176"/>
                      </a:lnTo>
                      <a:lnTo>
                        <a:pt x="1586" y="176"/>
                      </a:lnTo>
                      <a:lnTo>
                        <a:pt x="1584" y="172"/>
                      </a:lnTo>
                      <a:lnTo>
                        <a:pt x="1584" y="172"/>
                      </a:lnTo>
                      <a:lnTo>
                        <a:pt x="1584" y="168"/>
                      </a:lnTo>
                      <a:lnTo>
                        <a:pt x="1584" y="168"/>
                      </a:lnTo>
                      <a:lnTo>
                        <a:pt x="1586" y="168"/>
                      </a:lnTo>
                      <a:lnTo>
                        <a:pt x="1586" y="166"/>
                      </a:lnTo>
                      <a:lnTo>
                        <a:pt x="1586" y="166"/>
                      </a:lnTo>
                      <a:lnTo>
                        <a:pt x="1588" y="166"/>
                      </a:lnTo>
                      <a:lnTo>
                        <a:pt x="1588" y="166"/>
                      </a:lnTo>
                      <a:lnTo>
                        <a:pt x="1590" y="166"/>
                      </a:lnTo>
                      <a:lnTo>
                        <a:pt x="1592" y="164"/>
                      </a:lnTo>
                      <a:lnTo>
                        <a:pt x="1592" y="164"/>
                      </a:lnTo>
                      <a:lnTo>
                        <a:pt x="1592" y="166"/>
                      </a:lnTo>
                      <a:lnTo>
                        <a:pt x="1594" y="168"/>
                      </a:lnTo>
                      <a:lnTo>
                        <a:pt x="1594" y="168"/>
                      </a:lnTo>
                      <a:lnTo>
                        <a:pt x="1592" y="174"/>
                      </a:lnTo>
                      <a:lnTo>
                        <a:pt x="1592" y="174"/>
                      </a:lnTo>
                      <a:lnTo>
                        <a:pt x="1596" y="172"/>
                      </a:lnTo>
                      <a:lnTo>
                        <a:pt x="1596" y="172"/>
                      </a:lnTo>
                      <a:lnTo>
                        <a:pt x="1598" y="172"/>
                      </a:lnTo>
                      <a:lnTo>
                        <a:pt x="1600" y="174"/>
                      </a:lnTo>
                      <a:lnTo>
                        <a:pt x="1600" y="174"/>
                      </a:lnTo>
                      <a:lnTo>
                        <a:pt x="1604" y="172"/>
                      </a:lnTo>
                      <a:lnTo>
                        <a:pt x="1606" y="172"/>
                      </a:lnTo>
                      <a:lnTo>
                        <a:pt x="1606" y="172"/>
                      </a:lnTo>
                      <a:lnTo>
                        <a:pt x="1606" y="166"/>
                      </a:lnTo>
                      <a:lnTo>
                        <a:pt x="1606" y="166"/>
                      </a:lnTo>
                      <a:lnTo>
                        <a:pt x="1602" y="164"/>
                      </a:lnTo>
                      <a:lnTo>
                        <a:pt x="1602" y="164"/>
                      </a:lnTo>
                      <a:lnTo>
                        <a:pt x="1602" y="156"/>
                      </a:lnTo>
                      <a:lnTo>
                        <a:pt x="1602" y="152"/>
                      </a:lnTo>
                      <a:lnTo>
                        <a:pt x="1604" y="152"/>
                      </a:lnTo>
                      <a:lnTo>
                        <a:pt x="1610" y="150"/>
                      </a:lnTo>
                      <a:lnTo>
                        <a:pt x="1618" y="152"/>
                      </a:lnTo>
                      <a:lnTo>
                        <a:pt x="1616" y="148"/>
                      </a:lnTo>
                      <a:lnTo>
                        <a:pt x="1616" y="148"/>
                      </a:lnTo>
                      <a:lnTo>
                        <a:pt x="1612" y="148"/>
                      </a:lnTo>
                      <a:lnTo>
                        <a:pt x="1612" y="148"/>
                      </a:lnTo>
                      <a:lnTo>
                        <a:pt x="1604" y="146"/>
                      </a:lnTo>
                      <a:lnTo>
                        <a:pt x="1604" y="146"/>
                      </a:lnTo>
                      <a:lnTo>
                        <a:pt x="1606" y="140"/>
                      </a:lnTo>
                      <a:lnTo>
                        <a:pt x="1606" y="140"/>
                      </a:lnTo>
                      <a:lnTo>
                        <a:pt x="1618" y="140"/>
                      </a:lnTo>
                      <a:lnTo>
                        <a:pt x="1620" y="138"/>
                      </a:lnTo>
                      <a:lnTo>
                        <a:pt x="1620" y="138"/>
                      </a:lnTo>
                      <a:lnTo>
                        <a:pt x="1620" y="136"/>
                      </a:lnTo>
                      <a:lnTo>
                        <a:pt x="1618" y="136"/>
                      </a:lnTo>
                      <a:lnTo>
                        <a:pt x="1618" y="136"/>
                      </a:lnTo>
                      <a:lnTo>
                        <a:pt x="1618" y="134"/>
                      </a:lnTo>
                      <a:lnTo>
                        <a:pt x="1618" y="134"/>
                      </a:lnTo>
                      <a:lnTo>
                        <a:pt x="1614" y="134"/>
                      </a:lnTo>
                      <a:lnTo>
                        <a:pt x="1614" y="134"/>
                      </a:lnTo>
                      <a:lnTo>
                        <a:pt x="1614" y="130"/>
                      </a:lnTo>
                      <a:lnTo>
                        <a:pt x="1614" y="130"/>
                      </a:lnTo>
                      <a:lnTo>
                        <a:pt x="1618" y="130"/>
                      </a:lnTo>
                      <a:lnTo>
                        <a:pt x="1622" y="130"/>
                      </a:lnTo>
                      <a:lnTo>
                        <a:pt x="1622" y="130"/>
                      </a:lnTo>
                      <a:lnTo>
                        <a:pt x="1626" y="134"/>
                      </a:lnTo>
                      <a:lnTo>
                        <a:pt x="1626" y="134"/>
                      </a:lnTo>
                      <a:lnTo>
                        <a:pt x="1634" y="138"/>
                      </a:lnTo>
                      <a:lnTo>
                        <a:pt x="1634" y="138"/>
                      </a:lnTo>
                      <a:lnTo>
                        <a:pt x="1642" y="138"/>
                      </a:lnTo>
                      <a:lnTo>
                        <a:pt x="1642" y="138"/>
                      </a:lnTo>
                      <a:lnTo>
                        <a:pt x="1652" y="142"/>
                      </a:lnTo>
                      <a:lnTo>
                        <a:pt x="1652" y="142"/>
                      </a:lnTo>
                      <a:lnTo>
                        <a:pt x="1656" y="140"/>
                      </a:lnTo>
                      <a:lnTo>
                        <a:pt x="1662" y="140"/>
                      </a:lnTo>
                      <a:lnTo>
                        <a:pt x="1664" y="142"/>
                      </a:lnTo>
                      <a:lnTo>
                        <a:pt x="1664" y="142"/>
                      </a:lnTo>
                      <a:lnTo>
                        <a:pt x="1680" y="146"/>
                      </a:lnTo>
                      <a:lnTo>
                        <a:pt x="1680" y="148"/>
                      </a:lnTo>
                      <a:lnTo>
                        <a:pt x="1680" y="148"/>
                      </a:lnTo>
                      <a:lnTo>
                        <a:pt x="1668" y="146"/>
                      </a:lnTo>
                      <a:lnTo>
                        <a:pt x="1666" y="148"/>
                      </a:lnTo>
                      <a:lnTo>
                        <a:pt x="1666" y="154"/>
                      </a:lnTo>
                      <a:lnTo>
                        <a:pt x="1666" y="154"/>
                      </a:lnTo>
                      <a:lnTo>
                        <a:pt x="1694" y="152"/>
                      </a:lnTo>
                      <a:lnTo>
                        <a:pt x="1694" y="152"/>
                      </a:lnTo>
                      <a:lnTo>
                        <a:pt x="1692" y="162"/>
                      </a:lnTo>
                      <a:lnTo>
                        <a:pt x="1692" y="162"/>
                      </a:lnTo>
                      <a:lnTo>
                        <a:pt x="1690" y="160"/>
                      </a:lnTo>
                      <a:lnTo>
                        <a:pt x="1690" y="158"/>
                      </a:lnTo>
                      <a:lnTo>
                        <a:pt x="1690" y="158"/>
                      </a:lnTo>
                      <a:lnTo>
                        <a:pt x="1690" y="156"/>
                      </a:lnTo>
                      <a:lnTo>
                        <a:pt x="1690" y="156"/>
                      </a:lnTo>
                      <a:lnTo>
                        <a:pt x="1688" y="154"/>
                      </a:lnTo>
                      <a:lnTo>
                        <a:pt x="1688" y="154"/>
                      </a:lnTo>
                      <a:lnTo>
                        <a:pt x="1684" y="162"/>
                      </a:lnTo>
                      <a:lnTo>
                        <a:pt x="1678" y="164"/>
                      </a:lnTo>
                      <a:lnTo>
                        <a:pt x="1678" y="164"/>
                      </a:lnTo>
                      <a:lnTo>
                        <a:pt x="1678" y="166"/>
                      </a:lnTo>
                      <a:lnTo>
                        <a:pt x="1678" y="166"/>
                      </a:lnTo>
                      <a:lnTo>
                        <a:pt x="1682" y="170"/>
                      </a:lnTo>
                      <a:lnTo>
                        <a:pt x="1682" y="170"/>
                      </a:lnTo>
                      <a:lnTo>
                        <a:pt x="1676" y="172"/>
                      </a:lnTo>
                      <a:lnTo>
                        <a:pt x="1676" y="172"/>
                      </a:lnTo>
                      <a:lnTo>
                        <a:pt x="1676" y="174"/>
                      </a:lnTo>
                      <a:lnTo>
                        <a:pt x="1678" y="176"/>
                      </a:lnTo>
                      <a:lnTo>
                        <a:pt x="1678" y="176"/>
                      </a:lnTo>
                      <a:lnTo>
                        <a:pt x="1690" y="174"/>
                      </a:lnTo>
                      <a:lnTo>
                        <a:pt x="1690" y="174"/>
                      </a:lnTo>
                      <a:lnTo>
                        <a:pt x="1692" y="170"/>
                      </a:lnTo>
                      <a:lnTo>
                        <a:pt x="1692" y="170"/>
                      </a:lnTo>
                      <a:lnTo>
                        <a:pt x="1698" y="160"/>
                      </a:lnTo>
                      <a:lnTo>
                        <a:pt x="1702" y="150"/>
                      </a:lnTo>
                      <a:lnTo>
                        <a:pt x="1702" y="150"/>
                      </a:lnTo>
                      <a:lnTo>
                        <a:pt x="1712" y="150"/>
                      </a:lnTo>
                      <a:lnTo>
                        <a:pt x="1722" y="150"/>
                      </a:lnTo>
                      <a:lnTo>
                        <a:pt x="1722" y="150"/>
                      </a:lnTo>
                      <a:lnTo>
                        <a:pt x="1724" y="152"/>
                      </a:lnTo>
                      <a:lnTo>
                        <a:pt x="1726" y="154"/>
                      </a:lnTo>
                      <a:lnTo>
                        <a:pt x="1726" y="154"/>
                      </a:lnTo>
                      <a:lnTo>
                        <a:pt x="1730" y="152"/>
                      </a:lnTo>
                      <a:lnTo>
                        <a:pt x="1732" y="152"/>
                      </a:lnTo>
                      <a:lnTo>
                        <a:pt x="1732" y="152"/>
                      </a:lnTo>
                      <a:lnTo>
                        <a:pt x="1738" y="156"/>
                      </a:lnTo>
                      <a:lnTo>
                        <a:pt x="1744" y="160"/>
                      </a:lnTo>
                      <a:lnTo>
                        <a:pt x="1744" y="160"/>
                      </a:lnTo>
                      <a:lnTo>
                        <a:pt x="1742" y="166"/>
                      </a:lnTo>
                      <a:lnTo>
                        <a:pt x="1742" y="166"/>
                      </a:lnTo>
                      <a:lnTo>
                        <a:pt x="1736" y="168"/>
                      </a:lnTo>
                      <a:lnTo>
                        <a:pt x="1736" y="168"/>
                      </a:lnTo>
                      <a:lnTo>
                        <a:pt x="1734" y="164"/>
                      </a:lnTo>
                      <a:lnTo>
                        <a:pt x="1734" y="164"/>
                      </a:lnTo>
                      <a:lnTo>
                        <a:pt x="1732" y="164"/>
                      </a:lnTo>
                      <a:lnTo>
                        <a:pt x="1732" y="164"/>
                      </a:lnTo>
                      <a:lnTo>
                        <a:pt x="1732" y="166"/>
                      </a:lnTo>
                      <a:lnTo>
                        <a:pt x="1730" y="166"/>
                      </a:lnTo>
                      <a:lnTo>
                        <a:pt x="1730" y="166"/>
                      </a:lnTo>
                      <a:lnTo>
                        <a:pt x="1730" y="172"/>
                      </a:lnTo>
                      <a:lnTo>
                        <a:pt x="1730" y="172"/>
                      </a:lnTo>
                      <a:lnTo>
                        <a:pt x="1736" y="172"/>
                      </a:lnTo>
                      <a:lnTo>
                        <a:pt x="1736" y="176"/>
                      </a:lnTo>
                      <a:lnTo>
                        <a:pt x="1736" y="176"/>
                      </a:lnTo>
                      <a:lnTo>
                        <a:pt x="1730" y="182"/>
                      </a:lnTo>
                      <a:lnTo>
                        <a:pt x="1724" y="190"/>
                      </a:lnTo>
                      <a:lnTo>
                        <a:pt x="1724" y="190"/>
                      </a:lnTo>
                      <a:lnTo>
                        <a:pt x="1732" y="188"/>
                      </a:lnTo>
                      <a:lnTo>
                        <a:pt x="1738" y="190"/>
                      </a:lnTo>
                      <a:lnTo>
                        <a:pt x="1738" y="190"/>
                      </a:lnTo>
                      <a:lnTo>
                        <a:pt x="1742" y="188"/>
                      </a:lnTo>
                      <a:lnTo>
                        <a:pt x="1742" y="188"/>
                      </a:lnTo>
                      <a:lnTo>
                        <a:pt x="1748" y="188"/>
                      </a:lnTo>
                      <a:lnTo>
                        <a:pt x="1754" y="188"/>
                      </a:lnTo>
                      <a:lnTo>
                        <a:pt x="1754" y="188"/>
                      </a:lnTo>
                      <a:lnTo>
                        <a:pt x="1762" y="188"/>
                      </a:lnTo>
                      <a:lnTo>
                        <a:pt x="1768" y="188"/>
                      </a:lnTo>
                      <a:lnTo>
                        <a:pt x="1768" y="188"/>
                      </a:lnTo>
                      <a:lnTo>
                        <a:pt x="1774" y="188"/>
                      </a:lnTo>
                      <a:lnTo>
                        <a:pt x="1778" y="186"/>
                      </a:lnTo>
                      <a:lnTo>
                        <a:pt x="1786" y="182"/>
                      </a:lnTo>
                      <a:lnTo>
                        <a:pt x="1786" y="182"/>
                      </a:lnTo>
                      <a:lnTo>
                        <a:pt x="1790" y="182"/>
                      </a:lnTo>
                      <a:lnTo>
                        <a:pt x="1792" y="184"/>
                      </a:lnTo>
                      <a:lnTo>
                        <a:pt x="1796" y="186"/>
                      </a:lnTo>
                      <a:lnTo>
                        <a:pt x="1796" y="186"/>
                      </a:lnTo>
                      <a:lnTo>
                        <a:pt x="1802" y="186"/>
                      </a:lnTo>
                      <a:lnTo>
                        <a:pt x="1804" y="184"/>
                      </a:lnTo>
                      <a:lnTo>
                        <a:pt x="1812" y="180"/>
                      </a:lnTo>
                      <a:lnTo>
                        <a:pt x="1812" y="180"/>
                      </a:lnTo>
                      <a:lnTo>
                        <a:pt x="1816" y="180"/>
                      </a:lnTo>
                      <a:lnTo>
                        <a:pt x="1820" y="182"/>
                      </a:lnTo>
                      <a:lnTo>
                        <a:pt x="1820" y="182"/>
                      </a:lnTo>
                      <a:lnTo>
                        <a:pt x="1824" y="182"/>
                      </a:lnTo>
                      <a:lnTo>
                        <a:pt x="1828" y="182"/>
                      </a:lnTo>
                      <a:lnTo>
                        <a:pt x="1830" y="184"/>
                      </a:lnTo>
                      <a:lnTo>
                        <a:pt x="1830" y="184"/>
                      </a:lnTo>
                      <a:lnTo>
                        <a:pt x="1834" y="184"/>
                      </a:lnTo>
                      <a:lnTo>
                        <a:pt x="1838" y="182"/>
                      </a:lnTo>
                      <a:lnTo>
                        <a:pt x="1838" y="182"/>
                      </a:lnTo>
                      <a:lnTo>
                        <a:pt x="1842" y="182"/>
                      </a:lnTo>
                      <a:lnTo>
                        <a:pt x="1846" y="184"/>
                      </a:lnTo>
                      <a:lnTo>
                        <a:pt x="1846" y="182"/>
                      </a:lnTo>
                      <a:lnTo>
                        <a:pt x="1846" y="182"/>
                      </a:lnTo>
                      <a:lnTo>
                        <a:pt x="1850" y="180"/>
                      </a:lnTo>
                      <a:lnTo>
                        <a:pt x="1850" y="180"/>
                      </a:lnTo>
                      <a:lnTo>
                        <a:pt x="1856" y="184"/>
                      </a:lnTo>
                      <a:lnTo>
                        <a:pt x="1856" y="184"/>
                      </a:lnTo>
                      <a:lnTo>
                        <a:pt x="1860" y="184"/>
                      </a:lnTo>
                      <a:lnTo>
                        <a:pt x="1864" y="186"/>
                      </a:lnTo>
                      <a:lnTo>
                        <a:pt x="1864" y="186"/>
                      </a:lnTo>
                      <a:lnTo>
                        <a:pt x="1866" y="188"/>
                      </a:lnTo>
                      <a:lnTo>
                        <a:pt x="1868" y="192"/>
                      </a:lnTo>
                      <a:lnTo>
                        <a:pt x="1868" y="192"/>
                      </a:lnTo>
                      <a:lnTo>
                        <a:pt x="1872" y="192"/>
                      </a:lnTo>
                      <a:lnTo>
                        <a:pt x="1872" y="192"/>
                      </a:lnTo>
                      <a:lnTo>
                        <a:pt x="1876" y="196"/>
                      </a:lnTo>
                      <a:lnTo>
                        <a:pt x="1880" y="200"/>
                      </a:lnTo>
                      <a:lnTo>
                        <a:pt x="1880" y="200"/>
                      </a:lnTo>
                      <a:lnTo>
                        <a:pt x="1876" y="202"/>
                      </a:lnTo>
                      <a:lnTo>
                        <a:pt x="1876" y="202"/>
                      </a:lnTo>
                      <a:lnTo>
                        <a:pt x="1876" y="206"/>
                      </a:lnTo>
                      <a:lnTo>
                        <a:pt x="1878" y="206"/>
                      </a:lnTo>
                      <a:lnTo>
                        <a:pt x="1878" y="206"/>
                      </a:lnTo>
                      <a:lnTo>
                        <a:pt x="1878" y="210"/>
                      </a:lnTo>
                      <a:lnTo>
                        <a:pt x="1876" y="212"/>
                      </a:lnTo>
                      <a:lnTo>
                        <a:pt x="1876" y="212"/>
                      </a:lnTo>
                      <a:lnTo>
                        <a:pt x="1880" y="214"/>
                      </a:lnTo>
                      <a:lnTo>
                        <a:pt x="1884" y="214"/>
                      </a:lnTo>
                      <a:lnTo>
                        <a:pt x="1884" y="214"/>
                      </a:lnTo>
                      <a:lnTo>
                        <a:pt x="1884" y="218"/>
                      </a:lnTo>
                      <a:lnTo>
                        <a:pt x="1884" y="218"/>
                      </a:lnTo>
                      <a:lnTo>
                        <a:pt x="1888" y="222"/>
                      </a:lnTo>
                      <a:lnTo>
                        <a:pt x="1888" y="222"/>
                      </a:lnTo>
                      <a:lnTo>
                        <a:pt x="1888" y="226"/>
                      </a:lnTo>
                      <a:lnTo>
                        <a:pt x="1890" y="228"/>
                      </a:lnTo>
                      <a:lnTo>
                        <a:pt x="1890" y="228"/>
                      </a:lnTo>
                      <a:lnTo>
                        <a:pt x="1890" y="232"/>
                      </a:lnTo>
                      <a:lnTo>
                        <a:pt x="1890" y="232"/>
                      </a:lnTo>
                      <a:lnTo>
                        <a:pt x="1892" y="230"/>
                      </a:lnTo>
                      <a:lnTo>
                        <a:pt x="1892" y="230"/>
                      </a:lnTo>
                      <a:lnTo>
                        <a:pt x="1896" y="216"/>
                      </a:lnTo>
                      <a:lnTo>
                        <a:pt x="1896" y="216"/>
                      </a:lnTo>
                      <a:lnTo>
                        <a:pt x="1902" y="214"/>
                      </a:lnTo>
                      <a:lnTo>
                        <a:pt x="1902" y="214"/>
                      </a:lnTo>
                      <a:lnTo>
                        <a:pt x="1910" y="210"/>
                      </a:lnTo>
                      <a:lnTo>
                        <a:pt x="1910" y="210"/>
                      </a:lnTo>
                      <a:lnTo>
                        <a:pt x="1912" y="210"/>
                      </a:lnTo>
                      <a:lnTo>
                        <a:pt x="1914" y="210"/>
                      </a:lnTo>
                      <a:lnTo>
                        <a:pt x="1914" y="210"/>
                      </a:lnTo>
                      <a:lnTo>
                        <a:pt x="1926" y="210"/>
                      </a:lnTo>
                      <a:lnTo>
                        <a:pt x="1936" y="210"/>
                      </a:lnTo>
                      <a:lnTo>
                        <a:pt x="1936" y="210"/>
                      </a:lnTo>
                      <a:lnTo>
                        <a:pt x="1936" y="214"/>
                      </a:lnTo>
                      <a:lnTo>
                        <a:pt x="1936" y="214"/>
                      </a:lnTo>
                      <a:lnTo>
                        <a:pt x="1940" y="214"/>
                      </a:lnTo>
                      <a:lnTo>
                        <a:pt x="1942" y="216"/>
                      </a:lnTo>
                      <a:lnTo>
                        <a:pt x="1942" y="216"/>
                      </a:lnTo>
                      <a:lnTo>
                        <a:pt x="1944" y="212"/>
                      </a:lnTo>
                      <a:lnTo>
                        <a:pt x="1944" y="212"/>
                      </a:lnTo>
                      <a:lnTo>
                        <a:pt x="1956" y="212"/>
                      </a:lnTo>
                      <a:lnTo>
                        <a:pt x="1956" y="212"/>
                      </a:lnTo>
                      <a:lnTo>
                        <a:pt x="1966" y="214"/>
                      </a:lnTo>
                      <a:lnTo>
                        <a:pt x="1966" y="214"/>
                      </a:lnTo>
                      <a:lnTo>
                        <a:pt x="1966" y="218"/>
                      </a:lnTo>
                      <a:lnTo>
                        <a:pt x="1966" y="218"/>
                      </a:lnTo>
                      <a:lnTo>
                        <a:pt x="1968" y="218"/>
                      </a:lnTo>
                      <a:lnTo>
                        <a:pt x="1972" y="216"/>
                      </a:lnTo>
                      <a:lnTo>
                        <a:pt x="1978" y="214"/>
                      </a:lnTo>
                      <a:lnTo>
                        <a:pt x="1978" y="214"/>
                      </a:lnTo>
                      <a:lnTo>
                        <a:pt x="1980" y="216"/>
                      </a:lnTo>
                      <a:lnTo>
                        <a:pt x="1982" y="216"/>
                      </a:lnTo>
                      <a:lnTo>
                        <a:pt x="1982" y="216"/>
                      </a:lnTo>
                      <a:lnTo>
                        <a:pt x="1988" y="210"/>
                      </a:lnTo>
                      <a:lnTo>
                        <a:pt x="1988" y="210"/>
                      </a:lnTo>
                      <a:lnTo>
                        <a:pt x="1988" y="216"/>
                      </a:lnTo>
                      <a:lnTo>
                        <a:pt x="1988" y="222"/>
                      </a:lnTo>
                      <a:lnTo>
                        <a:pt x="1988" y="222"/>
                      </a:lnTo>
                      <a:lnTo>
                        <a:pt x="1990" y="222"/>
                      </a:lnTo>
                      <a:lnTo>
                        <a:pt x="1994" y="224"/>
                      </a:lnTo>
                      <a:lnTo>
                        <a:pt x="1994" y="224"/>
                      </a:lnTo>
                      <a:lnTo>
                        <a:pt x="1996" y="238"/>
                      </a:lnTo>
                      <a:lnTo>
                        <a:pt x="1996" y="238"/>
                      </a:lnTo>
                      <a:lnTo>
                        <a:pt x="2006" y="236"/>
                      </a:lnTo>
                      <a:lnTo>
                        <a:pt x="2006" y="236"/>
                      </a:lnTo>
                      <a:lnTo>
                        <a:pt x="2006" y="234"/>
                      </a:lnTo>
                      <a:lnTo>
                        <a:pt x="2006" y="234"/>
                      </a:lnTo>
                      <a:lnTo>
                        <a:pt x="2010" y="236"/>
                      </a:lnTo>
                      <a:lnTo>
                        <a:pt x="2014" y="234"/>
                      </a:lnTo>
                      <a:lnTo>
                        <a:pt x="2014" y="234"/>
                      </a:lnTo>
                      <a:lnTo>
                        <a:pt x="2014" y="230"/>
                      </a:lnTo>
                      <a:lnTo>
                        <a:pt x="2014" y="230"/>
                      </a:lnTo>
                      <a:lnTo>
                        <a:pt x="2018" y="230"/>
                      </a:lnTo>
                      <a:lnTo>
                        <a:pt x="2018" y="230"/>
                      </a:lnTo>
                      <a:lnTo>
                        <a:pt x="2020" y="226"/>
                      </a:lnTo>
                      <a:lnTo>
                        <a:pt x="2020" y="226"/>
                      </a:lnTo>
                      <a:lnTo>
                        <a:pt x="2024" y="226"/>
                      </a:lnTo>
                      <a:lnTo>
                        <a:pt x="2024" y="226"/>
                      </a:lnTo>
                      <a:lnTo>
                        <a:pt x="2024" y="220"/>
                      </a:lnTo>
                      <a:lnTo>
                        <a:pt x="2024" y="214"/>
                      </a:lnTo>
                      <a:lnTo>
                        <a:pt x="2024" y="214"/>
                      </a:lnTo>
                      <a:lnTo>
                        <a:pt x="2020" y="212"/>
                      </a:lnTo>
                      <a:lnTo>
                        <a:pt x="2020" y="212"/>
                      </a:lnTo>
                      <a:lnTo>
                        <a:pt x="2018" y="212"/>
                      </a:lnTo>
                      <a:lnTo>
                        <a:pt x="2018" y="212"/>
                      </a:lnTo>
                      <a:lnTo>
                        <a:pt x="2018" y="204"/>
                      </a:lnTo>
                      <a:lnTo>
                        <a:pt x="2018" y="198"/>
                      </a:lnTo>
                      <a:lnTo>
                        <a:pt x="2018" y="198"/>
                      </a:lnTo>
                      <a:lnTo>
                        <a:pt x="2022" y="198"/>
                      </a:lnTo>
                      <a:lnTo>
                        <a:pt x="2022" y="198"/>
                      </a:lnTo>
                      <a:lnTo>
                        <a:pt x="2026" y="200"/>
                      </a:lnTo>
                      <a:lnTo>
                        <a:pt x="2026" y="200"/>
                      </a:lnTo>
                      <a:lnTo>
                        <a:pt x="2034" y="200"/>
                      </a:lnTo>
                      <a:lnTo>
                        <a:pt x="2042" y="200"/>
                      </a:lnTo>
                      <a:lnTo>
                        <a:pt x="2042" y="200"/>
                      </a:lnTo>
                      <a:lnTo>
                        <a:pt x="2046" y="202"/>
                      </a:lnTo>
                      <a:lnTo>
                        <a:pt x="2046" y="202"/>
                      </a:lnTo>
                      <a:lnTo>
                        <a:pt x="2050" y="202"/>
                      </a:lnTo>
                      <a:lnTo>
                        <a:pt x="2052" y="200"/>
                      </a:lnTo>
                      <a:lnTo>
                        <a:pt x="2052" y="200"/>
                      </a:lnTo>
                      <a:lnTo>
                        <a:pt x="2056" y="202"/>
                      </a:lnTo>
                      <a:lnTo>
                        <a:pt x="2062" y="202"/>
                      </a:lnTo>
                      <a:lnTo>
                        <a:pt x="2062" y="202"/>
                      </a:lnTo>
                      <a:lnTo>
                        <a:pt x="2068" y="204"/>
                      </a:lnTo>
                      <a:lnTo>
                        <a:pt x="2076" y="202"/>
                      </a:lnTo>
                      <a:lnTo>
                        <a:pt x="2076" y="202"/>
                      </a:lnTo>
                      <a:lnTo>
                        <a:pt x="2076" y="202"/>
                      </a:lnTo>
                      <a:lnTo>
                        <a:pt x="2078" y="200"/>
                      </a:lnTo>
                      <a:lnTo>
                        <a:pt x="2078" y="202"/>
                      </a:lnTo>
                      <a:lnTo>
                        <a:pt x="2084" y="208"/>
                      </a:lnTo>
                      <a:lnTo>
                        <a:pt x="2084" y="208"/>
                      </a:lnTo>
                      <a:lnTo>
                        <a:pt x="2090" y="208"/>
                      </a:lnTo>
                      <a:lnTo>
                        <a:pt x="2096" y="210"/>
                      </a:lnTo>
                      <a:lnTo>
                        <a:pt x="2096" y="210"/>
                      </a:lnTo>
                      <a:lnTo>
                        <a:pt x="2098" y="214"/>
                      </a:lnTo>
                      <a:lnTo>
                        <a:pt x="2102" y="218"/>
                      </a:lnTo>
                      <a:lnTo>
                        <a:pt x="2102" y="218"/>
                      </a:lnTo>
                      <a:lnTo>
                        <a:pt x="2106" y="218"/>
                      </a:lnTo>
                      <a:lnTo>
                        <a:pt x="2108" y="218"/>
                      </a:lnTo>
                      <a:lnTo>
                        <a:pt x="2112" y="216"/>
                      </a:lnTo>
                      <a:lnTo>
                        <a:pt x="2116" y="216"/>
                      </a:lnTo>
                      <a:lnTo>
                        <a:pt x="2116" y="216"/>
                      </a:lnTo>
                      <a:lnTo>
                        <a:pt x="2118" y="218"/>
                      </a:lnTo>
                      <a:lnTo>
                        <a:pt x="2122" y="220"/>
                      </a:lnTo>
                      <a:lnTo>
                        <a:pt x="2122" y="220"/>
                      </a:lnTo>
                      <a:lnTo>
                        <a:pt x="2132" y="220"/>
                      </a:lnTo>
                      <a:lnTo>
                        <a:pt x="2132" y="220"/>
                      </a:lnTo>
                      <a:lnTo>
                        <a:pt x="2136" y="224"/>
                      </a:lnTo>
                      <a:lnTo>
                        <a:pt x="2136" y="224"/>
                      </a:lnTo>
                      <a:lnTo>
                        <a:pt x="2136" y="228"/>
                      </a:lnTo>
                      <a:lnTo>
                        <a:pt x="2136" y="228"/>
                      </a:lnTo>
                      <a:lnTo>
                        <a:pt x="2140" y="230"/>
                      </a:lnTo>
                      <a:lnTo>
                        <a:pt x="2140" y="230"/>
                      </a:lnTo>
                      <a:lnTo>
                        <a:pt x="2144" y="234"/>
                      </a:lnTo>
                      <a:lnTo>
                        <a:pt x="2146" y="242"/>
                      </a:lnTo>
                      <a:lnTo>
                        <a:pt x="2146" y="242"/>
                      </a:lnTo>
                      <a:lnTo>
                        <a:pt x="2158" y="244"/>
                      </a:lnTo>
                      <a:lnTo>
                        <a:pt x="2158" y="246"/>
                      </a:lnTo>
                      <a:lnTo>
                        <a:pt x="2158" y="246"/>
                      </a:lnTo>
                      <a:lnTo>
                        <a:pt x="2162" y="246"/>
                      </a:lnTo>
                      <a:lnTo>
                        <a:pt x="2164" y="246"/>
                      </a:lnTo>
                      <a:lnTo>
                        <a:pt x="2164" y="246"/>
                      </a:lnTo>
                      <a:lnTo>
                        <a:pt x="2168" y="250"/>
                      </a:lnTo>
                      <a:lnTo>
                        <a:pt x="2168" y="250"/>
                      </a:lnTo>
                      <a:lnTo>
                        <a:pt x="2166" y="252"/>
                      </a:lnTo>
                      <a:lnTo>
                        <a:pt x="2166" y="254"/>
                      </a:lnTo>
                      <a:lnTo>
                        <a:pt x="2168" y="254"/>
                      </a:lnTo>
                      <a:lnTo>
                        <a:pt x="2168" y="254"/>
                      </a:lnTo>
                      <a:lnTo>
                        <a:pt x="2174" y="258"/>
                      </a:lnTo>
                      <a:lnTo>
                        <a:pt x="2180" y="262"/>
                      </a:lnTo>
                      <a:lnTo>
                        <a:pt x="2180" y="262"/>
                      </a:lnTo>
                      <a:lnTo>
                        <a:pt x="2184" y="262"/>
                      </a:lnTo>
                      <a:lnTo>
                        <a:pt x="2184" y="262"/>
                      </a:lnTo>
                      <a:lnTo>
                        <a:pt x="2186" y="266"/>
                      </a:lnTo>
                      <a:lnTo>
                        <a:pt x="2186" y="266"/>
                      </a:lnTo>
                      <a:lnTo>
                        <a:pt x="2194" y="268"/>
                      </a:lnTo>
                      <a:lnTo>
                        <a:pt x="2194" y="268"/>
                      </a:lnTo>
                      <a:lnTo>
                        <a:pt x="2196" y="272"/>
                      </a:lnTo>
                      <a:lnTo>
                        <a:pt x="2196" y="272"/>
                      </a:lnTo>
                      <a:lnTo>
                        <a:pt x="2200" y="274"/>
                      </a:lnTo>
                      <a:lnTo>
                        <a:pt x="2204" y="274"/>
                      </a:lnTo>
                      <a:lnTo>
                        <a:pt x="2204" y="274"/>
                      </a:lnTo>
                      <a:lnTo>
                        <a:pt x="2206" y="280"/>
                      </a:lnTo>
                      <a:lnTo>
                        <a:pt x="2206" y="280"/>
                      </a:lnTo>
                      <a:lnTo>
                        <a:pt x="2208" y="282"/>
                      </a:lnTo>
                      <a:lnTo>
                        <a:pt x="2212" y="284"/>
                      </a:lnTo>
                      <a:lnTo>
                        <a:pt x="2212" y="284"/>
                      </a:lnTo>
                      <a:lnTo>
                        <a:pt x="2212" y="290"/>
                      </a:lnTo>
                      <a:lnTo>
                        <a:pt x="2210" y="298"/>
                      </a:lnTo>
                      <a:lnTo>
                        <a:pt x="2210" y="298"/>
                      </a:lnTo>
                      <a:lnTo>
                        <a:pt x="2216" y="300"/>
                      </a:lnTo>
                      <a:lnTo>
                        <a:pt x="2216" y="300"/>
                      </a:lnTo>
                      <a:lnTo>
                        <a:pt x="2214" y="288"/>
                      </a:lnTo>
                      <a:lnTo>
                        <a:pt x="2214" y="288"/>
                      </a:lnTo>
                      <a:lnTo>
                        <a:pt x="2226" y="286"/>
                      </a:lnTo>
                      <a:lnTo>
                        <a:pt x="2238" y="286"/>
                      </a:lnTo>
                      <a:lnTo>
                        <a:pt x="2240" y="288"/>
                      </a:lnTo>
                      <a:lnTo>
                        <a:pt x="2240" y="288"/>
                      </a:lnTo>
                      <a:lnTo>
                        <a:pt x="2244" y="290"/>
                      </a:lnTo>
                      <a:lnTo>
                        <a:pt x="2246" y="290"/>
                      </a:lnTo>
                      <a:lnTo>
                        <a:pt x="2246" y="290"/>
                      </a:lnTo>
                      <a:lnTo>
                        <a:pt x="2248" y="292"/>
                      </a:lnTo>
                      <a:lnTo>
                        <a:pt x="2248" y="296"/>
                      </a:lnTo>
                      <a:lnTo>
                        <a:pt x="2248" y="296"/>
                      </a:lnTo>
                      <a:lnTo>
                        <a:pt x="2254" y="298"/>
                      </a:lnTo>
                      <a:lnTo>
                        <a:pt x="2254" y="298"/>
                      </a:lnTo>
                      <a:lnTo>
                        <a:pt x="2254" y="302"/>
                      </a:lnTo>
                      <a:lnTo>
                        <a:pt x="2254" y="302"/>
                      </a:lnTo>
                      <a:lnTo>
                        <a:pt x="2262" y="306"/>
                      </a:lnTo>
                      <a:lnTo>
                        <a:pt x="2268" y="310"/>
                      </a:lnTo>
                      <a:lnTo>
                        <a:pt x="2268" y="310"/>
                      </a:lnTo>
                      <a:lnTo>
                        <a:pt x="2270" y="312"/>
                      </a:lnTo>
                      <a:lnTo>
                        <a:pt x="2270" y="312"/>
                      </a:lnTo>
                      <a:lnTo>
                        <a:pt x="2274" y="312"/>
                      </a:lnTo>
                      <a:lnTo>
                        <a:pt x="2274" y="314"/>
                      </a:lnTo>
                      <a:lnTo>
                        <a:pt x="2274" y="314"/>
                      </a:lnTo>
                      <a:lnTo>
                        <a:pt x="2270" y="316"/>
                      </a:lnTo>
                      <a:lnTo>
                        <a:pt x="2270" y="316"/>
                      </a:lnTo>
                      <a:close/>
                      <a:moveTo>
                        <a:pt x="26" y="556"/>
                      </a:moveTo>
                      <a:lnTo>
                        <a:pt x="26" y="556"/>
                      </a:lnTo>
                      <a:lnTo>
                        <a:pt x="16" y="546"/>
                      </a:lnTo>
                      <a:lnTo>
                        <a:pt x="16" y="546"/>
                      </a:lnTo>
                      <a:lnTo>
                        <a:pt x="12" y="548"/>
                      </a:lnTo>
                      <a:lnTo>
                        <a:pt x="12" y="548"/>
                      </a:lnTo>
                      <a:lnTo>
                        <a:pt x="14" y="544"/>
                      </a:lnTo>
                      <a:lnTo>
                        <a:pt x="14" y="542"/>
                      </a:lnTo>
                      <a:lnTo>
                        <a:pt x="12" y="542"/>
                      </a:lnTo>
                      <a:lnTo>
                        <a:pt x="12" y="542"/>
                      </a:lnTo>
                      <a:lnTo>
                        <a:pt x="12" y="542"/>
                      </a:lnTo>
                      <a:lnTo>
                        <a:pt x="10" y="542"/>
                      </a:lnTo>
                      <a:lnTo>
                        <a:pt x="12" y="542"/>
                      </a:lnTo>
                      <a:lnTo>
                        <a:pt x="12" y="542"/>
                      </a:lnTo>
                      <a:lnTo>
                        <a:pt x="8" y="546"/>
                      </a:lnTo>
                      <a:lnTo>
                        <a:pt x="6" y="546"/>
                      </a:lnTo>
                      <a:lnTo>
                        <a:pt x="6" y="546"/>
                      </a:lnTo>
                      <a:lnTo>
                        <a:pt x="4" y="554"/>
                      </a:lnTo>
                      <a:lnTo>
                        <a:pt x="4" y="554"/>
                      </a:lnTo>
                      <a:lnTo>
                        <a:pt x="6" y="554"/>
                      </a:lnTo>
                      <a:lnTo>
                        <a:pt x="6" y="554"/>
                      </a:lnTo>
                      <a:lnTo>
                        <a:pt x="4" y="556"/>
                      </a:lnTo>
                      <a:lnTo>
                        <a:pt x="4" y="556"/>
                      </a:lnTo>
                      <a:lnTo>
                        <a:pt x="4" y="560"/>
                      </a:lnTo>
                      <a:lnTo>
                        <a:pt x="4" y="560"/>
                      </a:lnTo>
                      <a:lnTo>
                        <a:pt x="0" y="562"/>
                      </a:lnTo>
                      <a:lnTo>
                        <a:pt x="0" y="562"/>
                      </a:lnTo>
                      <a:lnTo>
                        <a:pt x="0" y="564"/>
                      </a:lnTo>
                      <a:lnTo>
                        <a:pt x="0" y="564"/>
                      </a:lnTo>
                      <a:lnTo>
                        <a:pt x="4" y="568"/>
                      </a:lnTo>
                      <a:lnTo>
                        <a:pt x="14" y="572"/>
                      </a:lnTo>
                      <a:lnTo>
                        <a:pt x="14" y="572"/>
                      </a:lnTo>
                      <a:lnTo>
                        <a:pt x="26" y="574"/>
                      </a:lnTo>
                      <a:lnTo>
                        <a:pt x="32" y="574"/>
                      </a:lnTo>
                      <a:lnTo>
                        <a:pt x="32" y="574"/>
                      </a:lnTo>
                      <a:lnTo>
                        <a:pt x="40" y="574"/>
                      </a:lnTo>
                      <a:lnTo>
                        <a:pt x="46" y="572"/>
                      </a:lnTo>
                      <a:lnTo>
                        <a:pt x="44" y="560"/>
                      </a:lnTo>
                      <a:lnTo>
                        <a:pt x="44" y="560"/>
                      </a:lnTo>
                      <a:lnTo>
                        <a:pt x="36" y="560"/>
                      </a:lnTo>
                      <a:lnTo>
                        <a:pt x="30" y="558"/>
                      </a:lnTo>
                      <a:lnTo>
                        <a:pt x="26" y="556"/>
                      </a:lnTo>
                      <a:lnTo>
                        <a:pt x="26" y="5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sp>
            <p:nvSpPr>
              <p:cNvPr id="511" name="Freeform 135">
                <a:extLst>
                  <a:ext uri="{FF2B5EF4-FFF2-40B4-BE49-F238E27FC236}">
                    <a16:creationId xmlns:a16="http://schemas.microsoft.com/office/drawing/2014/main" id="{26ED36AC-761B-1244-A935-832A5569BDD4}"/>
                  </a:ext>
                </a:extLst>
              </p:cNvPr>
              <p:cNvSpPr>
                <a:spLocks/>
              </p:cNvSpPr>
              <p:nvPr/>
            </p:nvSpPr>
            <p:spPr bwMode="auto">
              <a:xfrm>
                <a:off x="8212488" y="2533461"/>
                <a:ext cx="825812" cy="408481"/>
              </a:xfrm>
              <a:custGeom>
                <a:avLst/>
                <a:gdLst>
                  <a:gd name="T0" fmla="*/ 14 w 422"/>
                  <a:gd name="T1" fmla="*/ 52 h 204"/>
                  <a:gd name="T2" fmla="*/ 20 w 422"/>
                  <a:gd name="T3" fmla="*/ 40 h 204"/>
                  <a:gd name="T4" fmla="*/ 40 w 422"/>
                  <a:gd name="T5" fmla="*/ 30 h 204"/>
                  <a:gd name="T6" fmla="*/ 62 w 422"/>
                  <a:gd name="T7" fmla="*/ 26 h 204"/>
                  <a:gd name="T8" fmla="*/ 82 w 422"/>
                  <a:gd name="T9" fmla="*/ 32 h 204"/>
                  <a:gd name="T10" fmla="*/ 108 w 422"/>
                  <a:gd name="T11" fmla="*/ 38 h 204"/>
                  <a:gd name="T12" fmla="*/ 134 w 422"/>
                  <a:gd name="T13" fmla="*/ 34 h 204"/>
                  <a:gd name="T14" fmla="*/ 122 w 422"/>
                  <a:gd name="T15" fmla="*/ 16 h 204"/>
                  <a:gd name="T16" fmla="*/ 130 w 422"/>
                  <a:gd name="T17" fmla="*/ 0 h 204"/>
                  <a:gd name="T18" fmla="*/ 156 w 422"/>
                  <a:gd name="T19" fmla="*/ 2 h 204"/>
                  <a:gd name="T20" fmla="*/ 182 w 422"/>
                  <a:gd name="T21" fmla="*/ 18 h 204"/>
                  <a:gd name="T22" fmla="*/ 198 w 422"/>
                  <a:gd name="T23" fmla="*/ 36 h 204"/>
                  <a:gd name="T24" fmla="*/ 220 w 422"/>
                  <a:gd name="T25" fmla="*/ 42 h 204"/>
                  <a:gd name="T26" fmla="*/ 240 w 422"/>
                  <a:gd name="T27" fmla="*/ 38 h 204"/>
                  <a:gd name="T28" fmla="*/ 258 w 422"/>
                  <a:gd name="T29" fmla="*/ 48 h 204"/>
                  <a:gd name="T30" fmla="*/ 276 w 422"/>
                  <a:gd name="T31" fmla="*/ 56 h 204"/>
                  <a:gd name="T32" fmla="*/ 294 w 422"/>
                  <a:gd name="T33" fmla="*/ 56 h 204"/>
                  <a:gd name="T34" fmla="*/ 320 w 422"/>
                  <a:gd name="T35" fmla="*/ 52 h 204"/>
                  <a:gd name="T36" fmla="*/ 348 w 422"/>
                  <a:gd name="T37" fmla="*/ 40 h 204"/>
                  <a:gd name="T38" fmla="*/ 374 w 422"/>
                  <a:gd name="T39" fmla="*/ 48 h 204"/>
                  <a:gd name="T40" fmla="*/ 370 w 422"/>
                  <a:gd name="T41" fmla="*/ 70 h 204"/>
                  <a:gd name="T42" fmla="*/ 368 w 422"/>
                  <a:gd name="T43" fmla="*/ 76 h 204"/>
                  <a:gd name="T44" fmla="*/ 376 w 422"/>
                  <a:gd name="T45" fmla="*/ 90 h 204"/>
                  <a:gd name="T46" fmla="*/ 396 w 422"/>
                  <a:gd name="T47" fmla="*/ 82 h 204"/>
                  <a:gd name="T48" fmla="*/ 416 w 422"/>
                  <a:gd name="T49" fmla="*/ 96 h 204"/>
                  <a:gd name="T50" fmla="*/ 418 w 422"/>
                  <a:gd name="T51" fmla="*/ 108 h 204"/>
                  <a:gd name="T52" fmla="*/ 408 w 422"/>
                  <a:gd name="T53" fmla="*/ 108 h 204"/>
                  <a:gd name="T54" fmla="*/ 400 w 422"/>
                  <a:gd name="T55" fmla="*/ 112 h 204"/>
                  <a:gd name="T56" fmla="*/ 380 w 422"/>
                  <a:gd name="T57" fmla="*/ 122 h 204"/>
                  <a:gd name="T58" fmla="*/ 368 w 422"/>
                  <a:gd name="T59" fmla="*/ 126 h 204"/>
                  <a:gd name="T60" fmla="*/ 344 w 422"/>
                  <a:gd name="T61" fmla="*/ 144 h 204"/>
                  <a:gd name="T62" fmla="*/ 318 w 422"/>
                  <a:gd name="T63" fmla="*/ 140 h 204"/>
                  <a:gd name="T64" fmla="*/ 304 w 422"/>
                  <a:gd name="T65" fmla="*/ 150 h 204"/>
                  <a:gd name="T66" fmla="*/ 306 w 422"/>
                  <a:gd name="T67" fmla="*/ 172 h 204"/>
                  <a:gd name="T68" fmla="*/ 286 w 422"/>
                  <a:gd name="T69" fmla="*/ 184 h 204"/>
                  <a:gd name="T70" fmla="*/ 252 w 422"/>
                  <a:gd name="T71" fmla="*/ 190 h 204"/>
                  <a:gd name="T72" fmla="*/ 232 w 422"/>
                  <a:gd name="T73" fmla="*/ 202 h 204"/>
                  <a:gd name="T74" fmla="*/ 200 w 422"/>
                  <a:gd name="T75" fmla="*/ 204 h 204"/>
                  <a:gd name="T76" fmla="*/ 182 w 422"/>
                  <a:gd name="T77" fmla="*/ 190 h 204"/>
                  <a:gd name="T78" fmla="*/ 138 w 422"/>
                  <a:gd name="T79" fmla="*/ 188 h 204"/>
                  <a:gd name="T80" fmla="*/ 114 w 422"/>
                  <a:gd name="T81" fmla="*/ 182 h 204"/>
                  <a:gd name="T82" fmla="*/ 94 w 422"/>
                  <a:gd name="T83" fmla="*/ 166 h 204"/>
                  <a:gd name="T84" fmla="*/ 78 w 422"/>
                  <a:gd name="T85" fmla="*/ 150 h 204"/>
                  <a:gd name="T86" fmla="*/ 58 w 422"/>
                  <a:gd name="T87" fmla="*/ 140 h 204"/>
                  <a:gd name="T88" fmla="*/ 50 w 422"/>
                  <a:gd name="T89" fmla="*/ 124 h 204"/>
                  <a:gd name="T90" fmla="*/ 40 w 422"/>
                  <a:gd name="T91" fmla="*/ 108 h 204"/>
                  <a:gd name="T92" fmla="*/ 24 w 422"/>
                  <a:gd name="T93" fmla="*/ 88 h 204"/>
                  <a:gd name="T94" fmla="*/ 4 w 422"/>
                  <a:gd name="T95" fmla="*/ 84 h 204"/>
                  <a:gd name="T96" fmla="*/ 2 w 422"/>
                  <a:gd name="T97" fmla="*/ 5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 h="204">
                    <a:moveTo>
                      <a:pt x="2" y="56"/>
                    </a:moveTo>
                    <a:lnTo>
                      <a:pt x="8" y="54"/>
                    </a:lnTo>
                    <a:lnTo>
                      <a:pt x="14" y="52"/>
                    </a:lnTo>
                    <a:lnTo>
                      <a:pt x="16" y="48"/>
                    </a:lnTo>
                    <a:lnTo>
                      <a:pt x="16" y="44"/>
                    </a:lnTo>
                    <a:lnTo>
                      <a:pt x="20" y="40"/>
                    </a:lnTo>
                    <a:lnTo>
                      <a:pt x="24" y="36"/>
                    </a:lnTo>
                    <a:lnTo>
                      <a:pt x="32" y="34"/>
                    </a:lnTo>
                    <a:lnTo>
                      <a:pt x="40" y="30"/>
                    </a:lnTo>
                    <a:lnTo>
                      <a:pt x="44" y="26"/>
                    </a:lnTo>
                    <a:lnTo>
                      <a:pt x="54" y="26"/>
                    </a:lnTo>
                    <a:lnTo>
                      <a:pt x="62" y="26"/>
                    </a:lnTo>
                    <a:lnTo>
                      <a:pt x="64" y="30"/>
                    </a:lnTo>
                    <a:lnTo>
                      <a:pt x="72" y="28"/>
                    </a:lnTo>
                    <a:lnTo>
                      <a:pt x="82" y="32"/>
                    </a:lnTo>
                    <a:lnTo>
                      <a:pt x="90" y="36"/>
                    </a:lnTo>
                    <a:lnTo>
                      <a:pt x="98" y="38"/>
                    </a:lnTo>
                    <a:lnTo>
                      <a:pt x="108" y="38"/>
                    </a:lnTo>
                    <a:lnTo>
                      <a:pt x="120" y="38"/>
                    </a:lnTo>
                    <a:lnTo>
                      <a:pt x="130" y="38"/>
                    </a:lnTo>
                    <a:lnTo>
                      <a:pt x="134" y="34"/>
                    </a:lnTo>
                    <a:lnTo>
                      <a:pt x="132" y="26"/>
                    </a:lnTo>
                    <a:lnTo>
                      <a:pt x="128" y="20"/>
                    </a:lnTo>
                    <a:lnTo>
                      <a:pt x="122" y="16"/>
                    </a:lnTo>
                    <a:lnTo>
                      <a:pt x="124" y="10"/>
                    </a:lnTo>
                    <a:lnTo>
                      <a:pt x="128" y="4"/>
                    </a:lnTo>
                    <a:lnTo>
                      <a:pt x="130" y="0"/>
                    </a:lnTo>
                    <a:lnTo>
                      <a:pt x="140" y="0"/>
                    </a:lnTo>
                    <a:lnTo>
                      <a:pt x="146" y="2"/>
                    </a:lnTo>
                    <a:lnTo>
                      <a:pt x="156" y="2"/>
                    </a:lnTo>
                    <a:lnTo>
                      <a:pt x="160" y="6"/>
                    </a:lnTo>
                    <a:lnTo>
                      <a:pt x="170" y="8"/>
                    </a:lnTo>
                    <a:lnTo>
                      <a:pt x="182" y="18"/>
                    </a:lnTo>
                    <a:lnTo>
                      <a:pt x="190" y="24"/>
                    </a:lnTo>
                    <a:lnTo>
                      <a:pt x="194" y="34"/>
                    </a:lnTo>
                    <a:lnTo>
                      <a:pt x="198" y="36"/>
                    </a:lnTo>
                    <a:lnTo>
                      <a:pt x="208" y="42"/>
                    </a:lnTo>
                    <a:lnTo>
                      <a:pt x="214" y="42"/>
                    </a:lnTo>
                    <a:lnTo>
                      <a:pt x="220" y="42"/>
                    </a:lnTo>
                    <a:lnTo>
                      <a:pt x="226" y="40"/>
                    </a:lnTo>
                    <a:lnTo>
                      <a:pt x="232" y="36"/>
                    </a:lnTo>
                    <a:lnTo>
                      <a:pt x="240" y="38"/>
                    </a:lnTo>
                    <a:lnTo>
                      <a:pt x="252" y="42"/>
                    </a:lnTo>
                    <a:lnTo>
                      <a:pt x="258" y="42"/>
                    </a:lnTo>
                    <a:lnTo>
                      <a:pt x="258" y="48"/>
                    </a:lnTo>
                    <a:lnTo>
                      <a:pt x="264" y="52"/>
                    </a:lnTo>
                    <a:lnTo>
                      <a:pt x="270" y="52"/>
                    </a:lnTo>
                    <a:lnTo>
                      <a:pt x="276" y="56"/>
                    </a:lnTo>
                    <a:lnTo>
                      <a:pt x="282" y="56"/>
                    </a:lnTo>
                    <a:lnTo>
                      <a:pt x="288" y="54"/>
                    </a:lnTo>
                    <a:lnTo>
                      <a:pt x="294" y="56"/>
                    </a:lnTo>
                    <a:lnTo>
                      <a:pt x="304" y="58"/>
                    </a:lnTo>
                    <a:lnTo>
                      <a:pt x="314" y="56"/>
                    </a:lnTo>
                    <a:lnTo>
                      <a:pt x="320" y="52"/>
                    </a:lnTo>
                    <a:lnTo>
                      <a:pt x="332" y="50"/>
                    </a:lnTo>
                    <a:lnTo>
                      <a:pt x="344" y="42"/>
                    </a:lnTo>
                    <a:lnTo>
                      <a:pt x="348" y="40"/>
                    </a:lnTo>
                    <a:lnTo>
                      <a:pt x="358" y="46"/>
                    </a:lnTo>
                    <a:lnTo>
                      <a:pt x="364" y="46"/>
                    </a:lnTo>
                    <a:lnTo>
                      <a:pt x="374" y="48"/>
                    </a:lnTo>
                    <a:lnTo>
                      <a:pt x="368" y="64"/>
                    </a:lnTo>
                    <a:lnTo>
                      <a:pt x="368" y="64"/>
                    </a:lnTo>
                    <a:lnTo>
                      <a:pt x="370" y="70"/>
                    </a:lnTo>
                    <a:lnTo>
                      <a:pt x="370" y="70"/>
                    </a:lnTo>
                    <a:lnTo>
                      <a:pt x="370" y="74"/>
                    </a:lnTo>
                    <a:lnTo>
                      <a:pt x="368" y="76"/>
                    </a:lnTo>
                    <a:lnTo>
                      <a:pt x="366" y="80"/>
                    </a:lnTo>
                    <a:lnTo>
                      <a:pt x="366" y="86"/>
                    </a:lnTo>
                    <a:lnTo>
                      <a:pt x="376" y="90"/>
                    </a:lnTo>
                    <a:lnTo>
                      <a:pt x="386" y="88"/>
                    </a:lnTo>
                    <a:lnTo>
                      <a:pt x="392" y="82"/>
                    </a:lnTo>
                    <a:lnTo>
                      <a:pt x="396" y="82"/>
                    </a:lnTo>
                    <a:lnTo>
                      <a:pt x="400" y="86"/>
                    </a:lnTo>
                    <a:lnTo>
                      <a:pt x="406" y="92"/>
                    </a:lnTo>
                    <a:lnTo>
                      <a:pt x="416" y="96"/>
                    </a:lnTo>
                    <a:lnTo>
                      <a:pt x="422" y="102"/>
                    </a:lnTo>
                    <a:lnTo>
                      <a:pt x="418" y="108"/>
                    </a:lnTo>
                    <a:lnTo>
                      <a:pt x="418" y="108"/>
                    </a:lnTo>
                    <a:lnTo>
                      <a:pt x="414" y="106"/>
                    </a:lnTo>
                    <a:lnTo>
                      <a:pt x="410" y="106"/>
                    </a:lnTo>
                    <a:lnTo>
                      <a:pt x="408" y="108"/>
                    </a:lnTo>
                    <a:lnTo>
                      <a:pt x="408" y="108"/>
                    </a:lnTo>
                    <a:lnTo>
                      <a:pt x="404" y="110"/>
                    </a:lnTo>
                    <a:lnTo>
                      <a:pt x="400" y="112"/>
                    </a:lnTo>
                    <a:lnTo>
                      <a:pt x="398" y="116"/>
                    </a:lnTo>
                    <a:lnTo>
                      <a:pt x="390" y="114"/>
                    </a:lnTo>
                    <a:lnTo>
                      <a:pt x="380" y="122"/>
                    </a:lnTo>
                    <a:lnTo>
                      <a:pt x="374" y="118"/>
                    </a:lnTo>
                    <a:lnTo>
                      <a:pt x="370" y="118"/>
                    </a:lnTo>
                    <a:lnTo>
                      <a:pt x="368" y="126"/>
                    </a:lnTo>
                    <a:lnTo>
                      <a:pt x="364" y="130"/>
                    </a:lnTo>
                    <a:lnTo>
                      <a:pt x="346" y="134"/>
                    </a:lnTo>
                    <a:lnTo>
                      <a:pt x="344" y="144"/>
                    </a:lnTo>
                    <a:lnTo>
                      <a:pt x="332" y="150"/>
                    </a:lnTo>
                    <a:lnTo>
                      <a:pt x="324" y="146"/>
                    </a:lnTo>
                    <a:lnTo>
                      <a:pt x="318" y="140"/>
                    </a:lnTo>
                    <a:lnTo>
                      <a:pt x="312" y="138"/>
                    </a:lnTo>
                    <a:lnTo>
                      <a:pt x="306" y="142"/>
                    </a:lnTo>
                    <a:lnTo>
                      <a:pt x="304" y="150"/>
                    </a:lnTo>
                    <a:lnTo>
                      <a:pt x="302" y="156"/>
                    </a:lnTo>
                    <a:lnTo>
                      <a:pt x="304" y="166"/>
                    </a:lnTo>
                    <a:lnTo>
                      <a:pt x="306" y="172"/>
                    </a:lnTo>
                    <a:lnTo>
                      <a:pt x="302" y="178"/>
                    </a:lnTo>
                    <a:lnTo>
                      <a:pt x="296" y="182"/>
                    </a:lnTo>
                    <a:lnTo>
                      <a:pt x="286" y="184"/>
                    </a:lnTo>
                    <a:lnTo>
                      <a:pt x="272" y="188"/>
                    </a:lnTo>
                    <a:lnTo>
                      <a:pt x="260" y="188"/>
                    </a:lnTo>
                    <a:lnTo>
                      <a:pt x="252" y="190"/>
                    </a:lnTo>
                    <a:lnTo>
                      <a:pt x="248" y="190"/>
                    </a:lnTo>
                    <a:lnTo>
                      <a:pt x="240" y="198"/>
                    </a:lnTo>
                    <a:lnTo>
                      <a:pt x="232" y="202"/>
                    </a:lnTo>
                    <a:lnTo>
                      <a:pt x="222" y="202"/>
                    </a:lnTo>
                    <a:lnTo>
                      <a:pt x="212" y="204"/>
                    </a:lnTo>
                    <a:lnTo>
                      <a:pt x="200" y="204"/>
                    </a:lnTo>
                    <a:lnTo>
                      <a:pt x="192" y="200"/>
                    </a:lnTo>
                    <a:lnTo>
                      <a:pt x="186" y="192"/>
                    </a:lnTo>
                    <a:lnTo>
                      <a:pt x="182" y="190"/>
                    </a:lnTo>
                    <a:lnTo>
                      <a:pt x="162" y="190"/>
                    </a:lnTo>
                    <a:lnTo>
                      <a:pt x="150" y="188"/>
                    </a:lnTo>
                    <a:lnTo>
                      <a:pt x="138" y="188"/>
                    </a:lnTo>
                    <a:lnTo>
                      <a:pt x="128" y="188"/>
                    </a:lnTo>
                    <a:lnTo>
                      <a:pt x="120" y="188"/>
                    </a:lnTo>
                    <a:lnTo>
                      <a:pt x="114" y="182"/>
                    </a:lnTo>
                    <a:lnTo>
                      <a:pt x="106" y="176"/>
                    </a:lnTo>
                    <a:lnTo>
                      <a:pt x="98" y="170"/>
                    </a:lnTo>
                    <a:lnTo>
                      <a:pt x="94" y="166"/>
                    </a:lnTo>
                    <a:lnTo>
                      <a:pt x="92" y="158"/>
                    </a:lnTo>
                    <a:lnTo>
                      <a:pt x="86" y="152"/>
                    </a:lnTo>
                    <a:lnTo>
                      <a:pt x="78" y="150"/>
                    </a:lnTo>
                    <a:lnTo>
                      <a:pt x="74" y="146"/>
                    </a:lnTo>
                    <a:lnTo>
                      <a:pt x="66" y="142"/>
                    </a:lnTo>
                    <a:lnTo>
                      <a:pt x="58" y="140"/>
                    </a:lnTo>
                    <a:lnTo>
                      <a:pt x="50" y="138"/>
                    </a:lnTo>
                    <a:lnTo>
                      <a:pt x="48" y="132"/>
                    </a:lnTo>
                    <a:lnTo>
                      <a:pt x="50" y="124"/>
                    </a:lnTo>
                    <a:lnTo>
                      <a:pt x="52" y="118"/>
                    </a:lnTo>
                    <a:lnTo>
                      <a:pt x="48" y="110"/>
                    </a:lnTo>
                    <a:lnTo>
                      <a:pt x="40" y="108"/>
                    </a:lnTo>
                    <a:lnTo>
                      <a:pt x="40" y="102"/>
                    </a:lnTo>
                    <a:lnTo>
                      <a:pt x="32" y="94"/>
                    </a:lnTo>
                    <a:lnTo>
                      <a:pt x="24" y="88"/>
                    </a:lnTo>
                    <a:lnTo>
                      <a:pt x="16" y="90"/>
                    </a:lnTo>
                    <a:lnTo>
                      <a:pt x="8" y="88"/>
                    </a:lnTo>
                    <a:lnTo>
                      <a:pt x="4" y="84"/>
                    </a:lnTo>
                    <a:lnTo>
                      <a:pt x="2" y="80"/>
                    </a:lnTo>
                    <a:lnTo>
                      <a:pt x="0" y="70"/>
                    </a:lnTo>
                    <a:lnTo>
                      <a:pt x="2" y="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sp>
          <p:nvSpPr>
            <p:cNvPr id="563" name="Line 189">
              <a:extLst>
                <a:ext uri="{FF2B5EF4-FFF2-40B4-BE49-F238E27FC236}">
                  <a16:creationId xmlns:a16="http://schemas.microsoft.com/office/drawing/2014/main" id="{2EC6A668-16DD-B841-84E6-CFD0BD034F9E}"/>
                </a:ext>
              </a:extLst>
            </p:cNvPr>
            <p:cNvSpPr>
              <a:spLocks noChangeShapeType="1"/>
            </p:cNvSpPr>
            <p:nvPr/>
          </p:nvSpPr>
          <p:spPr bwMode="auto">
            <a:xfrm>
              <a:off x="11017935" y="5120132"/>
              <a:ext cx="2357" cy="2412"/>
            </a:xfrm>
            <a:prstGeom prst="line">
              <a:avLst/>
            </a:prstGeom>
            <a:solidFill>
              <a:schemeClr val="tx1">
                <a:lumMod val="25000"/>
                <a:lumOff val="75000"/>
                <a:alpha val="36000"/>
              </a:schemeClr>
            </a:solid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4" name="Line 190">
              <a:extLst>
                <a:ext uri="{FF2B5EF4-FFF2-40B4-BE49-F238E27FC236}">
                  <a16:creationId xmlns:a16="http://schemas.microsoft.com/office/drawing/2014/main" id="{6E61B54A-DD3D-2340-A04E-335B36B148A2}"/>
                </a:ext>
              </a:extLst>
            </p:cNvPr>
            <p:cNvSpPr>
              <a:spLocks noChangeShapeType="1"/>
            </p:cNvSpPr>
            <p:nvPr/>
          </p:nvSpPr>
          <p:spPr bwMode="auto">
            <a:xfrm>
              <a:off x="11017935" y="5120132"/>
              <a:ext cx="2357" cy="2412"/>
            </a:xfrm>
            <a:prstGeom prst="line">
              <a:avLst/>
            </a:prstGeom>
            <a:solidFill>
              <a:schemeClr val="tx1">
                <a:lumMod val="25000"/>
                <a:lumOff val="75000"/>
                <a:alpha val="36000"/>
              </a:schemeClr>
            </a:solid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565" name="Group 564">
              <a:extLst>
                <a:ext uri="{FF2B5EF4-FFF2-40B4-BE49-F238E27FC236}">
                  <a16:creationId xmlns:a16="http://schemas.microsoft.com/office/drawing/2014/main" id="{CFD93108-0742-1C4C-9C33-163A403F46D0}"/>
                </a:ext>
              </a:extLst>
            </p:cNvPr>
            <p:cNvGrpSpPr/>
            <p:nvPr/>
          </p:nvGrpSpPr>
          <p:grpSpPr>
            <a:xfrm>
              <a:off x="8032153" y="1916963"/>
              <a:ext cx="1942940" cy="1587110"/>
              <a:chOff x="7808143" y="2473390"/>
              <a:chExt cx="1612941" cy="1317547"/>
            </a:xfrm>
            <a:solidFill>
              <a:schemeClr val="bg2"/>
            </a:solidFill>
          </p:grpSpPr>
          <p:sp>
            <p:nvSpPr>
              <p:cNvPr id="566" name="Freeform 33">
                <a:extLst>
                  <a:ext uri="{FF2B5EF4-FFF2-40B4-BE49-F238E27FC236}">
                    <a16:creationId xmlns:a16="http://schemas.microsoft.com/office/drawing/2014/main" id="{2578DB30-E59C-6D49-84BD-7C469627BF30}"/>
                  </a:ext>
                </a:extLst>
              </p:cNvPr>
              <p:cNvSpPr>
                <a:spLocks/>
              </p:cNvSpPr>
              <p:nvPr/>
            </p:nvSpPr>
            <p:spPr bwMode="auto">
              <a:xfrm>
                <a:off x="9042214" y="3530632"/>
                <a:ext cx="50880" cy="108127"/>
              </a:xfrm>
              <a:custGeom>
                <a:avLst/>
                <a:gdLst>
                  <a:gd name="T0" fmla="*/ 18 w 26"/>
                  <a:gd name="T1" fmla="*/ 0 h 54"/>
                  <a:gd name="T2" fmla="*/ 18 w 26"/>
                  <a:gd name="T3" fmla="*/ 0 h 54"/>
                  <a:gd name="T4" fmla="*/ 14 w 26"/>
                  <a:gd name="T5" fmla="*/ 4 h 54"/>
                  <a:gd name="T6" fmla="*/ 14 w 26"/>
                  <a:gd name="T7" fmla="*/ 4 h 54"/>
                  <a:gd name="T8" fmla="*/ 12 w 26"/>
                  <a:gd name="T9" fmla="*/ 10 h 54"/>
                  <a:gd name="T10" fmla="*/ 12 w 26"/>
                  <a:gd name="T11" fmla="*/ 10 h 54"/>
                  <a:gd name="T12" fmla="*/ 8 w 26"/>
                  <a:gd name="T13" fmla="*/ 14 h 54"/>
                  <a:gd name="T14" fmla="*/ 6 w 26"/>
                  <a:gd name="T15" fmla="*/ 18 h 54"/>
                  <a:gd name="T16" fmla="*/ 6 w 26"/>
                  <a:gd name="T17" fmla="*/ 18 h 54"/>
                  <a:gd name="T18" fmla="*/ 6 w 26"/>
                  <a:gd name="T19" fmla="*/ 22 h 54"/>
                  <a:gd name="T20" fmla="*/ 6 w 26"/>
                  <a:gd name="T21" fmla="*/ 24 h 54"/>
                  <a:gd name="T22" fmla="*/ 6 w 26"/>
                  <a:gd name="T23" fmla="*/ 24 h 54"/>
                  <a:gd name="T24" fmla="*/ 2 w 26"/>
                  <a:gd name="T25" fmla="*/ 28 h 54"/>
                  <a:gd name="T26" fmla="*/ 2 w 26"/>
                  <a:gd name="T27" fmla="*/ 28 h 54"/>
                  <a:gd name="T28" fmla="*/ 0 w 26"/>
                  <a:gd name="T29" fmla="*/ 34 h 54"/>
                  <a:gd name="T30" fmla="*/ 0 w 26"/>
                  <a:gd name="T31" fmla="*/ 42 h 54"/>
                  <a:gd name="T32" fmla="*/ 0 w 26"/>
                  <a:gd name="T33" fmla="*/ 42 h 54"/>
                  <a:gd name="T34" fmla="*/ 2 w 26"/>
                  <a:gd name="T35" fmla="*/ 46 h 54"/>
                  <a:gd name="T36" fmla="*/ 4 w 26"/>
                  <a:gd name="T37" fmla="*/ 50 h 54"/>
                  <a:gd name="T38" fmla="*/ 4 w 26"/>
                  <a:gd name="T39" fmla="*/ 50 h 54"/>
                  <a:gd name="T40" fmla="*/ 8 w 26"/>
                  <a:gd name="T41" fmla="*/ 54 h 54"/>
                  <a:gd name="T42" fmla="*/ 8 w 26"/>
                  <a:gd name="T43" fmla="*/ 54 h 54"/>
                  <a:gd name="T44" fmla="*/ 10 w 26"/>
                  <a:gd name="T45" fmla="*/ 48 h 54"/>
                  <a:gd name="T46" fmla="*/ 10 w 26"/>
                  <a:gd name="T47" fmla="*/ 48 h 54"/>
                  <a:gd name="T48" fmla="*/ 14 w 26"/>
                  <a:gd name="T49" fmla="*/ 46 h 54"/>
                  <a:gd name="T50" fmla="*/ 16 w 26"/>
                  <a:gd name="T51" fmla="*/ 44 h 54"/>
                  <a:gd name="T52" fmla="*/ 16 w 26"/>
                  <a:gd name="T53" fmla="*/ 44 h 54"/>
                  <a:gd name="T54" fmla="*/ 16 w 26"/>
                  <a:gd name="T55" fmla="*/ 40 h 54"/>
                  <a:gd name="T56" fmla="*/ 18 w 26"/>
                  <a:gd name="T57" fmla="*/ 36 h 54"/>
                  <a:gd name="T58" fmla="*/ 18 w 26"/>
                  <a:gd name="T59" fmla="*/ 36 h 54"/>
                  <a:gd name="T60" fmla="*/ 18 w 26"/>
                  <a:gd name="T61" fmla="*/ 24 h 54"/>
                  <a:gd name="T62" fmla="*/ 18 w 26"/>
                  <a:gd name="T63" fmla="*/ 24 h 54"/>
                  <a:gd name="T64" fmla="*/ 26 w 26"/>
                  <a:gd name="T65" fmla="*/ 4 h 54"/>
                  <a:gd name="T66" fmla="*/ 26 w 26"/>
                  <a:gd name="T67" fmla="*/ 4 h 54"/>
                  <a:gd name="T68" fmla="*/ 24 w 26"/>
                  <a:gd name="T69" fmla="*/ 2 h 54"/>
                  <a:gd name="T70" fmla="*/ 22 w 26"/>
                  <a:gd name="T71" fmla="*/ 0 h 54"/>
                  <a:gd name="T72" fmla="*/ 18 w 26"/>
                  <a:gd name="T73" fmla="*/ 0 h 54"/>
                  <a:gd name="T74" fmla="*/ 18 w 26"/>
                  <a:gd name="T7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 h="54">
                    <a:moveTo>
                      <a:pt x="18" y="0"/>
                    </a:moveTo>
                    <a:lnTo>
                      <a:pt x="18" y="0"/>
                    </a:lnTo>
                    <a:lnTo>
                      <a:pt x="14" y="4"/>
                    </a:lnTo>
                    <a:lnTo>
                      <a:pt x="14" y="4"/>
                    </a:lnTo>
                    <a:lnTo>
                      <a:pt x="12" y="10"/>
                    </a:lnTo>
                    <a:lnTo>
                      <a:pt x="12" y="10"/>
                    </a:lnTo>
                    <a:lnTo>
                      <a:pt x="8" y="14"/>
                    </a:lnTo>
                    <a:lnTo>
                      <a:pt x="6" y="18"/>
                    </a:lnTo>
                    <a:lnTo>
                      <a:pt x="6" y="18"/>
                    </a:lnTo>
                    <a:lnTo>
                      <a:pt x="6" y="22"/>
                    </a:lnTo>
                    <a:lnTo>
                      <a:pt x="6" y="24"/>
                    </a:lnTo>
                    <a:lnTo>
                      <a:pt x="6" y="24"/>
                    </a:lnTo>
                    <a:lnTo>
                      <a:pt x="2" y="28"/>
                    </a:lnTo>
                    <a:lnTo>
                      <a:pt x="2" y="28"/>
                    </a:lnTo>
                    <a:lnTo>
                      <a:pt x="0" y="34"/>
                    </a:lnTo>
                    <a:lnTo>
                      <a:pt x="0" y="42"/>
                    </a:lnTo>
                    <a:lnTo>
                      <a:pt x="0" y="42"/>
                    </a:lnTo>
                    <a:lnTo>
                      <a:pt x="2" y="46"/>
                    </a:lnTo>
                    <a:lnTo>
                      <a:pt x="4" y="50"/>
                    </a:lnTo>
                    <a:lnTo>
                      <a:pt x="4" y="50"/>
                    </a:lnTo>
                    <a:lnTo>
                      <a:pt x="8" y="54"/>
                    </a:lnTo>
                    <a:lnTo>
                      <a:pt x="8" y="54"/>
                    </a:lnTo>
                    <a:lnTo>
                      <a:pt x="10" y="48"/>
                    </a:lnTo>
                    <a:lnTo>
                      <a:pt x="10" y="48"/>
                    </a:lnTo>
                    <a:lnTo>
                      <a:pt x="14" y="46"/>
                    </a:lnTo>
                    <a:lnTo>
                      <a:pt x="16" y="44"/>
                    </a:lnTo>
                    <a:lnTo>
                      <a:pt x="16" y="44"/>
                    </a:lnTo>
                    <a:lnTo>
                      <a:pt x="16" y="40"/>
                    </a:lnTo>
                    <a:lnTo>
                      <a:pt x="18" y="36"/>
                    </a:lnTo>
                    <a:lnTo>
                      <a:pt x="18" y="36"/>
                    </a:lnTo>
                    <a:lnTo>
                      <a:pt x="18" y="24"/>
                    </a:lnTo>
                    <a:lnTo>
                      <a:pt x="18" y="24"/>
                    </a:lnTo>
                    <a:lnTo>
                      <a:pt x="26" y="4"/>
                    </a:lnTo>
                    <a:lnTo>
                      <a:pt x="26" y="4"/>
                    </a:lnTo>
                    <a:lnTo>
                      <a:pt x="24" y="2"/>
                    </a:lnTo>
                    <a:lnTo>
                      <a:pt x="22" y="0"/>
                    </a:lnTo>
                    <a:lnTo>
                      <a:pt x="18" y="0"/>
                    </a:lnTo>
                    <a:lnTo>
                      <a:pt x="18"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7" name="Freeform 212">
                <a:extLst>
                  <a:ext uri="{FF2B5EF4-FFF2-40B4-BE49-F238E27FC236}">
                    <a16:creationId xmlns:a16="http://schemas.microsoft.com/office/drawing/2014/main" id="{2BFA599C-CE94-D542-A0BD-9CCDF2B2C41A}"/>
                  </a:ext>
                </a:extLst>
              </p:cNvPr>
              <p:cNvSpPr>
                <a:spLocks noEditPoints="1"/>
              </p:cNvSpPr>
              <p:nvPr/>
            </p:nvSpPr>
            <p:spPr bwMode="auto">
              <a:xfrm>
                <a:off x="7808143" y="2473390"/>
                <a:ext cx="1612941" cy="1317547"/>
              </a:xfrm>
              <a:custGeom>
                <a:avLst/>
                <a:gdLst>
                  <a:gd name="T0" fmla="*/ 480 w 824"/>
                  <a:gd name="T1" fmla="*/ 634 h 658"/>
                  <a:gd name="T2" fmla="*/ 498 w 824"/>
                  <a:gd name="T3" fmla="*/ 654 h 658"/>
                  <a:gd name="T4" fmla="*/ 510 w 824"/>
                  <a:gd name="T5" fmla="*/ 630 h 658"/>
                  <a:gd name="T6" fmla="*/ 646 w 824"/>
                  <a:gd name="T7" fmla="*/ 412 h 658"/>
                  <a:gd name="T8" fmla="*/ 620 w 824"/>
                  <a:gd name="T9" fmla="*/ 354 h 658"/>
                  <a:gd name="T10" fmla="*/ 644 w 824"/>
                  <a:gd name="T11" fmla="*/ 330 h 658"/>
                  <a:gd name="T12" fmla="*/ 662 w 824"/>
                  <a:gd name="T13" fmla="*/ 322 h 658"/>
                  <a:gd name="T14" fmla="*/ 644 w 824"/>
                  <a:gd name="T15" fmla="*/ 308 h 658"/>
                  <a:gd name="T16" fmla="*/ 614 w 824"/>
                  <a:gd name="T17" fmla="*/ 320 h 658"/>
                  <a:gd name="T18" fmla="*/ 596 w 824"/>
                  <a:gd name="T19" fmla="*/ 292 h 658"/>
                  <a:gd name="T20" fmla="*/ 628 w 824"/>
                  <a:gd name="T21" fmla="*/ 268 h 658"/>
                  <a:gd name="T22" fmla="*/ 662 w 824"/>
                  <a:gd name="T23" fmla="*/ 252 h 658"/>
                  <a:gd name="T24" fmla="*/ 648 w 824"/>
                  <a:gd name="T25" fmla="*/ 288 h 658"/>
                  <a:gd name="T26" fmla="*/ 680 w 824"/>
                  <a:gd name="T27" fmla="*/ 268 h 658"/>
                  <a:gd name="T28" fmla="*/ 708 w 824"/>
                  <a:gd name="T29" fmla="*/ 246 h 658"/>
                  <a:gd name="T30" fmla="*/ 756 w 824"/>
                  <a:gd name="T31" fmla="*/ 212 h 658"/>
                  <a:gd name="T32" fmla="*/ 786 w 824"/>
                  <a:gd name="T33" fmla="*/ 166 h 658"/>
                  <a:gd name="T34" fmla="*/ 814 w 824"/>
                  <a:gd name="T35" fmla="*/ 148 h 658"/>
                  <a:gd name="T36" fmla="*/ 798 w 824"/>
                  <a:gd name="T37" fmla="*/ 112 h 658"/>
                  <a:gd name="T38" fmla="*/ 746 w 824"/>
                  <a:gd name="T39" fmla="*/ 72 h 658"/>
                  <a:gd name="T40" fmla="*/ 682 w 824"/>
                  <a:gd name="T41" fmla="*/ 6 h 658"/>
                  <a:gd name="T42" fmla="*/ 636 w 824"/>
                  <a:gd name="T43" fmla="*/ 38 h 658"/>
                  <a:gd name="T44" fmla="*/ 610 w 824"/>
                  <a:gd name="T45" fmla="*/ 78 h 658"/>
                  <a:gd name="T46" fmla="*/ 582 w 824"/>
                  <a:gd name="T47" fmla="*/ 120 h 658"/>
                  <a:gd name="T48" fmla="*/ 614 w 824"/>
                  <a:gd name="T49" fmla="*/ 138 h 658"/>
                  <a:gd name="T50" fmla="*/ 530 w 824"/>
                  <a:gd name="T51" fmla="*/ 176 h 658"/>
                  <a:gd name="T52" fmla="*/ 458 w 824"/>
                  <a:gd name="T53" fmla="*/ 220 h 658"/>
                  <a:gd name="T54" fmla="*/ 334 w 824"/>
                  <a:gd name="T55" fmla="*/ 218 h 658"/>
                  <a:gd name="T56" fmla="*/ 254 w 824"/>
                  <a:gd name="T57" fmla="*/ 162 h 658"/>
                  <a:gd name="T58" fmla="*/ 208 w 824"/>
                  <a:gd name="T59" fmla="*/ 86 h 658"/>
                  <a:gd name="T60" fmla="*/ 124 w 824"/>
                  <a:gd name="T61" fmla="*/ 150 h 658"/>
                  <a:gd name="T62" fmla="*/ 96 w 824"/>
                  <a:gd name="T63" fmla="*/ 218 h 658"/>
                  <a:gd name="T64" fmla="*/ 68 w 824"/>
                  <a:gd name="T65" fmla="*/ 240 h 658"/>
                  <a:gd name="T66" fmla="*/ 34 w 824"/>
                  <a:gd name="T67" fmla="*/ 262 h 658"/>
                  <a:gd name="T68" fmla="*/ 10 w 824"/>
                  <a:gd name="T69" fmla="*/ 268 h 658"/>
                  <a:gd name="T70" fmla="*/ 14 w 824"/>
                  <a:gd name="T71" fmla="*/ 298 h 658"/>
                  <a:gd name="T72" fmla="*/ 64 w 824"/>
                  <a:gd name="T73" fmla="*/ 338 h 658"/>
                  <a:gd name="T74" fmla="*/ 72 w 824"/>
                  <a:gd name="T75" fmla="*/ 390 h 658"/>
                  <a:gd name="T76" fmla="*/ 104 w 824"/>
                  <a:gd name="T77" fmla="*/ 444 h 658"/>
                  <a:gd name="T78" fmla="*/ 170 w 824"/>
                  <a:gd name="T79" fmla="*/ 482 h 658"/>
                  <a:gd name="T80" fmla="*/ 258 w 824"/>
                  <a:gd name="T81" fmla="*/ 484 h 658"/>
                  <a:gd name="T82" fmla="*/ 322 w 824"/>
                  <a:gd name="T83" fmla="*/ 488 h 658"/>
                  <a:gd name="T84" fmla="*/ 332 w 824"/>
                  <a:gd name="T85" fmla="*/ 546 h 658"/>
                  <a:gd name="T86" fmla="*/ 358 w 824"/>
                  <a:gd name="T87" fmla="*/ 574 h 658"/>
                  <a:gd name="T88" fmla="*/ 388 w 824"/>
                  <a:gd name="T89" fmla="*/ 578 h 658"/>
                  <a:gd name="T90" fmla="*/ 460 w 824"/>
                  <a:gd name="T91" fmla="*/ 596 h 658"/>
                  <a:gd name="T92" fmla="*/ 488 w 824"/>
                  <a:gd name="T93" fmla="*/ 598 h 658"/>
                  <a:gd name="T94" fmla="*/ 496 w 824"/>
                  <a:gd name="T95" fmla="*/ 608 h 658"/>
                  <a:gd name="T96" fmla="*/ 516 w 824"/>
                  <a:gd name="T97" fmla="*/ 594 h 658"/>
                  <a:gd name="T98" fmla="*/ 544 w 824"/>
                  <a:gd name="T99" fmla="*/ 578 h 658"/>
                  <a:gd name="T100" fmla="*/ 556 w 824"/>
                  <a:gd name="T101" fmla="*/ 578 h 658"/>
                  <a:gd name="T102" fmla="*/ 580 w 824"/>
                  <a:gd name="T103" fmla="*/ 572 h 658"/>
                  <a:gd name="T104" fmla="*/ 594 w 824"/>
                  <a:gd name="T105" fmla="*/ 556 h 658"/>
                  <a:gd name="T106" fmla="*/ 616 w 824"/>
                  <a:gd name="T107" fmla="*/ 538 h 658"/>
                  <a:gd name="T108" fmla="*/ 624 w 824"/>
                  <a:gd name="T109" fmla="*/ 528 h 658"/>
                  <a:gd name="T110" fmla="*/ 628 w 824"/>
                  <a:gd name="T111" fmla="*/ 502 h 658"/>
                  <a:gd name="T112" fmla="*/ 640 w 824"/>
                  <a:gd name="T113" fmla="*/ 484 h 658"/>
                  <a:gd name="T114" fmla="*/ 646 w 824"/>
                  <a:gd name="T115" fmla="*/ 472 h 658"/>
                  <a:gd name="T116" fmla="*/ 660 w 824"/>
                  <a:gd name="T117" fmla="*/ 450 h 658"/>
                  <a:gd name="T118" fmla="*/ 640 w 824"/>
                  <a:gd name="T119" fmla="*/ 4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24" h="658">
                    <a:moveTo>
                      <a:pt x="506" y="624"/>
                    </a:moveTo>
                    <a:lnTo>
                      <a:pt x="506" y="624"/>
                    </a:lnTo>
                    <a:lnTo>
                      <a:pt x="498" y="626"/>
                    </a:lnTo>
                    <a:lnTo>
                      <a:pt x="492" y="628"/>
                    </a:lnTo>
                    <a:lnTo>
                      <a:pt x="492" y="628"/>
                    </a:lnTo>
                    <a:lnTo>
                      <a:pt x="488" y="628"/>
                    </a:lnTo>
                    <a:lnTo>
                      <a:pt x="484" y="630"/>
                    </a:lnTo>
                    <a:lnTo>
                      <a:pt x="484" y="630"/>
                    </a:lnTo>
                    <a:lnTo>
                      <a:pt x="484" y="632"/>
                    </a:lnTo>
                    <a:lnTo>
                      <a:pt x="484" y="634"/>
                    </a:lnTo>
                    <a:lnTo>
                      <a:pt x="484" y="634"/>
                    </a:lnTo>
                    <a:lnTo>
                      <a:pt x="482" y="634"/>
                    </a:lnTo>
                    <a:lnTo>
                      <a:pt x="480" y="634"/>
                    </a:lnTo>
                    <a:lnTo>
                      <a:pt x="480" y="634"/>
                    </a:lnTo>
                    <a:lnTo>
                      <a:pt x="474" y="638"/>
                    </a:lnTo>
                    <a:lnTo>
                      <a:pt x="474" y="638"/>
                    </a:lnTo>
                    <a:lnTo>
                      <a:pt x="474" y="646"/>
                    </a:lnTo>
                    <a:lnTo>
                      <a:pt x="476" y="652"/>
                    </a:lnTo>
                    <a:lnTo>
                      <a:pt x="476" y="652"/>
                    </a:lnTo>
                    <a:lnTo>
                      <a:pt x="478" y="652"/>
                    </a:lnTo>
                    <a:lnTo>
                      <a:pt x="482" y="654"/>
                    </a:lnTo>
                    <a:lnTo>
                      <a:pt x="482" y="654"/>
                    </a:lnTo>
                    <a:lnTo>
                      <a:pt x="488" y="658"/>
                    </a:lnTo>
                    <a:lnTo>
                      <a:pt x="488" y="658"/>
                    </a:lnTo>
                    <a:lnTo>
                      <a:pt x="498" y="654"/>
                    </a:lnTo>
                    <a:lnTo>
                      <a:pt x="498" y="654"/>
                    </a:lnTo>
                    <a:lnTo>
                      <a:pt x="498" y="650"/>
                    </a:lnTo>
                    <a:lnTo>
                      <a:pt x="498" y="650"/>
                    </a:lnTo>
                    <a:lnTo>
                      <a:pt x="502" y="650"/>
                    </a:lnTo>
                    <a:lnTo>
                      <a:pt x="504" y="648"/>
                    </a:lnTo>
                    <a:lnTo>
                      <a:pt x="504" y="648"/>
                    </a:lnTo>
                    <a:lnTo>
                      <a:pt x="504" y="646"/>
                    </a:lnTo>
                    <a:lnTo>
                      <a:pt x="504" y="642"/>
                    </a:lnTo>
                    <a:lnTo>
                      <a:pt x="506" y="640"/>
                    </a:lnTo>
                    <a:lnTo>
                      <a:pt x="506" y="640"/>
                    </a:lnTo>
                    <a:lnTo>
                      <a:pt x="508" y="634"/>
                    </a:lnTo>
                    <a:lnTo>
                      <a:pt x="510" y="632"/>
                    </a:lnTo>
                    <a:lnTo>
                      <a:pt x="510" y="632"/>
                    </a:lnTo>
                    <a:lnTo>
                      <a:pt x="510" y="630"/>
                    </a:lnTo>
                    <a:lnTo>
                      <a:pt x="510" y="630"/>
                    </a:lnTo>
                    <a:lnTo>
                      <a:pt x="510" y="630"/>
                    </a:lnTo>
                    <a:lnTo>
                      <a:pt x="510" y="630"/>
                    </a:lnTo>
                    <a:lnTo>
                      <a:pt x="510" y="626"/>
                    </a:lnTo>
                    <a:lnTo>
                      <a:pt x="510" y="626"/>
                    </a:lnTo>
                    <a:lnTo>
                      <a:pt x="506" y="624"/>
                    </a:lnTo>
                    <a:lnTo>
                      <a:pt x="506" y="624"/>
                    </a:lnTo>
                    <a:close/>
                    <a:moveTo>
                      <a:pt x="630" y="416"/>
                    </a:moveTo>
                    <a:lnTo>
                      <a:pt x="630" y="416"/>
                    </a:lnTo>
                    <a:lnTo>
                      <a:pt x="638" y="414"/>
                    </a:lnTo>
                    <a:lnTo>
                      <a:pt x="646" y="416"/>
                    </a:lnTo>
                    <a:lnTo>
                      <a:pt x="646" y="416"/>
                    </a:lnTo>
                    <a:lnTo>
                      <a:pt x="646" y="412"/>
                    </a:lnTo>
                    <a:lnTo>
                      <a:pt x="646" y="412"/>
                    </a:lnTo>
                    <a:lnTo>
                      <a:pt x="636" y="400"/>
                    </a:lnTo>
                    <a:lnTo>
                      <a:pt x="632" y="392"/>
                    </a:lnTo>
                    <a:lnTo>
                      <a:pt x="630" y="384"/>
                    </a:lnTo>
                    <a:lnTo>
                      <a:pt x="630" y="384"/>
                    </a:lnTo>
                    <a:lnTo>
                      <a:pt x="624" y="386"/>
                    </a:lnTo>
                    <a:lnTo>
                      <a:pt x="624" y="386"/>
                    </a:lnTo>
                    <a:lnTo>
                      <a:pt x="626" y="382"/>
                    </a:lnTo>
                    <a:lnTo>
                      <a:pt x="626" y="382"/>
                    </a:lnTo>
                    <a:lnTo>
                      <a:pt x="620" y="370"/>
                    </a:lnTo>
                    <a:lnTo>
                      <a:pt x="618" y="362"/>
                    </a:lnTo>
                    <a:lnTo>
                      <a:pt x="620" y="354"/>
                    </a:lnTo>
                    <a:lnTo>
                      <a:pt x="620" y="354"/>
                    </a:lnTo>
                    <a:lnTo>
                      <a:pt x="622" y="352"/>
                    </a:lnTo>
                    <a:lnTo>
                      <a:pt x="624" y="350"/>
                    </a:lnTo>
                    <a:lnTo>
                      <a:pt x="628" y="348"/>
                    </a:lnTo>
                    <a:lnTo>
                      <a:pt x="628" y="348"/>
                    </a:lnTo>
                    <a:lnTo>
                      <a:pt x="628" y="342"/>
                    </a:lnTo>
                    <a:lnTo>
                      <a:pt x="628" y="342"/>
                    </a:lnTo>
                    <a:lnTo>
                      <a:pt x="632" y="338"/>
                    </a:lnTo>
                    <a:lnTo>
                      <a:pt x="636" y="334"/>
                    </a:lnTo>
                    <a:lnTo>
                      <a:pt x="636" y="334"/>
                    </a:lnTo>
                    <a:lnTo>
                      <a:pt x="638" y="332"/>
                    </a:lnTo>
                    <a:lnTo>
                      <a:pt x="638" y="332"/>
                    </a:lnTo>
                    <a:lnTo>
                      <a:pt x="644" y="330"/>
                    </a:lnTo>
                    <a:lnTo>
                      <a:pt x="644" y="330"/>
                    </a:lnTo>
                    <a:lnTo>
                      <a:pt x="646" y="326"/>
                    </a:lnTo>
                    <a:lnTo>
                      <a:pt x="646" y="326"/>
                    </a:lnTo>
                    <a:lnTo>
                      <a:pt x="650" y="326"/>
                    </a:lnTo>
                    <a:lnTo>
                      <a:pt x="650" y="326"/>
                    </a:lnTo>
                    <a:lnTo>
                      <a:pt x="652" y="324"/>
                    </a:lnTo>
                    <a:lnTo>
                      <a:pt x="652" y="324"/>
                    </a:lnTo>
                    <a:lnTo>
                      <a:pt x="654" y="322"/>
                    </a:lnTo>
                    <a:lnTo>
                      <a:pt x="654" y="322"/>
                    </a:lnTo>
                    <a:lnTo>
                      <a:pt x="654" y="322"/>
                    </a:lnTo>
                    <a:lnTo>
                      <a:pt x="658" y="324"/>
                    </a:lnTo>
                    <a:lnTo>
                      <a:pt x="658" y="324"/>
                    </a:lnTo>
                    <a:lnTo>
                      <a:pt x="660" y="322"/>
                    </a:lnTo>
                    <a:lnTo>
                      <a:pt x="662" y="322"/>
                    </a:lnTo>
                    <a:lnTo>
                      <a:pt x="662" y="322"/>
                    </a:lnTo>
                    <a:lnTo>
                      <a:pt x="666" y="314"/>
                    </a:lnTo>
                    <a:lnTo>
                      <a:pt x="666" y="312"/>
                    </a:lnTo>
                    <a:lnTo>
                      <a:pt x="666" y="312"/>
                    </a:lnTo>
                    <a:lnTo>
                      <a:pt x="660" y="310"/>
                    </a:lnTo>
                    <a:lnTo>
                      <a:pt x="660" y="310"/>
                    </a:lnTo>
                    <a:lnTo>
                      <a:pt x="656" y="310"/>
                    </a:lnTo>
                    <a:lnTo>
                      <a:pt x="654" y="312"/>
                    </a:lnTo>
                    <a:lnTo>
                      <a:pt x="650" y="312"/>
                    </a:lnTo>
                    <a:lnTo>
                      <a:pt x="646" y="312"/>
                    </a:lnTo>
                    <a:lnTo>
                      <a:pt x="646" y="312"/>
                    </a:lnTo>
                    <a:lnTo>
                      <a:pt x="644" y="308"/>
                    </a:lnTo>
                    <a:lnTo>
                      <a:pt x="644" y="308"/>
                    </a:lnTo>
                    <a:lnTo>
                      <a:pt x="638" y="308"/>
                    </a:lnTo>
                    <a:lnTo>
                      <a:pt x="630" y="308"/>
                    </a:lnTo>
                    <a:lnTo>
                      <a:pt x="630" y="308"/>
                    </a:lnTo>
                    <a:lnTo>
                      <a:pt x="630" y="312"/>
                    </a:lnTo>
                    <a:lnTo>
                      <a:pt x="630" y="312"/>
                    </a:lnTo>
                    <a:lnTo>
                      <a:pt x="624" y="314"/>
                    </a:lnTo>
                    <a:lnTo>
                      <a:pt x="624" y="314"/>
                    </a:lnTo>
                    <a:lnTo>
                      <a:pt x="622" y="316"/>
                    </a:lnTo>
                    <a:lnTo>
                      <a:pt x="622" y="318"/>
                    </a:lnTo>
                    <a:lnTo>
                      <a:pt x="622" y="318"/>
                    </a:lnTo>
                    <a:lnTo>
                      <a:pt x="616" y="318"/>
                    </a:lnTo>
                    <a:lnTo>
                      <a:pt x="616" y="318"/>
                    </a:lnTo>
                    <a:lnTo>
                      <a:pt x="614" y="320"/>
                    </a:lnTo>
                    <a:lnTo>
                      <a:pt x="614" y="320"/>
                    </a:lnTo>
                    <a:lnTo>
                      <a:pt x="610" y="320"/>
                    </a:lnTo>
                    <a:lnTo>
                      <a:pt x="610" y="320"/>
                    </a:lnTo>
                    <a:lnTo>
                      <a:pt x="608" y="316"/>
                    </a:lnTo>
                    <a:lnTo>
                      <a:pt x="608" y="312"/>
                    </a:lnTo>
                    <a:lnTo>
                      <a:pt x="608" y="312"/>
                    </a:lnTo>
                    <a:lnTo>
                      <a:pt x="606" y="308"/>
                    </a:lnTo>
                    <a:lnTo>
                      <a:pt x="604" y="304"/>
                    </a:lnTo>
                    <a:lnTo>
                      <a:pt x="602" y="304"/>
                    </a:lnTo>
                    <a:lnTo>
                      <a:pt x="602" y="304"/>
                    </a:lnTo>
                    <a:lnTo>
                      <a:pt x="598" y="298"/>
                    </a:lnTo>
                    <a:lnTo>
                      <a:pt x="596" y="292"/>
                    </a:lnTo>
                    <a:lnTo>
                      <a:pt x="596" y="292"/>
                    </a:lnTo>
                    <a:lnTo>
                      <a:pt x="596" y="286"/>
                    </a:lnTo>
                    <a:lnTo>
                      <a:pt x="596" y="286"/>
                    </a:lnTo>
                    <a:lnTo>
                      <a:pt x="598" y="284"/>
                    </a:lnTo>
                    <a:lnTo>
                      <a:pt x="598" y="284"/>
                    </a:lnTo>
                    <a:lnTo>
                      <a:pt x="606" y="284"/>
                    </a:lnTo>
                    <a:lnTo>
                      <a:pt x="612" y="284"/>
                    </a:lnTo>
                    <a:lnTo>
                      <a:pt x="612" y="284"/>
                    </a:lnTo>
                    <a:lnTo>
                      <a:pt x="614" y="280"/>
                    </a:lnTo>
                    <a:lnTo>
                      <a:pt x="618" y="274"/>
                    </a:lnTo>
                    <a:lnTo>
                      <a:pt x="618" y="274"/>
                    </a:lnTo>
                    <a:lnTo>
                      <a:pt x="626" y="268"/>
                    </a:lnTo>
                    <a:lnTo>
                      <a:pt x="626" y="268"/>
                    </a:lnTo>
                    <a:lnTo>
                      <a:pt x="628" y="268"/>
                    </a:lnTo>
                    <a:lnTo>
                      <a:pt x="628" y="268"/>
                    </a:lnTo>
                    <a:lnTo>
                      <a:pt x="630" y="266"/>
                    </a:lnTo>
                    <a:lnTo>
                      <a:pt x="632" y="262"/>
                    </a:lnTo>
                    <a:lnTo>
                      <a:pt x="634" y="262"/>
                    </a:lnTo>
                    <a:lnTo>
                      <a:pt x="634" y="262"/>
                    </a:lnTo>
                    <a:lnTo>
                      <a:pt x="636" y="260"/>
                    </a:lnTo>
                    <a:lnTo>
                      <a:pt x="636" y="256"/>
                    </a:lnTo>
                    <a:lnTo>
                      <a:pt x="636" y="256"/>
                    </a:lnTo>
                    <a:lnTo>
                      <a:pt x="640" y="250"/>
                    </a:lnTo>
                    <a:lnTo>
                      <a:pt x="644" y="246"/>
                    </a:lnTo>
                    <a:lnTo>
                      <a:pt x="644" y="246"/>
                    </a:lnTo>
                    <a:lnTo>
                      <a:pt x="662" y="252"/>
                    </a:lnTo>
                    <a:lnTo>
                      <a:pt x="662" y="252"/>
                    </a:lnTo>
                    <a:lnTo>
                      <a:pt x="656" y="260"/>
                    </a:lnTo>
                    <a:lnTo>
                      <a:pt x="650" y="268"/>
                    </a:lnTo>
                    <a:lnTo>
                      <a:pt x="650" y="268"/>
                    </a:lnTo>
                    <a:lnTo>
                      <a:pt x="648" y="270"/>
                    </a:lnTo>
                    <a:lnTo>
                      <a:pt x="648" y="270"/>
                    </a:lnTo>
                    <a:lnTo>
                      <a:pt x="648" y="274"/>
                    </a:lnTo>
                    <a:lnTo>
                      <a:pt x="648" y="278"/>
                    </a:lnTo>
                    <a:lnTo>
                      <a:pt x="648" y="278"/>
                    </a:lnTo>
                    <a:lnTo>
                      <a:pt x="654" y="278"/>
                    </a:lnTo>
                    <a:lnTo>
                      <a:pt x="654" y="278"/>
                    </a:lnTo>
                    <a:lnTo>
                      <a:pt x="650" y="282"/>
                    </a:lnTo>
                    <a:lnTo>
                      <a:pt x="648" y="286"/>
                    </a:lnTo>
                    <a:lnTo>
                      <a:pt x="648" y="288"/>
                    </a:lnTo>
                    <a:lnTo>
                      <a:pt x="648" y="288"/>
                    </a:lnTo>
                    <a:lnTo>
                      <a:pt x="650" y="288"/>
                    </a:lnTo>
                    <a:lnTo>
                      <a:pt x="650" y="288"/>
                    </a:lnTo>
                    <a:lnTo>
                      <a:pt x="650" y="288"/>
                    </a:lnTo>
                    <a:lnTo>
                      <a:pt x="650" y="288"/>
                    </a:lnTo>
                    <a:lnTo>
                      <a:pt x="654" y="288"/>
                    </a:lnTo>
                    <a:lnTo>
                      <a:pt x="654" y="288"/>
                    </a:lnTo>
                    <a:lnTo>
                      <a:pt x="654" y="286"/>
                    </a:lnTo>
                    <a:lnTo>
                      <a:pt x="654" y="284"/>
                    </a:lnTo>
                    <a:lnTo>
                      <a:pt x="654" y="284"/>
                    </a:lnTo>
                    <a:lnTo>
                      <a:pt x="666" y="274"/>
                    </a:lnTo>
                    <a:lnTo>
                      <a:pt x="676" y="268"/>
                    </a:lnTo>
                    <a:lnTo>
                      <a:pt x="680" y="268"/>
                    </a:lnTo>
                    <a:lnTo>
                      <a:pt x="684" y="268"/>
                    </a:lnTo>
                    <a:lnTo>
                      <a:pt x="684" y="268"/>
                    </a:lnTo>
                    <a:lnTo>
                      <a:pt x="688" y="270"/>
                    </a:lnTo>
                    <a:lnTo>
                      <a:pt x="688" y="270"/>
                    </a:lnTo>
                    <a:lnTo>
                      <a:pt x="688" y="270"/>
                    </a:lnTo>
                    <a:lnTo>
                      <a:pt x="690" y="270"/>
                    </a:lnTo>
                    <a:lnTo>
                      <a:pt x="690" y="268"/>
                    </a:lnTo>
                    <a:lnTo>
                      <a:pt x="692" y="268"/>
                    </a:lnTo>
                    <a:lnTo>
                      <a:pt x="692" y="268"/>
                    </a:lnTo>
                    <a:lnTo>
                      <a:pt x="692" y="270"/>
                    </a:lnTo>
                    <a:lnTo>
                      <a:pt x="698" y="260"/>
                    </a:lnTo>
                    <a:lnTo>
                      <a:pt x="702" y="254"/>
                    </a:lnTo>
                    <a:lnTo>
                      <a:pt x="708" y="246"/>
                    </a:lnTo>
                    <a:lnTo>
                      <a:pt x="712" y="240"/>
                    </a:lnTo>
                    <a:lnTo>
                      <a:pt x="720" y="232"/>
                    </a:lnTo>
                    <a:lnTo>
                      <a:pt x="720" y="224"/>
                    </a:lnTo>
                    <a:lnTo>
                      <a:pt x="726" y="222"/>
                    </a:lnTo>
                    <a:lnTo>
                      <a:pt x="730" y="228"/>
                    </a:lnTo>
                    <a:lnTo>
                      <a:pt x="734" y="230"/>
                    </a:lnTo>
                    <a:lnTo>
                      <a:pt x="742" y="232"/>
                    </a:lnTo>
                    <a:lnTo>
                      <a:pt x="742" y="226"/>
                    </a:lnTo>
                    <a:lnTo>
                      <a:pt x="742" y="222"/>
                    </a:lnTo>
                    <a:lnTo>
                      <a:pt x="746" y="218"/>
                    </a:lnTo>
                    <a:lnTo>
                      <a:pt x="752" y="218"/>
                    </a:lnTo>
                    <a:lnTo>
                      <a:pt x="756" y="216"/>
                    </a:lnTo>
                    <a:lnTo>
                      <a:pt x="756" y="212"/>
                    </a:lnTo>
                    <a:lnTo>
                      <a:pt x="762" y="210"/>
                    </a:lnTo>
                    <a:lnTo>
                      <a:pt x="762" y="200"/>
                    </a:lnTo>
                    <a:lnTo>
                      <a:pt x="772" y="212"/>
                    </a:lnTo>
                    <a:lnTo>
                      <a:pt x="774" y="208"/>
                    </a:lnTo>
                    <a:lnTo>
                      <a:pt x="774" y="202"/>
                    </a:lnTo>
                    <a:lnTo>
                      <a:pt x="776" y="200"/>
                    </a:lnTo>
                    <a:lnTo>
                      <a:pt x="778" y="194"/>
                    </a:lnTo>
                    <a:lnTo>
                      <a:pt x="776" y="184"/>
                    </a:lnTo>
                    <a:lnTo>
                      <a:pt x="778" y="178"/>
                    </a:lnTo>
                    <a:lnTo>
                      <a:pt x="778" y="172"/>
                    </a:lnTo>
                    <a:lnTo>
                      <a:pt x="782" y="168"/>
                    </a:lnTo>
                    <a:lnTo>
                      <a:pt x="786" y="166"/>
                    </a:lnTo>
                    <a:lnTo>
                      <a:pt x="786" y="166"/>
                    </a:lnTo>
                    <a:lnTo>
                      <a:pt x="786" y="164"/>
                    </a:lnTo>
                    <a:lnTo>
                      <a:pt x="786" y="164"/>
                    </a:lnTo>
                    <a:lnTo>
                      <a:pt x="786" y="164"/>
                    </a:lnTo>
                    <a:lnTo>
                      <a:pt x="786" y="162"/>
                    </a:lnTo>
                    <a:lnTo>
                      <a:pt x="786" y="162"/>
                    </a:lnTo>
                    <a:lnTo>
                      <a:pt x="792" y="164"/>
                    </a:lnTo>
                    <a:lnTo>
                      <a:pt x="794" y="168"/>
                    </a:lnTo>
                    <a:lnTo>
                      <a:pt x="794" y="168"/>
                    </a:lnTo>
                    <a:lnTo>
                      <a:pt x="798" y="164"/>
                    </a:lnTo>
                    <a:lnTo>
                      <a:pt x="804" y="160"/>
                    </a:lnTo>
                    <a:lnTo>
                      <a:pt x="806" y="156"/>
                    </a:lnTo>
                    <a:lnTo>
                      <a:pt x="810" y="154"/>
                    </a:lnTo>
                    <a:lnTo>
                      <a:pt x="814" y="148"/>
                    </a:lnTo>
                    <a:lnTo>
                      <a:pt x="818" y="142"/>
                    </a:lnTo>
                    <a:lnTo>
                      <a:pt x="820" y="132"/>
                    </a:lnTo>
                    <a:lnTo>
                      <a:pt x="820" y="126"/>
                    </a:lnTo>
                    <a:lnTo>
                      <a:pt x="824" y="124"/>
                    </a:lnTo>
                    <a:lnTo>
                      <a:pt x="824" y="116"/>
                    </a:lnTo>
                    <a:lnTo>
                      <a:pt x="820" y="112"/>
                    </a:lnTo>
                    <a:lnTo>
                      <a:pt x="820" y="108"/>
                    </a:lnTo>
                    <a:lnTo>
                      <a:pt x="824" y="100"/>
                    </a:lnTo>
                    <a:lnTo>
                      <a:pt x="816" y="102"/>
                    </a:lnTo>
                    <a:lnTo>
                      <a:pt x="814" y="106"/>
                    </a:lnTo>
                    <a:lnTo>
                      <a:pt x="808" y="108"/>
                    </a:lnTo>
                    <a:lnTo>
                      <a:pt x="804" y="108"/>
                    </a:lnTo>
                    <a:lnTo>
                      <a:pt x="798" y="112"/>
                    </a:lnTo>
                    <a:lnTo>
                      <a:pt x="794" y="116"/>
                    </a:lnTo>
                    <a:lnTo>
                      <a:pt x="788" y="118"/>
                    </a:lnTo>
                    <a:lnTo>
                      <a:pt x="784" y="120"/>
                    </a:lnTo>
                    <a:lnTo>
                      <a:pt x="778" y="116"/>
                    </a:lnTo>
                    <a:lnTo>
                      <a:pt x="772" y="114"/>
                    </a:lnTo>
                    <a:lnTo>
                      <a:pt x="770" y="108"/>
                    </a:lnTo>
                    <a:lnTo>
                      <a:pt x="770" y="102"/>
                    </a:lnTo>
                    <a:lnTo>
                      <a:pt x="768" y="96"/>
                    </a:lnTo>
                    <a:lnTo>
                      <a:pt x="762" y="90"/>
                    </a:lnTo>
                    <a:lnTo>
                      <a:pt x="760" y="84"/>
                    </a:lnTo>
                    <a:lnTo>
                      <a:pt x="758" y="78"/>
                    </a:lnTo>
                    <a:lnTo>
                      <a:pt x="754" y="74"/>
                    </a:lnTo>
                    <a:lnTo>
                      <a:pt x="746" y="72"/>
                    </a:lnTo>
                    <a:lnTo>
                      <a:pt x="740" y="70"/>
                    </a:lnTo>
                    <a:lnTo>
                      <a:pt x="734" y="70"/>
                    </a:lnTo>
                    <a:lnTo>
                      <a:pt x="730" y="66"/>
                    </a:lnTo>
                    <a:lnTo>
                      <a:pt x="726" y="58"/>
                    </a:lnTo>
                    <a:lnTo>
                      <a:pt x="720" y="48"/>
                    </a:lnTo>
                    <a:lnTo>
                      <a:pt x="718" y="40"/>
                    </a:lnTo>
                    <a:lnTo>
                      <a:pt x="718" y="34"/>
                    </a:lnTo>
                    <a:lnTo>
                      <a:pt x="712" y="28"/>
                    </a:lnTo>
                    <a:lnTo>
                      <a:pt x="710" y="22"/>
                    </a:lnTo>
                    <a:lnTo>
                      <a:pt x="702" y="16"/>
                    </a:lnTo>
                    <a:lnTo>
                      <a:pt x="692" y="16"/>
                    </a:lnTo>
                    <a:lnTo>
                      <a:pt x="688" y="10"/>
                    </a:lnTo>
                    <a:lnTo>
                      <a:pt x="682" y="6"/>
                    </a:lnTo>
                    <a:lnTo>
                      <a:pt x="676" y="2"/>
                    </a:lnTo>
                    <a:lnTo>
                      <a:pt x="668" y="0"/>
                    </a:lnTo>
                    <a:lnTo>
                      <a:pt x="664" y="2"/>
                    </a:lnTo>
                    <a:lnTo>
                      <a:pt x="658" y="4"/>
                    </a:lnTo>
                    <a:lnTo>
                      <a:pt x="650" y="4"/>
                    </a:lnTo>
                    <a:lnTo>
                      <a:pt x="644" y="8"/>
                    </a:lnTo>
                    <a:lnTo>
                      <a:pt x="638" y="14"/>
                    </a:lnTo>
                    <a:lnTo>
                      <a:pt x="634" y="20"/>
                    </a:lnTo>
                    <a:lnTo>
                      <a:pt x="632" y="22"/>
                    </a:lnTo>
                    <a:lnTo>
                      <a:pt x="630" y="26"/>
                    </a:lnTo>
                    <a:lnTo>
                      <a:pt x="636" y="24"/>
                    </a:lnTo>
                    <a:lnTo>
                      <a:pt x="636" y="32"/>
                    </a:lnTo>
                    <a:lnTo>
                      <a:pt x="636" y="38"/>
                    </a:lnTo>
                    <a:lnTo>
                      <a:pt x="632" y="42"/>
                    </a:lnTo>
                    <a:lnTo>
                      <a:pt x="634" y="48"/>
                    </a:lnTo>
                    <a:lnTo>
                      <a:pt x="628" y="56"/>
                    </a:lnTo>
                    <a:lnTo>
                      <a:pt x="624" y="62"/>
                    </a:lnTo>
                    <a:lnTo>
                      <a:pt x="624" y="62"/>
                    </a:lnTo>
                    <a:lnTo>
                      <a:pt x="620" y="66"/>
                    </a:lnTo>
                    <a:lnTo>
                      <a:pt x="618" y="68"/>
                    </a:lnTo>
                    <a:lnTo>
                      <a:pt x="618" y="70"/>
                    </a:lnTo>
                    <a:lnTo>
                      <a:pt x="620" y="72"/>
                    </a:lnTo>
                    <a:lnTo>
                      <a:pt x="620" y="72"/>
                    </a:lnTo>
                    <a:lnTo>
                      <a:pt x="618" y="74"/>
                    </a:lnTo>
                    <a:lnTo>
                      <a:pt x="614" y="76"/>
                    </a:lnTo>
                    <a:lnTo>
                      <a:pt x="610" y="78"/>
                    </a:lnTo>
                    <a:lnTo>
                      <a:pt x="600" y="84"/>
                    </a:lnTo>
                    <a:lnTo>
                      <a:pt x="594" y="80"/>
                    </a:lnTo>
                    <a:lnTo>
                      <a:pt x="586" y="76"/>
                    </a:lnTo>
                    <a:lnTo>
                      <a:pt x="580" y="78"/>
                    </a:lnTo>
                    <a:lnTo>
                      <a:pt x="574" y="94"/>
                    </a:lnTo>
                    <a:lnTo>
                      <a:pt x="574" y="94"/>
                    </a:lnTo>
                    <a:lnTo>
                      <a:pt x="576" y="100"/>
                    </a:lnTo>
                    <a:lnTo>
                      <a:pt x="576" y="100"/>
                    </a:lnTo>
                    <a:lnTo>
                      <a:pt x="576" y="104"/>
                    </a:lnTo>
                    <a:lnTo>
                      <a:pt x="574" y="106"/>
                    </a:lnTo>
                    <a:lnTo>
                      <a:pt x="572" y="110"/>
                    </a:lnTo>
                    <a:lnTo>
                      <a:pt x="572" y="116"/>
                    </a:lnTo>
                    <a:lnTo>
                      <a:pt x="582" y="120"/>
                    </a:lnTo>
                    <a:lnTo>
                      <a:pt x="592" y="118"/>
                    </a:lnTo>
                    <a:lnTo>
                      <a:pt x="598" y="112"/>
                    </a:lnTo>
                    <a:lnTo>
                      <a:pt x="602" y="112"/>
                    </a:lnTo>
                    <a:lnTo>
                      <a:pt x="606" y="116"/>
                    </a:lnTo>
                    <a:lnTo>
                      <a:pt x="612" y="122"/>
                    </a:lnTo>
                    <a:lnTo>
                      <a:pt x="622" y="126"/>
                    </a:lnTo>
                    <a:lnTo>
                      <a:pt x="628" y="132"/>
                    </a:lnTo>
                    <a:lnTo>
                      <a:pt x="624" y="138"/>
                    </a:lnTo>
                    <a:lnTo>
                      <a:pt x="624" y="138"/>
                    </a:lnTo>
                    <a:lnTo>
                      <a:pt x="620" y="136"/>
                    </a:lnTo>
                    <a:lnTo>
                      <a:pt x="616" y="136"/>
                    </a:lnTo>
                    <a:lnTo>
                      <a:pt x="614" y="138"/>
                    </a:lnTo>
                    <a:lnTo>
                      <a:pt x="614" y="138"/>
                    </a:lnTo>
                    <a:lnTo>
                      <a:pt x="610" y="140"/>
                    </a:lnTo>
                    <a:lnTo>
                      <a:pt x="606" y="142"/>
                    </a:lnTo>
                    <a:lnTo>
                      <a:pt x="604" y="146"/>
                    </a:lnTo>
                    <a:lnTo>
                      <a:pt x="596" y="144"/>
                    </a:lnTo>
                    <a:lnTo>
                      <a:pt x="586" y="152"/>
                    </a:lnTo>
                    <a:lnTo>
                      <a:pt x="580" y="148"/>
                    </a:lnTo>
                    <a:lnTo>
                      <a:pt x="576" y="148"/>
                    </a:lnTo>
                    <a:lnTo>
                      <a:pt x="574" y="156"/>
                    </a:lnTo>
                    <a:lnTo>
                      <a:pt x="570" y="160"/>
                    </a:lnTo>
                    <a:lnTo>
                      <a:pt x="552" y="164"/>
                    </a:lnTo>
                    <a:lnTo>
                      <a:pt x="550" y="174"/>
                    </a:lnTo>
                    <a:lnTo>
                      <a:pt x="538" y="180"/>
                    </a:lnTo>
                    <a:lnTo>
                      <a:pt x="530" y="176"/>
                    </a:lnTo>
                    <a:lnTo>
                      <a:pt x="524" y="170"/>
                    </a:lnTo>
                    <a:lnTo>
                      <a:pt x="518" y="168"/>
                    </a:lnTo>
                    <a:lnTo>
                      <a:pt x="512" y="172"/>
                    </a:lnTo>
                    <a:lnTo>
                      <a:pt x="510" y="180"/>
                    </a:lnTo>
                    <a:lnTo>
                      <a:pt x="508" y="186"/>
                    </a:lnTo>
                    <a:lnTo>
                      <a:pt x="510" y="196"/>
                    </a:lnTo>
                    <a:lnTo>
                      <a:pt x="512" y="202"/>
                    </a:lnTo>
                    <a:lnTo>
                      <a:pt x="508" y="208"/>
                    </a:lnTo>
                    <a:lnTo>
                      <a:pt x="502" y="212"/>
                    </a:lnTo>
                    <a:lnTo>
                      <a:pt x="492" y="214"/>
                    </a:lnTo>
                    <a:lnTo>
                      <a:pt x="478" y="218"/>
                    </a:lnTo>
                    <a:lnTo>
                      <a:pt x="466" y="218"/>
                    </a:lnTo>
                    <a:lnTo>
                      <a:pt x="458" y="220"/>
                    </a:lnTo>
                    <a:lnTo>
                      <a:pt x="454" y="220"/>
                    </a:lnTo>
                    <a:lnTo>
                      <a:pt x="446" y="228"/>
                    </a:lnTo>
                    <a:lnTo>
                      <a:pt x="438" y="232"/>
                    </a:lnTo>
                    <a:lnTo>
                      <a:pt x="428" y="232"/>
                    </a:lnTo>
                    <a:lnTo>
                      <a:pt x="418" y="234"/>
                    </a:lnTo>
                    <a:lnTo>
                      <a:pt x="406" y="234"/>
                    </a:lnTo>
                    <a:lnTo>
                      <a:pt x="398" y="230"/>
                    </a:lnTo>
                    <a:lnTo>
                      <a:pt x="392" y="222"/>
                    </a:lnTo>
                    <a:lnTo>
                      <a:pt x="388" y="220"/>
                    </a:lnTo>
                    <a:lnTo>
                      <a:pt x="368" y="220"/>
                    </a:lnTo>
                    <a:lnTo>
                      <a:pt x="356" y="218"/>
                    </a:lnTo>
                    <a:lnTo>
                      <a:pt x="344" y="218"/>
                    </a:lnTo>
                    <a:lnTo>
                      <a:pt x="334" y="218"/>
                    </a:lnTo>
                    <a:lnTo>
                      <a:pt x="326" y="218"/>
                    </a:lnTo>
                    <a:lnTo>
                      <a:pt x="320" y="212"/>
                    </a:lnTo>
                    <a:lnTo>
                      <a:pt x="312" y="206"/>
                    </a:lnTo>
                    <a:lnTo>
                      <a:pt x="304" y="200"/>
                    </a:lnTo>
                    <a:lnTo>
                      <a:pt x="300" y="196"/>
                    </a:lnTo>
                    <a:lnTo>
                      <a:pt x="298" y="188"/>
                    </a:lnTo>
                    <a:lnTo>
                      <a:pt x="292" y="182"/>
                    </a:lnTo>
                    <a:lnTo>
                      <a:pt x="284" y="180"/>
                    </a:lnTo>
                    <a:lnTo>
                      <a:pt x="280" y="176"/>
                    </a:lnTo>
                    <a:lnTo>
                      <a:pt x="272" y="172"/>
                    </a:lnTo>
                    <a:lnTo>
                      <a:pt x="264" y="170"/>
                    </a:lnTo>
                    <a:lnTo>
                      <a:pt x="256" y="168"/>
                    </a:lnTo>
                    <a:lnTo>
                      <a:pt x="254" y="162"/>
                    </a:lnTo>
                    <a:lnTo>
                      <a:pt x="256" y="154"/>
                    </a:lnTo>
                    <a:lnTo>
                      <a:pt x="258" y="148"/>
                    </a:lnTo>
                    <a:lnTo>
                      <a:pt x="254" y="140"/>
                    </a:lnTo>
                    <a:lnTo>
                      <a:pt x="246" y="138"/>
                    </a:lnTo>
                    <a:lnTo>
                      <a:pt x="246" y="132"/>
                    </a:lnTo>
                    <a:lnTo>
                      <a:pt x="238" y="124"/>
                    </a:lnTo>
                    <a:lnTo>
                      <a:pt x="230" y="118"/>
                    </a:lnTo>
                    <a:lnTo>
                      <a:pt x="222" y="120"/>
                    </a:lnTo>
                    <a:lnTo>
                      <a:pt x="214" y="118"/>
                    </a:lnTo>
                    <a:lnTo>
                      <a:pt x="210" y="114"/>
                    </a:lnTo>
                    <a:lnTo>
                      <a:pt x="208" y="110"/>
                    </a:lnTo>
                    <a:lnTo>
                      <a:pt x="206" y="100"/>
                    </a:lnTo>
                    <a:lnTo>
                      <a:pt x="208" y="86"/>
                    </a:lnTo>
                    <a:lnTo>
                      <a:pt x="200" y="92"/>
                    </a:lnTo>
                    <a:lnTo>
                      <a:pt x="182" y="94"/>
                    </a:lnTo>
                    <a:lnTo>
                      <a:pt x="176" y="100"/>
                    </a:lnTo>
                    <a:lnTo>
                      <a:pt x="172" y="106"/>
                    </a:lnTo>
                    <a:lnTo>
                      <a:pt x="164" y="108"/>
                    </a:lnTo>
                    <a:lnTo>
                      <a:pt x="162" y="112"/>
                    </a:lnTo>
                    <a:lnTo>
                      <a:pt x="160" y="120"/>
                    </a:lnTo>
                    <a:lnTo>
                      <a:pt x="150" y="124"/>
                    </a:lnTo>
                    <a:lnTo>
                      <a:pt x="142" y="124"/>
                    </a:lnTo>
                    <a:lnTo>
                      <a:pt x="136" y="128"/>
                    </a:lnTo>
                    <a:lnTo>
                      <a:pt x="132" y="136"/>
                    </a:lnTo>
                    <a:lnTo>
                      <a:pt x="126" y="140"/>
                    </a:lnTo>
                    <a:lnTo>
                      <a:pt x="124" y="150"/>
                    </a:lnTo>
                    <a:lnTo>
                      <a:pt x="126" y="160"/>
                    </a:lnTo>
                    <a:lnTo>
                      <a:pt x="130" y="164"/>
                    </a:lnTo>
                    <a:lnTo>
                      <a:pt x="128" y="168"/>
                    </a:lnTo>
                    <a:lnTo>
                      <a:pt x="114" y="168"/>
                    </a:lnTo>
                    <a:lnTo>
                      <a:pt x="104" y="174"/>
                    </a:lnTo>
                    <a:lnTo>
                      <a:pt x="94" y="176"/>
                    </a:lnTo>
                    <a:lnTo>
                      <a:pt x="90" y="178"/>
                    </a:lnTo>
                    <a:lnTo>
                      <a:pt x="92" y="184"/>
                    </a:lnTo>
                    <a:lnTo>
                      <a:pt x="100" y="190"/>
                    </a:lnTo>
                    <a:lnTo>
                      <a:pt x="102" y="196"/>
                    </a:lnTo>
                    <a:lnTo>
                      <a:pt x="100" y="202"/>
                    </a:lnTo>
                    <a:lnTo>
                      <a:pt x="96" y="208"/>
                    </a:lnTo>
                    <a:lnTo>
                      <a:pt x="96" y="218"/>
                    </a:lnTo>
                    <a:lnTo>
                      <a:pt x="96" y="218"/>
                    </a:lnTo>
                    <a:lnTo>
                      <a:pt x="86" y="224"/>
                    </a:lnTo>
                    <a:lnTo>
                      <a:pt x="86" y="224"/>
                    </a:lnTo>
                    <a:lnTo>
                      <a:pt x="80" y="230"/>
                    </a:lnTo>
                    <a:lnTo>
                      <a:pt x="80" y="230"/>
                    </a:lnTo>
                    <a:lnTo>
                      <a:pt x="76" y="230"/>
                    </a:lnTo>
                    <a:lnTo>
                      <a:pt x="72" y="232"/>
                    </a:lnTo>
                    <a:lnTo>
                      <a:pt x="72" y="232"/>
                    </a:lnTo>
                    <a:lnTo>
                      <a:pt x="70" y="236"/>
                    </a:lnTo>
                    <a:lnTo>
                      <a:pt x="70" y="238"/>
                    </a:lnTo>
                    <a:lnTo>
                      <a:pt x="70" y="238"/>
                    </a:lnTo>
                    <a:lnTo>
                      <a:pt x="70" y="240"/>
                    </a:lnTo>
                    <a:lnTo>
                      <a:pt x="68" y="240"/>
                    </a:lnTo>
                    <a:lnTo>
                      <a:pt x="62" y="240"/>
                    </a:lnTo>
                    <a:lnTo>
                      <a:pt x="54" y="242"/>
                    </a:lnTo>
                    <a:lnTo>
                      <a:pt x="50" y="244"/>
                    </a:lnTo>
                    <a:lnTo>
                      <a:pt x="48" y="246"/>
                    </a:lnTo>
                    <a:lnTo>
                      <a:pt x="48" y="246"/>
                    </a:lnTo>
                    <a:lnTo>
                      <a:pt x="48" y="250"/>
                    </a:lnTo>
                    <a:lnTo>
                      <a:pt x="48" y="252"/>
                    </a:lnTo>
                    <a:lnTo>
                      <a:pt x="46" y="256"/>
                    </a:lnTo>
                    <a:lnTo>
                      <a:pt x="46" y="258"/>
                    </a:lnTo>
                    <a:lnTo>
                      <a:pt x="46" y="258"/>
                    </a:lnTo>
                    <a:lnTo>
                      <a:pt x="42" y="260"/>
                    </a:lnTo>
                    <a:lnTo>
                      <a:pt x="40" y="260"/>
                    </a:lnTo>
                    <a:lnTo>
                      <a:pt x="34" y="262"/>
                    </a:lnTo>
                    <a:lnTo>
                      <a:pt x="34" y="262"/>
                    </a:lnTo>
                    <a:lnTo>
                      <a:pt x="30" y="264"/>
                    </a:lnTo>
                    <a:lnTo>
                      <a:pt x="28" y="264"/>
                    </a:lnTo>
                    <a:lnTo>
                      <a:pt x="28" y="264"/>
                    </a:lnTo>
                    <a:lnTo>
                      <a:pt x="26" y="264"/>
                    </a:lnTo>
                    <a:lnTo>
                      <a:pt x="24" y="262"/>
                    </a:lnTo>
                    <a:lnTo>
                      <a:pt x="24" y="260"/>
                    </a:lnTo>
                    <a:lnTo>
                      <a:pt x="22" y="258"/>
                    </a:lnTo>
                    <a:lnTo>
                      <a:pt x="22" y="258"/>
                    </a:lnTo>
                    <a:lnTo>
                      <a:pt x="18" y="258"/>
                    </a:lnTo>
                    <a:lnTo>
                      <a:pt x="14" y="262"/>
                    </a:lnTo>
                    <a:lnTo>
                      <a:pt x="14" y="262"/>
                    </a:lnTo>
                    <a:lnTo>
                      <a:pt x="10" y="268"/>
                    </a:lnTo>
                    <a:lnTo>
                      <a:pt x="10" y="268"/>
                    </a:lnTo>
                    <a:lnTo>
                      <a:pt x="4" y="270"/>
                    </a:lnTo>
                    <a:lnTo>
                      <a:pt x="4" y="270"/>
                    </a:lnTo>
                    <a:lnTo>
                      <a:pt x="0" y="274"/>
                    </a:lnTo>
                    <a:lnTo>
                      <a:pt x="2" y="276"/>
                    </a:lnTo>
                    <a:lnTo>
                      <a:pt x="2" y="276"/>
                    </a:lnTo>
                    <a:lnTo>
                      <a:pt x="2" y="282"/>
                    </a:lnTo>
                    <a:lnTo>
                      <a:pt x="2" y="286"/>
                    </a:lnTo>
                    <a:lnTo>
                      <a:pt x="6" y="290"/>
                    </a:lnTo>
                    <a:lnTo>
                      <a:pt x="14" y="286"/>
                    </a:lnTo>
                    <a:lnTo>
                      <a:pt x="16" y="288"/>
                    </a:lnTo>
                    <a:lnTo>
                      <a:pt x="16" y="292"/>
                    </a:lnTo>
                    <a:lnTo>
                      <a:pt x="14" y="298"/>
                    </a:lnTo>
                    <a:lnTo>
                      <a:pt x="16" y="306"/>
                    </a:lnTo>
                    <a:lnTo>
                      <a:pt x="18" y="312"/>
                    </a:lnTo>
                    <a:lnTo>
                      <a:pt x="20" y="316"/>
                    </a:lnTo>
                    <a:lnTo>
                      <a:pt x="22" y="320"/>
                    </a:lnTo>
                    <a:lnTo>
                      <a:pt x="16" y="322"/>
                    </a:lnTo>
                    <a:lnTo>
                      <a:pt x="16" y="326"/>
                    </a:lnTo>
                    <a:lnTo>
                      <a:pt x="26" y="326"/>
                    </a:lnTo>
                    <a:lnTo>
                      <a:pt x="40" y="336"/>
                    </a:lnTo>
                    <a:lnTo>
                      <a:pt x="44" y="340"/>
                    </a:lnTo>
                    <a:lnTo>
                      <a:pt x="50" y="346"/>
                    </a:lnTo>
                    <a:lnTo>
                      <a:pt x="56" y="340"/>
                    </a:lnTo>
                    <a:lnTo>
                      <a:pt x="58" y="338"/>
                    </a:lnTo>
                    <a:lnTo>
                      <a:pt x="64" y="338"/>
                    </a:lnTo>
                    <a:lnTo>
                      <a:pt x="70" y="340"/>
                    </a:lnTo>
                    <a:lnTo>
                      <a:pt x="76" y="340"/>
                    </a:lnTo>
                    <a:lnTo>
                      <a:pt x="80" y="346"/>
                    </a:lnTo>
                    <a:lnTo>
                      <a:pt x="82" y="350"/>
                    </a:lnTo>
                    <a:lnTo>
                      <a:pt x="86" y="356"/>
                    </a:lnTo>
                    <a:lnTo>
                      <a:pt x="82" y="360"/>
                    </a:lnTo>
                    <a:lnTo>
                      <a:pt x="80" y="364"/>
                    </a:lnTo>
                    <a:lnTo>
                      <a:pt x="78" y="368"/>
                    </a:lnTo>
                    <a:lnTo>
                      <a:pt x="74" y="372"/>
                    </a:lnTo>
                    <a:lnTo>
                      <a:pt x="72" y="378"/>
                    </a:lnTo>
                    <a:lnTo>
                      <a:pt x="68" y="382"/>
                    </a:lnTo>
                    <a:lnTo>
                      <a:pt x="66" y="386"/>
                    </a:lnTo>
                    <a:lnTo>
                      <a:pt x="72" y="390"/>
                    </a:lnTo>
                    <a:lnTo>
                      <a:pt x="74" y="396"/>
                    </a:lnTo>
                    <a:lnTo>
                      <a:pt x="74" y="404"/>
                    </a:lnTo>
                    <a:lnTo>
                      <a:pt x="78" y="406"/>
                    </a:lnTo>
                    <a:lnTo>
                      <a:pt x="82" y="408"/>
                    </a:lnTo>
                    <a:lnTo>
                      <a:pt x="82" y="412"/>
                    </a:lnTo>
                    <a:lnTo>
                      <a:pt x="80" y="420"/>
                    </a:lnTo>
                    <a:lnTo>
                      <a:pt x="80" y="424"/>
                    </a:lnTo>
                    <a:lnTo>
                      <a:pt x="78" y="426"/>
                    </a:lnTo>
                    <a:lnTo>
                      <a:pt x="80" y="432"/>
                    </a:lnTo>
                    <a:lnTo>
                      <a:pt x="86" y="434"/>
                    </a:lnTo>
                    <a:lnTo>
                      <a:pt x="92" y="438"/>
                    </a:lnTo>
                    <a:lnTo>
                      <a:pt x="100" y="440"/>
                    </a:lnTo>
                    <a:lnTo>
                      <a:pt x="104" y="444"/>
                    </a:lnTo>
                    <a:lnTo>
                      <a:pt x="108" y="448"/>
                    </a:lnTo>
                    <a:lnTo>
                      <a:pt x="112" y="448"/>
                    </a:lnTo>
                    <a:lnTo>
                      <a:pt x="118" y="448"/>
                    </a:lnTo>
                    <a:lnTo>
                      <a:pt x="124" y="448"/>
                    </a:lnTo>
                    <a:lnTo>
                      <a:pt x="130" y="450"/>
                    </a:lnTo>
                    <a:lnTo>
                      <a:pt x="136" y="460"/>
                    </a:lnTo>
                    <a:lnTo>
                      <a:pt x="142" y="460"/>
                    </a:lnTo>
                    <a:lnTo>
                      <a:pt x="148" y="458"/>
                    </a:lnTo>
                    <a:lnTo>
                      <a:pt x="154" y="462"/>
                    </a:lnTo>
                    <a:lnTo>
                      <a:pt x="154" y="468"/>
                    </a:lnTo>
                    <a:lnTo>
                      <a:pt x="160" y="472"/>
                    </a:lnTo>
                    <a:lnTo>
                      <a:pt x="166" y="478"/>
                    </a:lnTo>
                    <a:lnTo>
                      <a:pt x="170" y="482"/>
                    </a:lnTo>
                    <a:lnTo>
                      <a:pt x="176" y="482"/>
                    </a:lnTo>
                    <a:lnTo>
                      <a:pt x="182" y="486"/>
                    </a:lnTo>
                    <a:lnTo>
                      <a:pt x="194" y="488"/>
                    </a:lnTo>
                    <a:lnTo>
                      <a:pt x="202" y="490"/>
                    </a:lnTo>
                    <a:lnTo>
                      <a:pt x="208" y="486"/>
                    </a:lnTo>
                    <a:lnTo>
                      <a:pt x="214" y="488"/>
                    </a:lnTo>
                    <a:lnTo>
                      <a:pt x="218" y="494"/>
                    </a:lnTo>
                    <a:lnTo>
                      <a:pt x="224" y="484"/>
                    </a:lnTo>
                    <a:lnTo>
                      <a:pt x="228" y="482"/>
                    </a:lnTo>
                    <a:lnTo>
                      <a:pt x="236" y="480"/>
                    </a:lnTo>
                    <a:lnTo>
                      <a:pt x="242" y="484"/>
                    </a:lnTo>
                    <a:lnTo>
                      <a:pt x="248" y="484"/>
                    </a:lnTo>
                    <a:lnTo>
                      <a:pt x="258" y="484"/>
                    </a:lnTo>
                    <a:lnTo>
                      <a:pt x="264" y="482"/>
                    </a:lnTo>
                    <a:lnTo>
                      <a:pt x="272" y="480"/>
                    </a:lnTo>
                    <a:lnTo>
                      <a:pt x="276" y="476"/>
                    </a:lnTo>
                    <a:lnTo>
                      <a:pt x="284" y="474"/>
                    </a:lnTo>
                    <a:lnTo>
                      <a:pt x="288" y="476"/>
                    </a:lnTo>
                    <a:lnTo>
                      <a:pt x="292" y="472"/>
                    </a:lnTo>
                    <a:lnTo>
                      <a:pt x="298" y="472"/>
                    </a:lnTo>
                    <a:lnTo>
                      <a:pt x="306" y="476"/>
                    </a:lnTo>
                    <a:lnTo>
                      <a:pt x="306" y="482"/>
                    </a:lnTo>
                    <a:lnTo>
                      <a:pt x="308" y="486"/>
                    </a:lnTo>
                    <a:lnTo>
                      <a:pt x="314" y="484"/>
                    </a:lnTo>
                    <a:lnTo>
                      <a:pt x="316" y="486"/>
                    </a:lnTo>
                    <a:lnTo>
                      <a:pt x="322" y="488"/>
                    </a:lnTo>
                    <a:lnTo>
                      <a:pt x="326" y="490"/>
                    </a:lnTo>
                    <a:lnTo>
                      <a:pt x="328" y="494"/>
                    </a:lnTo>
                    <a:lnTo>
                      <a:pt x="330" y="498"/>
                    </a:lnTo>
                    <a:lnTo>
                      <a:pt x="334" y="498"/>
                    </a:lnTo>
                    <a:lnTo>
                      <a:pt x="338" y="498"/>
                    </a:lnTo>
                    <a:lnTo>
                      <a:pt x="340" y="504"/>
                    </a:lnTo>
                    <a:lnTo>
                      <a:pt x="342" y="508"/>
                    </a:lnTo>
                    <a:lnTo>
                      <a:pt x="340" y="516"/>
                    </a:lnTo>
                    <a:lnTo>
                      <a:pt x="342" y="520"/>
                    </a:lnTo>
                    <a:lnTo>
                      <a:pt x="342" y="524"/>
                    </a:lnTo>
                    <a:lnTo>
                      <a:pt x="340" y="534"/>
                    </a:lnTo>
                    <a:lnTo>
                      <a:pt x="336" y="540"/>
                    </a:lnTo>
                    <a:lnTo>
                      <a:pt x="332" y="546"/>
                    </a:lnTo>
                    <a:lnTo>
                      <a:pt x="332" y="550"/>
                    </a:lnTo>
                    <a:lnTo>
                      <a:pt x="334" y="554"/>
                    </a:lnTo>
                    <a:lnTo>
                      <a:pt x="334" y="560"/>
                    </a:lnTo>
                    <a:lnTo>
                      <a:pt x="336" y="562"/>
                    </a:lnTo>
                    <a:lnTo>
                      <a:pt x="338" y="562"/>
                    </a:lnTo>
                    <a:lnTo>
                      <a:pt x="340" y="558"/>
                    </a:lnTo>
                    <a:lnTo>
                      <a:pt x="346" y="556"/>
                    </a:lnTo>
                    <a:lnTo>
                      <a:pt x="350" y="556"/>
                    </a:lnTo>
                    <a:lnTo>
                      <a:pt x="352" y="560"/>
                    </a:lnTo>
                    <a:lnTo>
                      <a:pt x="352" y="564"/>
                    </a:lnTo>
                    <a:lnTo>
                      <a:pt x="354" y="570"/>
                    </a:lnTo>
                    <a:lnTo>
                      <a:pt x="358" y="570"/>
                    </a:lnTo>
                    <a:lnTo>
                      <a:pt x="358" y="574"/>
                    </a:lnTo>
                    <a:lnTo>
                      <a:pt x="354" y="580"/>
                    </a:lnTo>
                    <a:lnTo>
                      <a:pt x="354" y="584"/>
                    </a:lnTo>
                    <a:lnTo>
                      <a:pt x="360" y="586"/>
                    </a:lnTo>
                    <a:lnTo>
                      <a:pt x="364" y="586"/>
                    </a:lnTo>
                    <a:lnTo>
                      <a:pt x="366" y="594"/>
                    </a:lnTo>
                    <a:lnTo>
                      <a:pt x="368" y="600"/>
                    </a:lnTo>
                    <a:lnTo>
                      <a:pt x="378" y="602"/>
                    </a:lnTo>
                    <a:lnTo>
                      <a:pt x="376" y="608"/>
                    </a:lnTo>
                    <a:lnTo>
                      <a:pt x="384" y="608"/>
                    </a:lnTo>
                    <a:lnTo>
                      <a:pt x="388" y="602"/>
                    </a:lnTo>
                    <a:lnTo>
                      <a:pt x="388" y="592"/>
                    </a:lnTo>
                    <a:lnTo>
                      <a:pt x="384" y="584"/>
                    </a:lnTo>
                    <a:lnTo>
                      <a:pt x="388" y="578"/>
                    </a:lnTo>
                    <a:lnTo>
                      <a:pt x="394" y="580"/>
                    </a:lnTo>
                    <a:lnTo>
                      <a:pt x="400" y="576"/>
                    </a:lnTo>
                    <a:lnTo>
                      <a:pt x="408" y="578"/>
                    </a:lnTo>
                    <a:lnTo>
                      <a:pt x="416" y="576"/>
                    </a:lnTo>
                    <a:lnTo>
                      <a:pt x="426" y="576"/>
                    </a:lnTo>
                    <a:lnTo>
                      <a:pt x="432" y="570"/>
                    </a:lnTo>
                    <a:lnTo>
                      <a:pt x="438" y="572"/>
                    </a:lnTo>
                    <a:lnTo>
                      <a:pt x="442" y="574"/>
                    </a:lnTo>
                    <a:lnTo>
                      <a:pt x="448" y="576"/>
                    </a:lnTo>
                    <a:lnTo>
                      <a:pt x="446" y="584"/>
                    </a:lnTo>
                    <a:lnTo>
                      <a:pt x="450" y="590"/>
                    </a:lnTo>
                    <a:lnTo>
                      <a:pt x="454" y="594"/>
                    </a:lnTo>
                    <a:lnTo>
                      <a:pt x="460" y="596"/>
                    </a:lnTo>
                    <a:lnTo>
                      <a:pt x="464" y="596"/>
                    </a:lnTo>
                    <a:lnTo>
                      <a:pt x="470" y="598"/>
                    </a:lnTo>
                    <a:lnTo>
                      <a:pt x="470" y="598"/>
                    </a:lnTo>
                    <a:lnTo>
                      <a:pt x="472" y="594"/>
                    </a:lnTo>
                    <a:lnTo>
                      <a:pt x="472" y="594"/>
                    </a:lnTo>
                    <a:lnTo>
                      <a:pt x="476" y="594"/>
                    </a:lnTo>
                    <a:lnTo>
                      <a:pt x="482" y="594"/>
                    </a:lnTo>
                    <a:lnTo>
                      <a:pt x="484" y="596"/>
                    </a:lnTo>
                    <a:lnTo>
                      <a:pt x="484" y="596"/>
                    </a:lnTo>
                    <a:lnTo>
                      <a:pt x="486" y="596"/>
                    </a:lnTo>
                    <a:lnTo>
                      <a:pt x="488" y="596"/>
                    </a:lnTo>
                    <a:lnTo>
                      <a:pt x="488" y="596"/>
                    </a:lnTo>
                    <a:lnTo>
                      <a:pt x="488" y="598"/>
                    </a:lnTo>
                    <a:lnTo>
                      <a:pt x="490" y="600"/>
                    </a:lnTo>
                    <a:lnTo>
                      <a:pt x="490" y="600"/>
                    </a:lnTo>
                    <a:lnTo>
                      <a:pt x="488" y="604"/>
                    </a:lnTo>
                    <a:lnTo>
                      <a:pt x="488" y="610"/>
                    </a:lnTo>
                    <a:lnTo>
                      <a:pt x="490" y="610"/>
                    </a:lnTo>
                    <a:lnTo>
                      <a:pt x="490" y="610"/>
                    </a:lnTo>
                    <a:lnTo>
                      <a:pt x="492" y="620"/>
                    </a:lnTo>
                    <a:lnTo>
                      <a:pt x="492" y="620"/>
                    </a:lnTo>
                    <a:lnTo>
                      <a:pt x="500" y="618"/>
                    </a:lnTo>
                    <a:lnTo>
                      <a:pt x="500" y="618"/>
                    </a:lnTo>
                    <a:lnTo>
                      <a:pt x="500" y="612"/>
                    </a:lnTo>
                    <a:lnTo>
                      <a:pt x="496" y="608"/>
                    </a:lnTo>
                    <a:lnTo>
                      <a:pt x="496" y="608"/>
                    </a:lnTo>
                    <a:lnTo>
                      <a:pt x="498" y="608"/>
                    </a:lnTo>
                    <a:lnTo>
                      <a:pt x="498" y="608"/>
                    </a:lnTo>
                    <a:lnTo>
                      <a:pt x="500" y="606"/>
                    </a:lnTo>
                    <a:lnTo>
                      <a:pt x="500" y="604"/>
                    </a:lnTo>
                    <a:lnTo>
                      <a:pt x="500" y="604"/>
                    </a:lnTo>
                    <a:lnTo>
                      <a:pt x="504" y="604"/>
                    </a:lnTo>
                    <a:lnTo>
                      <a:pt x="508" y="602"/>
                    </a:lnTo>
                    <a:lnTo>
                      <a:pt x="508" y="602"/>
                    </a:lnTo>
                    <a:lnTo>
                      <a:pt x="512" y="596"/>
                    </a:lnTo>
                    <a:lnTo>
                      <a:pt x="512" y="596"/>
                    </a:lnTo>
                    <a:lnTo>
                      <a:pt x="516" y="596"/>
                    </a:lnTo>
                    <a:lnTo>
                      <a:pt x="516" y="594"/>
                    </a:lnTo>
                    <a:lnTo>
                      <a:pt x="516" y="594"/>
                    </a:lnTo>
                    <a:lnTo>
                      <a:pt x="516" y="594"/>
                    </a:lnTo>
                    <a:lnTo>
                      <a:pt x="518" y="594"/>
                    </a:lnTo>
                    <a:lnTo>
                      <a:pt x="518" y="594"/>
                    </a:lnTo>
                    <a:lnTo>
                      <a:pt x="520" y="590"/>
                    </a:lnTo>
                    <a:lnTo>
                      <a:pt x="520" y="590"/>
                    </a:lnTo>
                    <a:lnTo>
                      <a:pt x="522" y="590"/>
                    </a:lnTo>
                    <a:lnTo>
                      <a:pt x="524" y="592"/>
                    </a:lnTo>
                    <a:lnTo>
                      <a:pt x="526" y="590"/>
                    </a:lnTo>
                    <a:lnTo>
                      <a:pt x="526" y="590"/>
                    </a:lnTo>
                    <a:lnTo>
                      <a:pt x="532" y="590"/>
                    </a:lnTo>
                    <a:lnTo>
                      <a:pt x="538" y="590"/>
                    </a:lnTo>
                    <a:lnTo>
                      <a:pt x="538" y="590"/>
                    </a:lnTo>
                    <a:lnTo>
                      <a:pt x="544" y="578"/>
                    </a:lnTo>
                    <a:lnTo>
                      <a:pt x="546" y="578"/>
                    </a:lnTo>
                    <a:lnTo>
                      <a:pt x="546" y="578"/>
                    </a:lnTo>
                    <a:lnTo>
                      <a:pt x="548" y="576"/>
                    </a:lnTo>
                    <a:lnTo>
                      <a:pt x="548" y="574"/>
                    </a:lnTo>
                    <a:lnTo>
                      <a:pt x="546" y="574"/>
                    </a:lnTo>
                    <a:lnTo>
                      <a:pt x="546" y="572"/>
                    </a:lnTo>
                    <a:lnTo>
                      <a:pt x="546" y="572"/>
                    </a:lnTo>
                    <a:lnTo>
                      <a:pt x="550" y="572"/>
                    </a:lnTo>
                    <a:lnTo>
                      <a:pt x="550" y="572"/>
                    </a:lnTo>
                    <a:lnTo>
                      <a:pt x="552" y="578"/>
                    </a:lnTo>
                    <a:lnTo>
                      <a:pt x="552" y="578"/>
                    </a:lnTo>
                    <a:lnTo>
                      <a:pt x="556" y="578"/>
                    </a:lnTo>
                    <a:lnTo>
                      <a:pt x="556" y="578"/>
                    </a:lnTo>
                    <a:lnTo>
                      <a:pt x="558" y="578"/>
                    </a:lnTo>
                    <a:lnTo>
                      <a:pt x="560" y="580"/>
                    </a:lnTo>
                    <a:lnTo>
                      <a:pt x="560" y="580"/>
                    </a:lnTo>
                    <a:lnTo>
                      <a:pt x="562" y="578"/>
                    </a:lnTo>
                    <a:lnTo>
                      <a:pt x="562" y="576"/>
                    </a:lnTo>
                    <a:lnTo>
                      <a:pt x="562" y="576"/>
                    </a:lnTo>
                    <a:lnTo>
                      <a:pt x="570" y="574"/>
                    </a:lnTo>
                    <a:lnTo>
                      <a:pt x="570" y="574"/>
                    </a:lnTo>
                    <a:lnTo>
                      <a:pt x="574" y="576"/>
                    </a:lnTo>
                    <a:lnTo>
                      <a:pt x="576" y="576"/>
                    </a:lnTo>
                    <a:lnTo>
                      <a:pt x="576" y="574"/>
                    </a:lnTo>
                    <a:lnTo>
                      <a:pt x="576" y="574"/>
                    </a:lnTo>
                    <a:lnTo>
                      <a:pt x="580" y="572"/>
                    </a:lnTo>
                    <a:lnTo>
                      <a:pt x="580" y="572"/>
                    </a:lnTo>
                    <a:lnTo>
                      <a:pt x="582" y="568"/>
                    </a:lnTo>
                    <a:lnTo>
                      <a:pt x="580" y="566"/>
                    </a:lnTo>
                    <a:lnTo>
                      <a:pt x="580" y="564"/>
                    </a:lnTo>
                    <a:lnTo>
                      <a:pt x="580" y="564"/>
                    </a:lnTo>
                    <a:lnTo>
                      <a:pt x="588" y="560"/>
                    </a:lnTo>
                    <a:lnTo>
                      <a:pt x="588" y="560"/>
                    </a:lnTo>
                    <a:lnTo>
                      <a:pt x="588" y="558"/>
                    </a:lnTo>
                    <a:lnTo>
                      <a:pt x="588" y="558"/>
                    </a:lnTo>
                    <a:lnTo>
                      <a:pt x="590" y="558"/>
                    </a:lnTo>
                    <a:lnTo>
                      <a:pt x="592" y="558"/>
                    </a:lnTo>
                    <a:lnTo>
                      <a:pt x="592" y="558"/>
                    </a:lnTo>
                    <a:lnTo>
                      <a:pt x="594" y="556"/>
                    </a:lnTo>
                    <a:lnTo>
                      <a:pt x="594" y="556"/>
                    </a:lnTo>
                    <a:lnTo>
                      <a:pt x="594" y="552"/>
                    </a:lnTo>
                    <a:lnTo>
                      <a:pt x="594" y="552"/>
                    </a:lnTo>
                    <a:lnTo>
                      <a:pt x="598" y="552"/>
                    </a:lnTo>
                    <a:lnTo>
                      <a:pt x="600" y="552"/>
                    </a:lnTo>
                    <a:lnTo>
                      <a:pt x="600" y="552"/>
                    </a:lnTo>
                    <a:lnTo>
                      <a:pt x="602" y="548"/>
                    </a:lnTo>
                    <a:lnTo>
                      <a:pt x="602" y="548"/>
                    </a:lnTo>
                    <a:lnTo>
                      <a:pt x="602" y="542"/>
                    </a:lnTo>
                    <a:lnTo>
                      <a:pt x="602" y="542"/>
                    </a:lnTo>
                    <a:lnTo>
                      <a:pt x="616" y="540"/>
                    </a:lnTo>
                    <a:lnTo>
                      <a:pt x="616" y="540"/>
                    </a:lnTo>
                    <a:lnTo>
                      <a:pt x="616" y="538"/>
                    </a:lnTo>
                    <a:lnTo>
                      <a:pt x="614" y="538"/>
                    </a:lnTo>
                    <a:lnTo>
                      <a:pt x="614" y="538"/>
                    </a:lnTo>
                    <a:lnTo>
                      <a:pt x="614" y="536"/>
                    </a:lnTo>
                    <a:lnTo>
                      <a:pt x="616" y="534"/>
                    </a:lnTo>
                    <a:lnTo>
                      <a:pt x="618" y="534"/>
                    </a:lnTo>
                    <a:lnTo>
                      <a:pt x="618" y="532"/>
                    </a:lnTo>
                    <a:lnTo>
                      <a:pt x="618" y="532"/>
                    </a:lnTo>
                    <a:lnTo>
                      <a:pt x="616" y="532"/>
                    </a:lnTo>
                    <a:lnTo>
                      <a:pt x="616" y="530"/>
                    </a:lnTo>
                    <a:lnTo>
                      <a:pt x="618" y="528"/>
                    </a:lnTo>
                    <a:lnTo>
                      <a:pt x="618" y="528"/>
                    </a:lnTo>
                    <a:lnTo>
                      <a:pt x="624" y="528"/>
                    </a:lnTo>
                    <a:lnTo>
                      <a:pt x="624" y="528"/>
                    </a:lnTo>
                    <a:lnTo>
                      <a:pt x="624" y="526"/>
                    </a:lnTo>
                    <a:lnTo>
                      <a:pt x="626" y="526"/>
                    </a:lnTo>
                    <a:lnTo>
                      <a:pt x="626" y="526"/>
                    </a:lnTo>
                    <a:lnTo>
                      <a:pt x="624" y="516"/>
                    </a:lnTo>
                    <a:lnTo>
                      <a:pt x="624" y="516"/>
                    </a:lnTo>
                    <a:lnTo>
                      <a:pt x="620" y="516"/>
                    </a:lnTo>
                    <a:lnTo>
                      <a:pt x="620" y="512"/>
                    </a:lnTo>
                    <a:lnTo>
                      <a:pt x="620" y="512"/>
                    </a:lnTo>
                    <a:lnTo>
                      <a:pt x="624" y="512"/>
                    </a:lnTo>
                    <a:lnTo>
                      <a:pt x="624" y="512"/>
                    </a:lnTo>
                    <a:lnTo>
                      <a:pt x="624" y="504"/>
                    </a:lnTo>
                    <a:lnTo>
                      <a:pt x="624" y="504"/>
                    </a:lnTo>
                    <a:lnTo>
                      <a:pt x="628" y="502"/>
                    </a:lnTo>
                    <a:lnTo>
                      <a:pt x="632" y="500"/>
                    </a:lnTo>
                    <a:lnTo>
                      <a:pt x="632" y="500"/>
                    </a:lnTo>
                    <a:lnTo>
                      <a:pt x="632" y="498"/>
                    </a:lnTo>
                    <a:lnTo>
                      <a:pt x="632" y="498"/>
                    </a:lnTo>
                    <a:lnTo>
                      <a:pt x="638" y="494"/>
                    </a:lnTo>
                    <a:lnTo>
                      <a:pt x="638" y="494"/>
                    </a:lnTo>
                    <a:lnTo>
                      <a:pt x="638" y="488"/>
                    </a:lnTo>
                    <a:lnTo>
                      <a:pt x="638" y="488"/>
                    </a:lnTo>
                    <a:lnTo>
                      <a:pt x="638" y="486"/>
                    </a:lnTo>
                    <a:lnTo>
                      <a:pt x="640" y="486"/>
                    </a:lnTo>
                    <a:lnTo>
                      <a:pt x="640" y="486"/>
                    </a:lnTo>
                    <a:lnTo>
                      <a:pt x="640" y="484"/>
                    </a:lnTo>
                    <a:lnTo>
                      <a:pt x="640" y="484"/>
                    </a:lnTo>
                    <a:lnTo>
                      <a:pt x="638" y="484"/>
                    </a:lnTo>
                    <a:lnTo>
                      <a:pt x="640" y="484"/>
                    </a:lnTo>
                    <a:lnTo>
                      <a:pt x="644" y="484"/>
                    </a:lnTo>
                    <a:lnTo>
                      <a:pt x="644" y="484"/>
                    </a:lnTo>
                    <a:lnTo>
                      <a:pt x="644" y="480"/>
                    </a:lnTo>
                    <a:lnTo>
                      <a:pt x="646" y="478"/>
                    </a:lnTo>
                    <a:lnTo>
                      <a:pt x="646" y="478"/>
                    </a:lnTo>
                    <a:lnTo>
                      <a:pt x="650" y="478"/>
                    </a:lnTo>
                    <a:lnTo>
                      <a:pt x="650" y="478"/>
                    </a:lnTo>
                    <a:lnTo>
                      <a:pt x="650" y="474"/>
                    </a:lnTo>
                    <a:lnTo>
                      <a:pt x="650" y="474"/>
                    </a:lnTo>
                    <a:lnTo>
                      <a:pt x="646" y="472"/>
                    </a:lnTo>
                    <a:lnTo>
                      <a:pt x="646" y="472"/>
                    </a:lnTo>
                    <a:lnTo>
                      <a:pt x="648" y="470"/>
                    </a:lnTo>
                    <a:lnTo>
                      <a:pt x="648" y="468"/>
                    </a:lnTo>
                    <a:lnTo>
                      <a:pt x="648" y="462"/>
                    </a:lnTo>
                    <a:lnTo>
                      <a:pt x="648" y="462"/>
                    </a:lnTo>
                    <a:lnTo>
                      <a:pt x="656" y="462"/>
                    </a:lnTo>
                    <a:lnTo>
                      <a:pt x="656" y="462"/>
                    </a:lnTo>
                    <a:lnTo>
                      <a:pt x="654" y="460"/>
                    </a:lnTo>
                    <a:lnTo>
                      <a:pt x="654" y="456"/>
                    </a:lnTo>
                    <a:lnTo>
                      <a:pt x="656" y="454"/>
                    </a:lnTo>
                    <a:lnTo>
                      <a:pt x="654" y="452"/>
                    </a:lnTo>
                    <a:lnTo>
                      <a:pt x="654" y="452"/>
                    </a:lnTo>
                    <a:lnTo>
                      <a:pt x="658" y="450"/>
                    </a:lnTo>
                    <a:lnTo>
                      <a:pt x="660" y="450"/>
                    </a:lnTo>
                    <a:lnTo>
                      <a:pt x="660" y="450"/>
                    </a:lnTo>
                    <a:lnTo>
                      <a:pt x="658" y="446"/>
                    </a:lnTo>
                    <a:lnTo>
                      <a:pt x="658" y="446"/>
                    </a:lnTo>
                    <a:lnTo>
                      <a:pt x="654" y="446"/>
                    </a:lnTo>
                    <a:lnTo>
                      <a:pt x="652" y="442"/>
                    </a:lnTo>
                    <a:lnTo>
                      <a:pt x="652" y="442"/>
                    </a:lnTo>
                    <a:lnTo>
                      <a:pt x="646" y="444"/>
                    </a:lnTo>
                    <a:lnTo>
                      <a:pt x="644" y="444"/>
                    </a:lnTo>
                    <a:lnTo>
                      <a:pt x="640" y="444"/>
                    </a:lnTo>
                    <a:lnTo>
                      <a:pt x="640" y="444"/>
                    </a:lnTo>
                    <a:lnTo>
                      <a:pt x="640" y="442"/>
                    </a:lnTo>
                    <a:lnTo>
                      <a:pt x="640" y="440"/>
                    </a:lnTo>
                    <a:lnTo>
                      <a:pt x="640" y="440"/>
                    </a:lnTo>
                    <a:lnTo>
                      <a:pt x="652" y="432"/>
                    </a:lnTo>
                    <a:lnTo>
                      <a:pt x="630" y="416"/>
                    </a:lnTo>
                    <a:close/>
                  </a:path>
                </a:pathLst>
              </a:cu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68" name="Group 567">
              <a:extLst>
                <a:ext uri="{FF2B5EF4-FFF2-40B4-BE49-F238E27FC236}">
                  <a16:creationId xmlns:a16="http://schemas.microsoft.com/office/drawing/2014/main" id="{C3F250B9-69A2-1649-B5E7-CCD2D2F75ED3}"/>
                </a:ext>
              </a:extLst>
            </p:cNvPr>
            <p:cNvGrpSpPr/>
            <p:nvPr/>
          </p:nvGrpSpPr>
          <p:grpSpPr>
            <a:xfrm>
              <a:off x="9287558" y="4681141"/>
              <a:ext cx="2069826" cy="1562992"/>
              <a:chOff x="8850323" y="4768085"/>
              <a:chExt cx="1718275" cy="1297525"/>
            </a:xfrm>
            <a:solidFill>
              <a:schemeClr val="bg2"/>
            </a:solidFill>
          </p:grpSpPr>
          <p:sp>
            <p:nvSpPr>
              <p:cNvPr id="569" name="Freeform 128">
                <a:extLst>
                  <a:ext uri="{FF2B5EF4-FFF2-40B4-BE49-F238E27FC236}">
                    <a16:creationId xmlns:a16="http://schemas.microsoft.com/office/drawing/2014/main" id="{4D0E0614-21BA-FF4C-B9F4-864484F12AA0}"/>
                  </a:ext>
                </a:extLst>
              </p:cNvPr>
              <p:cNvSpPr>
                <a:spLocks noEditPoints="1"/>
              </p:cNvSpPr>
              <p:nvPr/>
            </p:nvSpPr>
            <p:spPr bwMode="auto">
              <a:xfrm>
                <a:off x="10243752" y="5577036"/>
                <a:ext cx="324846" cy="488574"/>
              </a:xfrm>
              <a:custGeom>
                <a:avLst/>
                <a:gdLst>
                  <a:gd name="T0" fmla="*/ 24 w 166"/>
                  <a:gd name="T1" fmla="*/ 242 h 244"/>
                  <a:gd name="T2" fmla="*/ 22 w 166"/>
                  <a:gd name="T3" fmla="*/ 234 h 244"/>
                  <a:gd name="T4" fmla="*/ 82 w 166"/>
                  <a:gd name="T5" fmla="*/ 112 h 244"/>
                  <a:gd name="T6" fmla="*/ 76 w 166"/>
                  <a:gd name="T7" fmla="*/ 128 h 244"/>
                  <a:gd name="T8" fmla="*/ 70 w 166"/>
                  <a:gd name="T9" fmla="*/ 142 h 244"/>
                  <a:gd name="T10" fmla="*/ 64 w 166"/>
                  <a:gd name="T11" fmla="*/ 152 h 244"/>
                  <a:gd name="T12" fmla="*/ 56 w 166"/>
                  <a:gd name="T13" fmla="*/ 166 h 244"/>
                  <a:gd name="T14" fmla="*/ 50 w 166"/>
                  <a:gd name="T15" fmla="*/ 170 h 244"/>
                  <a:gd name="T16" fmla="*/ 32 w 166"/>
                  <a:gd name="T17" fmla="*/ 180 h 244"/>
                  <a:gd name="T18" fmla="*/ 20 w 166"/>
                  <a:gd name="T19" fmla="*/ 192 h 244"/>
                  <a:gd name="T20" fmla="*/ 14 w 166"/>
                  <a:gd name="T21" fmla="*/ 196 h 244"/>
                  <a:gd name="T22" fmla="*/ 8 w 166"/>
                  <a:gd name="T23" fmla="*/ 202 h 244"/>
                  <a:gd name="T24" fmla="*/ 6 w 166"/>
                  <a:gd name="T25" fmla="*/ 204 h 244"/>
                  <a:gd name="T26" fmla="*/ 4 w 166"/>
                  <a:gd name="T27" fmla="*/ 210 h 244"/>
                  <a:gd name="T28" fmla="*/ 0 w 166"/>
                  <a:gd name="T29" fmla="*/ 218 h 244"/>
                  <a:gd name="T30" fmla="*/ 10 w 166"/>
                  <a:gd name="T31" fmla="*/ 224 h 244"/>
                  <a:gd name="T32" fmla="*/ 24 w 166"/>
                  <a:gd name="T33" fmla="*/ 228 h 244"/>
                  <a:gd name="T34" fmla="*/ 38 w 166"/>
                  <a:gd name="T35" fmla="*/ 232 h 244"/>
                  <a:gd name="T36" fmla="*/ 48 w 166"/>
                  <a:gd name="T37" fmla="*/ 220 h 244"/>
                  <a:gd name="T38" fmla="*/ 56 w 166"/>
                  <a:gd name="T39" fmla="*/ 212 h 244"/>
                  <a:gd name="T40" fmla="*/ 64 w 166"/>
                  <a:gd name="T41" fmla="*/ 186 h 244"/>
                  <a:gd name="T42" fmla="*/ 72 w 166"/>
                  <a:gd name="T43" fmla="*/ 184 h 244"/>
                  <a:gd name="T44" fmla="*/ 84 w 166"/>
                  <a:gd name="T45" fmla="*/ 178 h 244"/>
                  <a:gd name="T46" fmla="*/ 86 w 166"/>
                  <a:gd name="T47" fmla="*/ 168 h 244"/>
                  <a:gd name="T48" fmla="*/ 92 w 166"/>
                  <a:gd name="T49" fmla="*/ 162 h 244"/>
                  <a:gd name="T50" fmla="*/ 100 w 166"/>
                  <a:gd name="T51" fmla="*/ 150 h 244"/>
                  <a:gd name="T52" fmla="*/ 104 w 166"/>
                  <a:gd name="T53" fmla="*/ 138 h 244"/>
                  <a:gd name="T54" fmla="*/ 108 w 166"/>
                  <a:gd name="T55" fmla="*/ 128 h 244"/>
                  <a:gd name="T56" fmla="*/ 102 w 166"/>
                  <a:gd name="T57" fmla="*/ 126 h 244"/>
                  <a:gd name="T58" fmla="*/ 100 w 166"/>
                  <a:gd name="T59" fmla="*/ 124 h 244"/>
                  <a:gd name="T60" fmla="*/ 94 w 166"/>
                  <a:gd name="T61" fmla="*/ 126 h 244"/>
                  <a:gd name="T62" fmla="*/ 90 w 166"/>
                  <a:gd name="T63" fmla="*/ 120 h 244"/>
                  <a:gd name="T64" fmla="*/ 86 w 166"/>
                  <a:gd name="T65" fmla="*/ 118 h 244"/>
                  <a:gd name="T66" fmla="*/ 86 w 166"/>
                  <a:gd name="T67" fmla="*/ 114 h 244"/>
                  <a:gd name="T68" fmla="*/ 84 w 166"/>
                  <a:gd name="T69" fmla="*/ 0 h 244"/>
                  <a:gd name="T70" fmla="*/ 88 w 166"/>
                  <a:gd name="T71" fmla="*/ 8 h 244"/>
                  <a:gd name="T72" fmla="*/ 104 w 166"/>
                  <a:gd name="T73" fmla="*/ 34 h 244"/>
                  <a:gd name="T74" fmla="*/ 108 w 166"/>
                  <a:gd name="T75" fmla="*/ 38 h 244"/>
                  <a:gd name="T76" fmla="*/ 108 w 166"/>
                  <a:gd name="T77" fmla="*/ 46 h 244"/>
                  <a:gd name="T78" fmla="*/ 112 w 166"/>
                  <a:gd name="T79" fmla="*/ 54 h 244"/>
                  <a:gd name="T80" fmla="*/ 112 w 166"/>
                  <a:gd name="T81" fmla="*/ 74 h 244"/>
                  <a:gd name="T82" fmla="*/ 100 w 166"/>
                  <a:gd name="T83" fmla="*/ 88 h 244"/>
                  <a:gd name="T84" fmla="*/ 98 w 166"/>
                  <a:gd name="T85" fmla="*/ 94 h 244"/>
                  <a:gd name="T86" fmla="*/ 118 w 166"/>
                  <a:gd name="T87" fmla="*/ 112 h 244"/>
                  <a:gd name="T88" fmla="*/ 112 w 166"/>
                  <a:gd name="T89" fmla="*/ 126 h 244"/>
                  <a:gd name="T90" fmla="*/ 124 w 166"/>
                  <a:gd name="T91" fmla="*/ 134 h 244"/>
                  <a:gd name="T92" fmla="*/ 136 w 166"/>
                  <a:gd name="T93" fmla="*/ 120 h 244"/>
                  <a:gd name="T94" fmla="*/ 144 w 166"/>
                  <a:gd name="T95" fmla="*/ 110 h 244"/>
                  <a:gd name="T96" fmla="*/ 146 w 166"/>
                  <a:gd name="T97" fmla="*/ 100 h 244"/>
                  <a:gd name="T98" fmla="*/ 154 w 166"/>
                  <a:gd name="T99" fmla="*/ 92 h 244"/>
                  <a:gd name="T100" fmla="*/ 156 w 166"/>
                  <a:gd name="T101" fmla="*/ 86 h 244"/>
                  <a:gd name="T102" fmla="*/ 160 w 166"/>
                  <a:gd name="T103" fmla="*/ 66 h 244"/>
                  <a:gd name="T104" fmla="*/ 136 w 166"/>
                  <a:gd name="T105" fmla="*/ 68 h 244"/>
                  <a:gd name="T106" fmla="*/ 132 w 166"/>
                  <a:gd name="T107" fmla="*/ 58 h 244"/>
                  <a:gd name="T108" fmla="*/ 126 w 166"/>
                  <a:gd name="T109" fmla="*/ 46 h 244"/>
                  <a:gd name="T110" fmla="*/ 122 w 166"/>
                  <a:gd name="T111" fmla="*/ 54 h 244"/>
                  <a:gd name="T112" fmla="*/ 116 w 166"/>
                  <a:gd name="T113" fmla="*/ 50 h 244"/>
                  <a:gd name="T114" fmla="*/ 112 w 166"/>
                  <a:gd name="T115" fmla="*/ 30 h 244"/>
                  <a:gd name="T116" fmla="*/ 112 w 166"/>
                  <a:gd name="T117" fmla="*/ 20 h 244"/>
                  <a:gd name="T118" fmla="*/ 108 w 166"/>
                  <a:gd name="T119" fmla="*/ 16 h 244"/>
                  <a:gd name="T120" fmla="*/ 98 w 166"/>
                  <a:gd name="T121" fmla="*/ 10 h 244"/>
                  <a:gd name="T122" fmla="*/ 92 w 166"/>
                  <a:gd name="T123" fmla="*/ 8 h 244"/>
                  <a:gd name="T124" fmla="*/ 88 w 166"/>
                  <a:gd name="T12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6" h="244">
                    <a:moveTo>
                      <a:pt x="16" y="230"/>
                    </a:moveTo>
                    <a:lnTo>
                      <a:pt x="16" y="230"/>
                    </a:lnTo>
                    <a:lnTo>
                      <a:pt x="14" y="244"/>
                    </a:lnTo>
                    <a:lnTo>
                      <a:pt x="14" y="244"/>
                    </a:lnTo>
                    <a:lnTo>
                      <a:pt x="24" y="242"/>
                    </a:lnTo>
                    <a:lnTo>
                      <a:pt x="24" y="242"/>
                    </a:lnTo>
                    <a:lnTo>
                      <a:pt x="26" y="238"/>
                    </a:lnTo>
                    <a:lnTo>
                      <a:pt x="22" y="238"/>
                    </a:lnTo>
                    <a:lnTo>
                      <a:pt x="22" y="238"/>
                    </a:lnTo>
                    <a:lnTo>
                      <a:pt x="22" y="234"/>
                    </a:lnTo>
                    <a:lnTo>
                      <a:pt x="22" y="234"/>
                    </a:lnTo>
                    <a:lnTo>
                      <a:pt x="16" y="230"/>
                    </a:lnTo>
                    <a:lnTo>
                      <a:pt x="16" y="230"/>
                    </a:lnTo>
                    <a:close/>
                    <a:moveTo>
                      <a:pt x="82" y="112"/>
                    </a:moveTo>
                    <a:lnTo>
                      <a:pt x="82" y="112"/>
                    </a:lnTo>
                    <a:lnTo>
                      <a:pt x="80" y="116"/>
                    </a:lnTo>
                    <a:lnTo>
                      <a:pt x="80" y="116"/>
                    </a:lnTo>
                    <a:lnTo>
                      <a:pt x="76" y="122"/>
                    </a:lnTo>
                    <a:lnTo>
                      <a:pt x="76" y="124"/>
                    </a:lnTo>
                    <a:lnTo>
                      <a:pt x="76" y="128"/>
                    </a:lnTo>
                    <a:lnTo>
                      <a:pt x="74" y="134"/>
                    </a:lnTo>
                    <a:lnTo>
                      <a:pt x="74" y="134"/>
                    </a:lnTo>
                    <a:lnTo>
                      <a:pt x="70" y="138"/>
                    </a:lnTo>
                    <a:lnTo>
                      <a:pt x="70" y="138"/>
                    </a:lnTo>
                    <a:lnTo>
                      <a:pt x="70" y="142"/>
                    </a:lnTo>
                    <a:lnTo>
                      <a:pt x="70" y="142"/>
                    </a:lnTo>
                    <a:lnTo>
                      <a:pt x="66" y="144"/>
                    </a:lnTo>
                    <a:lnTo>
                      <a:pt x="66" y="144"/>
                    </a:lnTo>
                    <a:lnTo>
                      <a:pt x="64" y="152"/>
                    </a:lnTo>
                    <a:lnTo>
                      <a:pt x="64" y="152"/>
                    </a:lnTo>
                    <a:lnTo>
                      <a:pt x="62" y="152"/>
                    </a:lnTo>
                    <a:lnTo>
                      <a:pt x="62" y="152"/>
                    </a:lnTo>
                    <a:lnTo>
                      <a:pt x="60" y="160"/>
                    </a:lnTo>
                    <a:lnTo>
                      <a:pt x="56" y="166"/>
                    </a:lnTo>
                    <a:lnTo>
                      <a:pt x="56" y="166"/>
                    </a:lnTo>
                    <a:lnTo>
                      <a:pt x="54" y="166"/>
                    </a:lnTo>
                    <a:lnTo>
                      <a:pt x="50" y="168"/>
                    </a:lnTo>
                    <a:lnTo>
                      <a:pt x="50" y="168"/>
                    </a:lnTo>
                    <a:lnTo>
                      <a:pt x="50" y="170"/>
                    </a:lnTo>
                    <a:lnTo>
                      <a:pt x="50" y="170"/>
                    </a:lnTo>
                    <a:lnTo>
                      <a:pt x="40" y="176"/>
                    </a:lnTo>
                    <a:lnTo>
                      <a:pt x="40" y="176"/>
                    </a:lnTo>
                    <a:lnTo>
                      <a:pt x="38" y="180"/>
                    </a:lnTo>
                    <a:lnTo>
                      <a:pt x="38" y="180"/>
                    </a:lnTo>
                    <a:lnTo>
                      <a:pt x="32" y="180"/>
                    </a:lnTo>
                    <a:lnTo>
                      <a:pt x="28" y="182"/>
                    </a:lnTo>
                    <a:lnTo>
                      <a:pt x="28" y="182"/>
                    </a:lnTo>
                    <a:lnTo>
                      <a:pt x="24" y="186"/>
                    </a:lnTo>
                    <a:lnTo>
                      <a:pt x="20" y="192"/>
                    </a:lnTo>
                    <a:lnTo>
                      <a:pt x="20" y="192"/>
                    </a:lnTo>
                    <a:lnTo>
                      <a:pt x="18" y="192"/>
                    </a:lnTo>
                    <a:lnTo>
                      <a:pt x="14" y="192"/>
                    </a:lnTo>
                    <a:lnTo>
                      <a:pt x="14" y="192"/>
                    </a:lnTo>
                    <a:lnTo>
                      <a:pt x="14" y="196"/>
                    </a:lnTo>
                    <a:lnTo>
                      <a:pt x="14" y="196"/>
                    </a:lnTo>
                    <a:lnTo>
                      <a:pt x="10" y="198"/>
                    </a:lnTo>
                    <a:lnTo>
                      <a:pt x="10" y="198"/>
                    </a:lnTo>
                    <a:lnTo>
                      <a:pt x="8" y="200"/>
                    </a:lnTo>
                    <a:lnTo>
                      <a:pt x="8" y="202"/>
                    </a:lnTo>
                    <a:lnTo>
                      <a:pt x="8" y="202"/>
                    </a:lnTo>
                    <a:lnTo>
                      <a:pt x="4" y="202"/>
                    </a:lnTo>
                    <a:lnTo>
                      <a:pt x="4" y="202"/>
                    </a:lnTo>
                    <a:lnTo>
                      <a:pt x="4" y="204"/>
                    </a:lnTo>
                    <a:lnTo>
                      <a:pt x="4" y="204"/>
                    </a:lnTo>
                    <a:lnTo>
                      <a:pt x="6" y="204"/>
                    </a:lnTo>
                    <a:lnTo>
                      <a:pt x="6" y="204"/>
                    </a:lnTo>
                    <a:lnTo>
                      <a:pt x="6" y="206"/>
                    </a:lnTo>
                    <a:lnTo>
                      <a:pt x="6" y="206"/>
                    </a:lnTo>
                    <a:lnTo>
                      <a:pt x="4" y="210"/>
                    </a:lnTo>
                    <a:lnTo>
                      <a:pt x="4" y="210"/>
                    </a:lnTo>
                    <a:lnTo>
                      <a:pt x="4" y="214"/>
                    </a:lnTo>
                    <a:lnTo>
                      <a:pt x="0" y="214"/>
                    </a:lnTo>
                    <a:lnTo>
                      <a:pt x="0" y="214"/>
                    </a:lnTo>
                    <a:lnTo>
                      <a:pt x="0" y="218"/>
                    </a:lnTo>
                    <a:lnTo>
                      <a:pt x="0" y="218"/>
                    </a:lnTo>
                    <a:lnTo>
                      <a:pt x="2" y="220"/>
                    </a:lnTo>
                    <a:lnTo>
                      <a:pt x="6" y="222"/>
                    </a:lnTo>
                    <a:lnTo>
                      <a:pt x="8" y="224"/>
                    </a:lnTo>
                    <a:lnTo>
                      <a:pt x="8" y="224"/>
                    </a:lnTo>
                    <a:lnTo>
                      <a:pt x="10" y="224"/>
                    </a:lnTo>
                    <a:lnTo>
                      <a:pt x="12" y="222"/>
                    </a:lnTo>
                    <a:lnTo>
                      <a:pt x="16" y="222"/>
                    </a:lnTo>
                    <a:lnTo>
                      <a:pt x="18" y="228"/>
                    </a:lnTo>
                    <a:lnTo>
                      <a:pt x="18" y="228"/>
                    </a:lnTo>
                    <a:lnTo>
                      <a:pt x="24" y="228"/>
                    </a:lnTo>
                    <a:lnTo>
                      <a:pt x="24" y="228"/>
                    </a:lnTo>
                    <a:lnTo>
                      <a:pt x="26" y="230"/>
                    </a:lnTo>
                    <a:lnTo>
                      <a:pt x="26" y="230"/>
                    </a:lnTo>
                    <a:lnTo>
                      <a:pt x="38" y="232"/>
                    </a:lnTo>
                    <a:lnTo>
                      <a:pt x="38" y="232"/>
                    </a:lnTo>
                    <a:lnTo>
                      <a:pt x="44" y="226"/>
                    </a:lnTo>
                    <a:lnTo>
                      <a:pt x="44" y="224"/>
                    </a:lnTo>
                    <a:lnTo>
                      <a:pt x="44" y="224"/>
                    </a:lnTo>
                    <a:lnTo>
                      <a:pt x="48" y="222"/>
                    </a:lnTo>
                    <a:lnTo>
                      <a:pt x="48" y="220"/>
                    </a:lnTo>
                    <a:lnTo>
                      <a:pt x="48" y="220"/>
                    </a:lnTo>
                    <a:lnTo>
                      <a:pt x="52" y="218"/>
                    </a:lnTo>
                    <a:lnTo>
                      <a:pt x="54" y="216"/>
                    </a:lnTo>
                    <a:lnTo>
                      <a:pt x="54" y="216"/>
                    </a:lnTo>
                    <a:lnTo>
                      <a:pt x="56" y="212"/>
                    </a:lnTo>
                    <a:lnTo>
                      <a:pt x="56" y="208"/>
                    </a:lnTo>
                    <a:lnTo>
                      <a:pt x="56" y="208"/>
                    </a:lnTo>
                    <a:lnTo>
                      <a:pt x="60" y="198"/>
                    </a:lnTo>
                    <a:lnTo>
                      <a:pt x="64" y="186"/>
                    </a:lnTo>
                    <a:lnTo>
                      <a:pt x="64" y="186"/>
                    </a:lnTo>
                    <a:lnTo>
                      <a:pt x="64" y="186"/>
                    </a:lnTo>
                    <a:lnTo>
                      <a:pt x="66" y="184"/>
                    </a:lnTo>
                    <a:lnTo>
                      <a:pt x="66" y="184"/>
                    </a:lnTo>
                    <a:lnTo>
                      <a:pt x="70" y="184"/>
                    </a:lnTo>
                    <a:lnTo>
                      <a:pt x="72" y="184"/>
                    </a:lnTo>
                    <a:lnTo>
                      <a:pt x="76" y="182"/>
                    </a:lnTo>
                    <a:lnTo>
                      <a:pt x="76" y="182"/>
                    </a:lnTo>
                    <a:lnTo>
                      <a:pt x="78" y="178"/>
                    </a:lnTo>
                    <a:lnTo>
                      <a:pt x="78" y="178"/>
                    </a:lnTo>
                    <a:lnTo>
                      <a:pt x="84" y="178"/>
                    </a:lnTo>
                    <a:lnTo>
                      <a:pt x="90" y="178"/>
                    </a:lnTo>
                    <a:lnTo>
                      <a:pt x="90" y="178"/>
                    </a:lnTo>
                    <a:lnTo>
                      <a:pt x="84" y="178"/>
                    </a:lnTo>
                    <a:lnTo>
                      <a:pt x="84" y="178"/>
                    </a:lnTo>
                    <a:lnTo>
                      <a:pt x="86" y="168"/>
                    </a:lnTo>
                    <a:lnTo>
                      <a:pt x="86" y="166"/>
                    </a:lnTo>
                    <a:lnTo>
                      <a:pt x="90" y="164"/>
                    </a:lnTo>
                    <a:lnTo>
                      <a:pt x="90" y="164"/>
                    </a:lnTo>
                    <a:lnTo>
                      <a:pt x="92" y="162"/>
                    </a:lnTo>
                    <a:lnTo>
                      <a:pt x="92" y="162"/>
                    </a:lnTo>
                    <a:lnTo>
                      <a:pt x="92" y="162"/>
                    </a:lnTo>
                    <a:lnTo>
                      <a:pt x="94" y="158"/>
                    </a:lnTo>
                    <a:lnTo>
                      <a:pt x="96" y="154"/>
                    </a:lnTo>
                    <a:lnTo>
                      <a:pt x="96" y="154"/>
                    </a:lnTo>
                    <a:lnTo>
                      <a:pt x="100" y="150"/>
                    </a:lnTo>
                    <a:lnTo>
                      <a:pt x="100" y="150"/>
                    </a:lnTo>
                    <a:lnTo>
                      <a:pt x="104" y="142"/>
                    </a:lnTo>
                    <a:lnTo>
                      <a:pt x="106" y="142"/>
                    </a:lnTo>
                    <a:lnTo>
                      <a:pt x="106" y="142"/>
                    </a:lnTo>
                    <a:lnTo>
                      <a:pt x="104" y="138"/>
                    </a:lnTo>
                    <a:lnTo>
                      <a:pt x="104" y="134"/>
                    </a:lnTo>
                    <a:lnTo>
                      <a:pt x="104" y="134"/>
                    </a:lnTo>
                    <a:lnTo>
                      <a:pt x="106" y="132"/>
                    </a:lnTo>
                    <a:lnTo>
                      <a:pt x="106" y="132"/>
                    </a:lnTo>
                    <a:lnTo>
                      <a:pt x="108" y="128"/>
                    </a:lnTo>
                    <a:lnTo>
                      <a:pt x="106" y="124"/>
                    </a:lnTo>
                    <a:lnTo>
                      <a:pt x="106" y="124"/>
                    </a:lnTo>
                    <a:lnTo>
                      <a:pt x="102" y="126"/>
                    </a:lnTo>
                    <a:lnTo>
                      <a:pt x="102" y="126"/>
                    </a:lnTo>
                    <a:lnTo>
                      <a:pt x="102" y="126"/>
                    </a:lnTo>
                    <a:lnTo>
                      <a:pt x="102" y="126"/>
                    </a:lnTo>
                    <a:lnTo>
                      <a:pt x="100" y="128"/>
                    </a:lnTo>
                    <a:lnTo>
                      <a:pt x="100" y="128"/>
                    </a:lnTo>
                    <a:lnTo>
                      <a:pt x="100" y="126"/>
                    </a:lnTo>
                    <a:lnTo>
                      <a:pt x="100" y="124"/>
                    </a:lnTo>
                    <a:lnTo>
                      <a:pt x="100" y="124"/>
                    </a:lnTo>
                    <a:lnTo>
                      <a:pt x="96" y="124"/>
                    </a:lnTo>
                    <a:lnTo>
                      <a:pt x="96" y="126"/>
                    </a:lnTo>
                    <a:lnTo>
                      <a:pt x="96" y="126"/>
                    </a:lnTo>
                    <a:lnTo>
                      <a:pt x="94" y="126"/>
                    </a:lnTo>
                    <a:lnTo>
                      <a:pt x="96" y="128"/>
                    </a:lnTo>
                    <a:lnTo>
                      <a:pt x="96" y="128"/>
                    </a:lnTo>
                    <a:lnTo>
                      <a:pt x="90" y="128"/>
                    </a:lnTo>
                    <a:lnTo>
                      <a:pt x="90" y="128"/>
                    </a:lnTo>
                    <a:lnTo>
                      <a:pt x="90" y="120"/>
                    </a:lnTo>
                    <a:lnTo>
                      <a:pt x="88" y="120"/>
                    </a:lnTo>
                    <a:lnTo>
                      <a:pt x="88" y="120"/>
                    </a:lnTo>
                    <a:lnTo>
                      <a:pt x="88" y="120"/>
                    </a:lnTo>
                    <a:lnTo>
                      <a:pt x="86" y="118"/>
                    </a:lnTo>
                    <a:lnTo>
                      <a:pt x="86" y="118"/>
                    </a:lnTo>
                    <a:lnTo>
                      <a:pt x="86" y="118"/>
                    </a:lnTo>
                    <a:lnTo>
                      <a:pt x="84" y="118"/>
                    </a:lnTo>
                    <a:lnTo>
                      <a:pt x="84" y="116"/>
                    </a:lnTo>
                    <a:lnTo>
                      <a:pt x="84" y="116"/>
                    </a:lnTo>
                    <a:lnTo>
                      <a:pt x="86" y="114"/>
                    </a:lnTo>
                    <a:lnTo>
                      <a:pt x="88" y="112"/>
                    </a:lnTo>
                    <a:lnTo>
                      <a:pt x="88" y="112"/>
                    </a:lnTo>
                    <a:lnTo>
                      <a:pt x="82" y="112"/>
                    </a:lnTo>
                    <a:lnTo>
                      <a:pt x="82" y="112"/>
                    </a:lnTo>
                    <a:close/>
                    <a:moveTo>
                      <a:pt x="84" y="0"/>
                    </a:moveTo>
                    <a:lnTo>
                      <a:pt x="84" y="0"/>
                    </a:lnTo>
                    <a:lnTo>
                      <a:pt x="84" y="2"/>
                    </a:lnTo>
                    <a:lnTo>
                      <a:pt x="84" y="4"/>
                    </a:lnTo>
                    <a:lnTo>
                      <a:pt x="84" y="4"/>
                    </a:lnTo>
                    <a:lnTo>
                      <a:pt x="88" y="8"/>
                    </a:lnTo>
                    <a:lnTo>
                      <a:pt x="92" y="12"/>
                    </a:lnTo>
                    <a:lnTo>
                      <a:pt x="92" y="12"/>
                    </a:lnTo>
                    <a:lnTo>
                      <a:pt x="96" y="24"/>
                    </a:lnTo>
                    <a:lnTo>
                      <a:pt x="96" y="24"/>
                    </a:lnTo>
                    <a:lnTo>
                      <a:pt x="104" y="34"/>
                    </a:lnTo>
                    <a:lnTo>
                      <a:pt x="104" y="34"/>
                    </a:lnTo>
                    <a:lnTo>
                      <a:pt x="104" y="36"/>
                    </a:lnTo>
                    <a:lnTo>
                      <a:pt x="104" y="36"/>
                    </a:lnTo>
                    <a:lnTo>
                      <a:pt x="104" y="36"/>
                    </a:lnTo>
                    <a:lnTo>
                      <a:pt x="108" y="38"/>
                    </a:lnTo>
                    <a:lnTo>
                      <a:pt x="108" y="38"/>
                    </a:lnTo>
                    <a:lnTo>
                      <a:pt x="110" y="42"/>
                    </a:lnTo>
                    <a:lnTo>
                      <a:pt x="110" y="42"/>
                    </a:lnTo>
                    <a:lnTo>
                      <a:pt x="108" y="44"/>
                    </a:lnTo>
                    <a:lnTo>
                      <a:pt x="108" y="46"/>
                    </a:lnTo>
                    <a:lnTo>
                      <a:pt x="108" y="50"/>
                    </a:lnTo>
                    <a:lnTo>
                      <a:pt x="108" y="50"/>
                    </a:lnTo>
                    <a:lnTo>
                      <a:pt x="114" y="52"/>
                    </a:lnTo>
                    <a:lnTo>
                      <a:pt x="114" y="52"/>
                    </a:lnTo>
                    <a:lnTo>
                      <a:pt x="112" y="54"/>
                    </a:lnTo>
                    <a:lnTo>
                      <a:pt x="112" y="54"/>
                    </a:lnTo>
                    <a:lnTo>
                      <a:pt x="114" y="64"/>
                    </a:lnTo>
                    <a:lnTo>
                      <a:pt x="114" y="70"/>
                    </a:lnTo>
                    <a:lnTo>
                      <a:pt x="112" y="74"/>
                    </a:lnTo>
                    <a:lnTo>
                      <a:pt x="112" y="74"/>
                    </a:lnTo>
                    <a:lnTo>
                      <a:pt x="110" y="78"/>
                    </a:lnTo>
                    <a:lnTo>
                      <a:pt x="110" y="78"/>
                    </a:lnTo>
                    <a:lnTo>
                      <a:pt x="108" y="86"/>
                    </a:lnTo>
                    <a:lnTo>
                      <a:pt x="108" y="86"/>
                    </a:lnTo>
                    <a:lnTo>
                      <a:pt x="100" y="88"/>
                    </a:lnTo>
                    <a:lnTo>
                      <a:pt x="100" y="88"/>
                    </a:lnTo>
                    <a:lnTo>
                      <a:pt x="100" y="90"/>
                    </a:lnTo>
                    <a:lnTo>
                      <a:pt x="98" y="90"/>
                    </a:lnTo>
                    <a:lnTo>
                      <a:pt x="98" y="90"/>
                    </a:lnTo>
                    <a:lnTo>
                      <a:pt x="98" y="94"/>
                    </a:lnTo>
                    <a:lnTo>
                      <a:pt x="98" y="94"/>
                    </a:lnTo>
                    <a:lnTo>
                      <a:pt x="104" y="96"/>
                    </a:lnTo>
                    <a:lnTo>
                      <a:pt x="112" y="102"/>
                    </a:lnTo>
                    <a:lnTo>
                      <a:pt x="116" y="108"/>
                    </a:lnTo>
                    <a:lnTo>
                      <a:pt x="118" y="112"/>
                    </a:lnTo>
                    <a:lnTo>
                      <a:pt x="118" y="118"/>
                    </a:lnTo>
                    <a:lnTo>
                      <a:pt x="118" y="118"/>
                    </a:lnTo>
                    <a:lnTo>
                      <a:pt x="116" y="122"/>
                    </a:lnTo>
                    <a:lnTo>
                      <a:pt x="112" y="126"/>
                    </a:lnTo>
                    <a:lnTo>
                      <a:pt x="112" y="126"/>
                    </a:lnTo>
                    <a:lnTo>
                      <a:pt x="112" y="128"/>
                    </a:lnTo>
                    <a:lnTo>
                      <a:pt x="112" y="128"/>
                    </a:lnTo>
                    <a:lnTo>
                      <a:pt x="120" y="130"/>
                    </a:lnTo>
                    <a:lnTo>
                      <a:pt x="120" y="130"/>
                    </a:lnTo>
                    <a:lnTo>
                      <a:pt x="124" y="134"/>
                    </a:lnTo>
                    <a:lnTo>
                      <a:pt x="124" y="134"/>
                    </a:lnTo>
                    <a:lnTo>
                      <a:pt x="130" y="130"/>
                    </a:lnTo>
                    <a:lnTo>
                      <a:pt x="132" y="126"/>
                    </a:lnTo>
                    <a:lnTo>
                      <a:pt x="132" y="126"/>
                    </a:lnTo>
                    <a:lnTo>
                      <a:pt x="136" y="120"/>
                    </a:lnTo>
                    <a:lnTo>
                      <a:pt x="136" y="120"/>
                    </a:lnTo>
                    <a:lnTo>
                      <a:pt x="136" y="116"/>
                    </a:lnTo>
                    <a:lnTo>
                      <a:pt x="136" y="116"/>
                    </a:lnTo>
                    <a:lnTo>
                      <a:pt x="140" y="114"/>
                    </a:lnTo>
                    <a:lnTo>
                      <a:pt x="144" y="110"/>
                    </a:lnTo>
                    <a:lnTo>
                      <a:pt x="144" y="110"/>
                    </a:lnTo>
                    <a:lnTo>
                      <a:pt x="144" y="108"/>
                    </a:lnTo>
                    <a:lnTo>
                      <a:pt x="144" y="104"/>
                    </a:lnTo>
                    <a:lnTo>
                      <a:pt x="144" y="104"/>
                    </a:lnTo>
                    <a:lnTo>
                      <a:pt x="146" y="100"/>
                    </a:lnTo>
                    <a:lnTo>
                      <a:pt x="146" y="100"/>
                    </a:lnTo>
                    <a:lnTo>
                      <a:pt x="144" y="96"/>
                    </a:lnTo>
                    <a:lnTo>
                      <a:pt x="144" y="96"/>
                    </a:lnTo>
                    <a:lnTo>
                      <a:pt x="150" y="92"/>
                    </a:lnTo>
                    <a:lnTo>
                      <a:pt x="154" y="92"/>
                    </a:lnTo>
                    <a:lnTo>
                      <a:pt x="158" y="94"/>
                    </a:lnTo>
                    <a:lnTo>
                      <a:pt x="158" y="94"/>
                    </a:lnTo>
                    <a:lnTo>
                      <a:pt x="156" y="90"/>
                    </a:lnTo>
                    <a:lnTo>
                      <a:pt x="156" y="86"/>
                    </a:lnTo>
                    <a:lnTo>
                      <a:pt x="156" y="86"/>
                    </a:lnTo>
                    <a:lnTo>
                      <a:pt x="158" y="84"/>
                    </a:lnTo>
                    <a:lnTo>
                      <a:pt x="158" y="84"/>
                    </a:lnTo>
                    <a:lnTo>
                      <a:pt x="166" y="70"/>
                    </a:lnTo>
                    <a:lnTo>
                      <a:pt x="166" y="70"/>
                    </a:lnTo>
                    <a:lnTo>
                      <a:pt x="160" y="66"/>
                    </a:lnTo>
                    <a:lnTo>
                      <a:pt x="158" y="64"/>
                    </a:lnTo>
                    <a:lnTo>
                      <a:pt x="148" y="70"/>
                    </a:lnTo>
                    <a:lnTo>
                      <a:pt x="146" y="72"/>
                    </a:lnTo>
                    <a:lnTo>
                      <a:pt x="146" y="72"/>
                    </a:lnTo>
                    <a:lnTo>
                      <a:pt x="136" y="68"/>
                    </a:lnTo>
                    <a:lnTo>
                      <a:pt x="136" y="68"/>
                    </a:lnTo>
                    <a:lnTo>
                      <a:pt x="134" y="66"/>
                    </a:lnTo>
                    <a:lnTo>
                      <a:pt x="132" y="64"/>
                    </a:lnTo>
                    <a:lnTo>
                      <a:pt x="132" y="58"/>
                    </a:lnTo>
                    <a:lnTo>
                      <a:pt x="132" y="58"/>
                    </a:lnTo>
                    <a:lnTo>
                      <a:pt x="130" y="48"/>
                    </a:lnTo>
                    <a:lnTo>
                      <a:pt x="130" y="48"/>
                    </a:lnTo>
                    <a:lnTo>
                      <a:pt x="126" y="50"/>
                    </a:lnTo>
                    <a:lnTo>
                      <a:pt x="126" y="50"/>
                    </a:lnTo>
                    <a:lnTo>
                      <a:pt x="126" y="46"/>
                    </a:lnTo>
                    <a:lnTo>
                      <a:pt x="126" y="42"/>
                    </a:lnTo>
                    <a:lnTo>
                      <a:pt x="124" y="42"/>
                    </a:lnTo>
                    <a:lnTo>
                      <a:pt x="124" y="42"/>
                    </a:lnTo>
                    <a:lnTo>
                      <a:pt x="122" y="54"/>
                    </a:lnTo>
                    <a:lnTo>
                      <a:pt x="122" y="54"/>
                    </a:lnTo>
                    <a:lnTo>
                      <a:pt x="120" y="54"/>
                    </a:lnTo>
                    <a:lnTo>
                      <a:pt x="120" y="52"/>
                    </a:lnTo>
                    <a:lnTo>
                      <a:pt x="120" y="52"/>
                    </a:lnTo>
                    <a:lnTo>
                      <a:pt x="116" y="50"/>
                    </a:lnTo>
                    <a:lnTo>
                      <a:pt x="116" y="50"/>
                    </a:lnTo>
                    <a:lnTo>
                      <a:pt x="116" y="38"/>
                    </a:lnTo>
                    <a:lnTo>
                      <a:pt x="116" y="38"/>
                    </a:lnTo>
                    <a:lnTo>
                      <a:pt x="114" y="34"/>
                    </a:lnTo>
                    <a:lnTo>
                      <a:pt x="112" y="30"/>
                    </a:lnTo>
                    <a:lnTo>
                      <a:pt x="112" y="30"/>
                    </a:lnTo>
                    <a:lnTo>
                      <a:pt x="114" y="28"/>
                    </a:lnTo>
                    <a:lnTo>
                      <a:pt x="114" y="28"/>
                    </a:lnTo>
                    <a:lnTo>
                      <a:pt x="114" y="24"/>
                    </a:lnTo>
                    <a:lnTo>
                      <a:pt x="112" y="20"/>
                    </a:lnTo>
                    <a:lnTo>
                      <a:pt x="112" y="20"/>
                    </a:lnTo>
                    <a:lnTo>
                      <a:pt x="110" y="20"/>
                    </a:lnTo>
                    <a:lnTo>
                      <a:pt x="108" y="22"/>
                    </a:lnTo>
                    <a:lnTo>
                      <a:pt x="108" y="22"/>
                    </a:lnTo>
                    <a:lnTo>
                      <a:pt x="108" y="16"/>
                    </a:lnTo>
                    <a:lnTo>
                      <a:pt x="108" y="16"/>
                    </a:lnTo>
                    <a:lnTo>
                      <a:pt x="104" y="12"/>
                    </a:lnTo>
                    <a:lnTo>
                      <a:pt x="104" y="12"/>
                    </a:lnTo>
                    <a:lnTo>
                      <a:pt x="100" y="12"/>
                    </a:lnTo>
                    <a:lnTo>
                      <a:pt x="100" y="12"/>
                    </a:lnTo>
                    <a:lnTo>
                      <a:pt x="98" y="10"/>
                    </a:lnTo>
                    <a:lnTo>
                      <a:pt x="98" y="8"/>
                    </a:lnTo>
                    <a:lnTo>
                      <a:pt x="98" y="8"/>
                    </a:lnTo>
                    <a:lnTo>
                      <a:pt x="96" y="10"/>
                    </a:lnTo>
                    <a:lnTo>
                      <a:pt x="96" y="12"/>
                    </a:lnTo>
                    <a:lnTo>
                      <a:pt x="92" y="8"/>
                    </a:lnTo>
                    <a:lnTo>
                      <a:pt x="92" y="8"/>
                    </a:lnTo>
                    <a:lnTo>
                      <a:pt x="88" y="4"/>
                    </a:lnTo>
                    <a:lnTo>
                      <a:pt x="88" y="4"/>
                    </a:lnTo>
                    <a:lnTo>
                      <a:pt x="88" y="2"/>
                    </a:lnTo>
                    <a:lnTo>
                      <a:pt x="88" y="0"/>
                    </a:lnTo>
                    <a:lnTo>
                      <a:pt x="88" y="0"/>
                    </a:lnTo>
                    <a:lnTo>
                      <a:pt x="84" y="0"/>
                    </a:lnTo>
                    <a:lnTo>
                      <a:pt x="8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0" name="Freeform 260">
                <a:extLst>
                  <a:ext uri="{FF2B5EF4-FFF2-40B4-BE49-F238E27FC236}">
                    <a16:creationId xmlns:a16="http://schemas.microsoft.com/office/drawing/2014/main" id="{F4E3554D-F19C-0F42-BB5B-A3D00F81847C}"/>
                  </a:ext>
                </a:extLst>
              </p:cNvPr>
              <p:cNvSpPr>
                <a:spLocks noEditPoints="1"/>
              </p:cNvSpPr>
              <p:nvPr/>
            </p:nvSpPr>
            <p:spPr bwMode="auto">
              <a:xfrm>
                <a:off x="8850323" y="4768085"/>
                <a:ext cx="1047598" cy="1145345"/>
              </a:xfrm>
              <a:custGeom>
                <a:avLst/>
                <a:gdLst>
                  <a:gd name="T0" fmla="*/ 406 w 536"/>
                  <a:gd name="T1" fmla="*/ 482 h 572"/>
                  <a:gd name="T2" fmla="*/ 420 w 536"/>
                  <a:gd name="T3" fmla="*/ 462 h 572"/>
                  <a:gd name="T4" fmla="*/ 426 w 536"/>
                  <a:gd name="T5" fmla="*/ 474 h 572"/>
                  <a:gd name="T6" fmla="*/ 446 w 536"/>
                  <a:gd name="T7" fmla="*/ 484 h 572"/>
                  <a:gd name="T8" fmla="*/ 484 w 536"/>
                  <a:gd name="T9" fmla="*/ 458 h 572"/>
                  <a:gd name="T10" fmla="*/ 492 w 536"/>
                  <a:gd name="T11" fmla="*/ 426 h 572"/>
                  <a:gd name="T12" fmla="*/ 502 w 536"/>
                  <a:gd name="T13" fmla="*/ 382 h 572"/>
                  <a:gd name="T14" fmla="*/ 526 w 536"/>
                  <a:gd name="T15" fmla="*/ 354 h 572"/>
                  <a:gd name="T16" fmla="*/ 528 w 536"/>
                  <a:gd name="T17" fmla="*/ 312 h 572"/>
                  <a:gd name="T18" fmla="*/ 528 w 536"/>
                  <a:gd name="T19" fmla="*/ 254 h 572"/>
                  <a:gd name="T20" fmla="*/ 514 w 536"/>
                  <a:gd name="T21" fmla="*/ 232 h 572"/>
                  <a:gd name="T22" fmla="*/ 486 w 536"/>
                  <a:gd name="T23" fmla="*/ 192 h 572"/>
                  <a:gd name="T24" fmla="*/ 468 w 536"/>
                  <a:gd name="T25" fmla="*/ 148 h 572"/>
                  <a:gd name="T26" fmla="*/ 442 w 536"/>
                  <a:gd name="T27" fmla="*/ 134 h 572"/>
                  <a:gd name="T28" fmla="*/ 430 w 536"/>
                  <a:gd name="T29" fmla="*/ 64 h 572"/>
                  <a:gd name="T30" fmla="*/ 408 w 536"/>
                  <a:gd name="T31" fmla="*/ 40 h 572"/>
                  <a:gd name="T32" fmla="*/ 390 w 536"/>
                  <a:gd name="T33" fmla="*/ 0 h 572"/>
                  <a:gd name="T34" fmla="*/ 380 w 536"/>
                  <a:gd name="T35" fmla="*/ 42 h 572"/>
                  <a:gd name="T36" fmla="*/ 374 w 536"/>
                  <a:gd name="T37" fmla="*/ 96 h 572"/>
                  <a:gd name="T38" fmla="*/ 336 w 536"/>
                  <a:gd name="T39" fmla="*/ 92 h 572"/>
                  <a:gd name="T40" fmla="*/ 300 w 536"/>
                  <a:gd name="T41" fmla="*/ 66 h 572"/>
                  <a:gd name="T42" fmla="*/ 318 w 536"/>
                  <a:gd name="T43" fmla="*/ 22 h 572"/>
                  <a:gd name="T44" fmla="*/ 296 w 536"/>
                  <a:gd name="T45" fmla="*/ 18 h 572"/>
                  <a:gd name="T46" fmla="*/ 264 w 536"/>
                  <a:gd name="T47" fmla="*/ 12 h 572"/>
                  <a:gd name="T48" fmla="*/ 262 w 536"/>
                  <a:gd name="T49" fmla="*/ 22 h 572"/>
                  <a:gd name="T50" fmla="*/ 234 w 536"/>
                  <a:gd name="T51" fmla="*/ 28 h 572"/>
                  <a:gd name="T52" fmla="*/ 218 w 536"/>
                  <a:gd name="T53" fmla="*/ 60 h 572"/>
                  <a:gd name="T54" fmla="*/ 200 w 536"/>
                  <a:gd name="T55" fmla="*/ 72 h 572"/>
                  <a:gd name="T56" fmla="*/ 184 w 536"/>
                  <a:gd name="T57" fmla="*/ 46 h 572"/>
                  <a:gd name="T58" fmla="*/ 166 w 536"/>
                  <a:gd name="T59" fmla="*/ 58 h 572"/>
                  <a:gd name="T60" fmla="*/ 160 w 536"/>
                  <a:gd name="T61" fmla="*/ 70 h 572"/>
                  <a:gd name="T62" fmla="*/ 142 w 536"/>
                  <a:gd name="T63" fmla="*/ 96 h 572"/>
                  <a:gd name="T64" fmla="*/ 132 w 536"/>
                  <a:gd name="T65" fmla="*/ 92 h 572"/>
                  <a:gd name="T66" fmla="*/ 116 w 536"/>
                  <a:gd name="T67" fmla="*/ 128 h 572"/>
                  <a:gd name="T68" fmla="*/ 74 w 536"/>
                  <a:gd name="T69" fmla="*/ 154 h 572"/>
                  <a:gd name="T70" fmla="*/ 36 w 536"/>
                  <a:gd name="T71" fmla="*/ 170 h 572"/>
                  <a:gd name="T72" fmla="*/ 12 w 536"/>
                  <a:gd name="T73" fmla="*/ 182 h 572"/>
                  <a:gd name="T74" fmla="*/ 10 w 536"/>
                  <a:gd name="T75" fmla="*/ 206 h 572"/>
                  <a:gd name="T76" fmla="*/ 14 w 536"/>
                  <a:gd name="T77" fmla="*/ 252 h 572"/>
                  <a:gd name="T78" fmla="*/ 2 w 536"/>
                  <a:gd name="T79" fmla="*/ 260 h 572"/>
                  <a:gd name="T80" fmla="*/ 24 w 536"/>
                  <a:gd name="T81" fmla="*/ 292 h 572"/>
                  <a:gd name="T82" fmla="*/ 32 w 536"/>
                  <a:gd name="T83" fmla="*/ 340 h 572"/>
                  <a:gd name="T84" fmla="*/ 34 w 536"/>
                  <a:gd name="T85" fmla="*/ 384 h 572"/>
                  <a:gd name="T86" fmla="*/ 42 w 536"/>
                  <a:gd name="T87" fmla="*/ 404 h 572"/>
                  <a:gd name="T88" fmla="*/ 78 w 536"/>
                  <a:gd name="T89" fmla="*/ 394 h 572"/>
                  <a:gd name="T90" fmla="*/ 100 w 536"/>
                  <a:gd name="T91" fmla="*/ 388 h 572"/>
                  <a:gd name="T92" fmla="*/ 128 w 536"/>
                  <a:gd name="T93" fmla="*/ 386 h 572"/>
                  <a:gd name="T94" fmla="*/ 148 w 536"/>
                  <a:gd name="T95" fmla="*/ 372 h 572"/>
                  <a:gd name="T96" fmla="*/ 210 w 536"/>
                  <a:gd name="T97" fmla="*/ 352 h 572"/>
                  <a:gd name="T98" fmla="*/ 250 w 536"/>
                  <a:gd name="T99" fmla="*/ 350 h 572"/>
                  <a:gd name="T100" fmla="*/ 282 w 536"/>
                  <a:gd name="T101" fmla="*/ 366 h 572"/>
                  <a:gd name="T102" fmla="*/ 298 w 536"/>
                  <a:gd name="T103" fmla="*/ 400 h 572"/>
                  <a:gd name="T104" fmla="*/ 326 w 536"/>
                  <a:gd name="T105" fmla="*/ 384 h 572"/>
                  <a:gd name="T106" fmla="*/ 318 w 536"/>
                  <a:gd name="T107" fmla="*/ 410 h 572"/>
                  <a:gd name="T108" fmla="*/ 336 w 536"/>
                  <a:gd name="T109" fmla="*/ 412 h 572"/>
                  <a:gd name="T110" fmla="*/ 352 w 536"/>
                  <a:gd name="T111" fmla="*/ 452 h 572"/>
                  <a:gd name="T112" fmla="*/ 384 w 536"/>
                  <a:gd name="T113" fmla="*/ 470 h 572"/>
                  <a:gd name="T114" fmla="*/ 432 w 536"/>
                  <a:gd name="T115" fmla="*/ 560 h 572"/>
                  <a:gd name="T116" fmla="*/ 448 w 536"/>
                  <a:gd name="T117" fmla="*/ 570 h 572"/>
                  <a:gd name="T118" fmla="*/ 454 w 536"/>
                  <a:gd name="T119" fmla="*/ 560 h 572"/>
                  <a:gd name="T120" fmla="*/ 464 w 536"/>
                  <a:gd name="T121" fmla="*/ 530 h 572"/>
                  <a:gd name="T122" fmla="*/ 416 w 536"/>
                  <a:gd name="T123" fmla="*/ 516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36" h="572">
                    <a:moveTo>
                      <a:pt x="384" y="470"/>
                    </a:moveTo>
                    <a:lnTo>
                      <a:pt x="384" y="470"/>
                    </a:lnTo>
                    <a:lnTo>
                      <a:pt x="386" y="474"/>
                    </a:lnTo>
                    <a:lnTo>
                      <a:pt x="386" y="474"/>
                    </a:lnTo>
                    <a:lnTo>
                      <a:pt x="390" y="474"/>
                    </a:lnTo>
                    <a:lnTo>
                      <a:pt x="390" y="474"/>
                    </a:lnTo>
                    <a:lnTo>
                      <a:pt x="390" y="478"/>
                    </a:lnTo>
                    <a:lnTo>
                      <a:pt x="392" y="480"/>
                    </a:lnTo>
                    <a:lnTo>
                      <a:pt x="392" y="480"/>
                    </a:lnTo>
                    <a:lnTo>
                      <a:pt x="396" y="480"/>
                    </a:lnTo>
                    <a:lnTo>
                      <a:pt x="396" y="480"/>
                    </a:lnTo>
                    <a:lnTo>
                      <a:pt x="398" y="482"/>
                    </a:lnTo>
                    <a:lnTo>
                      <a:pt x="400" y="484"/>
                    </a:lnTo>
                    <a:lnTo>
                      <a:pt x="400" y="484"/>
                    </a:lnTo>
                    <a:lnTo>
                      <a:pt x="406" y="482"/>
                    </a:lnTo>
                    <a:lnTo>
                      <a:pt x="406" y="482"/>
                    </a:lnTo>
                    <a:lnTo>
                      <a:pt x="408" y="478"/>
                    </a:lnTo>
                    <a:lnTo>
                      <a:pt x="410" y="478"/>
                    </a:lnTo>
                    <a:lnTo>
                      <a:pt x="410" y="478"/>
                    </a:lnTo>
                    <a:lnTo>
                      <a:pt x="412" y="472"/>
                    </a:lnTo>
                    <a:lnTo>
                      <a:pt x="412" y="472"/>
                    </a:lnTo>
                    <a:lnTo>
                      <a:pt x="414" y="472"/>
                    </a:lnTo>
                    <a:lnTo>
                      <a:pt x="416" y="470"/>
                    </a:lnTo>
                    <a:lnTo>
                      <a:pt x="416" y="470"/>
                    </a:lnTo>
                    <a:lnTo>
                      <a:pt x="416" y="468"/>
                    </a:lnTo>
                    <a:lnTo>
                      <a:pt x="416" y="468"/>
                    </a:lnTo>
                    <a:lnTo>
                      <a:pt x="416" y="468"/>
                    </a:lnTo>
                    <a:lnTo>
                      <a:pt x="416" y="466"/>
                    </a:lnTo>
                    <a:lnTo>
                      <a:pt x="416" y="466"/>
                    </a:lnTo>
                    <a:lnTo>
                      <a:pt x="420" y="464"/>
                    </a:lnTo>
                    <a:lnTo>
                      <a:pt x="420" y="462"/>
                    </a:lnTo>
                    <a:lnTo>
                      <a:pt x="420" y="462"/>
                    </a:lnTo>
                    <a:lnTo>
                      <a:pt x="424" y="464"/>
                    </a:lnTo>
                    <a:lnTo>
                      <a:pt x="424" y="464"/>
                    </a:lnTo>
                    <a:lnTo>
                      <a:pt x="426" y="466"/>
                    </a:lnTo>
                    <a:lnTo>
                      <a:pt x="426" y="468"/>
                    </a:lnTo>
                    <a:lnTo>
                      <a:pt x="426" y="468"/>
                    </a:lnTo>
                    <a:lnTo>
                      <a:pt x="420" y="470"/>
                    </a:lnTo>
                    <a:lnTo>
                      <a:pt x="420" y="470"/>
                    </a:lnTo>
                    <a:lnTo>
                      <a:pt x="420" y="474"/>
                    </a:lnTo>
                    <a:lnTo>
                      <a:pt x="420" y="474"/>
                    </a:lnTo>
                    <a:lnTo>
                      <a:pt x="424" y="474"/>
                    </a:lnTo>
                    <a:lnTo>
                      <a:pt x="424" y="474"/>
                    </a:lnTo>
                    <a:lnTo>
                      <a:pt x="430" y="470"/>
                    </a:lnTo>
                    <a:lnTo>
                      <a:pt x="430" y="470"/>
                    </a:lnTo>
                    <a:lnTo>
                      <a:pt x="430" y="474"/>
                    </a:lnTo>
                    <a:lnTo>
                      <a:pt x="430" y="474"/>
                    </a:lnTo>
                    <a:lnTo>
                      <a:pt x="426" y="474"/>
                    </a:lnTo>
                    <a:lnTo>
                      <a:pt x="426" y="476"/>
                    </a:lnTo>
                    <a:lnTo>
                      <a:pt x="426" y="476"/>
                    </a:lnTo>
                    <a:lnTo>
                      <a:pt x="434" y="480"/>
                    </a:lnTo>
                    <a:lnTo>
                      <a:pt x="436" y="484"/>
                    </a:lnTo>
                    <a:lnTo>
                      <a:pt x="436" y="484"/>
                    </a:lnTo>
                    <a:lnTo>
                      <a:pt x="436" y="484"/>
                    </a:lnTo>
                    <a:lnTo>
                      <a:pt x="438" y="484"/>
                    </a:lnTo>
                    <a:lnTo>
                      <a:pt x="438" y="484"/>
                    </a:lnTo>
                    <a:lnTo>
                      <a:pt x="438" y="486"/>
                    </a:lnTo>
                    <a:lnTo>
                      <a:pt x="440" y="488"/>
                    </a:lnTo>
                    <a:lnTo>
                      <a:pt x="440" y="488"/>
                    </a:lnTo>
                    <a:lnTo>
                      <a:pt x="442" y="490"/>
                    </a:lnTo>
                    <a:lnTo>
                      <a:pt x="442" y="490"/>
                    </a:lnTo>
                    <a:lnTo>
                      <a:pt x="444" y="486"/>
                    </a:lnTo>
                    <a:lnTo>
                      <a:pt x="446" y="484"/>
                    </a:lnTo>
                    <a:lnTo>
                      <a:pt x="446" y="484"/>
                    </a:lnTo>
                    <a:lnTo>
                      <a:pt x="450" y="482"/>
                    </a:lnTo>
                    <a:lnTo>
                      <a:pt x="450" y="482"/>
                    </a:lnTo>
                    <a:lnTo>
                      <a:pt x="450" y="478"/>
                    </a:lnTo>
                    <a:lnTo>
                      <a:pt x="450" y="478"/>
                    </a:lnTo>
                    <a:lnTo>
                      <a:pt x="454" y="474"/>
                    </a:lnTo>
                    <a:lnTo>
                      <a:pt x="458" y="470"/>
                    </a:lnTo>
                    <a:lnTo>
                      <a:pt x="458" y="470"/>
                    </a:lnTo>
                    <a:lnTo>
                      <a:pt x="458" y="468"/>
                    </a:lnTo>
                    <a:lnTo>
                      <a:pt x="456" y="466"/>
                    </a:lnTo>
                    <a:lnTo>
                      <a:pt x="456" y="466"/>
                    </a:lnTo>
                    <a:lnTo>
                      <a:pt x="460" y="462"/>
                    </a:lnTo>
                    <a:lnTo>
                      <a:pt x="460" y="462"/>
                    </a:lnTo>
                    <a:lnTo>
                      <a:pt x="472" y="462"/>
                    </a:lnTo>
                    <a:lnTo>
                      <a:pt x="482" y="464"/>
                    </a:lnTo>
                    <a:lnTo>
                      <a:pt x="484" y="458"/>
                    </a:lnTo>
                    <a:lnTo>
                      <a:pt x="484" y="458"/>
                    </a:lnTo>
                    <a:lnTo>
                      <a:pt x="488" y="458"/>
                    </a:lnTo>
                    <a:lnTo>
                      <a:pt x="488" y="458"/>
                    </a:lnTo>
                    <a:lnTo>
                      <a:pt x="488" y="456"/>
                    </a:lnTo>
                    <a:lnTo>
                      <a:pt x="486" y="454"/>
                    </a:lnTo>
                    <a:lnTo>
                      <a:pt x="486" y="454"/>
                    </a:lnTo>
                    <a:lnTo>
                      <a:pt x="488" y="452"/>
                    </a:lnTo>
                    <a:lnTo>
                      <a:pt x="490" y="450"/>
                    </a:lnTo>
                    <a:lnTo>
                      <a:pt x="490" y="450"/>
                    </a:lnTo>
                    <a:lnTo>
                      <a:pt x="486" y="450"/>
                    </a:lnTo>
                    <a:lnTo>
                      <a:pt x="486" y="450"/>
                    </a:lnTo>
                    <a:lnTo>
                      <a:pt x="484" y="446"/>
                    </a:lnTo>
                    <a:lnTo>
                      <a:pt x="484" y="446"/>
                    </a:lnTo>
                    <a:lnTo>
                      <a:pt x="488" y="438"/>
                    </a:lnTo>
                    <a:lnTo>
                      <a:pt x="492" y="430"/>
                    </a:lnTo>
                    <a:lnTo>
                      <a:pt x="492" y="430"/>
                    </a:lnTo>
                    <a:lnTo>
                      <a:pt x="492" y="426"/>
                    </a:lnTo>
                    <a:lnTo>
                      <a:pt x="492" y="418"/>
                    </a:lnTo>
                    <a:lnTo>
                      <a:pt x="492" y="418"/>
                    </a:lnTo>
                    <a:lnTo>
                      <a:pt x="492" y="418"/>
                    </a:lnTo>
                    <a:lnTo>
                      <a:pt x="496" y="412"/>
                    </a:lnTo>
                    <a:lnTo>
                      <a:pt x="498" y="412"/>
                    </a:lnTo>
                    <a:lnTo>
                      <a:pt x="498" y="412"/>
                    </a:lnTo>
                    <a:lnTo>
                      <a:pt x="498" y="408"/>
                    </a:lnTo>
                    <a:lnTo>
                      <a:pt x="498" y="406"/>
                    </a:lnTo>
                    <a:lnTo>
                      <a:pt x="500" y="404"/>
                    </a:lnTo>
                    <a:lnTo>
                      <a:pt x="500" y="404"/>
                    </a:lnTo>
                    <a:lnTo>
                      <a:pt x="500" y="400"/>
                    </a:lnTo>
                    <a:lnTo>
                      <a:pt x="502" y="398"/>
                    </a:lnTo>
                    <a:lnTo>
                      <a:pt x="502" y="398"/>
                    </a:lnTo>
                    <a:lnTo>
                      <a:pt x="504" y="390"/>
                    </a:lnTo>
                    <a:lnTo>
                      <a:pt x="502" y="382"/>
                    </a:lnTo>
                    <a:lnTo>
                      <a:pt x="502" y="382"/>
                    </a:lnTo>
                    <a:lnTo>
                      <a:pt x="508" y="380"/>
                    </a:lnTo>
                    <a:lnTo>
                      <a:pt x="508" y="380"/>
                    </a:lnTo>
                    <a:lnTo>
                      <a:pt x="508" y="376"/>
                    </a:lnTo>
                    <a:lnTo>
                      <a:pt x="508" y="376"/>
                    </a:lnTo>
                    <a:lnTo>
                      <a:pt x="510" y="374"/>
                    </a:lnTo>
                    <a:lnTo>
                      <a:pt x="514" y="372"/>
                    </a:lnTo>
                    <a:lnTo>
                      <a:pt x="514" y="372"/>
                    </a:lnTo>
                    <a:lnTo>
                      <a:pt x="516" y="368"/>
                    </a:lnTo>
                    <a:lnTo>
                      <a:pt x="516" y="368"/>
                    </a:lnTo>
                    <a:lnTo>
                      <a:pt x="516" y="368"/>
                    </a:lnTo>
                    <a:lnTo>
                      <a:pt x="522" y="366"/>
                    </a:lnTo>
                    <a:lnTo>
                      <a:pt x="522" y="366"/>
                    </a:lnTo>
                    <a:lnTo>
                      <a:pt x="522" y="358"/>
                    </a:lnTo>
                    <a:lnTo>
                      <a:pt x="522" y="358"/>
                    </a:lnTo>
                    <a:lnTo>
                      <a:pt x="524" y="354"/>
                    </a:lnTo>
                    <a:lnTo>
                      <a:pt x="526" y="354"/>
                    </a:lnTo>
                    <a:lnTo>
                      <a:pt x="526" y="354"/>
                    </a:lnTo>
                    <a:lnTo>
                      <a:pt x="526" y="350"/>
                    </a:lnTo>
                    <a:lnTo>
                      <a:pt x="526" y="350"/>
                    </a:lnTo>
                    <a:lnTo>
                      <a:pt x="530" y="342"/>
                    </a:lnTo>
                    <a:lnTo>
                      <a:pt x="530" y="342"/>
                    </a:lnTo>
                    <a:lnTo>
                      <a:pt x="530" y="338"/>
                    </a:lnTo>
                    <a:lnTo>
                      <a:pt x="528" y="334"/>
                    </a:lnTo>
                    <a:lnTo>
                      <a:pt x="528" y="334"/>
                    </a:lnTo>
                    <a:lnTo>
                      <a:pt x="530" y="332"/>
                    </a:lnTo>
                    <a:lnTo>
                      <a:pt x="530" y="332"/>
                    </a:lnTo>
                    <a:lnTo>
                      <a:pt x="530" y="324"/>
                    </a:lnTo>
                    <a:lnTo>
                      <a:pt x="532" y="314"/>
                    </a:lnTo>
                    <a:lnTo>
                      <a:pt x="532" y="314"/>
                    </a:lnTo>
                    <a:lnTo>
                      <a:pt x="530" y="314"/>
                    </a:lnTo>
                    <a:lnTo>
                      <a:pt x="528" y="312"/>
                    </a:lnTo>
                    <a:lnTo>
                      <a:pt x="528" y="312"/>
                    </a:lnTo>
                    <a:lnTo>
                      <a:pt x="534" y="308"/>
                    </a:lnTo>
                    <a:lnTo>
                      <a:pt x="534" y="308"/>
                    </a:lnTo>
                    <a:lnTo>
                      <a:pt x="530" y="304"/>
                    </a:lnTo>
                    <a:lnTo>
                      <a:pt x="530" y="304"/>
                    </a:lnTo>
                    <a:lnTo>
                      <a:pt x="534" y="300"/>
                    </a:lnTo>
                    <a:lnTo>
                      <a:pt x="536" y="296"/>
                    </a:lnTo>
                    <a:lnTo>
                      <a:pt x="536" y="292"/>
                    </a:lnTo>
                    <a:lnTo>
                      <a:pt x="536" y="292"/>
                    </a:lnTo>
                    <a:lnTo>
                      <a:pt x="532" y="288"/>
                    </a:lnTo>
                    <a:lnTo>
                      <a:pt x="530" y="286"/>
                    </a:lnTo>
                    <a:lnTo>
                      <a:pt x="530" y="286"/>
                    </a:lnTo>
                    <a:lnTo>
                      <a:pt x="526" y="276"/>
                    </a:lnTo>
                    <a:lnTo>
                      <a:pt x="526" y="276"/>
                    </a:lnTo>
                    <a:lnTo>
                      <a:pt x="526" y="266"/>
                    </a:lnTo>
                    <a:lnTo>
                      <a:pt x="528" y="258"/>
                    </a:lnTo>
                    <a:lnTo>
                      <a:pt x="528" y="254"/>
                    </a:lnTo>
                    <a:lnTo>
                      <a:pt x="528" y="254"/>
                    </a:lnTo>
                    <a:lnTo>
                      <a:pt x="528" y="254"/>
                    </a:lnTo>
                    <a:lnTo>
                      <a:pt x="528" y="252"/>
                    </a:lnTo>
                    <a:lnTo>
                      <a:pt x="528" y="248"/>
                    </a:lnTo>
                    <a:lnTo>
                      <a:pt x="526" y="246"/>
                    </a:lnTo>
                    <a:lnTo>
                      <a:pt x="526" y="246"/>
                    </a:lnTo>
                    <a:lnTo>
                      <a:pt x="526" y="242"/>
                    </a:lnTo>
                    <a:lnTo>
                      <a:pt x="526" y="242"/>
                    </a:lnTo>
                    <a:lnTo>
                      <a:pt x="524" y="242"/>
                    </a:lnTo>
                    <a:lnTo>
                      <a:pt x="522" y="240"/>
                    </a:lnTo>
                    <a:lnTo>
                      <a:pt x="522" y="240"/>
                    </a:lnTo>
                    <a:lnTo>
                      <a:pt x="522" y="238"/>
                    </a:lnTo>
                    <a:lnTo>
                      <a:pt x="520" y="234"/>
                    </a:lnTo>
                    <a:lnTo>
                      <a:pt x="520" y="234"/>
                    </a:lnTo>
                    <a:lnTo>
                      <a:pt x="514" y="232"/>
                    </a:lnTo>
                    <a:lnTo>
                      <a:pt x="514" y="232"/>
                    </a:lnTo>
                    <a:lnTo>
                      <a:pt x="514" y="226"/>
                    </a:lnTo>
                    <a:lnTo>
                      <a:pt x="514" y="226"/>
                    </a:lnTo>
                    <a:lnTo>
                      <a:pt x="510" y="220"/>
                    </a:lnTo>
                    <a:lnTo>
                      <a:pt x="510" y="220"/>
                    </a:lnTo>
                    <a:lnTo>
                      <a:pt x="504" y="218"/>
                    </a:lnTo>
                    <a:lnTo>
                      <a:pt x="502" y="214"/>
                    </a:lnTo>
                    <a:lnTo>
                      <a:pt x="502" y="214"/>
                    </a:lnTo>
                    <a:lnTo>
                      <a:pt x="500" y="210"/>
                    </a:lnTo>
                    <a:lnTo>
                      <a:pt x="500" y="204"/>
                    </a:lnTo>
                    <a:lnTo>
                      <a:pt x="500" y="200"/>
                    </a:lnTo>
                    <a:lnTo>
                      <a:pt x="500" y="196"/>
                    </a:lnTo>
                    <a:lnTo>
                      <a:pt x="498" y="196"/>
                    </a:lnTo>
                    <a:lnTo>
                      <a:pt x="492" y="190"/>
                    </a:lnTo>
                    <a:lnTo>
                      <a:pt x="492" y="190"/>
                    </a:lnTo>
                    <a:lnTo>
                      <a:pt x="490" y="192"/>
                    </a:lnTo>
                    <a:lnTo>
                      <a:pt x="486" y="192"/>
                    </a:lnTo>
                    <a:lnTo>
                      <a:pt x="484" y="190"/>
                    </a:lnTo>
                    <a:lnTo>
                      <a:pt x="484" y="190"/>
                    </a:lnTo>
                    <a:lnTo>
                      <a:pt x="484" y="186"/>
                    </a:lnTo>
                    <a:lnTo>
                      <a:pt x="484" y="182"/>
                    </a:lnTo>
                    <a:lnTo>
                      <a:pt x="486" y="180"/>
                    </a:lnTo>
                    <a:lnTo>
                      <a:pt x="486" y="176"/>
                    </a:lnTo>
                    <a:lnTo>
                      <a:pt x="484" y="174"/>
                    </a:lnTo>
                    <a:lnTo>
                      <a:pt x="484" y="174"/>
                    </a:lnTo>
                    <a:lnTo>
                      <a:pt x="482" y="168"/>
                    </a:lnTo>
                    <a:lnTo>
                      <a:pt x="482" y="168"/>
                    </a:lnTo>
                    <a:lnTo>
                      <a:pt x="480" y="166"/>
                    </a:lnTo>
                    <a:lnTo>
                      <a:pt x="476" y="164"/>
                    </a:lnTo>
                    <a:lnTo>
                      <a:pt x="474" y="162"/>
                    </a:lnTo>
                    <a:lnTo>
                      <a:pt x="476" y="154"/>
                    </a:lnTo>
                    <a:lnTo>
                      <a:pt x="476" y="154"/>
                    </a:lnTo>
                    <a:lnTo>
                      <a:pt x="468" y="148"/>
                    </a:lnTo>
                    <a:lnTo>
                      <a:pt x="468" y="148"/>
                    </a:lnTo>
                    <a:lnTo>
                      <a:pt x="468" y="144"/>
                    </a:lnTo>
                    <a:lnTo>
                      <a:pt x="460" y="142"/>
                    </a:lnTo>
                    <a:lnTo>
                      <a:pt x="460" y="142"/>
                    </a:lnTo>
                    <a:lnTo>
                      <a:pt x="460" y="142"/>
                    </a:lnTo>
                    <a:lnTo>
                      <a:pt x="458" y="144"/>
                    </a:lnTo>
                    <a:lnTo>
                      <a:pt x="458" y="144"/>
                    </a:lnTo>
                    <a:lnTo>
                      <a:pt x="456" y="142"/>
                    </a:lnTo>
                    <a:lnTo>
                      <a:pt x="456" y="142"/>
                    </a:lnTo>
                    <a:lnTo>
                      <a:pt x="456" y="138"/>
                    </a:lnTo>
                    <a:lnTo>
                      <a:pt x="456" y="138"/>
                    </a:lnTo>
                    <a:lnTo>
                      <a:pt x="450" y="138"/>
                    </a:lnTo>
                    <a:lnTo>
                      <a:pt x="450" y="138"/>
                    </a:lnTo>
                    <a:lnTo>
                      <a:pt x="444" y="134"/>
                    </a:lnTo>
                    <a:lnTo>
                      <a:pt x="442" y="134"/>
                    </a:lnTo>
                    <a:lnTo>
                      <a:pt x="442" y="134"/>
                    </a:lnTo>
                    <a:lnTo>
                      <a:pt x="442" y="128"/>
                    </a:lnTo>
                    <a:lnTo>
                      <a:pt x="442" y="126"/>
                    </a:lnTo>
                    <a:lnTo>
                      <a:pt x="442" y="126"/>
                    </a:lnTo>
                    <a:lnTo>
                      <a:pt x="442" y="116"/>
                    </a:lnTo>
                    <a:lnTo>
                      <a:pt x="440" y="104"/>
                    </a:lnTo>
                    <a:lnTo>
                      <a:pt x="440" y="104"/>
                    </a:lnTo>
                    <a:lnTo>
                      <a:pt x="438" y="100"/>
                    </a:lnTo>
                    <a:lnTo>
                      <a:pt x="438" y="100"/>
                    </a:lnTo>
                    <a:lnTo>
                      <a:pt x="438" y="96"/>
                    </a:lnTo>
                    <a:lnTo>
                      <a:pt x="438" y="96"/>
                    </a:lnTo>
                    <a:lnTo>
                      <a:pt x="434" y="90"/>
                    </a:lnTo>
                    <a:lnTo>
                      <a:pt x="430" y="86"/>
                    </a:lnTo>
                    <a:lnTo>
                      <a:pt x="430" y="86"/>
                    </a:lnTo>
                    <a:lnTo>
                      <a:pt x="430" y="76"/>
                    </a:lnTo>
                    <a:lnTo>
                      <a:pt x="430" y="64"/>
                    </a:lnTo>
                    <a:lnTo>
                      <a:pt x="430" y="64"/>
                    </a:lnTo>
                    <a:lnTo>
                      <a:pt x="430" y="64"/>
                    </a:lnTo>
                    <a:lnTo>
                      <a:pt x="430" y="62"/>
                    </a:lnTo>
                    <a:lnTo>
                      <a:pt x="430" y="62"/>
                    </a:lnTo>
                    <a:lnTo>
                      <a:pt x="428" y="62"/>
                    </a:lnTo>
                    <a:lnTo>
                      <a:pt x="426" y="64"/>
                    </a:lnTo>
                    <a:lnTo>
                      <a:pt x="426" y="64"/>
                    </a:lnTo>
                    <a:lnTo>
                      <a:pt x="418" y="52"/>
                    </a:lnTo>
                    <a:lnTo>
                      <a:pt x="418" y="52"/>
                    </a:lnTo>
                    <a:lnTo>
                      <a:pt x="410" y="60"/>
                    </a:lnTo>
                    <a:lnTo>
                      <a:pt x="410" y="60"/>
                    </a:lnTo>
                    <a:lnTo>
                      <a:pt x="406" y="56"/>
                    </a:lnTo>
                    <a:lnTo>
                      <a:pt x="406" y="56"/>
                    </a:lnTo>
                    <a:lnTo>
                      <a:pt x="406" y="48"/>
                    </a:lnTo>
                    <a:lnTo>
                      <a:pt x="408" y="42"/>
                    </a:lnTo>
                    <a:lnTo>
                      <a:pt x="408" y="40"/>
                    </a:lnTo>
                    <a:lnTo>
                      <a:pt x="408" y="40"/>
                    </a:lnTo>
                    <a:lnTo>
                      <a:pt x="408" y="38"/>
                    </a:lnTo>
                    <a:lnTo>
                      <a:pt x="406" y="34"/>
                    </a:lnTo>
                    <a:lnTo>
                      <a:pt x="406" y="28"/>
                    </a:lnTo>
                    <a:lnTo>
                      <a:pt x="406" y="28"/>
                    </a:lnTo>
                    <a:lnTo>
                      <a:pt x="402" y="26"/>
                    </a:lnTo>
                    <a:lnTo>
                      <a:pt x="400" y="24"/>
                    </a:lnTo>
                    <a:lnTo>
                      <a:pt x="400" y="24"/>
                    </a:lnTo>
                    <a:lnTo>
                      <a:pt x="400" y="18"/>
                    </a:lnTo>
                    <a:lnTo>
                      <a:pt x="400" y="18"/>
                    </a:lnTo>
                    <a:lnTo>
                      <a:pt x="396" y="16"/>
                    </a:lnTo>
                    <a:lnTo>
                      <a:pt x="396" y="16"/>
                    </a:lnTo>
                    <a:lnTo>
                      <a:pt x="396" y="10"/>
                    </a:lnTo>
                    <a:lnTo>
                      <a:pt x="396" y="10"/>
                    </a:lnTo>
                    <a:lnTo>
                      <a:pt x="392" y="6"/>
                    </a:lnTo>
                    <a:lnTo>
                      <a:pt x="392" y="6"/>
                    </a:lnTo>
                    <a:lnTo>
                      <a:pt x="390" y="0"/>
                    </a:lnTo>
                    <a:lnTo>
                      <a:pt x="388" y="0"/>
                    </a:lnTo>
                    <a:lnTo>
                      <a:pt x="388" y="0"/>
                    </a:lnTo>
                    <a:lnTo>
                      <a:pt x="386" y="0"/>
                    </a:lnTo>
                    <a:lnTo>
                      <a:pt x="384" y="0"/>
                    </a:lnTo>
                    <a:lnTo>
                      <a:pt x="384" y="0"/>
                    </a:lnTo>
                    <a:lnTo>
                      <a:pt x="384" y="8"/>
                    </a:lnTo>
                    <a:lnTo>
                      <a:pt x="384" y="16"/>
                    </a:lnTo>
                    <a:lnTo>
                      <a:pt x="384" y="16"/>
                    </a:lnTo>
                    <a:lnTo>
                      <a:pt x="382" y="18"/>
                    </a:lnTo>
                    <a:lnTo>
                      <a:pt x="380" y="22"/>
                    </a:lnTo>
                    <a:lnTo>
                      <a:pt x="380" y="22"/>
                    </a:lnTo>
                    <a:lnTo>
                      <a:pt x="380" y="24"/>
                    </a:lnTo>
                    <a:lnTo>
                      <a:pt x="382" y="24"/>
                    </a:lnTo>
                    <a:lnTo>
                      <a:pt x="382" y="40"/>
                    </a:lnTo>
                    <a:lnTo>
                      <a:pt x="382" y="40"/>
                    </a:lnTo>
                    <a:lnTo>
                      <a:pt x="380" y="42"/>
                    </a:lnTo>
                    <a:lnTo>
                      <a:pt x="378" y="48"/>
                    </a:lnTo>
                    <a:lnTo>
                      <a:pt x="378" y="48"/>
                    </a:lnTo>
                    <a:lnTo>
                      <a:pt x="380" y="66"/>
                    </a:lnTo>
                    <a:lnTo>
                      <a:pt x="380" y="66"/>
                    </a:lnTo>
                    <a:lnTo>
                      <a:pt x="382" y="70"/>
                    </a:lnTo>
                    <a:lnTo>
                      <a:pt x="382" y="70"/>
                    </a:lnTo>
                    <a:lnTo>
                      <a:pt x="378" y="72"/>
                    </a:lnTo>
                    <a:lnTo>
                      <a:pt x="378" y="72"/>
                    </a:lnTo>
                    <a:lnTo>
                      <a:pt x="378" y="78"/>
                    </a:lnTo>
                    <a:lnTo>
                      <a:pt x="378" y="82"/>
                    </a:lnTo>
                    <a:lnTo>
                      <a:pt x="378" y="82"/>
                    </a:lnTo>
                    <a:lnTo>
                      <a:pt x="376" y="86"/>
                    </a:lnTo>
                    <a:lnTo>
                      <a:pt x="374" y="90"/>
                    </a:lnTo>
                    <a:lnTo>
                      <a:pt x="374" y="90"/>
                    </a:lnTo>
                    <a:lnTo>
                      <a:pt x="374" y="92"/>
                    </a:lnTo>
                    <a:lnTo>
                      <a:pt x="374" y="96"/>
                    </a:lnTo>
                    <a:lnTo>
                      <a:pt x="370" y="102"/>
                    </a:lnTo>
                    <a:lnTo>
                      <a:pt x="370" y="102"/>
                    </a:lnTo>
                    <a:lnTo>
                      <a:pt x="370" y="110"/>
                    </a:lnTo>
                    <a:lnTo>
                      <a:pt x="370" y="110"/>
                    </a:lnTo>
                    <a:lnTo>
                      <a:pt x="364" y="112"/>
                    </a:lnTo>
                    <a:lnTo>
                      <a:pt x="358" y="112"/>
                    </a:lnTo>
                    <a:lnTo>
                      <a:pt x="354" y="112"/>
                    </a:lnTo>
                    <a:lnTo>
                      <a:pt x="354" y="110"/>
                    </a:lnTo>
                    <a:lnTo>
                      <a:pt x="354" y="110"/>
                    </a:lnTo>
                    <a:lnTo>
                      <a:pt x="354" y="110"/>
                    </a:lnTo>
                    <a:lnTo>
                      <a:pt x="348" y="100"/>
                    </a:lnTo>
                    <a:lnTo>
                      <a:pt x="348" y="100"/>
                    </a:lnTo>
                    <a:lnTo>
                      <a:pt x="346" y="98"/>
                    </a:lnTo>
                    <a:lnTo>
                      <a:pt x="342" y="98"/>
                    </a:lnTo>
                    <a:lnTo>
                      <a:pt x="342" y="98"/>
                    </a:lnTo>
                    <a:lnTo>
                      <a:pt x="336" y="92"/>
                    </a:lnTo>
                    <a:lnTo>
                      <a:pt x="332" y="86"/>
                    </a:lnTo>
                    <a:lnTo>
                      <a:pt x="332" y="86"/>
                    </a:lnTo>
                    <a:lnTo>
                      <a:pt x="328" y="84"/>
                    </a:lnTo>
                    <a:lnTo>
                      <a:pt x="324" y="84"/>
                    </a:lnTo>
                    <a:lnTo>
                      <a:pt x="324" y="84"/>
                    </a:lnTo>
                    <a:lnTo>
                      <a:pt x="322" y="82"/>
                    </a:lnTo>
                    <a:lnTo>
                      <a:pt x="318" y="78"/>
                    </a:lnTo>
                    <a:lnTo>
                      <a:pt x="318" y="78"/>
                    </a:lnTo>
                    <a:lnTo>
                      <a:pt x="314" y="78"/>
                    </a:lnTo>
                    <a:lnTo>
                      <a:pt x="314" y="78"/>
                    </a:lnTo>
                    <a:lnTo>
                      <a:pt x="310" y="72"/>
                    </a:lnTo>
                    <a:lnTo>
                      <a:pt x="310" y="72"/>
                    </a:lnTo>
                    <a:lnTo>
                      <a:pt x="306" y="72"/>
                    </a:lnTo>
                    <a:lnTo>
                      <a:pt x="306" y="72"/>
                    </a:lnTo>
                    <a:lnTo>
                      <a:pt x="300" y="66"/>
                    </a:lnTo>
                    <a:lnTo>
                      <a:pt x="300" y="66"/>
                    </a:lnTo>
                    <a:lnTo>
                      <a:pt x="300" y="60"/>
                    </a:lnTo>
                    <a:lnTo>
                      <a:pt x="302" y="52"/>
                    </a:lnTo>
                    <a:lnTo>
                      <a:pt x="302" y="52"/>
                    </a:lnTo>
                    <a:lnTo>
                      <a:pt x="304" y="50"/>
                    </a:lnTo>
                    <a:lnTo>
                      <a:pt x="304" y="50"/>
                    </a:lnTo>
                    <a:lnTo>
                      <a:pt x="304" y="44"/>
                    </a:lnTo>
                    <a:lnTo>
                      <a:pt x="304" y="38"/>
                    </a:lnTo>
                    <a:lnTo>
                      <a:pt x="304" y="38"/>
                    </a:lnTo>
                    <a:lnTo>
                      <a:pt x="310" y="40"/>
                    </a:lnTo>
                    <a:lnTo>
                      <a:pt x="312" y="38"/>
                    </a:lnTo>
                    <a:lnTo>
                      <a:pt x="312" y="36"/>
                    </a:lnTo>
                    <a:lnTo>
                      <a:pt x="310" y="30"/>
                    </a:lnTo>
                    <a:lnTo>
                      <a:pt x="310" y="30"/>
                    </a:lnTo>
                    <a:lnTo>
                      <a:pt x="318" y="26"/>
                    </a:lnTo>
                    <a:lnTo>
                      <a:pt x="318" y="26"/>
                    </a:lnTo>
                    <a:lnTo>
                      <a:pt x="318" y="22"/>
                    </a:lnTo>
                    <a:lnTo>
                      <a:pt x="318" y="22"/>
                    </a:lnTo>
                    <a:lnTo>
                      <a:pt x="316" y="22"/>
                    </a:lnTo>
                    <a:lnTo>
                      <a:pt x="316" y="22"/>
                    </a:lnTo>
                    <a:lnTo>
                      <a:pt x="316" y="20"/>
                    </a:lnTo>
                    <a:lnTo>
                      <a:pt x="314" y="20"/>
                    </a:lnTo>
                    <a:lnTo>
                      <a:pt x="314" y="20"/>
                    </a:lnTo>
                    <a:lnTo>
                      <a:pt x="316" y="16"/>
                    </a:lnTo>
                    <a:lnTo>
                      <a:pt x="316" y="16"/>
                    </a:lnTo>
                    <a:lnTo>
                      <a:pt x="308" y="20"/>
                    </a:lnTo>
                    <a:lnTo>
                      <a:pt x="308" y="20"/>
                    </a:lnTo>
                    <a:lnTo>
                      <a:pt x="308" y="22"/>
                    </a:lnTo>
                    <a:lnTo>
                      <a:pt x="308" y="22"/>
                    </a:lnTo>
                    <a:lnTo>
                      <a:pt x="302" y="16"/>
                    </a:lnTo>
                    <a:lnTo>
                      <a:pt x="302" y="16"/>
                    </a:lnTo>
                    <a:lnTo>
                      <a:pt x="298" y="16"/>
                    </a:lnTo>
                    <a:lnTo>
                      <a:pt x="296" y="18"/>
                    </a:lnTo>
                    <a:lnTo>
                      <a:pt x="296" y="18"/>
                    </a:lnTo>
                    <a:lnTo>
                      <a:pt x="292" y="18"/>
                    </a:lnTo>
                    <a:lnTo>
                      <a:pt x="290" y="16"/>
                    </a:lnTo>
                    <a:lnTo>
                      <a:pt x="290" y="16"/>
                    </a:lnTo>
                    <a:lnTo>
                      <a:pt x="286" y="16"/>
                    </a:lnTo>
                    <a:lnTo>
                      <a:pt x="282" y="18"/>
                    </a:lnTo>
                    <a:lnTo>
                      <a:pt x="280" y="14"/>
                    </a:lnTo>
                    <a:lnTo>
                      <a:pt x="280" y="14"/>
                    </a:lnTo>
                    <a:lnTo>
                      <a:pt x="278" y="14"/>
                    </a:lnTo>
                    <a:lnTo>
                      <a:pt x="274" y="16"/>
                    </a:lnTo>
                    <a:lnTo>
                      <a:pt x="274" y="16"/>
                    </a:lnTo>
                    <a:lnTo>
                      <a:pt x="272" y="12"/>
                    </a:lnTo>
                    <a:lnTo>
                      <a:pt x="272" y="10"/>
                    </a:lnTo>
                    <a:lnTo>
                      <a:pt x="272" y="10"/>
                    </a:lnTo>
                    <a:lnTo>
                      <a:pt x="264" y="12"/>
                    </a:lnTo>
                    <a:lnTo>
                      <a:pt x="264" y="12"/>
                    </a:lnTo>
                    <a:lnTo>
                      <a:pt x="260" y="8"/>
                    </a:lnTo>
                    <a:lnTo>
                      <a:pt x="258" y="6"/>
                    </a:lnTo>
                    <a:lnTo>
                      <a:pt x="256" y="6"/>
                    </a:lnTo>
                    <a:lnTo>
                      <a:pt x="250" y="4"/>
                    </a:lnTo>
                    <a:lnTo>
                      <a:pt x="250" y="4"/>
                    </a:lnTo>
                    <a:lnTo>
                      <a:pt x="250" y="6"/>
                    </a:lnTo>
                    <a:lnTo>
                      <a:pt x="250" y="6"/>
                    </a:lnTo>
                    <a:lnTo>
                      <a:pt x="254" y="12"/>
                    </a:lnTo>
                    <a:lnTo>
                      <a:pt x="254" y="12"/>
                    </a:lnTo>
                    <a:lnTo>
                      <a:pt x="260" y="12"/>
                    </a:lnTo>
                    <a:lnTo>
                      <a:pt x="260" y="12"/>
                    </a:lnTo>
                    <a:lnTo>
                      <a:pt x="262" y="14"/>
                    </a:lnTo>
                    <a:lnTo>
                      <a:pt x="262" y="16"/>
                    </a:lnTo>
                    <a:lnTo>
                      <a:pt x="264" y="22"/>
                    </a:lnTo>
                    <a:lnTo>
                      <a:pt x="262" y="22"/>
                    </a:lnTo>
                    <a:lnTo>
                      <a:pt x="262" y="22"/>
                    </a:lnTo>
                    <a:lnTo>
                      <a:pt x="260" y="26"/>
                    </a:lnTo>
                    <a:lnTo>
                      <a:pt x="260" y="26"/>
                    </a:lnTo>
                    <a:lnTo>
                      <a:pt x="254" y="22"/>
                    </a:lnTo>
                    <a:lnTo>
                      <a:pt x="250" y="20"/>
                    </a:lnTo>
                    <a:lnTo>
                      <a:pt x="246" y="22"/>
                    </a:lnTo>
                    <a:lnTo>
                      <a:pt x="246" y="22"/>
                    </a:lnTo>
                    <a:lnTo>
                      <a:pt x="244" y="24"/>
                    </a:lnTo>
                    <a:lnTo>
                      <a:pt x="244" y="24"/>
                    </a:lnTo>
                    <a:lnTo>
                      <a:pt x="244" y="20"/>
                    </a:lnTo>
                    <a:lnTo>
                      <a:pt x="242" y="20"/>
                    </a:lnTo>
                    <a:lnTo>
                      <a:pt x="242" y="20"/>
                    </a:lnTo>
                    <a:lnTo>
                      <a:pt x="238" y="24"/>
                    </a:lnTo>
                    <a:lnTo>
                      <a:pt x="232" y="22"/>
                    </a:lnTo>
                    <a:lnTo>
                      <a:pt x="232" y="22"/>
                    </a:lnTo>
                    <a:lnTo>
                      <a:pt x="234" y="28"/>
                    </a:lnTo>
                    <a:lnTo>
                      <a:pt x="234" y="28"/>
                    </a:lnTo>
                    <a:lnTo>
                      <a:pt x="228" y="30"/>
                    </a:lnTo>
                    <a:lnTo>
                      <a:pt x="228" y="30"/>
                    </a:lnTo>
                    <a:lnTo>
                      <a:pt x="228" y="32"/>
                    </a:lnTo>
                    <a:lnTo>
                      <a:pt x="228" y="32"/>
                    </a:lnTo>
                    <a:lnTo>
                      <a:pt x="228" y="32"/>
                    </a:lnTo>
                    <a:lnTo>
                      <a:pt x="228" y="32"/>
                    </a:lnTo>
                    <a:lnTo>
                      <a:pt x="232" y="40"/>
                    </a:lnTo>
                    <a:lnTo>
                      <a:pt x="232" y="40"/>
                    </a:lnTo>
                    <a:lnTo>
                      <a:pt x="228" y="40"/>
                    </a:lnTo>
                    <a:lnTo>
                      <a:pt x="224" y="42"/>
                    </a:lnTo>
                    <a:lnTo>
                      <a:pt x="224" y="50"/>
                    </a:lnTo>
                    <a:lnTo>
                      <a:pt x="224" y="50"/>
                    </a:lnTo>
                    <a:lnTo>
                      <a:pt x="218" y="50"/>
                    </a:lnTo>
                    <a:lnTo>
                      <a:pt x="218" y="50"/>
                    </a:lnTo>
                    <a:lnTo>
                      <a:pt x="218" y="56"/>
                    </a:lnTo>
                    <a:lnTo>
                      <a:pt x="218" y="60"/>
                    </a:lnTo>
                    <a:lnTo>
                      <a:pt x="220" y="62"/>
                    </a:lnTo>
                    <a:lnTo>
                      <a:pt x="220" y="62"/>
                    </a:lnTo>
                    <a:lnTo>
                      <a:pt x="222" y="62"/>
                    </a:lnTo>
                    <a:lnTo>
                      <a:pt x="224" y="64"/>
                    </a:lnTo>
                    <a:lnTo>
                      <a:pt x="224" y="64"/>
                    </a:lnTo>
                    <a:lnTo>
                      <a:pt x="224" y="68"/>
                    </a:lnTo>
                    <a:lnTo>
                      <a:pt x="224" y="68"/>
                    </a:lnTo>
                    <a:lnTo>
                      <a:pt x="214" y="66"/>
                    </a:lnTo>
                    <a:lnTo>
                      <a:pt x="214" y="64"/>
                    </a:lnTo>
                    <a:lnTo>
                      <a:pt x="214" y="64"/>
                    </a:lnTo>
                    <a:lnTo>
                      <a:pt x="208" y="62"/>
                    </a:lnTo>
                    <a:lnTo>
                      <a:pt x="204" y="62"/>
                    </a:lnTo>
                    <a:lnTo>
                      <a:pt x="204" y="64"/>
                    </a:lnTo>
                    <a:lnTo>
                      <a:pt x="202" y="72"/>
                    </a:lnTo>
                    <a:lnTo>
                      <a:pt x="202" y="72"/>
                    </a:lnTo>
                    <a:lnTo>
                      <a:pt x="200" y="72"/>
                    </a:lnTo>
                    <a:lnTo>
                      <a:pt x="200" y="72"/>
                    </a:lnTo>
                    <a:lnTo>
                      <a:pt x="200" y="72"/>
                    </a:lnTo>
                    <a:lnTo>
                      <a:pt x="198" y="72"/>
                    </a:lnTo>
                    <a:lnTo>
                      <a:pt x="198" y="70"/>
                    </a:lnTo>
                    <a:lnTo>
                      <a:pt x="200" y="66"/>
                    </a:lnTo>
                    <a:lnTo>
                      <a:pt x="200" y="66"/>
                    </a:lnTo>
                    <a:lnTo>
                      <a:pt x="200" y="58"/>
                    </a:lnTo>
                    <a:lnTo>
                      <a:pt x="198" y="58"/>
                    </a:lnTo>
                    <a:lnTo>
                      <a:pt x="198" y="58"/>
                    </a:lnTo>
                    <a:lnTo>
                      <a:pt x="196" y="54"/>
                    </a:lnTo>
                    <a:lnTo>
                      <a:pt x="194" y="54"/>
                    </a:lnTo>
                    <a:lnTo>
                      <a:pt x="194" y="54"/>
                    </a:lnTo>
                    <a:lnTo>
                      <a:pt x="194" y="48"/>
                    </a:lnTo>
                    <a:lnTo>
                      <a:pt x="194" y="48"/>
                    </a:lnTo>
                    <a:lnTo>
                      <a:pt x="190" y="46"/>
                    </a:lnTo>
                    <a:lnTo>
                      <a:pt x="184" y="46"/>
                    </a:lnTo>
                    <a:lnTo>
                      <a:pt x="180" y="48"/>
                    </a:lnTo>
                    <a:lnTo>
                      <a:pt x="176" y="50"/>
                    </a:lnTo>
                    <a:lnTo>
                      <a:pt x="176" y="50"/>
                    </a:lnTo>
                    <a:lnTo>
                      <a:pt x="176" y="48"/>
                    </a:lnTo>
                    <a:lnTo>
                      <a:pt x="176" y="46"/>
                    </a:lnTo>
                    <a:lnTo>
                      <a:pt x="176" y="46"/>
                    </a:lnTo>
                    <a:lnTo>
                      <a:pt x="174" y="58"/>
                    </a:lnTo>
                    <a:lnTo>
                      <a:pt x="174" y="58"/>
                    </a:lnTo>
                    <a:lnTo>
                      <a:pt x="172" y="56"/>
                    </a:lnTo>
                    <a:lnTo>
                      <a:pt x="172" y="56"/>
                    </a:lnTo>
                    <a:lnTo>
                      <a:pt x="172" y="54"/>
                    </a:lnTo>
                    <a:lnTo>
                      <a:pt x="172" y="54"/>
                    </a:lnTo>
                    <a:lnTo>
                      <a:pt x="170" y="58"/>
                    </a:lnTo>
                    <a:lnTo>
                      <a:pt x="170" y="58"/>
                    </a:lnTo>
                    <a:lnTo>
                      <a:pt x="168" y="58"/>
                    </a:lnTo>
                    <a:lnTo>
                      <a:pt x="166" y="58"/>
                    </a:lnTo>
                    <a:lnTo>
                      <a:pt x="166" y="58"/>
                    </a:lnTo>
                    <a:lnTo>
                      <a:pt x="164" y="60"/>
                    </a:lnTo>
                    <a:lnTo>
                      <a:pt x="164" y="62"/>
                    </a:lnTo>
                    <a:lnTo>
                      <a:pt x="166" y="62"/>
                    </a:lnTo>
                    <a:lnTo>
                      <a:pt x="166" y="62"/>
                    </a:lnTo>
                    <a:lnTo>
                      <a:pt x="166" y="62"/>
                    </a:lnTo>
                    <a:lnTo>
                      <a:pt x="168" y="62"/>
                    </a:lnTo>
                    <a:lnTo>
                      <a:pt x="168" y="62"/>
                    </a:lnTo>
                    <a:lnTo>
                      <a:pt x="168" y="66"/>
                    </a:lnTo>
                    <a:lnTo>
                      <a:pt x="168" y="66"/>
                    </a:lnTo>
                    <a:lnTo>
                      <a:pt x="164" y="66"/>
                    </a:lnTo>
                    <a:lnTo>
                      <a:pt x="162" y="66"/>
                    </a:lnTo>
                    <a:lnTo>
                      <a:pt x="162" y="66"/>
                    </a:lnTo>
                    <a:lnTo>
                      <a:pt x="164" y="72"/>
                    </a:lnTo>
                    <a:lnTo>
                      <a:pt x="164" y="72"/>
                    </a:lnTo>
                    <a:lnTo>
                      <a:pt x="160" y="70"/>
                    </a:lnTo>
                    <a:lnTo>
                      <a:pt x="154" y="72"/>
                    </a:lnTo>
                    <a:lnTo>
                      <a:pt x="154" y="72"/>
                    </a:lnTo>
                    <a:lnTo>
                      <a:pt x="154" y="80"/>
                    </a:lnTo>
                    <a:lnTo>
                      <a:pt x="152" y="86"/>
                    </a:lnTo>
                    <a:lnTo>
                      <a:pt x="152" y="86"/>
                    </a:lnTo>
                    <a:lnTo>
                      <a:pt x="146" y="84"/>
                    </a:lnTo>
                    <a:lnTo>
                      <a:pt x="146" y="84"/>
                    </a:lnTo>
                    <a:lnTo>
                      <a:pt x="146" y="80"/>
                    </a:lnTo>
                    <a:lnTo>
                      <a:pt x="144" y="80"/>
                    </a:lnTo>
                    <a:lnTo>
                      <a:pt x="144" y="80"/>
                    </a:lnTo>
                    <a:lnTo>
                      <a:pt x="144" y="82"/>
                    </a:lnTo>
                    <a:lnTo>
                      <a:pt x="142" y="82"/>
                    </a:lnTo>
                    <a:lnTo>
                      <a:pt x="142" y="82"/>
                    </a:lnTo>
                    <a:lnTo>
                      <a:pt x="140" y="90"/>
                    </a:lnTo>
                    <a:lnTo>
                      <a:pt x="142" y="96"/>
                    </a:lnTo>
                    <a:lnTo>
                      <a:pt x="142" y="96"/>
                    </a:lnTo>
                    <a:lnTo>
                      <a:pt x="144" y="98"/>
                    </a:lnTo>
                    <a:lnTo>
                      <a:pt x="144" y="98"/>
                    </a:lnTo>
                    <a:lnTo>
                      <a:pt x="140" y="100"/>
                    </a:lnTo>
                    <a:lnTo>
                      <a:pt x="140" y="100"/>
                    </a:lnTo>
                    <a:lnTo>
                      <a:pt x="140" y="104"/>
                    </a:lnTo>
                    <a:lnTo>
                      <a:pt x="140" y="104"/>
                    </a:lnTo>
                    <a:lnTo>
                      <a:pt x="138" y="100"/>
                    </a:lnTo>
                    <a:lnTo>
                      <a:pt x="136" y="98"/>
                    </a:lnTo>
                    <a:lnTo>
                      <a:pt x="136" y="98"/>
                    </a:lnTo>
                    <a:lnTo>
                      <a:pt x="136" y="94"/>
                    </a:lnTo>
                    <a:lnTo>
                      <a:pt x="134" y="90"/>
                    </a:lnTo>
                    <a:lnTo>
                      <a:pt x="134" y="90"/>
                    </a:lnTo>
                    <a:lnTo>
                      <a:pt x="132" y="88"/>
                    </a:lnTo>
                    <a:lnTo>
                      <a:pt x="132" y="88"/>
                    </a:lnTo>
                    <a:lnTo>
                      <a:pt x="132" y="92"/>
                    </a:lnTo>
                    <a:lnTo>
                      <a:pt x="132" y="92"/>
                    </a:lnTo>
                    <a:lnTo>
                      <a:pt x="126" y="96"/>
                    </a:lnTo>
                    <a:lnTo>
                      <a:pt x="126" y="96"/>
                    </a:lnTo>
                    <a:lnTo>
                      <a:pt x="124" y="100"/>
                    </a:lnTo>
                    <a:lnTo>
                      <a:pt x="124" y="104"/>
                    </a:lnTo>
                    <a:lnTo>
                      <a:pt x="124" y="110"/>
                    </a:lnTo>
                    <a:lnTo>
                      <a:pt x="122" y="110"/>
                    </a:lnTo>
                    <a:lnTo>
                      <a:pt x="122" y="110"/>
                    </a:lnTo>
                    <a:lnTo>
                      <a:pt x="122" y="114"/>
                    </a:lnTo>
                    <a:lnTo>
                      <a:pt x="124" y="114"/>
                    </a:lnTo>
                    <a:lnTo>
                      <a:pt x="124" y="114"/>
                    </a:lnTo>
                    <a:lnTo>
                      <a:pt x="124" y="120"/>
                    </a:lnTo>
                    <a:lnTo>
                      <a:pt x="124" y="120"/>
                    </a:lnTo>
                    <a:lnTo>
                      <a:pt x="120" y="122"/>
                    </a:lnTo>
                    <a:lnTo>
                      <a:pt x="116" y="124"/>
                    </a:lnTo>
                    <a:lnTo>
                      <a:pt x="116" y="124"/>
                    </a:lnTo>
                    <a:lnTo>
                      <a:pt x="116" y="128"/>
                    </a:lnTo>
                    <a:lnTo>
                      <a:pt x="116" y="128"/>
                    </a:lnTo>
                    <a:lnTo>
                      <a:pt x="106" y="138"/>
                    </a:lnTo>
                    <a:lnTo>
                      <a:pt x="106" y="138"/>
                    </a:lnTo>
                    <a:lnTo>
                      <a:pt x="100" y="140"/>
                    </a:lnTo>
                    <a:lnTo>
                      <a:pt x="92" y="142"/>
                    </a:lnTo>
                    <a:lnTo>
                      <a:pt x="92" y="142"/>
                    </a:lnTo>
                    <a:lnTo>
                      <a:pt x="86" y="146"/>
                    </a:lnTo>
                    <a:lnTo>
                      <a:pt x="86" y="146"/>
                    </a:lnTo>
                    <a:lnTo>
                      <a:pt x="82" y="146"/>
                    </a:lnTo>
                    <a:lnTo>
                      <a:pt x="80" y="144"/>
                    </a:lnTo>
                    <a:lnTo>
                      <a:pt x="80" y="144"/>
                    </a:lnTo>
                    <a:lnTo>
                      <a:pt x="78" y="146"/>
                    </a:lnTo>
                    <a:lnTo>
                      <a:pt x="76" y="150"/>
                    </a:lnTo>
                    <a:lnTo>
                      <a:pt x="76" y="152"/>
                    </a:lnTo>
                    <a:lnTo>
                      <a:pt x="74" y="154"/>
                    </a:lnTo>
                    <a:lnTo>
                      <a:pt x="74" y="154"/>
                    </a:lnTo>
                    <a:lnTo>
                      <a:pt x="70" y="154"/>
                    </a:lnTo>
                    <a:lnTo>
                      <a:pt x="66" y="156"/>
                    </a:lnTo>
                    <a:lnTo>
                      <a:pt x="66" y="156"/>
                    </a:lnTo>
                    <a:lnTo>
                      <a:pt x="64" y="158"/>
                    </a:lnTo>
                    <a:lnTo>
                      <a:pt x="64" y="158"/>
                    </a:lnTo>
                    <a:lnTo>
                      <a:pt x="60" y="160"/>
                    </a:lnTo>
                    <a:lnTo>
                      <a:pt x="58" y="160"/>
                    </a:lnTo>
                    <a:lnTo>
                      <a:pt x="52" y="158"/>
                    </a:lnTo>
                    <a:lnTo>
                      <a:pt x="52" y="158"/>
                    </a:lnTo>
                    <a:lnTo>
                      <a:pt x="48" y="162"/>
                    </a:lnTo>
                    <a:lnTo>
                      <a:pt x="48" y="162"/>
                    </a:lnTo>
                    <a:lnTo>
                      <a:pt x="42" y="162"/>
                    </a:lnTo>
                    <a:lnTo>
                      <a:pt x="42" y="162"/>
                    </a:lnTo>
                    <a:lnTo>
                      <a:pt x="40" y="164"/>
                    </a:lnTo>
                    <a:lnTo>
                      <a:pt x="38" y="168"/>
                    </a:lnTo>
                    <a:lnTo>
                      <a:pt x="36" y="170"/>
                    </a:lnTo>
                    <a:lnTo>
                      <a:pt x="34" y="172"/>
                    </a:lnTo>
                    <a:lnTo>
                      <a:pt x="32" y="172"/>
                    </a:lnTo>
                    <a:lnTo>
                      <a:pt x="32" y="172"/>
                    </a:lnTo>
                    <a:lnTo>
                      <a:pt x="32" y="176"/>
                    </a:lnTo>
                    <a:lnTo>
                      <a:pt x="32" y="176"/>
                    </a:lnTo>
                    <a:lnTo>
                      <a:pt x="28" y="176"/>
                    </a:lnTo>
                    <a:lnTo>
                      <a:pt x="28" y="176"/>
                    </a:lnTo>
                    <a:lnTo>
                      <a:pt x="24" y="180"/>
                    </a:lnTo>
                    <a:lnTo>
                      <a:pt x="22" y="184"/>
                    </a:lnTo>
                    <a:lnTo>
                      <a:pt x="22" y="184"/>
                    </a:lnTo>
                    <a:lnTo>
                      <a:pt x="12" y="190"/>
                    </a:lnTo>
                    <a:lnTo>
                      <a:pt x="12" y="190"/>
                    </a:lnTo>
                    <a:lnTo>
                      <a:pt x="12" y="186"/>
                    </a:lnTo>
                    <a:lnTo>
                      <a:pt x="12" y="186"/>
                    </a:lnTo>
                    <a:lnTo>
                      <a:pt x="14" y="184"/>
                    </a:lnTo>
                    <a:lnTo>
                      <a:pt x="12" y="182"/>
                    </a:lnTo>
                    <a:lnTo>
                      <a:pt x="12" y="182"/>
                    </a:lnTo>
                    <a:lnTo>
                      <a:pt x="12" y="180"/>
                    </a:lnTo>
                    <a:lnTo>
                      <a:pt x="12" y="180"/>
                    </a:lnTo>
                    <a:lnTo>
                      <a:pt x="12" y="180"/>
                    </a:lnTo>
                    <a:lnTo>
                      <a:pt x="10" y="184"/>
                    </a:lnTo>
                    <a:lnTo>
                      <a:pt x="10" y="186"/>
                    </a:lnTo>
                    <a:lnTo>
                      <a:pt x="8" y="190"/>
                    </a:lnTo>
                    <a:lnTo>
                      <a:pt x="6" y="192"/>
                    </a:lnTo>
                    <a:lnTo>
                      <a:pt x="6" y="192"/>
                    </a:lnTo>
                    <a:lnTo>
                      <a:pt x="8" y="194"/>
                    </a:lnTo>
                    <a:lnTo>
                      <a:pt x="10" y="198"/>
                    </a:lnTo>
                    <a:lnTo>
                      <a:pt x="10" y="198"/>
                    </a:lnTo>
                    <a:lnTo>
                      <a:pt x="8" y="204"/>
                    </a:lnTo>
                    <a:lnTo>
                      <a:pt x="8" y="204"/>
                    </a:lnTo>
                    <a:lnTo>
                      <a:pt x="10" y="206"/>
                    </a:lnTo>
                    <a:lnTo>
                      <a:pt x="10" y="206"/>
                    </a:lnTo>
                    <a:lnTo>
                      <a:pt x="8" y="212"/>
                    </a:lnTo>
                    <a:lnTo>
                      <a:pt x="6" y="216"/>
                    </a:lnTo>
                    <a:lnTo>
                      <a:pt x="6" y="216"/>
                    </a:lnTo>
                    <a:lnTo>
                      <a:pt x="2" y="216"/>
                    </a:lnTo>
                    <a:lnTo>
                      <a:pt x="2" y="220"/>
                    </a:lnTo>
                    <a:lnTo>
                      <a:pt x="2" y="220"/>
                    </a:lnTo>
                    <a:lnTo>
                      <a:pt x="4" y="222"/>
                    </a:lnTo>
                    <a:lnTo>
                      <a:pt x="4" y="222"/>
                    </a:lnTo>
                    <a:lnTo>
                      <a:pt x="8" y="224"/>
                    </a:lnTo>
                    <a:lnTo>
                      <a:pt x="10" y="228"/>
                    </a:lnTo>
                    <a:lnTo>
                      <a:pt x="10" y="228"/>
                    </a:lnTo>
                    <a:lnTo>
                      <a:pt x="12" y="234"/>
                    </a:lnTo>
                    <a:lnTo>
                      <a:pt x="10" y="238"/>
                    </a:lnTo>
                    <a:lnTo>
                      <a:pt x="10" y="238"/>
                    </a:lnTo>
                    <a:lnTo>
                      <a:pt x="14" y="252"/>
                    </a:lnTo>
                    <a:lnTo>
                      <a:pt x="14" y="252"/>
                    </a:lnTo>
                    <a:lnTo>
                      <a:pt x="8" y="250"/>
                    </a:lnTo>
                    <a:lnTo>
                      <a:pt x="8" y="250"/>
                    </a:lnTo>
                    <a:lnTo>
                      <a:pt x="8" y="246"/>
                    </a:lnTo>
                    <a:lnTo>
                      <a:pt x="6" y="246"/>
                    </a:lnTo>
                    <a:lnTo>
                      <a:pt x="6" y="246"/>
                    </a:lnTo>
                    <a:lnTo>
                      <a:pt x="10" y="262"/>
                    </a:lnTo>
                    <a:lnTo>
                      <a:pt x="10" y="262"/>
                    </a:lnTo>
                    <a:lnTo>
                      <a:pt x="8" y="262"/>
                    </a:lnTo>
                    <a:lnTo>
                      <a:pt x="8" y="262"/>
                    </a:lnTo>
                    <a:lnTo>
                      <a:pt x="6" y="258"/>
                    </a:lnTo>
                    <a:lnTo>
                      <a:pt x="4" y="256"/>
                    </a:lnTo>
                    <a:lnTo>
                      <a:pt x="2" y="246"/>
                    </a:lnTo>
                    <a:lnTo>
                      <a:pt x="0" y="246"/>
                    </a:lnTo>
                    <a:lnTo>
                      <a:pt x="0" y="246"/>
                    </a:lnTo>
                    <a:lnTo>
                      <a:pt x="2" y="252"/>
                    </a:lnTo>
                    <a:lnTo>
                      <a:pt x="2" y="260"/>
                    </a:lnTo>
                    <a:lnTo>
                      <a:pt x="2" y="260"/>
                    </a:lnTo>
                    <a:lnTo>
                      <a:pt x="4" y="260"/>
                    </a:lnTo>
                    <a:lnTo>
                      <a:pt x="4" y="260"/>
                    </a:lnTo>
                    <a:lnTo>
                      <a:pt x="10" y="266"/>
                    </a:lnTo>
                    <a:lnTo>
                      <a:pt x="14" y="272"/>
                    </a:lnTo>
                    <a:lnTo>
                      <a:pt x="14" y="272"/>
                    </a:lnTo>
                    <a:lnTo>
                      <a:pt x="14" y="278"/>
                    </a:lnTo>
                    <a:lnTo>
                      <a:pt x="18" y="278"/>
                    </a:lnTo>
                    <a:lnTo>
                      <a:pt x="18" y="280"/>
                    </a:lnTo>
                    <a:lnTo>
                      <a:pt x="18" y="280"/>
                    </a:lnTo>
                    <a:lnTo>
                      <a:pt x="16" y="282"/>
                    </a:lnTo>
                    <a:lnTo>
                      <a:pt x="16" y="282"/>
                    </a:lnTo>
                    <a:lnTo>
                      <a:pt x="16" y="286"/>
                    </a:lnTo>
                    <a:lnTo>
                      <a:pt x="16" y="286"/>
                    </a:lnTo>
                    <a:lnTo>
                      <a:pt x="20" y="290"/>
                    </a:lnTo>
                    <a:lnTo>
                      <a:pt x="24" y="292"/>
                    </a:lnTo>
                    <a:lnTo>
                      <a:pt x="24" y="292"/>
                    </a:lnTo>
                    <a:lnTo>
                      <a:pt x="22" y="296"/>
                    </a:lnTo>
                    <a:lnTo>
                      <a:pt x="22" y="300"/>
                    </a:lnTo>
                    <a:lnTo>
                      <a:pt x="22" y="300"/>
                    </a:lnTo>
                    <a:lnTo>
                      <a:pt x="26" y="304"/>
                    </a:lnTo>
                    <a:lnTo>
                      <a:pt x="28" y="306"/>
                    </a:lnTo>
                    <a:lnTo>
                      <a:pt x="30" y="310"/>
                    </a:lnTo>
                    <a:lnTo>
                      <a:pt x="30" y="310"/>
                    </a:lnTo>
                    <a:lnTo>
                      <a:pt x="28" y="312"/>
                    </a:lnTo>
                    <a:lnTo>
                      <a:pt x="28" y="312"/>
                    </a:lnTo>
                    <a:lnTo>
                      <a:pt x="28" y="320"/>
                    </a:lnTo>
                    <a:lnTo>
                      <a:pt x="28" y="326"/>
                    </a:lnTo>
                    <a:lnTo>
                      <a:pt x="28" y="326"/>
                    </a:lnTo>
                    <a:lnTo>
                      <a:pt x="32" y="336"/>
                    </a:lnTo>
                    <a:lnTo>
                      <a:pt x="32" y="336"/>
                    </a:lnTo>
                    <a:lnTo>
                      <a:pt x="32" y="340"/>
                    </a:lnTo>
                    <a:lnTo>
                      <a:pt x="34" y="346"/>
                    </a:lnTo>
                    <a:lnTo>
                      <a:pt x="34" y="346"/>
                    </a:lnTo>
                    <a:lnTo>
                      <a:pt x="36" y="350"/>
                    </a:lnTo>
                    <a:lnTo>
                      <a:pt x="36" y="350"/>
                    </a:lnTo>
                    <a:lnTo>
                      <a:pt x="36" y="354"/>
                    </a:lnTo>
                    <a:lnTo>
                      <a:pt x="34" y="356"/>
                    </a:lnTo>
                    <a:lnTo>
                      <a:pt x="34" y="356"/>
                    </a:lnTo>
                    <a:lnTo>
                      <a:pt x="36" y="360"/>
                    </a:lnTo>
                    <a:lnTo>
                      <a:pt x="36" y="360"/>
                    </a:lnTo>
                    <a:lnTo>
                      <a:pt x="36" y="364"/>
                    </a:lnTo>
                    <a:lnTo>
                      <a:pt x="36" y="364"/>
                    </a:lnTo>
                    <a:lnTo>
                      <a:pt x="34" y="366"/>
                    </a:lnTo>
                    <a:lnTo>
                      <a:pt x="34" y="366"/>
                    </a:lnTo>
                    <a:lnTo>
                      <a:pt x="34" y="376"/>
                    </a:lnTo>
                    <a:lnTo>
                      <a:pt x="34" y="384"/>
                    </a:lnTo>
                    <a:lnTo>
                      <a:pt x="34" y="384"/>
                    </a:lnTo>
                    <a:lnTo>
                      <a:pt x="32" y="386"/>
                    </a:lnTo>
                    <a:lnTo>
                      <a:pt x="32" y="386"/>
                    </a:lnTo>
                    <a:lnTo>
                      <a:pt x="28" y="382"/>
                    </a:lnTo>
                    <a:lnTo>
                      <a:pt x="28" y="382"/>
                    </a:lnTo>
                    <a:lnTo>
                      <a:pt x="26" y="382"/>
                    </a:lnTo>
                    <a:lnTo>
                      <a:pt x="24" y="382"/>
                    </a:lnTo>
                    <a:lnTo>
                      <a:pt x="26" y="382"/>
                    </a:lnTo>
                    <a:lnTo>
                      <a:pt x="26" y="382"/>
                    </a:lnTo>
                    <a:lnTo>
                      <a:pt x="26" y="388"/>
                    </a:lnTo>
                    <a:lnTo>
                      <a:pt x="26" y="388"/>
                    </a:lnTo>
                    <a:lnTo>
                      <a:pt x="28" y="392"/>
                    </a:lnTo>
                    <a:lnTo>
                      <a:pt x="32" y="394"/>
                    </a:lnTo>
                    <a:lnTo>
                      <a:pt x="38" y="398"/>
                    </a:lnTo>
                    <a:lnTo>
                      <a:pt x="38" y="398"/>
                    </a:lnTo>
                    <a:lnTo>
                      <a:pt x="40" y="400"/>
                    </a:lnTo>
                    <a:lnTo>
                      <a:pt x="42" y="404"/>
                    </a:lnTo>
                    <a:lnTo>
                      <a:pt x="42" y="404"/>
                    </a:lnTo>
                    <a:lnTo>
                      <a:pt x="46" y="406"/>
                    </a:lnTo>
                    <a:lnTo>
                      <a:pt x="50" y="406"/>
                    </a:lnTo>
                    <a:lnTo>
                      <a:pt x="52" y="404"/>
                    </a:lnTo>
                    <a:lnTo>
                      <a:pt x="52" y="404"/>
                    </a:lnTo>
                    <a:lnTo>
                      <a:pt x="58" y="404"/>
                    </a:lnTo>
                    <a:lnTo>
                      <a:pt x="58" y="404"/>
                    </a:lnTo>
                    <a:lnTo>
                      <a:pt x="60" y="406"/>
                    </a:lnTo>
                    <a:lnTo>
                      <a:pt x="64" y="408"/>
                    </a:lnTo>
                    <a:lnTo>
                      <a:pt x="64" y="408"/>
                    </a:lnTo>
                    <a:lnTo>
                      <a:pt x="64" y="404"/>
                    </a:lnTo>
                    <a:lnTo>
                      <a:pt x="64" y="404"/>
                    </a:lnTo>
                    <a:lnTo>
                      <a:pt x="68" y="406"/>
                    </a:lnTo>
                    <a:lnTo>
                      <a:pt x="68" y="406"/>
                    </a:lnTo>
                    <a:lnTo>
                      <a:pt x="76" y="394"/>
                    </a:lnTo>
                    <a:lnTo>
                      <a:pt x="78" y="394"/>
                    </a:lnTo>
                    <a:lnTo>
                      <a:pt x="78" y="394"/>
                    </a:lnTo>
                    <a:lnTo>
                      <a:pt x="78" y="398"/>
                    </a:lnTo>
                    <a:lnTo>
                      <a:pt x="78" y="398"/>
                    </a:lnTo>
                    <a:lnTo>
                      <a:pt x="82" y="400"/>
                    </a:lnTo>
                    <a:lnTo>
                      <a:pt x="82" y="400"/>
                    </a:lnTo>
                    <a:lnTo>
                      <a:pt x="84" y="396"/>
                    </a:lnTo>
                    <a:lnTo>
                      <a:pt x="84" y="392"/>
                    </a:lnTo>
                    <a:lnTo>
                      <a:pt x="84" y="390"/>
                    </a:lnTo>
                    <a:lnTo>
                      <a:pt x="84" y="390"/>
                    </a:lnTo>
                    <a:lnTo>
                      <a:pt x="88" y="390"/>
                    </a:lnTo>
                    <a:lnTo>
                      <a:pt x="92" y="390"/>
                    </a:lnTo>
                    <a:lnTo>
                      <a:pt x="94" y="388"/>
                    </a:lnTo>
                    <a:lnTo>
                      <a:pt x="94" y="388"/>
                    </a:lnTo>
                    <a:lnTo>
                      <a:pt x="98" y="388"/>
                    </a:lnTo>
                    <a:lnTo>
                      <a:pt x="100" y="388"/>
                    </a:lnTo>
                    <a:lnTo>
                      <a:pt x="100" y="388"/>
                    </a:lnTo>
                    <a:lnTo>
                      <a:pt x="100" y="388"/>
                    </a:lnTo>
                    <a:lnTo>
                      <a:pt x="100" y="386"/>
                    </a:lnTo>
                    <a:lnTo>
                      <a:pt x="100" y="386"/>
                    </a:lnTo>
                    <a:lnTo>
                      <a:pt x="108" y="386"/>
                    </a:lnTo>
                    <a:lnTo>
                      <a:pt x="114" y="388"/>
                    </a:lnTo>
                    <a:lnTo>
                      <a:pt x="114" y="388"/>
                    </a:lnTo>
                    <a:lnTo>
                      <a:pt x="118" y="386"/>
                    </a:lnTo>
                    <a:lnTo>
                      <a:pt x="118" y="386"/>
                    </a:lnTo>
                    <a:lnTo>
                      <a:pt x="122" y="388"/>
                    </a:lnTo>
                    <a:lnTo>
                      <a:pt x="122" y="388"/>
                    </a:lnTo>
                    <a:lnTo>
                      <a:pt x="122" y="388"/>
                    </a:lnTo>
                    <a:lnTo>
                      <a:pt x="122" y="386"/>
                    </a:lnTo>
                    <a:lnTo>
                      <a:pt x="122" y="386"/>
                    </a:lnTo>
                    <a:lnTo>
                      <a:pt x="128" y="386"/>
                    </a:lnTo>
                    <a:lnTo>
                      <a:pt x="128" y="386"/>
                    </a:lnTo>
                    <a:lnTo>
                      <a:pt x="128" y="386"/>
                    </a:lnTo>
                    <a:lnTo>
                      <a:pt x="132" y="386"/>
                    </a:lnTo>
                    <a:lnTo>
                      <a:pt x="132" y="386"/>
                    </a:lnTo>
                    <a:lnTo>
                      <a:pt x="134" y="388"/>
                    </a:lnTo>
                    <a:lnTo>
                      <a:pt x="134" y="388"/>
                    </a:lnTo>
                    <a:lnTo>
                      <a:pt x="136" y="388"/>
                    </a:lnTo>
                    <a:lnTo>
                      <a:pt x="136" y="386"/>
                    </a:lnTo>
                    <a:lnTo>
                      <a:pt x="136" y="386"/>
                    </a:lnTo>
                    <a:lnTo>
                      <a:pt x="138" y="386"/>
                    </a:lnTo>
                    <a:lnTo>
                      <a:pt x="138" y="386"/>
                    </a:lnTo>
                    <a:lnTo>
                      <a:pt x="140" y="386"/>
                    </a:lnTo>
                    <a:lnTo>
                      <a:pt x="140" y="386"/>
                    </a:lnTo>
                    <a:lnTo>
                      <a:pt x="142" y="384"/>
                    </a:lnTo>
                    <a:lnTo>
                      <a:pt x="144" y="380"/>
                    </a:lnTo>
                    <a:lnTo>
                      <a:pt x="146" y="376"/>
                    </a:lnTo>
                    <a:lnTo>
                      <a:pt x="148" y="372"/>
                    </a:lnTo>
                    <a:lnTo>
                      <a:pt x="148" y="372"/>
                    </a:lnTo>
                    <a:lnTo>
                      <a:pt x="154" y="372"/>
                    </a:lnTo>
                    <a:lnTo>
                      <a:pt x="158" y="372"/>
                    </a:lnTo>
                    <a:lnTo>
                      <a:pt x="162" y="366"/>
                    </a:lnTo>
                    <a:lnTo>
                      <a:pt x="162" y="366"/>
                    </a:lnTo>
                    <a:lnTo>
                      <a:pt x="162" y="366"/>
                    </a:lnTo>
                    <a:lnTo>
                      <a:pt x="164" y="366"/>
                    </a:lnTo>
                    <a:lnTo>
                      <a:pt x="164" y="366"/>
                    </a:lnTo>
                    <a:lnTo>
                      <a:pt x="170" y="360"/>
                    </a:lnTo>
                    <a:lnTo>
                      <a:pt x="170" y="360"/>
                    </a:lnTo>
                    <a:lnTo>
                      <a:pt x="186" y="360"/>
                    </a:lnTo>
                    <a:lnTo>
                      <a:pt x="200" y="356"/>
                    </a:lnTo>
                    <a:lnTo>
                      <a:pt x="200" y="354"/>
                    </a:lnTo>
                    <a:lnTo>
                      <a:pt x="200" y="354"/>
                    </a:lnTo>
                    <a:lnTo>
                      <a:pt x="206" y="352"/>
                    </a:lnTo>
                    <a:lnTo>
                      <a:pt x="206" y="352"/>
                    </a:lnTo>
                    <a:lnTo>
                      <a:pt x="210" y="352"/>
                    </a:lnTo>
                    <a:lnTo>
                      <a:pt x="212" y="352"/>
                    </a:lnTo>
                    <a:lnTo>
                      <a:pt x="214" y="350"/>
                    </a:lnTo>
                    <a:lnTo>
                      <a:pt x="214" y="350"/>
                    </a:lnTo>
                    <a:lnTo>
                      <a:pt x="224" y="350"/>
                    </a:lnTo>
                    <a:lnTo>
                      <a:pt x="226" y="348"/>
                    </a:lnTo>
                    <a:lnTo>
                      <a:pt x="226" y="348"/>
                    </a:lnTo>
                    <a:lnTo>
                      <a:pt x="230" y="348"/>
                    </a:lnTo>
                    <a:lnTo>
                      <a:pt x="234" y="348"/>
                    </a:lnTo>
                    <a:lnTo>
                      <a:pt x="234" y="348"/>
                    </a:lnTo>
                    <a:lnTo>
                      <a:pt x="238" y="346"/>
                    </a:lnTo>
                    <a:lnTo>
                      <a:pt x="238" y="346"/>
                    </a:lnTo>
                    <a:lnTo>
                      <a:pt x="240" y="344"/>
                    </a:lnTo>
                    <a:lnTo>
                      <a:pt x="240" y="344"/>
                    </a:lnTo>
                    <a:lnTo>
                      <a:pt x="248" y="350"/>
                    </a:lnTo>
                    <a:lnTo>
                      <a:pt x="250" y="350"/>
                    </a:lnTo>
                    <a:lnTo>
                      <a:pt x="250" y="350"/>
                    </a:lnTo>
                    <a:lnTo>
                      <a:pt x="252" y="354"/>
                    </a:lnTo>
                    <a:lnTo>
                      <a:pt x="252" y="354"/>
                    </a:lnTo>
                    <a:lnTo>
                      <a:pt x="260" y="354"/>
                    </a:lnTo>
                    <a:lnTo>
                      <a:pt x="266" y="354"/>
                    </a:lnTo>
                    <a:lnTo>
                      <a:pt x="266" y="358"/>
                    </a:lnTo>
                    <a:lnTo>
                      <a:pt x="266" y="358"/>
                    </a:lnTo>
                    <a:lnTo>
                      <a:pt x="272" y="354"/>
                    </a:lnTo>
                    <a:lnTo>
                      <a:pt x="272" y="354"/>
                    </a:lnTo>
                    <a:lnTo>
                      <a:pt x="274" y="356"/>
                    </a:lnTo>
                    <a:lnTo>
                      <a:pt x="274" y="358"/>
                    </a:lnTo>
                    <a:lnTo>
                      <a:pt x="274" y="358"/>
                    </a:lnTo>
                    <a:lnTo>
                      <a:pt x="274" y="364"/>
                    </a:lnTo>
                    <a:lnTo>
                      <a:pt x="274" y="364"/>
                    </a:lnTo>
                    <a:lnTo>
                      <a:pt x="280" y="364"/>
                    </a:lnTo>
                    <a:lnTo>
                      <a:pt x="280" y="364"/>
                    </a:lnTo>
                    <a:lnTo>
                      <a:pt x="282" y="366"/>
                    </a:lnTo>
                    <a:lnTo>
                      <a:pt x="282" y="368"/>
                    </a:lnTo>
                    <a:lnTo>
                      <a:pt x="280" y="368"/>
                    </a:lnTo>
                    <a:lnTo>
                      <a:pt x="280" y="368"/>
                    </a:lnTo>
                    <a:lnTo>
                      <a:pt x="278" y="372"/>
                    </a:lnTo>
                    <a:lnTo>
                      <a:pt x="278" y="372"/>
                    </a:lnTo>
                    <a:lnTo>
                      <a:pt x="288" y="376"/>
                    </a:lnTo>
                    <a:lnTo>
                      <a:pt x="288" y="376"/>
                    </a:lnTo>
                    <a:lnTo>
                      <a:pt x="288" y="384"/>
                    </a:lnTo>
                    <a:lnTo>
                      <a:pt x="290" y="390"/>
                    </a:lnTo>
                    <a:lnTo>
                      <a:pt x="290" y="390"/>
                    </a:lnTo>
                    <a:lnTo>
                      <a:pt x="294" y="392"/>
                    </a:lnTo>
                    <a:lnTo>
                      <a:pt x="294" y="392"/>
                    </a:lnTo>
                    <a:lnTo>
                      <a:pt x="294" y="394"/>
                    </a:lnTo>
                    <a:lnTo>
                      <a:pt x="294" y="396"/>
                    </a:lnTo>
                    <a:lnTo>
                      <a:pt x="294" y="396"/>
                    </a:lnTo>
                    <a:lnTo>
                      <a:pt x="298" y="400"/>
                    </a:lnTo>
                    <a:lnTo>
                      <a:pt x="298" y="400"/>
                    </a:lnTo>
                    <a:lnTo>
                      <a:pt x="302" y="398"/>
                    </a:lnTo>
                    <a:lnTo>
                      <a:pt x="302" y="398"/>
                    </a:lnTo>
                    <a:lnTo>
                      <a:pt x="306" y="394"/>
                    </a:lnTo>
                    <a:lnTo>
                      <a:pt x="310" y="388"/>
                    </a:lnTo>
                    <a:lnTo>
                      <a:pt x="310" y="386"/>
                    </a:lnTo>
                    <a:lnTo>
                      <a:pt x="310" y="386"/>
                    </a:lnTo>
                    <a:lnTo>
                      <a:pt x="316" y="384"/>
                    </a:lnTo>
                    <a:lnTo>
                      <a:pt x="322" y="380"/>
                    </a:lnTo>
                    <a:lnTo>
                      <a:pt x="322" y="380"/>
                    </a:lnTo>
                    <a:lnTo>
                      <a:pt x="322" y="374"/>
                    </a:lnTo>
                    <a:lnTo>
                      <a:pt x="322" y="374"/>
                    </a:lnTo>
                    <a:lnTo>
                      <a:pt x="328" y="372"/>
                    </a:lnTo>
                    <a:lnTo>
                      <a:pt x="328" y="372"/>
                    </a:lnTo>
                    <a:lnTo>
                      <a:pt x="326" y="378"/>
                    </a:lnTo>
                    <a:lnTo>
                      <a:pt x="326" y="384"/>
                    </a:lnTo>
                    <a:lnTo>
                      <a:pt x="326" y="384"/>
                    </a:lnTo>
                    <a:lnTo>
                      <a:pt x="322" y="388"/>
                    </a:lnTo>
                    <a:lnTo>
                      <a:pt x="322" y="388"/>
                    </a:lnTo>
                    <a:lnTo>
                      <a:pt x="322" y="396"/>
                    </a:lnTo>
                    <a:lnTo>
                      <a:pt x="322" y="404"/>
                    </a:lnTo>
                    <a:lnTo>
                      <a:pt x="322" y="404"/>
                    </a:lnTo>
                    <a:lnTo>
                      <a:pt x="318" y="408"/>
                    </a:lnTo>
                    <a:lnTo>
                      <a:pt x="318" y="408"/>
                    </a:lnTo>
                    <a:lnTo>
                      <a:pt x="314" y="408"/>
                    </a:lnTo>
                    <a:lnTo>
                      <a:pt x="314" y="408"/>
                    </a:lnTo>
                    <a:lnTo>
                      <a:pt x="314" y="412"/>
                    </a:lnTo>
                    <a:lnTo>
                      <a:pt x="314" y="412"/>
                    </a:lnTo>
                    <a:lnTo>
                      <a:pt x="316" y="412"/>
                    </a:lnTo>
                    <a:lnTo>
                      <a:pt x="316" y="412"/>
                    </a:lnTo>
                    <a:lnTo>
                      <a:pt x="316" y="412"/>
                    </a:lnTo>
                    <a:lnTo>
                      <a:pt x="318" y="410"/>
                    </a:lnTo>
                    <a:lnTo>
                      <a:pt x="318" y="410"/>
                    </a:lnTo>
                    <a:lnTo>
                      <a:pt x="324" y="410"/>
                    </a:lnTo>
                    <a:lnTo>
                      <a:pt x="324" y="410"/>
                    </a:lnTo>
                    <a:lnTo>
                      <a:pt x="326" y="408"/>
                    </a:lnTo>
                    <a:lnTo>
                      <a:pt x="326" y="404"/>
                    </a:lnTo>
                    <a:lnTo>
                      <a:pt x="326" y="400"/>
                    </a:lnTo>
                    <a:lnTo>
                      <a:pt x="328" y="396"/>
                    </a:lnTo>
                    <a:lnTo>
                      <a:pt x="328" y="396"/>
                    </a:lnTo>
                    <a:lnTo>
                      <a:pt x="330" y="394"/>
                    </a:lnTo>
                    <a:lnTo>
                      <a:pt x="332" y="394"/>
                    </a:lnTo>
                    <a:lnTo>
                      <a:pt x="332" y="394"/>
                    </a:lnTo>
                    <a:lnTo>
                      <a:pt x="332" y="400"/>
                    </a:lnTo>
                    <a:lnTo>
                      <a:pt x="332" y="400"/>
                    </a:lnTo>
                    <a:lnTo>
                      <a:pt x="336" y="404"/>
                    </a:lnTo>
                    <a:lnTo>
                      <a:pt x="336" y="404"/>
                    </a:lnTo>
                    <a:lnTo>
                      <a:pt x="336" y="412"/>
                    </a:lnTo>
                    <a:lnTo>
                      <a:pt x="336" y="422"/>
                    </a:lnTo>
                    <a:lnTo>
                      <a:pt x="336" y="422"/>
                    </a:lnTo>
                    <a:lnTo>
                      <a:pt x="340" y="422"/>
                    </a:lnTo>
                    <a:lnTo>
                      <a:pt x="342" y="420"/>
                    </a:lnTo>
                    <a:lnTo>
                      <a:pt x="344" y="418"/>
                    </a:lnTo>
                    <a:lnTo>
                      <a:pt x="344" y="418"/>
                    </a:lnTo>
                    <a:lnTo>
                      <a:pt x="348" y="418"/>
                    </a:lnTo>
                    <a:lnTo>
                      <a:pt x="348" y="418"/>
                    </a:lnTo>
                    <a:lnTo>
                      <a:pt x="348" y="426"/>
                    </a:lnTo>
                    <a:lnTo>
                      <a:pt x="352" y="434"/>
                    </a:lnTo>
                    <a:lnTo>
                      <a:pt x="354" y="434"/>
                    </a:lnTo>
                    <a:lnTo>
                      <a:pt x="354" y="434"/>
                    </a:lnTo>
                    <a:lnTo>
                      <a:pt x="354" y="444"/>
                    </a:lnTo>
                    <a:lnTo>
                      <a:pt x="352" y="448"/>
                    </a:lnTo>
                    <a:lnTo>
                      <a:pt x="352" y="452"/>
                    </a:lnTo>
                    <a:lnTo>
                      <a:pt x="352" y="452"/>
                    </a:lnTo>
                    <a:lnTo>
                      <a:pt x="354" y="456"/>
                    </a:lnTo>
                    <a:lnTo>
                      <a:pt x="358" y="458"/>
                    </a:lnTo>
                    <a:lnTo>
                      <a:pt x="362" y="462"/>
                    </a:lnTo>
                    <a:lnTo>
                      <a:pt x="362" y="462"/>
                    </a:lnTo>
                    <a:lnTo>
                      <a:pt x="362" y="464"/>
                    </a:lnTo>
                    <a:lnTo>
                      <a:pt x="364" y="466"/>
                    </a:lnTo>
                    <a:lnTo>
                      <a:pt x="364" y="466"/>
                    </a:lnTo>
                    <a:lnTo>
                      <a:pt x="368" y="466"/>
                    </a:lnTo>
                    <a:lnTo>
                      <a:pt x="368" y="466"/>
                    </a:lnTo>
                    <a:lnTo>
                      <a:pt x="374" y="470"/>
                    </a:lnTo>
                    <a:lnTo>
                      <a:pt x="376" y="472"/>
                    </a:lnTo>
                    <a:lnTo>
                      <a:pt x="378" y="472"/>
                    </a:lnTo>
                    <a:lnTo>
                      <a:pt x="378" y="472"/>
                    </a:lnTo>
                    <a:lnTo>
                      <a:pt x="380" y="472"/>
                    </a:lnTo>
                    <a:lnTo>
                      <a:pt x="384" y="470"/>
                    </a:lnTo>
                    <a:lnTo>
                      <a:pt x="384" y="470"/>
                    </a:lnTo>
                    <a:close/>
                    <a:moveTo>
                      <a:pt x="416" y="516"/>
                    </a:moveTo>
                    <a:lnTo>
                      <a:pt x="416" y="516"/>
                    </a:lnTo>
                    <a:lnTo>
                      <a:pt x="414" y="524"/>
                    </a:lnTo>
                    <a:lnTo>
                      <a:pt x="416" y="530"/>
                    </a:lnTo>
                    <a:lnTo>
                      <a:pt x="416" y="530"/>
                    </a:lnTo>
                    <a:lnTo>
                      <a:pt x="426" y="544"/>
                    </a:lnTo>
                    <a:lnTo>
                      <a:pt x="426" y="546"/>
                    </a:lnTo>
                    <a:lnTo>
                      <a:pt x="426" y="546"/>
                    </a:lnTo>
                    <a:lnTo>
                      <a:pt x="430" y="546"/>
                    </a:lnTo>
                    <a:lnTo>
                      <a:pt x="430" y="546"/>
                    </a:lnTo>
                    <a:lnTo>
                      <a:pt x="426" y="548"/>
                    </a:lnTo>
                    <a:lnTo>
                      <a:pt x="426" y="548"/>
                    </a:lnTo>
                    <a:lnTo>
                      <a:pt x="426" y="554"/>
                    </a:lnTo>
                    <a:lnTo>
                      <a:pt x="426" y="554"/>
                    </a:lnTo>
                    <a:lnTo>
                      <a:pt x="428" y="558"/>
                    </a:lnTo>
                    <a:lnTo>
                      <a:pt x="432" y="560"/>
                    </a:lnTo>
                    <a:lnTo>
                      <a:pt x="432" y="560"/>
                    </a:lnTo>
                    <a:lnTo>
                      <a:pt x="432" y="564"/>
                    </a:lnTo>
                    <a:lnTo>
                      <a:pt x="434" y="566"/>
                    </a:lnTo>
                    <a:lnTo>
                      <a:pt x="434" y="566"/>
                    </a:lnTo>
                    <a:lnTo>
                      <a:pt x="436" y="566"/>
                    </a:lnTo>
                    <a:lnTo>
                      <a:pt x="438" y="566"/>
                    </a:lnTo>
                    <a:lnTo>
                      <a:pt x="438" y="566"/>
                    </a:lnTo>
                    <a:lnTo>
                      <a:pt x="436" y="568"/>
                    </a:lnTo>
                    <a:lnTo>
                      <a:pt x="436" y="570"/>
                    </a:lnTo>
                    <a:lnTo>
                      <a:pt x="438" y="570"/>
                    </a:lnTo>
                    <a:lnTo>
                      <a:pt x="438" y="572"/>
                    </a:lnTo>
                    <a:lnTo>
                      <a:pt x="438" y="572"/>
                    </a:lnTo>
                    <a:lnTo>
                      <a:pt x="448" y="572"/>
                    </a:lnTo>
                    <a:lnTo>
                      <a:pt x="448" y="572"/>
                    </a:lnTo>
                    <a:lnTo>
                      <a:pt x="448" y="570"/>
                    </a:lnTo>
                    <a:lnTo>
                      <a:pt x="448" y="570"/>
                    </a:lnTo>
                    <a:lnTo>
                      <a:pt x="450" y="570"/>
                    </a:lnTo>
                    <a:lnTo>
                      <a:pt x="452" y="570"/>
                    </a:lnTo>
                    <a:lnTo>
                      <a:pt x="452" y="570"/>
                    </a:lnTo>
                    <a:lnTo>
                      <a:pt x="452" y="568"/>
                    </a:lnTo>
                    <a:lnTo>
                      <a:pt x="452" y="566"/>
                    </a:lnTo>
                    <a:lnTo>
                      <a:pt x="452" y="568"/>
                    </a:lnTo>
                    <a:lnTo>
                      <a:pt x="452" y="568"/>
                    </a:lnTo>
                    <a:lnTo>
                      <a:pt x="450" y="568"/>
                    </a:lnTo>
                    <a:lnTo>
                      <a:pt x="450" y="568"/>
                    </a:lnTo>
                    <a:lnTo>
                      <a:pt x="448" y="564"/>
                    </a:lnTo>
                    <a:lnTo>
                      <a:pt x="448" y="564"/>
                    </a:lnTo>
                    <a:lnTo>
                      <a:pt x="452" y="562"/>
                    </a:lnTo>
                    <a:lnTo>
                      <a:pt x="452" y="560"/>
                    </a:lnTo>
                    <a:lnTo>
                      <a:pt x="452" y="560"/>
                    </a:lnTo>
                    <a:lnTo>
                      <a:pt x="452" y="560"/>
                    </a:lnTo>
                    <a:lnTo>
                      <a:pt x="454" y="560"/>
                    </a:lnTo>
                    <a:lnTo>
                      <a:pt x="456" y="560"/>
                    </a:lnTo>
                    <a:lnTo>
                      <a:pt x="454" y="560"/>
                    </a:lnTo>
                    <a:lnTo>
                      <a:pt x="454" y="560"/>
                    </a:lnTo>
                    <a:lnTo>
                      <a:pt x="456" y="566"/>
                    </a:lnTo>
                    <a:lnTo>
                      <a:pt x="456" y="566"/>
                    </a:lnTo>
                    <a:lnTo>
                      <a:pt x="460" y="564"/>
                    </a:lnTo>
                    <a:lnTo>
                      <a:pt x="460" y="564"/>
                    </a:lnTo>
                    <a:lnTo>
                      <a:pt x="458" y="558"/>
                    </a:lnTo>
                    <a:lnTo>
                      <a:pt x="458" y="554"/>
                    </a:lnTo>
                    <a:lnTo>
                      <a:pt x="460" y="544"/>
                    </a:lnTo>
                    <a:lnTo>
                      <a:pt x="460" y="544"/>
                    </a:lnTo>
                    <a:lnTo>
                      <a:pt x="462" y="544"/>
                    </a:lnTo>
                    <a:lnTo>
                      <a:pt x="464" y="544"/>
                    </a:lnTo>
                    <a:lnTo>
                      <a:pt x="464" y="544"/>
                    </a:lnTo>
                    <a:lnTo>
                      <a:pt x="464" y="536"/>
                    </a:lnTo>
                    <a:lnTo>
                      <a:pt x="464" y="530"/>
                    </a:lnTo>
                    <a:lnTo>
                      <a:pt x="460" y="518"/>
                    </a:lnTo>
                    <a:lnTo>
                      <a:pt x="460" y="518"/>
                    </a:lnTo>
                    <a:lnTo>
                      <a:pt x="452" y="524"/>
                    </a:lnTo>
                    <a:lnTo>
                      <a:pt x="452" y="524"/>
                    </a:lnTo>
                    <a:lnTo>
                      <a:pt x="450" y="526"/>
                    </a:lnTo>
                    <a:lnTo>
                      <a:pt x="450" y="526"/>
                    </a:lnTo>
                    <a:lnTo>
                      <a:pt x="444" y="526"/>
                    </a:lnTo>
                    <a:lnTo>
                      <a:pt x="438" y="524"/>
                    </a:lnTo>
                    <a:lnTo>
                      <a:pt x="426" y="518"/>
                    </a:lnTo>
                    <a:lnTo>
                      <a:pt x="426" y="518"/>
                    </a:lnTo>
                    <a:lnTo>
                      <a:pt x="424" y="520"/>
                    </a:lnTo>
                    <a:lnTo>
                      <a:pt x="422" y="520"/>
                    </a:lnTo>
                    <a:lnTo>
                      <a:pt x="422" y="520"/>
                    </a:lnTo>
                    <a:lnTo>
                      <a:pt x="418" y="516"/>
                    </a:lnTo>
                    <a:lnTo>
                      <a:pt x="418" y="516"/>
                    </a:lnTo>
                    <a:lnTo>
                      <a:pt x="416" y="516"/>
                    </a:lnTo>
                    <a:lnTo>
                      <a:pt x="416" y="5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71" name="Group 570">
              <a:extLst>
                <a:ext uri="{FF2B5EF4-FFF2-40B4-BE49-F238E27FC236}">
                  <a16:creationId xmlns:a16="http://schemas.microsoft.com/office/drawing/2014/main" id="{4BCD34C7-6568-9F44-9620-AA88AE6065CB}"/>
                </a:ext>
              </a:extLst>
            </p:cNvPr>
            <p:cNvGrpSpPr/>
            <p:nvPr/>
          </p:nvGrpSpPr>
          <p:grpSpPr>
            <a:xfrm>
              <a:off x="6755983" y="2380073"/>
              <a:ext cx="985344" cy="1331437"/>
              <a:chOff x="6748725" y="2857843"/>
              <a:chExt cx="817987" cy="1105298"/>
            </a:xfrm>
            <a:solidFill>
              <a:schemeClr val="bg2"/>
            </a:solidFill>
          </p:grpSpPr>
          <p:sp>
            <p:nvSpPr>
              <p:cNvPr id="572" name="Freeform 292">
                <a:extLst>
                  <a:ext uri="{FF2B5EF4-FFF2-40B4-BE49-F238E27FC236}">
                    <a16:creationId xmlns:a16="http://schemas.microsoft.com/office/drawing/2014/main" id="{571FAAEF-43C2-E64A-A46D-BE6355967347}"/>
                  </a:ext>
                </a:extLst>
              </p:cNvPr>
              <p:cNvSpPr>
                <a:spLocks/>
              </p:cNvSpPr>
              <p:nvPr/>
            </p:nvSpPr>
            <p:spPr bwMode="auto">
              <a:xfrm>
                <a:off x="7018778" y="3750892"/>
                <a:ext cx="285709" cy="212249"/>
              </a:xfrm>
              <a:custGeom>
                <a:avLst/>
                <a:gdLst>
                  <a:gd name="T0" fmla="*/ 0 w 146"/>
                  <a:gd name="T1" fmla="*/ 34 h 106"/>
                  <a:gd name="T2" fmla="*/ 4 w 146"/>
                  <a:gd name="T3" fmla="*/ 30 h 106"/>
                  <a:gd name="T4" fmla="*/ 4 w 146"/>
                  <a:gd name="T5" fmla="*/ 30 h 106"/>
                  <a:gd name="T6" fmla="*/ 6 w 146"/>
                  <a:gd name="T7" fmla="*/ 28 h 106"/>
                  <a:gd name="T8" fmla="*/ 6 w 146"/>
                  <a:gd name="T9" fmla="*/ 26 h 106"/>
                  <a:gd name="T10" fmla="*/ 8 w 146"/>
                  <a:gd name="T11" fmla="*/ 22 h 106"/>
                  <a:gd name="T12" fmla="*/ 10 w 146"/>
                  <a:gd name="T13" fmla="*/ 20 h 106"/>
                  <a:gd name="T14" fmla="*/ 12 w 146"/>
                  <a:gd name="T15" fmla="*/ 20 h 106"/>
                  <a:gd name="T16" fmla="*/ 16 w 146"/>
                  <a:gd name="T17" fmla="*/ 20 h 106"/>
                  <a:gd name="T18" fmla="*/ 16 w 146"/>
                  <a:gd name="T19" fmla="*/ 24 h 106"/>
                  <a:gd name="T20" fmla="*/ 20 w 146"/>
                  <a:gd name="T21" fmla="*/ 24 h 106"/>
                  <a:gd name="T22" fmla="*/ 24 w 146"/>
                  <a:gd name="T23" fmla="*/ 24 h 106"/>
                  <a:gd name="T24" fmla="*/ 48 w 146"/>
                  <a:gd name="T25" fmla="*/ 30 h 106"/>
                  <a:gd name="T26" fmla="*/ 50 w 146"/>
                  <a:gd name="T27" fmla="*/ 48 h 106"/>
                  <a:gd name="T28" fmla="*/ 76 w 146"/>
                  <a:gd name="T29" fmla="*/ 16 h 106"/>
                  <a:gd name="T30" fmla="*/ 122 w 146"/>
                  <a:gd name="T31" fmla="*/ 4 h 106"/>
                  <a:gd name="T32" fmla="*/ 146 w 146"/>
                  <a:gd name="T33" fmla="*/ 36 h 106"/>
                  <a:gd name="T34" fmla="*/ 142 w 146"/>
                  <a:gd name="T35" fmla="*/ 36 h 106"/>
                  <a:gd name="T36" fmla="*/ 140 w 146"/>
                  <a:gd name="T37" fmla="*/ 40 h 106"/>
                  <a:gd name="T38" fmla="*/ 136 w 146"/>
                  <a:gd name="T39" fmla="*/ 40 h 106"/>
                  <a:gd name="T40" fmla="*/ 134 w 146"/>
                  <a:gd name="T41" fmla="*/ 40 h 106"/>
                  <a:gd name="T42" fmla="*/ 128 w 146"/>
                  <a:gd name="T43" fmla="*/ 46 h 106"/>
                  <a:gd name="T44" fmla="*/ 130 w 146"/>
                  <a:gd name="T45" fmla="*/ 52 h 106"/>
                  <a:gd name="T46" fmla="*/ 126 w 146"/>
                  <a:gd name="T47" fmla="*/ 54 h 106"/>
                  <a:gd name="T48" fmla="*/ 120 w 146"/>
                  <a:gd name="T49" fmla="*/ 62 h 106"/>
                  <a:gd name="T50" fmla="*/ 102 w 146"/>
                  <a:gd name="T51" fmla="*/ 70 h 106"/>
                  <a:gd name="T52" fmla="*/ 96 w 146"/>
                  <a:gd name="T53" fmla="*/ 74 h 106"/>
                  <a:gd name="T54" fmla="*/ 90 w 146"/>
                  <a:gd name="T55" fmla="*/ 74 h 106"/>
                  <a:gd name="T56" fmla="*/ 80 w 146"/>
                  <a:gd name="T57" fmla="*/ 82 h 106"/>
                  <a:gd name="T58" fmla="*/ 80 w 146"/>
                  <a:gd name="T59" fmla="*/ 84 h 106"/>
                  <a:gd name="T60" fmla="*/ 74 w 146"/>
                  <a:gd name="T61" fmla="*/ 84 h 106"/>
                  <a:gd name="T62" fmla="*/ 70 w 146"/>
                  <a:gd name="T63" fmla="*/ 84 h 106"/>
                  <a:gd name="T64" fmla="*/ 68 w 146"/>
                  <a:gd name="T65" fmla="*/ 88 h 106"/>
                  <a:gd name="T66" fmla="*/ 62 w 146"/>
                  <a:gd name="T67" fmla="*/ 92 h 106"/>
                  <a:gd name="T68" fmla="*/ 56 w 146"/>
                  <a:gd name="T69" fmla="*/ 94 h 106"/>
                  <a:gd name="T70" fmla="*/ 42 w 146"/>
                  <a:gd name="T71" fmla="*/ 94 h 106"/>
                  <a:gd name="T72" fmla="*/ 38 w 146"/>
                  <a:gd name="T73" fmla="*/ 96 h 106"/>
                  <a:gd name="T74" fmla="*/ 34 w 146"/>
                  <a:gd name="T75" fmla="*/ 102 h 106"/>
                  <a:gd name="T76" fmla="*/ 30 w 146"/>
                  <a:gd name="T77" fmla="*/ 104 h 106"/>
                  <a:gd name="T78" fmla="*/ 26 w 146"/>
                  <a:gd name="T79" fmla="*/ 104 h 106"/>
                  <a:gd name="T80" fmla="*/ 24 w 146"/>
                  <a:gd name="T81" fmla="*/ 106 h 106"/>
                  <a:gd name="T82" fmla="*/ 10 w 146"/>
                  <a:gd name="T83" fmla="*/ 102 h 106"/>
                  <a:gd name="T84" fmla="*/ 8 w 146"/>
                  <a:gd name="T85" fmla="*/ 98 h 106"/>
                  <a:gd name="T86" fmla="*/ 8 w 146"/>
                  <a:gd name="T87" fmla="*/ 92 h 106"/>
                  <a:gd name="T88" fmla="*/ 8 w 146"/>
                  <a:gd name="T89" fmla="*/ 86 h 106"/>
                  <a:gd name="T90" fmla="*/ 4 w 146"/>
                  <a:gd name="T91" fmla="*/ 82 h 106"/>
                  <a:gd name="T92" fmla="*/ 4 w 146"/>
                  <a:gd name="T93" fmla="*/ 78 h 106"/>
                  <a:gd name="T94" fmla="*/ 0 w 146"/>
                  <a:gd name="T95" fmla="*/ 66 h 106"/>
                  <a:gd name="T96" fmla="*/ 0 w 146"/>
                  <a:gd name="T97" fmla="*/ 64 h 106"/>
                  <a:gd name="T98" fmla="*/ 2 w 146"/>
                  <a:gd name="T99" fmla="*/ 64 h 106"/>
                  <a:gd name="T100" fmla="*/ 2 w 146"/>
                  <a:gd name="T101" fmla="*/ 54 h 106"/>
                  <a:gd name="T102" fmla="*/ 0 w 146"/>
                  <a:gd name="T103" fmla="*/ 54 h 106"/>
                  <a:gd name="T104" fmla="*/ 2 w 146"/>
                  <a:gd name="T105" fmla="*/ 40 h 106"/>
                  <a:gd name="T106" fmla="*/ 0 w 146"/>
                  <a:gd name="T107" fmla="*/ 3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6" h="106">
                    <a:moveTo>
                      <a:pt x="0" y="34"/>
                    </a:moveTo>
                    <a:lnTo>
                      <a:pt x="0" y="34"/>
                    </a:lnTo>
                    <a:lnTo>
                      <a:pt x="2" y="34"/>
                    </a:lnTo>
                    <a:lnTo>
                      <a:pt x="4" y="30"/>
                    </a:lnTo>
                    <a:lnTo>
                      <a:pt x="4" y="30"/>
                    </a:lnTo>
                    <a:lnTo>
                      <a:pt x="4" y="30"/>
                    </a:lnTo>
                    <a:lnTo>
                      <a:pt x="6" y="28"/>
                    </a:lnTo>
                    <a:lnTo>
                      <a:pt x="6" y="28"/>
                    </a:lnTo>
                    <a:lnTo>
                      <a:pt x="6" y="26"/>
                    </a:lnTo>
                    <a:lnTo>
                      <a:pt x="6" y="26"/>
                    </a:lnTo>
                    <a:lnTo>
                      <a:pt x="8" y="24"/>
                    </a:lnTo>
                    <a:lnTo>
                      <a:pt x="8" y="22"/>
                    </a:lnTo>
                    <a:lnTo>
                      <a:pt x="8" y="22"/>
                    </a:lnTo>
                    <a:lnTo>
                      <a:pt x="10" y="20"/>
                    </a:lnTo>
                    <a:lnTo>
                      <a:pt x="12" y="20"/>
                    </a:lnTo>
                    <a:lnTo>
                      <a:pt x="12" y="20"/>
                    </a:lnTo>
                    <a:lnTo>
                      <a:pt x="14" y="20"/>
                    </a:lnTo>
                    <a:lnTo>
                      <a:pt x="16" y="20"/>
                    </a:lnTo>
                    <a:lnTo>
                      <a:pt x="16" y="22"/>
                    </a:lnTo>
                    <a:lnTo>
                      <a:pt x="16" y="24"/>
                    </a:lnTo>
                    <a:lnTo>
                      <a:pt x="16" y="24"/>
                    </a:lnTo>
                    <a:lnTo>
                      <a:pt x="20" y="24"/>
                    </a:lnTo>
                    <a:lnTo>
                      <a:pt x="24" y="24"/>
                    </a:lnTo>
                    <a:lnTo>
                      <a:pt x="24" y="24"/>
                    </a:lnTo>
                    <a:lnTo>
                      <a:pt x="38" y="26"/>
                    </a:lnTo>
                    <a:lnTo>
                      <a:pt x="48" y="30"/>
                    </a:lnTo>
                    <a:lnTo>
                      <a:pt x="50" y="48"/>
                    </a:lnTo>
                    <a:lnTo>
                      <a:pt x="50" y="48"/>
                    </a:lnTo>
                    <a:lnTo>
                      <a:pt x="58" y="38"/>
                    </a:lnTo>
                    <a:lnTo>
                      <a:pt x="76" y="16"/>
                    </a:lnTo>
                    <a:lnTo>
                      <a:pt x="122" y="0"/>
                    </a:lnTo>
                    <a:lnTo>
                      <a:pt x="122" y="4"/>
                    </a:lnTo>
                    <a:lnTo>
                      <a:pt x="138" y="32"/>
                    </a:lnTo>
                    <a:lnTo>
                      <a:pt x="146" y="36"/>
                    </a:lnTo>
                    <a:lnTo>
                      <a:pt x="146" y="36"/>
                    </a:lnTo>
                    <a:lnTo>
                      <a:pt x="142" y="36"/>
                    </a:lnTo>
                    <a:lnTo>
                      <a:pt x="142" y="36"/>
                    </a:lnTo>
                    <a:lnTo>
                      <a:pt x="140" y="40"/>
                    </a:lnTo>
                    <a:lnTo>
                      <a:pt x="140" y="40"/>
                    </a:lnTo>
                    <a:lnTo>
                      <a:pt x="136" y="40"/>
                    </a:lnTo>
                    <a:lnTo>
                      <a:pt x="134" y="40"/>
                    </a:lnTo>
                    <a:lnTo>
                      <a:pt x="134" y="40"/>
                    </a:lnTo>
                    <a:lnTo>
                      <a:pt x="130" y="44"/>
                    </a:lnTo>
                    <a:lnTo>
                      <a:pt x="128" y="46"/>
                    </a:lnTo>
                    <a:lnTo>
                      <a:pt x="130" y="52"/>
                    </a:lnTo>
                    <a:lnTo>
                      <a:pt x="130" y="52"/>
                    </a:lnTo>
                    <a:lnTo>
                      <a:pt x="126" y="54"/>
                    </a:lnTo>
                    <a:lnTo>
                      <a:pt x="126" y="54"/>
                    </a:lnTo>
                    <a:lnTo>
                      <a:pt x="120" y="62"/>
                    </a:lnTo>
                    <a:lnTo>
                      <a:pt x="120" y="62"/>
                    </a:lnTo>
                    <a:lnTo>
                      <a:pt x="110" y="66"/>
                    </a:lnTo>
                    <a:lnTo>
                      <a:pt x="102" y="70"/>
                    </a:lnTo>
                    <a:lnTo>
                      <a:pt x="102" y="70"/>
                    </a:lnTo>
                    <a:lnTo>
                      <a:pt x="96" y="74"/>
                    </a:lnTo>
                    <a:lnTo>
                      <a:pt x="96" y="74"/>
                    </a:lnTo>
                    <a:lnTo>
                      <a:pt x="90" y="74"/>
                    </a:lnTo>
                    <a:lnTo>
                      <a:pt x="90" y="74"/>
                    </a:lnTo>
                    <a:lnTo>
                      <a:pt x="80" y="82"/>
                    </a:lnTo>
                    <a:lnTo>
                      <a:pt x="80" y="84"/>
                    </a:lnTo>
                    <a:lnTo>
                      <a:pt x="80" y="84"/>
                    </a:lnTo>
                    <a:lnTo>
                      <a:pt x="78" y="84"/>
                    </a:lnTo>
                    <a:lnTo>
                      <a:pt x="74" y="84"/>
                    </a:lnTo>
                    <a:lnTo>
                      <a:pt x="72" y="84"/>
                    </a:lnTo>
                    <a:lnTo>
                      <a:pt x="70" y="84"/>
                    </a:lnTo>
                    <a:lnTo>
                      <a:pt x="70" y="84"/>
                    </a:lnTo>
                    <a:lnTo>
                      <a:pt x="68" y="88"/>
                    </a:lnTo>
                    <a:lnTo>
                      <a:pt x="68" y="88"/>
                    </a:lnTo>
                    <a:lnTo>
                      <a:pt x="62" y="92"/>
                    </a:lnTo>
                    <a:lnTo>
                      <a:pt x="56" y="94"/>
                    </a:lnTo>
                    <a:lnTo>
                      <a:pt x="56" y="94"/>
                    </a:lnTo>
                    <a:lnTo>
                      <a:pt x="48" y="94"/>
                    </a:lnTo>
                    <a:lnTo>
                      <a:pt x="42" y="94"/>
                    </a:lnTo>
                    <a:lnTo>
                      <a:pt x="38" y="96"/>
                    </a:lnTo>
                    <a:lnTo>
                      <a:pt x="38" y="96"/>
                    </a:lnTo>
                    <a:lnTo>
                      <a:pt x="36" y="100"/>
                    </a:lnTo>
                    <a:lnTo>
                      <a:pt x="34" y="102"/>
                    </a:lnTo>
                    <a:lnTo>
                      <a:pt x="34" y="102"/>
                    </a:lnTo>
                    <a:lnTo>
                      <a:pt x="30" y="104"/>
                    </a:lnTo>
                    <a:lnTo>
                      <a:pt x="26" y="104"/>
                    </a:lnTo>
                    <a:lnTo>
                      <a:pt x="26" y="104"/>
                    </a:lnTo>
                    <a:lnTo>
                      <a:pt x="24" y="106"/>
                    </a:lnTo>
                    <a:lnTo>
                      <a:pt x="24" y="106"/>
                    </a:lnTo>
                    <a:lnTo>
                      <a:pt x="18" y="104"/>
                    </a:lnTo>
                    <a:lnTo>
                      <a:pt x="10" y="102"/>
                    </a:lnTo>
                    <a:lnTo>
                      <a:pt x="10" y="102"/>
                    </a:lnTo>
                    <a:lnTo>
                      <a:pt x="8" y="98"/>
                    </a:lnTo>
                    <a:lnTo>
                      <a:pt x="8" y="92"/>
                    </a:lnTo>
                    <a:lnTo>
                      <a:pt x="8" y="92"/>
                    </a:lnTo>
                    <a:lnTo>
                      <a:pt x="8" y="90"/>
                    </a:lnTo>
                    <a:lnTo>
                      <a:pt x="8" y="86"/>
                    </a:lnTo>
                    <a:lnTo>
                      <a:pt x="8" y="86"/>
                    </a:lnTo>
                    <a:lnTo>
                      <a:pt x="4" y="82"/>
                    </a:lnTo>
                    <a:lnTo>
                      <a:pt x="4" y="82"/>
                    </a:lnTo>
                    <a:lnTo>
                      <a:pt x="4" y="78"/>
                    </a:lnTo>
                    <a:lnTo>
                      <a:pt x="4" y="74"/>
                    </a:lnTo>
                    <a:lnTo>
                      <a:pt x="0" y="66"/>
                    </a:lnTo>
                    <a:lnTo>
                      <a:pt x="0" y="66"/>
                    </a:lnTo>
                    <a:lnTo>
                      <a:pt x="0" y="64"/>
                    </a:lnTo>
                    <a:lnTo>
                      <a:pt x="2" y="64"/>
                    </a:lnTo>
                    <a:lnTo>
                      <a:pt x="2" y="64"/>
                    </a:lnTo>
                    <a:lnTo>
                      <a:pt x="2" y="60"/>
                    </a:lnTo>
                    <a:lnTo>
                      <a:pt x="2" y="54"/>
                    </a:lnTo>
                    <a:lnTo>
                      <a:pt x="0" y="54"/>
                    </a:lnTo>
                    <a:lnTo>
                      <a:pt x="0" y="54"/>
                    </a:lnTo>
                    <a:lnTo>
                      <a:pt x="2" y="46"/>
                    </a:lnTo>
                    <a:lnTo>
                      <a:pt x="2" y="40"/>
                    </a:lnTo>
                    <a:lnTo>
                      <a:pt x="2" y="36"/>
                    </a:lnTo>
                    <a:lnTo>
                      <a:pt x="0"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3" name="Freeform 23">
                <a:extLst>
                  <a:ext uri="{FF2B5EF4-FFF2-40B4-BE49-F238E27FC236}">
                    <a16:creationId xmlns:a16="http://schemas.microsoft.com/office/drawing/2014/main" id="{08608FBF-0FD2-3A45-8A79-B7B9EF40BAE1}"/>
                  </a:ext>
                </a:extLst>
              </p:cNvPr>
              <p:cNvSpPr>
                <a:spLocks/>
              </p:cNvSpPr>
              <p:nvPr/>
            </p:nvSpPr>
            <p:spPr bwMode="auto">
              <a:xfrm>
                <a:off x="7234038" y="3514615"/>
                <a:ext cx="140897" cy="96114"/>
              </a:xfrm>
              <a:custGeom>
                <a:avLst/>
                <a:gdLst>
                  <a:gd name="T0" fmla="*/ 72 w 72"/>
                  <a:gd name="T1" fmla="*/ 14 h 48"/>
                  <a:gd name="T2" fmla="*/ 66 w 72"/>
                  <a:gd name="T3" fmla="*/ 6 h 48"/>
                  <a:gd name="T4" fmla="*/ 66 w 72"/>
                  <a:gd name="T5" fmla="*/ 0 h 48"/>
                  <a:gd name="T6" fmla="*/ 66 w 72"/>
                  <a:gd name="T7" fmla="*/ 0 h 48"/>
                  <a:gd name="T8" fmla="*/ 58 w 72"/>
                  <a:gd name="T9" fmla="*/ 6 h 48"/>
                  <a:gd name="T10" fmla="*/ 54 w 72"/>
                  <a:gd name="T11" fmla="*/ 12 h 48"/>
                  <a:gd name="T12" fmla="*/ 50 w 72"/>
                  <a:gd name="T13" fmla="*/ 16 h 48"/>
                  <a:gd name="T14" fmla="*/ 40 w 72"/>
                  <a:gd name="T15" fmla="*/ 24 h 48"/>
                  <a:gd name="T16" fmla="*/ 38 w 72"/>
                  <a:gd name="T17" fmla="*/ 24 h 48"/>
                  <a:gd name="T18" fmla="*/ 38 w 72"/>
                  <a:gd name="T19" fmla="*/ 28 h 48"/>
                  <a:gd name="T20" fmla="*/ 34 w 72"/>
                  <a:gd name="T21" fmla="*/ 26 h 48"/>
                  <a:gd name="T22" fmla="*/ 24 w 72"/>
                  <a:gd name="T23" fmla="*/ 22 h 48"/>
                  <a:gd name="T24" fmla="*/ 20 w 72"/>
                  <a:gd name="T25" fmla="*/ 22 h 48"/>
                  <a:gd name="T26" fmla="*/ 18 w 72"/>
                  <a:gd name="T27" fmla="*/ 26 h 48"/>
                  <a:gd name="T28" fmla="*/ 14 w 72"/>
                  <a:gd name="T29" fmla="*/ 26 h 48"/>
                  <a:gd name="T30" fmla="*/ 10 w 72"/>
                  <a:gd name="T31" fmla="*/ 24 h 48"/>
                  <a:gd name="T32" fmla="*/ 8 w 72"/>
                  <a:gd name="T33" fmla="*/ 22 h 48"/>
                  <a:gd name="T34" fmla="*/ 4 w 72"/>
                  <a:gd name="T35" fmla="*/ 20 h 48"/>
                  <a:gd name="T36" fmla="*/ 0 w 72"/>
                  <a:gd name="T37" fmla="*/ 12 h 48"/>
                  <a:gd name="T38" fmla="*/ 8 w 72"/>
                  <a:gd name="T39" fmla="*/ 26 h 48"/>
                  <a:gd name="T40" fmla="*/ 8 w 72"/>
                  <a:gd name="T41" fmla="*/ 40 h 48"/>
                  <a:gd name="T42" fmla="*/ 52 w 72"/>
                  <a:gd name="T43" fmla="*/ 48 h 48"/>
                  <a:gd name="T44" fmla="*/ 56 w 72"/>
                  <a:gd name="T45" fmla="*/ 48 h 48"/>
                  <a:gd name="T46" fmla="*/ 58 w 72"/>
                  <a:gd name="T47" fmla="*/ 44 h 48"/>
                  <a:gd name="T48" fmla="*/ 60 w 72"/>
                  <a:gd name="T49" fmla="*/ 38 h 48"/>
                  <a:gd name="T50" fmla="*/ 62 w 72"/>
                  <a:gd name="T51" fmla="*/ 30 h 48"/>
                  <a:gd name="T52" fmla="*/ 62 w 72"/>
                  <a:gd name="T53" fmla="*/ 26 h 48"/>
                  <a:gd name="T54" fmla="*/ 60 w 72"/>
                  <a:gd name="T55" fmla="*/ 26 h 48"/>
                  <a:gd name="T56" fmla="*/ 62 w 72"/>
                  <a:gd name="T57" fmla="*/ 22 h 48"/>
                  <a:gd name="T58" fmla="*/ 66 w 72"/>
                  <a:gd name="T59" fmla="*/ 20 h 48"/>
                  <a:gd name="T60" fmla="*/ 62 w 72"/>
                  <a:gd name="T61" fmla="*/ 16 h 48"/>
                  <a:gd name="T62" fmla="*/ 62 w 72"/>
                  <a:gd name="T63" fmla="*/ 12 h 48"/>
                  <a:gd name="T64" fmla="*/ 64 w 72"/>
                  <a:gd name="T65" fmla="*/ 12 h 48"/>
                  <a:gd name="T66" fmla="*/ 68 w 72"/>
                  <a:gd name="T67" fmla="*/ 16 h 48"/>
                  <a:gd name="T68" fmla="*/ 68 w 72"/>
                  <a:gd name="T69" fmla="*/ 16 h 48"/>
                  <a:gd name="T70" fmla="*/ 72 w 72"/>
                  <a:gd name="T71"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48">
                    <a:moveTo>
                      <a:pt x="72" y="14"/>
                    </a:moveTo>
                    <a:lnTo>
                      <a:pt x="72" y="14"/>
                    </a:lnTo>
                    <a:lnTo>
                      <a:pt x="70" y="6"/>
                    </a:lnTo>
                    <a:lnTo>
                      <a:pt x="66" y="6"/>
                    </a:lnTo>
                    <a:lnTo>
                      <a:pt x="68" y="0"/>
                    </a:lnTo>
                    <a:lnTo>
                      <a:pt x="66" y="0"/>
                    </a:lnTo>
                    <a:lnTo>
                      <a:pt x="66" y="0"/>
                    </a:lnTo>
                    <a:lnTo>
                      <a:pt x="66" y="0"/>
                    </a:lnTo>
                    <a:lnTo>
                      <a:pt x="62" y="4"/>
                    </a:lnTo>
                    <a:lnTo>
                      <a:pt x="58" y="6"/>
                    </a:lnTo>
                    <a:lnTo>
                      <a:pt x="58" y="6"/>
                    </a:lnTo>
                    <a:lnTo>
                      <a:pt x="54" y="12"/>
                    </a:lnTo>
                    <a:lnTo>
                      <a:pt x="50" y="16"/>
                    </a:lnTo>
                    <a:lnTo>
                      <a:pt x="50" y="16"/>
                    </a:lnTo>
                    <a:lnTo>
                      <a:pt x="42" y="22"/>
                    </a:lnTo>
                    <a:lnTo>
                      <a:pt x="40" y="24"/>
                    </a:lnTo>
                    <a:lnTo>
                      <a:pt x="40" y="24"/>
                    </a:lnTo>
                    <a:lnTo>
                      <a:pt x="38" y="24"/>
                    </a:lnTo>
                    <a:lnTo>
                      <a:pt x="38" y="24"/>
                    </a:lnTo>
                    <a:lnTo>
                      <a:pt x="38" y="28"/>
                    </a:lnTo>
                    <a:lnTo>
                      <a:pt x="38" y="28"/>
                    </a:lnTo>
                    <a:lnTo>
                      <a:pt x="34" y="26"/>
                    </a:lnTo>
                    <a:lnTo>
                      <a:pt x="30" y="24"/>
                    </a:lnTo>
                    <a:lnTo>
                      <a:pt x="24" y="22"/>
                    </a:lnTo>
                    <a:lnTo>
                      <a:pt x="24" y="22"/>
                    </a:lnTo>
                    <a:lnTo>
                      <a:pt x="20" y="22"/>
                    </a:lnTo>
                    <a:lnTo>
                      <a:pt x="20" y="24"/>
                    </a:lnTo>
                    <a:lnTo>
                      <a:pt x="18" y="26"/>
                    </a:lnTo>
                    <a:lnTo>
                      <a:pt x="18" y="26"/>
                    </a:lnTo>
                    <a:lnTo>
                      <a:pt x="14" y="26"/>
                    </a:lnTo>
                    <a:lnTo>
                      <a:pt x="10" y="24"/>
                    </a:lnTo>
                    <a:lnTo>
                      <a:pt x="10" y="24"/>
                    </a:lnTo>
                    <a:lnTo>
                      <a:pt x="8" y="22"/>
                    </a:lnTo>
                    <a:lnTo>
                      <a:pt x="8" y="22"/>
                    </a:lnTo>
                    <a:lnTo>
                      <a:pt x="4" y="20"/>
                    </a:lnTo>
                    <a:lnTo>
                      <a:pt x="4" y="20"/>
                    </a:lnTo>
                    <a:lnTo>
                      <a:pt x="6" y="14"/>
                    </a:lnTo>
                    <a:lnTo>
                      <a:pt x="0" y="12"/>
                    </a:lnTo>
                    <a:lnTo>
                      <a:pt x="0" y="18"/>
                    </a:lnTo>
                    <a:lnTo>
                      <a:pt x="8" y="26"/>
                    </a:lnTo>
                    <a:lnTo>
                      <a:pt x="8" y="40"/>
                    </a:lnTo>
                    <a:lnTo>
                      <a:pt x="8" y="40"/>
                    </a:lnTo>
                    <a:lnTo>
                      <a:pt x="52" y="48"/>
                    </a:lnTo>
                    <a:lnTo>
                      <a:pt x="52" y="48"/>
                    </a:lnTo>
                    <a:lnTo>
                      <a:pt x="56" y="48"/>
                    </a:lnTo>
                    <a:lnTo>
                      <a:pt x="56" y="48"/>
                    </a:lnTo>
                    <a:lnTo>
                      <a:pt x="56" y="48"/>
                    </a:lnTo>
                    <a:lnTo>
                      <a:pt x="58" y="44"/>
                    </a:lnTo>
                    <a:lnTo>
                      <a:pt x="60" y="38"/>
                    </a:lnTo>
                    <a:lnTo>
                      <a:pt x="60" y="38"/>
                    </a:lnTo>
                    <a:lnTo>
                      <a:pt x="62" y="34"/>
                    </a:lnTo>
                    <a:lnTo>
                      <a:pt x="62" y="30"/>
                    </a:lnTo>
                    <a:lnTo>
                      <a:pt x="62" y="26"/>
                    </a:lnTo>
                    <a:lnTo>
                      <a:pt x="62" y="26"/>
                    </a:lnTo>
                    <a:lnTo>
                      <a:pt x="60" y="26"/>
                    </a:lnTo>
                    <a:lnTo>
                      <a:pt x="60" y="26"/>
                    </a:lnTo>
                    <a:lnTo>
                      <a:pt x="62" y="22"/>
                    </a:lnTo>
                    <a:lnTo>
                      <a:pt x="62" y="22"/>
                    </a:lnTo>
                    <a:lnTo>
                      <a:pt x="66" y="20"/>
                    </a:lnTo>
                    <a:lnTo>
                      <a:pt x="66" y="20"/>
                    </a:lnTo>
                    <a:lnTo>
                      <a:pt x="64" y="18"/>
                    </a:lnTo>
                    <a:lnTo>
                      <a:pt x="62" y="16"/>
                    </a:lnTo>
                    <a:lnTo>
                      <a:pt x="62" y="16"/>
                    </a:lnTo>
                    <a:lnTo>
                      <a:pt x="62" y="12"/>
                    </a:lnTo>
                    <a:lnTo>
                      <a:pt x="64" y="12"/>
                    </a:lnTo>
                    <a:lnTo>
                      <a:pt x="64" y="12"/>
                    </a:lnTo>
                    <a:lnTo>
                      <a:pt x="66" y="16"/>
                    </a:lnTo>
                    <a:lnTo>
                      <a:pt x="68" y="16"/>
                    </a:lnTo>
                    <a:lnTo>
                      <a:pt x="68" y="16"/>
                    </a:lnTo>
                    <a:lnTo>
                      <a:pt x="68" y="16"/>
                    </a:lnTo>
                    <a:lnTo>
                      <a:pt x="70" y="14"/>
                    </a:lnTo>
                    <a:lnTo>
                      <a:pt x="72" y="12"/>
                    </a:lnTo>
                    <a:lnTo>
                      <a:pt x="72"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4" name="Freeform 34">
                <a:extLst>
                  <a:ext uri="{FF2B5EF4-FFF2-40B4-BE49-F238E27FC236}">
                    <a16:creationId xmlns:a16="http://schemas.microsoft.com/office/drawing/2014/main" id="{F3DFC0C6-60B1-6441-B63A-68A91F39777D}"/>
                  </a:ext>
                </a:extLst>
              </p:cNvPr>
              <p:cNvSpPr>
                <a:spLocks/>
              </p:cNvSpPr>
              <p:nvPr/>
            </p:nvSpPr>
            <p:spPr bwMode="auto">
              <a:xfrm>
                <a:off x="6838743" y="3098124"/>
                <a:ext cx="172207" cy="188221"/>
              </a:xfrm>
              <a:custGeom>
                <a:avLst/>
                <a:gdLst>
                  <a:gd name="T0" fmla="*/ 2 w 88"/>
                  <a:gd name="T1" fmla="*/ 32 h 94"/>
                  <a:gd name="T2" fmla="*/ 0 w 88"/>
                  <a:gd name="T3" fmla="*/ 36 h 94"/>
                  <a:gd name="T4" fmla="*/ 0 w 88"/>
                  <a:gd name="T5" fmla="*/ 40 h 94"/>
                  <a:gd name="T6" fmla="*/ 4 w 88"/>
                  <a:gd name="T7" fmla="*/ 40 h 94"/>
                  <a:gd name="T8" fmla="*/ 4 w 88"/>
                  <a:gd name="T9" fmla="*/ 48 h 94"/>
                  <a:gd name="T10" fmla="*/ 2 w 88"/>
                  <a:gd name="T11" fmla="*/ 48 h 94"/>
                  <a:gd name="T12" fmla="*/ 2 w 88"/>
                  <a:gd name="T13" fmla="*/ 48 h 94"/>
                  <a:gd name="T14" fmla="*/ 2 w 88"/>
                  <a:gd name="T15" fmla="*/ 50 h 94"/>
                  <a:gd name="T16" fmla="*/ 4 w 88"/>
                  <a:gd name="T17" fmla="*/ 52 h 94"/>
                  <a:gd name="T18" fmla="*/ 6 w 88"/>
                  <a:gd name="T19" fmla="*/ 56 h 94"/>
                  <a:gd name="T20" fmla="*/ 8 w 88"/>
                  <a:gd name="T21" fmla="*/ 52 h 94"/>
                  <a:gd name="T22" fmla="*/ 12 w 88"/>
                  <a:gd name="T23" fmla="*/ 52 h 94"/>
                  <a:gd name="T24" fmla="*/ 16 w 88"/>
                  <a:gd name="T25" fmla="*/ 54 h 94"/>
                  <a:gd name="T26" fmla="*/ 18 w 88"/>
                  <a:gd name="T27" fmla="*/ 56 h 94"/>
                  <a:gd name="T28" fmla="*/ 16 w 88"/>
                  <a:gd name="T29" fmla="*/ 64 h 94"/>
                  <a:gd name="T30" fmla="*/ 12 w 88"/>
                  <a:gd name="T31" fmla="*/ 70 h 94"/>
                  <a:gd name="T32" fmla="*/ 10 w 88"/>
                  <a:gd name="T33" fmla="*/ 78 h 94"/>
                  <a:gd name="T34" fmla="*/ 8 w 88"/>
                  <a:gd name="T35" fmla="*/ 80 h 94"/>
                  <a:gd name="T36" fmla="*/ 6 w 88"/>
                  <a:gd name="T37" fmla="*/ 82 h 94"/>
                  <a:gd name="T38" fmla="*/ 4 w 88"/>
                  <a:gd name="T39" fmla="*/ 94 h 94"/>
                  <a:gd name="T40" fmla="*/ 6 w 88"/>
                  <a:gd name="T41" fmla="*/ 92 h 94"/>
                  <a:gd name="T42" fmla="*/ 12 w 88"/>
                  <a:gd name="T43" fmla="*/ 90 h 94"/>
                  <a:gd name="T44" fmla="*/ 18 w 88"/>
                  <a:gd name="T45" fmla="*/ 92 h 94"/>
                  <a:gd name="T46" fmla="*/ 42 w 88"/>
                  <a:gd name="T47" fmla="*/ 78 h 94"/>
                  <a:gd name="T48" fmla="*/ 70 w 88"/>
                  <a:gd name="T49" fmla="*/ 56 h 94"/>
                  <a:gd name="T50" fmla="*/ 74 w 88"/>
                  <a:gd name="T51" fmla="*/ 52 h 94"/>
                  <a:gd name="T52" fmla="*/ 76 w 88"/>
                  <a:gd name="T53" fmla="*/ 44 h 94"/>
                  <a:gd name="T54" fmla="*/ 76 w 88"/>
                  <a:gd name="T55" fmla="*/ 38 h 94"/>
                  <a:gd name="T56" fmla="*/ 76 w 88"/>
                  <a:gd name="T57" fmla="*/ 34 h 94"/>
                  <a:gd name="T58" fmla="*/ 80 w 88"/>
                  <a:gd name="T59" fmla="*/ 30 h 94"/>
                  <a:gd name="T60" fmla="*/ 78 w 88"/>
                  <a:gd name="T61" fmla="*/ 26 h 94"/>
                  <a:gd name="T62" fmla="*/ 78 w 88"/>
                  <a:gd name="T63" fmla="*/ 22 h 94"/>
                  <a:gd name="T64" fmla="*/ 80 w 88"/>
                  <a:gd name="T65" fmla="*/ 18 h 94"/>
                  <a:gd name="T66" fmla="*/ 84 w 88"/>
                  <a:gd name="T67" fmla="*/ 14 h 94"/>
                  <a:gd name="T68" fmla="*/ 88 w 88"/>
                  <a:gd name="T69" fmla="*/ 8 h 94"/>
                  <a:gd name="T70" fmla="*/ 88 w 88"/>
                  <a:gd name="T71" fmla="*/ 6 h 94"/>
                  <a:gd name="T72" fmla="*/ 84 w 88"/>
                  <a:gd name="T73" fmla="*/ 4 h 94"/>
                  <a:gd name="T74" fmla="*/ 84 w 88"/>
                  <a:gd name="T75" fmla="*/ 0 h 94"/>
                  <a:gd name="T76" fmla="*/ 72 w 88"/>
                  <a:gd name="T77" fmla="*/ 6 h 94"/>
                  <a:gd name="T78" fmla="*/ 68 w 88"/>
                  <a:gd name="T79" fmla="*/ 8 h 94"/>
                  <a:gd name="T80" fmla="*/ 58 w 88"/>
                  <a:gd name="T81" fmla="*/ 8 h 94"/>
                  <a:gd name="T82" fmla="*/ 54 w 88"/>
                  <a:gd name="T83" fmla="*/ 8 h 94"/>
                  <a:gd name="T84" fmla="*/ 44 w 88"/>
                  <a:gd name="T85" fmla="*/ 12 h 94"/>
                  <a:gd name="T86" fmla="*/ 36 w 88"/>
                  <a:gd name="T87" fmla="*/ 14 h 94"/>
                  <a:gd name="T88" fmla="*/ 32 w 88"/>
                  <a:gd name="T89" fmla="*/ 14 h 94"/>
                  <a:gd name="T90" fmla="*/ 28 w 88"/>
                  <a:gd name="T91" fmla="*/ 14 h 94"/>
                  <a:gd name="T92" fmla="*/ 22 w 88"/>
                  <a:gd name="T93" fmla="*/ 18 h 94"/>
                  <a:gd name="T94" fmla="*/ 20 w 88"/>
                  <a:gd name="T95" fmla="*/ 18 h 94"/>
                  <a:gd name="T96" fmla="*/ 16 w 88"/>
                  <a:gd name="T97" fmla="*/ 16 h 94"/>
                  <a:gd name="T98" fmla="*/ 14 w 88"/>
                  <a:gd name="T99" fmla="*/ 16 h 94"/>
                  <a:gd name="T100" fmla="*/ 14 w 88"/>
                  <a:gd name="T101" fmla="*/ 20 h 94"/>
                  <a:gd name="T102" fmla="*/ 14 w 88"/>
                  <a:gd name="T103" fmla="*/ 24 h 94"/>
                  <a:gd name="T104" fmla="*/ 12 w 88"/>
                  <a:gd name="T105" fmla="*/ 26 h 94"/>
                  <a:gd name="T106" fmla="*/ 10 w 88"/>
                  <a:gd name="T107" fmla="*/ 28 h 94"/>
                  <a:gd name="T108" fmla="*/ 8 w 88"/>
                  <a:gd name="T109" fmla="*/ 32 h 94"/>
                  <a:gd name="T110" fmla="*/ 6 w 88"/>
                  <a:gd name="T111" fmla="*/ 32 h 94"/>
                  <a:gd name="T112" fmla="*/ 2 w 88"/>
                  <a:gd name="T113" fmla="*/ 3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 h="94">
                    <a:moveTo>
                      <a:pt x="2" y="32"/>
                    </a:moveTo>
                    <a:lnTo>
                      <a:pt x="2" y="32"/>
                    </a:lnTo>
                    <a:lnTo>
                      <a:pt x="0" y="36"/>
                    </a:lnTo>
                    <a:lnTo>
                      <a:pt x="0" y="36"/>
                    </a:lnTo>
                    <a:lnTo>
                      <a:pt x="0" y="40"/>
                    </a:lnTo>
                    <a:lnTo>
                      <a:pt x="0" y="40"/>
                    </a:lnTo>
                    <a:lnTo>
                      <a:pt x="4" y="40"/>
                    </a:lnTo>
                    <a:lnTo>
                      <a:pt x="4" y="40"/>
                    </a:lnTo>
                    <a:lnTo>
                      <a:pt x="4" y="48"/>
                    </a:lnTo>
                    <a:lnTo>
                      <a:pt x="4" y="48"/>
                    </a:lnTo>
                    <a:lnTo>
                      <a:pt x="2" y="48"/>
                    </a:lnTo>
                    <a:lnTo>
                      <a:pt x="2" y="48"/>
                    </a:lnTo>
                    <a:lnTo>
                      <a:pt x="2" y="48"/>
                    </a:lnTo>
                    <a:lnTo>
                      <a:pt x="2" y="48"/>
                    </a:lnTo>
                    <a:lnTo>
                      <a:pt x="2" y="48"/>
                    </a:lnTo>
                    <a:lnTo>
                      <a:pt x="2" y="50"/>
                    </a:lnTo>
                    <a:lnTo>
                      <a:pt x="2" y="50"/>
                    </a:lnTo>
                    <a:lnTo>
                      <a:pt x="4" y="52"/>
                    </a:lnTo>
                    <a:lnTo>
                      <a:pt x="4" y="52"/>
                    </a:lnTo>
                    <a:lnTo>
                      <a:pt x="6" y="56"/>
                    </a:lnTo>
                    <a:lnTo>
                      <a:pt x="6" y="56"/>
                    </a:lnTo>
                    <a:lnTo>
                      <a:pt x="8" y="52"/>
                    </a:lnTo>
                    <a:lnTo>
                      <a:pt x="10" y="52"/>
                    </a:lnTo>
                    <a:lnTo>
                      <a:pt x="12" y="52"/>
                    </a:lnTo>
                    <a:lnTo>
                      <a:pt x="12" y="52"/>
                    </a:lnTo>
                    <a:lnTo>
                      <a:pt x="16" y="54"/>
                    </a:lnTo>
                    <a:lnTo>
                      <a:pt x="18" y="54"/>
                    </a:lnTo>
                    <a:lnTo>
                      <a:pt x="18" y="56"/>
                    </a:lnTo>
                    <a:lnTo>
                      <a:pt x="18" y="56"/>
                    </a:lnTo>
                    <a:lnTo>
                      <a:pt x="16" y="64"/>
                    </a:lnTo>
                    <a:lnTo>
                      <a:pt x="12" y="70"/>
                    </a:lnTo>
                    <a:lnTo>
                      <a:pt x="12" y="70"/>
                    </a:lnTo>
                    <a:lnTo>
                      <a:pt x="10" y="74"/>
                    </a:lnTo>
                    <a:lnTo>
                      <a:pt x="10" y="78"/>
                    </a:lnTo>
                    <a:lnTo>
                      <a:pt x="10" y="78"/>
                    </a:lnTo>
                    <a:lnTo>
                      <a:pt x="8" y="80"/>
                    </a:lnTo>
                    <a:lnTo>
                      <a:pt x="6" y="82"/>
                    </a:lnTo>
                    <a:lnTo>
                      <a:pt x="6" y="82"/>
                    </a:lnTo>
                    <a:lnTo>
                      <a:pt x="2" y="88"/>
                    </a:lnTo>
                    <a:lnTo>
                      <a:pt x="4" y="94"/>
                    </a:lnTo>
                    <a:lnTo>
                      <a:pt x="4" y="94"/>
                    </a:lnTo>
                    <a:lnTo>
                      <a:pt x="6" y="92"/>
                    </a:lnTo>
                    <a:lnTo>
                      <a:pt x="10" y="90"/>
                    </a:lnTo>
                    <a:lnTo>
                      <a:pt x="12" y="90"/>
                    </a:lnTo>
                    <a:lnTo>
                      <a:pt x="12" y="90"/>
                    </a:lnTo>
                    <a:lnTo>
                      <a:pt x="18" y="92"/>
                    </a:lnTo>
                    <a:lnTo>
                      <a:pt x="22" y="94"/>
                    </a:lnTo>
                    <a:lnTo>
                      <a:pt x="42" y="78"/>
                    </a:lnTo>
                    <a:lnTo>
                      <a:pt x="70" y="56"/>
                    </a:lnTo>
                    <a:lnTo>
                      <a:pt x="70" y="56"/>
                    </a:lnTo>
                    <a:lnTo>
                      <a:pt x="74" y="52"/>
                    </a:lnTo>
                    <a:lnTo>
                      <a:pt x="74" y="52"/>
                    </a:lnTo>
                    <a:lnTo>
                      <a:pt x="76" y="44"/>
                    </a:lnTo>
                    <a:lnTo>
                      <a:pt x="76" y="44"/>
                    </a:lnTo>
                    <a:lnTo>
                      <a:pt x="78" y="42"/>
                    </a:lnTo>
                    <a:lnTo>
                      <a:pt x="76" y="38"/>
                    </a:lnTo>
                    <a:lnTo>
                      <a:pt x="76" y="38"/>
                    </a:lnTo>
                    <a:lnTo>
                      <a:pt x="76" y="34"/>
                    </a:lnTo>
                    <a:lnTo>
                      <a:pt x="76" y="32"/>
                    </a:lnTo>
                    <a:lnTo>
                      <a:pt x="80" y="30"/>
                    </a:lnTo>
                    <a:lnTo>
                      <a:pt x="80" y="30"/>
                    </a:lnTo>
                    <a:lnTo>
                      <a:pt x="78" y="26"/>
                    </a:lnTo>
                    <a:lnTo>
                      <a:pt x="78" y="22"/>
                    </a:lnTo>
                    <a:lnTo>
                      <a:pt x="78" y="22"/>
                    </a:lnTo>
                    <a:lnTo>
                      <a:pt x="78" y="20"/>
                    </a:lnTo>
                    <a:lnTo>
                      <a:pt x="80" y="18"/>
                    </a:lnTo>
                    <a:lnTo>
                      <a:pt x="84" y="14"/>
                    </a:lnTo>
                    <a:lnTo>
                      <a:pt x="84" y="14"/>
                    </a:lnTo>
                    <a:lnTo>
                      <a:pt x="86" y="12"/>
                    </a:lnTo>
                    <a:lnTo>
                      <a:pt x="88" y="8"/>
                    </a:lnTo>
                    <a:lnTo>
                      <a:pt x="88" y="6"/>
                    </a:lnTo>
                    <a:lnTo>
                      <a:pt x="88" y="6"/>
                    </a:lnTo>
                    <a:lnTo>
                      <a:pt x="84" y="4"/>
                    </a:lnTo>
                    <a:lnTo>
                      <a:pt x="84" y="4"/>
                    </a:lnTo>
                    <a:lnTo>
                      <a:pt x="84" y="0"/>
                    </a:lnTo>
                    <a:lnTo>
                      <a:pt x="84" y="0"/>
                    </a:lnTo>
                    <a:lnTo>
                      <a:pt x="78" y="2"/>
                    </a:lnTo>
                    <a:lnTo>
                      <a:pt x="72" y="6"/>
                    </a:lnTo>
                    <a:lnTo>
                      <a:pt x="72" y="6"/>
                    </a:lnTo>
                    <a:lnTo>
                      <a:pt x="68" y="8"/>
                    </a:lnTo>
                    <a:lnTo>
                      <a:pt x="62" y="8"/>
                    </a:lnTo>
                    <a:lnTo>
                      <a:pt x="58" y="8"/>
                    </a:lnTo>
                    <a:lnTo>
                      <a:pt x="54" y="8"/>
                    </a:lnTo>
                    <a:lnTo>
                      <a:pt x="54" y="8"/>
                    </a:lnTo>
                    <a:lnTo>
                      <a:pt x="48" y="12"/>
                    </a:lnTo>
                    <a:lnTo>
                      <a:pt x="44" y="12"/>
                    </a:lnTo>
                    <a:lnTo>
                      <a:pt x="36" y="14"/>
                    </a:lnTo>
                    <a:lnTo>
                      <a:pt x="36" y="14"/>
                    </a:lnTo>
                    <a:lnTo>
                      <a:pt x="34" y="14"/>
                    </a:lnTo>
                    <a:lnTo>
                      <a:pt x="32" y="14"/>
                    </a:lnTo>
                    <a:lnTo>
                      <a:pt x="28" y="14"/>
                    </a:lnTo>
                    <a:lnTo>
                      <a:pt x="28" y="14"/>
                    </a:lnTo>
                    <a:lnTo>
                      <a:pt x="24" y="14"/>
                    </a:lnTo>
                    <a:lnTo>
                      <a:pt x="22" y="18"/>
                    </a:lnTo>
                    <a:lnTo>
                      <a:pt x="22" y="18"/>
                    </a:lnTo>
                    <a:lnTo>
                      <a:pt x="20" y="18"/>
                    </a:lnTo>
                    <a:lnTo>
                      <a:pt x="18" y="16"/>
                    </a:lnTo>
                    <a:lnTo>
                      <a:pt x="16" y="16"/>
                    </a:lnTo>
                    <a:lnTo>
                      <a:pt x="14" y="16"/>
                    </a:lnTo>
                    <a:lnTo>
                      <a:pt x="14" y="16"/>
                    </a:lnTo>
                    <a:lnTo>
                      <a:pt x="14" y="18"/>
                    </a:lnTo>
                    <a:lnTo>
                      <a:pt x="14" y="20"/>
                    </a:lnTo>
                    <a:lnTo>
                      <a:pt x="14" y="24"/>
                    </a:lnTo>
                    <a:lnTo>
                      <a:pt x="14" y="24"/>
                    </a:lnTo>
                    <a:lnTo>
                      <a:pt x="14" y="26"/>
                    </a:lnTo>
                    <a:lnTo>
                      <a:pt x="12" y="26"/>
                    </a:lnTo>
                    <a:lnTo>
                      <a:pt x="12" y="26"/>
                    </a:lnTo>
                    <a:lnTo>
                      <a:pt x="10" y="28"/>
                    </a:lnTo>
                    <a:lnTo>
                      <a:pt x="8" y="30"/>
                    </a:lnTo>
                    <a:lnTo>
                      <a:pt x="8" y="32"/>
                    </a:lnTo>
                    <a:lnTo>
                      <a:pt x="6" y="32"/>
                    </a:lnTo>
                    <a:lnTo>
                      <a:pt x="6" y="32"/>
                    </a:lnTo>
                    <a:lnTo>
                      <a:pt x="2" y="32"/>
                    </a:lnTo>
                    <a:lnTo>
                      <a:pt x="2" y="3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5" name="Freeform 51">
                <a:extLst>
                  <a:ext uri="{FF2B5EF4-FFF2-40B4-BE49-F238E27FC236}">
                    <a16:creationId xmlns:a16="http://schemas.microsoft.com/office/drawing/2014/main" id="{20FD094E-64B0-8948-B8D8-47F856CEE20A}"/>
                  </a:ext>
                </a:extLst>
              </p:cNvPr>
              <p:cNvSpPr>
                <a:spLocks/>
              </p:cNvSpPr>
              <p:nvPr/>
            </p:nvSpPr>
            <p:spPr bwMode="auto">
              <a:xfrm>
                <a:off x="6811346" y="3302364"/>
                <a:ext cx="551846" cy="544639"/>
              </a:xfrm>
              <a:custGeom>
                <a:avLst/>
                <a:gdLst>
                  <a:gd name="T0" fmla="*/ 108 w 282"/>
                  <a:gd name="T1" fmla="*/ 258 h 272"/>
                  <a:gd name="T2" fmla="*/ 110 w 282"/>
                  <a:gd name="T3" fmla="*/ 254 h 272"/>
                  <a:gd name="T4" fmla="*/ 112 w 282"/>
                  <a:gd name="T5" fmla="*/ 250 h 272"/>
                  <a:gd name="T6" fmla="*/ 114 w 282"/>
                  <a:gd name="T7" fmla="*/ 246 h 272"/>
                  <a:gd name="T8" fmla="*/ 118 w 282"/>
                  <a:gd name="T9" fmla="*/ 244 h 272"/>
                  <a:gd name="T10" fmla="*/ 122 w 282"/>
                  <a:gd name="T11" fmla="*/ 244 h 272"/>
                  <a:gd name="T12" fmla="*/ 122 w 282"/>
                  <a:gd name="T13" fmla="*/ 248 h 272"/>
                  <a:gd name="T14" fmla="*/ 130 w 282"/>
                  <a:gd name="T15" fmla="*/ 248 h 272"/>
                  <a:gd name="T16" fmla="*/ 156 w 282"/>
                  <a:gd name="T17" fmla="*/ 272 h 272"/>
                  <a:gd name="T18" fmla="*/ 182 w 282"/>
                  <a:gd name="T19" fmla="*/ 240 h 272"/>
                  <a:gd name="T20" fmla="*/ 272 w 282"/>
                  <a:gd name="T21" fmla="*/ 204 h 272"/>
                  <a:gd name="T22" fmla="*/ 278 w 282"/>
                  <a:gd name="T23" fmla="*/ 184 h 272"/>
                  <a:gd name="T24" fmla="*/ 272 w 282"/>
                  <a:gd name="T25" fmla="*/ 154 h 272"/>
                  <a:gd name="T26" fmla="*/ 268 w 282"/>
                  <a:gd name="T27" fmla="*/ 154 h 272"/>
                  <a:gd name="T28" fmla="*/ 216 w 282"/>
                  <a:gd name="T29" fmla="*/ 124 h 272"/>
                  <a:gd name="T30" fmla="*/ 210 w 282"/>
                  <a:gd name="T31" fmla="*/ 114 h 272"/>
                  <a:gd name="T32" fmla="*/ 206 w 282"/>
                  <a:gd name="T33" fmla="*/ 112 h 272"/>
                  <a:gd name="T34" fmla="*/ 206 w 282"/>
                  <a:gd name="T35" fmla="*/ 100 h 272"/>
                  <a:gd name="T36" fmla="*/ 206 w 282"/>
                  <a:gd name="T37" fmla="*/ 90 h 272"/>
                  <a:gd name="T38" fmla="*/ 200 w 282"/>
                  <a:gd name="T39" fmla="*/ 88 h 272"/>
                  <a:gd name="T40" fmla="*/ 196 w 282"/>
                  <a:gd name="T41" fmla="*/ 84 h 272"/>
                  <a:gd name="T42" fmla="*/ 194 w 282"/>
                  <a:gd name="T43" fmla="*/ 78 h 272"/>
                  <a:gd name="T44" fmla="*/ 190 w 282"/>
                  <a:gd name="T45" fmla="*/ 74 h 272"/>
                  <a:gd name="T46" fmla="*/ 190 w 282"/>
                  <a:gd name="T47" fmla="*/ 70 h 272"/>
                  <a:gd name="T48" fmla="*/ 186 w 282"/>
                  <a:gd name="T49" fmla="*/ 66 h 272"/>
                  <a:gd name="T50" fmla="*/ 182 w 282"/>
                  <a:gd name="T51" fmla="*/ 56 h 272"/>
                  <a:gd name="T52" fmla="*/ 168 w 282"/>
                  <a:gd name="T53" fmla="*/ 52 h 272"/>
                  <a:gd name="T54" fmla="*/ 124 w 282"/>
                  <a:gd name="T55" fmla="*/ 40 h 272"/>
                  <a:gd name="T56" fmla="*/ 102 w 282"/>
                  <a:gd name="T57" fmla="*/ 26 h 272"/>
                  <a:gd name="T58" fmla="*/ 64 w 282"/>
                  <a:gd name="T59" fmla="*/ 2 h 272"/>
                  <a:gd name="T60" fmla="*/ 46 w 282"/>
                  <a:gd name="T61" fmla="*/ 24 h 272"/>
                  <a:gd name="T62" fmla="*/ 38 w 282"/>
                  <a:gd name="T63" fmla="*/ 30 h 272"/>
                  <a:gd name="T64" fmla="*/ 32 w 282"/>
                  <a:gd name="T65" fmla="*/ 36 h 272"/>
                  <a:gd name="T66" fmla="*/ 28 w 282"/>
                  <a:gd name="T67" fmla="*/ 40 h 272"/>
                  <a:gd name="T68" fmla="*/ 4 w 282"/>
                  <a:gd name="T69" fmla="*/ 48 h 272"/>
                  <a:gd name="T70" fmla="*/ 2 w 282"/>
                  <a:gd name="T71" fmla="*/ 56 h 272"/>
                  <a:gd name="T72" fmla="*/ 0 w 282"/>
                  <a:gd name="T73" fmla="*/ 60 h 272"/>
                  <a:gd name="T74" fmla="*/ 0 w 282"/>
                  <a:gd name="T75" fmla="*/ 64 h 272"/>
                  <a:gd name="T76" fmla="*/ 8 w 282"/>
                  <a:gd name="T77" fmla="*/ 66 h 272"/>
                  <a:gd name="T78" fmla="*/ 12 w 282"/>
                  <a:gd name="T79" fmla="*/ 72 h 272"/>
                  <a:gd name="T80" fmla="*/ 20 w 282"/>
                  <a:gd name="T81" fmla="*/ 86 h 272"/>
                  <a:gd name="T82" fmla="*/ 22 w 282"/>
                  <a:gd name="T83" fmla="*/ 92 h 272"/>
                  <a:gd name="T84" fmla="*/ 26 w 282"/>
                  <a:gd name="T85" fmla="*/ 94 h 272"/>
                  <a:gd name="T86" fmla="*/ 30 w 282"/>
                  <a:gd name="T87" fmla="*/ 100 h 272"/>
                  <a:gd name="T88" fmla="*/ 34 w 282"/>
                  <a:gd name="T89" fmla="*/ 104 h 272"/>
                  <a:gd name="T90" fmla="*/ 36 w 282"/>
                  <a:gd name="T91" fmla="*/ 114 h 272"/>
                  <a:gd name="T92" fmla="*/ 42 w 282"/>
                  <a:gd name="T93" fmla="*/ 124 h 272"/>
                  <a:gd name="T94" fmla="*/ 54 w 282"/>
                  <a:gd name="T95" fmla="*/ 140 h 272"/>
                  <a:gd name="T96" fmla="*/ 58 w 282"/>
                  <a:gd name="T97" fmla="*/ 164 h 272"/>
                  <a:gd name="T98" fmla="*/ 54 w 282"/>
                  <a:gd name="T99" fmla="*/ 168 h 272"/>
                  <a:gd name="T100" fmla="*/ 54 w 282"/>
                  <a:gd name="T101" fmla="*/ 174 h 272"/>
                  <a:gd name="T102" fmla="*/ 58 w 282"/>
                  <a:gd name="T103" fmla="*/ 182 h 272"/>
                  <a:gd name="T104" fmla="*/ 64 w 282"/>
                  <a:gd name="T105" fmla="*/ 196 h 272"/>
                  <a:gd name="T106" fmla="*/ 64 w 282"/>
                  <a:gd name="T107" fmla="*/ 200 h 272"/>
                  <a:gd name="T108" fmla="*/ 68 w 282"/>
                  <a:gd name="T109" fmla="*/ 204 h 272"/>
                  <a:gd name="T110" fmla="*/ 72 w 282"/>
                  <a:gd name="T111" fmla="*/ 208 h 272"/>
                  <a:gd name="T112" fmla="*/ 82 w 282"/>
                  <a:gd name="T113" fmla="*/ 214 h 272"/>
                  <a:gd name="T114" fmla="*/ 86 w 282"/>
                  <a:gd name="T115" fmla="*/ 220 h 272"/>
                  <a:gd name="T116" fmla="*/ 88 w 282"/>
                  <a:gd name="T117" fmla="*/ 228 h 272"/>
                  <a:gd name="T118" fmla="*/ 90 w 282"/>
                  <a:gd name="T119" fmla="*/ 236 h 272"/>
                  <a:gd name="T120" fmla="*/ 98 w 282"/>
                  <a:gd name="T121" fmla="*/ 244 h 272"/>
                  <a:gd name="T122" fmla="*/ 100 w 282"/>
                  <a:gd name="T123" fmla="*/ 25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2" h="272">
                    <a:moveTo>
                      <a:pt x="106" y="258"/>
                    </a:moveTo>
                    <a:lnTo>
                      <a:pt x="106" y="258"/>
                    </a:lnTo>
                    <a:lnTo>
                      <a:pt x="108" y="258"/>
                    </a:lnTo>
                    <a:lnTo>
                      <a:pt x="110" y="254"/>
                    </a:lnTo>
                    <a:lnTo>
                      <a:pt x="110" y="254"/>
                    </a:lnTo>
                    <a:lnTo>
                      <a:pt x="110" y="254"/>
                    </a:lnTo>
                    <a:lnTo>
                      <a:pt x="112" y="252"/>
                    </a:lnTo>
                    <a:lnTo>
                      <a:pt x="112" y="252"/>
                    </a:lnTo>
                    <a:lnTo>
                      <a:pt x="112" y="250"/>
                    </a:lnTo>
                    <a:lnTo>
                      <a:pt x="112" y="250"/>
                    </a:lnTo>
                    <a:lnTo>
                      <a:pt x="114" y="248"/>
                    </a:lnTo>
                    <a:lnTo>
                      <a:pt x="114" y="246"/>
                    </a:lnTo>
                    <a:lnTo>
                      <a:pt x="114" y="246"/>
                    </a:lnTo>
                    <a:lnTo>
                      <a:pt x="116" y="244"/>
                    </a:lnTo>
                    <a:lnTo>
                      <a:pt x="118" y="244"/>
                    </a:lnTo>
                    <a:lnTo>
                      <a:pt x="118" y="244"/>
                    </a:lnTo>
                    <a:lnTo>
                      <a:pt x="120" y="244"/>
                    </a:lnTo>
                    <a:lnTo>
                      <a:pt x="122" y="244"/>
                    </a:lnTo>
                    <a:lnTo>
                      <a:pt x="122" y="246"/>
                    </a:lnTo>
                    <a:lnTo>
                      <a:pt x="122" y="248"/>
                    </a:lnTo>
                    <a:lnTo>
                      <a:pt x="122" y="248"/>
                    </a:lnTo>
                    <a:lnTo>
                      <a:pt x="126" y="248"/>
                    </a:lnTo>
                    <a:lnTo>
                      <a:pt x="130" y="248"/>
                    </a:lnTo>
                    <a:lnTo>
                      <a:pt x="130" y="248"/>
                    </a:lnTo>
                    <a:lnTo>
                      <a:pt x="144" y="250"/>
                    </a:lnTo>
                    <a:lnTo>
                      <a:pt x="154" y="254"/>
                    </a:lnTo>
                    <a:lnTo>
                      <a:pt x="156" y="272"/>
                    </a:lnTo>
                    <a:lnTo>
                      <a:pt x="156" y="272"/>
                    </a:lnTo>
                    <a:lnTo>
                      <a:pt x="164" y="262"/>
                    </a:lnTo>
                    <a:lnTo>
                      <a:pt x="182" y="240"/>
                    </a:lnTo>
                    <a:lnTo>
                      <a:pt x="228" y="224"/>
                    </a:lnTo>
                    <a:lnTo>
                      <a:pt x="228" y="224"/>
                    </a:lnTo>
                    <a:lnTo>
                      <a:pt x="272" y="204"/>
                    </a:lnTo>
                    <a:lnTo>
                      <a:pt x="272" y="204"/>
                    </a:lnTo>
                    <a:lnTo>
                      <a:pt x="276" y="198"/>
                    </a:lnTo>
                    <a:lnTo>
                      <a:pt x="278" y="184"/>
                    </a:lnTo>
                    <a:lnTo>
                      <a:pt x="282" y="164"/>
                    </a:lnTo>
                    <a:lnTo>
                      <a:pt x="272" y="154"/>
                    </a:lnTo>
                    <a:lnTo>
                      <a:pt x="272" y="154"/>
                    </a:lnTo>
                    <a:lnTo>
                      <a:pt x="272" y="154"/>
                    </a:lnTo>
                    <a:lnTo>
                      <a:pt x="268" y="154"/>
                    </a:lnTo>
                    <a:lnTo>
                      <a:pt x="268" y="154"/>
                    </a:lnTo>
                    <a:lnTo>
                      <a:pt x="224" y="146"/>
                    </a:lnTo>
                    <a:lnTo>
                      <a:pt x="224" y="132"/>
                    </a:lnTo>
                    <a:lnTo>
                      <a:pt x="216" y="124"/>
                    </a:lnTo>
                    <a:lnTo>
                      <a:pt x="216" y="118"/>
                    </a:lnTo>
                    <a:lnTo>
                      <a:pt x="210" y="114"/>
                    </a:lnTo>
                    <a:lnTo>
                      <a:pt x="210" y="114"/>
                    </a:lnTo>
                    <a:lnTo>
                      <a:pt x="208" y="114"/>
                    </a:lnTo>
                    <a:lnTo>
                      <a:pt x="208" y="114"/>
                    </a:lnTo>
                    <a:lnTo>
                      <a:pt x="206" y="112"/>
                    </a:lnTo>
                    <a:lnTo>
                      <a:pt x="206" y="110"/>
                    </a:lnTo>
                    <a:lnTo>
                      <a:pt x="206" y="110"/>
                    </a:lnTo>
                    <a:lnTo>
                      <a:pt x="206" y="100"/>
                    </a:lnTo>
                    <a:lnTo>
                      <a:pt x="206" y="100"/>
                    </a:lnTo>
                    <a:lnTo>
                      <a:pt x="206" y="96"/>
                    </a:lnTo>
                    <a:lnTo>
                      <a:pt x="206" y="90"/>
                    </a:lnTo>
                    <a:lnTo>
                      <a:pt x="204" y="90"/>
                    </a:lnTo>
                    <a:lnTo>
                      <a:pt x="204" y="90"/>
                    </a:lnTo>
                    <a:lnTo>
                      <a:pt x="200" y="88"/>
                    </a:lnTo>
                    <a:lnTo>
                      <a:pt x="198" y="84"/>
                    </a:lnTo>
                    <a:lnTo>
                      <a:pt x="198" y="84"/>
                    </a:lnTo>
                    <a:lnTo>
                      <a:pt x="196" y="84"/>
                    </a:lnTo>
                    <a:lnTo>
                      <a:pt x="194" y="82"/>
                    </a:lnTo>
                    <a:lnTo>
                      <a:pt x="194" y="82"/>
                    </a:lnTo>
                    <a:lnTo>
                      <a:pt x="194" y="78"/>
                    </a:lnTo>
                    <a:lnTo>
                      <a:pt x="194" y="74"/>
                    </a:lnTo>
                    <a:lnTo>
                      <a:pt x="194" y="74"/>
                    </a:lnTo>
                    <a:lnTo>
                      <a:pt x="190" y="74"/>
                    </a:lnTo>
                    <a:lnTo>
                      <a:pt x="190" y="74"/>
                    </a:lnTo>
                    <a:lnTo>
                      <a:pt x="190" y="70"/>
                    </a:lnTo>
                    <a:lnTo>
                      <a:pt x="190" y="70"/>
                    </a:lnTo>
                    <a:lnTo>
                      <a:pt x="186" y="70"/>
                    </a:lnTo>
                    <a:lnTo>
                      <a:pt x="186" y="70"/>
                    </a:lnTo>
                    <a:lnTo>
                      <a:pt x="186" y="66"/>
                    </a:lnTo>
                    <a:lnTo>
                      <a:pt x="186" y="66"/>
                    </a:lnTo>
                    <a:lnTo>
                      <a:pt x="182" y="56"/>
                    </a:lnTo>
                    <a:lnTo>
                      <a:pt x="182" y="56"/>
                    </a:lnTo>
                    <a:lnTo>
                      <a:pt x="182" y="52"/>
                    </a:lnTo>
                    <a:lnTo>
                      <a:pt x="180" y="52"/>
                    </a:lnTo>
                    <a:lnTo>
                      <a:pt x="168" y="52"/>
                    </a:lnTo>
                    <a:lnTo>
                      <a:pt x="166" y="46"/>
                    </a:lnTo>
                    <a:lnTo>
                      <a:pt x="148" y="42"/>
                    </a:lnTo>
                    <a:lnTo>
                      <a:pt x="124" y="40"/>
                    </a:lnTo>
                    <a:lnTo>
                      <a:pt x="114" y="34"/>
                    </a:lnTo>
                    <a:lnTo>
                      <a:pt x="112" y="26"/>
                    </a:lnTo>
                    <a:lnTo>
                      <a:pt x="102" y="26"/>
                    </a:lnTo>
                    <a:lnTo>
                      <a:pt x="102" y="20"/>
                    </a:lnTo>
                    <a:lnTo>
                      <a:pt x="64" y="0"/>
                    </a:lnTo>
                    <a:lnTo>
                      <a:pt x="64" y="2"/>
                    </a:lnTo>
                    <a:lnTo>
                      <a:pt x="36" y="10"/>
                    </a:lnTo>
                    <a:lnTo>
                      <a:pt x="46" y="24"/>
                    </a:lnTo>
                    <a:lnTo>
                      <a:pt x="46" y="24"/>
                    </a:lnTo>
                    <a:lnTo>
                      <a:pt x="42" y="26"/>
                    </a:lnTo>
                    <a:lnTo>
                      <a:pt x="40" y="28"/>
                    </a:lnTo>
                    <a:lnTo>
                      <a:pt x="38" y="30"/>
                    </a:lnTo>
                    <a:lnTo>
                      <a:pt x="38" y="30"/>
                    </a:lnTo>
                    <a:lnTo>
                      <a:pt x="36" y="32"/>
                    </a:lnTo>
                    <a:lnTo>
                      <a:pt x="32" y="36"/>
                    </a:lnTo>
                    <a:lnTo>
                      <a:pt x="32" y="36"/>
                    </a:lnTo>
                    <a:lnTo>
                      <a:pt x="30" y="40"/>
                    </a:lnTo>
                    <a:lnTo>
                      <a:pt x="28" y="40"/>
                    </a:lnTo>
                    <a:lnTo>
                      <a:pt x="18" y="48"/>
                    </a:lnTo>
                    <a:lnTo>
                      <a:pt x="4" y="48"/>
                    </a:lnTo>
                    <a:lnTo>
                      <a:pt x="4" y="48"/>
                    </a:lnTo>
                    <a:lnTo>
                      <a:pt x="0" y="56"/>
                    </a:lnTo>
                    <a:lnTo>
                      <a:pt x="2" y="56"/>
                    </a:lnTo>
                    <a:lnTo>
                      <a:pt x="2" y="56"/>
                    </a:lnTo>
                    <a:lnTo>
                      <a:pt x="2" y="60"/>
                    </a:lnTo>
                    <a:lnTo>
                      <a:pt x="2" y="60"/>
                    </a:lnTo>
                    <a:lnTo>
                      <a:pt x="0" y="60"/>
                    </a:lnTo>
                    <a:lnTo>
                      <a:pt x="0" y="62"/>
                    </a:lnTo>
                    <a:lnTo>
                      <a:pt x="0" y="64"/>
                    </a:lnTo>
                    <a:lnTo>
                      <a:pt x="0" y="64"/>
                    </a:lnTo>
                    <a:lnTo>
                      <a:pt x="6" y="66"/>
                    </a:lnTo>
                    <a:lnTo>
                      <a:pt x="6" y="66"/>
                    </a:lnTo>
                    <a:lnTo>
                      <a:pt x="8" y="66"/>
                    </a:lnTo>
                    <a:lnTo>
                      <a:pt x="10" y="68"/>
                    </a:lnTo>
                    <a:lnTo>
                      <a:pt x="12" y="72"/>
                    </a:lnTo>
                    <a:lnTo>
                      <a:pt x="12" y="72"/>
                    </a:lnTo>
                    <a:lnTo>
                      <a:pt x="16" y="84"/>
                    </a:lnTo>
                    <a:lnTo>
                      <a:pt x="16" y="84"/>
                    </a:lnTo>
                    <a:lnTo>
                      <a:pt x="20" y="86"/>
                    </a:lnTo>
                    <a:lnTo>
                      <a:pt x="22" y="88"/>
                    </a:lnTo>
                    <a:lnTo>
                      <a:pt x="22" y="88"/>
                    </a:lnTo>
                    <a:lnTo>
                      <a:pt x="22" y="92"/>
                    </a:lnTo>
                    <a:lnTo>
                      <a:pt x="22" y="92"/>
                    </a:lnTo>
                    <a:lnTo>
                      <a:pt x="26" y="94"/>
                    </a:lnTo>
                    <a:lnTo>
                      <a:pt x="26" y="94"/>
                    </a:lnTo>
                    <a:lnTo>
                      <a:pt x="26" y="98"/>
                    </a:lnTo>
                    <a:lnTo>
                      <a:pt x="26" y="98"/>
                    </a:lnTo>
                    <a:lnTo>
                      <a:pt x="30" y="100"/>
                    </a:lnTo>
                    <a:lnTo>
                      <a:pt x="32" y="102"/>
                    </a:lnTo>
                    <a:lnTo>
                      <a:pt x="32" y="104"/>
                    </a:lnTo>
                    <a:lnTo>
                      <a:pt x="34" y="104"/>
                    </a:lnTo>
                    <a:lnTo>
                      <a:pt x="34" y="104"/>
                    </a:lnTo>
                    <a:lnTo>
                      <a:pt x="36" y="108"/>
                    </a:lnTo>
                    <a:lnTo>
                      <a:pt x="36" y="114"/>
                    </a:lnTo>
                    <a:lnTo>
                      <a:pt x="38" y="120"/>
                    </a:lnTo>
                    <a:lnTo>
                      <a:pt x="40" y="124"/>
                    </a:lnTo>
                    <a:lnTo>
                      <a:pt x="42" y="124"/>
                    </a:lnTo>
                    <a:lnTo>
                      <a:pt x="42" y="124"/>
                    </a:lnTo>
                    <a:lnTo>
                      <a:pt x="48" y="132"/>
                    </a:lnTo>
                    <a:lnTo>
                      <a:pt x="54" y="140"/>
                    </a:lnTo>
                    <a:lnTo>
                      <a:pt x="54" y="140"/>
                    </a:lnTo>
                    <a:lnTo>
                      <a:pt x="56" y="152"/>
                    </a:lnTo>
                    <a:lnTo>
                      <a:pt x="58" y="164"/>
                    </a:lnTo>
                    <a:lnTo>
                      <a:pt x="58" y="164"/>
                    </a:lnTo>
                    <a:lnTo>
                      <a:pt x="54" y="168"/>
                    </a:lnTo>
                    <a:lnTo>
                      <a:pt x="54" y="168"/>
                    </a:lnTo>
                    <a:lnTo>
                      <a:pt x="54" y="170"/>
                    </a:lnTo>
                    <a:lnTo>
                      <a:pt x="54" y="174"/>
                    </a:lnTo>
                    <a:lnTo>
                      <a:pt x="54" y="174"/>
                    </a:lnTo>
                    <a:lnTo>
                      <a:pt x="58" y="174"/>
                    </a:lnTo>
                    <a:lnTo>
                      <a:pt x="58" y="174"/>
                    </a:lnTo>
                    <a:lnTo>
                      <a:pt x="58" y="182"/>
                    </a:lnTo>
                    <a:lnTo>
                      <a:pt x="60" y="192"/>
                    </a:lnTo>
                    <a:lnTo>
                      <a:pt x="60" y="192"/>
                    </a:lnTo>
                    <a:lnTo>
                      <a:pt x="64" y="196"/>
                    </a:lnTo>
                    <a:lnTo>
                      <a:pt x="64" y="196"/>
                    </a:lnTo>
                    <a:lnTo>
                      <a:pt x="64" y="200"/>
                    </a:lnTo>
                    <a:lnTo>
                      <a:pt x="64" y="200"/>
                    </a:lnTo>
                    <a:lnTo>
                      <a:pt x="66" y="202"/>
                    </a:lnTo>
                    <a:lnTo>
                      <a:pt x="66" y="202"/>
                    </a:lnTo>
                    <a:lnTo>
                      <a:pt x="68" y="204"/>
                    </a:lnTo>
                    <a:lnTo>
                      <a:pt x="70" y="208"/>
                    </a:lnTo>
                    <a:lnTo>
                      <a:pt x="70" y="208"/>
                    </a:lnTo>
                    <a:lnTo>
                      <a:pt x="72" y="208"/>
                    </a:lnTo>
                    <a:lnTo>
                      <a:pt x="74" y="206"/>
                    </a:lnTo>
                    <a:lnTo>
                      <a:pt x="74" y="206"/>
                    </a:lnTo>
                    <a:lnTo>
                      <a:pt x="82" y="214"/>
                    </a:lnTo>
                    <a:lnTo>
                      <a:pt x="82" y="214"/>
                    </a:lnTo>
                    <a:lnTo>
                      <a:pt x="86" y="220"/>
                    </a:lnTo>
                    <a:lnTo>
                      <a:pt x="86" y="220"/>
                    </a:lnTo>
                    <a:lnTo>
                      <a:pt x="86" y="224"/>
                    </a:lnTo>
                    <a:lnTo>
                      <a:pt x="86" y="224"/>
                    </a:lnTo>
                    <a:lnTo>
                      <a:pt x="88" y="228"/>
                    </a:lnTo>
                    <a:lnTo>
                      <a:pt x="90" y="232"/>
                    </a:lnTo>
                    <a:lnTo>
                      <a:pt x="90" y="232"/>
                    </a:lnTo>
                    <a:lnTo>
                      <a:pt x="90" y="236"/>
                    </a:lnTo>
                    <a:lnTo>
                      <a:pt x="90" y="240"/>
                    </a:lnTo>
                    <a:lnTo>
                      <a:pt x="90" y="240"/>
                    </a:lnTo>
                    <a:lnTo>
                      <a:pt x="98" y="244"/>
                    </a:lnTo>
                    <a:lnTo>
                      <a:pt x="98" y="244"/>
                    </a:lnTo>
                    <a:lnTo>
                      <a:pt x="100" y="252"/>
                    </a:lnTo>
                    <a:lnTo>
                      <a:pt x="100" y="252"/>
                    </a:lnTo>
                    <a:lnTo>
                      <a:pt x="106" y="258"/>
                    </a:lnTo>
                    <a:lnTo>
                      <a:pt x="106" y="2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6" name="Freeform 106">
                <a:extLst>
                  <a:ext uri="{FF2B5EF4-FFF2-40B4-BE49-F238E27FC236}">
                    <a16:creationId xmlns:a16="http://schemas.microsoft.com/office/drawing/2014/main" id="{8EF9DEC3-33E3-A44A-A0FC-7B2EAE49CC63}"/>
                  </a:ext>
                </a:extLst>
              </p:cNvPr>
              <p:cNvSpPr>
                <a:spLocks/>
              </p:cNvSpPr>
              <p:nvPr/>
            </p:nvSpPr>
            <p:spPr bwMode="auto">
              <a:xfrm>
                <a:off x="7222296" y="3506604"/>
                <a:ext cx="23483" cy="36043"/>
              </a:xfrm>
              <a:custGeom>
                <a:avLst/>
                <a:gdLst>
                  <a:gd name="T0" fmla="*/ 0 w 12"/>
                  <a:gd name="T1" fmla="*/ 12 h 18"/>
                  <a:gd name="T2" fmla="*/ 0 w 12"/>
                  <a:gd name="T3" fmla="*/ 12 h 18"/>
                  <a:gd name="T4" fmla="*/ 0 w 12"/>
                  <a:gd name="T5" fmla="*/ 10 h 18"/>
                  <a:gd name="T6" fmla="*/ 0 w 12"/>
                  <a:gd name="T7" fmla="*/ 10 h 18"/>
                  <a:gd name="T8" fmla="*/ 6 w 12"/>
                  <a:gd name="T9" fmla="*/ 6 h 18"/>
                  <a:gd name="T10" fmla="*/ 8 w 12"/>
                  <a:gd name="T11" fmla="*/ 0 h 18"/>
                  <a:gd name="T12" fmla="*/ 8 w 12"/>
                  <a:gd name="T13" fmla="*/ 0 h 18"/>
                  <a:gd name="T14" fmla="*/ 10 w 12"/>
                  <a:gd name="T15" fmla="*/ 0 h 18"/>
                  <a:gd name="T16" fmla="*/ 10 w 12"/>
                  <a:gd name="T17" fmla="*/ 0 h 18"/>
                  <a:gd name="T18" fmla="*/ 12 w 12"/>
                  <a:gd name="T19" fmla="*/ 8 h 18"/>
                  <a:gd name="T20" fmla="*/ 12 w 12"/>
                  <a:gd name="T21" fmla="*/ 18 h 18"/>
                  <a:gd name="T22" fmla="*/ 6 w 12"/>
                  <a:gd name="T23" fmla="*/ 16 h 18"/>
                  <a:gd name="T24" fmla="*/ 0 w 12"/>
                  <a:gd name="T25"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18">
                    <a:moveTo>
                      <a:pt x="0" y="12"/>
                    </a:moveTo>
                    <a:lnTo>
                      <a:pt x="0" y="12"/>
                    </a:lnTo>
                    <a:lnTo>
                      <a:pt x="0" y="10"/>
                    </a:lnTo>
                    <a:lnTo>
                      <a:pt x="0" y="10"/>
                    </a:lnTo>
                    <a:lnTo>
                      <a:pt x="6" y="6"/>
                    </a:lnTo>
                    <a:lnTo>
                      <a:pt x="8" y="0"/>
                    </a:lnTo>
                    <a:lnTo>
                      <a:pt x="8" y="0"/>
                    </a:lnTo>
                    <a:lnTo>
                      <a:pt x="10" y="0"/>
                    </a:lnTo>
                    <a:lnTo>
                      <a:pt x="10" y="0"/>
                    </a:lnTo>
                    <a:lnTo>
                      <a:pt x="12" y="8"/>
                    </a:lnTo>
                    <a:lnTo>
                      <a:pt x="12" y="18"/>
                    </a:lnTo>
                    <a:lnTo>
                      <a:pt x="6" y="16"/>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7" name="Freeform 116">
                <a:extLst>
                  <a:ext uri="{FF2B5EF4-FFF2-40B4-BE49-F238E27FC236}">
                    <a16:creationId xmlns:a16="http://schemas.microsoft.com/office/drawing/2014/main" id="{01CF8E9B-5B91-5D47-8C78-C6EA83CB5868}"/>
                  </a:ext>
                </a:extLst>
              </p:cNvPr>
              <p:cNvSpPr>
                <a:spLocks noEditPoints="1"/>
              </p:cNvSpPr>
              <p:nvPr/>
            </p:nvSpPr>
            <p:spPr bwMode="auto">
              <a:xfrm>
                <a:off x="7257519" y="3502599"/>
                <a:ext cx="207432" cy="320376"/>
              </a:xfrm>
              <a:custGeom>
                <a:avLst/>
                <a:gdLst>
                  <a:gd name="T0" fmla="*/ 56 w 106"/>
                  <a:gd name="T1" fmla="*/ 6 h 160"/>
                  <a:gd name="T2" fmla="*/ 58 w 106"/>
                  <a:gd name="T3" fmla="*/ 12 h 160"/>
                  <a:gd name="T4" fmla="*/ 58 w 106"/>
                  <a:gd name="T5" fmla="*/ 0 h 160"/>
                  <a:gd name="T6" fmla="*/ 54 w 106"/>
                  <a:gd name="T7" fmla="*/ 2 h 160"/>
                  <a:gd name="T8" fmla="*/ 54 w 106"/>
                  <a:gd name="T9" fmla="*/ 6 h 160"/>
                  <a:gd name="T10" fmla="*/ 60 w 106"/>
                  <a:gd name="T11" fmla="*/ 18 h 160"/>
                  <a:gd name="T12" fmla="*/ 62 w 106"/>
                  <a:gd name="T13" fmla="*/ 24 h 160"/>
                  <a:gd name="T14" fmla="*/ 68 w 106"/>
                  <a:gd name="T15" fmla="*/ 28 h 160"/>
                  <a:gd name="T16" fmla="*/ 72 w 106"/>
                  <a:gd name="T17" fmla="*/ 34 h 160"/>
                  <a:gd name="T18" fmla="*/ 76 w 106"/>
                  <a:gd name="T19" fmla="*/ 38 h 160"/>
                  <a:gd name="T20" fmla="*/ 88 w 106"/>
                  <a:gd name="T21" fmla="*/ 42 h 160"/>
                  <a:gd name="T22" fmla="*/ 90 w 106"/>
                  <a:gd name="T23" fmla="*/ 44 h 160"/>
                  <a:gd name="T24" fmla="*/ 94 w 106"/>
                  <a:gd name="T25" fmla="*/ 48 h 160"/>
                  <a:gd name="T26" fmla="*/ 96 w 106"/>
                  <a:gd name="T27" fmla="*/ 48 h 160"/>
                  <a:gd name="T28" fmla="*/ 100 w 106"/>
                  <a:gd name="T29" fmla="*/ 54 h 160"/>
                  <a:gd name="T30" fmla="*/ 100 w 106"/>
                  <a:gd name="T31" fmla="*/ 58 h 160"/>
                  <a:gd name="T32" fmla="*/ 104 w 106"/>
                  <a:gd name="T33" fmla="*/ 60 h 160"/>
                  <a:gd name="T34" fmla="*/ 106 w 106"/>
                  <a:gd name="T35" fmla="*/ 62 h 160"/>
                  <a:gd name="T36" fmla="*/ 106 w 106"/>
                  <a:gd name="T37" fmla="*/ 66 h 160"/>
                  <a:gd name="T38" fmla="*/ 102 w 106"/>
                  <a:gd name="T39" fmla="*/ 72 h 160"/>
                  <a:gd name="T40" fmla="*/ 102 w 106"/>
                  <a:gd name="T41" fmla="*/ 76 h 160"/>
                  <a:gd name="T42" fmla="*/ 100 w 106"/>
                  <a:gd name="T43" fmla="*/ 80 h 160"/>
                  <a:gd name="T44" fmla="*/ 100 w 106"/>
                  <a:gd name="T45" fmla="*/ 82 h 160"/>
                  <a:gd name="T46" fmla="*/ 96 w 106"/>
                  <a:gd name="T47" fmla="*/ 86 h 160"/>
                  <a:gd name="T48" fmla="*/ 94 w 106"/>
                  <a:gd name="T49" fmla="*/ 94 h 160"/>
                  <a:gd name="T50" fmla="*/ 90 w 106"/>
                  <a:gd name="T51" fmla="*/ 96 h 160"/>
                  <a:gd name="T52" fmla="*/ 90 w 106"/>
                  <a:gd name="T53" fmla="*/ 104 h 160"/>
                  <a:gd name="T54" fmla="*/ 86 w 106"/>
                  <a:gd name="T55" fmla="*/ 102 h 160"/>
                  <a:gd name="T56" fmla="*/ 82 w 106"/>
                  <a:gd name="T57" fmla="*/ 112 h 160"/>
                  <a:gd name="T58" fmla="*/ 82 w 106"/>
                  <a:gd name="T59" fmla="*/ 124 h 160"/>
                  <a:gd name="T60" fmla="*/ 68 w 106"/>
                  <a:gd name="T61" fmla="*/ 128 h 160"/>
                  <a:gd name="T62" fmla="*/ 68 w 106"/>
                  <a:gd name="T63" fmla="*/ 130 h 160"/>
                  <a:gd name="T64" fmla="*/ 68 w 106"/>
                  <a:gd name="T65" fmla="*/ 130 h 160"/>
                  <a:gd name="T66" fmla="*/ 64 w 106"/>
                  <a:gd name="T67" fmla="*/ 136 h 160"/>
                  <a:gd name="T68" fmla="*/ 64 w 106"/>
                  <a:gd name="T69" fmla="*/ 140 h 160"/>
                  <a:gd name="T70" fmla="*/ 48 w 106"/>
                  <a:gd name="T71" fmla="*/ 142 h 160"/>
                  <a:gd name="T72" fmla="*/ 46 w 106"/>
                  <a:gd name="T73" fmla="*/ 148 h 160"/>
                  <a:gd name="T74" fmla="*/ 44 w 106"/>
                  <a:gd name="T75" fmla="*/ 154 h 160"/>
                  <a:gd name="T76" fmla="*/ 34 w 106"/>
                  <a:gd name="T77" fmla="*/ 156 h 160"/>
                  <a:gd name="T78" fmla="*/ 28 w 106"/>
                  <a:gd name="T79" fmla="*/ 158 h 160"/>
                  <a:gd name="T80" fmla="*/ 28 w 106"/>
                  <a:gd name="T81" fmla="*/ 160 h 160"/>
                  <a:gd name="T82" fmla="*/ 16 w 106"/>
                  <a:gd name="T83" fmla="*/ 156 h 160"/>
                  <a:gd name="T84" fmla="*/ 0 w 106"/>
                  <a:gd name="T85" fmla="*/ 124 h 160"/>
                  <a:gd name="T86" fmla="*/ 44 w 106"/>
                  <a:gd name="T87" fmla="*/ 104 h 160"/>
                  <a:gd name="T88" fmla="*/ 48 w 106"/>
                  <a:gd name="T89" fmla="*/ 98 h 160"/>
                  <a:gd name="T90" fmla="*/ 54 w 106"/>
                  <a:gd name="T91" fmla="*/ 64 h 160"/>
                  <a:gd name="T92" fmla="*/ 44 w 106"/>
                  <a:gd name="T93" fmla="*/ 54 h 160"/>
                  <a:gd name="T94" fmla="*/ 48 w 106"/>
                  <a:gd name="T95" fmla="*/ 44 h 160"/>
                  <a:gd name="T96" fmla="*/ 50 w 106"/>
                  <a:gd name="T97" fmla="*/ 40 h 160"/>
                  <a:gd name="T98" fmla="*/ 50 w 106"/>
                  <a:gd name="T99" fmla="*/ 32 h 160"/>
                  <a:gd name="T100" fmla="*/ 48 w 106"/>
                  <a:gd name="T101" fmla="*/ 32 h 160"/>
                  <a:gd name="T102" fmla="*/ 50 w 106"/>
                  <a:gd name="T103" fmla="*/ 28 h 160"/>
                  <a:gd name="T104" fmla="*/ 54 w 106"/>
                  <a:gd name="T105" fmla="*/ 26 h 160"/>
                  <a:gd name="T106" fmla="*/ 52 w 106"/>
                  <a:gd name="T107" fmla="*/ 24 h 160"/>
                  <a:gd name="T108" fmla="*/ 50 w 106"/>
                  <a:gd name="T109" fmla="*/ 22 h 160"/>
                  <a:gd name="T110" fmla="*/ 52 w 106"/>
                  <a:gd name="T111" fmla="*/ 18 h 160"/>
                  <a:gd name="T112" fmla="*/ 54 w 106"/>
                  <a:gd name="T113" fmla="*/ 22 h 160"/>
                  <a:gd name="T114" fmla="*/ 56 w 106"/>
                  <a:gd name="T115" fmla="*/ 22 h 160"/>
                  <a:gd name="T116" fmla="*/ 58 w 106"/>
                  <a:gd name="T117" fmla="*/ 20 h 160"/>
                  <a:gd name="T118" fmla="*/ 60 w 106"/>
                  <a:gd name="T119" fmla="*/ 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6" h="160">
                    <a:moveTo>
                      <a:pt x="54" y="6"/>
                    </a:moveTo>
                    <a:lnTo>
                      <a:pt x="56" y="6"/>
                    </a:lnTo>
                    <a:lnTo>
                      <a:pt x="54" y="12"/>
                    </a:lnTo>
                    <a:lnTo>
                      <a:pt x="58" y="12"/>
                    </a:lnTo>
                    <a:lnTo>
                      <a:pt x="58" y="12"/>
                    </a:lnTo>
                    <a:lnTo>
                      <a:pt x="58" y="0"/>
                    </a:lnTo>
                    <a:lnTo>
                      <a:pt x="58" y="0"/>
                    </a:lnTo>
                    <a:lnTo>
                      <a:pt x="54" y="2"/>
                    </a:lnTo>
                    <a:lnTo>
                      <a:pt x="54" y="2"/>
                    </a:lnTo>
                    <a:lnTo>
                      <a:pt x="54" y="6"/>
                    </a:lnTo>
                    <a:lnTo>
                      <a:pt x="54" y="6"/>
                    </a:lnTo>
                    <a:close/>
                    <a:moveTo>
                      <a:pt x="60" y="18"/>
                    </a:moveTo>
                    <a:lnTo>
                      <a:pt x="60" y="18"/>
                    </a:lnTo>
                    <a:lnTo>
                      <a:pt x="62" y="24"/>
                    </a:lnTo>
                    <a:lnTo>
                      <a:pt x="62" y="24"/>
                    </a:lnTo>
                    <a:lnTo>
                      <a:pt x="68" y="28"/>
                    </a:lnTo>
                    <a:lnTo>
                      <a:pt x="68" y="28"/>
                    </a:lnTo>
                    <a:lnTo>
                      <a:pt x="72" y="34"/>
                    </a:lnTo>
                    <a:lnTo>
                      <a:pt x="76" y="38"/>
                    </a:lnTo>
                    <a:lnTo>
                      <a:pt x="76" y="38"/>
                    </a:lnTo>
                    <a:lnTo>
                      <a:pt x="80" y="38"/>
                    </a:lnTo>
                    <a:lnTo>
                      <a:pt x="88" y="42"/>
                    </a:lnTo>
                    <a:lnTo>
                      <a:pt x="88" y="42"/>
                    </a:lnTo>
                    <a:lnTo>
                      <a:pt x="90" y="44"/>
                    </a:lnTo>
                    <a:lnTo>
                      <a:pt x="94" y="48"/>
                    </a:lnTo>
                    <a:lnTo>
                      <a:pt x="94" y="48"/>
                    </a:lnTo>
                    <a:lnTo>
                      <a:pt x="96" y="48"/>
                    </a:lnTo>
                    <a:lnTo>
                      <a:pt x="96" y="48"/>
                    </a:lnTo>
                    <a:lnTo>
                      <a:pt x="100" y="54"/>
                    </a:lnTo>
                    <a:lnTo>
                      <a:pt x="100" y="54"/>
                    </a:lnTo>
                    <a:lnTo>
                      <a:pt x="100" y="56"/>
                    </a:lnTo>
                    <a:lnTo>
                      <a:pt x="100" y="58"/>
                    </a:lnTo>
                    <a:lnTo>
                      <a:pt x="100" y="58"/>
                    </a:lnTo>
                    <a:lnTo>
                      <a:pt x="104" y="60"/>
                    </a:lnTo>
                    <a:lnTo>
                      <a:pt x="106" y="62"/>
                    </a:lnTo>
                    <a:lnTo>
                      <a:pt x="106" y="62"/>
                    </a:lnTo>
                    <a:lnTo>
                      <a:pt x="106" y="66"/>
                    </a:lnTo>
                    <a:lnTo>
                      <a:pt x="106" y="66"/>
                    </a:lnTo>
                    <a:lnTo>
                      <a:pt x="102" y="72"/>
                    </a:lnTo>
                    <a:lnTo>
                      <a:pt x="102" y="72"/>
                    </a:lnTo>
                    <a:lnTo>
                      <a:pt x="102" y="76"/>
                    </a:lnTo>
                    <a:lnTo>
                      <a:pt x="102" y="76"/>
                    </a:lnTo>
                    <a:lnTo>
                      <a:pt x="100" y="80"/>
                    </a:lnTo>
                    <a:lnTo>
                      <a:pt x="100" y="80"/>
                    </a:lnTo>
                    <a:lnTo>
                      <a:pt x="100" y="82"/>
                    </a:lnTo>
                    <a:lnTo>
                      <a:pt x="100" y="82"/>
                    </a:lnTo>
                    <a:lnTo>
                      <a:pt x="96" y="86"/>
                    </a:lnTo>
                    <a:lnTo>
                      <a:pt x="96" y="86"/>
                    </a:lnTo>
                    <a:lnTo>
                      <a:pt x="94" y="94"/>
                    </a:lnTo>
                    <a:lnTo>
                      <a:pt x="94" y="94"/>
                    </a:lnTo>
                    <a:lnTo>
                      <a:pt x="90" y="96"/>
                    </a:lnTo>
                    <a:lnTo>
                      <a:pt x="90" y="96"/>
                    </a:lnTo>
                    <a:lnTo>
                      <a:pt x="90" y="100"/>
                    </a:lnTo>
                    <a:lnTo>
                      <a:pt x="90" y="104"/>
                    </a:lnTo>
                    <a:lnTo>
                      <a:pt x="90" y="104"/>
                    </a:lnTo>
                    <a:lnTo>
                      <a:pt x="86" y="102"/>
                    </a:lnTo>
                    <a:lnTo>
                      <a:pt x="86" y="102"/>
                    </a:lnTo>
                    <a:lnTo>
                      <a:pt x="82" y="112"/>
                    </a:lnTo>
                    <a:lnTo>
                      <a:pt x="82" y="124"/>
                    </a:lnTo>
                    <a:lnTo>
                      <a:pt x="82" y="124"/>
                    </a:lnTo>
                    <a:lnTo>
                      <a:pt x="76" y="126"/>
                    </a:lnTo>
                    <a:lnTo>
                      <a:pt x="68" y="128"/>
                    </a:lnTo>
                    <a:lnTo>
                      <a:pt x="68" y="128"/>
                    </a:lnTo>
                    <a:lnTo>
                      <a:pt x="68" y="130"/>
                    </a:lnTo>
                    <a:lnTo>
                      <a:pt x="68" y="130"/>
                    </a:lnTo>
                    <a:lnTo>
                      <a:pt x="68" y="130"/>
                    </a:lnTo>
                    <a:lnTo>
                      <a:pt x="64" y="136"/>
                    </a:lnTo>
                    <a:lnTo>
                      <a:pt x="64" y="136"/>
                    </a:lnTo>
                    <a:lnTo>
                      <a:pt x="64" y="140"/>
                    </a:lnTo>
                    <a:lnTo>
                      <a:pt x="64" y="140"/>
                    </a:lnTo>
                    <a:lnTo>
                      <a:pt x="58" y="142"/>
                    </a:lnTo>
                    <a:lnTo>
                      <a:pt x="48" y="142"/>
                    </a:lnTo>
                    <a:lnTo>
                      <a:pt x="48" y="142"/>
                    </a:lnTo>
                    <a:lnTo>
                      <a:pt x="46" y="148"/>
                    </a:lnTo>
                    <a:lnTo>
                      <a:pt x="44" y="154"/>
                    </a:lnTo>
                    <a:lnTo>
                      <a:pt x="44" y="154"/>
                    </a:lnTo>
                    <a:lnTo>
                      <a:pt x="38" y="154"/>
                    </a:lnTo>
                    <a:lnTo>
                      <a:pt x="34" y="156"/>
                    </a:lnTo>
                    <a:lnTo>
                      <a:pt x="34" y="156"/>
                    </a:lnTo>
                    <a:lnTo>
                      <a:pt x="28" y="158"/>
                    </a:lnTo>
                    <a:lnTo>
                      <a:pt x="28" y="160"/>
                    </a:lnTo>
                    <a:lnTo>
                      <a:pt x="28" y="160"/>
                    </a:lnTo>
                    <a:lnTo>
                      <a:pt x="24" y="160"/>
                    </a:lnTo>
                    <a:lnTo>
                      <a:pt x="16" y="156"/>
                    </a:lnTo>
                    <a:lnTo>
                      <a:pt x="0" y="128"/>
                    </a:lnTo>
                    <a:lnTo>
                      <a:pt x="0" y="124"/>
                    </a:lnTo>
                    <a:lnTo>
                      <a:pt x="0" y="124"/>
                    </a:lnTo>
                    <a:lnTo>
                      <a:pt x="44" y="104"/>
                    </a:lnTo>
                    <a:lnTo>
                      <a:pt x="44" y="104"/>
                    </a:lnTo>
                    <a:lnTo>
                      <a:pt x="48" y="98"/>
                    </a:lnTo>
                    <a:lnTo>
                      <a:pt x="50" y="84"/>
                    </a:lnTo>
                    <a:lnTo>
                      <a:pt x="54" y="64"/>
                    </a:lnTo>
                    <a:lnTo>
                      <a:pt x="44" y="54"/>
                    </a:lnTo>
                    <a:lnTo>
                      <a:pt x="44" y="54"/>
                    </a:lnTo>
                    <a:lnTo>
                      <a:pt x="46" y="50"/>
                    </a:lnTo>
                    <a:lnTo>
                      <a:pt x="48" y="44"/>
                    </a:lnTo>
                    <a:lnTo>
                      <a:pt x="48" y="44"/>
                    </a:lnTo>
                    <a:lnTo>
                      <a:pt x="50" y="40"/>
                    </a:lnTo>
                    <a:lnTo>
                      <a:pt x="50" y="36"/>
                    </a:lnTo>
                    <a:lnTo>
                      <a:pt x="50" y="32"/>
                    </a:lnTo>
                    <a:lnTo>
                      <a:pt x="50" y="32"/>
                    </a:lnTo>
                    <a:lnTo>
                      <a:pt x="48" y="32"/>
                    </a:lnTo>
                    <a:lnTo>
                      <a:pt x="48" y="32"/>
                    </a:lnTo>
                    <a:lnTo>
                      <a:pt x="50" y="28"/>
                    </a:lnTo>
                    <a:lnTo>
                      <a:pt x="50" y="28"/>
                    </a:lnTo>
                    <a:lnTo>
                      <a:pt x="54" y="26"/>
                    </a:lnTo>
                    <a:lnTo>
                      <a:pt x="54" y="26"/>
                    </a:lnTo>
                    <a:lnTo>
                      <a:pt x="52" y="24"/>
                    </a:lnTo>
                    <a:lnTo>
                      <a:pt x="50" y="22"/>
                    </a:lnTo>
                    <a:lnTo>
                      <a:pt x="50" y="22"/>
                    </a:lnTo>
                    <a:lnTo>
                      <a:pt x="50" y="18"/>
                    </a:lnTo>
                    <a:lnTo>
                      <a:pt x="52" y="18"/>
                    </a:lnTo>
                    <a:lnTo>
                      <a:pt x="52" y="18"/>
                    </a:lnTo>
                    <a:lnTo>
                      <a:pt x="54" y="22"/>
                    </a:lnTo>
                    <a:lnTo>
                      <a:pt x="56" y="22"/>
                    </a:lnTo>
                    <a:lnTo>
                      <a:pt x="56" y="22"/>
                    </a:lnTo>
                    <a:lnTo>
                      <a:pt x="56" y="22"/>
                    </a:lnTo>
                    <a:lnTo>
                      <a:pt x="58" y="20"/>
                    </a:lnTo>
                    <a:lnTo>
                      <a:pt x="60" y="18"/>
                    </a:lnTo>
                    <a:lnTo>
                      <a:pt x="6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8" name="Freeform 132">
                <a:extLst>
                  <a:ext uri="{FF2B5EF4-FFF2-40B4-BE49-F238E27FC236}">
                    <a16:creationId xmlns:a16="http://schemas.microsoft.com/office/drawing/2014/main" id="{6D4A14FA-F984-854C-B1C3-C7B82AC42B30}"/>
                  </a:ext>
                </a:extLst>
              </p:cNvPr>
              <p:cNvSpPr>
                <a:spLocks/>
              </p:cNvSpPr>
              <p:nvPr/>
            </p:nvSpPr>
            <p:spPr bwMode="auto">
              <a:xfrm>
                <a:off x="7128364" y="2985993"/>
                <a:ext cx="23483" cy="28033"/>
              </a:xfrm>
              <a:custGeom>
                <a:avLst/>
                <a:gdLst>
                  <a:gd name="T0" fmla="*/ 10 w 12"/>
                  <a:gd name="T1" fmla="*/ 14 h 14"/>
                  <a:gd name="T2" fmla="*/ 10 w 12"/>
                  <a:gd name="T3" fmla="*/ 14 h 14"/>
                  <a:gd name="T4" fmla="*/ 4 w 12"/>
                  <a:gd name="T5" fmla="*/ 8 h 14"/>
                  <a:gd name="T6" fmla="*/ 2 w 12"/>
                  <a:gd name="T7" fmla="*/ 6 h 14"/>
                  <a:gd name="T8" fmla="*/ 0 w 12"/>
                  <a:gd name="T9" fmla="*/ 2 h 14"/>
                  <a:gd name="T10" fmla="*/ 6 w 12"/>
                  <a:gd name="T11" fmla="*/ 0 h 14"/>
                  <a:gd name="T12" fmla="*/ 8 w 12"/>
                  <a:gd name="T13" fmla="*/ 4 h 14"/>
                  <a:gd name="T14" fmla="*/ 6 w 12"/>
                  <a:gd name="T15" fmla="*/ 4 h 14"/>
                  <a:gd name="T16" fmla="*/ 8 w 12"/>
                  <a:gd name="T17" fmla="*/ 8 h 14"/>
                  <a:gd name="T18" fmla="*/ 8 w 12"/>
                  <a:gd name="T19" fmla="*/ 8 h 14"/>
                  <a:gd name="T20" fmla="*/ 12 w 12"/>
                  <a:gd name="T21" fmla="*/ 10 h 14"/>
                  <a:gd name="T22" fmla="*/ 12 w 12"/>
                  <a:gd name="T23" fmla="*/ 12 h 14"/>
                  <a:gd name="T24" fmla="*/ 12 w 12"/>
                  <a:gd name="T25" fmla="*/ 12 h 14"/>
                  <a:gd name="T26" fmla="*/ 12 w 12"/>
                  <a:gd name="T27" fmla="*/ 14 h 14"/>
                  <a:gd name="T28" fmla="*/ 10 w 12"/>
                  <a:gd name="T29" fmla="*/ 14 h 14"/>
                  <a:gd name="T30" fmla="*/ 10 w 12"/>
                  <a:gd name="T31"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4">
                    <a:moveTo>
                      <a:pt x="10" y="14"/>
                    </a:moveTo>
                    <a:lnTo>
                      <a:pt x="10" y="14"/>
                    </a:lnTo>
                    <a:lnTo>
                      <a:pt x="4" y="8"/>
                    </a:lnTo>
                    <a:lnTo>
                      <a:pt x="2" y="6"/>
                    </a:lnTo>
                    <a:lnTo>
                      <a:pt x="0" y="2"/>
                    </a:lnTo>
                    <a:lnTo>
                      <a:pt x="6" y="0"/>
                    </a:lnTo>
                    <a:lnTo>
                      <a:pt x="8" y="4"/>
                    </a:lnTo>
                    <a:lnTo>
                      <a:pt x="6" y="4"/>
                    </a:lnTo>
                    <a:lnTo>
                      <a:pt x="8" y="8"/>
                    </a:lnTo>
                    <a:lnTo>
                      <a:pt x="8" y="8"/>
                    </a:lnTo>
                    <a:lnTo>
                      <a:pt x="12" y="10"/>
                    </a:lnTo>
                    <a:lnTo>
                      <a:pt x="12" y="12"/>
                    </a:lnTo>
                    <a:lnTo>
                      <a:pt x="12" y="12"/>
                    </a:lnTo>
                    <a:lnTo>
                      <a:pt x="12" y="14"/>
                    </a:lnTo>
                    <a:lnTo>
                      <a:pt x="10" y="14"/>
                    </a:lnTo>
                    <a:lnTo>
                      <a:pt x="10"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9" name="Freeform 150">
                <a:extLst>
                  <a:ext uri="{FF2B5EF4-FFF2-40B4-BE49-F238E27FC236}">
                    <a16:creationId xmlns:a16="http://schemas.microsoft.com/office/drawing/2014/main" id="{C2F8A4DB-DCDD-7F45-8D9D-1D48355B5E29}"/>
                  </a:ext>
                </a:extLst>
              </p:cNvPr>
              <p:cNvSpPr>
                <a:spLocks/>
              </p:cNvSpPr>
              <p:nvPr/>
            </p:nvSpPr>
            <p:spPr bwMode="auto">
              <a:xfrm>
                <a:off x="6823087" y="3202246"/>
                <a:ext cx="50880" cy="76090"/>
              </a:xfrm>
              <a:custGeom>
                <a:avLst/>
                <a:gdLst>
                  <a:gd name="T0" fmla="*/ 14 w 26"/>
                  <a:gd name="T1" fmla="*/ 4 h 38"/>
                  <a:gd name="T2" fmla="*/ 14 w 26"/>
                  <a:gd name="T3" fmla="*/ 4 h 38"/>
                  <a:gd name="T4" fmla="*/ 12 w 26"/>
                  <a:gd name="T5" fmla="*/ 6 h 38"/>
                  <a:gd name="T6" fmla="*/ 10 w 26"/>
                  <a:gd name="T7" fmla="*/ 12 h 38"/>
                  <a:gd name="T8" fmla="*/ 10 w 26"/>
                  <a:gd name="T9" fmla="*/ 12 h 38"/>
                  <a:gd name="T10" fmla="*/ 8 w 26"/>
                  <a:gd name="T11" fmla="*/ 12 h 38"/>
                  <a:gd name="T12" fmla="*/ 6 w 26"/>
                  <a:gd name="T13" fmla="*/ 14 h 38"/>
                  <a:gd name="T14" fmla="*/ 6 w 26"/>
                  <a:gd name="T15" fmla="*/ 14 h 38"/>
                  <a:gd name="T16" fmla="*/ 6 w 26"/>
                  <a:gd name="T17" fmla="*/ 20 h 38"/>
                  <a:gd name="T18" fmla="*/ 6 w 26"/>
                  <a:gd name="T19" fmla="*/ 28 h 38"/>
                  <a:gd name="T20" fmla="*/ 6 w 26"/>
                  <a:gd name="T21" fmla="*/ 28 h 38"/>
                  <a:gd name="T22" fmla="*/ 2 w 26"/>
                  <a:gd name="T23" fmla="*/ 30 h 38"/>
                  <a:gd name="T24" fmla="*/ 0 w 26"/>
                  <a:gd name="T25" fmla="*/ 34 h 38"/>
                  <a:gd name="T26" fmla="*/ 0 w 26"/>
                  <a:gd name="T27" fmla="*/ 34 h 38"/>
                  <a:gd name="T28" fmla="*/ 0 w 26"/>
                  <a:gd name="T29" fmla="*/ 38 h 38"/>
                  <a:gd name="T30" fmla="*/ 0 w 26"/>
                  <a:gd name="T31" fmla="*/ 38 h 38"/>
                  <a:gd name="T32" fmla="*/ 4 w 26"/>
                  <a:gd name="T33" fmla="*/ 38 h 38"/>
                  <a:gd name="T34" fmla="*/ 6 w 26"/>
                  <a:gd name="T35" fmla="*/ 38 h 38"/>
                  <a:gd name="T36" fmla="*/ 6 w 26"/>
                  <a:gd name="T37" fmla="*/ 38 h 38"/>
                  <a:gd name="T38" fmla="*/ 6 w 26"/>
                  <a:gd name="T39" fmla="*/ 38 h 38"/>
                  <a:gd name="T40" fmla="*/ 8 w 26"/>
                  <a:gd name="T41" fmla="*/ 36 h 38"/>
                  <a:gd name="T42" fmla="*/ 8 w 26"/>
                  <a:gd name="T43" fmla="*/ 36 h 38"/>
                  <a:gd name="T44" fmla="*/ 10 w 26"/>
                  <a:gd name="T45" fmla="*/ 36 h 38"/>
                  <a:gd name="T46" fmla="*/ 10 w 26"/>
                  <a:gd name="T47" fmla="*/ 36 h 38"/>
                  <a:gd name="T48" fmla="*/ 14 w 26"/>
                  <a:gd name="T49" fmla="*/ 30 h 38"/>
                  <a:gd name="T50" fmla="*/ 14 w 26"/>
                  <a:gd name="T51" fmla="*/ 30 h 38"/>
                  <a:gd name="T52" fmla="*/ 16 w 26"/>
                  <a:gd name="T53" fmla="*/ 28 h 38"/>
                  <a:gd name="T54" fmla="*/ 18 w 26"/>
                  <a:gd name="T55" fmla="*/ 26 h 38"/>
                  <a:gd name="T56" fmla="*/ 18 w 26"/>
                  <a:gd name="T57" fmla="*/ 26 h 38"/>
                  <a:gd name="T58" fmla="*/ 18 w 26"/>
                  <a:gd name="T59" fmla="*/ 22 h 38"/>
                  <a:gd name="T60" fmla="*/ 20 w 26"/>
                  <a:gd name="T61" fmla="*/ 18 h 38"/>
                  <a:gd name="T62" fmla="*/ 20 w 26"/>
                  <a:gd name="T63" fmla="*/ 18 h 38"/>
                  <a:gd name="T64" fmla="*/ 24 w 26"/>
                  <a:gd name="T65" fmla="*/ 12 h 38"/>
                  <a:gd name="T66" fmla="*/ 26 w 26"/>
                  <a:gd name="T67" fmla="*/ 4 h 38"/>
                  <a:gd name="T68" fmla="*/ 26 w 26"/>
                  <a:gd name="T69" fmla="*/ 4 h 38"/>
                  <a:gd name="T70" fmla="*/ 26 w 26"/>
                  <a:gd name="T71" fmla="*/ 2 h 38"/>
                  <a:gd name="T72" fmla="*/ 24 w 26"/>
                  <a:gd name="T73" fmla="*/ 2 h 38"/>
                  <a:gd name="T74" fmla="*/ 20 w 26"/>
                  <a:gd name="T75" fmla="*/ 0 h 38"/>
                  <a:gd name="T76" fmla="*/ 20 w 26"/>
                  <a:gd name="T77" fmla="*/ 0 h 38"/>
                  <a:gd name="T78" fmla="*/ 18 w 26"/>
                  <a:gd name="T79" fmla="*/ 0 h 38"/>
                  <a:gd name="T80" fmla="*/ 16 w 26"/>
                  <a:gd name="T81" fmla="*/ 0 h 38"/>
                  <a:gd name="T82" fmla="*/ 14 w 26"/>
                  <a:gd name="T83" fmla="*/ 4 h 38"/>
                  <a:gd name="T84" fmla="*/ 14 w 26"/>
                  <a:gd name="T85"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8">
                    <a:moveTo>
                      <a:pt x="14" y="4"/>
                    </a:moveTo>
                    <a:lnTo>
                      <a:pt x="14" y="4"/>
                    </a:lnTo>
                    <a:lnTo>
                      <a:pt x="12" y="6"/>
                    </a:lnTo>
                    <a:lnTo>
                      <a:pt x="10" y="12"/>
                    </a:lnTo>
                    <a:lnTo>
                      <a:pt x="10" y="12"/>
                    </a:lnTo>
                    <a:lnTo>
                      <a:pt x="8" y="12"/>
                    </a:lnTo>
                    <a:lnTo>
                      <a:pt x="6" y="14"/>
                    </a:lnTo>
                    <a:lnTo>
                      <a:pt x="6" y="14"/>
                    </a:lnTo>
                    <a:lnTo>
                      <a:pt x="6" y="20"/>
                    </a:lnTo>
                    <a:lnTo>
                      <a:pt x="6" y="28"/>
                    </a:lnTo>
                    <a:lnTo>
                      <a:pt x="6" y="28"/>
                    </a:lnTo>
                    <a:lnTo>
                      <a:pt x="2" y="30"/>
                    </a:lnTo>
                    <a:lnTo>
                      <a:pt x="0" y="34"/>
                    </a:lnTo>
                    <a:lnTo>
                      <a:pt x="0" y="34"/>
                    </a:lnTo>
                    <a:lnTo>
                      <a:pt x="0" y="38"/>
                    </a:lnTo>
                    <a:lnTo>
                      <a:pt x="0" y="38"/>
                    </a:lnTo>
                    <a:lnTo>
                      <a:pt x="4" y="38"/>
                    </a:lnTo>
                    <a:lnTo>
                      <a:pt x="6" y="38"/>
                    </a:lnTo>
                    <a:lnTo>
                      <a:pt x="6" y="38"/>
                    </a:lnTo>
                    <a:lnTo>
                      <a:pt x="6" y="38"/>
                    </a:lnTo>
                    <a:lnTo>
                      <a:pt x="8" y="36"/>
                    </a:lnTo>
                    <a:lnTo>
                      <a:pt x="8" y="36"/>
                    </a:lnTo>
                    <a:lnTo>
                      <a:pt x="10" y="36"/>
                    </a:lnTo>
                    <a:lnTo>
                      <a:pt x="10" y="36"/>
                    </a:lnTo>
                    <a:lnTo>
                      <a:pt x="14" y="30"/>
                    </a:lnTo>
                    <a:lnTo>
                      <a:pt x="14" y="30"/>
                    </a:lnTo>
                    <a:lnTo>
                      <a:pt x="16" y="28"/>
                    </a:lnTo>
                    <a:lnTo>
                      <a:pt x="18" y="26"/>
                    </a:lnTo>
                    <a:lnTo>
                      <a:pt x="18" y="26"/>
                    </a:lnTo>
                    <a:lnTo>
                      <a:pt x="18" y="22"/>
                    </a:lnTo>
                    <a:lnTo>
                      <a:pt x="20" y="18"/>
                    </a:lnTo>
                    <a:lnTo>
                      <a:pt x="20" y="18"/>
                    </a:lnTo>
                    <a:lnTo>
                      <a:pt x="24" y="12"/>
                    </a:lnTo>
                    <a:lnTo>
                      <a:pt x="26" y="4"/>
                    </a:lnTo>
                    <a:lnTo>
                      <a:pt x="26" y="4"/>
                    </a:lnTo>
                    <a:lnTo>
                      <a:pt x="26" y="2"/>
                    </a:lnTo>
                    <a:lnTo>
                      <a:pt x="24" y="2"/>
                    </a:lnTo>
                    <a:lnTo>
                      <a:pt x="20" y="0"/>
                    </a:lnTo>
                    <a:lnTo>
                      <a:pt x="20" y="0"/>
                    </a:lnTo>
                    <a:lnTo>
                      <a:pt x="18" y="0"/>
                    </a:lnTo>
                    <a:lnTo>
                      <a:pt x="16" y="0"/>
                    </a:lnTo>
                    <a:lnTo>
                      <a:pt x="14" y="4"/>
                    </a:lnTo>
                    <a:lnTo>
                      <a:pt x="14"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0" name="Freeform 154">
                <a:extLst>
                  <a:ext uri="{FF2B5EF4-FFF2-40B4-BE49-F238E27FC236}">
                    <a16:creationId xmlns:a16="http://schemas.microsoft.com/office/drawing/2014/main" id="{3835B70A-CA02-0743-A114-4A005613DC87}"/>
                  </a:ext>
                </a:extLst>
              </p:cNvPr>
              <p:cNvSpPr>
                <a:spLocks/>
              </p:cNvSpPr>
              <p:nvPr/>
            </p:nvSpPr>
            <p:spPr bwMode="auto">
              <a:xfrm>
                <a:off x="7100968" y="3346417"/>
                <a:ext cx="70449" cy="60071"/>
              </a:xfrm>
              <a:custGeom>
                <a:avLst/>
                <a:gdLst>
                  <a:gd name="T0" fmla="*/ 30 w 36"/>
                  <a:gd name="T1" fmla="*/ 2 h 30"/>
                  <a:gd name="T2" fmla="*/ 30 w 36"/>
                  <a:gd name="T3" fmla="*/ 2 h 30"/>
                  <a:gd name="T4" fmla="*/ 22 w 36"/>
                  <a:gd name="T5" fmla="*/ 0 h 30"/>
                  <a:gd name="T6" fmla="*/ 22 w 36"/>
                  <a:gd name="T7" fmla="*/ 0 h 30"/>
                  <a:gd name="T8" fmla="*/ 20 w 36"/>
                  <a:gd name="T9" fmla="*/ 2 h 30"/>
                  <a:gd name="T10" fmla="*/ 18 w 36"/>
                  <a:gd name="T11" fmla="*/ 4 h 30"/>
                  <a:gd name="T12" fmla="*/ 12 w 36"/>
                  <a:gd name="T13" fmla="*/ 10 h 30"/>
                  <a:gd name="T14" fmla="*/ 12 w 36"/>
                  <a:gd name="T15" fmla="*/ 10 h 30"/>
                  <a:gd name="T16" fmla="*/ 6 w 36"/>
                  <a:gd name="T17" fmla="*/ 18 h 30"/>
                  <a:gd name="T18" fmla="*/ 0 w 36"/>
                  <a:gd name="T19" fmla="*/ 20 h 30"/>
                  <a:gd name="T20" fmla="*/ 18 w 36"/>
                  <a:gd name="T21" fmla="*/ 24 h 30"/>
                  <a:gd name="T22" fmla="*/ 20 w 36"/>
                  <a:gd name="T23" fmla="*/ 30 h 30"/>
                  <a:gd name="T24" fmla="*/ 32 w 36"/>
                  <a:gd name="T25" fmla="*/ 30 h 30"/>
                  <a:gd name="T26" fmla="*/ 32 w 36"/>
                  <a:gd name="T27" fmla="*/ 30 h 30"/>
                  <a:gd name="T28" fmla="*/ 28 w 36"/>
                  <a:gd name="T29" fmla="*/ 22 h 30"/>
                  <a:gd name="T30" fmla="*/ 26 w 36"/>
                  <a:gd name="T31" fmla="*/ 22 h 30"/>
                  <a:gd name="T32" fmla="*/ 26 w 36"/>
                  <a:gd name="T33" fmla="*/ 22 h 30"/>
                  <a:gd name="T34" fmla="*/ 26 w 36"/>
                  <a:gd name="T35" fmla="*/ 14 h 30"/>
                  <a:gd name="T36" fmla="*/ 28 w 36"/>
                  <a:gd name="T37" fmla="*/ 10 h 30"/>
                  <a:gd name="T38" fmla="*/ 28 w 36"/>
                  <a:gd name="T39" fmla="*/ 10 h 30"/>
                  <a:gd name="T40" fmla="*/ 34 w 36"/>
                  <a:gd name="T41" fmla="*/ 12 h 30"/>
                  <a:gd name="T42" fmla="*/ 34 w 36"/>
                  <a:gd name="T43" fmla="*/ 12 h 30"/>
                  <a:gd name="T44" fmla="*/ 34 w 36"/>
                  <a:gd name="T45" fmla="*/ 12 h 30"/>
                  <a:gd name="T46" fmla="*/ 34 w 36"/>
                  <a:gd name="T47" fmla="*/ 12 h 30"/>
                  <a:gd name="T48" fmla="*/ 36 w 36"/>
                  <a:gd name="T49" fmla="*/ 12 h 30"/>
                  <a:gd name="T50" fmla="*/ 36 w 36"/>
                  <a:gd name="T51" fmla="*/ 10 h 30"/>
                  <a:gd name="T52" fmla="*/ 36 w 36"/>
                  <a:gd name="T53" fmla="*/ 10 h 30"/>
                  <a:gd name="T54" fmla="*/ 32 w 36"/>
                  <a:gd name="T55" fmla="*/ 10 h 30"/>
                  <a:gd name="T56" fmla="*/ 32 w 36"/>
                  <a:gd name="T57" fmla="*/ 10 h 30"/>
                  <a:gd name="T58" fmla="*/ 30 w 36"/>
                  <a:gd name="T59" fmla="*/ 6 h 30"/>
                  <a:gd name="T60" fmla="*/ 30 w 36"/>
                  <a:gd name="T61" fmla="*/ 2 h 30"/>
                  <a:gd name="T62" fmla="*/ 30 w 36"/>
                  <a:gd name="T63"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 h="30">
                    <a:moveTo>
                      <a:pt x="30" y="2"/>
                    </a:moveTo>
                    <a:lnTo>
                      <a:pt x="30" y="2"/>
                    </a:lnTo>
                    <a:lnTo>
                      <a:pt x="22" y="0"/>
                    </a:lnTo>
                    <a:lnTo>
                      <a:pt x="22" y="0"/>
                    </a:lnTo>
                    <a:lnTo>
                      <a:pt x="20" y="2"/>
                    </a:lnTo>
                    <a:lnTo>
                      <a:pt x="18" y="4"/>
                    </a:lnTo>
                    <a:lnTo>
                      <a:pt x="12" y="10"/>
                    </a:lnTo>
                    <a:lnTo>
                      <a:pt x="12" y="10"/>
                    </a:lnTo>
                    <a:lnTo>
                      <a:pt x="6" y="18"/>
                    </a:lnTo>
                    <a:lnTo>
                      <a:pt x="0" y="20"/>
                    </a:lnTo>
                    <a:lnTo>
                      <a:pt x="18" y="24"/>
                    </a:lnTo>
                    <a:lnTo>
                      <a:pt x="20" y="30"/>
                    </a:lnTo>
                    <a:lnTo>
                      <a:pt x="32" y="30"/>
                    </a:lnTo>
                    <a:lnTo>
                      <a:pt x="32" y="30"/>
                    </a:lnTo>
                    <a:lnTo>
                      <a:pt x="28" y="22"/>
                    </a:lnTo>
                    <a:lnTo>
                      <a:pt x="26" y="22"/>
                    </a:lnTo>
                    <a:lnTo>
                      <a:pt x="26" y="22"/>
                    </a:lnTo>
                    <a:lnTo>
                      <a:pt x="26" y="14"/>
                    </a:lnTo>
                    <a:lnTo>
                      <a:pt x="28" y="10"/>
                    </a:lnTo>
                    <a:lnTo>
                      <a:pt x="28" y="10"/>
                    </a:lnTo>
                    <a:lnTo>
                      <a:pt x="34" y="12"/>
                    </a:lnTo>
                    <a:lnTo>
                      <a:pt x="34" y="12"/>
                    </a:lnTo>
                    <a:lnTo>
                      <a:pt x="34" y="12"/>
                    </a:lnTo>
                    <a:lnTo>
                      <a:pt x="34" y="12"/>
                    </a:lnTo>
                    <a:lnTo>
                      <a:pt x="36" y="12"/>
                    </a:lnTo>
                    <a:lnTo>
                      <a:pt x="36" y="10"/>
                    </a:lnTo>
                    <a:lnTo>
                      <a:pt x="36" y="10"/>
                    </a:lnTo>
                    <a:lnTo>
                      <a:pt x="32" y="10"/>
                    </a:lnTo>
                    <a:lnTo>
                      <a:pt x="32" y="10"/>
                    </a:lnTo>
                    <a:lnTo>
                      <a:pt x="30" y="6"/>
                    </a:lnTo>
                    <a:lnTo>
                      <a:pt x="30" y="2"/>
                    </a:lnTo>
                    <a:lnTo>
                      <a:pt x="3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1" name="Freeform 157">
                <a:extLst>
                  <a:ext uri="{FF2B5EF4-FFF2-40B4-BE49-F238E27FC236}">
                    <a16:creationId xmlns:a16="http://schemas.microsoft.com/office/drawing/2014/main" id="{0D4560EE-E394-A14A-8B21-48F89356D0E5}"/>
                  </a:ext>
                </a:extLst>
              </p:cNvPr>
              <p:cNvSpPr>
                <a:spLocks/>
              </p:cNvSpPr>
              <p:nvPr/>
            </p:nvSpPr>
            <p:spPr bwMode="auto">
              <a:xfrm>
                <a:off x="6819175" y="3254308"/>
                <a:ext cx="117414" cy="144169"/>
              </a:xfrm>
              <a:custGeom>
                <a:avLst/>
                <a:gdLst>
                  <a:gd name="T0" fmla="*/ 10 w 60"/>
                  <a:gd name="T1" fmla="*/ 24 h 72"/>
                  <a:gd name="T2" fmla="*/ 10 w 60"/>
                  <a:gd name="T3" fmla="*/ 24 h 72"/>
                  <a:gd name="T4" fmla="*/ 12 w 60"/>
                  <a:gd name="T5" fmla="*/ 22 h 72"/>
                  <a:gd name="T6" fmla="*/ 12 w 60"/>
                  <a:gd name="T7" fmla="*/ 22 h 72"/>
                  <a:gd name="T8" fmla="*/ 12 w 60"/>
                  <a:gd name="T9" fmla="*/ 22 h 72"/>
                  <a:gd name="T10" fmla="*/ 12 w 60"/>
                  <a:gd name="T11" fmla="*/ 20 h 72"/>
                  <a:gd name="T12" fmla="*/ 14 w 60"/>
                  <a:gd name="T13" fmla="*/ 16 h 72"/>
                  <a:gd name="T14" fmla="*/ 14 w 60"/>
                  <a:gd name="T15" fmla="*/ 16 h 72"/>
                  <a:gd name="T16" fmla="*/ 18 w 60"/>
                  <a:gd name="T17" fmla="*/ 12 h 72"/>
                  <a:gd name="T18" fmla="*/ 20 w 60"/>
                  <a:gd name="T19" fmla="*/ 12 h 72"/>
                  <a:gd name="T20" fmla="*/ 22 w 60"/>
                  <a:gd name="T21" fmla="*/ 12 h 72"/>
                  <a:gd name="T22" fmla="*/ 22 w 60"/>
                  <a:gd name="T23" fmla="*/ 12 h 72"/>
                  <a:gd name="T24" fmla="*/ 28 w 60"/>
                  <a:gd name="T25" fmla="*/ 14 h 72"/>
                  <a:gd name="T26" fmla="*/ 32 w 60"/>
                  <a:gd name="T27" fmla="*/ 16 h 72"/>
                  <a:gd name="T28" fmla="*/ 52 w 60"/>
                  <a:gd name="T29" fmla="*/ 0 h 72"/>
                  <a:gd name="T30" fmla="*/ 60 w 60"/>
                  <a:gd name="T31" fmla="*/ 24 h 72"/>
                  <a:gd name="T32" fmla="*/ 60 w 60"/>
                  <a:gd name="T33" fmla="*/ 26 h 72"/>
                  <a:gd name="T34" fmla="*/ 32 w 60"/>
                  <a:gd name="T35" fmla="*/ 34 h 72"/>
                  <a:gd name="T36" fmla="*/ 42 w 60"/>
                  <a:gd name="T37" fmla="*/ 48 h 72"/>
                  <a:gd name="T38" fmla="*/ 42 w 60"/>
                  <a:gd name="T39" fmla="*/ 48 h 72"/>
                  <a:gd name="T40" fmla="*/ 38 w 60"/>
                  <a:gd name="T41" fmla="*/ 50 h 72"/>
                  <a:gd name="T42" fmla="*/ 36 w 60"/>
                  <a:gd name="T43" fmla="*/ 52 h 72"/>
                  <a:gd name="T44" fmla="*/ 34 w 60"/>
                  <a:gd name="T45" fmla="*/ 54 h 72"/>
                  <a:gd name="T46" fmla="*/ 34 w 60"/>
                  <a:gd name="T47" fmla="*/ 54 h 72"/>
                  <a:gd name="T48" fmla="*/ 32 w 60"/>
                  <a:gd name="T49" fmla="*/ 56 h 72"/>
                  <a:gd name="T50" fmla="*/ 28 w 60"/>
                  <a:gd name="T51" fmla="*/ 60 h 72"/>
                  <a:gd name="T52" fmla="*/ 28 w 60"/>
                  <a:gd name="T53" fmla="*/ 60 h 72"/>
                  <a:gd name="T54" fmla="*/ 26 w 60"/>
                  <a:gd name="T55" fmla="*/ 64 h 72"/>
                  <a:gd name="T56" fmla="*/ 24 w 60"/>
                  <a:gd name="T57" fmla="*/ 64 h 72"/>
                  <a:gd name="T58" fmla="*/ 14 w 60"/>
                  <a:gd name="T59" fmla="*/ 72 h 72"/>
                  <a:gd name="T60" fmla="*/ 0 w 60"/>
                  <a:gd name="T61" fmla="*/ 72 h 72"/>
                  <a:gd name="T62" fmla="*/ 0 w 60"/>
                  <a:gd name="T63" fmla="*/ 72 h 72"/>
                  <a:gd name="T64" fmla="*/ 0 w 60"/>
                  <a:gd name="T65" fmla="*/ 70 h 72"/>
                  <a:gd name="T66" fmla="*/ 0 w 60"/>
                  <a:gd name="T67" fmla="*/ 70 h 72"/>
                  <a:gd name="T68" fmla="*/ 4 w 60"/>
                  <a:gd name="T69" fmla="*/ 64 h 72"/>
                  <a:gd name="T70" fmla="*/ 8 w 60"/>
                  <a:gd name="T71" fmla="*/ 58 h 72"/>
                  <a:gd name="T72" fmla="*/ 8 w 60"/>
                  <a:gd name="T73" fmla="*/ 54 h 72"/>
                  <a:gd name="T74" fmla="*/ 8 w 60"/>
                  <a:gd name="T75" fmla="*/ 54 h 72"/>
                  <a:gd name="T76" fmla="*/ 8 w 60"/>
                  <a:gd name="T77" fmla="*/ 48 h 72"/>
                  <a:gd name="T78" fmla="*/ 10 w 60"/>
                  <a:gd name="T79" fmla="*/ 44 h 72"/>
                  <a:gd name="T80" fmla="*/ 12 w 60"/>
                  <a:gd name="T81" fmla="*/ 38 h 72"/>
                  <a:gd name="T82" fmla="*/ 12 w 60"/>
                  <a:gd name="T83" fmla="*/ 38 h 72"/>
                  <a:gd name="T84" fmla="*/ 12 w 60"/>
                  <a:gd name="T85" fmla="*/ 32 h 72"/>
                  <a:gd name="T86" fmla="*/ 12 w 60"/>
                  <a:gd name="T87" fmla="*/ 32 h 72"/>
                  <a:gd name="T88" fmla="*/ 12 w 60"/>
                  <a:gd name="T89" fmla="*/ 30 h 72"/>
                  <a:gd name="T90" fmla="*/ 12 w 60"/>
                  <a:gd name="T91" fmla="*/ 30 h 72"/>
                  <a:gd name="T92" fmla="*/ 12 w 60"/>
                  <a:gd name="T93" fmla="*/ 30 h 72"/>
                  <a:gd name="T94" fmla="*/ 12 w 60"/>
                  <a:gd name="T95" fmla="*/ 30 h 72"/>
                  <a:gd name="T96" fmla="*/ 10 w 60"/>
                  <a:gd name="T97" fmla="*/ 24 h 72"/>
                  <a:gd name="T98" fmla="*/ 10 w 60"/>
                  <a:gd name="T99" fmla="*/ 2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72">
                    <a:moveTo>
                      <a:pt x="10" y="24"/>
                    </a:moveTo>
                    <a:lnTo>
                      <a:pt x="10" y="24"/>
                    </a:lnTo>
                    <a:lnTo>
                      <a:pt x="12" y="22"/>
                    </a:lnTo>
                    <a:lnTo>
                      <a:pt x="12" y="22"/>
                    </a:lnTo>
                    <a:lnTo>
                      <a:pt x="12" y="22"/>
                    </a:lnTo>
                    <a:lnTo>
                      <a:pt x="12" y="20"/>
                    </a:lnTo>
                    <a:lnTo>
                      <a:pt x="14" y="16"/>
                    </a:lnTo>
                    <a:lnTo>
                      <a:pt x="14" y="16"/>
                    </a:lnTo>
                    <a:lnTo>
                      <a:pt x="18" y="12"/>
                    </a:lnTo>
                    <a:lnTo>
                      <a:pt x="20" y="12"/>
                    </a:lnTo>
                    <a:lnTo>
                      <a:pt x="22" y="12"/>
                    </a:lnTo>
                    <a:lnTo>
                      <a:pt x="22" y="12"/>
                    </a:lnTo>
                    <a:lnTo>
                      <a:pt x="28" y="14"/>
                    </a:lnTo>
                    <a:lnTo>
                      <a:pt x="32" y="16"/>
                    </a:lnTo>
                    <a:lnTo>
                      <a:pt x="52" y="0"/>
                    </a:lnTo>
                    <a:lnTo>
                      <a:pt x="60" y="24"/>
                    </a:lnTo>
                    <a:lnTo>
                      <a:pt x="60" y="26"/>
                    </a:lnTo>
                    <a:lnTo>
                      <a:pt x="32" y="34"/>
                    </a:lnTo>
                    <a:lnTo>
                      <a:pt x="42" y="48"/>
                    </a:lnTo>
                    <a:lnTo>
                      <a:pt x="42" y="48"/>
                    </a:lnTo>
                    <a:lnTo>
                      <a:pt x="38" y="50"/>
                    </a:lnTo>
                    <a:lnTo>
                      <a:pt x="36" y="52"/>
                    </a:lnTo>
                    <a:lnTo>
                      <a:pt x="34" y="54"/>
                    </a:lnTo>
                    <a:lnTo>
                      <a:pt x="34" y="54"/>
                    </a:lnTo>
                    <a:lnTo>
                      <a:pt x="32" y="56"/>
                    </a:lnTo>
                    <a:lnTo>
                      <a:pt x="28" y="60"/>
                    </a:lnTo>
                    <a:lnTo>
                      <a:pt x="28" y="60"/>
                    </a:lnTo>
                    <a:lnTo>
                      <a:pt x="26" y="64"/>
                    </a:lnTo>
                    <a:lnTo>
                      <a:pt x="24" y="64"/>
                    </a:lnTo>
                    <a:lnTo>
                      <a:pt x="14" y="72"/>
                    </a:lnTo>
                    <a:lnTo>
                      <a:pt x="0" y="72"/>
                    </a:lnTo>
                    <a:lnTo>
                      <a:pt x="0" y="72"/>
                    </a:lnTo>
                    <a:lnTo>
                      <a:pt x="0" y="70"/>
                    </a:lnTo>
                    <a:lnTo>
                      <a:pt x="0" y="70"/>
                    </a:lnTo>
                    <a:lnTo>
                      <a:pt x="4" y="64"/>
                    </a:lnTo>
                    <a:lnTo>
                      <a:pt x="8" y="58"/>
                    </a:lnTo>
                    <a:lnTo>
                      <a:pt x="8" y="54"/>
                    </a:lnTo>
                    <a:lnTo>
                      <a:pt x="8" y="54"/>
                    </a:lnTo>
                    <a:lnTo>
                      <a:pt x="8" y="48"/>
                    </a:lnTo>
                    <a:lnTo>
                      <a:pt x="10" y="44"/>
                    </a:lnTo>
                    <a:lnTo>
                      <a:pt x="12" y="38"/>
                    </a:lnTo>
                    <a:lnTo>
                      <a:pt x="12" y="38"/>
                    </a:lnTo>
                    <a:lnTo>
                      <a:pt x="12" y="32"/>
                    </a:lnTo>
                    <a:lnTo>
                      <a:pt x="12" y="32"/>
                    </a:lnTo>
                    <a:lnTo>
                      <a:pt x="12" y="30"/>
                    </a:lnTo>
                    <a:lnTo>
                      <a:pt x="12" y="30"/>
                    </a:lnTo>
                    <a:lnTo>
                      <a:pt x="12" y="30"/>
                    </a:lnTo>
                    <a:lnTo>
                      <a:pt x="12" y="30"/>
                    </a:lnTo>
                    <a:lnTo>
                      <a:pt x="10" y="24"/>
                    </a:lnTo>
                    <a:lnTo>
                      <a:pt x="10" y="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2" name="Freeform 163">
                <a:extLst>
                  <a:ext uri="{FF2B5EF4-FFF2-40B4-BE49-F238E27FC236}">
                    <a16:creationId xmlns:a16="http://schemas.microsoft.com/office/drawing/2014/main" id="{E4666155-20B7-F34D-8D6D-FE93EF55361A}"/>
                  </a:ext>
                </a:extLst>
              </p:cNvPr>
              <p:cNvSpPr>
                <a:spLocks noEditPoints="1"/>
              </p:cNvSpPr>
              <p:nvPr/>
            </p:nvSpPr>
            <p:spPr bwMode="auto">
              <a:xfrm>
                <a:off x="6803519" y="3274332"/>
                <a:ext cx="43052" cy="120141"/>
              </a:xfrm>
              <a:custGeom>
                <a:avLst/>
                <a:gdLst>
                  <a:gd name="T0" fmla="*/ 20 w 22"/>
                  <a:gd name="T1" fmla="*/ 20 h 60"/>
                  <a:gd name="T2" fmla="*/ 20 w 22"/>
                  <a:gd name="T3" fmla="*/ 22 h 60"/>
                  <a:gd name="T4" fmla="*/ 20 w 22"/>
                  <a:gd name="T5" fmla="*/ 28 h 60"/>
                  <a:gd name="T6" fmla="*/ 16 w 22"/>
                  <a:gd name="T7" fmla="*/ 28 h 60"/>
                  <a:gd name="T8" fmla="*/ 14 w 22"/>
                  <a:gd name="T9" fmla="*/ 28 h 60"/>
                  <a:gd name="T10" fmla="*/ 14 w 22"/>
                  <a:gd name="T11" fmla="*/ 20 h 60"/>
                  <a:gd name="T12" fmla="*/ 14 w 22"/>
                  <a:gd name="T13" fmla="*/ 12 h 60"/>
                  <a:gd name="T14" fmla="*/ 16 w 22"/>
                  <a:gd name="T15" fmla="*/ 10 h 60"/>
                  <a:gd name="T16" fmla="*/ 20 w 22"/>
                  <a:gd name="T17" fmla="*/ 12 h 60"/>
                  <a:gd name="T18" fmla="*/ 18 w 22"/>
                  <a:gd name="T19" fmla="*/ 14 h 60"/>
                  <a:gd name="T20" fmla="*/ 16 w 22"/>
                  <a:gd name="T21" fmla="*/ 16 h 60"/>
                  <a:gd name="T22" fmla="*/ 16 w 22"/>
                  <a:gd name="T23" fmla="*/ 22 h 60"/>
                  <a:gd name="T24" fmla="*/ 20 w 22"/>
                  <a:gd name="T25" fmla="*/ 20 h 60"/>
                  <a:gd name="T26" fmla="*/ 4 w 22"/>
                  <a:gd name="T27" fmla="*/ 20 h 60"/>
                  <a:gd name="T28" fmla="*/ 2 w 22"/>
                  <a:gd name="T29" fmla="*/ 26 h 60"/>
                  <a:gd name="T30" fmla="*/ 4 w 22"/>
                  <a:gd name="T31" fmla="*/ 20 h 60"/>
                  <a:gd name="T32" fmla="*/ 6 w 22"/>
                  <a:gd name="T33" fmla="*/ 60 h 60"/>
                  <a:gd name="T34" fmla="*/ 16 w 22"/>
                  <a:gd name="T35" fmla="*/ 48 h 60"/>
                  <a:gd name="T36" fmla="*/ 16 w 22"/>
                  <a:gd name="T37" fmla="*/ 44 h 60"/>
                  <a:gd name="T38" fmla="*/ 18 w 22"/>
                  <a:gd name="T39" fmla="*/ 34 h 60"/>
                  <a:gd name="T40" fmla="*/ 20 w 22"/>
                  <a:gd name="T41" fmla="*/ 28 h 60"/>
                  <a:gd name="T42" fmla="*/ 16 w 22"/>
                  <a:gd name="T43" fmla="*/ 28 h 60"/>
                  <a:gd name="T44" fmla="*/ 14 w 22"/>
                  <a:gd name="T45" fmla="*/ 28 h 60"/>
                  <a:gd name="T46" fmla="*/ 14 w 22"/>
                  <a:gd name="T47" fmla="*/ 20 h 60"/>
                  <a:gd name="T48" fmla="*/ 14 w 22"/>
                  <a:gd name="T49" fmla="*/ 12 h 60"/>
                  <a:gd name="T50" fmla="*/ 16 w 22"/>
                  <a:gd name="T51" fmla="*/ 10 h 60"/>
                  <a:gd name="T52" fmla="*/ 20 w 22"/>
                  <a:gd name="T53" fmla="*/ 12 h 60"/>
                  <a:gd name="T54" fmla="*/ 20 w 22"/>
                  <a:gd name="T55" fmla="*/ 12 h 60"/>
                  <a:gd name="T56" fmla="*/ 22 w 22"/>
                  <a:gd name="T57" fmla="*/ 6 h 60"/>
                  <a:gd name="T58" fmla="*/ 20 w 22"/>
                  <a:gd name="T59" fmla="*/ 0 h 60"/>
                  <a:gd name="T60" fmla="*/ 16 w 22"/>
                  <a:gd name="T61" fmla="*/ 2 h 60"/>
                  <a:gd name="T62" fmla="*/ 16 w 22"/>
                  <a:gd name="T63" fmla="*/ 2 h 60"/>
                  <a:gd name="T64" fmla="*/ 10 w 22"/>
                  <a:gd name="T65" fmla="*/ 2 h 60"/>
                  <a:gd name="T66" fmla="*/ 10 w 22"/>
                  <a:gd name="T67" fmla="*/ 6 h 60"/>
                  <a:gd name="T68" fmla="*/ 6 w 22"/>
                  <a:gd name="T69" fmla="*/ 12 h 60"/>
                  <a:gd name="T70" fmla="*/ 6 w 22"/>
                  <a:gd name="T71" fmla="*/ 16 h 60"/>
                  <a:gd name="T72" fmla="*/ 6 w 22"/>
                  <a:gd name="T73" fmla="*/ 20 h 60"/>
                  <a:gd name="T74" fmla="*/ 6 w 22"/>
                  <a:gd name="T75" fmla="*/ 24 h 60"/>
                  <a:gd name="T76" fmla="*/ 4 w 22"/>
                  <a:gd name="T77"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 h="60">
                    <a:moveTo>
                      <a:pt x="20" y="20"/>
                    </a:moveTo>
                    <a:lnTo>
                      <a:pt x="20" y="20"/>
                    </a:lnTo>
                    <a:lnTo>
                      <a:pt x="20" y="22"/>
                    </a:lnTo>
                    <a:lnTo>
                      <a:pt x="20" y="22"/>
                    </a:lnTo>
                    <a:lnTo>
                      <a:pt x="20" y="28"/>
                    </a:lnTo>
                    <a:lnTo>
                      <a:pt x="20" y="28"/>
                    </a:lnTo>
                    <a:lnTo>
                      <a:pt x="18" y="28"/>
                    </a:lnTo>
                    <a:lnTo>
                      <a:pt x="16" y="28"/>
                    </a:lnTo>
                    <a:lnTo>
                      <a:pt x="14" y="28"/>
                    </a:lnTo>
                    <a:lnTo>
                      <a:pt x="14" y="28"/>
                    </a:lnTo>
                    <a:lnTo>
                      <a:pt x="14" y="20"/>
                    </a:lnTo>
                    <a:lnTo>
                      <a:pt x="14" y="20"/>
                    </a:lnTo>
                    <a:lnTo>
                      <a:pt x="14" y="14"/>
                    </a:lnTo>
                    <a:lnTo>
                      <a:pt x="14" y="12"/>
                    </a:lnTo>
                    <a:lnTo>
                      <a:pt x="16" y="10"/>
                    </a:lnTo>
                    <a:lnTo>
                      <a:pt x="16" y="10"/>
                    </a:lnTo>
                    <a:lnTo>
                      <a:pt x="18" y="10"/>
                    </a:lnTo>
                    <a:lnTo>
                      <a:pt x="20" y="12"/>
                    </a:lnTo>
                    <a:lnTo>
                      <a:pt x="20" y="12"/>
                    </a:lnTo>
                    <a:lnTo>
                      <a:pt x="18" y="14"/>
                    </a:lnTo>
                    <a:lnTo>
                      <a:pt x="16" y="16"/>
                    </a:lnTo>
                    <a:lnTo>
                      <a:pt x="16" y="16"/>
                    </a:lnTo>
                    <a:lnTo>
                      <a:pt x="16" y="22"/>
                    </a:lnTo>
                    <a:lnTo>
                      <a:pt x="16" y="22"/>
                    </a:lnTo>
                    <a:lnTo>
                      <a:pt x="20" y="20"/>
                    </a:lnTo>
                    <a:lnTo>
                      <a:pt x="20" y="20"/>
                    </a:lnTo>
                    <a:close/>
                    <a:moveTo>
                      <a:pt x="4" y="20"/>
                    </a:moveTo>
                    <a:lnTo>
                      <a:pt x="4" y="20"/>
                    </a:lnTo>
                    <a:lnTo>
                      <a:pt x="0" y="24"/>
                    </a:lnTo>
                    <a:lnTo>
                      <a:pt x="2" y="26"/>
                    </a:lnTo>
                    <a:lnTo>
                      <a:pt x="6" y="24"/>
                    </a:lnTo>
                    <a:lnTo>
                      <a:pt x="4" y="20"/>
                    </a:lnTo>
                    <a:close/>
                    <a:moveTo>
                      <a:pt x="6" y="60"/>
                    </a:moveTo>
                    <a:lnTo>
                      <a:pt x="6" y="60"/>
                    </a:lnTo>
                    <a:lnTo>
                      <a:pt x="12" y="54"/>
                    </a:lnTo>
                    <a:lnTo>
                      <a:pt x="16" y="48"/>
                    </a:lnTo>
                    <a:lnTo>
                      <a:pt x="16" y="44"/>
                    </a:lnTo>
                    <a:lnTo>
                      <a:pt x="16" y="44"/>
                    </a:lnTo>
                    <a:lnTo>
                      <a:pt x="16" y="38"/>
                    </a:lnTo>
                    <a:lnTo>
                      <a:pt x="18" y="34"/>
                    </a:lnTo>
                    <a:lnTo>
                      <a:pt x="20" y="28"/>
                    </a:lnTo>
                    <a:lnTo>
                      <a:pt x="20" y="28"/>
                    </a:lnTo>
                    <a:lnTo>
                      <a:pt x="18" y="28"/>
                    </a:lnTo>
                    <a:lnTo>
                      <a:pt x="16" y="28"/>
                    </a:lnTo>
                    <a:lnTo>
                      <a:pt x="14" y="28"/>
                    </a:lnTo>
                    <a:lnTo>
                      <a:pt x="14" y="28"/>
                    </a:lnTo>
                    <a:lnTo>
                      <a:pt x="14" y="20"/>
                    </a:lnTo>
                    <a:lnTo>
                      <a:pt x="14" y="20"/>
                    </a:lnTo>
                    <a:lnTo>
                      <a:pt x="14" y="14"/>
                    </a:lnTo>
                    <a:lnTo>
                      <a:pt x="14" y="12"/>
                    </a:lnTo>
                    <a:lnTo>
                      <a:pt x="16" y="10"/>
                    </a:lnTo>
                    <a:lnTo>
                      <a:pt x="16" y="10"/>
                    </a:lnTo>
                    <a:lnTo>
                      <a:pt x="18" y="10"/>
                    </a:lnTo>
                    <a:lnTo>
                      <a:pt x="20" y="12"/>
                    </a:lnTo>
                    <a:lnTo>
                      <a:pt x="20" y="12"/>
                    </a:lnTo>
                    <a:lnTo>
                      <a:pt x="20" y="12"/>
                    </a:lnTo>
                    <a:lnTo>
                      <a:pt x="20" y="10"/>
                    </a:lnTo>
                    <a:lnTo>
                      <a:pt x="22" y="6"/>
                    </a:lnTo>
                    <a:lnTo>
                      <a:pt x="20" y="0"/>
                    </a:lnTo>
                    <a:lnTo>
                      <a:pt x="20" y="0"/>
                    </a:lnTo>
                    <a:lnTo>
                      <a:pt x="18" y="0"/>
                    </a:lnTo>
                    <a:lnTo>
                      <a:pt x="16" y="2"/>
                    </a:lnTo>
                    <a:lnTo>
                      <a:pt x="16" y="2"/>
                    </a:lnTo>
                    <a:lnTo>
                      <a:pt x="16" y="2"/>
                    </a:lnTo>
                    <a:lnTo>
                      <a:pt x="14" y="2"/>
                    </a:lnTo>
                    <a:lnTo>
                      <a:pt x="10" y="2"/>
                    </a:lnTo>
                    <a:lnTo>
                      <a:pt x="10" y="2"/>
                    </a:lnTo>
                    <a:lnTo>
                      <a:pt x="10" y="6"/>
                    </a:lnTo>
                    <a:lnTo>
                      <a:pt x="10" y="6"/>
                    </a:lnTo>
                    <a:lnTo>
                      <a:pt x="6" y="12"/>
                    </a:lnTo>
                    <a:lnTo>
                      <a:pt x="6" y="12"/>
                    </a:lnTo>
                    <a:lnTo>
                      <a:pt x="6" y="16"/>
                    </a:lnTo>
                    <a:lnTo>
                      <a:pt x="6" y="20"/>
                    </a:lnTo>
                    <a:lnTo>
                      <a:pt x="6" y="20"/>
                    </a:lnTo>
                    <a:lnTo>
                      <a:pt x="4" y="20"/>
                    </a:lnTo>
                    <a:lnTo>
                      <a:pt x="6" y="24"/>
                    </a:lnTo>
                    <a:lnTo>
                      <a:pt x="2" y="26"/>
                    </a:lnTo>
                    <a:lnTo>
                      <a:pt x="4" y="34"/>
                    </a:lnTo>
                    <a:lnTo>
                      <a:pt x="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3" name="Freeform 165">
                <a:extLst>
                  <a:ext uri="{FF2B5EF4-FFF2-40B4-BE49-F238E27FC236}">
                    <a16:creationId xmlns:a16="http://schemas.microsoft.com/office/drawing/2014/main" id="{465BB958-A0AD-4440-8274-BDFA4BEE61FB}"/>
                  </a:ext>
                </a:extLst>
              </p:cNvPr>
              <p:cNvSpPr>
                <a:spLocks/>
              </p:cNvSpPr>
              <p:nvPr/>
            </p:nvSpPr>
            <p:spPr bwMode="auto">
              <a:xfrm>
                <a:off x="6920933" y="3102129"/>
                <a:ext cx="270052" cy="284334"/>
              </a:xfrm>
              <a:custGeom>
                <a:avLst/>
                <a:gdLst>
                  <a:gd name="T0" fmla="*/ 136 w 138"/>
                  <a:gd name="T1" fmla="*/ 128 h 142"/>
                  <a:gd name="T2" fmla="*/ 132 w 138"/>
                  <a:gd name="T3" fmla="*/ 122 h 142"/>
                  <a:gd name="T4" fmla="*/ 126 w 138"/>
                  <a:gd name="T5" fmla="*/ 114 h 142"/>
                  <a:gd name="T6" fmla="*/ 124 w 138"/>
                  <a:gd name="T7" fmla="*/ 102 h 142"/>
                  <a:gd name="T8" fmla="*/ 122 w 138"/>
                  <a:gd name="T9" fmla="*/ 94 h 142"/>
                  <a:gd name="T10" fmla="*/ 116 w 138"/>
                  <a:gd name="T11" fmla="*/ 86 h 142"/>
                  <a:gd name="T12" fmla="*/ 110 w 138"/>
                  <a:gd name="T13" fmla="*/ 84 h 142"/>
                  <a:gd name="T14" fmla="*/ 110 w 138"/>
                  <a:gd name="T15" fmla="*/ 82 h 142"/>
                  <a:gd name="T16" fmla="*/ 106 w 138"/>
                  <a:gd name="T17" fmla="*/ 74 h 142"/>
                  <a:gd name="T18" fmla="*/ 96 w 138"/>
                  <a:gd name="T19" fmla="*/ 68 h 142"/>
                  <a:gd name="T20" fmla="*/ 92 w 138"/>
                  <a:gd name="T21" fmla="*/ 58 h 142"/>
                  <a:gd name="T22" fmla="*/ 88 w 138"/>
                  <a:gd name="T23" fmla="*/ 52 h 142"/>
                  <a:gd name="T24" fmla="*/ 90 w 138"/>
                  <a:gd name="T25" fmla="*/ 50 h 142"/>
                  <a:gd name="T26" fmla="*/ 90 w 138"/>
                  <a:gd name="T27" fmla="*/ 46 h 142"/>
                  <a:gd name="T28" fmla="*/ 94 w 138"/>
                  <a:gd name="T29" fmla="*/ 44 h 142"/>
                  <a:gd name="T30" fmla="*/ 96 w 138"/>
                  <a:gd name="T31" fmla="*/ 40 h 142"/>
                  <a:gd name="T32" fmla="*/ 94 w 138"/>
                  <a:gd name="T33" fmla="*/ 34 h 142"/>
                  <a:gd name="T34" fmla="*/ 100 w 138"/>
                  <a:gd name="T35" fmla="*/ 34 h 142"/>
                  <a:gd name="T36" fmla="*/ 102 w 138"/>
                  <a:gd name="T37" fmla="*/ 30 h 142"/>
                  <a:gd name="T38" fmla="*/ 98 w 138"/>
                  <a:gd name="T39" fmla="*/ 30 h 142"/>
                  <a:gd name="T40" fmla="*/ 90 w 138"/>
                  <a:gd name="T41" fmla="*/ 28 h 142"/>
                  <a:gd name="T42" fmla="*/ 86 w 138"/>
                  <a:gd name="T43" fmla="*/ 28 h 142"/>
                  <a:gd name="T44" fmla="*/ 82 w 138"/>
                  <a:gd name="T45" fmla="*/ 26 h 142"/>
                  <a:gd name="T46" fmla="*/ 80 w 138"/>
                  <a:gd name="T47" fmla="*/ 22 h 142"/>
                  <a:gd name="T48" fmla="*/ 78 w 138"/>
                  <a:gd name="T49" fmla="*/ 20 h 142"/>
                  <a:gd name="T50" fmla="*/ 78 w 138"/>
                  <a:gd name="T51" fmla="*/ 16 h 142"/>
                  <a:gd name="T52" fmla="*/ 78 w 138"/>
                  <a:gd name="T53" fmla="*/ 14 h 142"/>
                  <a:gd name="T54" fmla="*/ 78 w 138"/>
                  <a:gd name="T55" fmla="*/ 10 h 142"/>
                  <a:gd name="T56" fmla="*/ 66 w 138"/>
                  <a:gd name="T57" fmla="*/ 6 h 142"/>
                  <a:gd name="T58" fmla="*/ 62 w 138"/>
                  <a:gd name="T59" fmla="*/ 0 h 142"/>
                  <a:gd name="T60" fmla="*/ 56 w 138"/>
                  <a:gd name="T61" fmla="*/ 4 h 142"/>
                  <a:gd name="T62" fmla="*/ 50 w 138"/>
                  <a:gd name="T63" fmla="*/ 2 h 142"/>
                  <a:gd name="T64" fmla="*/ 46 w 138"/>
                  <a:gd name="T65" fmla="*/ 4 h 142"/>
                  <a:gd name="T66" fmla="*/ 42 w 138"/>
                  <a:gd name="T67" fmla="*/ 12 h 142"/>
                  <a:gd name="T68" fmla="*/ 36 w 138"/>
                  <a:gd name="T69" fmla="*/ 18 h 142"/>
                  <a:gd name="T70" fmla="*/ 36 w 138"/>
                  <a:gd name="T71" fmla="*/ 24 h 142"/>
                  <a:gd name="T72" fmla="*/ 34 w 138"/>
                  <a:gd name="T73" fmla="*/ 30 h 142"/>
                  <a:gd name="T74" fmla="*/ 34 w 138"/>
                  <a:gd name="T75" fmla="*/ 36 h 142"/>
                  <a:gd name="T76" fmla="*/ 34 w 138"/>
                  <a:gd name="T77" fmla="*/ 42 h 142"/>
                  <a:gd name="T78" fmla="*/ 28 w 138"/>
                  <a:gd name="T79" fmla="*/ 54 h 142"/>
                  <a:gd name="T80" fmla="*/ 46 w 138"/>
                  <a:gd name="T81" fmla="*/ 120 h 142"/>
                  <a:gd name="T82" fmla="*/ 58 w 138"/>
                  <a:gd name="T83" fmla="*/ 134 h 142"/>
                  <a:gd name="T84" fmla="*/ 92 w 138"/>
                  <a:gd name="T85" fmla="*/ 142 h 142"/>
                  <a:gd name="T86" fmla="*/ 104 w 138"/>
                  <a:gd name="T87" fmla="*/ 132 h 142"/>
                  <a:gd name="T88" fmla="*/ 114 w 138"/>
                  <a:gd name="T89" fmla="*/ 122 h 142"/>
                  <a:gd name="T90" fmla="*/ 122 w 138"/>
                  <a:gd name="T91" fmla="*/ 124 h 142"/>
                  <a:gd name="T92" fmla="*/ 126 w 138"/>
                  <a:gd name="T93" fmla="*/ 128 h 142"/>
                  <a:gd name="T94" fmla="*/ 132 w 138"/>
                  <a:gd name="T95" fmla="*/ 128 h 142"/>
                  <a:gd name="T96" fmla="*/ 134 w 138"/>
                  <a:gd name="T97" fmla="*/ 126 h 142"/>
                  <a:gd name="T98" fmla="*/ 138 w 138"/>
                  <a:gd name="T99" fmla="*/ 1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8" h="142">
                    <a:moveTo>
                      <a:pt x="138" y="130"/>
                    </a:moveTo>
                    <a:lnTo>
                      <a:pt x="136" y="128"/>
                    </a:lnTo>
                    <a:lnTo>
                      <a:pt x="136" y="128"/>
                    </a:lnTo>
                    <a:lnTo>
                      <a:pt x="134" y="124"/>
                    </a:lnTo>
                    <a:lnTo>
                      <a:pt x="134" y="124"/>
                    </a:lnTo>
                    <a:lnTo>
                      <a:pt x="132" y="122"/>
                    </a:lnTo>
                    <a:lnTo>
                      <a:pt x="130" y="120"/>
                    </a:lnTo>
                    <a:lnTo>
                      <a:pt x="130" y="114"/>
                    </a:lnTo>
                    <a:lnTo>
                      <a:pt x="126" y="114"/>
                    </a:lnTo>
                    <a:lnTo>
                      <a:pt x="126" y="114"/>
                    </a:lnTo>
                    <a:lnTo>
                      <a:pt x="124" y="108"/>
                    </a:lnTo>
                    <a:lnTo>
                      <a:pt x="124" y="102"/>
                    </a:lnTo>
                    <a:lnTo>
                      <a:pt x="124" y="102"/>
                    </a:lnTo>
                    <a:lnTo>
                      <a:pt x="124" y="98"/>
                    </a:lnTo>
                    <a:lnTo>
                      <a:pt x="122" y="94"/>
                    </a:lnTo>
                    <a:lnTo>
                      <a:pt x="122" y="94"/>
                    </a:lnTo>
                    <a:lnTo>
                      <a:pt x="116" y="86"/>
                    </a:lnTo>
                    <a:lnTo>
                      <a:pt x="116" y="86"/>
                    </a:lnTo>
                    <a:lnTo>
                      <a:pt x="114" y="84"/>
                    </a:lnTo>
                    <a:lnTo>
                      <a:pt x="110" y="84"/>
                    </a:lnTo>
                    <a:lnTo>
                      <a:pt x="110" y="84"/>
                    </a:lnTo>
                    <a:lnTo>
                      <a:pt x="108" y="84"/>
                    </a:lnTo>
                    <a:lnTo>
                      <a:pt x="108" y="84"/>
                    </a:lnTo>
                    <a:lnTo>
                      <a:pt x="110" y="82"/>
                    </a:lnTo>
                    <a:lnTo>
                      <a:pt x="110" y="80"/>
                    </a:lnTo>
                    <a:lnTo>
                      <a:pt x="110" y="80"/>
                    </a:lnTo>
                    <a:lnTo>
                      <a:pt x="106" y="74"/>
                    </a:lnTo>
                    <a:lnTo>
                      <a:pt x="100" y="70"/>
                    </a:lnTo>
                    <a:lnTo>
                      <a:pt x="100" y="70"/>
                    </a:lnTo>
                    <a:lnTo>
                      <a:pt x="96" y="68"/>
                    </a:lnTo>
                    <a:lnTo>
                      <a:pt x="96" y="64"/>
                    </a:lnTo>
                    <a:lnTo>
                      <a:pt x="94" y="62"/>
                    </a:lnTo>
                    <a:lnTo>
                      <a:pt x="92" y="58"/>
                    </a:lnTo>
                    <a:lnTo>
                      <a:pt x="92" y="58"/>
                    </a:lnTo>
                    <a:lnTo>
                      <a:pt x="90" y="56"/>
                    </a:lnTo>
                    <a:lnTo>
                      <a:pt x="88" y="52"/>
                    </a:lnTo>
                    <a:lnTo>
                      <a:pt x="88" y="52"/>
                    </a:lnTo>
                    <a:lnTo>
                      <a:pt x="88" y="52"/>
                    </a:lnTo>
                    <a:lnTo>
                      <a:pt x="90" y="50"/>
                    </a:lnTo>
                    <a:lnTo>
                      <a:pt x="92" y="48"/>
                    </a:lnTo>
                    <a:lnTo>
                      <a:pt x="90" y="46"/>
                    </a:lnTo>
                    <a:lnTo>
                      <a:pt x="90" y="46"/>
                    </a:lnTo>
                    <a:lnTo>
                      <a:pt x="90" y="44"/>
                    </a:lnTo>
                    <a:lnTo>
                      <a:pt x="92" y="44"/>
                    </a:lnTo>
                    <a:lnTo>
                      <a:pt x="94" y="44"/>
                    </a:lnTo>
                    <a:lnTo>
                      <a:pt x="96" y="44"/>
                    </a:lnTo>
                    <a:lnTo>
                      <a:pt x="96" y="44"/>
                    </a:lnTo>
                    <a:lnTo>
                      <a:pt x="96" y="40"/>
                    </a:lnTo>
                    <a:lnTo>
                      <a:pt x="94" y="36"/>
                    </a:lnTo>
                    <a:lnTo>
                      <a:pt x="94" y="36"/>
                    </a:lnTo>
                    <a:lnTo>
                      <a:pt x="94" y="34"/>
                    </a:lnTo>
                    <a:lnTo>
                      <a:pt x="96" y="34"/>
                    </a:lnTo>
                    <a:lnTo>
                      <a:pt x="98" y="34"/>
                    </a:lnTo>
                    <a:lnTo>
                      <a:pt x="100" y="34"/>
                    </a:lnTo>
                    <a:lnTo>
                      <a:pt x="100" y="34"/>
                    </a:lnTo>
                    <a:lnTo>
                      <a:pt x="102" y="32"/>
                    </a:lnTo>
                    <a:lnTo>
                      <a:pt x="102" y="30"/>
                    </a:lnTo>
                    <a:lnTo>
                      <a:pt x="100" y="30"/>
                    </a:lnTo>
                    <a:lnTo>
                      <a:pt x="100" y="30"/>
                    </a:lnTo>
                    <a:lnTo>
                      <a:pt x="98" y="30"/>
                    </a:lnTo>
                    <a:lnTo>
                      <a:pt x="94" y="30"/>
                    </a:lnTo>
                    <a:lnTo>
                      <a:pt x="94" y="30"/>
                    </a:lnTo>
                    <a:lnTo>
                      <a:pt x="90" y="28"/>
                    </a:lnTo>
                    <a:lnTo>
                      <a:pt x="88" y="28"/>
                    </a:lnTo>
                    <a:lnTo>
                      <a:pt x="88" y="28"/>
                    </a:lnTo>
                    <a:lnTo>
                      <a:pt x="86" y="28"/>
                    </a:lnTo>
                    <a:lnTo>
                      <a:pt x="86" y="26"/>
                    </a:lnTo>
                    <a:lnTo>
                      <a:pt x="82" y="26"/>
                    </a:lnTo>
                    <a:lnTo>
                      <a:pt x="82" y="26"/>
                    </a:lnTo>
                    <a:lnTo>
                      <a:pt x="82" y="24"/>
                    </a:lnTo>
                    <a:lnTo>
                      <a:pt x="82" y="24"/>
                    </a:lnTo>
                    <a:lnTo>
                      <a:pt x="80" y="22"/>
                    </a:lnTo>
                    <a:lnTo>
                      <a:pt x="80" y="20"/>
                    </a:lnTo>
                    <a:lnTo>
                      <a:pt x="80" y="20"/>
                    </a:lnTo>
                    <a:lnTo>
                      <a:pt x="78" y="20"/>
                    </a:lnTo>
                    <a:lnTo>
                      <a:pt x="80" y="18"/>
                    </a:lnTo>
                    <a:lnTo>
                      <a:pt x="80" y="16"/>
                    </a:lnTo>
                    <a:lnTo>
                      <a:pt x="78" y="16"/>
                    </a:lnTo>
                    <a:lnTo>
                      <a:pt x="78" y="16"/>
                    </a:lnTo>
                    <a:lnTo>
                      <a:pt x="76" y="16"/>
                    </a:lnTo>
                    <a:lnTo>
                      <a:pt x="78" y="14"/>
                    </a:lnTo>
                    <a:lnTo>
                      <a:pt x="78" y="12"/>
                    </a:lnTo>
                    <a:lnTo>
                      <a:pt x="78" y="10"/>
                    </a:lnTo>
                    <a:lnTo>
                      <a:pt x="78" y="10"/>
                    </a:lnTo>
                    <a:lnTo>
                      <a:pt x="76" y="4"/>
                    </a:lnTo>
                    <a:lnTo>
                      <a:pt x="70" y="2"/>
                    </a:lnTo>
                    <a:lnTo>
                      <a:pt x="66" y="6"/>
                    </a:lnTo>
                    <a:lnTo>
                      <a:pt x="64" y="2"/>
                    </a:lnTo>
                    <a:lnTo>
                      <a:pt x="62" y="0"/>
                    </a:lnTo>
                    <a:lnTo>
                      <a:pt x="62" y="0"/>
                    </a:lnTo>
                    <a:lnTo>
                      <a:pt x="58" y="4"/>
                    </a:lnTo>
                    <a:lnTo>
                      <a:pt x="58" y="4"/>
                    </a:lnTo>
                    <a:lnTo>
                      <a:pt x="56" y="4"/>
                    </a:lnTo>
                    <a:lnTo>
                      <a:pt x="54" y="4"/>
                    </a:lnTo>
                    <a:lnTo>
                      <a:pt x="52" y="2"/>
                    </a:lnTo>
                    <a:lnTo>
                      <a:pt x="50" y="2"/>
                    </a:lnTo>
                    <a:lnTo>
                      <a:pt x="50" y="2"/>
                    </a:lnTo>
                    <a:lnTo>
                      <a:pt x="46" y="4"/>
                    </a:lnTo>
                    <a:lnTo>
                      <a:pt x="46" y="4"/>
                    </a:lnTo>
                    <a:lnTo>
                      <a:pt x="46" y="6"/>
                    </a:lnTo>
                    <a:lnTo>
                      <a:pt x="44" y="10"/>
                    </a:lnTo>
                    <a:lnTo>
                      <a:pt x="42" y="12"/>
                    </a:lnTo>
                    <a:lnTo>
                      <a:pt x="42" y="12"/>
                    </a:lnTo>
                    <a:lnTo>
                      <a:pt x="38" y="16"/>
                    </a:lnTo>
                    <a:lnTo>
                      <a:pt x="36" y="18"/>
                    </a:lnTo>
                    <a:lnTo>
                      <a:pt x="36" y="20"/>
                    </a:lnTo>
                    <a:lnTo>
                      <a:pt x="36" y="20"/>
                    </a:lnTo>
                    <a:lnTo>
                      <a:pt x="36" y="24"/>
                    </a:lnTo>
                    <a:lnTo>
                      <a:pt x="38" y="28"/>
                    </a:lnTo>
                    <a:lnTo>
                      <a:pt x="38" y="28"/>
                    </a:lnTo>
                    <a:lnTo>
                      <a:pt x="34" y="30"/>
                    </a:lnTo>
                    <a:lnTo>
                      <a:pt x="34" y="32"/>
                    </a:lnTo>
                    <a:lnTo>
                      <a:pt x="34" y="36"/>
                    </a:lnTo>
                    <a:lnTo>
                      <a:pt x="34" y="36"/>
                    </a:lnTo>
                    <a:lnTo>
                      <a:pt x="36" y="40"/>
                    </a:lnTo>
                    <a:lnTo>
                      <a:pt x="34" y="42"/>
                    </a:lnTo>
                    <a:lnTo>
                      <a:pt x="34" y="42"/>
                    </a:lnTo>
                    <a:lnTo>
                      <a:pt x="32" y="50"/>
                    </a:lnTo>
                    <a:lnTo>
                      <a:pt x="32" y="50"/>
                    </a:lnTo>
                    <a:lnTo>
                      <a:pt x="28" y="54"/>
                    </a:lnTo>
                    <a:lnTo>
                      <a:pt x="0" y="76"/>
                    </a:lnTo>
                    <a:lnTo>
                      <a:pt x="8" y="100"/>
                    </a:lnTo>
                    <a:lnTo>
                      <a:pt x="46" y="120"/>
                    </a:lnTo>
                    <a:lnTo>
                      <a:pt x="46" y="126"/>
                    </a:lnTo>
                    <a:lnTo>
                      <a:pt x="56" y="126"/>
                    </a:lnTo>
                    <a:lnTo>
                      <a:pt x="58" y="134"/>
                    </a:lnTo>
                    <a:lnTo>
                      <a:pt x="68" y="140"/>
                    </a:lnTo>
                    <a:lnTo>
                      <a:pt x="92" y="142"/>
                    </a:lnTo>
                    <a:lnTo>
                      <a:pt x="92" y="142"/>
                    </a:lnTo>
                    <a:lnTo>
                      <a:pt x="98" y="140"/>
                    </a:lnTo>
                    <a:lnTo>
                      <a:pt x="104" y="132"/>
                    </a:lnTo>
                    <a:lnTo>
                      <a:pt x="104" y="132"/>
                    </a:lnTo>
                    <a:lnTo>
                      <a:pt x="110" y="126"/>
                    </a:lnTo>
                    <a:lnTo>
                      <a:pt x="112" y="124"/>
                    </a:lnTo>
                    <a:lnTo>
                      <a:pt x="114" y="122"/>
                    </a:lnTo>
                    <a:lnTo>
                      <a:pt x="114" y="122"/>
                    </a:lnTo>
                    <a:lnTo>
                      <a:pt x="122" y="124"/>
                    </a:lnTo>
                    <a:lnTo>
                      <a:pt x="122" y="124"/>
                    </a:lnTo>
                    <a:lnTo>
                      <a:pt x="124" y="124"/>
                    </a:lnTo>
                    <a:lnTo>
                      <a:pt x="124" y="124"/>
                    </a:lnTo>
                    <a:lnTo>
                      <a:pt x="126" y="128"/>
                    </a:lnTo>
                    <a:lnTo>
                      <a:pt x="126" y="128"/>
                    </a:lnTo>
                    <a:lnTo>
                      <a:pt x="132" y="128"/>
                    </a:lnTo>
                    <a:lnTo>
                      <a:pt x="132" y="128"/>
                    </a:lnTo>
                    <a:lnTo>
                      <a:pt x="132" y="128"/>
                    </a:lnTo>
                    <a:lnTo>
                      <a:pt x="134" y="126"/>
                    </a:lnTo>
                    <a:lnTo>
                      <a:pt x="134" y="126"/>
                    </a:lnTo>
                    <a:lnTo>
                      <a:pt x="136" y="128"/>
                    </a:lnTo>
                    <a:lnTo>
                      <a:pt x="136" y="128"/>
                    </a:lnTo>
                    <a:lnTo>
                      <a:pt x="138" y="130"/>
                    </a:lnTo>
                    <a:lnTo>
                      <a:pt x="138" y="1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4" name="Freeform 166">
                <a:extLst>
                  <a:ext uri="{FF2B5EF4-FFF2-40B4-BE49-F238E27FC236}">
                    <a16:creationId xmlns:a16="http://schemas.microsoft.com/office/drawing/2014/main" id="{56D4D68C-6549-B34F-B910-A1933CF342A4}"/>
                  </a:ext>
                </a:extLst>
              </p:cNvPr>
              <p:cNvSpPr>
                <a:spLocks/>
              </p:cNvSpPr>
              <p:nvPr/>
            </p:nvSpPr>
            <p:spPr bwMode="auto">
              <a:xfrm>
                <a:off x="7054003" y="3014026"/>
                <a:ext cx="512709" cy="528622"/>
              </a:xfrm>
              <a:custGeom>
                <a:avLst/>
                <a:gdLst>
                  <a:gd name="T0" fmla="*/ 256 w 262"/>
                  <a:gd name="T1" fmla="*/ 232 h 264"/>
                  <a:gd name="T2" fmla="*/ 252 w 262"/>
                  <a:gd name="T3" fmla="*/ 206 h 264"/>
                  <a:gd name="T4" fmla="*/ 234 w 262"/>
                  <a:gd name="T5" fmla="*/ 172 h 264"/>
                  <a:gd name="T6" fmla="*/ 232 w 262"/>
                  <a:gd name="T7" fmla="*/ 144 h 264"/>
                  <a:gd name="T8" fmla="*/ 228 w 262"/>
                  <a:gd name="T9" fmla="*/ 112 h 264"/>
                  <a:gd name="T10" fmla="*/ 230 w 262"/>
                  <a:gd name="T11" fmla="*/ 88 h 264"/>
                  <a:gd name="T12" fmla="*/ 242 w 262"/>
                  <a:gd name="T13" fmla="*/ 64 h 264"/>
                  <a:gd name="T14" fmla="*/ 224 w 262"/>
                  <a:gd name="T15" fmla="*/ 44 h 264"/>
                  <a:gd name="T16" fmla="*/ 186 w 262"/>
                  <a:gd name="T17" fmla="*/ 28 h 264"/>
                  <a:gd name="T18" fmla="*/ 146 w 262"/>
                  <a:gd name="T19" fmla="*/ 30 h 264"/>
                  <a:gd name="T20" fmla="*/ 132 w 262"/>
                  <a:gd name="T21" fmla="*/ 42 h 264"/>
                  <a:gd name="T22" fmla="*/ 126 w 262"/>
                  <a:gd name="T23" fmla="*/ 54 h 264"/>
                  <a:gd name="T24" fmla="*/ 124 w 262"/>
                  <a:gd name="T25" fmla="*/ 50 h 264"/>
                  <a:gd name="T26" fmla="*/ 106 w 262"/>
                  <a:gd name="T27" fmla="*/ 58 h 264"/>
                  <a:gd name="T28" fmla="*/ 82 w 262"/>
                  <a:gd name="T29" fmla="*/ 42 h 264"/>
                  <a:gd name="T30" fmla="*/ 72 w 262"/>
                  <a:gd name="T31" fmla="*/ 42 h 264"/>
                  <a:gd name="T32" fmla="*/ 64 w 262"/>
                  <a:gd name="T33" fmla="*/ 30 h 264"/>
                  <a:gd name="T34" fmla="*/ 56 w 262"/>
                  <a:gd name="T35" fmla="*/ 14 h 264"/>
                  <a:gd name="T36" fmla="*/ 54 w 262"/>
                  <a:gd name="T37" fmla="*/ 8 h 264"/>
                  <a:gd name="T38" fmla="*/ 52 w 262"/>
                  <a:gd name="T39" fmla="*/ 0 h 264"/>
                  <a:gd name="T40" fmla="*/ 48 w 262"/>
                  <a:gd name="T41" fmla="*/ 2 h 264"/>
                  <a:gd name="T42" fmla="*/ 38 w 262"/>
                  <a:gd name="T43" fmla="*/ 12 h 264"/>
                  <a:gd name="T44" fmla="*/ 26 w 262"/>
                  <a:gd name="T45" fmla="*/ 14 h 264"/>
                  <a:gd name="T46" fmla="*/ 18 w 262"/>
                  <a:gd name="T47" fmla="*/ 6 h 264"/>
                  <a:gd name="T48" fmla="*/ 12 w 262"/>
                  <a:gd name="T49" fmla="*/ 6 h 264"/>
                  <a:gd name="T50" fmla="*/ 6 w 262"/>
                  <a:gd name="T51" fmla="*/ 4 h 264"/>
                  <a:gd name="T52" fmla="*/ 4 w 262"/>
                  <a:gd name="T53" fmla="*/ 14 h 264"/>
                  <a:gd name="T54" fmla="*/ 4 w 262"/>
                  <a:gd name="T55" fmla="*/ 22 h 264"/>
                  <a:gd name="T56" fmla="*/ 6 w 262"/>
                  <a:gd name="T57" fmla="*/ 34 h 264"/>
                  <a:gd name="T58" fmla="*/ 8 w 262"/>
                  <a:gd name="T59" fmla="*/ 46 h 264"/>
                  <a:gd name="T60" fmla="*/ 10 w 262"/>
                  <a:gd name="T61" fmla="*/ 56 h 264"/>
                  <a:gd name="T62" fmla="*/ 12 w 262"/>
                  <a:gd name="T63" fmla="*/ 60 h 264"/>
                  <a:gd name="T64" fmla="*/ 12 w 262"/>
                  <a:gd name="T65" fmla="*/ 66 h 264"/>
                  <a:gd name="T66" fmla="*/ 18 w 262"/>
                  <a:gd name="T67" fmla="*/ 70 h 264"/>
                  <a:gd name="T68" fmla="*/ 26 w 262"/>
                  <a:gd name="T69" fmla="*/ 74 h 264"/>
                  <a:gd name="T70" fmla="*/ 34 w 262"/>
                  <a:gd name="T71" fmla="*/ 74 h 264"/>
                  <a:gd name="T72" fmla="*/ 28 w 262"/>
                  <a:gd name="T73" fmla="*/ 78 h 264"/>
                  <a:gd name="T74" fmla="*/ 28 w 262"/>
                  <a:gd name="T75" fmla="*/ 88 h 264"/>
                  <a:gd name="T76" fmla="*/ 22 w 262"/>
                  <a:gd name="T77" fmla="*/ 90 h 264"/>
                  <a:gd name="T78" fmla="*/ 20 w 262"/>
                  <a:gd name="T79" fmla="*/ 96 h 264"/>
                  <a:gd name="T80" fmla="*/ 26 w 262"/>
                  <a:gd name="T81" fmla="*/ 106 h 264"/>
                  <a:gd name="T82" fmla="*/ 38 w 262"/>
                  <a:gd name="T83" fmla="*/ 118 h 264"/>
                  <a:gd name="T84" fmla="*/ 40 w 262"/>
                  <a:gd name="T85" fmla="*/ 128 h 264"/>
                  <a:gd name="T86" fmla="*/ 48 w 262"/>
                  <a:gd name="T87" fmla="*/ 130 h 264"/>
                  <a:gd name="T88" fmla="*/ 56 w 262"/>
                  <a:gd name="T89" fmla="*/ 146 h 264"/>
                  <a:gd name="T90" fmla="*/ 62 w 262"/>
                  <a:gd name="T91" fmla="*/ 164 h 264"/>
                  <a:gd name="T92" fmla="*/ 68 w 262"/>
                  <a:gd name="T93" fmla="*/ 172 h 264"/>
                  <a:gd name="T94" fmla="*/ 82 w 262"/>
                  <a:gd name="T95" fmla="*/ 172 h 264"/>
                  <a:gd name="T96" fmla="*/ 88 w 262"/>
                  <a:gd name="T97" fmla="*/ 190 h 264"/>
                  <a:gd name="T98" fmla="*/ 96 w 262"/>
                  <a:gd name="T99" fmla="*/ 202 h 264"/>
                  <a:gd name="T100" fmla="*/ 102 w 262"/>
                  <a:gd name="T101" fmla="*/ 210 h 264"/>
                  <a:gd name="T102" fmla="*/ 108 w 262"/>
                  <a:gd name="T103" fmla="*/ 222 h 264"/>
                  <a:gd name="T104" fmla="*/ 120 w 262"/>
                  <a:gd name="T105" fmla="*/ 234 h 264"/>
                  <a:gd name="T106" fmla="*/ 132 w 262"/>
                  <a:gd name="T107" fmla="*/ 238 h 264"/>
                  <a:gd name="T108" fmla="*/ 144 w 262"/>
                  <a:gd name="T109" fmla="*/ 238 h 264"/>
                  <a:gd name="T110" fmla="*/ 172 w 262"/>
                  <a:gd name="T111" fmla="*/ 232 h 264"/>
                  <a:gd name="T112" fmla="*/ 184 w 262"/>
                  <a:gd name="T113" fmla="*/ 256 h 264"/>
                  <a:gd name="T114" fmla="*/ 202 w 262"/>
                  <a:gd name="T115" fmla="*/ 260 h 264"/>
                  <a:gd name="T116" fmla="*/ 226 w 262"/>
                  <a:gd name="T11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264">
                    <a:moveTo>
                      <a:pt x="230" y="264"/>
                    </a:moveTo>
                    <a:lnTo>
                      <a:pt x="232" y="248"/>
                    </a:lnTo>
                    <a:lnTo>
                      <a:pt x="240" y="236"/>
                    </a:lnTo>
                    <a:lnTo>
                      <a:pt x="248" y="234"/>
                    </a:lnTo>
                    <a:lnTo>
                      <a:pt x="256" y="232"/>
                    </a:lnTo>
                    <a:lnTo>
                      <a:pt x="262" y="228"/>
                    </a:lnTo>
                    <a:lnTo>
                      <a:pt x="262" y="222"/>
                    </a:lnTo>
                    <a:lnTo>
                      <a:pt x="256" y="220"/>
                    </a:lnTo>
                    <a:lnTo>
                      <a:pt x="256" y="212"/>
                    </a:lnTo>
                    <a:lnTo>
                      <a:pt x="252" y="206"/>
                    </a:lnTo>
                    <a:lnTo>
                      <a:pt x="246" y="204"/>
                    </a:lnTo>
                    <a:lnTo>
                      <a:pt x="240" y="194"/>
                    </a:lnTo>
                    <a:lnTo>
                      <a:pt x="238" y="190"/>
                    </a:lnTo>
                    <a:lnTo>
                      <a:pt x="240" y="186"/>
                    </a:lnTo>
                    <a:lnTo>
                      <a:pt x="234" y="172"/>
                    </a:lnTo>
                    <a:lnTo>
                      <a:pt x="248" y="156"/>
                    </a:lnTo>
                    <a:lnTo>
                      <a:pt x="248" y="152"/>
                    </a:lnTo>
                    <a:lnTo>
                      <a:pt x="246" y="148"/>
                    </a:lnTo>
                    <a:lnTo>
                      <a:pt x="234" y="146"/>
                    </a:lnTo>
                    <a:lnTo>
                      <a:pt x="232" y="144"/>
                    </a:lnTo>
                    <a:lnTo>
                      <a:pt x="232" y="136"/>
                    </a:lnTo>
                    <a:lnTo>
                      <a:pt x="230" y="128"/>
                    </a:lnTo>
                    <a:lnTo>
                      <a:pt x="224" y="122"/>
                    </a:lnTo>
                    <a:lnTo>
                      <a:pt x="224" y="116"/>
                    </a:lnTo>
                    <a:lnTo>
                      <a:pt x="228" y="112"/>
                    </a:lnTo>
                    <a:lnTo>
                      <a:pt x="224" y="110"/>
                    </a:lnTo>
                    <a:lnTo>
                      <a:pt x="224" y="106"/>
                    </a:lnTo>
                    <a:lnTo>
                      <a:pt x="224" y="96"/>
                    </a:lnTo>
                    <a:lnTo>
                      <a:pt x="228" y="90"/>
                    </a:lnTo>
                    <a:lnTo>
                      <a:pt x="230" y="88"/>
                    </a:lnTo>
                    <a:lnTo>
                      <a:pt x="236" y="88"/>
                    </a:lnTo>
                    <a:lnTo>
                      <a:pt x="238" y="82"/>
                    </a:lnTo>
                    <a:lnTo>
                      <a:pt x="240" y="76"/>
                    </a:lnTo>
                    <a:lnTo>
                      <a:pt x="242" y="70"/>
                    </a:lnTo>
                    <a:lnTo>
                      <a:pt x="242" y="64"/>
                    </a:lnTo>
                    <a:lnTo>
                      <a:pt x="242" y="58"/>
                    </a:lnTo>
                    <a:lnTo>
                      <a:pt x="234" y="56"/>
                    </a:lnTo>
                    <a:lnTo>
                      <a:pt x="230" y="50"/>
                    </a:lnTo>
                    <a:lnTo>
                      <a:pt x="228" y="46"/>
                    </a:lnTo>
                    <a:lnTo>
                      <a:pt x="224" y="44"/>
                    </a:lnTo>
                    <a:lnTo>
                      <a:pt x="216" y="38"/>
                    </a:lnTo>
                    <a:lnTo>
                      <a:pt x="208" y="34"/>
                    </a:lnTo>
                    <a:lnTo>
                      <a:pt x="198" y="30"/>
                    </a:lnTo>
                    <a:lnTo>
                      <a:pt x="194" y="28"/>
                    </a:lnTo>
                    <a:lnTo>
                      <a:pt x="186" y="28"/>
                    </a:lnTo>
                    <a:lnTo>
                      <a:pt x="170" y="24"/>
                    </a:lnTo>
                    <a:lnTo>
                      <a:pt x="164" y="26"/>
                    </a:lnTo>
                    <a:lnTo>
                      <a:pt x="158" y="28"/>
                    </a:lnTo>
                    <a:lnTo>
                      <a:pt x="150" y="28"/>
                    </a:lnTo>
                    <a:lnTo>
                      <a:pt x="146" y="30"/>
                    </a:lnTo>
                    <a:lnTo>
                      <a:pt x="144" y="34"/>
                    </a:lnTo>
                    <a:lnTo>
                      <a:pt x="144" y="36"/>
                    </a:lnTo>
                    <a:lnTo>
                      <a:pt x="140" y="42"/>
                    </a:lnTo>
                    <a:lnTo>
                      <a:pt x="132" y="42"/>
                    </a:lnTo>
                    <a:lnTo>
                      <a:pt x="132" y="42"/>
                    </a:lnTo>
                    <a:lnTo>
                      <a:pt x="132" y="52"/>
                    </a:lnTo>
                    <a:lnTo>
                      <a:pt x="132" y="52"/>
                    </a:lnTo>
                    <a:lnTo>
                      <a:pt x="130" y="54"/>
                    </a:lnTo>
                    <a:lnTo>
                      <a:pt x="130" y="54"/>
                    </a:lnTo>
                    <a:lnTo>
                      <a:pt x="126" y="54"/>
                    </a:lnTo>
                    <a:lnTo>
                      <a:pt x="124" y="52"/>
                    </a:lnTo>
                    <a:lnTo>
                      <a:pt x="124" y="52"/>
                    </a:lnTo>
                    <a:lnTo>
                      <a:pt x="126" y="52"/>
                    </a:lnTo>
                    <a:lnTo>
                      <a:pt x="126" y="52"/>
                    </a:lnTo>
                    <a:lnTo>
                      <a:pt x="124" y="50"/>
                    </a:lnTo>
                    <a:lnTo>
                      <a:pt x="120" y="50"/>
                    </a:lnTo>
                    <a:lnTo>
                      <a:pt x="120" y="50"/>
                    </a:lnTo>
                    <a:lnTo>
                      <a:pt x="112" y="54"/>
                    </a:lnTo>
                    <a:lnTo>
                      <a:pt x="106" y="58"/>
                    </a:lnTo>
                    <a:lnTo>
                      <a:pt x="106" y="58"/>
                    </a:lnTo>
                    <a:lnTo>
                      <a:pt x="96" y="54"/>
                    </a:lnTo>
                    <a:lnTo>
                      <a:pt x="86" y="48"/>
                    </a:lnTo>
                    <a:lnTo>
                      <a:pt x="86" y="48"/>
                    </a:lnTo>
                    <a:lnTo>
                      <a:pt x="82" y="42"/>
                    </a:lnTo>
                    <a:lnTo>
                      <a:pt x="82" y="42"/>
                    </a:lnTo>
                    <a:lnTo>
                      <a:pt x="78" y="42"/>
                    </a:lnTo>
                    <a:lnTo>
                      <a:pt x="78" y="40"/>
                    </a:lnTo>
                    <a:lnTo>
                      <a:pt x="78" y="40"/>
                    </a:lnTo>
                    <a:lnTo>
                      <a:pt x="74" y="42"/>
                    </a:lnTo>
                    <a:lnTo>
                      <a:pt x="72" y="42"/>
                    </a:lnTo>
                    <a:lnTo>
                      <a:pt x="70" y="44"/>
                    </a:lnTo>
                    <a:lnTo>
                      <a:pt x="68" y="40"/>
                    </a:lnTo>
                    <a:lnTo>
                      <a:pt x="66" y="38"/>
                    </a:lnTo>
                    <a:lnTo>
                      <a:pt x="66" y="38"/>
                    </a:lnTo>
                    <a:lnTo>
                      <a:pt x="64" y="30"/>
                    </a:lnTo>
                    <a:lnTo>
                      <a:pt x="62" y="20"/>
                    </a:lnTo>
                    <a:lnTo>
                      <a:pt x="62" y="20"/>
                    </a:lnTo>
                    <a:lnTo>
                      <a:pt x="58" y="16"/>
                    </a:lnTo>
                    <a:lnTo>
                      <a:pt x="58" y="16"/>
                    </a:lnTo>
                    <a:lnTo>
                      <a:pt x="56" y="14"/>
                    </a:lnTo>
                    <a:lnTo>
                      <a:pt x="54" y="12"/>
                    </a:lnTo>
                    <a:lnTo>
                      <a:pt x="54" y="12"/>
                    </a:lnTo>
                    <a:lnTo>
                      <a:pt x="54" y="10"/>
                    </a:lnTo>
                    <a:lnTo>
                      <a:pt x="54" y="8"/>
                    </a:lnTo>
                    <a:lnTo>
                      <a:pt x="54" y="8"/>
                    </a:lnTo>
                    <a:lnTo>
                      <a:pt x="56" y="6"/>
                    </a:lnTo>
                    <a:lnTo>
                      <a:pt x="56" y="6"/>
                    </a:lnTo>
                    <a:lnTo>
                      <a:pt x="56" y="4"/>
                    </a:lnTo>
                    <a:lnTo>
                      <a:pt x="52" y="0"/>
                    </a:lnTo>
                    <a:lnTo>
                      <a:pt x="52" y="0"/>
                    </a:lnTo>
                    <a:lnTo>
                      <a:pt x="52" y="0"/>
                    </a:lnTo>
                    <a:lnTo>
                      <a:pt x="52" y="0"/>
                    </a:lnTo>
                    <a:lnTo>
                      <a:pt x="50" y="2"/>
                    </a:lnTo>
                    <a:lnTo>
                      <a:pt x="48" y="2"/>
                    </a:lnTo>
                    <a:lnTo>
                      <a:pt x="48" y="2"/>
                    </a:lnTo>
                    <a:lnTo>
                      <a:pt x="44" y="6"/>
                    </a:lnTo>
                    <a:lnTo>
                      <a:pt x="42" y="10"/>
                    </a:lnTo>
                    <a:lnTo>
                      <a:pt x="42" y="10"/>
                    </a:lnTo>
                    <a:lnTo>
                      <a:pt x="38" y="12"/>
                    </a:lnTo>
                    <a:lnTo>
                      <a:pt x="38" y="12"/>
                    </a:lnTo>
                    <a:lnTo>
                      <a:pt x="34" y="14"/>
                    </a:lnTo>
                    <a:lnTo>
                      <a:pt x="34" y="14"/>
                    </a:lnTo>
                    <a:lnTo>
                      <a:pt x="28" y="16"/>
                    </a:lnTo>
                    <a:lnTo>
                      <a:pt x="28" y="16"/>
                    </a:lnTo>
                    <a:lnTo>
                      <a:pt x="26" y="14"/>
                    </a:lnTo>
                    <a:lnTo>
                      <a:pt x="24" y="12"/>
                    </a:lnTo>
                    <a:lnTo>
                      <a:pt x="24" y="12"/>
                    </a:lnTo>
                    <a:lnTo>
                      <a:pt x="22" y="10"/>
                    </a:lnTo>
                    <a:lnTo>
                      <a:pt x="18" y="6"/>
                    </a:lnTo>
                    <a:lnTo>
                      <a:pt x="18" y="6"/>
                    </a:lnTo>
                    <a:lnTo>
                      <a:pt x="16" y="4"/>
                    </a:lnTo>
                    <a:lnTo>
                      <a:pt x="16" y="2"/>
                    </a:lnTo>
                    <a:lnTo>
                      <a:pt x="14" y="2"/>
                    </a:lnTo>
                    <a:lnTo>
                      <a:pt x="12" y="6"/>
                    </a:lnTo>
                    <a:lnTo>
                      <a:pt x="12" y="6"/>
                    </a:lnTo>
                    <a:lnTo>
                      <a:pt x="12" y="6"/>
                    </a:lnTo>
                    <a:lnTo>
                      <a:pt x="8" y="4"/>
                    </a:lnTo>
                    <a:lnTo>
                      <a:pt x="8" y="4"/>
                    </a:lnTo>
                    <a:lnTo>
                      <a:pt x="6" y="4"/>
                    </a:lnTo>
                    <a:lnTo>
                      <a:pt x="6" y="4"/>
                    </a:lnTo>
                    <a:lnTo>
                      <a:pt x="4" y="8"/>
                    </a:lnTo>
                    <a:lnTo>
                      <a:pt x="4" y="8"/>
                    </a:lnTo>
                    <a:lnTo>
                      <a:pt x="2" y="10"/>
                    </a:lnTo>
                    <a:lnTo>
                      <a:pt x="2" y="10"/>
                    </a:lnTo>
                    <a:lnTo>
                      <a:pt x="4" y="14"/>
                    </a:lnTo>
                    <a:lnTo>
                      <a:pt x="4" y="14"/>
                    </a:lnTo>
                    <a:lnTo>
                      <a:pt x="4" y="16"/>
                    </a:lnTo>
                    <a:lnTo>
                      <a:pt x="4" y="18"/>
                    </a:lnTo>
                    <a:lnTo>
                      <a:pt x="4" y="18"/>
                    </a:lnTo>
                    <a:lnTo>
                      <a:pt x="4" y="22"/>
                    </a:lnTo>
                    <a:lnTo>
                      <a:pt x="2" y="24"/>
                    </a:lnTo>
                    <a:lnTo>
                      <a:pt x="2" y="24"/>
                    </a:lnTo>
                    <a:lnTo>
                      <a:pt x="0" y="26"/>
                    </a:lnTo>
                    <a:lnTo>
                      <a:pt x="2" y="30"/>
                    </a:lnTo>
                    <a:lnTo>
                      <a:pt x="6" y="34"/>
                    </a:lnTo>
                    <a:lnTo>
                      <a:pt x="6" y="34"/>
                    </a:lnTo>
                    <a:lnTo>
                      <a:pt x="6" y="38"/>
                    </a:lnTo>
                    <a:lnTo>
                      <a:pt x="8" y="42"/>
                    </a:lnTo>
                    <a:lnTo>
                      <a:pt x="8" y="42"/>
                    </a:lnTo>
                    <a:lnTo>
                      <a:pt x="8" y="46"/>
                    </a:lnTo>
                    <a:lnTo>
                      <a:pt x="8" y="48"/>
                    </a:lnTo>
                    <a:lnTo>
                      <a:pt x="8" y="48"/>
                    </a:lnTo>
                    <a:lnTo>
                      <a:pt x="10" y="54"/>
                    </a:lnTo>
                    <a:lnTo>
                      <a:pt x="10" y="54"/>
                    </a:lnTo>
                    <a:lnTo>
                      <a:pt x="10" y="56"/>
                    </a:lnTo>
                    <a:lnTo>
                      <a:pt x="10" y="58"/>
                    </a:lnTo>
                    <a:lnTo>
                      <a:pt x="8" y="60"/>
                    </a:lnTo>
                    <a:lnTo>
                      <a:pt x="10" y="60"/>
                    </a:lnTo>
                    <a:lnTo>
                      <a:pt x="10" y="60"/>
                    </a:lnTo>
                    <a:lnTo>
                      <a:pt x="12" y="60"/>
                    </a:lnTo>
                    <a:lnTo>
                      <a:pt x="12" y="62"/>
                    </a:lnTo>
                    <a:lnTo>
                      <a:pt x="10" y="64"/>
                    </a:lnTo>
                    <a:lnTo>
                      <a:pt x="12" y="64"/>
                    </a:lnTo>
                    <a:lnTo>
                      <a:pt x="12" y="64"/>
                    </a:lnTo>
                    <a:lnTo>
                      <a:pt x="12" y="66"/>
                    </a:lnTo>
                    <a:lnTo>
                      <a:pt x="14" y="68"/>
                    </a:lnTo>
                    <a:lnTo>
                      <a:pt x="14" y="68"/>
                    </a:lnTo>
                    <a:lnTo>
                      <a:pt x="14" y="70"/>
                    </a:lnTo>
                    <a:lnTo>
                      <a:pt x="14" y="70"/>
                    </a:lnTo>
                    <a:lnTo>
                      <a:pt x="18" y="70"/>
                    </a:lnTo>
                    <a:lnTo>
                      <a:pt x="18" y="72"/>
                    </a:lnTo>
                    <a:lnTo>
                      <a:pt x="20" y="72"/>
                    </a:lnTo>
                    <a:lnTo>
                      <a:pt x="20" y="72"/>
                    </a:lnTo>
                    <a:lnTo>
                      <a:pt x="22" y="72"/>
                    </a:lnTo>
                    <a:lnTo>
                      <a:pt x="26" y="74"/>
                    </a:lnTo>
                    <a:lnTo>
                      <a:pt x="26" y="74"/>
                    </a:lnTo>
                    <a:lnTo>
                      <a:pt x="30" y="74"/>
                    </a:lnTo>
                    <a:lnTo>
                      <a:pt x="32" y="74"/>
                    </a:lnTo>
                    <a:lnTo>
                      <a:pt x="32" y="74"/>
                    </a:lnTo>
                    <a:lnTo>
                      <a:pt x="34" y="74"/>
                    </a:lnTo>
                    <a:lnTo>
                      <a:pt x="34" y="76"/>
                    </a:lnTo>
                    <a:lnTo>
                      <a:pt x="32" y="78"/>
                    </a:lnTo>
                    <a:lnTo>
                      <a:pt x="32" y="78"/>
                    </a:lnTo>
                    <a:lnTo>
                      <a:pt x="30" y="78"/>
                    </a:lnTo>
                    <a:lnTo>
                      <a:pt x="28" y="78"/>
                    </a:lnTo>
                    <a:lnTo>
                      <a:pt x="26" y="78"/>
                    </a:lnTo>
                    <a:lnTo>
                      <a:pt x="26" y="80"/>
                    </a:lnTo>
                    <a:lnTo>
                      <a:pt x="26" y="80"/>
                    </a:lnTo>
                    <a:lnTo>
                      <a:pt x="28" y="84"/>
                    </a:lnTo>
                    <a:lnTo>
                      <a:pt x="28" y="88"/>
                    </a:lnTo>
                    <a:lnTo>
                      <a:pt x="28" y="88"/>
                    </a:lnTo>
                    <a:lnTo>
                      <a:pt x="26" y="88"/>
                    </a:lnTo>
                    <a:lnTo>
                      <a:pt x="24" y="88"/>
                    </a:lnTo>
                    <a:lnTo>
                      <a:pt x="22" y="88"/>
                    </a:lnTo>
                    <a:lnTo>
                      <a:pt x="22" y="90"/>
                    </a:lnTo>
                    <a:lnTo>
                      <a:pt x="22" y="90"/>
                    </a:lnTo>
                    <a:lnTo>
                      <a:pt x="24" y="92"/>
                    </a:lnTo>
                    <a:lnTo>
                      <a:pt x="22" y="94"/>
                    </a:lnTo>
                    <a:lnTo>
                      <a:pt x="20" y="96"/>
                    </a:lnTo>
                    <a:lnTo>
                      <a:pt x="20" y="96"/>
                    </a:lnTo>
                    <a:lnTo>
                      <a:pt x="20" y="96"/>
                    </a:lnTo>
                    <a:lnTo>
                      <a:pt x="22" y="100"/>
                    </a:lnTo>
                    <a:lnTo>
                      <a:pt x="24" y="102"/>
                    </a:lnTo>
                    <a:lnTo>
                      <a:pt x="24" y="102"/>
                    </a:lnTo>
                    <a:lnTo>
                      <a:pt x="26" y="106"/>
                    </a:lnTo>
                    <a:lnTo>
                      <a:pt x="28" y="108"/>
                    </a:lnTo>
                    <a:lnTo>
                      <a:pt x="28" y="112"/>
                    </a:lnTo>
                    <a:lnTo>
                      <a:pt x="32" y="114"/>
                    </a:lnTo>
                    <a:lnTo>
                      <a:pt x="32" y="114"/>
                    </a:lnTo>
                    <a:lnTo>
                      <a:pt x="38" y="118"/>
                    </a:lnTo>
                    <a:lnTo>
                      <a:pt x="42" y="124"/>
                    </a:lnTo>
                    <a:lnTo>
                      <a:pt x="42" y="124"/>
                    </a:lnTo>
                    <a:lnTo>
                      <a:pt x="42" y="126"/>
                    </a:lnTo>
                    <a:lnTo>
                      <a:pt x="40" y="128"/>
                    </a:lnTo>
                    <a:lnTo>
                      <a:pt x="40" y="128"/>
                    </a:lnTo>
                    <a:lnTo>
                      <a:pt x="42" y="128"/>
                    </a:lnTo>
                    <a:lnTo>
                      <a:pt x="42" y="128"/>
                    </a:lnTo>
                    <a:lnTo>
                      <a:pt x="46" y="128"/>
                    </a:lnTo>
                    <a:lnTo>
                      <a:pt x="48" y="130"/>
                    </a:lnTo>
                    <a:lnTo>
                      <a:pt x="48" y="130"/>
                    </a:lnTo>
                    <a:lnTo>
                      <a:pt x="54" y="138"/>
                    </a:lnTo>
                    <a:lnTo>
                      <a:pt x="54" y="138"/>
                    </a:lnTo>
                    <a:lnTo>
                      <a:pt x="56" y="142"/>
                    </a:lnTo>
                    <a:lnTo>
                      <a:pt x="56" y="146"/>
                    </a:lnTo>
                    <a:lnTo>
                      <a:pt x="56" y="146"/>
                    </a:lnTo>
                    <a:lnTo>
                      <a:pt x="56" y="152"/>
                    </a:lnTo>
                    <a:lnTo>
                      <a:pt x="58" y="158"/>
                    </a:lnTo>
                    <a:lnTo>
                      <a:pt x="62" y="158"/>
                    </a:lnTo>
                    <a:lnTo>
                      <a:pt x="62" y="164"/>
                    </a:lnTo>
                    <a:lnTo>
                      <a:pt x="62" y="164"/>
                    </a:lnTo>
                    <a:lnTo>
                      <a:pt x="64" y="166"/>
                    </a:lnTo>
                    <a:lnTo>
                      <a:pt x="66" y="168"/>
                    </a:lnTo>
                    <a:lnTo>
                      <a:pt x="66" y="168"/>
                    </a:lnTo>
                    <a:lnTo>
                      <a:pt x="68" y="172"/>
                    </a:lnTo>
                    <a:lnTo>
                      <a:pt x="68" y="172"/>
                    </a:lnTo>
                    <a:lnTo>
                      <a:pt x="68" y="172"/>
                    </a:lnTo>
                    <a:lnTo>
                      <a:pt x="68" y="172"/>
                    </a:lnTo>
                    <a:lnTo>
                      <a:pt x="76" y="174"/>
                    </a:lnTo>
                    <a:lnTo>
                      <a:pt x="82" y="172"/>
                    </a:lnTo>
                    <a:lnTo>
                      <a:pt x="82" y="172"/>
                    </a:lnTo>
                    <a:lnTo>
                      <a:pt x="88" y="184"/>
                    </a:lnTo>
                    <a:lnTo>
                      <a:pt x="88" y="184"/>
                    </a:lnTo>
                    <a:lnTo>
                      <a:pt x="88" y="188"/>
                    </a:lnTo>
                    <a:lnTo>
                      <a:pt x="88" y="190"/>
                    </a:lnTo>
                    <a:lnTo>
                      <a:pt x="88" y="190"/>
                    </a:lnTo>
                    <a:lnTo>
                      <a:pt x="92" y="192"/>
                    </a:lnTo>
                    <a:lnTo>
                      <a:pt x="92" y="196"/>
                    </a:lnTo>
                    <a:lnTo>
                      <a:pt x="92" y="196"/>
                    </a:lnTo>
                    <a:lnTo>
                      <a:pt x="94" y="200"/>
                    </a:lnTo>
                    <a:lnTo>
                      <a:pt x="96" y="202"/>
                    </a:lnTo>
                    <a:lnTo>
                      <a:pt x="96" y="202"/>
                    </a:lnTo>
                    <a:lnTo>
                      <a:pt x="96" y="206"/>
                    </a:lnTo>
                    <a:lnTo>
                      <a:pt x="96" y="206"/>
                    </a:lnTo>
                    <a:lnTo>
                      <a:pt x="100" y="208"/>
                    </a:lnTo>
                    <a:lnTo>
                      <a:pt x="102" y="210"/>
                    </a:lnTo>
                    <a:lnTo>
                      <a:pt x="102" y="210"/>
                    </a:lnTo>
                    <a:lnTo>
                      <a:pt x="102" y="212"/>
                    </a:lnTo>
                    <a:lnTo>
                      <a:pt x="102" y="216"/>
                    </a:lnTo>
                    <a:lnTo>
                      <a:pt x="102" y="216"/>
                    </a:lnTo>
                    <a:lnTo>
                      <a:pt x="108" y="222"/>
                    </a:lnTo>
                    <a:lnTo>
                      <a:pt x="112" y="222"/>
                    </a:lnTo>
                    <a:lnTo>
                      <a:pt x="112" y="222"/>
                    </a:lnTo>
                    <a:lnTo>
                      <a:pt x="112" y="226"/>
                    </a:lnTo>
                    <a:lnTo>
                      <a:pt x="120" y="234"/>
                    </a:lnTo>
                    <a:lnTo>
                      <a:pt x="120" y="234"/>
                    </a:lnTo>
                    <a:lnTo>
                      <a:pt x="124" y="234"/>
                    </a:lnTo>
                    <a:lnTo>
                      <a:pt x="124" y="234"/>
                    </a:lnTo>
                    <a:lnTo>
                      <a:pt x="128" y="238"/>
                    </a:lnTo>
                    <a:lnTo>
                      <a:pt x="128" y="238"/>
                    </a:lnTo>
                    <a:lnTo>
                      <a:pt x="132" y="238"/>
                    </a:lnTo>
                    <a:lnTo>
                      <a:pt x="132" y="238"/>
                    </a:lnTo>
                    <a:lnTo>
                      <a:pt x="136" y="240"/>
                    </a:lnTo>
                    <a:lnTo>
                      <a:pt x="140" y="242"/>
                    </a:lnTo>
                    <a:lnTo>
                      <a:pt x="142" y="240"/>
                    </a:lnTo>
                    <a:lnTo>
                      <a:pt x="144" y="238"/>
                    </a:lnTo>
                    <a:lnTo>
                      <a:pt x="144" y="238"/>
                    </a:lnTo>
                    <a:lnTo>
                      <a:pt x="156" y="234"/>
                    </a:lnTo>
                    <a:lnTo>
                      <a:pt x="166" y="228"/>
                    </a:lnTo>
                    <a:lnTo>
                      <a:pt x="166" y="228"/>
                    </a:lnTo>
                    <a:lnTo>
                      <a:pt x="172" y="232"/>
                    </a:lnTo>
                    <a:lnTo>
                      <a:pt x="176" y="238"/>
                    </a:lnTo>
                    <a:lnTo>
                      <a:pt x="176" y="238"/>
                    </a:lnTo>
                    <a:lnTo>
                      <a:pt x="178" y="248"/>
                    </a:lnTo>
                    <a:lnTo>
                      <a:pt x="180" y="252"/>
                    </a:lnTo>
                    <a:lnTo>
                      <a:pt x="184" y="256"/>
                    </a:lnTo>
                    <a:lnTo>
                      <a:pt x="184" y="256"/>
                    </a:lnTo>
                    <a:lnTo>
                      <a:pt x="192" y="258"/>
                    </a:lnTo>
                    <a:lnTo>
                      <a:pt x="202" y="258"/>
                    </a:lnTo>
                    <a:lnTo>
                      <a:pt x="202" y="260"/>
                    </a:lnTo>
                    <a:lnTo>
                      <a:pt x="202" y="260"/>
                    </a:lnTo>
                    <a:lnTo>
                      <a:pt x="212" y="260"/>
                    </a:lnTo>
                    <a:lnTo>
                      <a:pt x="220" y="258"/>
                    </a:lnTo>
                    <a:lnTo>
                      <a:pt x="220" y="258"/>
                    </a:lnTo>
                    <a:lnTo>
                      <a:pt x="226" y="262"/>
                    </a:lnTo>
                    <a:lnTo>
                      <a:pt x="226" y="264"/>
                    </a:lnTo>
                    <a:lnTo>
                      <a:pt x="226" y="264"/>
                    </a:lnTo>
                    <a:lnTo>
                      <a:pt x="230" y="264"/>
                    </a:lnTo>
                    <a:lnTo>
                      <a:pt x="230" y="2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5" name="Freeform 184">
                <a:extLst>
                  <a:ext uri="{FF2B5EF4-FFF2-40B4-BE49-F238E27FC236}">
                    <a16:creationId xmlns:a16="http://schemas.microsoft.com/office/drawing/2014/main" id="{7A02EE32-D11D-4B49-B24D-7F02628915AA}"/>
                  </a:ext>
                </a:extLst>
              </p:cNvPr>
              <p:cNvSpPr>
                <a:spLocks/>
              </p:cNvSpPr>
              <p:nvPr/>
            </p:nvSpPr>
            <p:spPr bwMode="auto">
              <a:xfrm>
                <a:off x="6948330" y="2857843"/>
                <a:ext cx="187863" cy="96114"/>
              </a:xfrm>
              <a:custGeom>
                <a:avLst/>
                <a:gdLst>
                  <a:gd name="T0" fmla="*/ 0 w 96"/>
                  <a:gd name="T1" fmla="*/ 10 h 48"/>
                  <a:gd name="T2" fmla="*/ 4 w 96"/>
                  <a:gd name="T3" fmla="*/ 14 h 48"/>
                  <a:gd name="T4" fmla="*/ 8 w 96"/>
                  <a:gd name="T5" fmla="*/ 14 h 48"/>
                  <a:gd name="T6" fmla="*/ 12 w 96"/>
                  <a:gd name="T7" fmla="*/ 18 h 48"/>
                  <a:gd name="T8" fmla="*/ 18 w 96"/>
                  <a:gd name="T9" fmla="*/ 22 h 48"/>
                  <a:gd name="T10" fmla="*/ 22 w 96"/>
                  <a:gd name="T11" fmla="*/ 36 h 48"/>
                  <a:gd name="T12" fmla="*/ 22 w 96"/>
                  <a:gd name="T13" fmla="*/ 42 h 48"/>
                  <a:gd name="T14" fmla="*/ 24 w 96"/>
                  <a:gd name="T15" fmla="*/ 42 h 48"/>
                  <a:gd name="T16" fmla="*/ 26 w 96"/>
                  <a:gd name="T17" fmla="*/ 42 h 48"/>
                  <a:gd name="T18" fmla="*/ 30 w 96"/>
                  <a:gd name="T19" fmla="*/ 42 h 48"/>
                  <a:gd name="T20" fmla="*/ 34 w 96"/>
                  <a:gd name="T21" fmla="*/ 42 h 48"/>
                  <a:gd name="T22" fmla="*/ 40 w 96"/>
                  <a:gd name="T23" fmla="*/ 46 h 48"/>
                  <a:gd name="T24" fmla="*/ 48 w 96"/>
                  <a:gd name="T25" fmla="*/ 44 h 48"/>
                  <a:gd name="T26" fmla="*/ 50 w 96"/>
                  <a:gd name="T27" fmla="*/ 44 h 48"/>
                  <a:gd name="T28" fmla="*/ 50 w 96"/>
                  <a:gd name="T29" fmla="*/ 48 h 48"/>
                  <a:gd name="T30" fmla="*/ 54 w 96"/>
                  <a:gd name="T31" fmla="*/ 48 h 48"/>
                  <a:gd name="T32" fmla="*/ 64 w 96"/>
                  <a:gd name="T33" fmla="*/ 48 h 48"/>
                  <a:gd name="T34" fmla="*/ 72 w 96"/>
                  <a:gd name="T35" fmla="*/ 48 h 48"/>
                  <a:gd name="T36" fmla="*/ 74 w 96"/>
                  <a:gd name="T37" fmla="*/ 46 h 48"/>
                  <a:gd name="T38" fmla="*/ 76 w 96"/>
                  <a:gd name="T39" fmla="*/ 42 h 48"/>
                  <a:gd name="T40" fmla="*/ 82 w 96"/>
                  <a:gd name="T41" fmla="*/ 40 h 48"/>
                  <a:gd name="T42" fmla="*/ 86 w 96"/>
                  <a:gd name="T43" fmla="*/ 42 h 48"/>
                  <a:gd name="T44" fmla="*/ 88 w 96"/>
                  <a:gd name="T45" fmla="*/ 44 h 48"/>
                  <a:gd name="T46" fmla="*/ 92 w 96"/>
                  <a:gd name="T47" fmla="*/ 48 h 48"/>
                  <a:gd name="T48" fmla="*/ 94 w 96"/>
                  <a:gd name="T49" fmla="*/ 48 h 48"/>
                  <a:gd name="T50" fmla="*/ 92 w 96"/>
                  <a:gd name="T51" fmla="*/ 42 h 48"/>
                  <a:gd name="T52" fmla="*/ 92 w 96"/>
                  <a:gd name="T53" fmla="*/ 40 h 48"/>
                  <a:gd name="T54" fmla="*/ 96 w 96"/>
                  <a:gd name="T55" fmla="*/ 36 h 48"/>
                  <a:gd name="T56" fmla="*/ 92 w 96"/>
                  <a:gd name="T57" fmla="*/ 32 h 48"/>
                  <a:gd name="T58" fmla="*/ 90 w 96"/>
                  <a:gd name="T59" fmla="*/ 30 h 48"/>
                  <a:gd name="T60" fmla="*/ 84 w 96"/>
                  <a:gd name="T61" fmla="*/ 30 h 48"/>
                  <a:gd name="T62" fmla="*/ 84 w 96"/>
                  <a:gd name="T63" fmla="*/ 30 h 48"/>
                  <a:gd name="T64" fmla="*/ 84 w 96"/>
                  <a:gd name="T65" fmla="*/ 26 h 48"/>
                  <a:gd name="T66" fmla="*/ 84 w 96"/>
                  <a:gd name="T67" fmla="*/ 24 h 48"/>
                  <a:gd name="T68" fmla="*/ 78 w 96"/>
                  <a:gd name="T69" fmla="*/ 20 h 48"/>
                  <a:gd name="T70" fmla="*/ 76 w 96"/>
                  <a:gd name="T71" fmla="*/ 18 h 48"/>
                  <a:gd name="T72" fmla="*/ 74 w 96"/>
                  <a:gd name="T73" fmla="*/ 14 h 48"/>
                  <a:gd name="T74" fmla="*/ 66 w 96"/>
                  <a:gd name="T75" fmla="*/ 14 h 48"/>
                  <a:gd name="T76" fmla="*/ 62 w 96"/>
                  <a:gd name="T77" fmla="*/ 16 h 48"/>
                  <a:gd name="T78" fmla="*/ 60 w 96"/>
                  <a:gd name="T79" fmla="*/ 16 h 48"/>
                  <a:gd name="T80" fmla="*/ 58 w 96"/>
                  <a:gd name="T81" fmla="*/ 14 h 48"/>
                  <a:gd name="T82" fmla="*/ 50 w 96"/>
                  <a:gd name="T83" fmla="*/ 16 h 48"/>
                  <a:gd name="T84" fmla="*/ 46 w 96"/>
                  <a:gd name="T85" fmla="*/ 16 h 48"/>
                  <a:gd name="T86" fmla="*/ 40 w 96"/>
                  <a:gd name="T87" fmla="*/ 8 h 48"/>
                  <a:gd name="T88" fmla="*/ 36 w 96"/>
                  <a:gd name="T89" fmla="*/ 6 h 48"/>
                  <a:gd name="T90" fmla="*/ 32 w 96"/>
                  <a:gd name="T91" fmla="*/ 4 h 48"/>
                  <a:gd name="T92" fmla="*/ 22 w 96"/>
                  <a:gd name="T93" fmla="*/ 4 h 48"/>
                  <a:gd name="T94" fmla="*/ 16 w 96"/>
                  <a:gd name="T95" fmla="*/ 4 h 48"/>
                  <a:gd name="T96" fmla="*/ 14 w 96"/>
                  <a:gd name="T97" fmla="*/ 0 h 48"/>
                  <a:gd name="T98" fmla="*/ 8 w 96"/>
                  <a:gd name="T99" fmla="*/ 0 h 48"/>
                  <a:gd name="T100" fmla="*/ 4 w 96"/>
                  <a:gd name="T101" fmla="*/ 2 h 48"/>
                  <a:gd name="T102" fmla="*/ 0 w 96"/>
                  <a:gd name="T103" fmla="*/ 1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48">
                    <a:moveTo>
                      <a:pt x="0" y="10"/>
                    </a:moveTo>
                    <a:lnTo>
                      <a:pt x="0" y="10"/>
                    </a:lnTo>
                    <a:lnTo>
                      <a:pt x="4" y="14"/>
                    </a:lnTo>
                    <a:lnTo>
                      <a:pt x="4" y="14"/>
                    </a:lnTo>
                    <a:lnTo>
                      <a:pt x="8" y="14"/>
                    </a:lnTo>
                    <a:lnTo>
                      <a:pt x="8" y="14"/>
                    </a:lnTo>
                    <a:lnTo>
                      <a:pt x="12" y="18"/>
                    </a:lnTo>
                    <a:lnTo>
                      <a:pt x="12" y="18"/>
                    </a:lnTo>
                    <a:lnTo>
                      <a:pt x="18" y="22"/>
                    </a:lnTo>
                    <a:lnTo>
                      <a:pt x="18" y="22"/>
                    </a:lnTo>
                    <a:lnTo>
                      <a:pt x="22" y="30"/>
                    </a:lnTo>
                    <a:lnTo>
                      <a:pt x="22" y="36"/>
                    </a:lnTo>
                    <a:lnTo>
                      <a:pt x="22" y="40"/>
                    </a:lnTo>
                    <a:lnTo>
                      <a:pt x="22" y="42"/>
                    </a:lnTo>
                    <a:lnTo>
                      <a:pt x="22" y="42"/>
                    </a:lnTo>
                    <a:lnTo>
                      <a:pt x="24" y="42"/>
                    </a:lnTo>
                    <a:lnTo>
                      <a:pt x="24" y="44"/>
                    </a:lnTo>
                    <a:lnTo>
                      <a:pt x="26" y="42"/>
                    </a:lnTo>
                    <a:lnTo>
                      <a:pt x="26" y="42"/>
                    </a:lnTo>
                    <a:lnTo>
                      <a:pt x="30" y="42"/>
                    </a:lnTo>
                    <a:lnTo>
                      <a:pt x="34" y="42"/>
                    </a:lnTo>
                    <a:lnTo>
                      <a:pt x="34" y="42"/>
                    </a:lnTo>
                    <a:lnTo>
                      <a:pt x="38" y="44"/>
                    </a:lnTo>
                    <a:lnTo>
                      <a:pt x="40" y="46"/>
                    </a:lnTo>
                    <a:lnTo>
                      <a:pt x="40" y="46"/>
                    </a:lnTo>
                    <a:lnTo>
                      <a:pt x="48" y="44"/>
                    </a:lnTo>
                    <a:lnTo>
                      <a:pt x="48" y="44"/>
                    </a:lnTo>
                    <a:lnTo>
                      <a:pt x="50" y="44"/>
                    </a:lnTo>
                    <a:lnTo>
                      <a:pt x="50" y="46"/>
                    </a:lnTo>
                    <a:lnTo>
                      <a:pt x="50" y="48"/>
                    </a:lnTo>
                    <a:lnTo>
                      <a:pt x="52" y="48"/>
                    </a:lnTo>
                    <a:lnTo>
                      <a:pt x="54" y="48"/>
                    </a:lnTo>
                    <a:lnTo>
                      <a:pt x="54" y="48"/>
                    </a:lnTo>
                    <a:lnTo>
                      <a:pt x="64" y="48"/>
                    </a:lnTo>
                    <a:lnTo>
                      <a:pt x="64" y="48"/>
                    </a:lnTo>
                    <a:lnTo>
                      <a:pt x="72" y="48"/>
                    </a:lnTo>
                    <a:lnTo>
                      <a:pt x="72" y="48"/>
                    </a:lnTo>
                    <a:lnTo>
                      <a:pt x="74" y="46"/>
                    </a:lnTo>
                    <a:lnTo>
                      <a:pt x="76" y="42"/>
                    </a:lnTo>
                    <a:lnTo>
                      <a:pt x="76" y="42"/>
                    </a:lnTo>
                    <a:lnTo>
                      <a:pt x="78" y="40"/>
                    </a:lnTo>
                    <a:lnTo>
                      <a:pt x="82" y="40"/>
                    </a:lnTo>
                    <a:lnTo>
                      <a:pt x="82" y="40"/>
                    </a:lnTo>
                    <a:lnTo>
                      <a:pt x="86" y="42"/>
                    </a:lnTo>
                    <a:lnTo>
                      <a:pt x="88" y="44"/>
                    </a:lnTo>
                    <a:lnTo>
                      <a:pt x="88" y="44"/>
                    </a:lnTo>
                    <a:lnTo>
                      <a:pt x="90" y="48"/>
                    </a:lnTo>
                    <a:lnTo>
                      <a:pt x="92" y="48"/>
                    </a:lnTo>
                    <a:lnTo>
                      <a:pt x="94" y="48"/>
                    </a:lnTo>
                    <a:lnTo>
                      <a:pt x="94" y="48"/>
                    </a:lnTo>
                    <a:lnTo>
                      <a:pt x="96" y="44"/>
                    </a:lnTo>
                    <a:lnTo>
                      <a:pt x="92" y="42"/>
                    </a:lnTo>
                    <a:lnTo>
                      <a:pt x="92" y="42"/>
                    </a:lnTo>
                    <a:lnTo>
                      <a:pt x="92" y="40"/>
                    </a:lnTo>
                    <a:lnTo>
                      <a:pt x="94" y="38"/>
                    </a:lnTo>
                    <a:lnTo>
                      <a:pt x="96" y="36"/>
                    </a:lnTo>
                    <a:lnTo>
                      <a:pt x="96" y="36"/>
                    </a:lnTo>
                    <a:lnTo>
                      <a:pt x="92" y="32"/>
                    </a:lnTo>
                    <a:lnTo>
                      <a:pt x="92" y="32"/>
                    </a:lnTo>
                    <a:lnTo>
                      <a:pt x="90" y="30"/>
                    </a:lnTo>
                    <a:lnTo>
                      <a:pt x="88" y="30"/>
                    </a:lnTo>
                    <a:lnTo>
                      <a:pt x="84" y="30"/>
                    </a:lnTo>
                    <a:lnTo>
                      <a:pt x="84" y="30"/>
                    </a:lnTo>
                    <a:lnTo>
                      <a:pt x="84" y="30"/>
                    </a:lnTo>
                    <a:lnTo>
                      <a:pt x="84" y="28"/>
                    </a:lnTo>
                    <a:lnTo>
                      <a:pt x="84" y="26"/>
                    </a:lnTo>
                    <a:lnTo>
                      <a:pt x="84" y="24"/>
                    </a:lnTo>
                    <a:lnTo>
                      <a:pt x="84" y="24"/>
                    </a:lnTo>
                    <a:lnTo>
                      <a:pt x="80" y="22"/>
                    </a:lnTo>
                    <a:lnTo>
                      <a:pt x="78" y="20"/>
                    </a:lnTo>
                    <a:lnTo>
                      <a:pt x="78" y="20"/>
                    </a:lnTo>
                    <a:lnTo>
                      <a:pt x="76" y="18"/>
                    </a:lnTo>
                    <a:lnTo>
                      <a:pt x="74" y="14"/>
                    </a:lnTo>
                    <a:lnTo>
                      <a:pt x="74" y="14"/>
                    </a:lnTo>
                    <a:lnTo>
                      <a:pt x="70" y="12"/>
                    </a:lnTo>
                    <a:lnTo>
                      <a:pt x="66" y="14"/>
                    </a:lnTo>
                    <a:lnTo>
                      <a:pt x="66" y="14"/>
                    </a:lnTo>
                    <a:lnTo>
                      <a:pt x="62" y="16"/>
                    </a:lnTo>
                    <a:lnTo>
                      <a:pt x="62" y="16"/>
                    </a:lnTo>
                    <a:lnTo>
                      <a:pt x="60" y="16"/>
                    </a:lnTo>
                    <a:lnTo>
                      <a:pt x="60" y="16"/>
                    </a:lnTo>
                    <a:lnTo>
                      <a:pt x="58" y="14"/>
                    </a:lnTo>
                    <a:lnTo>
                      <a:pt x="56" y="14"/>
                    </a:lnTo>
                    <a:lnTo>
                      <a:pt x="50" y="16"/>
                    </a:lnTo>
                    <a:lnTo>
                      <a:pt x="50" y="16"/>
                    </a:lnTo>
                    <a:lnTo>
                      <a:pt x="46" y="16"/>
                    </a:lnTo>
                    <a:lnTo>
                      <a:pt x="44" y="14"/>
                    </a:lnTo>
                    <a:lnTo>
                      <a:pt x="40" y="8"/>
                    </a:lnTo>
                    <a:lnTo>
                      <a:pt x="40" y="8"/>
                    </a:lnTo>
                    <a:lnTo>
                      <a:pt x="36" y="6"/>
                    </a:lnTo>
                    <a:lnTo>
                      <a:pt x="32" y="4"/>
                    </a:lnTo>
                    <a:lnTo>
                      <a:pt x="32" y="4"/>
                    </a:lnTo>
                    <a:lnTo>
                      <a:pt x="28" y="4"/>
                    </a:lnTo>
                    <a:lnTo>
                      <a:pt x="22" y="4"/>
                    </a:lnTo>
                    <a:lnTo>
                      <a:pt x="22" y="4"/>
                    </a:lnTo>
                    <a:lnTo>
                      <a:pt x="16" y="4"/>
                    </a:lnTo>
                    <a:lnTo>
                      <a:pt x="14" y="0"/>
                    </a:lnTo>
                    <a:lnTo>
                      <a:pt x="14" y="0"/>
                    </a:lnTo>
                    <a:lnTo>
                      <a:pt x="12" y="0"/>
                    </a:lnTo>
                    <a:lnTo>
                      <a:pt x="8" y="0"/>
                    </a:lnTo>
                    <a:lnTo>
                      <a:pt x="4" y="2"/>
                    </a:lnTo>
                    <a:lnTo>
                      <a:pt x="4" y="2"/>
                    </a:lnTo>
                    <a:lnTo>
                      <a:pt x="0" y="6"/>
                    </a:lnTo>
                    <a:lnTo>
                      <a:pt x="0" y="10"/>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6" name="Freeform 205">
                <a:extLst>
                  <a:ext uri="{FF2B5EF4-FFF2-40B4-BE49-F238E27FC236}">
                    <a16:creationId xmlns:a16="http://schemas.microsoft.com/office/drawing/2014/main" id="{0A073E29-A98F-2347-A261-CA170F1076C7}"/>
                  </a:ext>
                </a:extLst>
              </p:cNvPr>
              <p:cNvSpPr>
                <a:spLocks noEditPoints="1"/>
              </p:cNvSpPr>
              <p:nvPr/>
            </p:nvSpPr>
            <p:spPr bwMode="auto">
              <a:xfrm>
                <a:off x="6748725" y="3166205"/>
                <a:ext cx="62621" cy="40047"/>
              </a:xfrm>
              <a:custGeom>
                <a:avLst/>
                <a:gdLst>
                  <a:gd name="T0" fmla="*/ 26 w 32"/>
                  <a:gd name="T1" fmla="*/ 12 h 20"/>
                  <a:gd name="T2" fmla="*/ 26 w 32"/>
                  <a:gd name="T3" fmla="*/ 12 h 20"/>
                  <a:gd name="T4" fmla="*/ 24 w 32"/>
                  <a:gd name="T5" fmla="*/ 6 h 20"/>
                  <a:gd name="T6" fmla="*/ 28 w 32"/>
                  <a:gd name="T7" fmla="*/ 6 h 20"/>
                  <a:gd name="T8" fmla="*/ 28 w 32"/>
                  <a:gd name="T9" fmla="*/ 6 h 20"/>
                  <a:gd name="T10" fmla="*/ 30 w 32"/>
                  <a:gd name="T11" fmla="*/ 2 h 20"/>
                  <a:gd name="T12" fmla="*/ 32 w 32"/>
                  <a:gd name="T13" fmla="*/ 0 h 20"/>
                  <a:gd name="T14" fmla="*/ 32 w 32"/>
                  <a:gd name="T15" fmla="*/ 0 h 20"/>
                  <a:gd name="T16" fmla="*/ 32 w 32"/>
                  <a:gd name="T17" fmla="*/ 0 h 20"/>
                  <a:gd name="T18" fmla="*/ 26 w 32"/>
                  <a:gd name="T19" fmla="*/ 4 h 20"/>
                  <a:gd name="T20" fmla="*/ 22 w 32"/>
                  <a:gd name="T21" fmla="*/ 6 h 20"/>
                  <a:gd name="T22" fmla="*/ 22 w 32"/>
                  <a:gd name="T23" fmla="*/ 6 h 20"/>
                  <a:gd name="T24" fmla="*/ 16 w 32"/>
                  <a:gd name="T25" fmla="*/ 6 h 20"/>
                  <a:gd name="T26" fmla="*/ 10 w 32"/>
                  <a:gd name="T27" fmla="*/ 6 h 20"/>
                  <a:gd name="T28" fmla="*/ 10 w 32"/>
                  <a:gd name="T29" fmla="*/ 6 h 20"/>
                  <a:gd name="T30" fmla="*/ 12 w 32"/>
                  <a:gd name="T31" fmla="*/ 10 h 20"/>
                  <a:gd name="T32" fmla="*/ 12 w 32"/>
                  <a:gd name="T33" fmla="*/ 10 h 20"/>
                  <a:gd name="T34" fmla="*/ 8 w 32"/>
                  <a:gd name="T35" fmla="*/ 10 h 20"/>
                  <a:gd name="T36" fmla="*/ 8 w 32"/>
                  <a:gd name="T37" fmla="*/ 10 h 20"/>
                  <a:gd name="T38" fmla="*/ 10 w 32"/>
                  <a:gd name="T39" fmla="*/ 12 h 20"/>
                  <a:gd name="T40" fmla="*/ 14 w 32"/>
                  <a:gd name="T41" fmla="*/ 12 h 20"/>
                  <a:gd name="T42" fmla="*/ 14 w 32"/>
                  <a:gd name="T43" fmla="*/ 12 h 20"/>
                  <a:gd name="T44" fmla="*/ 18 w 32"/>
                  <a:gd name="T45" fmla="*/ 10 h 20"/>
                  <a:gd name="T46" fmla="*/ 18 w 32"/>
                  <a:gd name="T47" fmla="*/ 10 h 20"/>
                  <a:gd name="T48" fmla="*/ 20 w 32"/>
                  <a:gd name="T49" fmla="*/ 10 h 20"/>
                  <a:gd name="T50" fmla="*/ 20 w 32"/>
                  <a:gd name="T51" fmla="*/ 10 h 20"/>
                  <a:gd name="T52" fmla="*/ 26 w 32"/>
                  <a:gd name="T53" fmla="*/ 12 h 20"/>
                  <a:gd name="T54" fmla="*/ 26 w 32"/>
                  <a:gd name="T55" fmla="*/ 12 h 20"/>
                  <a:gd name="T56" fmla="*/ 26 w 32"/>
                  <a:gd name="T57" fmla="*/ 12 h 20"/>
                  <a:gd name="T58" fmla="*/ 26 w 32"/>
                  <a:gd name="T59" fmla="*/ 12 h 20"/>
                  <a:gd name="T60" fmla="*/ 24 w 32"/>
                  <a:gd name="T61" fmla="*/ 12 h 20"/>
                  <a:gd name="T62" fmla="*/ 24 w 32"/>
                  <a:gd name="T63" fmla="*/ 12 h 20"/>
                  <a:gd name="T64" fmla="*/ 22 w 32"/>
                  <a:gd name="T65" fmla="*/ 14 h 20"/>
                  <a:gd name="T66" fmla="*/ 18 w 32"/>
                  <a:gd name="T67" fmla="*/ 16 h 20"/>
                  <a:gd name="T68" fmla="*/ 18 w 32"/>
                  <a:gd name="T69" fmla="*/ 16 h 20"/>
                  <a:gd name="T70" fmla="*/ 12 w 32"/>
                  <a:gd name="T71" fmla="*/ 20 h 20"/>
                  <a:gd name="T72" fmla="*/ 8 w 32"/>
                  <a:gd name="T73" fmla="*/ 20 h 20"/>
                  <a:gd name="T74" fmla="*/ 2 w 32"/>
                  <a:gd name="T75" fmla="*/ 16 h 20"/>
                  <a:gd name="T76" fmla="*/ 2 w 32"/>
                  <a:gd name="T77" fmla="*/ 16 h 20"/>
                  <a:gd name="T78" fmla="*/ 0 w 32"/>
                  <a:gd name="T79" fmla="*/ 12 h 20"/>
                  <a:gd name="T80" fmla="*/ 0 w 32"/>
                  <a:gd name="T81" fmla="*/ 12 h 20"/>
                  <a:gd name="T82" fmla="*/ 8 w 32"/>
                  <a:gd name="T83" fmla="*/ 10 h 20"/>
                  <a:gd name="T84" fmla="*/ 8 w 32"/>
                  <a:gd name="T85" fmla="*/ 10 h 20"/>
                  <a:gd name="T86" fmla="*/ 10 w 32"/>
                  <a:gd name="T87" fmla="*/ 12 h 20"/>
                  <a:gd name="T88" fmla="*/ 14 w 32"/>
                  <a:gd name="T89" fmla="*/ 12 h 20"/>
                  <a:gd name="T90" fmla="*/ 14 w 32"/>
                  <a:gd name="T91" fmla="*/ 12 h 20"/>
                  <a:gd name="T92" fmla="*/ 18 w 32"/>
                  <a:gd name="T93" fmla="*/ 10 h 20"/>
                  <a:gd name="T94" fmla="*/ 18 w 32"/>
                  <a:gd name="T95" fmla="*/ 10 h 20"/>
                  <a:gd name="T96" fmla="*/ 20 w 32"/>
                  <a:gd name="T97" fmla="*/ 10 h 20"/>
                  <a:gd name="T98" fmla="*/ 20 w 32"/>
                  <a:gd name="T99" fmla="*/ 10 h 20"/>
                  <a:gd name="T100" fmla="*/ 26 w 32"/>
                  <a:gd name="T101" fmla="*/ 12 h 20"/>
                  <a:gd name="T102" fmla="*/ 26 w 32"/>
                  <a:gd name="T103" fmla="*/ 1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 h="20">
                    <a:moveTo>
                      <a:pt x="26" y="12"/>
                    </a:moveTo>
                    <a:lnTo>
                      <a:pt x="26" y="12"/>
                    </a:lnTo>
                    <a:lnTo>
                      <a:pt x="24" y="6"/>
                    </a:lnTo>
                    <a:lnTo>
                      <a:pt x="28" y="6"/>
                    </a:lnTo>
                    <a:lnTo>
                      <a:pt x="28" y="6"/>
                    </a:lnTo>
                    <a:lnTo>
                      <a:pt x="30" y="2"/>
                    </a:lnTo>
                    <a:lnTo>
                      <a:pt x="32" y="0"/>
                    </a:lnTo>
                    <a:lnTo>
                      <a:pt x="32" y="0"/>
                    </a:lnTo>
                    <a:lnTo>
                      <a:pt x="32" y="0"/>
                    </a:lnTo>
                    <a:lnTo>
                      <a:pt x="26" y="4"/>
                    </a:lnTo>
                    <a:lnTo>
                      <a:pt x="22" y="6"/>
                    </a:lnTo>
                    <a:lnTo>
                      <a:pt x="22" y="6"/>
                    </a:lnTo>
                    <a:lnTo>
                      <a:pt x="16" y="6"/>
                    </a:lnTo>
                    <a:lnTo>
                      <a:pt x="10" y="6"/>
                    </a:lnTo>
                    <a:lnTo>
                      <a:pt x="10" y="6"/>
                    </a:lnTo>
                    <a:lnTo>
                      <a:pt x="12" y="10"/>
                    </a:lnTo>
                    <a:lnTo>
                      <a:pt x="12" y="10"/>
                    </a:lnTo>
                    <a:lnTo>
                      <a:pt x="8" y="10"/>
                    </a:lnTo>
                    <a:lnTo>
                      <a:pt x="8" y="10"/>
                    </a:lnTo>
                    <a:lnTo>
                      <a:pt x="10" y="12"/>
                    </a:lnTo>
                    <a:lnTo>
                      <a:pt x="14" y="12"/>
                    </a:lnTo>
                    <a:lnTo>
                      <a:pt x="14" y="12"/>
                    </a:lnTo>
                    <a:lnTo>
                      <a:pt x="18" y="10"/>
                    </a:lnTo>
                    <a:lnTo>
                      <a:pt x="18" y="10"/>
                    </a:lnTo>
                    <a:lnTo>
                      <a:pt x="20" y="10"/>
                    </a:lnTo>
                    <a:lnTo>
                      <a:pt x="20" y="10"/>
                    </a:lnTo>
                    <a:lnTo>
                      <a:pt x="26" y="12"/>
                    </a:lnTo>
                    <a:lnTo>
                      <a:pt x="26" y="12"/>
                    </a:lnTo>
                    <a:close/>
                    <a:moveTo>
                      <a:pt x="26" y="12"/>
                    </a:moveTo>
                    <a:lnTo>
                      <a:pt x="26" y="12"/>
                    </a:lnTo>
                    <a:lnTo>
                      <a:pt x="24" y="12"/>
                    </a:lnTo>
                    <a:lnTo>
                      <a:pt x="24" y="12"/>
                    </a:lnTo>
                    <a:lnTo>
                      <a:pt x="22" y="14"/>
                    </a:lnTo>
                    <a:lnTo>
                      <a:pt x="18" y="16"/>
                    </a:lnTo>
                    <a:lnTo>
                      <a:pt x="18" y="16"/>
                    </a:lnTo>
                    <a:lnTo>
                      <a:pt x="12" y="20"/>
                    </a:lnTo>
                    <a:lnTo>
                      <a:pt x="8" y="20"/>
                    </a:lnTo>
                    <a:lnTo>
                      <a:pt x="2" y="16"/>
                    </a:lnTo>
                    <a:lnTo>
                      <a:pt x="2" y="16"/>
                    </a:lnTo>
                    <a:lnTo>
                      <a:pt x="0" y="12"/>
                    </a:lnTo>
                    <a:lnTo>
                      <a:pt x="0" y="12"/>
                    </a:lnTo>
                    <a:lnTo>
                      <a:pt x="8" y="10"/>
                    </a:lnTo>
                    <a:lnTo>
                      <a:pt x="8" y="10"/>
                    </a:lnTo>
                    <a:lnTo>
                      <a:pt x="10" y="12"/>
                    </a:lnTo>
                    <a:lnTo>
                      <a:pt x="14" y="12"/>
                    </a:lnTo>
                    <a:lnTo>
                      <a:pt x="14" y="12"/>
                    </a:lnTo>
                    <a:lnTo>
                      <a:pt x="18" y="10"/>
                    </a:lnTo>
                    <a:lnTo>
                      <a:pt x="18" y="10"/>
                    </a:lnTo>
                    <a:lnTo>
                      <a:pt x="20" y="10"/>
                    </a:lnTo>
                    <a:lnTo>
                      <a:pt x="20" y="10"/>
                    </a:lnTo>
                    <a:lnTo>
                      <a:pt x="26" y="12"/>
                    </a:lnTo>
                    <a:lnTo>
                      <a:pt x="26"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7" name="Freeform 258">
                <a:extLst>
                  <a:ext uri="{FF2B5EF4-FFF2-40B4-BE49-F238E27FC236}">
                    <a16:creationId xmlns:a16="http://schemas.microsoft.com/office/drawing/2014/main" id="{F073D3E2-7CB9-BF47-8F8F-E7B909ACA6A8}"/>
                  </a:ext>
                </a:extLst>
              </p:cNvPr>
              <p:cNvSpPr>
                <a:spLocks noEditPoints="1"/>
              </p:cNvSpPr>
              <p:nvPr/>
            </p:nvSpPr>
            <p:spPr bwMode="auto">
              <a:xfrm>
                <a:off x="7083854" y="2929927"/>
                <a:ext cx="130047" cy="124146"/>
              </a:xfrm>
              <a:custGeom>
                <a:avLst/>
                <a:gdLst>
                  <a:gd name="T0" fmla="*/ 48 w 66"/>
                  <a:gd name="T1" fmla="*/ 14 h 62"/>
                  <a:gd name="T2" fmla="*/ 40 w 66"/>
                  <a:gd name="T3" fmla="*/ 16 h 62"/>
                  <a:gd name="T4" fmla="*/ 36 w 66"/>
                  <a:gd name="T5" fmla="*/ 8 h 62"/>
                  <a:gd name="T6" fmla="*/ 26 w 66"/>
                  <a:gd name="T7" fmla="*/ 0 h 62"/>
                  <a:gd name="T8" fmla="*/ 22 w 66"/>
                  <a:gd name="T9" fmla="*/ 4 h 62"/>
                  <a:gd name="T10" fmla="*/ 26 w 66"/>
                  <a:gd name="T11" fmla="*/ 8 h 62"/>
                  <a:gd name="T12" fmla="*/ 22 w 66"/>
                  <a:gd name="T13" fmla="*/ 12 h 62"/>
                  <a:gd name="T14" fmla="*/ 18 w 66"/>
                  <a:gd name="T15" fmla="*/ 8 h 62"/>
                  <a:gd name="T16" fmla="*/ 12 w 66"/>
                  <a:gd name="T17" fmla="*/ 4 h 62"/>
                  <a:gd name="T18" fmla="*/ 6 w 66"/>
                  <a:gd name="T19" fmla="*/ 6 h 62"/>
                  <a:gd name="T20" fmla="*/ 2 w 66"/>
                  <a:gd name="T21" fmla="*/ 16 h 62"/>
                  <a:gd name="T22" fmla="*/ 6 w 66"/>
                  <a:gd name="T23" fmla="*/ 18 h 62"/>
                  <a:gd name="T24" fmla="*/ 8 w 66"/>
                  <a:gd name="T25" fmla="*/ 16 h 62"/>
                  <a:gd name="T26" fmla="*/ 12 w 66"/>
                  <a:gd name="T27" fmla="*/ 20 h 62"/>
                  <a:gd name="T28" fmla="*/ 8 w 66"/>
                  <a:gd name="T29" fmla="*/ 26 h 62"/>
                  <a:gd name="T30" fmla="*/ 16 w 66"/>
                  <a:gd name="T31" fmla="*/ 30 h 62"/>
                  <a:gd name="T32" fmla="*/ 16 w 66"/>
                  <a:gd name="T33" fmla="*/ 36 h 62"/>
                  <a:gd name="T34" fmla="*/ 20 w 66"/>
                  <a:gd name="T35" fmla="*/ 42 h 62"/>
                  <a:gd name="T36" fmla="*/ 24 w 66"/>
                  <a:gd name="T37" fmla="*/ 42 h 62"/>
                  <a:gd name="T38" fmla="*/ 26 w 66"/>
                  <a:gd name="T39" fmla="*/ 50 h 62"/>
                  <a:gd name="T40" fmla="*/ 32 w 66"/>
                  <a:gd name="T41" fmla="*/ 44 h 62"/>
                  <a:gd name="T42" fmla="*/ 36 w 66"/>
                  <a:gd name="T43" fmla="*/ 42 h 62"/>
                  <a:gd name="T44" fmla="*/ 36 w 66"/>
                  <a:gd name="T45" fmla="*/ 42 h 62"/>
                  <a:gd name="T46" fmla="*/ 40 w 66"/>
                  <a:gd name="T47" fmla="*/ 48 h 62"/>
                  <a:gd name="T48" fmla="*/ 38 w 66"/>
                  <a:gd name="T49" fmla="*/ 52 h 62"/>
                  <a:gd name="T50" fmla="*/ 40 w 66"/>
                  <a:gd name="T51" fmla="*/ 56 h 62"/>
                  <a:gd name="T52" fmla="*/ 46 w 66"/>
                  <a:gd name="T53" fmla="*/ 62 h 62"/>
                  <a:gd name="T54" fmla="*/ 46 w 66"/>
                  <a:gd name="T55" fmla="*/ 54 h 62"/>
                  <a:gd name="T56" fmla="*/ 52 w 66"/>
                  <a:gd name="T57" fmla="*/ 48 h 62"/>
                  <a:gd name="T58" fmla="*/ 54 w 66"/>
                  <a:gd name="T59" fmla="*/ 40 h 62"/>
                  <a:gd name="T60" fmla="*/ 54 w 66"/>
                  <a:gd name="T61" fmla="*/ 32 h 62"/>
                  <a:gd name="T62" fmla="*/ 58 w 66"/>
                  <a:gd name="T63" fmla="*/ 28 h 62"/>
                  <a:gd name="T64" fmla="*/ 64 w 66"/>
                  <a:gd name="T65" fmla="*/ 22 h 62"/>
                  <a:gd name="T66" fmla="*/ 62 w 66"/>
                  <a:gd name="T67" fmla="*/ 22 h 62"/>
                  <a:gd name="T68" fmla="*/ 52 w 66"/>
                  <a:gd name="T69" fmla="*/ 16 h 62"/>
                  <a:gd name="T70" fmla="*/ 0 w 66"/>
                  <a:gd name="T71" fmla="*/ 44 h 62"/>
                  <a:gd name="T72" fmla="*/ 2 w 66"/>
                  <a:gd name="T73" fmla="*/ 48 h 62"/>
                  <a:gd name="T74" fmla="*/ 8 w 66"/>
                  <a:gd name="T75" fmla="*/ 54 h 62"/>
                  <a:gd name="T76" fmla="*/ 12 w 66"/>
                  <a:gd name="T77" fmla="*/ 58 h 62"/>
                  <a:gd name="T78" fmla="*/ 18 w 66"/>
                  <a:gd name="T79" fmla="*/ 56 h 62"/>
                  <a:gd name="T80" fmla="*/ 14 w 66"/>
                  <a:gd name="T81" fmla="*/ 50 h 62"/>
                  <a:gd name="T82" fmla="*/ 8 w 66"/>
                  <a:gd name="T83" fmla="*/ 44 h 62"/>
                  <a:gd name="T84" fmla="*/ 0 w 66"/>
                  <a:gd name="T85" fmla="*/ 4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6" h="62">
                    <a:moveTo>
                      <a:pt x="50" y="8"/>
                    </a:moveTo>
                    <a:lnTo>
                      <a:pt x="50" y="8"/>
                    </a:lnTo>
                    <a:lnTo>
                      <a:pt x="48" y="14"/>
                    </a:lnTo>
                    <a:lnTo>
                      <a:pt x="42" y="18"/>
                    </a:lnTo>
                    <a:lnTo>
                      <a:pt x="42" y="18"/>
                    </a:lnTo>
                    <a:lnTo>
                      <a:pt x="40" y="16"/>
                    </a:lnTo>
                    <a:lnTo>
                      <a:pt x="38" y="12"/>
                    </a:lnTo>
                    <a:lnTo>
                      <a:pt x="38" y="12"/>
                    </a:lnTo>
                    <a:lnTo>
                      <a:pt x="36" y="8"/>
                    </a:lnTo>
                    <a:lnTo>
                      <a:pt x="32" y="6"/>
                    </a:lnTo>
                    <a:lnTo>
                      <a:pt x="32" y="6"/>
                    </a:lnTo>
                    <a:lnTo>
                      <a:pt x="26" y="0"/>
                    </a:lnTo>
                    <a:lnTo>
                      <a:pt x="26" y="0"/>
                    </a:lnTo>
                    <a:lnTo>
                      <a:pt x="24" y="2"/>
                    </a:lnTo>
                    <a:lnTo>
                      <a:pt x="22" y="4"/>
                    </a:lnTo>
                    <a:lnTo>
                      <a:pt x="22" y="6"/>
                    </a:lnTo>
                    <a:lnTo>
                      <a:pt x="22" y="6"/>
                    </a:lnTo>
                    <a:lnTo>
                      <a:pt x="26" y="8"/>
                    </a:lnTo>
                    <a:lnTo>
                      <a:pt x="24" y="12"/>
                    </a:lnTo>
                    <a:lnTo>
                      <a:pt x="24" y="12"/>
                    </a:lnTo>
                    <a:lnTo>
                      <a:pt x="22" y="12"/>
                    </a:lnTo>
                    <a:lnTo>
                      <a:pt x="20" y="12"/>
                    </a:lnTo>
                    <a:lnTo>
                      <a:pt x="18" y="8"/>
                    </a:lnTo>
                    <a:lnTo>
                      <a:pt x="18" y="8"/>
                    </a:lnTo>
                    <a:lnTo>
                      <a:pt x="16" y="6"/>
                    </a:lnTo>
                    <a:lnTo>
                      <a:pt x="12" y="4"/>
                    </a:lnTo>
                    <a:lnTo>
                      <a:pt x="12" y="4"/>
                    </a:lnTo>
                    <a:lnTo>
                      <a:pt x="8" y="4"/>
                    </a:lnTo>
                    <a:lnTo>
                      <a:pt x="6" y="6"/>
                    </a:lnTo>
                    <a:lnTo>
                      <a:pt x="6" y="6"/>
                    </a:lnTo>
                    <a:lnTo>
                      <a:pt x="4" y="10"/>
                    </a:lnTo>
                    <a:lnTo>
                      <a:pt x="2" y="12"/>
                    </a:lnTo>
                    <a:lnTo>
                      <a:pt x="2" y="16"/>
                    </a:lnTo>
                    <a:lnTo>
                      <a:pt x="2" y="16"/>
                    </a:lnTo>
                    <a:lnTo>
                      <a:pt x="4" y="18"/>
                    </a:lnTo>
                    <a:lnTo>
                      <a:pt x="6" y="18"/>
                    </a:lnTo>
                    <a:lnTo>
                      <a:pt x="6" y="16"/>
                    </a:lnTo>
                    <a:lnTo>
                      <a:pt x="6" y="16"/>
                    </a:lnTo>
                    <a:lnTo>
                      <a:pt x="8" y="16"/>
                    </a:lnTo>
                    <a:lnTo>
                      <a:pt x="8" y="18"/>
                    </a:lnTo>
                    <a:lnTo>
                      <a:pt x="12" y="20"/>
                    </a:lnTo>
                    <a:lnTo>
                      <a:pt x="12" y="20"/>
                    </a:lnTo>
                    <a:lnTo>
                      <a:pt x="12" y="22"/>
                    </a:lnTo>
                    <a:lnTo>
                      <a:pt x="12" y="24"/>
                    </a:lnTo>
                    <a:lnTo>
                      <a:pt x="8" y="26"/>
                    </a:lnTo>
                    <a:lnTo>
                      <a:pt x="8" y="26"/>
                    </a:lnTo>
                    <a:lnTo>
                      <a:pt x="16" y="30"/>
                    </a:lnTo>
                    <a:lnTo>
                      <a:pt x="16" y="30"/>
                    </a:lnTo>
                    <a:lnTo>
                      <a:pt x="18" y="34"/>
                    </a:lnTo>
                    <a:lnTo>
                      <a:pt x="16" y="36"/>
                    </a:lnTo>
                    <a:lnTo>
                      <a:pt x="16" y="36"/>
                    </a:lnTo>
                    <a:lnTo>
                      <a:pt x="16" y="38"/>
                    </a:lnTo>
                    <a:lnTo>
                      <a:pt x="20" y="42"/>
                    </a:lnTo>
                    <a:lnTo>
                      <a:pt x="20" y="42"/>
                    </a:lnTo>
                    <a:lnTo>
                      <a:pt x="24" y="42"/>
                    </a:lnTo>
                    <a:lnTo>
                      <a:pt x="24" y="42"/>
                    </a:lnTo>
                    <a:lnTo>
                      <a:pt x="24" y="42"/>
                    </a:lnTo>
                    <a:lnTo>
                      <a:pt x="24" y="42"/>
                    </a:lnTo>
                    <a:lnTo>
                      <a:pt x="26" y="48"/>
                    </a:lnTo>
                    <a:lnTo>
                      <a:pt x="26" y="50"/>
                    </a:lnTo>
                    <a:lnTo>
                      <a:pt x="26" y="50"/>
                    </a:lnTo>
                    <a:lnTo>
                      <a:pt x="28" y="48"/>
                    </a:lnTo>
                    <a:lnTo>
                      <a:pt x="32" y="44"/>
                    </a:lnTo>
                    <a:lnTo>
                      <a:pt x="32" y="44"/>
                    </a:lnTo>
                    <a:lnTo>
                      <a:pt x="34" y="44"/>
                    </a:lnTo>
                    <a:lnTo>
                      <a:pt x="36" y="42"/>
                    </a:lnTo>
                    <a:lnTo>
                      <a:pt x="36" y="42"/>
                    </a:lnTo>
                    <a:lnTo>
                      <a:pt x="36" y="42"/>
                    </a:lnTo>
                    <a:lnTo>
                      <a:pt x="36" y="42"/>
                    </a:lnTo>
                    <a:lnTo>
                      <a:pt x="40" y="46"/>
                    </a:lnTo>
                    <a:lnTo>
                      <a:pt x="40" y="48"/>
                    </a:lnTo>
                    <a:lnTo>
                      <a:pt x="40" y="48"/>
                    </a:lnTo>
                    <a:lnTo>
                      <a:pt x="38" y="50"/>
                    </a:lnTo>
                    <a:lnTo>
                      <a:pt x="38" y="50"/>
                    </a:lnTo>
                    <a:lnTo>
                      <a:pt x="38" y="52"/>
                    </a:lnTo>
                    <a:lnTo>
                      <a:pt x="38" y="54"/>
                    </a:lnTo>
                    <a:lnTo>
                      <a:pt x="38" y="54"/>
                    </a:lnTo>
                    <a:lnTo>
                      <a:pt x="40" y="56"/>
                    </a:lnTo>
                    <a:lnTo>
                      <a:pt x="42" y="58"/>
                    </a:lnTo>
                    <a:lnTo>
                      <a:pt x="42" y="58"/>
                    </a:lnTo>
                    <a:lnTo>
                      <a:pt x="46" y="62"/>
                    </a:lnTo>
                    <a:lnTo>
                      <a:pt x="46" y="62"/>
                    </a:lnTo>
                    <a:lnTo>
                      <a:pt x="46" y="54"/>
                    </a:lnTo>
                    <a:lnTo>
                      <a:pt x="46" y="54"/>
                    </a:lnTo>
                    <a:lnTo>
                      <a:pt x="52" y="52"/>
                    </a:lnTo>
                    <a:lnTo>
                      <a:pt x="52" y="52"/>
                    </a:lnTo>
                    <a:lnTo>
                      <a:pt x="52" y="48"/>
                    </a:lnTo>
                    <a:lnTo>
                      <a:pt x="50" y="48"/>
                    </a:lnTo>
                    <a:lnTo>
                      <a:pt x="50" y="48"/>
                    </a:lnTo>
                    <a:lnTo>
                      <a:pt x="54" y="40"/>
                    </a:lnTo>
                    <a:lnTo>
                      <a:pt x="54" y="40"/>
                    </a:lnTo>
                    <a:lnTo>
                      <a:pt x="54" y="36"/>
                    </a:lnTo>
                    <a:lnTo>
                      <a:pt x="54" y="32"/>
                    </a:lnTo>
                    <a:lnTo>
                      <a:pt x="54" y="32"/>
                    </a:lnTo>
                    <a:lnTo>
                      <a:pt x="56" y="30"/>
                    </a:lnTo>
                    <a:lnTo>
                      <a:pt x="58" y="28"/>
                    </a:lnTo>
                    <a:lnTo>
                      <a:pt x="66" y="26"/>
                    </a:lnTo>
                    <a:lnTo>
                      <a:pt x="66" y="26"/>
                    </a:lnTo>
                    <a:lnTo>
                      <a:pt x="64" y="22"/>
                    </a:lnTo>
                    <a:lnTo>
                      <a:pt x="64" y="22"/>
                    </a:lnTo>
                    <a:lnTo>
                      <a:pt x="62" y="22"/>
                    </a:lnTo>
                    <a:lnTo>
                      <a:pt x="62" y="22"/>
                    </a:lnTo>
                    <a:lnTo>
                      <a:pt x="56" y="20"/>
                    </a:lnTo>
                    <a:lnTo>
                      <a:pt x="52" y="16"/>
                    </a:lnTo>
                    <a:lnTo>
                      <a:pt x="52" y="16"/>
                    </a:lnTo>
                    <a:lnTo>
                      <a:pt x="50" y="8"/>
                    </a:lnTo>
                    <a:lnTo>
                      <a:pt x="50" y="8"/>
                    </a:lnTo>
                    <a:close/>
                    <a:moveTo>
                      <a:pt x="0" y="44"/>
                    </a:moveTo>
                    <a:lnTo>
                      <a:pt x="0" y="44"/>
                    </a:lnTo>
                    <a:lnTo>
                      <a:pt x="0" y="46"/>
                    </a:lnTo>
                    <a:lnTo>
                      <a:pt x="2" y="48"/>
                    </a:lnTo>
                    <a:lnTo>
                      <a:pt x="2" y="48"/>
                    </a:lnTo>
                    <a:lnTo>
                      <a:pt x="4" y="52"/>
                    </a:lnTo>
                    <a:lnTo>
                      <a:pt x="8" y="54"/>
                    </a:lnTo>
                    <a:lnTo>
                      <a:pt x="8" y="54"/>
                    </a:lnTo>
                    <a:lnTo>
                      <a:pt x="10" y="56"/>
                    </a:lnTo>
                    <a:lnTo>
                      <a:pt x="12" y="58"/>
                    </a:lnTo>
                    <a:lnTo>
                      <a:pt x="12" y="58"/>
                    </a:lnTo>
                    <a:lnTo>
                      <a:pt x="18" y="56"/>
                    </a:lnTo>
                    <a:lnTo>
                      <a:pt x="18" y="56"/>
                    </a:lnTo>
                    <a:lnTo>
                      <a:pt x="18" y="54"/>
                    </a:lnTo>
                    <a:lnTo>
                      <a:pt x="14" y="50"/>
                    </a:lnTo>
                    <a:lnTo>
                      <a:pt x="14" y="50"/>
                    </a:lnTo>
                    <a:lnTo>
                      <a:pt x="10" y="44"/>
                    </a:lnTo>
                    <a:lnTo>
                      <a:pt x="10" y="44"/>
                    </a:lnTo>
                    <a:lnTo>
                      <a:pt x="8" y="44"/>
                    </a:lnTo>
                    <a:lnTo>
                      <a:pt x="4" y="44"/>
                    </a:lnTo>
                    <a:lnTo>
                      <a:pt x="4" y="44"/>
                    </a:lnTo>
                    <a:lnTo>
                      <a:pt x="0" y="44"/>
                    </a:lnTo>
                    <a:lnTo>
                      <a:pt x="0"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8" name="Freeform 261">
                <a:extLst>
                  <a:ext uri="{FF2B5EF4-FFF2-40B4-BE49-F238E27FC236}">
                    <a16:creationId xmlns:a16="http://schemas.microsoft.com/office/drawing/2014/main" id="{ED1C0C4F-B2E8-3C48-8773-4B7521970CE2}"/>
                  </a:ext>
                </a:extLst>
              </p:cNvPr>
              <p:cNvSpPr>
                <a:spLocks/>
              </p:cNvSpPr>
              <p:nvPr/>
            </p:nvSpPr>
            <p:spPr bwMode="auto">
              <a:xfrm>
                <a:off x="7045924" y="2953955"/>
                <a:ext cx="90310" cy="88104"/>
              </a:xfrm>
              <a:custGeom>
                <a:avLst/>
                <a:gdLst>
                  <a:gd name="T0" fmla="*/ 4 w 46"/>
                  <a:gd name="T1" fmla="*/ 0 h 44"/>
                  <a:gd name="T2" fmla="*/ 6 w 46"/>
                  <a:gd name="T3" fmla="*/ 8 h 44"/>
                  <a:gd name="T4" fmla="*/ 4 w 46"/>
                  <a:gd name="T5" fmla="*/ 10 h 44"/>
                  <a:gd name="T6" fmla="*/ 0 w 46"/>
                  <a:gd name="T7" fmla="*/ 16 h 44"/>
                  <a:gd name="T8" fmla="*/ 0 w 46"/>
                  <a:gd name="T9" fmla="*/ 18 h 44"/>
                  <a:gd name="T10" fmla="*/ 6 w 46"/>
                  <a:gd name="T11" fmla="*/ 22 h 44"/>
                  <a:gd name="T12" fmla="*/ 14 w 46"/>
                  <a:gd name="T13" fmla="*/ 24 h 44"/>
                  <a:gd name="T14" fmla="*/ 20 w 46"/>
                  <a:gd name="T15" fmla="*/ 30 h 44"/>
                  <a:gd name="T16" fmla="*/ 20 w 46"/>
                  <a:gd name="T17" fmla="*/ 32 h 44"/>
                  <a:gd name="T18" fmla="*/ 24 w 46"/>
                  <a:gd name="T19" fmla="*/ 32 h 44"/>
                  <a:gd name="T20" fmla="*/ 30 w 46"/>
                  <a:gd name="T21" fmla="*/ 32 h 44"/>
                  <a:gd name="T22" fmla="*/ 34 w 46"/>
                  <a:gd name="T23" fmla="*/ 38 h 44"/>
                  <a:gd name="T24" fmla="*/ 38 w 46"/>
                  <a:gd name="T25" fmla="*/ 42 h 44"/>
                  <a:gd name="T26" fmla="*/ 38 w 46"/>
                  <a:gd name="T27" fmla="*/ 44 h 44"/>
                  <a:gd name="T28" fmla="*/ 42 w 46"/>
                  <a:gd name="T29" fmla="*/ 42 h 44"/>
                  <a:gd name="T30" fmla="*/ 46 w 46"/>
                  <a:gd name="T31" fmla="*/ 38 h 44"/>
                  <a:gd name="T32" fmla="*/ 44 w 46"/>
                  <a:gd name="T33" fmla="*/ 30 h 44"/>
                  <a:gd name="T34" fmla="*/ 44 w 46"/>
                  <a:gd name="T35" fmla="*/ 30 h 44"/>
                  <a:gd name="T36" fmla="*/ 40 w 46"/>
                  <a:gd name="T37" fmla="*/ 30 h 44"/>
                  <a:gd name="T38" fmla="*/ 36 w 46"/>
                  <a:gd name="T39" fmla="*/ 26 h 44"/>
                  <a:gd name="T40" fmla="*/ 38 w 46"/>
                  <a:gd name="T41" fmla="*/ 22 h 44"/>
                  <a:gd name="T42" fmla="*/ 36 w 46"/>
                  <a:gd name="T43" fmla="*/ 18 h 44"/>
                  <a:gd name="T44" fmla="*/ 28 w 46"/>
                  <a:gd name="T45" fmla="*/ 14 h 44"/>
                  <a:gd name="T46" fmla="*/ 32 w 46"/>
                  <a:gd name="T47" fmla="*/ 12 h 44"/>
                  <a:gd name="T48" fmla="*/ 32 w 46"/>
                  <a:gd name="T49" fmla="*/ 8 h 44"/>
                  <a:gd name="T50" fmla="*/ 28 w 46"/>
                  <a:gd name="T51" fmla="*/ 6 h 44"/>
                  <a:gd name="T52" fmla="*/ 26 w 46"/>
                  <a:gd name="T53" fmla="*/ 4 h 44"/>
                  <a:gd name="T54" fmla="*/ 26 w 46"/>
                  <a:gd name="T55" fmla="*/ 6 h 44"/>
                  <a:gd name="T56" fmla="*/ 22 w 46"/>
                  <a:gd name="T57" fmla="*/ 4 h 44"/>
                  <a:gd name="T58" fmla="*/ 22 w 46"/>
                  <a:gd name="T59" fmla="*/ 0 h 44"/>
                  <a:gd name="T60" fmla="*/ 14 w 46"/>
                  <a:gd name="T61" fmla="*/ 0 h 44"/>
                  <a:gd name="T62" fmla="*/ 4 w 46"/>
                  <a:gd name="T6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 h="44">
                    <a:moveTo>
                      <a:pt x="4" y="0"/>
                    </a:moveTo>
                    <a:lnTo>
                      <a:pt x="4" y="0"/>
                    </a:lnTo>
                    <a:lnTo>
                      <a:pt x="4" y="4"/>
                    </a:lnTo>
                    <a:lnTo>
                      <a:pt x="6" y="8"/>
                    </a:lnTo>
                    <a:lnTo>
                      <a:pt x="4" y="10"/>
                    </a:lnTo>
                    <a:lnTo>
                      <a:pt x="4" y="10"/>
                    </a:lnTo>
                    <a:lnTo>
                      <a:pt x="2" y="12"/>
                    </a:lnTo>
                    <a:lnTo>
                      <a:pt x="0" y="16"/>
                    </a:lnTo>
                    <a:lnTo>
                      <a:pt x="0" y="16"/>
                    </a:lnTo>
                    <a:lnTo>
                      <a:pt x="0" y="18"/>
                    </a:lnTo>
                    <a:lnTo>
                      <a:pt x="2" y="20"/>
                    </a:lnTo>
                    <a:lnTo>
                      <a:pt x="6" y="22"/>
                    </a:lnTo>
                    <a:lnTo>
                      <a:pt x="14" y="24"/>
                    </a:lnTo>
                    <a:lnTo>
                      <a:pt x="14" y="24"/>
                    </a:lnTo>
                    <a:lnTo>
                      <a:pt x="18" y="26"/>
                    </a:lnTo>
                    <a:lnTo>
                      <a:pt x="20" y="30"/>
                    </a:lnTo>
                    <a:lnTo>
                      <a:pt x="20" y="32"/>
                    </a:lnTo>
                    <a:lnTo>
                      <a:pt x="20" y="32"/>
                    </a:lnTo>
                    <a:lnTo>
                      <a:pt x="24" y="32"/>
                    </a:lnTo>
                    <a:lnTo>
                      <a:pt x="24" y="32"/>
                    </a:lnTo>
                    <a:lnTo>
                      <a:pt x="28" y="32"/>
                    </a:lnTo>
                    <a:lnTo>
                      <a:pt x="30" y="32"/>
                    </a:lnTo>
                    <a:lnTo>
                      <a:pt x="30" y="32"/>
                    </a:lnTo>
                    <a:lnTo>
                      <a:pt x="34" y="38"/>
                    </a:lnTo>
                    <a:lnTo>
                      <a:pt x="34" y="38"/>
                    </a:lnTo>
                    <a:lnTo>
                      <a:pt x="38" y="42"/>
                    </a:lnTo>
                    <a:lnTo>
                      <a:pt x="38" y="44"/>
                    </a:lnTo>
                    <a:lnTo>
                      <a:pt x="38" y="44"/>
                    </a:lnTo>
                    <a:lnTo>
                      <a:pt x="42" y="42"/>
                    </a:lnTo>
                    <a:lnTo>
                      <a:pt x="42" y="42"/>
                    </a:lnTo>
                    <a:lnTo>
                      <a:pt x="46" y="38"/>
                    </a:lnTo>
                    <a:lnTo>
                      <a:pt x="46" y="38"/>
                    </a:lnTo>
                    <a:lnTo>
                      <a:pt x="46" y="36"/>
                    </a:lnTo>
                    <a:lnTo>
                      <a:pt x="44" y="30"/>
                    </a:lnTo>
                    <a:lnTo>
                      <a:pt x="44" y="30"/>
                    </a:lnTo>
                    <a:lnTo>
                      <a:pt x="44" y="30"/>
                    </a:lnTo>
                    <a:lnTo>
                      <a:pt x="44" y="30"/>
                    </a:lnTo>
                    <a:lnTo>
                      <a:pt x="40" y="30"/>
                    </a:lnTo>
                    <a:lnTo>
                      <a:pt x="40" y="30"/>
                    </a:lnTo>
                    <a:lnTo>
                      <a:pt x="36" y="26"/>
                    </a:lnTo>
                    <a:lnTo>
                      <a:pt x="36" y="24"/>
                    </a:lnTo>
                    <a:lnTo>
                      <a:pt x="38" y="22"/>
                    </a:lnTo>
                    <a:lnTo>
                      <a:pt x="38" y="22"/>
                    </a:lnTo>
                    <a:lnTo>
                      <a:pt x="36" y="18"/>
                    </a:lnTo>
                    <a:lnTo>
                      <a:pt x="36" y="18"/>
                    </a:lnTo>
                    <a:lnTo>
                      <a:pt x="28" y="14"/>
                    </a:lnTo>
                    <a:lnTo>
                      <a:pt x="28" y="14"/>
                    </a:lnTo>
                    <a:lnTo>
                      <a:pt x="32" y="12"/>
                    </a:lnTo>
                    <a:lnTo>
                      <a:pt x="32" y="10"/>
                    </a:lnTo>
                    <a:lnTo>
                      <a:pt x="32" y="8"/>
                    </a:lnTo>
                    <a:lnTo>
                      <a:pt x="32" y="8"/>
                    </a:lnTo>
                    <a:lnTo>
                      <a:pt x="28" y="6"/>
                    </a:lnTo>
                    <a:lnTo>
                      <a:pt x="28" y="4"/>
                    </a:lnTo>
                    <a:lnTo>
                      <a:pt x="26" y="4"/>
                    </a:lnTo>
                    <a:lnTo>
                      <a:pt x="26" y="4"/>
                    </a:lnTo>
                    <a:lnTo>
                      <a:pt x="26" y="6"/>
                    </a:lnTo>
                    <a:lnTo>
                      <a:pt x="24" y="6"/>
                    </a:lnTo>
                    <a:lnTo>
                      <a:pt x="22" y="4"/>
                    </a:lnTo>
                    <a:lnTo>
                      <a:pt x="22" y="0"/>
                    </a:lnTo>
                    <a:lnTo>
                      <a:pt x="22" y="0"/>
                    </a:lnTo>
                    <a:lnTo>
                      <a:pt x="14" y="0"/>
                    </a:lnTo>
                    <a:lnTo>
                      <a:pt x="14" y="0"/>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89" name="Group 588">
              <a:extLst>
                <a:ext uri="{FF2B5EF4-FFF2-40B4-BE49-F238E27FC236}">
                  <a16:creationId xmlns:a16="http://schemas.microsoft.com/office/drawing/2014/main" id="{58710BF1-1EE0-FB44-9B5B-66E0DBABABA2}"/>
                </a:ext>
              </a:extLst>
            </p:cNvPr>
            <p:cNvGrpSpPr/>
            <p:nvPr/>
          </p:nvGrpSpPr>
          <p:grpSpPr>
            <a:xfrm>
              <a:off x="2039078" y="2862477"/>
              <a:ext cx="1631235" cy="1070939"/>
              <a:chOff x="2832965" y="3258313"/>
              <a:chExt cx="1354177" cy="889045"/>
            </a:xfrm>
            <a:solidFill>
              <a:schemeClr val="bg2"/>
            </a:solidFill>
          </p:grpSpPr>
          <p:sp>
            <p:nvSpPr>
              <p:cNvPr id="590" name="Freeform 19">
                <a:extLst>
                  <a:ext uri="{FF2B5EF4-FFF2-40B4-BE49-F238E27FC236}">
                    <a16:creationId xmlns:a16="http://schemas.microsoft.com/office/drawing/2014/main" id="{9A00C532-928A-2346-A18F-A26AC3A70A40}"/>
                  </a:ext>
                </a:extLst>
              </p:cNvPr>
              <p:cNvSpPr>
                <a:spLocks/>
              </p:cNvSpPr>
              <p:nvPr/>
            </p:nvSpPr>
            <p:spPr bwMode="auto">
              <a:xfrm>
                <a:off x="3502225" y="3354426"/>
                <a:ext cx="3914" cy="12014"/>
              </a:xfrm>
              <a:custGeom>
                <a:avLst/>
                <a:gdLst>
                  <a:gd name="T0" fmla="*/ 0 w 2"/>
                  <a:gd name="T1" fmla="*/ 0 h 6"/>
                  <a:gd name="T2" fmla="*/ 0 w 2"/>
                  <a:gd name="T3" fmla="*/ 0 h 6"/>
                  <a:gd name="T4" fmla="*/ 2 w 2"/>
                  <a:gd name="T5" fmla="*/ 4 h 6"/>
                  <a:gd name="T6" fmla="*/ 0 w 2"/>
                  <a:gd name="T7" fmla="*/ 4 h 6"/>
                  <a:gd name="T8" fmla="*/ 0 w 2"/>
                  <a:gd name="T9" fmla="*/ 6 h 6"/>
                  <a:gd name="T10" fmla="*/ 0 w 2"/>
                  <a:gd name="T11" fmla="*/ 6 h 6"/>
                  <a:gd name="T12" fmla="*/ 0 w 2"/>
                  <a:gd name="T13" fmla="*/ 2 h 6"/>
                  <a:gd name="T14" fmla="*/ 0 w 2"/>
                  <a:gd name="T15" fmla="*/ 2 h 6"/>
                  <a:gd name="T16" fmla="*/ 0 w 2"/>
                  <a:gd name="T17" fmla="*/ 0 h 6"/>
                  <a:gd name="T18" fmla="*/ 0 w 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6">
                    <a:moveTo>
                      <a:pt x="0" y="0"/>
                    </a:moveTo>
                    <a:lnTo>
                      <a:pt x="0" y="0"/>
                    </a:lnTo>
                    <a:lnTo>
                      <a:pt x="2" y="4"/>
                    </a:lnTo>
                    <a:lnTo>
                      <a:pt x="0" y="4"/>
                    </a:lnTo>
                    <a:lnTo>
                      <a:pt x="0" y="6"/>
                    </a:lnTo>
                    <a:lnTo>
                      <a:pt x="0" y="6"/>
                    </a:lnTo>
                    <a:lnTo>
                      <a:pt x="0" y="2"/>
                    </a:lnTo>
                    <a:lnTo>
                      <a:pt x="0"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1" name="Freeform 20">
                <a:extLst>
                  <a:ext uri="{FF2B5EF4-FFF2-40B4-BE49-F238E27FC236}">
                    <a16:creationId xmlns:a16="http://schemas.microsoft.com/office/drawing/2014/main" id="{2115764A-67E3-3847-8F36-D9995CC88C87}"/>
                  </a:ext>
                </a:extLst>
              </p:cNvPr>
              <p:cNvSpPr>
                <a:spLocks/>
              </p:cNvSpPr>
              <p:nvPr/>
            </p:nvSpPr>
            <p:spPr bwMode="auto">
              <a:xfrm>
                <a:off x="3506139" y="3370444"/>
                <a:ext cx="3914" cy="4005"/>
              </a:xfrm>
              <a:custGeom>
                <a:avLst/>
                <a:gdLst>
                  <a:gd name="T0" fmla="*/ 2 w 2"/>
                  <a:gd name="T1" fmla="*/ 0 h 2"/>
                  <a:gd name="T2" fmla="*/ 2 w 2"/>
                  <a:gd name="T3" fmla="*/ 2 h 2"/>
                  <a:gd name="T4" fmla="*/ 2 w 2"/>
                  <a:gd name="T5" fmla="*/ 2 h 2"/>
                  <a:gd name="T6" fmla="*/ 0 w 2"/>
                  <a:gd name="T7" fmla="*/ 2 h 2"/>
                  <a:gd name="T8" fmla="*/ 0 w 2"/>
                  <a:gd name="T9" fmla="*/ 0 h 2"/>
                  <a:gd name="T10" fmla="*/ 2 w 2"/>
                  <a:gd name="T11" fmla="*/ 0 h 2"/>
                  <a:gd name="T12" fmla="*/ 2 w 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0"/>
                    </a:moveTo>
                    <a:lnTo>
                      <a:pt x="2" y="2"/>
                    </a:lnTo>
                    <a:lnTo>
                      <a:pt x="2" y="2"/>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2" name="Freeform 107">
                <a:extLst>
                  <a:ext uri="{FF2B5EF4-FFF2-40B4-BE49-F238E27FC236}">
                    <a16:creationId xmlns:a16="http://schemas.microsoft.com/office/drawing/2014/main" id="{A397D03A-B96C-9A47-B067-EECF237971C3}"/>
                  </a:ext>
                </a:extLst>
              </p:cNvPr>
              <p:cNvSpPr>
                <a:spLocks/>
              </p:cNvSpPr>
              <p:nvPr/>
            </p:nvSpPr>
            <p:spPr bwMode="auto">
              <a:xfrm>
                <a:off x="4151917" y="3754896"/>
                <a:ext cx="35225" cy="20024"/>
              </a:xfrm>
              <a:custGeom>
                <a:avLst/>
                <a:gdLst>
                  <a:gd name="T0" fmla="*/ 0 w 18"/>
                  <a:gd name="T1" fmla="*/ 0 h 10"/>
                  <a:gd name="T2" fmla="*/ 0 w 18"/>
                  <a:gd name="T3" fmla="*/ 0 h 10"/>
                  <a:gd name="T4" fmla="*/ 0 w 18"/>
                  <a:gd name="T5" fmla="*/ 4 h 10"/>
                  <a:gd name="T6" fmla="*/ 0 w 18"/>
                  <a:gd name="T7" fmla="*/ 4 h 10"/>
                  <a:gd name="T8" fmla="*/ 2 w 18"/>
                  <a:gd name="T9" fmla="*/ 8 h 10"/>
                  <a:gd name="T10" fmla="*/ 2 w 18"/>
                  <a:gd name="T11" fmla="*/ 8 h 10"/>
                  <a:gd name="T12" fmla="*/ 8 w 18"/>
                  <a:gd name="T13" fmla="*/ 10 h 10"/>
                  <a:gd name="T14" fmla="*/ 10 w 18"/>
                  <a:gd name="T15" fmla="*/ 8 h 10"/>
                  <a:gd name="T16" fmla="*/ 16 w 18"/>
                  <a:gd name="T17" fmla="*/ 4 h 10"/>
                  <a:gd name="T18" fmla="*/ 16 w 18"/>
                  <a:gd name="T19" fmla="*/ 4 h 10"/>
                  <a:gd name="T20" fmla="*/ 18 w 18"/>
                  <a:gd name="T21" fmla="*/ 2 h 10"/>
                  <a:gd name="T22" fmla="*/ 18 w 18"/>
                  <a:gd name="T23" fmla="*/ 2 h 10"/>
                  <a:gd name="T24" fmla="*/ 14 w 18"/>
                  <a:gd name="T25" fmla="*/ 0 h 10"/>
                  <a:gd name="T26" fmla="*/ 0 w 18"/>
                  <a:gd name="T27" fmla="*/ 0 h 10"/>
                  <a:gd name="T28" fmla="*/ 0 w 18"/>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10">
                    <a:moveTo>
                      <a:pt x="0" y="0"/>
                    </a:moveTo>
                    <a:lnTo>
                      <a:pt x="0" y="0"/>
                    </a:lnTo>
                    <a:lnTo>
                      <a:pt x="0" y="4"/>
                    </a:lnTo>
                    <a:lnTo>
                      <a:pt x="0" y="4"/>
                    </a:lnTo>
                    <a:lnTo>
                      <a:pt x="2" y="8"/>
                    </a:lnTo>
                    <a:lnTo>
                      <a:pt x="2" y="8"/>
                    </a:lnTo>
                    <a:lnTo>
                      <a:pt x="8" y="10"/>
                    </a:lnTo>
                    <a:lnTo>
                      <a:pt x="10" y="8"/>
                    </a:lnTo>
                    <a:lnTo>
                      <a:pt x="16" y="4"/>
                    </a:lnTo>
                    <a:lnTo>
                      <a:pt x="16" y="4"/>
                    </a:lnTo>
                    <a:lnTo>
                      <a:pt x="18" y="2"/>
                    </a:lnTo>
                    <a:lnTo>
                      <a:pt x="18" y="2"/>
                    </a:lnTo>
                    <a:lnTo>
                      <a:pt x="14"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3" name="Freeform 114">
                <a:extLst>
                  <a:ext uri="{FF2B5EF4-FFF2-40B4-BE49-F238E27FC236}">
                    <a16:creationId xmlns:a16="http://schemas.microsoft.com/office/drawing/2014/main" id="{2C17B6B5-068B-834D-B963-B7DE23B1178A}"/>
                  </a:ext>
                </a:extLst>
              </p:cNvPr>
              <p:cNvSpPr>
                <a:spLocks/>
              </p:cNvSpPr>
              <p:nvPr/>
            </p:nvSpPr>
            <p:spPr bwMode="auto">
              <a:xfrm>
                <a:off x="3721398" y="4059254"/>
                <a:ext cx="156552" cy="88104"/>
              </a:xfrm>
              <a:custGeom>
                <a:avLst/>
                <a:gdLst>
                  <a:gd name="T0" fmla="*/ 78 w 80"/>
                  <a:gd name="T1" fmla="*/ 20 h 44"/>
                  <a:gd name="T2" fmla="*/ 72 w 80"/>
                  <a:gd name="T3" fmla="*/ 18 h 44"/>
                  <a:gd name="T4" fmla="*/ 64 w 80"/>
                  <a:gd name="T5" fmla="*/ 10 h 44"/>
                  <a:gd name="T6" fmla="*/ 66 w 80"/>
                  <a:gd name="T7" fmla="*/ 4 h 44"/>
                  <a:gd name="T8" fmla="*/ 64 w 80"/>
                  <a:gd name="T9" fmla="*/ 6 h 44"/>
                  <a:gd name="T10" fmla="*/ 64 w 80"/>
                  <a:gd name="T11" fmla="*/ 6 h 44"/>
                  <a:gd name="T12" fmla="*/ 64 w 80"/>
                  <a:gd name="T13" fmla="*/ 2 h 44"/>
                  <a:gd name="T14" fmla="*/ 48 w 80"/>
                  <a:gd name="T15" fmla="*/ 0 h 44"/>
                  <a:gd name="T16" fmla="*/ 46 w 80"/>
                  <a:gd name="T17" fmla="*/ 4 h 44"/>
                  <a:gd name="T18" fmla="*/ 40 w 80"/>
                  <a:gd name="T19" fmla="*/ 6 h 44"/>
                  <a:gd name="T20" fmla="*/ 34 w 80"/>
                  <a:gd name="T21" fmla="*/ 8 h 44"/>
                  <a:gd name="T22" fmla="*/ 26 w 80"/>
                  <a:gd name="T23" fmla="*/ 12 h 44"/>
                  <a:gd name="T24" fmla="*/ 24 w 80"/>
                  <a:gd name="T25" fmla="*/ 12 h 44"/>
                  <a:gd name="T26" fmla="*/ 18 w 80"/>
                  <a:gd name="T27" fmla="*/ 8 h 44"/>
                  <a:gd name="T28" fmla="*/ 12 w 80"/>
                  <a:gd name="T29" fmla="*/ 10 h 44"/>
                  <a:gd name="T30" fmla="*/ 10 w 80"/>
                  <a:gd name="T31" fmla="*/ 6 h 44"/>
                  <a:gd name="T32" fmla="*/ 10 w 80"/>
                  <a:gd name="T33" fmla="*/ 0 h 44"/>
                  <a:gd name="T34" fmla="*/ 2 w 80"/>
                  <a:gd name="T35" fmla="*/ 0 h 44"/>
                  <a:gd name="T36" fmla="*/ 2 w 80"/>
                  <a:gd name="T37" fmla="*/ 2 h 44"/>
                  <a:gd name="T38" fmla="*/ 2 w 80"/>
                  <a:gd name="T39" fmla="*/ 6 h 44"/>
                  <a:gd name="T40" fmla="*/ 2 w 80"/>
                  <a:gd name="T41" fmla="*/ 12 h 44"/>
                  <a:gd name="T42" fmla="*/ 4 w 80"/>
                  <a:gd name="T43" fmla="*/ 16 h 44"/>
                  <a:gd name="T44" fmla="*/ 2 w 80"/>
                  <a:gd name="T45" fmla="*/ 22 h 44"/>
                  <a:gd name="T46" fmla="*/ 6 w 80"/>
                  <a:gd name="T47" fmla="*/ 20 h 44"/>
                  <a:gd name="T48" fmla="*/ 6 w 80"/>
                  <a:gd name="T49" fmla="*/ 20 h 44"/>
                  <a:gd name="T50" fmla="*/ 10 w 80"/>
                  <a:gd name="T51" fmla="*/ 20 h 44"/>
                  <a:gd name="T52" fmla="*/ 10 w 80"/>
                  <a:gd name="T53" fmla="*/ 22 h 44"/>
                  <a:gd name="T54" fmla="*/ 18 w 80"/>
                  <a:gd name="T55" fmla="*/ 22 h 44"/>
                  <a:gd name="T56" fmla="*/ 22 w 80"/>
                  <a:gd name="T57" fmla="*/ 30 h 44"/>
                  <a:gd name="T58" fmla="*/ 28 w 80"/>
                  <a:gd name="T59" fmla="*/ 30 h 44"/>
                  <a:gd name="T60" fmla="*/ 32 w 80"/>
                  <a:gd name="T61" fmla="*/ 38 h 44"/>
                  <a:gd name="T62" fmla="*/ 36 w 80"/>
                  <a:gd name="T63" fmla="*/ 36 h 44"/>
                  <a:gd name="T64" fmla="*/ 38 w 80"/>
                  <a:gd name="T65" fmla="*/ 32 h 44"/>
                  <a:gd name="T66" fmla="*/ 42 w 80"/>
                  <a:gd name="T67" fmla="*/ 32 h 44"/>
                  <a:gd name="T68" fmla="*/ 42 w 80"/>
                  <a:gd name="T69" fmla="*/ 28 h 44"/>
                  <a:gd name="T70" fmla="*/ 38 w 80"/>
                  <a:gd name="T71" fmla="*/ 24 h 44"/>
                  <a:gd name="T72" fmla="*/ 36 w 80"/>
                  <a:gd name="T73" fmla="*/ 24 h 44"/>
                  <a:gd name="T74" fmla="*/ 34 w 80"/>
                  <a:gd name="T75" fmla="*/ 22 h 44"/>
                  <a:gd name="T76" fmla="*/ 42 w 80"/>
                  <a:gd name="T77" fmla="*/ 20 h 44"/>
                  <a:gd name="T78" fmla="*/ 50 w 80"/>
                  <a:gd name="T79" fmla="*/ 10 h 44"/>
                  <a:gd name="T80" fmla="*/ 54 w 80"/>
                  <a:gd name="T81" fmla="*/ 12 h 44"/>
                  <a:gd name="T82" fmla="*/ 58 w 80"/>
                  <a:gd name="T83" fmla="*/ 18 h 44"/>
                  <a:gd name="T84" fmla="*/ 60 w 80"/>
                  <a:gd name="T85" fmla="*/ 24 h 44"/>
                  <a:gd name="T86" fmla="*/ 68 w 80"/>
                  <a:gd name="T87" fmla="*/ 22 h 44"/>
                  <a:gd name="T88" fmla="*/ 68 w 80"/>
                  <a:gd name="T89" fmla="*/ 26 h 44"/>
                  <a:gd name="T90" fmla="*/ 64 w 80"/>
                  <a:gd name="T91" fmla="*/ 30 h 44"/>
                  <a:gd name="T92" fmla="*/ 62 w 80"/>
                  <a:gd name="T93" fmla="*/ 36 h 44"/>
                  <a:gd name="T94" fmla="*/ 68 w 80"/>
                  <a:gd name="T95" fmla="*/ 42 h 44"/>
                  <a:gd name="T96" fmla="*/ 74 w 80"/>
                  <a:gd name="T97" fmla="*/ 44 h 44"/>
                  <a:gd name="T98" fmla="*/ 76 w 80"/>
                  <a:gd name="T99" fmla="*/ 40 h 44"/>
                  <a:gd name="T100" fmla="*/ 80 w 80"/>
                  <a:gd name="T101" fmla="*/ 32 h 44"/>
                  <a:gd name="T102" fmla="*/ 78 w 80"/>
                  <a:gd name="T103" fmla="*/ 28 h 44"/>
                  <a:gd name="T104" fmla="*/ 78 w 80"/>
                  <a:gd name="T105"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0" h="44">
                    <a:moveTo>
                      <a:pt x="78" y="20"/>
                    </a:moveTo>
                    <a:lnTo>
                      <a:pt x="78" y="20"/>
                    </a:lnTo>
                    <a:lnTo>
                      <a:pt x="72" y="18"/>
                    </a:lnTo>
                    <a:lnTo>
                      <a:pt x="72" y="18"/>
                    </a:lnTo>
                    <a:lnTo>
                      <a:pt x="72" y="14"/>
                    </a:lnTo>
                    <a:lnTo>
                      <a:pt x="64" y="10"/>
                    </a:lnTo>
                    <a:lnTo>
                      <a:pt x="64" y="10"/>
                    </a:lnTo>
                    <a:lnTo>
                      <a:pt x="66" y="4"/>
                    </a:lnTo>
                    <a:lnTo>
                      <a:pt x="66" y="4"/>
                    </a:lnTo>
                    <a:lnTo>
                      <a:pt x="64" y="6"/>
                    </a:lnTo>
                    <a:lnTo>
                      <a:pt x="64" y="6"/>
                    </a:lnTo>
                    <a:lnTo>
                      <a:pt x="64" y="6"/>
                    </a:lnTo>
                    <a:lnTo>
                      <a:pt x="64" y="2"/>
                    </a:lnTo>
                    <a:lnTo>
                      <a:pt x="64" y="2"/>
                    </a:lnTo>
                    <a:lnTo>
                      <a:pt x="56" y="0"/>
                    </a:lnTo>
                    <a:lnTo>
                      <a:pt x="48" y="0"/>
                    </a:lnTo>
                    <a:lnTo>
                      <a:pt x="48" y="0"/>
                    </a:lnTo>
                    <a:lnTo>
                      <a:pt x="46" y="4"/>
                    </a:lnTo>
                    <a:lnTo>
                      <a:pt x="46" y="4"/>
                    </a:lnTo>
                    <a:lnTo>
                      <a:pt x="40" y="6"/>
                    </a:lnTo>
                    <a:lnTo>
                      <a:pt x="34" y="8"/>
                    </a:lnTo>
                    <a:lnTo>
                      <a:pt x="34" y="8"/>
                    </a:lnTo>
                    <a:lnTo>
                      <a:pt x="30" y="10"/>
                    </a:lnTo>
                    <a:lnTo>
                      <a:pt x="26" y="12"/>
                    </a:lnTo>
                    <a:lnTo>
                      <a:pt x="26" y="12"/>
                    </a:lnTo>
                    <a:lnTo>
                      <a:pt x="24" y="12"/>
                    </a:lnTo>
                    <a:lnTo>
                      <a:pt x="22" y="10"/>
                    </a:lnTo>
                    <a:lnTo>
                      <a:pt x="18" y="8"/>
                    </a:lnTo>
                    <a:lnTo>
                      <a:pt x="12" y="10"/>
                    </a:lnTo>
                    <a:lnTo>
                      <a:pt x="12" y="10"/>
                    </a:lnTo>
                    <a:lnTo>
                      <a:pt x="10" y="6"/>
                    </a:lnTo>
                    <a:lnTo>
                      <a:pt x="10" y="6"/>
                    </a:lnTo>
                    <a:lnTo>
                      <a:pt x="10" y="4"/>
                    </a:lnTo>
                    <a:lnTo>
                      <a:pt x="10" y="0"/>
                    </a:lnTo>
                    <a:lnTo>
                      <a:pt x="4" y="0"/>
                    </a:lnTo>
                    <a:lnTo>
                      <a:pt x="2" y="0"/>
                    </a:lnTo>
                    <a:lnTo>
                      <a:pt x="2" y="0"/>
                    </a:lnTo>
                    <a:lnTo>
                      <a:pt x="2" y="2"/>
                    </a:lnTo>
                    <a:lnTo>
                      <a:pt x="2" y="6"/>
                    </a:lnTo>
                    <a:lnTo>
                      <a:pt x="2" y="6"/>
                    </a:lnTo>
                    <a:lnTo>
                      <a:pt x="0" y="10"/>
                    </a:lnTo>
                    <a:lnTo>
                      <a:pt x="2" y="12"/>
                    </a:lnTo>
                    <a:lnTo>
                      <a:pt x="4" y="14"/>
                    </a:lnTo>
                    <a:lnTo>
                      <a:pt x="4" y="16"/>
                    </a:lnTo>
                    <a:lnTo>
                      <a:pt x="4" y="16"/>
                    </a:lnTo>
                    <a:lnTo>
                      <a:pt x="2" y="22"/>
                    </a:lnTo>
                    <a:lnTo>
                      <a:pt x="2" y="22"/>
                    </a:lnTo>
                    <a:lnTo>
                      <a:pt x="6" y="20"/>
                    </a:lnTo>
                    <a:lnTo>
                      <a:pt x="6" y="20"/>
                    </a:lnTo>
                    <a:lnTo>
                      <a:pt x="6" y="20"/>
                    </a:lnTo>
                    <a:lnTo>
                      <a:pt x="10" y="20"/>
                    </a:lnTo>
                    <a:lnTo>
                      <a:pt x="10" y="20"/>
                    </a:lnTo>
                    <a:lnTo>
                      <a:pt x="10" y="22"/>
                    </a:lnTo>
                    <a:lnTo>
                      <a:pt x="10" y="22"/>
                    </a:lnTo>
                    <a:lnTo>
                      <a:pt x="16" y="22"/>
                    </a:lnTo>
                    <a:lnTo>
                      <a:pt x="18" y="22"/>
                    </a:lnTo>
                    <a:lnTo>
                      <a:pt x="18" y="22"/>
                    </a:lnTo>
                    <a:lnTo>
                      <a:pt x="22" y="30"/>
                    </a:lnTo>
                    <a:lnTo>
                      <a:pt x="22" y="30"/>
                    </a:lnTo>
                    <a:lnTo>
                      <a:pt x="28" y="30"/>
                    </a:lnTo>
                    <a:lnTo>
                      <a:pt x="32" y="38"/>
                    </a:lnTo>
                    <a:lnTo>
                      <a:pt x="32" y="38"/>
                    </a:lnTo>
                    <a:lnTo>
                      <a:pt x="36" y="36"/>
                    </a:lnTo>
                    <a:lnTo>
                      <a:pt x="36" y="36"/>
                    </a:lnTo>
                    <a:lnTo>
                      <a:pt x="38" y="32"/>
                    </a:lnTo>
                    <a:lnTo>
                      <a:pt x="38" y="32"/>
                    </a:lnTo>
                    <a:lnTo>
                      <a:pt x="42" y="32"/>
                    </a:lnTo>
                    <a:lnTo>
                      <a:pt x="42" y="32"/>
                    </a:lnTo>
                    <a:lnTo>
                      <a:pt x="42" y="28"/>
                    </a:lnTo>
                    <a:lnTo>
                      <a:pt x="42" y="28"/>
                    </a:lnTo>
                    <a:lnTo>
                      <a:pt x="38" y="24"/>
                    </a:lnTo>
                    <a:lnTo>
                      <a:pt x="38" y="24"/>
                    </a:lnTo>
                    <a:lnTo>
                      <a:pt x="36" y="24"/>
                    </a:lnTo>
                    <a:lnTo>
                      <a:pt x="36" y="24"/>
                    </a:lnTo>
                    <a:lnTo>
                      <a:pt x="34" y="22"/>
                    </a:lnTo>
                    <a:lnTo>
                      <a:pt x="34" y="22"/>
                    </a:lnTo>
                    <a:lnTo>
                      <a:pt x="42" y="20"/>
                    </a:lnTo>
                    <a:lnTo>
                      <a:pt x="42" y="20"/>
                    </a:lnTo>
                    <a:lnTo>
                      <a:pt x="46" y="16"/>
                    </a:lnTo>
                    <a:lnTo>
                      <a:pt x="50" y="10"/>
                    </a:lnTo>
                    <a:lnTo>
                      <a:pt x="50" y="10"/>
                    </a:lnTo>
                    <a:lnTo>
                      <a:pt x="54" y="12"/>
                    </a:lnTo>
                    <a:lnTo>
                      <a:pt x="54" y="12"/>
                    </a:lnTo>
                    <a:lnTo>
                      <a:pt x="58" y="18"/>
                    </a:lnTo>
                    <a:lnTo>
                      <a:pt x="60" y="24"/>
                    </a:lnTo>
                    <a:lnTo>
                      <a:pt x="60" y="24"/>
                    </a:lnTo>
                    <a:lnTo>
                      <a:pt x="68" y="22"/>
                    </a:lnTo>
                    <a:lnTo>
                      <a:pt x="68" y="22"/>
                    </a:lnTo>
                    <a:lnTo>
                      <a:pt x="68" y="26"/>
                    </a:lnTo>
                    <a:lnTo>
                      <a:pt x="68" y="26"/>
                    </a:lnTo>
                    <a:lnTo>
                      <a:pt x="66" y="28"/>
                    </a:lnTo>
                    <a:lnTo>
                      <a:pt x="64" y="30"/>
                    </a:lnTo>
                    <a:lnTo>
                      <a:pt x="64" y="30"/>
                    </a:lnTo>
                    <a:lnTo>
                      <a:pt x="62" y="36"/>
                    </a:lnTo>
                    <a:lnTo>
                      <a:pt x="64" y="40"/>
                    </a:lnTo>
                    <a:lnTo>
                      <a:pt x="68" y="42"/>
                    </a:lnTo>
                    <a:lnTo>
                      <a:pt x="74" y="44"/>
                    </a:lnTo>
                    <a:lnTo>
                      <a:pt x="74" y="44"/>
                    </a:lnTo>
                    <a:lnTo>
                      <a:pt x="76" y="40"/>
                    </a:lnTo>
                    <a:lnTo>
                      <a:pt x="76" y="40"/>
                    </a:lnTo>
                    <a:lnTo>
                      <a:pt x="78" y="38"/>
                    </a:lnTo>
                    <a:lnTo>
                      <a:pt x="80" y="32"/>
                    </a:lnTo>
                    <a:lnTo>
                      <a:pt x="80" y="32"/>
                    </a:lnTo>
                    <a:lnTo>
                      <a:pt x="78" y="28"/>
                    </a:lnTo>
                    <a:lnTo>
                      <a:pt x="76" y="26"/>
                    </a:lnTo>
                    <a:lnTo>
                      <a:pt x="78"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4" name="Freeform 126">
                <a:extLst>
                  <a:ext uri="{FF2B5EF4-FFF2-40B4-BE49-F238E27FC236}">
                    <a16:creationId xmlns:a16="http://schemas.microsoft.com/office/drawing/2014/main" id="{0E343DB0-A62F-CF49-9213-36D1F5DD8AEB}"/>
                  </a:ext>
                </a:extLst>
              </p:cNvPr>
              <p:cNvSpPr>
                <a:spLocks/>
              </p:cNvSpPr>
              <p:nvPr/>
            </p:nvSpPr>
            <p:spPr bwMode="auto">
              <a:xfrm>
                <a:off x="3611812" y="3883046"/>
                <a:ext cx="109586" cy="128150"/>
              </a:xfrm>
              <a:custGeom>
                <a:avLst/>
                <a:gdLst>
                  <a:gd name="T0" fmla="*/ 0 w 56"/>
                  <a:gd name="T1" fmla="*/ 30 h 64"/>
                  <a:gd name="T2" fmla="*/ 0 w 56"/>
                  <a:gd name="T3" fmla="*/ 34 h 64"/>
                  <a:gd name="T4" fmla="*/ 8 w 56"/>
                  <a:gd name="T5" fmla="*/ 40 h 64"/>
                  <a:gd name="T6" fmla="*/ 10 w 56"/>
                  <a:gd name="T7" fmla="*/ 46 h 64"/>
                  <a:gd name="T8" fmla="*/ 12 w 56"/>
                  <a:gd name="T9" fmla="*/ 52 h 64"/>
                  <a:gd name="T10" fmla="*/ 18 w 56"/>
                  <a:gd name="T11" fmla="*/ 58 h 64"/>
                  <a:gd name="T12" fmla="*/ 24 w 56"/>
                  <a:gd name="T13" fmla="*/ 58 h 64"/>
                  <a:gd name="T14" fmla="*/ 22 w 56"/>
                  <a:gd name="T15" fmla="*/ 54 h 64"/>
                  <a:gd name="T16" fmla="*/ 20 w 56"/>
                  <a:gd name="T17" fmla="*/ 52 h 64"/>
                  <a:gd name="T18" fmla="*/ 22 w 56"/>
                  <a:gd name="T19" fmla="*/ 44 h 64"/>
                  <a:gd name="T20" fmla="*/ 26 w 56"/>
                  <a:gd name="T21" fmla="*/ 52 h 64"/>
                  <a:gd name="T22" fmla="*/ 28 w 56"/>
                  <a:gd name="T23" fmla="*/ 52 h 64"/>
                  <a:gd name="T24" fmla="*/ 32 w 56"/>
                  <a:gd name="T25" fmla="*/ 56 h 64"/>
                  <a:gd name="T26" fmla="*/ 34 w 56"/>
                  <a:gd name="T27" fmla="*/ 62 h 64"/>
                  <a:gd name="T28" fmla="*/ 40 w 56"/>
                  <a:gd name="T29" fmla="*/ 62 h 64"/>
                  <a:gd name="T30" fmla="*/ 42 w 56"/>
                  <a:gd name="T31" fmla="*/ 62 h 64"/>
                  <a:gd name="T32" fmla="*/ 44 w 56"/>
                  <a:gd name="T33" fmla="*/ 64 h 64"/>
                  <a:gd name="T34" fmla="*/ 50 w 56"/>
                  <a:gd name="T35" fmla="*/ 64 h 64"/>
                  <a:gd name="T36" fmla="*/ 46 w 56"/>
                  <a:gd name="T37" fmla="*/ 60 h 64"/>
                  <a:gd name="T38" fmla="*/ 46 w 56"/>
                  <a:gd name="T39" fmla="*/ 58 h 64"/>
                  <a:gd name="T40" fmla="*/ 48 w 56"/>
                  <a:gd name="T41" fmla="*/ 56 h 64"/>
                  <a:gd name="T42" fmla="*/ 46 w 56"/>
                  <a:gd name="T43" fmla="*/ 48 h 64"/>
                  <a:gd name="T44" fmla="*/ 48 w 56"/>
                  <a:gd name="T45" fmla="*/ 36 h 64"/>
                  <a:gd name="T46" fmla="*/ 50 w 56"/>
                  <a:gd name="T47" fmla="*/ 36 h 64"/>
                  <a:gd name="T48" fmla="*/ 50 w 56"/>
                  <a:gd name="T49" fmla="*/ 22 h 64"/>
                  <a:gd name="T50" fmla="*/ 52 w 56"/>
                  <a:gd name="T51" fmla="*/ 16 h 64"/>
                  <a:gd name="T52" fmla="*/ 56 w 56"/>
                  <a:gd name="T53" fmla="*/ 8 h 64"/>
                  <a:gd name="T54" fmla="*/ 54 w 56"/>
                  <a:gd name="T55" fmla="*/ 0 h 64"/>
                  <a:gd name="T56" fmla="*/ 46 w 56"/>
                  <a:gd name="T57" fmla="*/ 2 h 64"/>
                  <a:gd name="T58" fmla="*/ 40 w 56"/>
                  <a:gd name="T59" fmla="*/ 8 h 64"/>
                  <a:gd name="T60" fmla="*/ 40 w 56"/>
                  <a:gd name="T61" fmla="*/ 10 h 64"/>
                  <a:gd name="T62" fmla="*/ 30 w 56"/>
                  <a:gd name="T63" fmla="*/ 12 h 64"/>
                  <a:gd name="T64" fmla="*/ 26 w 56"/>
                  <a:gd name="T65" fmla="*/ 12 h 64"/>
                  <a:gd name="T66" fmla="*/ 24 w 56"/>
                  <a:gd name="T67" fmla="*/ 12 h 64"/>
                  <a:gd name="T68" fmla="*/ 22 w 56"/>
                  <a:gd name="T69" fmla="*/ 10 h 64"/>
                  <a:gd name="T70" fmla="*/ 16 w 56"/>
                  <a:gd name="T71" fmla="*/ 10 h 64"/>
                  <a:gd name="T72" fmla="*/ 6 w 56"/>
                  <a:gd name="T73" fmla="*/ 14 h 64"/>
                  <a:gd name="T74" fmla="*/ 6 w 56"/>
                  <a:gd name="T75" fmla="*/ 28 h 64"/>
                  <a:gd name="T76" fmla="*/ 4 w 56"/>
                  <a:gd name="T77" fmla="*/ 28 h 64"/>
                  <a:gd name="T78" fmla="*/ 0 w 56"/>
                  <a:gd name="T79" fmla="*/ 3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 h="64">
                    <a:moveTo>
                      <a:pt x="0" y="30"/>
                    </a:moveTo>
                    <a:lnTo>
                      <a:pt x="0" y="30"/>
                    </a:lnTo>
                    <a:lnTo>
                      <a:pt x="0" y="34"/>
                    </a:lnTo>
                    <a:lnTo>
                      <a:pt x="0" y="34"/>
                    </a:lnTo>
                    <a:lnTo>
                      <a:pt x="4" y="36"/>
                    </a:lnTo>
                    <a:lnTo>
                      <a:pt x="8" y="40"/>
                    </a:lnTo>
                    <a:lnTo>
                      <a:pt x="8" y="40"/>
                    </a:lnTo>
                    <a:lnTo>
                      <a:pt x="10" y="46"/>
                    </a:lnTo>
                    <a:lnTo>
                      <a:pt x="12" y="52"/>
                    </a:lnTo>
                    <a:lnTo>
                      <a:pt x="12" y="52"/>
                    </a:lnTo>
                    <a:lnTo>
                      <a:pt x="18" y="58"/>
                    </a:lnTo>
                    <a:lnTo>
                      <a:pt x="18" y="58"/>
                    </a:lnTo>
                    <a:lnTo>
                      <a:pt x="20" y="56"/>
                    </a:lnTo>
                    <a:lnTo>
                      <a:pt x="24" y="58"/>
                    </a:lnTo>
                    <a:lnTo>
                      <a:pt x="24" y="58"/>
                    </a:lnTo>
                    <a:lnTo>
                      <a:pt x="22" y="54"/>
                    </a:lnTo>
                    <a:lnTo>
                      <a:pt x="22" y="54"/>
                    </a:lnTo>
                    <a:lnTo>
                      <a:pt x="20" y="52"/>
                    </a:lnTo>
                    <a:lnTo>
                      <a:pt x="20" y="48"/>
                    </a:lnTo>
                    <a:lnTo>
                      <a:pt x="22" y="44"/>
                    </a:lnTo>
                    <a:lnTo>
                      <a:pt x="22" y="44"/>
                    </a:lnTo>
                    <a:lnTo>
                      <a:pt x="26" y="52"/>
                    </a:lnTo>
                    <a:lnTo>
                      <a:pt x="26" y="52"/>
                    </a:lnTo>
                    <a:lnTo>
                      <a:pt x="28" y="52"/>
                    </a:lnTo>
                    <a:lnTo>
                      <a:pt x="32" y="56"/>
                    </a:lnTo>
                    <a:lnTo>
                      <a:pt x="32" y="56"/>
                    </a:lnTo>
                    <a:lnTo>
                      <a:pt x="34" y="62"/>
                    </a:lnTo>
                    <a:lnTo>
                      <a:pt x="34" y="62"/>
                    </a:lnTo>
                    <a:lnTo>
                      <a:pt x="38" y="62"/>
                    </a:lnTo>
                    <a:lnTo>
                      <a:pt x="40" y="62"/>
                    </a:lnTo>
                    <a:lnTo>
                      <a:pt x="40" y="62"/>
                    </a:lnTo>
                    <a:lnTo>
                      <a:pt x="42" y="62"/>
                    </a:lnTo>
                    <a:lnTo>
                      <a:pt x="44" y="64"/>
                    </a:lnTo>
                    <a:lnTo>
                      <a:pt x="44" y="64"/>
                    </a:lnTo>
                    <a:lnTo>
                      <a:pt x="50" y="64"/>
                    </a:lnTo>
                    <a:lnTo>
                      <a:pt x="50" y="64"/>
                    </a:lnTo>
                    <a:lnTo>
                      <a:pt x="48" y="62"/>
                    </a:lnTo>
                    <a:lnTo>
                      <a:pt x="46" y="60"/>
                    </a:lnTo>
                    <a:lnTo>
                      <a:pt x="46" y="60"/>
                    </a:lnTo>
                    <a:lnTo>
                      <a:pt x="46" y="58"/>
                    </a:lnTo>
                    <a:lnTo>
                      <a:pt x="48" y="56"/>
                    </a:lnTo>
                    <a:lnTo>
                      <a:pt x="48" y="56"/>
                    </a:lnTo>
                    <a:lnTo>
                      <a:pt x="48" y="52"/>
                    </a:lnTo>
                    <a:lnTo>
                      <a:pt x="46" y="48"/>
                    </a:lnTo>
                    <a:lnTo>
                      <a:pt x="46" y="48"/>
                    </a:lnTo>
                    <a:lnTo>
                      <a:pt x="48" y="36"/>
                    </a:lnTo>
                    <a:lnTo>
                      <a:pt x="50" y="36"/>
                    </a:lnTo>
                    <a:lnTo>
                      <a:pt x="50" y="36"/>
                    </a:lnTo>
                    <a:lnTo>
                      <a:pt x="50" y="26"/>
                    </a:lnTo>
                    <a:lnTo>
                      <a:pt x="50" y="22"/>
                    </a:lnTo>
                    <a:lnTo>
                      <a:pt x="52" y="16"/>
                    </a:lnTo>
                    <a:lnTo>
                      <a:pt x="52" y="16"/>
                    </a:lnTo>
                    <a:lnTo>
                      <a:pt x="54" y="12"/>
                    </a:lnTo>
                    <a:lnTo>
                      <a:pt x="56" y="8"/>
                    </a:lnTo>
                    <a:lnTo>
                      <a:pt x="56" y="8"/>
                    </a:lnTo>
                    <a:lnTo>
                      <a:pt x="54" y="0"/>
                    </a:lnTo>
                    <a:lnTo>
                      <a:pt x="46" y="2"/>
                    </a:lnTo>
                    <a:lnTo>
                      <a:pt x="46" y="2"/>
                    </a:lnTo>
                    <a:lnTo>
                      <a:pt x="42" y="4"/>
                    </a:lnTo>
                    <a:lnTo>
                      <a:pt x="40" y="8"/>
                    </a:lnTo>
                    <a:lnTo>
                      <a:pt x="40" y="8"/>
                    </a:lnTo>
                    <a:lnTo>
                      <a:pt x="40" y="10"/>
                    </a:lnTo>
                    <a:lnTo>
                      <a:pt x="36" y="10"/>
                    </a:lnTo>
                    <a:lnTo>
                      <a:pt x="30" y="12"/>
                    </a:lnTo>
                    <a:lnTo>
                      <a:pt x="30" y="12"/>
                    </a:lnTo>
                    <a:lnTo>
                      <a:pt x="26" y="12"/>
                    </a:lnTo>
                    <a:lnTo>
                      <a:pt x="26" y="14"/>
                    </a:lnTo>
                    <a:lnTo>
                      <a:pt x="24" y="12"/>
                    </a:lnTo>
                    <a:lnTo>
                      <a:pt x="24" y="12"/>
                    </a:lnTo>
                    <a:lnTo>
                      <a:pt x="22" y="10"/>
                    </a:lnTo>
                    <a:lnTo>
                      <a:pt x="16" y="10"/>
                    </a:lnTo>
                    <a:lnTo>
                      <a:pt x="16" y="10"/>
                    </a:lnTo>
                    <a:lnTo>
                      <a:pt x="6" y="14"/>
                    </a:lnTo>
                    <a:lnTo>
                      <a:pt x="6" y="14"/>
                    </a:lnTo>
                    <a:lnTo>
                      <a:pt x="6" y="20"/>
                    </a:lnTo>
                    <a:lnTo>
                      <a:pt x="6" y="28"/>
                    </a:lnTo>
                    <a:lnTo>
                      <a:pt x="6" y="28"/>
                    </a:lnTo>
                    <a:lnTo>
                      <a:pt x="4" y="28"/>
                    </a:lnTo>
                    <a:lnTo>
                      <a:pt x="2" y="30"/>
                    </a:lnTo>
                    <a:lnTo>
                      <a:pt x="0" y="30"/>
                    </a:lnTo>
                    <a:lnTo>
                      <a:pt x="0" y="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5" name="Freeform 138">
                <a:extLst>
                  <a:ext uri="{FF2B5EF4-FFF2-40B4-BE49-F238E27FC236}">
                    <a16:creationId xmlns:a16="http://schemas.microsoft.com/office/drawing/2014/main" id="{1E4351CE-BDAB-BD4C-B51D-4A7FBCDBB0A8}"/>
                  </a:ext>
                </a:extLst>
              </p:cNvPr>
              <p:cNvSpPr>
                <a:spLocks/>
              </p:cNvSpPr>
              <p:nvPr/>
            </p:nvSpPr>
            <p:spPr bwMode="auto">
              <a:xfrm>
                <a:off x="2832965" y="3258313"/>
                <a:ext cx="790588" cy="616725"/>
              </a:xfrm>
              <a:custGeom>
                <a:avLst/>
                <a:gdLst>
                  <a:gd name="T0" fmla="*/ 6 w 404"/>
                  <a:gd name="T1" fmla="*/ 18 h 308"/>
                  <a:gd name="T2" fmla="*/ 16 w 404"/>
                  <a:gd name="T3" fmla="*/ 36 h 308"/>
                  <a:gd name="T4" fmla="*/ 26 w 404"/>
                  <a:gd name="T5" fmla="*/ 46 h 308"/>
                  <a:gd name="T6" fmla="*/ 38 w 404"/>
                  <a:gd name="T7" fmla="*/ 68 h 308"/>
                  <a:gd name="T8" fmla="*/ 34 w 404"/>
                  <a:gd name="T9" fmla="*/ 92 h 308"/>
                  <a:gd name="T10" fmla="*/ 48 w 404"/>
                  <a:gd name="T11" fmla="*/ 102 h 308"/>
                  <a:gd name="T12" fmla="*/ 64 w 404"/>
                  <a:gd name="T13" fmla="*/ 126 h 308"/>
                  <a:gd name="T14" fmla="*/ 78 w 404"/>
                  <a:gd name="T15" fmla="*/ 148 h 308"/>
                  <a:gd name="T16" fmla="*/ 94 w 404"/>
                  <a:gd name="T17" fmla="*/ 168 h 308"/>
                  <a:gd name="T18" fmla="*/ 90 w 404"/>
                  <a:gd name="T19" fmla="*/ 152 h 308"/>
                  <a:gd name="T20" fmla="*/ 82 w 404"/>
                  <a:gd name="T21" fmla="*/ 142 h 308"/>
                  <a:gd name="T22" fmla="*/ 74 w 404"/>
                  <a:gd name="T23" fmla="*/ 118 h 308"/>
                  <a:gd name="T24" fmla="*/ 60 w 404"/>
                  <a:gd name="T25" fmla="*/ 90 h 308"/>
                  <a:gd name="T26" fmla="*/ 52 w 404"/>
                  <a:gd name="T27" fmla="*/ 70 h 308"/>
                  <a:gd name="T28" fmla="*/ 46 w 404"/>
                  <a:gd name="T29" fmla="*/ 64 h 308"/>
                  <a:gd name="T30" fmla="*/ 38 w 404"/>
                  <a:gd name="T31" fmla="*/ 48 h 308"/>
                  <a:gd name="T32" fmla="*/ 26 w 404"/>
                  <a:gd name="T33" fmla="*/ 26 h 308"/>
                  <a:gd name="T34" fmla="*/ 32 w 404"/>
                  <a:gd name="T35" fmla="*/ 14 h 308"/>
                  <a:gd name="T36" fmla="*/ 48 w 404"/>
                  <a:gd name="T37" fmla="*/ 16 h 308"/>
                  <a:gd name="T38" fmla="*/ 60 w 404"/>
                  <a:gd name="T39" fmla="*/ 52 h 308"/>
                  <a:gd name="T40" fmla="*/ 72 w 404"/>
                  <a:gd name="T41" fmla="*/ 70 h 308"/>
                  <a:gd name="T42" fmla="*/ 90 w 404"/>
                  <a:gd name="T43" fmla="*/ 86 h 308"/>
                  <a:gd name="T44" fmla="*/ 100 w 404"/>
                  <a:gd name="T45" fmla="*/ 102 h 308"/>
                  <a:gd name="T46" fmla="*/ 102 w 404"/>
                  <a:gd name="T47" fmla="*/ 112 h 308"/>
                  <a:gd name="T48" fmla="*/ 114 w 404"/>
                  <a:gd name="T49" fmla="*/ 128 h 308"/>
                  <a:gd name="T50" fmla="*/ 132 w 404"/>
                  <a:gd name="T51" fmla="*/ 150 h 308"/>
                  <a:gd name="T52" fmla="*/ 142 w 404"/>
                  <a:gd name="T53" fmla="*/ 164 h 308"/>
                  <a:gd name="T54" fmla="*/ 156 w 404"/>
                  <a:gd name="T55" fmla="*/ 196 h 308"/>
                  <a:gd name="T56" fmla="*/ 156 w 404"/>
                  <a:gd name="T57" fmla="*/ 214 h 308"/>
                  <a:gd name="T58" fmla="*/ 158 w 404"/>
                  <a:gd name="T59" fmla="*/ 232 h 308"/>
                  <a:gd name="T60" fmla="*/ 180 w 404"/>
                  <a:gd name="T61" fmla="*/ 248 h 308"/>
                  <a:gd name="T62" fmla="*/ 202 w 404"/>
                  <a:gd name="T63" fmla="*/ 262 h 308"/>
                  <a:gd name="T64" fmla="*/ 222 w 404"/>
                  <a:gd name="T65" fmla="*/ 278 h 308"/>
                  <a:gd name="T66" fmla="*/ 246 w 404"/>
                  <a:gd name="T67" fmla="*/ 284 h 308"/>
                  <a:gd name="T68" fmla="*/ 260 w 404"/>
                  <a:gd name="T69" fmla="*/ 290 h 308"/>
                  <a:gd name="T70" fmla="*/ 274 w 404"/>
                  <a:gd name="T71" fmla="*/ 296 h 308"/>
                  <a:gd name="T72" fmla="*/ 298 w 404"/>
                  <a:gd name="T73" fmla="*/ 288 h 308"/>
                  <a:gd name="T74" fmla="*/ 322 w 404"/>
                  <a:gd name="T75" fmla="*/ 296 h 308"/>
                  <a:gd name="T76" fmla="*/ 330 w 404"/>
                  <a:gd name="T77" fmla="*/ 300 h 308"/>
                  <a:gd name="T78" fmla="*/ 350 w 404"/>
                  <a:gd name="T79" fmla="*/ 278 h 308"/>
                  <a:gd name="T80" fmla="*/ 380 w 404"/>
                  <a:gd name="T81" fmla="*/ 254 h 308"/>
                  <a:gd name="T82" fmla="*/ 394 w 404"/>
                  <a:gd name="T83" fmla="*/ 256 h 308"/>
                  <a:gd name="T84" fmla="*/ 398 w 404"/>
                  <a:gd name="T85" fmla="*/ 218 h 308"/>
                  <a:gd name="T86" fmla="*/ 388 w 404"/>
                  <a:gd name="T87" fmla="*/ 194 h 308"/>
                  <a:gd name="T88" fmla="*/ 364 w 404"/>
                  <a:gd name="T89" fmla="*/ 206 h 308"/>
                  <a:gd name="T90" fmla="*/ 354 w 404"/>
                  <a:gd name="T91" fmla="*/ 236 h 308"/>
                  <a:gd name="T92" fmla="*/ 338 w 404"/>
                  <a:gd name="T93" fmla="*/ 250 h 308"/>
                  <a:gd name="T94" fmla="*/ 314 w 404"/>
                  <a:gd name="T95" fmla="*/ 254 h 308"/>
                  <a:gd name="T96" fmla="*/ 284 w 404"/>
                  <a:gd name="T97" fmla="*/ 248 h 308"/>
                  <a:gd name="T98" fmla="*/ 274 w 404"/>
                  <a:gd name="T99" fmla="*/ 228 h 308"/>
                  <a:gd name="T100" fmla="*/ 260 w 404"/>
                  <a:gd name="T101" fmla="*/ 206 h 308"/>
                  <a:gd name="T102" fmla="*/ 260 w 404"/>
                  <a:gd name="T103" fmla="*/ 182 h 308"/>
                  <a:gd name="T104" fmla="*/ 258 w 404"/>
                  <a:gd name="T105" fmla="*/ 152 h 308"/>
                  <a:gd name="T106" fmla="*/ 260 w 404"/>
                  <a:gd name="T107" fmla="*/ 136 h 308"/>
                  <a:gd name="T108" fmla="*/ 266 w 404"/>
                  <a:gd name="T109" fmla="*/ 122 h 308"/>
                  <a:gd name="T110" fmla="*/ 230 w 404"/>
                  <a:gd name="T111" fmla="*/ 90 h 308"/>
                  <a:gd name="T112" fmla="*/ 202 w 404"/>
                  <a:gd name="T113" fmla="*/ 54 h 308"/>
                  <a:gd name="T114" fmla="*/ 168 w 404"/>
                  <a:gd name="T115" fmla="*/ 48 h 308"/>
                  <a:gd name="T116" fmla="*/ 72 w 404"/>
                  <a:gd name="T117" fmla="*/ 2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08">
                    <a:moveTo>
                      <a:pt x="0" y="4"/>
                    </a:moveTo>
                    <a:lnTo>
                      <a:pt x="0" y="4"/>
                    </a:lnTo>
                    <a:lnTo>
                      <a:pt x="0" y="6"/>
                    </a:lnTo>
                    <a:lnTo>
                      <a:pt x="2" y="10"/>
                    </a:lnTo>
                    <a:lnTo>
                      <a:pt x="2" y="10"/>
                    </a:lnTo>
                    <a:lnTo>
                      <a:pt x="6" y="14"/>
                    </a:lnTo>
                    <a:lnTo>
                      <a:pt x="6" y="14"/>
                    </a:lnTo>
                    <a:lnTo>
                      <a:pt x="6" y="18"/>
                    </a:lnTo>
                    <a:lnTo>
                      <a:pt x="6" y="18"/>
                    </a:lnTo>
                    <a:lnTo>
                      <a:pt x="8" y="20"/>
                    </a:lnTo>
                    <a:lnTo>
                      <a:pt x="10" y="24"/>
                    </a:lnTo>
                    <a:lnTo>
                      <a:pt x="10" y="24"/>
                    </a:lnTo>
                    <a:lnTo>
                      <a:pt x="10" y="28"/>
                    </a:lnTo>
                    <a:lnTo>
                      <a:pt x="10" y="32"/>
                    </a:lnTo>
                    <a:lnTo>
                      <a:pt x="12" y="36"/>
                    </a:lnTo>
                    <a:lnTo>
                      <a:pt x="12" y="36"/>
                    </a:lnTo>
                    <a:lnTo>
                      <a:pt x="16" y="36"/>
                    </a:lnTo>
                    <a:lnTo>
                      <a:pt x="16" y="36"/>
                    </a:lnTo>
                    <a:lnTo>
                      <a:pt x="16" y="40"/>
                    </a:lnTo>
                    <a:lnTo>
                      <a:pt x="16" y="40"/>
                    </a:lnTo>
                    <a:lnTo>
                      <a:pt x="20" y="42"/>
                    </a:lnTo>
                    <a:lnTo>
                      <a:pt x="20" y="42"/>
                    </a:lnTo>
                    <a:lnTo>
                      <a:pt x="22" y="46"/>
                    </a:lnTo>
                    <a:lnTo>
                      <a:pt x="22" y="46"/>
                    </a:lnTo>
                    <a:lnTo>
                      <a:pt x="24" y="46"/>
                    </a:lnTo>
                    <a:lnTo>
                      <a:pt x="26" y="46"/>
                    </a:lnTo>
                    <a:lnTo>
                      <a:pt x="26" y="46"/>
                    </a:lnTo>
                    <a:lnTo>
                      <a:pt x="28" y="50"/>
                    </a:lnTo>
                    <a:lnTo>
                      <a:pt x="28" y="50"/>
                    </a:lnTo>
                    <a:lnTo>
                      <a:pt x="32" y="52"/>
                    </a:lnTo>
                    <a:lnTo>
                      <a:pt x="32" y="52"/>
                    </a:lnTo>
                    <a:lnTo>
                      <a:pt x="34" y="56"/>
                    </a:lnTo>
                    <a:lnTo>
                      <a:pt x="34" y="58"/>
                    </a:lnTo>
                    <a:lnTo>
                      <a:pt x="36" y="64"/>
                    </a:lnTo>
                    <a:lnTo>
                      <a:pt x="36" y="64"/>
                    </a:lnTo>
                    <a:lnTo>
                      <a:pt x="38" y="68"/>
                    </a:lnTo>
                    <a:lnTo>
                      <a:pt x="38" y="68"/>
                    </a:lnTo>
                    <a:lnTo>
                      <a:pt x="38" y="76"/>
                    </a:lnTo>
                    <a:lnTo>
                      <a:pt x="36" y="84"/>
                    </a:lnTo>
                    <a:lnTo>
                      <a:pt x="36" y="84"/>
                    </a:lnTo>
                    <a:lnTo>
                      <a:pt x="26" y="84"/>
                    </a:lnTo>
                    <a:lnTo>
                      <a:pt x="26" y="86"/>
                    </a:lnTo>
                    <a:lnTo>
                      <a:pt x="26" y="86"/>
                    </a:lnTo>
                    <a:lnTo>
                      <a:pt x="34" y="92"/>
                    </a:lnTo>
                    <a:lnTo>
                      <a:pt x="34" y="92"/>
                    </a:lnTo>
                    <a:lnTo>
                      <a:pt x="36" y="94"/>
                    </a:lnTo>
                    <a:lnTo>
                      <a:pt x="38" y="98"/>
                    </a:lnTo>
                    <a:lnTo>
                      <a:pt x="38" y="98"/>
                    </a:lnTo>
                    <a:lnTo>
                      <a:pt x="42" y="98"/>
                    </a:lnTo>
                    <a:lnTo>
                      <a:pt x="42" y="98"/>
                    </a:lnTo>
                    <a:lnTo>
                      <a:pt x="42" y="100"/>
                    </a:lnTo>
                    <a:lnTo>
                      <a:pt x="42" y="102"/>
                    </a:lnTo>
                    <a:lnTo>
                      <a:pt x="42" y="102"/>
                    </a:lnTo>
                    <a:lnTo>
                      <a:pt x="48" y="102"/>
                    </a:lnTo>
                    <a:lnTo>
                      <a:pt x="48" y="102"/>
                    </a:lnTo>
                    <a:lnTo>
                      <a:pt x="56" y="108"/>
                    </a:lnTo>
                    <a:lnTo>
                      <a:pt x="62" y="114"/>
                    </a:lnTo>
                    <a:lnTo>
                      <a:pt x="62" y="114"/>
                    </a:lnTo>
                    <a:lnTo>
                      <a:pt x="62" y="116"/>
                    </a:lnTo>
                    <a:lnTo>
                      <a:pt x="62" y="118"/>
                    </a:lnTo>
                    <a:lnTo>
                      <a:pt x="62" y="118"/>
                    </a:lnTo>
                    <a:lnTo>
                      <a:pt x="64" y="126"/>
                    </a:lnTo>
                    <a:lnTo>
                      <a:pt x="64" y="126"/>
                    </a:lnTo>
                    <a:lnTo>
                      <a:pt x="64" y="132"/>
                    </a:lnTo>
                    <a:lnTo>
                      <a:pt x="64" y="138"/>
                    </a:lnTo>
                    <a:lnTo>
                      <a:pt x="64" y="138"/>
                    </a:lnTo>
                    <a:lnTo>
                      <a:pt x="68" y="140"/>
                    </a:lnTo>
                    <a:lnTo>
                      <a:pt x="72" y="140"/>
                    </a:lnTo>
                    <a:lnTo>
                      <a:pt x="72" y="140"/>
                    </a:lnTo>
                    <a:lnTo>
                      <a:pt x="72" y="144"/>
                    </a:lnTo>
                    <a:lnTo>
                      <a:pt x="72" y="144"/>
                    </a:lnTo>
                    <a:lnTo>
                      <a:pt x="78" y="148"/>
                    </a:lnTo>
                    <a:lnTo>
                      <a:pt x="78" y="148"/>
                    </a:lnTo>
                    <a:lnTo>
                      <a:pt x="90" y="164"/>
                    </a:lnTo>
                    <a:lnTo>
                      <a:pt x="90" y="164"/>
                    </a:lnTo>
                    <a:lnTo>
                      <a:pt x="90" y="170"/>
                    </a:lnTo>
                    <a:lnTo>
                      <a:pt x="94" y="170"/>
                    </a:lnTo>
                    <a:lnTo>
                      <a:pt x="94" y="170"/>
                    </a:lnTo>
                    <a:lnTo>
                      <a:pt x="94" y="168"/>
                    </a:lnTo>
                    <a:lnTo>
                      <a:pt x="94" y="168"/>
                    </a:lnTo>
                    <a:lnTo>
                      <a:pt x="94" y="168"/>
                    </a:lnTo>
                    <a:lnTo>
                      <a:pt x="94" y="168"/>
                    </a:lnTo>
                    <a:lnTo>
                      <a:pt x="96" y="166"/>
                    </a:lnTo>
                    <a:lnTo>
                      <a:pt x="98" y="164"/>
                    </a:lnTo>
                    <a:lnTo>
                      <a:pt x="98" y="164"/>
                    </a:lnTo>
                    <a:lnTo>
                      <a:pt x="98" y="162"/>
                    </a:lnTo>
                    <a:lnTo>
                      <a:pt x="96" y="158"/>
                    </a:lnTo>
                    <a:lnTo>
                      <a:pt x="96" y="158"/>
                    </a:lnTo>
                    <a:lnTo>
                      <a:pt x="90" y="152"/>
                    </a:lnTo>
                    <a:lnTo>
                      <a:pt x="90" y="152"/>
                    </a:lnTo>
                    <a:lnTo>
                      <a:pt x="90" y="148"/>
                    </a:lnTo>
                    <a:lnTo>
                      <a:pt x="90" y="148"/>
                    </a:lnTo>
                    <a:lnTo>
                      <a:pt x="88" y="146"/>
                    </a:lnTo>
                    <a:lnTo>
                      <a:pt x="88" y="146"/>
                    </a:lnTo>
                    <a:lnTo>
                      <a:pt x="84" y="146"/>
                    </a:lnTo>
                    <a:lnTo>
                      <a:pt x="84" y="146"/>
                    </a:lnTo>
                    <a:lnTo>
                      <a:pt x="82" y="144"/>
                    </a:lnTo>
                    <a:lnTo>
                      <a:pt x="82" y="144"/>
                    </a:lnTo>
                    <a:lnTo>
                      <a:pt x="82" y="142"/>
                    </a:lnTo>
                    <a:lnTo>
                      <a:pt x="84" y="138"/>
                    </a:lnTo>
                    <a:lnTo>
                      <a:pt x="84" y="138"/>
                    </a:lnTo>
                    <a:lnTo>
                      <a:pt x="80" y="134"/>
                    </a:lnTo>
                    <a:lnTo>
                      <a:pt x="80" y="134"/>
                    </a:lnTo>
                    <a:lnTo>
                      <a:pt x="80" y="130"/>
                    </a:lnTo>
                    <a:lnTo>
                      <a:pt x="80" y="128"/>
                    </a:lnTo>
                    <a:lnTo>
                      <a:pt x="80" y="128"/>
                    </a:lnTo>
                    <a:lnTo>
                      <a:pt x="74" y="118"/>
                    </a:lnTo>
                    <a:lnTo>
                      <a:pt x="74" y="118"/>
                    </a:lnTo>
                    <a:lnTo>
                      <a:pt x="74" y="114"/>
                    </a:lnTo>
                    <a:lnTo>
                      <a:pt x="74" y="114"/>
                    </a:lnTo>
                    <a:lnTo>
                      <a:pt x="70" y="106"/>
                    </a:lnTo>
                    <a:lnTo>
                      <a:pt x="64" y="100"/>
                    </a:lnTo>
                    <a:lnTo>
                      <a:pt x="64" y="100"/>
                    </a:lnTo>
                    <a:lnTo>
                      <a:pt x="64" y="96"/>
                    </a:lnTo>
                    <a:lnTo>
                      <a:pt x="64" y="92"/>
                    </a:lnTo>
                    <a:lnTo>
                      <a:pt x="64" y="92"/>
                    </a:lnTo>
                    <a:lnTo>
                      <a:pt x="60" y="90"/>
                    </a:lnTo>
                    <a:lnTo>
                      <a:pt x="60" y="90"/>
                    </a:lnTo>
                    <a:lnTo>
                      <a:pt x="60" y="86"/>
                    </a:lnTo>
                    <a:lnTo>
                      <a:pt x="60" y="86"/>
                    </a:lnTo>
                    <a:lnTo>
                      <a:pt x="58" y="84"/>
                    </a:lnTo>
                    <a:lnTo>
                      <a:pt x="56" y="82"/>
                    </a:lnTo>
                    <a:lnTo>
                      <a:pt x="56" y="82"/>
                    </a:lnTo>
                    <a:lnTo>
                      <a:pt x="56" y="76"/>
                    </a:lnTo>
                    <a:lnTo>
                      <a:pt x="54" y="70"/>
                    </a:lnTo>
                    <a:lnTo>
                      <a:pt x="52" y="70"/>
                    </a:lnTo>
                    <a:lnTo>
                      <a:pt x="52" y="70"/>
                    </a:lnTo>
                    <a:lnTo>
                      <a:pt x="52" y="66"/>
                    </a:lnTo>
                    <a:lnTo>
                      <a:pt x="52" y="66"/>
                    </a:lnTo>
                    <a:lnTo>
                      <a:pt x="50" y="66"/>
                    </a:lnTo>
                    <a:lnTo>
                      <a:pt x="50" y="66"/>
                    </a:lnTo>
                    <a:lnTo>
                      <a:pt x="50" y="66"/>
                    </a:lnTo>
                    <a:lnTo>
                      <a:pt x="50" y="66"/>
                    </a:lnTo>
                    <a:lnTo>
                      <a:pt x="48" y="66"/>
                    </a:lnTo>
                    <a:lnTo>
                      <a:pt x="46" y="64"/>
                    </a:lnTo>
                    <a:lnTo>
                      <a:pt x="46" y="64"/>
                    </a:lnTo>
                    <a:lnTo>
                      <a:pt x="46" y="62"/>
                    </a:lnTo>
                    <a:lnTo>
                      <a:pt x="46" y="60"/>
                    </a:lnTo>
                    <a:lnTo>
                      <a:pt x="48" y="60"/>
                    </a:lnTo>
                    <a:lnTo>
                      <a:pt x="48" y="58"/>
                    </a:lnTo>
                    <a:lnTo>
                      <a:pt x="44" y="50"/>
                    </a:lnTo>
                    <a:lnTo>
                      <a:pt x="44" y="50"/>
                    </a:lnTo>
                    <a:lnTo>
                      <a:pt x="40" y="50"/>
                    </a:lnTo>
                    <a:lnTo>
                      <a:pt x="38" y="48"/>
                    </a:lnTo>
                    <a:lnTo>
                      <a:pt x="38" y="48"/>
                    </a:lnTo>
                    <a:lnTo>
                      <a:pt x="38" y="46"/>
                    </a:lnTo>
                    <a:lnTo>
                      <a:pt x="38" y="46"/>
                    </a:lnTo>
                    <a:lnTo>
                      <a:pt x="34" y="40"/>
                    </a:lnTo>
                    <a:lnTo>
                      <a:pt x="34" y="40"/>
                    </a:lnTo>
                    <a:lnTo>
                      <a:pt x="32" y="36"/>
                    </a:lnTo>
                    <a:lnTo>
                      <a:pt x="30" y="30"/>
                    </a:lnTo>
                    <a:lnTo>
                      <a:pt x="30" y="30"/>
                    </a:lnTo>
                    <a:lnTo>
                      <a:pt x="26" y="26"/>
                    </a:lnTo>
                    <a:lnTo>
                      <a:pt x="26" y="26"/>
                    </a:lnTo>
                    <a:lnTo>
                      <a:pt x="26" y="20"/>
                    </a:lnTo>
                    <a:lnTo>
                      <a:pt x="28" y="16"/>
                    </a:lnTo>
                    <a:lnTo>
                      <a:pt x="28" y="16"/>
                    </a:lnTo>
                    <a:lnTo>
                      <a:pt x="26" y="16"/>
                    </a:lnTo>
                    <a:lnTo>
                      <a:pt x="26" y="14"/>
                    </a:lnTo>
                    <a:lnTo>
                      <a:pt x="26" y="14"/>
                    </a:lnTo>
                    <a:lnTo>
                      <a:pt x="32" y="14"/>
                    </a:lnTo>
                    <a:lnTo>
                      <a:pt x="32" y="14"/>
                    </a:lnTo>
                    <a:lnTo>
                      <a:pt x="36" y="18"/>
                    </a:lnTo>
                    <a:lnTo>
                      <a:pt x="36" y="18"/>
                    </a:lnTo>
                    <a:lnTo>
                      <a:pt x="40" y="20"/>
                    </a:lnTo>
                    <a:lnTo>
                      <a:pt x="40" y="20"/>
                    </a:lnTo>
                    <a:lnTo>
                      <a:pt x="42" y="18"/>
                    </a:lnTo>
                    <a:lnTo>
                      <a:pt x="42" y="18"/>
                    </a:lnTo>
                    <a:lnTo>
                      <a:pt x="44" y="16"/>
                    </a:lnTo>
                    <a:lnTo>
                      <a:pt x="48" y="16"/>
                    </a:lnTo>
                    <a:lnTo>
                      <a:pt x="48" y="16"/>
                    </a:lnTo>
                    <a:lnTo>
                      <a:pt x="48" y="20"/>
                    </a:lnTo>
                    <a:lnTo>
                      <a:pt x="52" y="24"/>
                    </a:lnTo>
                    <a:lnTo>
                      <a:pt x="52" y="24"/>
                    </a:lnTo>
                    <a:lnTo>
                      <a:pt x="52" y="34"/>
                    </a:lnTo>
                    <a:lnTo>
                      <a:pt x="56" y="40"/>
                    </a:lnTo>
                    <a:lnTo>
                      <a:pt x="58" y="40"/>
                    </a:lnTo>
                    <a:lnTo>
                      <a:pt x="58" y="40"/>
                    </a:lnTo>
                    <a:lnTo>
                      <a:pt x="60" y="46"/>
                    </a:lnTo>
                    <a:lnTo>
                      <a:pt x="60" y="52"/>
                    </a:lnTo>
                    <a:lnTo>
                      <a:pt x="60" y="52"/>
                    </a:lnTo>
                    <a:lnTo>
                      <a:pt x="68" y="62"/>
                    </a:lnTo>
                    <a:lnTo>
                      <a:pt x="68" y="62"/>
                    </a:lnTo>
                    <a:lnTo>
                      <a:pt x="72" y="62"/>
                    </a:lnTo>
                    <a:lnTo>
                      <a:pt x="72" y="62"/>
                    </a:lnTo>
                    <a:lnTo>
                      <a:pt x="72" y="66"/>
                    </a:lnTo>
                    <a:lnTo>
                      <a:pt x="72" y="68"/>
                    </a:lnTo>
                    <a:lnTo>
                      <a:pt x="72" y="70"/>
                    </a:lnTo>
                    <a:lnTo>
                      <a:pt x="72" y="70"/>
                    </a:lnTo>
                    <a:lnTo>
                      <a:pt x="78" y="72"/>
                    </a:lnTo>
                    <a:lnTo>
                      <a:pt x="78" y="72"/>
                    </a:lnTo>
                    <a:lnTo>
                      <a:pt x="80" y="78"/>
                    </a:lnTo>
                    <a:lnTo>
                      <a:pt x="82" y="82"/>
                    </a:lnTo>
                    <a:lnTo>
                      <a:pt x="84" y="84"/>
                    </a:lnTo>
                    <a:lnTo>
                      <a:pt x="84" y="84"/>
                    </a:lnTo>
                    <a:lnTo>
                      <a:pt x="88" y="84"/>
                    </a:lnTo>
                    <a:lnTo>
                      <a:pt x="88" y="84"/>
                    </a:lnTo>
                    <a:lnTo>
                      <a:pt x="90" y="86"/>
                    </a:lnTo>
                    <a:lnTo>
                      <a:pt x="90" y="88"/>
                    </a:lnTo>
                    <a:lnTo>
                      <a:pt x="88" y="92"/>
                    </a:lnTo>
                    <a:lnTo>
                      <a:pt x="88" y="92"/>
                    </a:lnTo>
                    <a:lnTo>
                      <a:pt x="92" y="94"/>
                    </a:lnTo>
                    <a:lnTo>
                      <a:pt x="96" y="96"/>
                    </a:lnTo>
                    <a:lnTo>
                      <a:pt x="96" y="96"/>
                    </a:lnTo>
                    <a:lnTo>
                      <a:pt x="96" y="102"/>
                    </a:lnTo>
                    <a:lnTo>
                      <a:pt x="96" y="102"/>
                    </a:lnTo>
                    <a:lnTo>
                      <a:pt x="100" y="102"/>
                    </a:lnTo>
                    <a:lnTo>
                      <a:pt x="102" y="102"/>
                    </a:lnTo>
                    <a:lnTo>
                      <a:pt x="102" y="102"/>
                    </a:lnTo>
                    <a:lnTo>
                      <a:pt x="104" y="104"/>
                    </a:lnTo>
                    <a:lnTo>
                      <a:pt x="106" y="106"/>
                    </a:lnTo>
                    <a:lnTo>
                      <a:pt x="108" y="106"/>
                    </a:lnTo>
                    <a:lnTo>
                      <a:pt x="108" y="106"/>
                    </a:lnTo>
                    <a:lnTo>
                      <a:pt x="106" y="110"/>
                    </a:lnTo>
                    <a:lnTo>
                      <a:pt x="106" y="110"/>
                    </a:lnTo>
                    <a:lnTo>
                      <a:pt x="102" y="112"/>
                    </a:lnTo>
                    <a:lnTo>
                      <a:pt x="102" y="112"/>
                    </a:lnTo>
                    <a:lnTo>
                      <a:pt x="102" y="118"/>
                    </a:lnTo>
                    <a:lnTo>
                      <a:pt x="102" y="118"/>
                    </a:lnTo>
                    <a:lnTo>
                      <a:pt x="108" y="120"/>
                    </a:lnTo>
                    <a:lnTo>
                      <a:pt x="108" y="120"/>
                    </a:lnTo>
                    <a:lnTo>
                      <a:pt x="108" y="124"/>
                    </a:lnTo>
                    <a:lnTo>
                      <a:pt x="108" y="124"/>
                    </a:lnTo>
                    <a:lnTo>
                      <a:pt x="112" y="126"/>
                    </a:lnTo>
                    <a:lnTo>
                      <a:pt x="114" y="128"/>
                    </a:lnTo>
                    <a:lnTo>
                      <a:pt x="114" y="128"/>
                    </a:lnTo>
                    <a:lnTo>
                      <a:pt x="122" y="138"/>
                    </a:lnTo>
                    <a:lnTo>
                      <a:pt x="122" y="138"/>
                    </a:lnTo>
                    <a:lnTo>
                      <a:pt x="124" y="142"/>
                    </a:lnTo>
                    <a:lnTo>
                      <a:pt x="124" y="142"/>
                    </a:lnTo>
                    <a:lnTo>
                      <a:pt x="126" y="144"/>
                    </a:lnTo>
                    <a:lnTo>
                      <a:pt x="128" y="146"/>
                    </a:lnTo>
                    <a:lnTo>
                      <a:pt x="128" y="146"/>
                    </a:lnTo>
                    <a:lnTo>
                      <a:pt x="132" y="150"/>
                    </a:lnTo>
                    <a:lnTo>
                      <a:pt x="132" y="150"/>
                    </a:lnTo>
                    <a:lnTo>
                      <a:pt x="132" y="154"/>
                    </a:lnTo>
                    <a:lnTo>
                      <a:pt x="132" y="154"/>
                    </a:lnTo>
                    <a:lnTo>
                      <a:pt x="140" y="160"/>
                    </a:lnTo>
                    <a:lnTo>
                      <a:pt x="140" y="160"/>
                    </a:lnTo>
                    <a:lnTo>
                      <a:pt x="140" y="162"/>
                    </a:lnTo>
                    <a:lnTo>
                      <a:pt x="140" y="162"/>
                    </a:lnTo>
                    <a:lnTo>
                      <a:pt x="142" y="164"/>
                    </a:lnTo>
                    <a:lnTo>
                      <a:pt x="142" y="164"/>
                    </a:lnTo>
                    <a:lnTo>
                      <a:pt x="144" y="172"/>
                    </a:lnTo>
                    <a:lnTo>
                      <a:pt x="144" y="172"/>
                    </a:lnTo>
                    <a:lnTo>
                      <a:pt x="148" y="178"/>
                    </a:lnTo>
                    <a:lnTo>
                      <a:pt x="152" y="184"/>
                    </a:lnTo>
                    <a:lnTo>
                      <a:pt x="154" y="186"/>
                    </a:lnTo>
                    <a:lnTo>
                      <a:pt x="154" y="186"/>
                    </a:lnTo>
                    <a:lnTo>
                      <a:pt x="154" y="194"/>
                    </a:lnTo>
                    <a:lnTo>
                      <a:pt x="154" y="194"/>
                    </a:lnTo>
                    <a:lnTo>
                      <a:pt x="156" y="196"/>
                    </a:lnTo>
                    <a:lnTo>
                      <a:pt x="158" y="200"/>
                    </a:lnTo>
                    <a:lnTo>
                      <a:pt x="158" y="204"/>
                    </a:lnTo>
                    <a:lnTo>
                      <a:pt x="158" y="204"/>
                    </a:lnTo>
                    <a:lnTo>
                      <a:pt x="154" y="210"/>
                    </a:lnTo>
                    <a:lnTo>
                      <a:pt x="154" y="210"/>
                    </a:lnTo>
                    <a:lnTo>
                      <a:pt x="152" y="212"/>
                    </a:lnTo>
                    <a:lnTo>
                      <a:pt x="154" y="212"/>
                    </a:lnTo>
                    <a:lnTo>
                      <a:pt x="156" y="214"/>
                    </a:lnTo>
                    <a:lnTo>
                      <a:pt x="156" y="214"/>
                    </a:lnTo>
                    <a:lnTo>
                      <a:pt x="154" y="216"/>
                    </a:lnTo>
                    <a:lnTo>
                      <a:pt x="152" y="218"/>
                    </a:lnTo>
                    <a:lnTo>
                      <a:pt x="152" y="220"/>
                    </a:lnTo>
                    <a:lnTo>
                      <a:pt x="152" y="220"/>
                    </a:lnTo>
                    <a:lnTo>
                      <a:pt x="156" y="228"/>
                    </a:lnTo>
                    <a:lnTo>
                      <a:pt x="158" y="228"/>
                    </a:lnTo>
                    <a:lnTo>
                      <a:pt x="158" y="228"/>
                    </a:lnTo>
                    <a:lnTo>
                      <a:pt x="158" y="232"/>
                    </a:lnTo>
                    <a:lnTo>
                      <a:pt x="158" y="232"/>
                    </a:lnTo>
                    <a:lnTo>
                      <a:pt x="166" y="240"/>
                    </a:lnTo>
                    <a:lnTo>
                      <a:pt x="166" y="240"/>
                    </a:lnTo>
                    <a:lnTo>
                      <a:pt x="172" y="240"/>
                    </a:lnTo>
                    <a:lnTo>
                      <a:pt x="172" y="240"/>
                    </a:lnTo>
                    <a:lnTo>
                      <a:pt x="172" y="242"/>
                    </a:lnTo>
                    <a:lnTo>
                      <a:pt x="174" y="244"/>
                    </a:lnTo>
                    <a:lnTo>
                      <a:pt x="174" y="244"/>
                    </a:lnTo>
                    <a:lnTo>
                      <a:pt x="176" y="246"/>
                    </a:lnTo>
                    <a:lnTo>
                      <a:pt x="180" y="248"/>
                    </a:lnTo>
                    <a:lnTo>
                      <a:pt x="180" y="248"/>
                    </a:lnTo>
                    <a:lnTo>
                      <a:pt x="184" y="254"/>
                    </a:lnTo>
                    <a:lnTo>
                      <a:pt x="184" y="254"/>
                    </a:lnTo>
                    <a:lnTo>
                      <a:pt x="188" y="260"/>
                    </a:lnTo>
                    <a:lnTo>
                      <a:pt x="188" y="260"/>
                    </a:lnTo>
                    <a:lnTo>
                      <a:pt x="192" y="262"/>
                    </a:lnTo>
                    <a:lnTo>
                      <a:pt x="194" y="262"/>
                    </a:lnTo>
                    <a:lnTo>
                      <a:pt x="198" y="262"/>
                    </a:lnTo>
                    <a:lnTo>
                      <a:pt x="202" y="262"/>
                    </a:lnTo>
                    <a:lnTo>
                      <a:pt x="202" y="262"/>
                    </a:lnTo>
                    <a:lnTo>
                      <a:pt x="204" y="266"/>
                    </a:lnTo>
                    <a:lnTo>
                      <a:pt x="208" y="268"/>
                    </a:lnTo>
                    <a:lnTo>
                      <a:pt x="208" y="268"/>
                    </a:lnTo>
                    <a:lnTo>
                      <a:pt x="214" y="272"/>
                    </a:lnTo>
                    <a:lnTo>
                      <a:pt x="220" y="274"/>
                    </a:lnTo>
                    <a:lnTo>
                      <a:pt x="220" y="274"/>
                    </a:lnTo>
                    <a:lnTo>
                      <a:pt x="222" y="278"/>
                    </a:lnTo>
                    <a:lnTo>
                      <a:pt x="222" y="278"/>
                    </a:lnTo>
                    <a:lnTo>
                      <a:pt x="230" y="280"/>
                    </a:lnTo>
                    <a:lnTo>
                      <a:pt x="236" y="280"/>
                    </a:lnTo>
                    <a:lnTo>
                      <a:pt x="238" y="282"/>
                    </a:lnTo>
                    <a:lnTo>
                      <a:pt x="238" y="282"/>
                    </a:lnTo>
                    <a:lnTo>
                      <a:pt x="242" y="282"/>
                    </a:lnTo>
                    <a:lnTo>
                      <a:pt x="244" y="282"/>
                    </a:lnTo>
                    <a:lnTo>
                      <a:pt x="244" y="282"/>
                    </a:lnTo>
                    <a:lnTo>
                      <a:pt x="246" y="284"/>
                    </a:lnTo>
                    <a:lnTo>
                      <a:pt x="246" y="284"/>
                    </a:lnTo>
                    <a:lnTo>
                      <a:pt x="250" y="284"/>
                    </a:lnTo>
                    <a:lnTo>
                      <a:pt x="250" y="284"/>
                    </a:lnTo>
                    <a:lnTo>
                      <a:pt x="254" y="288"/>
                    </a:lnTo>
                    <a:lnTo>
                      <a:pt x="254" y="292"/>
                    </a:lnTo>
                    <a:lnTo>
                      <a:pt x="254" y="292"/>
                    </a:lnTo>
                    <a:lnTo>
                      <a:pt x="256" y="290"/>
                    </a:lnTo>
                    <a:lnTo>
                      <a:pt x="258" y="290"/>
                    </a:lnTo>
                    <a:lnTo>
                      <a:pt x="258" y="290"/>
                    </a:lnTo>
                    <a:lnTo>
                      <a:pt x="260" y="290"/>
                    </a:lnTo>
                    <a:lnTo>
                      <a:pt x="262" y="292"/>
                    </a:lnTo>
                    <a:lnTo>
                      <a:pt x="262" y="292"/>
                    </a:lnTo>
                    <a:lnTo>
                      <a:pt x="266" y="292"/>
                    </a:lnTo>
                    <a:lnTo>
                      <a:pt x="270" y="292"/>
                    </a:lnTo>
                    <a:lnTo>
                      <a:pt x="270" y="292"/>
                    </a:lnTo>
                    <a:lnTo>
                      <a:pt x="270" y="294"/>
                    </a:lnTo>
                    <a:lnTo>
                      <a:pt x="270" y="294"/>
                    </a:lnTo>
                    <a:lnTo>
                      <a:pt x="274" y="296"/>
                    </a:lnTo>
                    <a:lnTo>
                      <a:pt x="274" y="296"/>
                    </a:lnTo>
                    <a:lnTo>
                      <a:pt x="278" y="296"/>
                    </a:lnTo>
                    <a:lnTo>
                      <a:pt x="280" y="294"/>
                    </a:lnTo>
                    <a:lnTo>
                      <a:pt x="284" y="292"/>
                    </a:lnTo>
                    <a:lnTo>
                      <a:pt x="284" y="292"/>
                    </a:lnTo>
                    <a:lnTo>
                      <a:pt x="290" y="290"/>
                    </a:lnTo>
                    <a:lnTo>
                      <a:pt x="294" y="292"/>
                    </a:lnTo>
                    <a:lnTo>
                      <a:pt x="294" y="292"/>
                    </a:lnTo>
                    <a:lnTo>
                      <a:pt x="298" y="288"/>
                    </a:lnTo>
                    <a:lnTo>
                      <a:pt x="298" y="288"/>
                    </a:lnTo>
                    <a:lnTo>
                      <a:pt x="300" y="288"/>
                    </a:lnTo>
                    <a:lnTo>
                      <a:pt x="302" y="290"/>
                    </a:lnTo>
                    <a:lnTo>
                      <a:pt x="302" y="290"/>
                    </a:lnTo>
                    <a:lnTo>
                      <a:pt x="308" y="290"/>
                    </a:lnTo>
                    <a:lnTo>
                      <a:pt x="314" y="292"/>
                    </a:lnTo>
                    <a:lnTo>
                      <a:pt x="314" y="292"/>
                    </a:lnTo>
                    <a:lnTo>
                      <a:pt x="318" y="296"/>
                    </a:lnTo>
                    <a:lnTo>
                      <a:pt x="318" y="296"/>
                    </a:lnTo>
                    <a:lnTo>
                      <a:pt x="322" y="296"/>
                    </a:lnTo>
                    <a:lnTo>
                      <a:pt x="322" y="296"/>
                    </a:lnTo>
                    <a:lnTo>
                      <a:pt x="326" y="300"/>
                    </a:lnTo>
                    <a:lnTo>
                      <a:pt x="328" y="306"/>
                    </a:lnTo>
                    <a:lnTo>
                      <a:pt x="328" y="308"/>
                    </a:lnTo>
                    <a:lnTo>
                      <a:pt x="328" y="308"/>
                    </a:lnTo>
                    <a:lnTo>
                      <a:pt x="330" y="304"/>
                    </a:lnTo>
                    <a:lnTo>
                      <a:pt x="330" y="302"/>
                    </a:lnTo>
                    <a:lnTo>
                      <a:pt x="330" y="300"/>
                    </a:lnTo>
                    <a:lnTo>
                      <a:pt x="330" y="300"/>
                    </a:lnTo>
                    <a:lnTo>
                      <a:pt x="330" y="296"/>
                    </a:lnTo>
                    <a:lnTo>
                      <a:pt x="332" y="292"/>
                    </a:lnTo>
                    <a:lnTo>
                      <a:pt x="338" y="286"/>
                    </a:lnTo>
                    <a:lnTo>
                      <a:pt x="354" y="288"/>
                    </a:lnTo>
                    <a:lnTo>
                      <a:pt x="354" y="288"/>
                    </a:lnTo>
                    <a:lnTo>
                      <a:pt x="354" y="284"/>
                    </a:lnTo>
                    <a:lnTo>
                      <a:pt x="352" y="282"/>
                    </a:lnTo>
                    <a:lnTo>
                      <a:pt x="350" y="278"/>
                    </a:lnTo>
                    <a:lnTo>
                      <a:pt x="350" y="278"/>
                    </a:lnTo>
                    <a:lnTo>
                      <a:pt x="346" y="274"/>
                    </a:lnTo>
                    <a:lnTo>
                      <a:pt x="344" y="270"/>
                    </a:lnTo>
                    <a:lnTo>
                      <a:pt x="344" y="266"/>
                    </a:lnTo>
                    <a:lnTo>
                      <a:pt x="348" y="266"/>
                    </a:lnTo>
                    <a:lnTo>
                      <a:pt x="350" y="258"/>
                    </a:lnTo>
                    <a:lnTo>
                      <a:pt x="372" y="258"/>
                    </a:lnTo>
                    <a:lnTo>
                      <a:pt x="378" y="256"/>
                    </a:lnTo>
                    <a:lnTo>
                      <a:pt x="378" y="256"/>
                    </a:lnTo>
                    <a:lnTo>
                      <a:pt x="380" y="254"/>
                    </a:lnTo>
                    <a:lnTo>
                      <a:pt x="382" y="252"/>
                    </a:lnTo>
                    <a:lnTo>
                      <a:pt x="384" y="254"/>
                    </a:lnTo>
                    <a:lnTo>
                      <a:pt x="384" y="254"/>
                    </a:lnTo>
                    <a:lnTo>
                      <a:pt x="388" y="246"/>
                    </a:lnTo>
                    <a:lnTo>
                      <a:pt x="388" y="246"/>
                    </a:lnTo>
                    <a:lnTo>
                      <a:pt x="388" y="250"/>
                    </a:lnTo>
                    <a:lnTo>
                      <a:pt x="388" y="252"/>
                    </a:lnTo>
                    <a:lnTo>
                      <a:pt x="388" y="252"/>
                    </a:lnTo>
                    <a:lnTo>
                      <a:pt x="394" y="256"/>
                    </a:lnTo>
                    <a:lnTo>
                      <a:pt x="394" y="256"/>
                    </a:lnTo>
                    <a:lnTo>
                      <a:pt x="394" y="244"/>
                    </a:lnTo>
                    <a:lnTo>
                      <a:pt x="396" y="230"/>
                    </a:lnTo>
                    <a:lnTo>
                      <a:pt x="398" y="230"/>
                    </a:lnTo>
                    <a:lnTo>
                      <a:pt x="398" y="230"/>
                    </a:lnTo>
                    <a:lnTo>
                      <a:pt x="398" y="228"/>
                    </a:lnTo>
                    <a:lnTo>
                      <a:pt x="396" y="224"/>
                    </a:lnTo>
                    <a:lnTo>
                      <a:pt x="396" y="224"/>
                    </a:lnTo>
                    <a:lnTo>
                      <a:pt x="398" y="218"/>
                    </a:lnTo>
                    <a:lnTo>
                      <a:pt x="402" y="210"/>
                    </a:lnTo>
                    <a:lnTo>
                      <a:pt x="404" y="202"/>
                    </a:lnTo>
                    <a:lnTo>
                      <a:pt x="402" y="198"/>
                    </a:lnTo>
                    <a:lnTo>
                      <a:pt x="400" y="196"/>
                    </a:lnTo>
                    <a:lnTo>
                      <a:pt x="400" y="196"/>
                    </a:lnTo>
                    <a:lnTo>
                      <a:pt x="398" y="196"/>
                    </a:lnTo>
                    <a:lnTo>
                      <a:pt x="396" y="194"/>
                    </a:lnTo>
                    <a:lnTo>
                      <a:pt x="396" y="194"/>
                    </a:lnTo>
                    <a:lnTo>
                      <a:pt x="388" y="194"/>
                    </a:lnTo>
                    <a:lnTo>
                      <a:pt x="384" y="196"/>
                    </a:lnTo>
                    <a:lnTo>
                      <a:pt x="384" y="196"/>
                    </a:lnTo>
                    <a:lnTo>
                      <a:pt x="380" y="200"/>
                    </a:lnTo>
                    <a:lnTo>
                      <a:pt x="380" y="200"/>
                    </a:lnTo>
                    <a:lnTo>
                      <a:pt x="374" y="202"/>
                    </a:lnTo>
                    <a:lnTo>
                      <a:pt x="374" y="202"/>
                    </a:lnTo>
                    <a:lnTo>
                      <a:pt x="370" y="204"/>
                    </a:lnTo>
                    <a:lnTo>
                      <a:pt x="370" y="204"/>
                    </a:lnTo>
                    <a:lnTo>
                      <a:pt x="364" y="206"/>
                    </a:lnTo>
                    <a:lnTo>
                      <a:pt x="364" y="206"/>
                    </a:lnTo>
                    <a:lnTo>
                      <a:pt x="362" y="208"/>
                    </a:lnTo>
                    <a:lnTo>
                      <a:pt x="362" y="208"/>
                    </a:lnTo>
                    <a:lnTo>
                      <a:pt x="360" y="218"/>
                    </a:lnTo>
                    <a:lnTo>
                      <a:pt x="358" y="228"/>
                    </a:lnTo>
                    <a:lnTo>
                      <a:pt x="358" y="228"/>
                    </a:lnTo>
                    <a:lnTo>
                      <a:pt x="354" y="232"/>
                    </a:lnTo>
                    <a:lnTo>
                      <a:pt x="354" y="232"/>
                    </a:lnTo>
                    <a:lnTo>
                      <a:pt x="354" y="236"/>
                    </a:lnTo>
                    <a:lnTo>
                      <a:pt x="354" y="240"/>
                    </a:lnTo>
                    <a:lnTo>
                      <a:pt x="354" y="240"/>
                    </a:lnTo>
                    <a:lnTo>
                      <a:pt x="352" y="240"/>
                    </a:lnTo>
                    <a:lnTo>
                      <a:pt x="352" y="240"/>
                    </a:lnTo>
                    <a:lnTo>
                      <a:pt x="348" y="244"/>
                    </a:lnTo>
                    <a:lnTo>
                      <a:pt x="344" y="250"/>
                    </a:lnTo>
                    <a:lnTo>
                      <a:pt x="344" y="250"/>
                    </a:lnTo>
                    <a:lnTo>
                      <a:pt x="340" y="250"/>
                    </a:lnTo>
                    <a:lnTo>
                      <a:pt x="338" y="250"/>
                    </a:lnTo>
                    <a:lnTo>
                      <a:pt x="338" y="250"/>
                    </a:lnTo>
                    <a:lnTo>
                      <a:pt x="336" y="246"/>
                    </a:lnTo>
                    <a:lnTo>
                      <a:pt x="336" y="246"/>
                    </a:lnTo>
                    <a:lnTo>
                      <a:pt x="330" y="248"/>
                    </a:lnTo>
                    <a:lnTo>
                      <a:pt x="324" y="252"/>
                    </a:lnTo>
                    <a:lnTo>
                      <a:pt x="324" y="252"/>
                    </a:lnTo>
                    <a:lnTo>
                      <a:pt x="322" y="254"/>
                    </a:lnTo>
                    <a:lnTo>
                      <a:pt x="322" y="254"/>
                    </a:lnTo>
                    <a:lnTo>
                      <a:pt x="314" y="254"/>
                    </a:lnTo>
                    <a:lnTo>
                      <a:pt x="314" y="258"/>
                    </a:lnTo>
                    <a:lnTo>
                      <a:pt x="314" y="258"/>
                    </a:lnTo>
                    <a:lnTo>
                      <a:pt x="302" y="258"/>
                    </a:lnTo>
                    <a:lnTo>
                      <a:pt x="302" y="258"/>
                    </a:lnTo>
                    <a:lnTo>
                      <a:pt x="298" y="252"/>
                    </a:lnTo>
                    <a:lnTo>
                      <a:pt x="296" y="248"/>
                    </a:lnTo>
                    <a:lnTo>
                      <a:pt x="292" y="248"/>
                    </a:lnTo>
                    <a:lnTo>
                      <a:pt x="284" y="248"/>
                    </a:lnTo>
                    <a:lnTo>
                      <a:pt x="284" y="248"/>
                    </a:lnTo>
                    <a:lnTo>
                      <a:pt x="284" y="244"/>
                    </a:lnTo>
                    <a:lnTo>
                      <a:pt x="284" y="244"/>
                    </a:lnTo>
                    <a:lnTo>
                      <a:pt x="282" y="238"/>
                    </a:lnTo>
                    <a:lnTo>
                      <a:pt x="278" y="234"/>
                    </a:lnTo>
                    <a:lnTo>
                      <a:pt x="278" y="234"/>
                    </a:lnTo>
                    <a:lnTo>
                      <a:pt x="278" y="228"/>
                    </a:lnTo>
                    <a:lnTo>
                      <a:pt x="278" y="228"/>
                    </a:lnTo>
                    <a:lnTo>
                      <a:pt x="274" y="228"/>
                    </a:lnTo>
                    <a:lnTo>
                      <a:pt x="274" y="228"/>
                    </a:lnTo>
                    <a:lnTo>
                      <a:pt x="272" y="224"/>
                    </a:lnTo>
                    <a:lnTo>
                      <a:pt x="270" y="220"/>
                    </a:lnTo>
                    <a:lnTo>
                      <a:pt x="270" y="220"/>
                    </a:lnTo>
                    <a:lnTo>
                      <a:pt x="266" y="218"/>
                    </a:lnTo>
                    <a:lnTo>
                      <a:pt x="266" y="218"/>
                    </a:lnTo>
                    <a:lnTo>
                      <a:pt x="264" y="214"/>
                    </a:lnTo>
                    <a:lnTo>
                      <a:pt x="264" y="210"/>
                    </a:lnTo>
                    <a:lnTo>
                      <a:pt x="264" y="210"/>
                    </a:lnTo>
                    <a:lnTo>
                      <a:pt x="260" y="206"/>
                    </a:lnTo>
                    <a:lnTo>
                      <a:pt x="260" y="206"/>
                    </a:lnTo>
                    <a:lnTo>
                      <a:pt x="260" y="200"/>
                    </a:lnTo>
                    <a:lnTo>
                      <a:pt x="260" y="200"/>
                    </a:lnTo>
                    <a:lnTo>
                      <a:pt x="256" y="202"/>
                    </a:lnTo>
                    <a:lnTo>
                      <a:pt x="256" y="202"/>
                    </a:lnTo>
                    <a:lnTo>
                      <a:pt x="258" y="194"/>
                    </a:lnTo>
                    <a:lnTo>
                      <a:pt x="258" y="186"/>
                    </a:lnTo>
                    <a:lnTo>
                      <a:pt x="258" y="186"/>
                    </a:lnTo>
                    <a:lnTo>
                      <a:pt x="260" y="182"/>
                    </a:lnTo>
                    <a:lnTo>
                      <a:pt x="260" y="176"/>
                    </a:lnTo>
                    <a:lnTo>
                      <a:pt x="258" y="172"/>
                    </a:lnTo>
                    <a:lnTo>
                      <a:pt x="258" y="172"/>
                    </a:lnTo>
                    <a:lnTo>
                      <a:pt x="258" y="168"/>
                    </a:lnTo>
                    <a:lnTo>
                      <a:pt x="258" y="166"/>
                    </a:lnTo>
                    <a:lnTo>
                      <a:pt x="256" y="164"/>
                    </a:lnTo>
                    <a:lnTo>
                      <a:pt x="256" y="164"/>
                    </a:lnTo>
                    <a:lnTo>
                      <a:pt x="256" y="158"/>
                    </a:lnTo>
                    <a:lnTo>
                      <a:pt x="258" y="152"/>
                    </a:lnTo>
                    <a:lnTo>
                      <a:pt x="256" y="148"/>
                    </a:lnTo>
                    <a:lnTo>
                      <a:pt x="256" y="148"/>
                    </a:lnTo>
                    <a:lnTo>
                      <a:pt x="256" y="144"/>
                    </a:lnTo>
                    <a:lnTo>
                      <a:pt x="256" y="142"/>
                    </a:lnTo>
                    <a:lnTo>
                      <a:pt x="256" y="140"/>
                    </a:lnTo>
                    <a:lnTo>
                      <a:pt x="256" y="140"/>
                    </a:lnTo>
                    <a:lnTo>
                      <a:pt x="258" y="138"/>
                    </a:lnTo>
                    <a:lnTo>
                      <a:pt x="260" y="136"/>
                    </a:lnTo>
                    <a:lnTo>
                      <a:pt x="260" y="136"/>
                    </a:lnTo>
                    <a:lnTo>
                      <a:pt x="260" y="132"/>
                    </a:lnTo>
                    <a:lnTo>
                      <a:pt x="260" y="132"/>
                    </a:lnTo>
                    <a:lnTo>
                      <a:pt x="264" y="132"/>
                    </a:lnTo>
                    <a:lnTo>
                      <a:pt x="264" y="132"/>
                    </a:lnTo>
                    <a:lnTo>
                      <a:pt x="266" y="130"/>
                    </a:lnTo>
                    <a:lnTo>
                      <a:pt x="266" y="126"/>
                    </a:lnTo>
                    <a:lnTo>
                      <a:pt x="266" y="126"/>
                    </a:lnTo>
                    <a:lnTo>
                      <a:pt x="268" y="124"/>
                    </a:lnTo>
                    <a:lnTo>
                      <a:pt x="266" y="122"/>
                    </a:lnTo>
                    <a:lnTo>
                      <a:pt x="260" y="122"/>
                    </a:lnTo>
                    <a:lnTo>
                      <a:pt x="256" y="120"/>
                    </a:lnTo>
                    <a:lnTo>
                      <a:pt x="250" y="118"/>
                    </a:lnTo>
                    <a:lnTo>
                      <a:pt x="246" y="116"/>
                    </a:lnTo>
                    <a:lnTo>
                      <a:pt x="240" y="114"/>
                    </a:lnTo>
                    <a:lnTo>
                      <a:pt x="240" y="108"/>
                    </a:lnTo>
                    <a:lnTo>
                      <a:pt x="238" y="98"/>
                    </a:lnTo>
                    <a:lnTo>
                      <a:pt x="234" y="94"/>
                    </a:lnTo>
                    <a:lnTo>
                      <a:pt x="230" y="90"/>
                    </a:lnTo>
                    <a:lnTo>
                      <a:pt x="228" y="86"/>
                    </a:lnTo>
                    <a:lnTo>
                      <a:pt x="224" y="78"/>
                    </a:lnTo>
                    <a:lnTo>
                      <a:pt x="222" y="72"/>
                    </a:lnTo>
                    <a:lnTo>
                      <a:pt x="220" y="70"/>
                    </a:lnTo>
                    <a:lnTo>
                      <a:pt x="218" y="64"/>
                    </a:lnTo>
                    <a:lnTo>
                      <a:pt x="214" y="60"/>
                    </a:lnTo>
                    <a:lnTo>
                      <a:pt x="210" y="56"/>
                    </a:lnTo>
                    <a:lnTo>
                      <a:pt x="206" y="54"/>
                    </a:lnTo>
                    <a:lnTo>
                      <a:pt x="202" y="54"/>
                    </a:lnTo>
                    <a:lnTo>
                      <a:pt x="196" y="56"/>
                    </a:lnTo>
                    <a:lnTo>
                      <a:pt x="192" y="62"/>
                    </a:lnTo>
                    <a:lnTo>
                      <a:pt x="188" y="64"/>
                    </a:lnTo>
                    <a:lnTo>
                      <a:pt x="184" y="64"/>
                    </a:lnTo>
                    <a:lnTo>
                      <a:pt x="180" y="64"/>
                    </a:lnTo>
                    <a:lnTo>
                      <a:pt x="176" y="62"/>
                    </a:lnTo>
                    <a:lnTo>
                      <a:pt x="172" y="56"/>
                    </a:lnTo>
                    <a:lnTo>
                      <a:pt x="168" y="52"/>
                    </a:lnTo>
                    <a:lnTo>
                      <a:pt x="168" y="48"/>
                    </a:lnTo>
                    <a:lnTo>
                      <a:pt x="164" y="42"/>
                    </a:lnTo>
                    <a:lnTo>
                      <a:pt x="160" y="36"/>
                    </a:lnTo>
                    <a:lnTo>
                      <a:pt x="156" y="32"/>
                    </a:lnTo>
                    <a:lnTo>
                      <a:pt x="154" y="30"/>
                    </a:lnTo>
                    <a:lnTo>
                      <a:pt x="150" y="26"/>
                    </a:lnTo>
                    <a:lnTo>
                      <a:pt x="144" y="18"/>
                    </a:lnTo>
                    <a:lnTo>
                      <a:pt x="116" y="18"/>
                    </a:lnTo>
                    <a:lnTo>
                      <a:pt x="116" y="26"/>
                    </a:lnTo>
                    <a:lnTo>
                      <a:pt x="72" y="24"/>
                    </a:lnTo>
                    <a:lnTo>
                      <a:pt x="36" y="6"/>
                    </a:lnTo>
                    <a:lnTo>
                      <a:pt x="36" y="0"/>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6" name="Freeform 160">
                <a:extLst>
                  <a:ext uri="{FF2B5EF4-FFF2-40B4-BE49-F238E27FC236}">
                    <a16:creationId xmlns:a16="http://schemas.microsoft.com/office/drawing/2014/main" id="{455940A4-5A07-5249-88A7-D30D2E0BBA68}"/>
                  </a:ext>
                </a:extLst>
              </p:cNvPr>
              <p:cNvSpPr>
                <a:spLocks/>
              </p:cNvSpPr>
              <p:nvPr/>
            </p:nvSpPr>
            <p:spPr bwMode="auto">
              <a:xfrm>
                <a:off x="3846641" y="3746887"/>
                <a:ext cx="58707" cy="32038"/>
              </a:xfrm>
              <a:custGeom>
                <a:avLst/>
                <a:gdLst>
                  <a:gd name="T0" fmla="*/ 8 w 30"/>
                  <a:gd name="T1" fmla="*/ 0 h 16"/>
                  <a:gd name="T2" fmla="*/ 8 w 30"/>
                  <a:gd name="T3" fmla="*/ 0 h 16"/>
                  <a:gd name="T4" fmla="*/ 4 w 30"/>
                  <a:gd name="T5" fmla="*/ 2 h 16"/>
                  <a:gd name="T6" fmla="*/ 0 w 30"/>
                  <a:gd name="T7" fmla="*/ 4 h 16"/>
                  <a:gd name="T8" fmla="*/ 0 w 30"/>
                  <a:gd name="T9" fmla="*/ 4 h 16"/>
                  <a:gd name="T10" fmla="*/ 2 w 30"/>
                  <a:gd name="T11" fmla="*/ 6 h 16"/>
                  <a:gd name="T12" fmla="*/ 2 w 30"/>
                  <a:gd name="T13" fmla="*/ 6 h 16"/>
                  <a:gd name="T14" fmla="*/ 6 w 30"/>
                  <a:gd name="T15" fmla="*/ 6 h 16"/>
                  <a:gd name="T16" fmla="*/ 6 w 30"/>
                  <a:gd name="T17" fmla="*/ 6 h 16"/>
                  <a:gd name="T18" fmla="*/ 6 w 30"/>
                  <a:gd name="T19" fmla="*/ 8 h 16"/>
                  <a:gd name="T20" fmla="*/ 8 w 30"/>
                  <a:gd name="T21" fmla="*/ 10 h 16"/>
                  <a:gd name="T22" fmla="*/ 8 w 30"/>
                  <a:gd name="T23" fmla="*/ 10 h 16"/>
                  <a:gd name="T24" fmla="*/ 14 w 30"/>
                  <a:gd name="T25" fmla="*/ 14 h 16"/>
                  <a:gd name="T26" fmla="*/ 22 w 30"/>
                  <a:gd name="T27" fmla="*/ 16 h 16"/>
                  <a:gd name="T28" fmla="*/ 22 w 30"/>
                  <a:gd name="T29" fmla="*/ 16 h 16"/>
                  <a:gd name="T30" fmla="*/ 22 w 30"/>
                  <a:gd name="T31" fmla="*/ 12 h 16"/>
                  <a:gd name="T32" fmla="*/ 22 w 30"/>
                  <a:gd name="T33" fmla="*/ 12 h 16"/>
                  <a:gd name="T34" fmla="*/ 30 w 30"/>
                  <a:gd name="T35" fmla="*/ 12 h 16"/>
                  <a:gd name="T36" fmla="*/ 30 w 30"/>
                  <a:gd name="T37" fmla="*/ 12 h 16"/>
                  <a:gd name="T38" fmla="*/ 30 w 30"/>
                  <a:gd name="T39" fmla="*/ 8 h 16"/>
                  <a:gd name="T40" fmla="*/ 30 w 30"/>
                  <a:gd name="T41" fmla="*/ 8 h 16"/>
                  <a:gd name="T42" fmla="*/ 24 w 30"/>
                  <a:gd name="T43" fmla="*/ 2 h 16"/>
                  <a:gd name="T44" fmla="*/ 24 w 30"/>
                  <a:gd name="T45" fmla="*/ 2 h 16"/>
                  <a:gd name="T46" fmla="*/ 20 w 30"/>
                  <a:gd name="T47" fmla="*/ 2 h 16"/>
                  <a:gd name="T48" fmla="*/ 14 w 30"/>
                  <a:gd name="T49" fmla="*/ 2 h 16"/>
                  <a:gd name="T50" fmla="*/ 14 w 30"/>
                  <a:gd name="T51" fmla="*/ 2 h 16"/>
                  <a:gd name="T52" fmla="*/ 14 w 30"/>
                  <a:gd name="T53" fmla="*/ 2 h 16"/>
                  <a:gd name="T54" fmla="*/ 8 w 30"/>
                  <a:gd name="T55" fmla="*/ 0 h 16"/>
                  <a:gd name="T56" fmla="*/ 8 w 30"/>
                  <a:gd name="T5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16">
                    <a:moveTo>
                      <a:pt x="8" y="0"/>
                    </a:moveTo>
                    <a:lnTo>
                      <a:pt x="8" y="0"/>
                    </a:lnTo>
                    <a:lnTo>
                      <a:pt x="4" y="2"/>
                    </a:lnTo>
                    <a:lnTo>
                      <a:pt x="0" y="4"/>
                    </a:lnTo>
                    <a:lnTo>
                      <a:pt x="0" y="4"/>
                    </a:lnTo>
                    <a:lnTo>
                      <a:pt x="2" y="6"/>
                    </a:lnTo>
                    <a:lnTo>
                      <a:pt x="2" y="6"/>
                    </a:lnTo>
                    <a:lnTo>
                      <a:pt x="6" y="6"/>
                    </a:lnTo>
                    <a:lnTo>
                      <a:pt x="6" y="6"/>
                    </a:lnTo>
                    <a:lnTo>
                      <a:pt x="6" y="8"/>
                    </a:lnTo>
                    <a:lnTo>
                      <a:pt x="8" y="10"/>
                    </a:lnTo>
                    <a:lnTo>
                      <a:pt x="8" y="10"/>
                    </a:lnTo>
                    <a:lnTo>
                      <a:pt x="14" y="14"/>
                    </a:lnTo>
                    <a:lnTo>
                      <a:pt x="22" y="16"/>
                    </a:lnTo>
                    <a:lnTo>
                      <a:pt x="22" y="16"/>
                    </a:lnTo>
                    <a:lnTo>
                      <a:pt x="22" y="12"/>
                    </a:lnTo>
                    <a:lnTo>
                      <a:pt x="22" y="12"/>
                    </a:lnTo>
                    <a:lnTo>
                      <a:pt x="30" y="12"/>
                    </a:lnTo>
                    <a:lnTo>
                      <a:pt x="30" y="12"/>
                    </a:lnTo>
                    <a:lnTo>
                      <a:pt x="30" y="8"/>
                    </a:lnTo>
                    <a:lnTo>
                      <a:pt x="30" y="8"/>
                    </a:lnTo>
                    <a:lnTo>
                      <a:pt x="24" y="2"/>
                    </a:lnTo>
                    <a:lnTo>
                      <a:pt x="24" y="2"/>
                    </a:lnTo>
                    <a:lnTo>
                      <a:pt x="20" y="2"/>
                    </a:lnTo>
                    <a:lnTo>
                      <a:pt x="14" y="2"/>
                    </a:lnTo>
                    <a:lnTo>
                      <a:pt x="14" y="2"/>
                    </a:lnTo>
                    <a:lnTo>
                      <a:pt x="14" y="2"/>
                    </a:lnTo>
                    <a:lnTo>
                      <a:pt x="8" y="0"/>
                    </a:lnTo>
                    <a:lnTo>
                      <a:pt x="8"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7" name="Freeform 175">
                <a:extLst>
                  <a:ext uri="{FF2B5EF4-FFF2-40B4-BE49-F238E27FC236}">
                    <a16:creationId xmlns:a16="http://schemas.microsoft.com/office/drawing/2014/main" id="{19619C36-B2B5-9B46-B731-2B21F2830D2F}"/>
                  </a:ext>
                </a:extLst>
              </p:cNvPr>
              <p:cNvSpPr>
                <a:spLocks/>
              </p:cNvSpPr>
              <p:nvPr/>
            </p:nvSpPr>
            <p:spPr bwMode="auto">
              <a:xfrm>
                <a:off x="3557018" y="3842999"/>
                <a:ext cx="160466" cy="100117"/>
              </a:xfrm>
              <a:custGeom>
                <a:avLst/>
                <a:gdLst>
                  <a:gd name="T0" fmla="*/ 82 w 82"/>
                  <a:gd name="T1" fmla="*/ 20 h 50"/>
                  <a:gd name="T2" fmla="*/ 82 w 82"/>
                  <a:gd name="T3" fmla="*/ 16 h 50"/>
                  <a:gd name="T4" fmla="*/ 76 w 82"/>
                  <a:gd name="T5" fmla="*/ 16 h 50"/>
                  <a:gd name="T6" fmla="*/ 72 w 82"/>
                  <a:gd name="T7" fmla="*/ 14 h 50"/>
                  <a:gd name="T8" fmla="*/ 70 w 82"/>
                  <a:gd name="T9" fmla="*/ 6 h 50"/>
                  <a:gd name="T10" fmla="*/ 66 w 82"/>
                  <a:gd name="T11" fmla="*/ 6 h 50"/>
                  <a:gd name="T12" fmla="*/ 66 w 82"/>
                  <a:gd name="T13" fmla="*/ 4 h 50"/>
                  <a:gd name="T14" fmla="*/ 52 w 82"/>
                  <a:gd name="T15" fmla="*/ 2 h 50"/>
                  <a:gd name="T16" fmla="*/ 50 w 82"/>
                  <a:gd name="T17" fmla="*/ 0 h 50"/>
                  <a:gd name="T18" fmla="*/ 48 w 82"/>
                  <a:gd name="T19" fmla="*/ 0 h 50"/>
                  <a:gd name="T20" fmla="*/ 48 w 82"/>
                  <a:gd name="T21" fmla="*/ 4 h 50"/>
                  <a:gd name="T22" fmla="*/ 34 w 82"/>
                  <a:gd name="T23" fmla="*/ 4 h 50"/>
                  <a:gd name="T24" fmla="*/ 34 w 82"/>
                  <a:gd name="T25" fmla="*/ 6 h 50"/>
                  <a:gd name="T26" fmla="*/ 14 w 82"/>
                  <a:gd name="T27" fmla="*/ 6 h 50"/>
                  <a:gd name="T28" fmla="*/ 12 w 82"/>
                  <a:gd name="T29" fmla="*/ 8 h 50"/>
                  <a:gd name="T30" fmla="*/ 10 w 82"/>
                  <a:gd name="T31" fmla="*/ 10 h 50"/>
                  <a:gd name="T32" fmla="*/ 4 w 82"/>
                  <a:gd name="T33" fmla="*/ 12 h 50"/>
                  <a:gd name="T34" fmla="*/ 4 w 82"/>
                  <a:gd name="T35" fmla="*/ 16 h 50"/>
                  <a:gd name="T36" fmla="*/ 0 w 82"/>
                  <a:gd name="T37" fmla="*/ 24 h 50"/>
                  <a:gd name="T38" fmla="*/ 6 w 82"/>
                  <a:gd name="T39" fmla="*/ 26 h 50"/>
                  <a:gd name="T40" fmla="*/ 14 w 82"/>
                  <a:gd name="T41" fmla="*/ 28 h 50"/>
                  <a:gd name="T42" fmla="*/ 20 w 82"/>
                  <a:gd name="T43" fmla="*/ 32 h 50"/>
                  <a:gd name="T44" fmla="*/ 26 w 82"/>
                  <a:gd name="T45" fmla="*/ 34 h 50"/>
                  <a:gd name="T46" fmla="*/ 26 w 82"/>
                  <a:gd name="T47" fmla="*/ 44 h 50"/>
                  <a:gd name="T48" fmla="*/ 30 w 82"/>
                  <a:gd name="T49" fmla="*/ 44 h 50"/>
                  <a:gd name="T50" fmla="*/ 28 w 82"/>
                  <a:gd name="T51" fmla="*/ 50 h 50"/>
                  <a:gd name="T52" fmla="*/ 30 w 82"/>
                  <a:gd name="T53" fmla="*/ 50 h 50"/>
                  <a:gd name="T54" fmla="*/ 34 w 82"/>
                  <a:gd name="T55" fmla="*/ 48 h 50"/>
                  <a:gd name="T56" fmla="*/ 34 w 82"/>
                  <a:gd name="T57" fmla="*/ 40 h 50"/>
                  <a:gd name="T58" fmla="*/ 34 w 82"/>
                  <a:gd name="T59" fmla="*/ 34 h 50"/>
                  <a:gd name="T60" fmla="*/ 44 w 82"/>
                  <a:gd name="T61" fmla="*/ 30 h 50"/>
                  <a:gd name="T62" fmla="*/ 52 w 82"/>
                  <a:gd name="T63" fmla="*/ 32 h 50"/>
                  <a:gd name="T64" fmla="*/ 54 w 82"/>
                  <a:gd name="T65" fmla="*/ 34 h 50"/>
                  <a:gd name="T66" fmla="*/ 58 w 82"/>
                  <a:gd name="T67" fmla="*/ 32 h 50"/>
                  <a:gd name="T68" fmla="*/ 64 w 82"/>
                  <a:gd name="T69" fmla="*/ 30 h 50"/>
                  <a:gd name="T70" fmla="*/ 68 w 82"/>
                  <a:gd name="T71" fmla="*/ 28 h 50"/>
                  <a:gd name="T72" fmla="*/ 70 w 82"/>
                  <a:gd name="T73" fmla="*/ 24 h 50"/>
                  <a:gd name="T74" fmla="*/ 82 w 82"/>
                  <a:gd name="T75"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2" h="50">
                    <a:moveTo>
                      <a:pt x="82" y="20"/>
                    </a:moveTo>
                    <a:lnTo>
                      <a:pt x="82" y="20"/>
                    </a:lnTo>
                    <a:lnTo>
                      <a:pt x="82" y="18"/>
                    </a:lnTo>
                    <a:lnTo>
                      <a:pt x="82" y="16"/>
                    </a:lnTo>
                    <a:lnTo>
                      <a:pt x="82" y="16"/>
                    </a:lnTo>
                    <a:lnTo>
                      <a:pt x="76" y="16"/>
                    </a:lnTo>
                    <a:lnTo>
                      <a:pt x="72" y="14"/>
                    </a:lnTo>
                    <a:lnTo>
                      <a:pt x="72" y="14"/>
                    </a:lnTo>
                    <a:lnTo>
                      <a:pt x="72" y="10"/>
                    </a:lnTo>
                    <a:lnTo>
                      <a:pt x="70" y="6"/>
                    </a:lnTo>
                    <a:lnTo>
                      <a:pt x="70" y="6"/>
                    </a:lnTo>
                    <a:lnTo>
                      <a:pt x="66" y="6"/>
                    </a:lnTo>
                    <a:lnTo>
                      <a:pt x="66" y="4"/>
                    </a:lnTo>
                    <a:lnTo>
                      <a:pt x="66" y="4"/>
                    </a:lnTo>
                    <a:lnTo>
                      <a:pt x="58" y="2"/>
                    </a:lnTo>
                    <a:lnTo>
                      <a:pt x="52" y="2"/>
                    </a:lnTo>
                    <a:lnTo>
                      <a:pt x="52" y="2"/>
                    </a:lnTo>
                    <a:lnTo>
                      <a:pt x="50" y="0"/>
                    </a:lnTo>
                    <a:lnTo>
                      <a:pt x="48" y="0"/>
                    </a:lnTo>
                    <a:lnTo>
                      <a:pt x="48" y="0"/>
                    </a:lnTo>
                    <a:lnTo>
                      <a:pt x="48" y="4"/>
                    </a:lnTo>
                    <a:lnTo>
                      <a:pt x="48" y="4"/>
                    </a:lnTo>
                    <a:lnTo>
                      <a:pt x="40" y="4"/>
                    </a:lnTo>
                    <a:lnTo>
                      <a:pt x="34" y="4"/>
                    </a:lnTo>
                    <a:lnTo>
                      <a:pt x="34" y="6"/>
                    </a:lnTo>
                    <a:lnTo>
                      <a:pt x="34" y="6"/>
                    </a:lnTo>
                    <a:lnTo>
                      <a:pt x="24" y="6"/>
                    </a:lnTo>
                    <a:lnTo>
                      <a:pt x="14" y="6"/>
                    </a:lnTo>
                    <a:lnTo>
                      <a:pt x="14" y="6"/>
                    </a:lnTo>
                    <a:lnTo>
                      <a:pt x="12" y="8"/>
                    </a:lnTo>
                    <a:lnTo>
                      <a:pt x="12" y="10"/>
                    </a:lnTo>
                    <a:lnTo>
                      <a:pt x="10" y="10"/>
                    </a:lnTo>
                    <a:lnTo>
                      <a:pt x="10" y="10"/>
                    </a:lnTo>
                    <a:lnTo>
                      <a:pt x="4" y="12"/>
                    </a:lnTo>
                    <a:lnTo>
                      <a:pt x="4" y="16"/>
                    </a:lnTo>
                    <a:lnTo>
                      <a:pt x="4" y="16"/>
                    </a:lnTo>
                    <a:lnTo>
                      <a:pt x="2" y="22"/>
                    </a:lnTo>
                    <a:lnTo>
                      <a:pt x="0" y="24"/>
                    </a:lnTo>
                    <a:lnTo>
                      <a:pt x="0" y="24"/>
                    </a:lnTo>
                    <a:lnTo>
                      <a:pt x="6" y="26"/>
                    </a:lnTo>
                    <a:lnTo>
                      <a:pt x="14" y="28"/>
                    </a:lnTo>
                    <a:lnTo>
                      <a:pt x="14" y="28"/>
                    </a:lnTo>
                    <a:lnTo>
                      <a:pt x="16" y="30"/>
                    </a:lnTo>
                    <a:lnTo>
                      <a:pt x="20" y="32"/>
                    </a:lnTo>
                    <a:lnTo>
                      <a:pt x="20" y="32"/>
                    </a:lnTo>
                    <a:lnTo>
                      <a:pt x="26" y="34"/>
                    </a:lnTo>
                    <a:lnTo>
                      <a:pt x="26" y="34"/>
                    </a:lnTo>
                    <a:lnTo>
                      <a:pt x="26" y="44"/>
                    </a:lnTo>
                    <a:lnTo>
                      <a:pt x="26" y="44"/>
                    </a:lnTo>
                    <a:lnTo>
                      <a:pt x="30" y="44"/>
                    </a:lnTo>
                    <a:lnTo>
                      <a:pt x="30" y="44"/>
                    </a:lnTo>
                    <a:lnTo>
                      <a:pt x="28" y="50"/>
                    </a:lnTo>
                    <a:lnTo>
                      <a:pt x="28" y="50"/>
                    </a:lnTo>
                    <a:lnTo>
                      <a:pt x="30" y="50"/>
                    </a:lnTo>
                    <a:lnTo>
                      <a:pt x="32" y="48"/>
                    </a:lnTo>
                    <a:lnTo>
                      <a:pt x="34" y="48"/>
                    </a:lnTo>
                    <a:lnTo>
                      <a:pt x="34" y="48"/>
                    </a:lnTo>
                    <a:lnTo>
                      <a:pt x="34" y="40"/>
                    </a:lnTo>
                    <a:lnTo>
                      <a:pt x="34" y="34"/>
                    </a:lnTo>
                    <a:lnTo>
                      <a:pt x="34" y="34"/>
                    </a:lnTo>
                    <a:lnTo>
                      <a:pt x="44" y="30"/>
                    </a:lnTo>
                    <a:lnTo>
                      <a:pt x="44" y="30"/>
                    </a:lnTo>
                    <a:lnTo>
                      <a:pt x="50" y="30"/>
                    </a:lnTo>
                    <a:lnTo>
                      <a:pt x="52" y="32"/>
                    </a:lnTo>
                    <a:lnTo>
                      <a:pt x="52" y="32"/>
                    </a:lnTo>
                    <a:lnTo>
                      <a:pt x="54" y="34"/>
                    </a:lnTo>
                    <a:lnTo>
                      <a:pt x="54" y="32"/>
                    </a:lnTo>
                    <a:lnTo>
                      <a:pt x="58" y="32"/>
                    </a:lnTo>
                    <a:lnTo>
                      <a:pt x="58" y="32"/>
                    </a:lnTo>
                    <a:lnTo>
                      <a:pt x="64" y="30"/>
                    </a:lnTo>
                    <a:lnTo>
                      <a:pt x="68" y="30"/>
                    </a:lnTo>
                    <a:lnTo>
                      <a:pt x="68" y="28"/>
                    </a:lnTo>
                    <a:lnTo>
                      <a:pt x="68" y="28"/>
                    </a:lnTo>
                    <a:lnTo>
                      <a:pt x="70" y="24"/>
                    </a:lnTo>
                    <a:lnTo>
                      <a:pt x="74" y="22"/>
                    </a:lnTo>
                    <a:lnTo>
                      <a:pt x="82"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8" name="Freeform 176">
                <a:extLst>
                  <a:ext uri="{FF2B5EF4-FFF2-40B4-BE49-F238E27FC236}">
                    <a16:creationId xmlns:a16="http://schemas.microsoft.com/office/drawing/2014/main" id="{5D98EE37-0D69-BA4B-9F2B-E1B801E0BCF8}"/>
                  </a:ext>
                </a:extLst>
              </p:cNvPr>
              <p:cNvSpPr>
                <a:spLocks/>
              </p:cNvSpPr>
              <p:nvPr/>
            </p:nvSpPr>
            <p:spPr bwMode="auto">
              <a:xfrm>
                <a:off x="3952313" y="3710844"/>
                <a:ext cx="74362" cy="52060"/>
              </a:xfrm>
              <a:custGeom>
                <a:avLst/>
                <a:gdLst>
                  <a:gd name="T0" fmla="*/ 38 w 38"/>
                  <a:gd name="T1" fmla="*/ 26 h 26"/>
                  <a:gd name="T2" fmla="*/ 38 w 38"/>
                  <a:gd name="T3" fmla="*/ 26 h 26"/>
                  <a:gd name="T4" fmla="*/ 38 w 38"/>
                  <a:gd name="T5" fmla="*/ 22 h 26"/>
                  <a:gd name="T6" fmla="*/ 38 w 38"/>
                  <a:gd name="T7" fmla="*/ 22 h 26"/>
                  <a:gd name="T8" fmla="*/ 36 w 38"/>
                  <a:gd name="T9" fmla="*/ 18 h 26"/>
                  <a:gd name="T10" fmla="*/ 36 w 38"/>
                  <a:gd name="T11" fmla="*/ 16 h 26"/>
                  <a:gd name="T12" fmla="*/ 38 w 38"/>
                  <a:gd name="T13" fmla="*/ 12 h 26"/>
                  <a:gd name="T14" fmla="*/ 36 w 38"/>
                  <a:gd name="T15" fmla="*/ 2 h 26"/>
                  <a:gd name="T16" fmla="*/ 36 w 38"/>
                  <a:gd name="T17" fmla="*/ 2 h 26"/>
                  <a:gd name="T18" fmla="*/ 32 w 38"/>
                  <a:gd name="T19" fmla="*/ 2 h 26"/>
                  <a:gd name="T20" fmla="*/ 30 w 38"/>
                  <a:gd name="T21" fmla="*/ 2 h 26"/>
                  <a:gd name="T22" fmla="*/ 26 w 38"/>
                  <a:gd name="T23" fmla="*/ 0 h 26"/>
                  <a:gd name="T24" fmla="*/ 26 w 38"/>
                  <a:gd name="T25" fmla="*/ 0 h 26"/>
                  <a:gd name="T26" fmla="*/ 20 w 38"/>
                  <a:gd name="T27" fmla="*/ 0 h 26"/>
                  <a:gd name="T28" fmla="*/ 20 w 38"/>
                  <a:gd name="T29" fmla="*/ 0 h 26"/>
                  <a:gd name="T30" fmla="*/ 26 w 38"/>
                  <a:gd name="T31" fmla="*/ 4 h 26"/>
                  <a:gd name="T32" fmla="*/ 26 w 38"/>
                  <a:gd name="T33" fmla="*/ 4 h 26"/>
                  <a:gd name="T34" fmla="*/ 26 w 38"/>
                  <a:gd name="T35" fmla="*/ 6 h 26"/>
                  <a:gd name="T36" fmla="*/ 26 w 38"/>
                  <a:gd name="T37" fmla="*/ 12 h 26"/>
                  <a:gd name="T38" fmla="*/ 26 w 38"/>
                  <a:gd name="T39" fmla="*/ 12 h 26"/>
                  <a:gd name="T40" fmla="*/ 30 w 38"/>
                  <a:gd name="T41" fmla="*/ 16 h 26"/>
                  <a:gd name="T42" fmla="*/ 30 w 38"/>
                  <a:gd name="T43" fmla="*/ 16 h 26"/>
                  <a:gd name="T44" fmla="*/ 30 w 38"/>
                  <a:gd name="T45" fmla="*/ 20 h 26"/>
                  <a:gd name="T46" fmla="*/ 30 w 38"/>
                  <a:gd name="T47" fmla="*/ 20 h 26"/>
                  <a:gd name="T48" fmla="*/ 28 w 38"/>
                  <a:gd name="T49" fmla="*/ 22 h 26"/>
                  <a:gd name="T50" fmla="*/ 26 w 38"/>
                  <a:gd name="T51" fmla="*/ 22 h 26"/>
                  <a:gd name="T52" fmla="*/ 26 w 38"/>
                  <a:gd name="T53" fmla="*/ 22 h 26"/>
                  <a:gd name="T54" fmla="*/ 16 w 38"/>
                  <a:gd name="T55" fmla="*/ 18 h 26"/>
                  <a:gd name="T56" fmla="*/ 16 w 38"/>
                  <a:gd name="T57" fmla="*/ 18 h 26"/>
                  <a:gd name="T58" fmla="*/ 12 w 38"/>
                  <a:gd name="T59" fmla="*/ 20 h 26"/>
                  <a:gd name="T60" fmla="*/ 10 w 38"/>
                  <a:gd name="T61" fmla="*/ 20 h 26"/>
                  <a:gd name="T62" fmla="*/ 10 w 38"/>
                  <a:gd name="T63" fmla="*/ 20 h 26"/>
                  <a:gd name="T64" fmla="*/ 8 w 38"/>
                  <a:gd name="T65" fmla="*/ 18 h 26"/>
                  <a:gd name="T66" fmla="*/ 4 w 38"/>
                  <a:gd name="T67" fmla="*/ 16 h 26"/>
                  <a:gd name="T68" fmla="*/ 4 w 38"/>
                  <a:gd name="T69" fmla="*/ 16 h 26"/>
                  <a:gd name="T70" fmla="*/ 0 w 38"/>
                  <a:gd name="T71" fmla="*/ 18 h 26"/>
                  <a:gd name="T72" fmla="*/ 0 w 38"/>
                  <a:gd name="T73" fmla="*/ 18 h 26"/>
                  <a:gd name="T74" fmla="*/ 0 w 38"/>
                  <a:gd name="T75" fmla="*/ 22 h 26"/>
                  <a:gd name="T76" fmla="*/ 0 w 38"/>
                  <a:gd name="T77" fmla="*/ 22 h 26"/>
                  <a:gd name="T78" fmla="*/ 6 w 38"/>
                  <a:gd name="T79" fmla="*/ 26 h 26"/>
                  <a:gd name="T80" fmla="*/ 6 w 38"/>
                  <a:gd name="T81" fmla="*/ 26 h 26"/>
                  <a:gd name="T82" fmla="*/ 10 w 38"/>
                  <a:gd name="T83" fmla="*/ 26 h 26"/>
                  <a:gd name="T84" fmla="*/ 14 w 38"/>
                  <a:gd name="T85" fmla="*/ 24 h 26"/>
                  <a:gd name="T86" fmla="*/ 14 w 38"/>
                  <a:gd name="T87" fmla="*/ 24 h 26"/>
                  <a:gd name="T88" fmla="*/ 38 w 38"/>
                  <a:gd name="T89" fmla="*/ 26 h 26"/>
                  <a:gd name="T90" fmla="*/ 38 w 38"/>
                  <a:gd name="T9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 h="26">
                    <a:moveTo>
                      <a:pt x="38" y="26"/>
                    </a:moveTo>
                    <a:lnTo>
                      <a:pt x="38" y="26"/>
                    </a:lnTo>
                    <a:lnTo>
                      <a:pt x="38" y="22"/>
                    </a:lnTo>
                    <a:lnTo>
                      <a:pt x="38" y="22"/>
                    </a:lnTo>
                    <a:lnTo>
                      <a:pt x="36" y="18"/>
                    </a:lnTo>
                    <a:lnTo>
                      <a:pt x="36" y="16"/>
                    </a:lnTo>
                    <a:lnTo>
                      <a:pt x="38" y="12"/>
                    </a:lnTo>
                    <a:lnTo>
                      <a:pt x="36" y="2"/>
                    </a:lnTo>
                    <a:lnTo>
                      <a:pt x="36" y="2"/>
                    </a:lnTo>
                    <a:lnTo>
                      <a:pt x="32" y="2"/>
                    </a:lnTo>
                    <a:lnTo>
                      <a:pt x="30" y="2"/>
                    </a:lnTo>
                    <a:lnTo>
                      <a:pt x="26" y="0"/>
                    </a:lnTo>
                    <a:lnTo>
                      <a:pt x="26" y="0"/>
                    </a:lnTo>
                    <a:lnTo>
                      <a:pt x="20" y="0"/>
                    </a:lnTo>
                    <a:lnTo>
                      <a:pt x="20" y="0"/>
                    </a:lnTo>
                    <a:lnTo>
                      <a:pt x="26" y="4"/>
                    </a:lnTo>
                    <a:lnTo>
                      <a:pt x="26" y="4"/>
                    </a:lnTo>
                    <a:lnTo>
                      <a:pt x="26" y="6"/>
                    </a:lnTo>
                    <a:lnTo>
                      <a:pt x="26" y="12"/>
                    </a:lnTo>
                    <a:lnTo>
                      <a:pt x="26" y="12"/>
                    </a:lnTo>
                    <a:lnTo>
                      <a:pt x="30" y="16"/>
                    </a:lnTo>
                    <a:lnTo>
                      <a:pt x="30" y="16"/>
                    </a:lnTo>
                    <a:lnTo>
                      <a:pt x="30" y="20"/>
                    </a:lnTo>
                    <a:lnTo>
                      <a:pt x="30" y="20"/>
                    </a:lnTo>
                    <a:lnTo>
                      <a:pt x="28" y="22"/>
                    </a:lnTo>
                    <a:lnTo>
                      <a:pt x="26" y="22"/>
                    </a:lnTo>
                    <a:lnTo>
                      <a:pt x="26" y="22"/>
                    </a:lnTo>
                    <a:lnTo>
                      <a:pt x="16" y="18"/>
                    </a:lnTo>
                    <a:lnTo>
                      <a:pt x="16" y="18"/>
                    </a:lnTo>
                    <a:lnTo>
                      <a:pt x="12" y="20"/>
                    </a:lnTo>
                    <a:lnTo>
                      <a:pt x="10" y="20"/>
                    </a:lnTo>
                    <a:lnTo>
                      <a:pt x="10" y="20"/>
                    </a:lnTo>
                    <a:lnTo>
                      <a:pt x="8" y="18"/>
                    </a:lnTo>
                    <a:lnTo>
                      <a:pt x="4" y="16"/>
                    </a:lnTo>
                    <a:lnTo>
                      <a:pt x="4" y="16"/>
                    </a:lnTo>
                    <a:lnTo>
                      <a:pt x="0" y="18"/>
                    </a:lnTo>
                    <a:lnTo>
                      <a:pt x="0" y="18"/>
                    </a:lnTo>
                    <a:lnTo>
                      <a:pt x="0" y="22"/>
                    </a:lnTo>
                    <a:lnTo>
                      <a:pt x="0" y="22"/>
                    </a:lnTo>
                    <a:lnTo>
                      <a:pt x="6" y="26"/>
                    </a:lnTo>
                    <a:lnTo>
                      <a:pt x="6" y="26"/>
                    </a:lnTo>
                    <a:lnTo>
                      <a:pt x="10" y="26"/>
                    </a:lnTo>
                    <a:lnTo>
                      <a:pt x="14" y="24"/>
                    </a:lnTo>
                    <a:lnTo>
                      <a:pt x="14" y="24"/>
                    </a:lnTo>
                    <a:lnTo>
                      <a:pt x="38" y="26"/>
                    </a:lnTo>
                    <a:lnTo>
                      <a:pt x="38"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9" name="Freeform 180">
                <a:extLst>
                  <a:ext uri="{FF2B5EF4-FFF2-40B4-BE49-F238E27FC236}">
                    <a16:creationId xmlns:a16="http://schemas.microsoft.com/office/drawing/2014/main" id="{B47DF9A9-C69B-344D-84AB-8BEB6EA6DF60}"/>
                  </a:ext>
                </a:extLst>
              </p:cNvPr>
              <p:cNvSpPr>
                <a:spLocks/>
              </p:cNvSpPr>
              <p:nvPr/>
            </p:nvSpPr>
            <p:spPr bwMode="auto">
              <a:xfrm>
                <a:off x="3474829" y="3774920"/>
                <a:ext cx="109586" cy="140165"/>
              </a:xfrm>
              <a:custGeom>
                <a:avLst/>
                <a:gdLst>
                  <a:gd name="T0" fmla="*/ 30 w 56"/>
                  <a:gd name="T1" fmla="*/ 70 h 70"/>
                  <a:gd name="T2" fmla="*/ 32 w 56"/>
                  <a:gd name="T3" fmla="*/ 68 h 70"/>
                  <a:gd name="T4" fmla="*/ 36 w 56"/>
                  <a:gd name="T5" fmla="*/ 66 h 70"/>
                  <a:gd name="T6" fmla="*/ 36 w 56"/>
                  <a:gd name="T7" fmla="*/ 62 h 70"/>
                  <a:gd name="T8" fmla="*/ 42 w 56"/>
                  <a:gd name="T9" fmla="*/ 58 h 70"/>
                  <a:gd name="T10" fmla="*/ 44 w 56"/>
                  <a:gd name="T11" fmla="*/ 56 h 70"/>
                  <a:gd name="T12" fmla="*/ 46 w 56"/>
                  <a:gd name="T13" fmla="*/ 50 h 70"/>
                  <a:gd name="T14" fmla="*/ 52 w 56"/>
                  <a:gd name="T15" fmla="*/ 44 h 70"/>
                  <a:gd name="T16" fmla="*/ 54 w 56"/>
                  <a:gd name="T17" fmla="*/ 44 h 70"/>
                  <a:gd name="T18" fmla="*/ 56 w 56"/>
                  <a:gd name="T19" fmla="*/ 40 h 70"/>
                  <a:gd name="T20" fmla="*/ 48 w 56"/>
                  <a:gd name="T21" fmla="*/ 40 h 70"/>
                  <a:gd name="T22" fmla="*/ 44 w 56"/>
                  <a:gd name="T23" fmla="*/ 38 h 70"/>
                  <a:gd name="T24" fmla="*/ 22 w 56"/>
                  <a:gd name="T25" fmla="*/ 0 h 70"/>
                  <a:gd name="T26" fmla="*/ 16 w 56"/>
                  <a:gd name="T27" fmla="*/ 8 h 70"/>
                  <a:gd name="T28" fmla="*/ 16 w 56"/>
                  <a:gd name="T29" fmla="*/ 12 h 70"/>
                  <a:gd name="T30" fmla="*/ 22 w 56"/>
                  <a:gd name="T31" fmla="*/ 20 h 70"/>
                  <a:gd name="T32" fmla="*/ 24 w 56"/>
                  <a:gd name="T33" fmla="*/ 24 h 70"/>
                  <a:gd name="T34" fmla="*/ 26 w 56"/>
                  <a:gd name="T35" fmla="*/ 30 h 70"/>
                  <a:gd name="T36" fmla="*/ 10 w 56"/>
                  <a:gd name="T37" fmla="*/ 28 h 70"/>
                  <a:gd name="T38" fmla="*/ 2 w 56"/>
                  <a:gd name="T39" fmla="*/ 38 h 70"/>
                  <a:gd name="T40" fmla="*/ 2 w 56"/>
                  <a:gd name="T41" fmla="*/ 42 h 70"/>
                  <a:gd name="T42" fmla="*/ 2 w 56"/>
                  <a:gd name="T43" fmla="*/ 46 h 70"/>
                  <a:gd name="T44" fmla="*/ 0 w 56"/>
                  <a:gd name="T45" fmla="*/ 50 h 70"/>
                  <a:gd name="T46" fmla="*/ 2 w 56"/>
                  <a:gd name="T47" fmla="*/ 50 h 70"/>
                  <a:gd name="T48" fmla="*/ 6 w 56"/>
                  <a:gd name="T49" fmla="*/ 52 h 70"/>
                  <a:gd name="T50" fmla="*/ 12 w 56"/>
                  <a:gd name="T51" fmla="*/ 60 h 70"/>
                  <a:gd name="T52" fmla="*/ 18 w 56"/>
                  <a:gd name="T53" fmla="*/ 62 h 70"/>
                  <a:gd name="T54" fmla="*/ 18 w 56"/>
                  <a:gd name="T55" fmla="*/ 64 h 70"/>
                  <a:gd name="T56" fmla="*/ 20 w 56"/>
                  <a:gd name="T57" fmla="*/ 68 h 70"/>
                  <a:gd name="T58" fmla="*/ 20 w 56"/>
                  <a:gd name="T59" fmla="*/ 68 h 70"/>
                  <a:gd name="T60" fmla="*/ 26 w 56"/>
                  <a:gd name="T61" fmla="*/ 68 h 70"/>
                  <a:gd name="T62" fmla="*/ 30 w 56"/>
                  <a:gd name="T63"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 h="70">
                    <a:moveTo>
                      <a:pt x="30" y="70"/>
                    </a:moveTo>
                    <a:lnTo>
                      <a:pt x="30" y="70"/>
                    </a:lnTo>
                    <a:lnTo>
                      <a:pt x="30" y="68"/>
                    </a:lnTo>
                    <a:lnTo>
                      <a:pt x="32" y="68"/>
                    </a:lnTo>
                    <a:lnTo>
                      <a:pt x="36" y="68"/>
                    </a:lnTo>
                    <a:lnTo>
                      <a:pt x="36" y="66"/>
                    </a:lnTo>
                    <a:lnTo>
                      <a:pt x="36" y="66"/>
                    </a:lnTo>
                    <a:lnTo>
                      <a:pt x="36" y="62"/>
                    </a:lnTo>
                    <a:lnTo>
                      <a:pt x="40" y="60"/>
                    </a:lnTo>
                    <a:lnTo>
                      <a:pt x="42" y="58"/>
                    </a:lnTo>
                    <a:lnTo>
                      <a:pt x="42" y="58"/>
                    </a:lnTo>
                    <a:lnTo>
                      <a:pt x="44" y="56"/>
                    </a:lnTo>
                    <a:lnTo>
                      <a:pt x="46" y="50"/>
                    </a:lnTo>
                    <a:lnTo>
                      <a:pt x="46" y="50"/>
                    </a:lnTo>
                    <a:lnTo>
                      <a:pt x="46" y="46"/>
                    </a:lnTo>
                    <a:lnTo>
                      <a:pt x="52" y="44"/>
                    </a:lnTo>
                    <a:lnTo>
                      <a:pt x="52" y="44"/>
                    </a:lnTo>
                    <a:lnTo>
                      <a:pt x="54" y="44"/>
                    </a:lnTo>
                    <a:lnTo>
                      <a:pt x="54" y="42"/>
                    </a:lnTo>
                    <a:lnTo>
                      <a:pt x="56" y="40"/>
                    </a:lnTo>
                    <a:lnTo>
                      <a:pt x="56" y="40"/>
                    </a:lnTo>
                    <a:lnTo>
                      <a:pt x="48" y="40"/>
                    </a:lnTo>
                    <a:lnTo>
                      <a:pt x="48" y="38"/>
                    </a:lnTo>
                    <a:lnTo>
                      <a:pt x="44" y="38"/>
                    </a:lnTo>
                    <a:lnTo>
                      <a:pt x="44" y="0"/>
                    </a:lnTo>
                    <a:lnTo>
                      <a:pt x="22" y="0"/>
                    </a:lnTo>
                    <a:lnTo>
                      <a:pt x="20" y="8"/>
                    </a:lnTo>
                    <a:lnTo>
                      <a:pt x="16" y="8"/>
                    </a:lnTo>
                    <a:lnTo>
                      <a:pt x="16" y="12"/>
                    </a:lnTo>
                    <a:lnTo>
                      <a:pt x="16" y="12"/>
                    </a:lnTo>
                    <a:lnTo>
                      <a:pt x="18" y="16"/>
                    </a:lnTo>
                    <a:lnTo>
                      <a:pt x="22" y="20"/>
                    </a:lnTo>
                    <a:lnTo>
                      <a:pt x="22" y="20"/>
                    </a:lnTo>
                    <a:lnTo>
                      <a:pt x="24" y="24"/>
                    </a:lnTo>
                    <a:lnTo>
                      <a:pt x="26" y="26"/>
                    </a:lnTo>
                    <a:lnTo>
                      <a:pt x="26" y="30"/>
                    </a:lnTo>
                    <a:lnTo>
                      <a:pt x="10" y="28"/>
                    </a:lnTo>
                    <a:lnTo>
                      <a:pt x="10" y="28"/>
                    </a:lnTo>
                    <a:lnTo>
                      <a:pt x="4" y="34"/>
                    </a:lnTo>
                    <a:lnTo>
                      <a:pt x="2" y="38"/>
                    </a:lnTo>
                    <a:lnTo>
                      <a:pt x="2" y="42"/>
                    </a:lnTo>
                    <a:lnTo>
                      <a:pt x="2" y="42"/>
                    </a:lnTo>
                    <a:lnTo>
                      <a:pt x="2" y="44"/>
                    </a:lnTo>
                    <a:lnTo>
                      <a:pt x="2" y="46"/>
                    </a:lnTo>
                    <a:lnTo>
                      <a:pt x="0" y="50"/>
                    </a:lnTo>
                    <a:lnTo>
                      <a:pt x="0" y="50"/>
                    </a:lnTo>
                    <a:lnTo>
                      <a:pt x="2" y="50"/>
                    </a:lnTo>
                    <a:lnTo>
                      <a:pt x="2" y="50"/>
                    </a:lnTo>
                    <a:lnTo>
                      <a:pt x="6" y="52"/>
                    </a:lnTo>
                    <a:lnTo>
                      <a:pt x="6" y="52"/>
                    </a:lnTo>
                    <a:lnTo>
                      <a:pt x="8" y="56"/>
                    </a:lnTo>
                    <a:lnTo>
                      <a:pt x="12" y="60"/>
                    </a:lnTo>
                    <a:lnTo>
                      <a:pt x="12" y="60"/>
                    </a:lnTo>
                    <a:lnTo>
                      <a:pt x="18" y="62"/>
                    </a:lnTo>
                    <a:lnTo>
                      <a:pt x="18" y="62"/>
                    </a:lnTo>
                    <a:lnTo>
                      <a:pt x="18" y="64"/>
                    </a:lnTo>
                    <a:lnTo>
                      <a:pt x="20" y="68"/>
                    </a:lnTo>
                    <a:lnTo>
                      <a:pt x="20" y="68"/>
                    </a:lnTo>
                    <a:lnTo>
                      <a:pt x="20" y="68"/>
                    </a:lnTo>
                    <a:lnTo>
                      <a:pt x="20" y="68"/>
                    </a:lnTo>
                    <a:lnTo>
                      <a:pt x="24" y="68"/>
                    </a:lnTo>
                    <a:lnTo>
                      <a:pt x="26" y="68"/>
                    </a:lnTo>
                    <a:lnTo>
                      <a:pt x="28" y="70"/>
                    </a:lnTo>
                    <a:lnTo>
                      <a:pt x="30"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0" name="Freeform 198">
                <a:extLst>
                  <a:ext uri="{FF2B5EF4-FFF2-40B4-BE49-F238E27FC236}">
                    <a16:creationId xmlns:a16="http://schemas.microsoft.com/office/drawing/2014/main" id="{A275E310-3751-A242-998E-CEE5F9612B0F}"/>
                  </a:ext>
                </a:extLst>
              </p:cNvPr>
              <p:cNvSpPr>
                <a:spLocks/>
              </p:cNvSpPr>
              <p:nvPr/>
            </p:nvSpPr>
            <p:spPr bwMode="auto">
              <a:xfrm>
                <a:off x="3533536" y="3891056"/>
                <a:ext cx="74362" cy="48057"/>
              </a:xfrm>
              <a:custGeom>
                <a:avLst/>
                <a:gdLst>
                  <a:gd name="T0" fmla="*/ 0 w 38"/>
                  <a:gd name="T1" fmla="*/ 12 h 24"/>
                  <a:gd name="T2" fmla="*/ 0 w 38"/>
                  <a:gd name="T3" fmla="*/ 12 h 24"/>
                  <a:gd name="T4" fmla="*/ 4 w 38"/>
                  <a:gd name="T5" fmla="*/ 14 h 24"/>
                  <a:gd name="T6" fmla="*/ 8 w 38"/>
                  <a:gd name="T7" fmla="*/ 16 h 24"/>
                  <a:gd name="T8" fmla="*/ 8 w 38"/>
                  <a:gd name="T9" fmla="*/ 16 h 24"/>
                  <a:gd name="T10" fmla="*/ 8 w 38"/>
                  <a:gd name="T11" fmla="*/ 18 h 24"/>
                  <a:gd name="T12" fmla="*/ 8 w 38"/>
                  <a:gd name="T13" fmla="*/ 20 h 24"/>
                  <a:gd name="T14" fmla="*/ 8 w 38"/>
                  <a:gd name="T15" fmla="*/ 20 h 24"/>
                  <a:gd name="T16" fmla="*/ 14 w 38"/>
                  <a:gd name="T17" fmla="*/ 20 h 24"/>
                  <a:gd name="T18" fmla="*/ 18 w 38"/>
                  <a:gd name="T19" fmla="*/ 20 h 24"/>
                  <a:gd name="T20" fmla="*/ 18 w 38"/>
                  <a:gd name="T21" fmla="*/ 20 h 24"/>
                  <a:gd name="T22" fmla="*/ 26 w 38"/>
                  <a:gd name="T23" fmla="*/ 20 h 24"/>
                  <a:gd name="T24" fmla="*/ 34 w 38"/>
                  <a:gd name="T25" fmla="*/ 24 h 24"/>
                  <a:gd name="T26" fmla="*/ 34 w 38"/>
                  <a:gd name="T27" fmla="*/ 24 h 24"/>
                  <a:gd name="T28" fmla="*/ 36 w 38"/>
                  <a:gd name="T29" fmla="*/ 20 h 24"/>
                  <a:gd name="T30" fmla="*/ 36 w 38"/>
                  <a:gd name="T31" fmla="*/ 20 h 24"/>
                  <a:gd name="T32" fmla="*/ 38 w 38"/>
                  <a:gd name="T33" fmla="*/ 20 h 24"/>
                  <a:gd name="T34" fmla="*/ 38 w 38"/>
                  <a:gd name="T35" fmla="*/ 10 h 24"/>
                  <a:gd name="T36" fmla="*/ 38 w 38"/>
                  <a:gd name="T37" fmla="*/ 10 h 24"/>
                  <a:gd name="T38" fmla="*/ 38 w 38"/>
                  <a:gd name="T39" fmla="*/ 10 h 24"/>
                  <a:gd name="T40" fmla="*/ 32 w 38"/>
                  <a:gd name="T41" fmla="*/ 8 h 24"/>
                  <a:gd name="T42" fmla="*/ 32 w 38"/>
                  <a:gd name="T43" fmla="*/ 8 h 24"/>
                  <a:gd name="T44" fmla="*/ 28 w 38"/>
                  <a:gd name="T45" fmla="*/ 6 h 24"/>
                  <a:gd name="T46" fmla="*/ 26 w 38"/>
                  <a:gd name="T47" fmla="*/ 4 h 24"/>
                  <a:gd name="T48" fmla="*/ 26 w 38"/>
                  <a:gd name="T49" fmla="*/ 4 h 24"/>
                  <a:gd name="T50" fmla="*/ 18 w 38"/>
                  <a:gd name="T51" fmla="*/ 2 h 24"/>
                  <a:gd name="T52" fmla="*/ 12 w 38"/>
                  <a:gd name="T53" fmla="*/ 0 h 24"/>
                  <a:gd name="T54" fmla="*/ 12 w 38"/>
                  <a:gd name="T55" fmla="*/ 0 h 24"/>
                  <a:gd name="T56" fmla="*/ 10 w 38"/>
                  <a:gd name="T57" fmla="*/ 2 h 24"/>
                  <a:gd name="T58" fmla="*/ 6 w 38"/>
                  <a:gd name="T59" fmla="*/ 4 h 24"/>
                  <a:gd name="T60" fmla="*/ 6 w 38"/>
                  <a:gd name="T61" fmla="*/ 8 h 24"/>
                  <a:gd name="T62" fmla="*/ 6 w 38"/>
                  <a:gd name="T63" fmla="*/ 8 h 24"/>
                  <a:gd name="T64" fmla="*/ 6 w 38"/>
                  <a:gd name="T65" fmla="*/ 10 h 24"/>
                  <a:gd name="T66" fmla="*/ 2 w 38"/>
                  <a:gd name="T67" fmla="*/ 10 h 24"/>
                  <a:gd name="T68" fmla="*/ 0 w 38"/>
                  <a:gd name="T69" fmla="*/ 10 h 24"/>
                  <a:gd name="T70" fmla="*/ 0 w 38"/>
                  <a:gd name="T71" fmla="*/ 12 h 24"/>
                  <a:gd name="T72" fmla="*/ 0 w 38"/>
                  <a:gd name="T7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24">
                    <a:moveTo>
                      <a:pt x="0" y="12"/>
                    </a:moveTo>
                    <a:lnTo>
                      <a:pt x="0" y="12"/>
                    </a:lnTo>
                    <a:lnTo>
                      <a:pt x="4" y="14"/>
                    </a:lnTo>
                    <a:lnTo>
                      <a:pt x="8" y="16"/>
                    </a:lnTo>
                    <a:lnTo>
                      <a:pt x="8" y="16"/>
                    </a:lnTo>
                    <a:lnTo>
                      <a:pt x="8" y="18"/>
                    </a:lnTo>
                    <a:lnTo>
                      <a:pt x="8" y="20"/>
                    </a:lnTo>
                    <a:lnTo>
                      <a:pt x="8" y="20"/>
                    </a:lnTo>
                    <a:lnTo>
                      <a:pt x="14" y="20"/>
                    </a:lnTo>
                    <a:lnTo>
                      <a:pt x="18" y="20"/>
                    </a:lnTo>
                    <a:lnTo>
                      <a:pt x="18" y="20"/>
                    </a:lnTo>
                    <a:lnTo>
                      <a:pt x="26" y="20"/>
                    </a:lnTo>
                    <a:lnTo>
                      <a:pt x="34" y="24"/>
                    </a:lnTo>
                    <a:lnTo>
                      <a:pt x="34" y="24"/>
                    </a:lnTo>
                    <a:lnTo>
                      <a:pt x="36" y="20"/>
                    </a:lnTo>
                    <a:lnTo>
                      <a:pt x="36" y="20"/>
                    </a:lnTo>
                    <a:lnTo>
                      <a:pt x="38" y="20"/>
                    </a:lnTo>
                    <a:lnTo>
                      <a:pt x="38" y="10"/>
                    </a:lnTo>
                    <a:lnTo>
                      <a:pt x="38" y="10"/>
                    </a:lnTo>
                    <a:lnTo>
                      <a:pt x="38" y="10"/>
                    </a:lnTo>
                    <a:lnTo>
                      <a:pt x="32" y="8"/>
                    </a:lnTo>
                    <a:lnTo>
                      <a:pt x="32" y="8"/>
                    </a:lnTo>
                    <a:lnTo>
                      <a:pt x="28" y="6"/>
                    </a:lnTo>
                    <a:lnTo>
                      <a:pt x="26" y="4"/>
                    </a:lnTo>
                    <a:lnTo>
                      <a:pt x="26" y="4"/>
                    </a:lnTo>
                    <a:lnTo>
                      <a:pt x="18" y="2"/>
                    </a:lnTo>
                    <a:lnTo>
                      <a:pt x="12" y="0"/>
                    </a:lnTo>
                    <a:lnTo>
                      <a:pt x="12" y="0"/>
                    </a:lnTo>
                    <a:lnTo>
                      <a:pt x="10" y="2"/>
                    </a:lnTo>
                    <a:lnTo>
                      <a:pt x="6" y="4"/>
                    </a:lnTo>
                    <a:lnTo>
                      <a:pt x="6" y="8"/>
                    </a:lnTo>
                    <a:lnTo>
                      <a:pt x="6" y="8"/>
                    </a:lnTo>
                    <a:lnTo>
                      <a:pt x="6" y="10"/>
                    </a:lnTo>
                    <a:lnTo>
                      <a:pt x="2" y="10"/>
                    </a:lnTo>
                    <a:lnTo>
                      <a:pt x="0" y="10"/>
                    </a:lnTo>
                    <a:lnTo>
                      <a:pt x="0" y="12"/>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1" name="Freeform 201">
                <a:extLst>
                  <a:ext uri="{FF2B5EF4-FFF2-40B4-BE49-F238E27FC236}">
                    <a16:creationId xmlns:a16="http://schemas.microsoft.com/office/drawing/2014/main" id="{2AFCE135-C3D4-0340-A026-BFA80942314F}"/>
                  </a:ext>
                </a:extLst>
              </p:cNvPr>
              <p:cNvSpPr>
                <a:spLocks/>
              </p:cNvSpPr>
              <p:nvPr/>
            </p:nvSpPr>
            <p:spPr bwMode="auto">
              <a:xfrm>
                <a:off x="4022761" y="3710844"/>
                <a:ext cx="93930" cy="64075"/>
              </a:xfrm>
              <a:custGeom>
                <a:avLst/>
                <a:gdLst>
                  <a:gd name="T0" fmla="*/ 2 w 48"/>
                  <a:gd name="T1" fmla="*/ 26 h 32"/>
                  <a:gd name="T2" fmla="*/ 2 w 48"/>
                  <a:gd name="T3" fmla="*/ 26 h 32"/>
                  <a:gd name="T4" fmla="*/ 6 w 48"/>
                  <a:gd name="T5" fmla="*/ 32 h 32"/>
                  <a:gd name="T6" fmla="*/ 6 w 48"/>
                  <a:gd name="T7" fmla="*/ 32 h 32"/>
                  <a:gd name="T8" fmla="*/ 8 w 48"/>
                  <a:gd name="T9" fmla="*/ 32 h 32"/>
                  <a:gd name="T10" fmla="*/ 8 w 48"/>
                  <a:gd name="T11" fmla="*/ 32 h 32"/>
                  <a:gd name="T12" fmla="*/ 12 w 48"/>
                  <a:gd name="T13" fmla="*/ 26 h 32"/>
                  <a:gd name="T14" fmla="*/ 12 w 48"/>
                  <a:gd name="T15" fmla="*/ 26 h 32"/>
                  <a:gd name="T16" fmla="*/ 10 w 48"/>
                  <a:gd name="T17" fmla="*/ 20 h 32"/>
                  <a:gd name="T18" fmla="*/ 10 w 48"/>
                  <a:gd name="T19" fmla="*/ 20 h 32"/>
                  <a:gd name="T20" fmla="*/ 18 w 48"/>
                  <a:gd name="T21" fmla="*/ 22 h 32"/>
                  <a:gd name="T22" fmla="*/ 18 w 48"/>
                  <a:gd name="T23" fmla="*/ 22 h 32"/>
                  <a:gd name="T24" fmla="*/ 20 w 48"/>
                  <a:gd name="T25" fmla="*/ 26 h 32"/>
                  <a:gd name="T26" fmla="*/ 20 w 48"/>
                  <a:gd name="T27" fmla="*/ 26 h 32"/>
                  <a:gd name="T28" fmla="*/ 24 w 48"/>
                  <a:gd name="T29" fmla="*/ 26 h 32"/>
                  <a:gd name="T30" fmla="*/ 28 w 48"/>
                  <a:gd name="T31" fmla="*/ 24 h 32"/>
                  <a:gd name="T32" fmla="*/ 28 w 48"/>
                  <a:gd name="T33" fmla="*/ 20 h 32"/>
                  <a:gd name="T34" fmla="*/ 28 w 48"/>
                  <a:gd name="T35" fmla="*/ 20 h 32"/>
                  <a:gd name="T36" fmla="*/ 34 w 48"/>
                  <a:gd name="T37" fmla="*/ 20 h 32"/>
                  <a:gd name="T38" fmla="*/ 42 w 48"/>
                  <a:gd name="T39" fmla="*/ 22 h 32"/>
                  <a:gd name="T40" fmla="*/ 46 w 48"/>
                  <a:gd name="T41" fmla="*/ 22 h 32"/>
                  <a:gd name="T42" fmla="*/ 48 w 48"/>
                  <a:gd name="T43" fmla="*/ 20 h 32"/>
                  <a:gd name="T44" fmla="*/ 48 w 48"/>
                  <a:gd name="T45" fmla="*/ 18 h 32"/>
                  <a:gd name="T46" fmla="*/ 46 w 48"/>
                  <a:gd name="T47" fmla="*/ 14 h 32"/>
                  <a:gd name="T48" fmla="*/ 46 w 48"/>
                  <a:gd name="T49" fmla="*/ 14 h 32"/>
                  <a:gd name="T50" fmla="*/ 42 w 48"/>
                  <a:gd name="T51" fmla="*/ 12 h 32"/>
                  <a:gd name="T52" fmla="*/ 38 w 48"/>
                  <a:gd name="T53" fmla="*/ 10 h 32"/>
                  <a:gd name="T54" fmla="*/ 38 w 48"/>
                  <a:gd name="T55" fmla="*/ 10 h 32"/>
                  <a:gd name="T56" fmla="*/ 36 w 48"/>
                  <a:gd name="T57" fmla="*/ 10 h 32"/>
                  <a:gd name="T58" fmla="*/ 28 w 48"/>
                  <a:gd name="T59" fmla="*/ 8 h 32"/>
                  <a:gd name="T60" fmla="*/ 28 w 48"/>
                  <a:gd name="T61" fmla="*/ 8 h 32"/>
                  <a:gd name="T62" fmla="*/ 26 w 48"/>
                  <a:gd name="T63" fmla="*/ 6 h 32"/>
                  <a:gd name="T64" fmla="*/ 22 w 48"/>
                  <a:gd name="T65" fmla="*/ 2 h 32"/>
                  <a:gd name="T66" fmla="*/ 22 w 48"/>
                  <a:gd name="T67" fmla="*/ 2 h 32"/>
                  <a:gd name="T68" fmla="*/ 18 w 48"/>
                  <a:gd name="T69" fmla="*/ 2 h 32"/>
                  <a:gd name="T70" fmla="*/ 18 w 48"/>
                  <a:gd name="T71" fmla="*/ 2 h 32"/>
                  <a:gd name="T72" fmla="*/ 16 w 48"/>
                  <a:gd name="T73" fmla="*/ 0 h 32"/>
                  <a:gd name="T74" fmla="*/ 16 w 48"/>
                  <a:gd name="T75" fmla="*/ 0 h 32"/>
                  <a:gd name="T76" fmla="*/ 6 w 48"/>
                  <a:gd name="T77" fmla="*/ 0 h 32"/>
                  <a:gd name="T78" fmla="*/ 6 w 48"/>
                  <a:gd name="T79" fmla="*/ 0 h 32"/>
                  <a:gd name="T80" fmla="*/ 2 w 48"/>
                  <a:gd name="T81" fmla="*/ 2 h 32"/>
                  <a:gd name="T82" fmla="*/ 2 w 48"/>
                  <a:gd name="T83" fmla="*/ 2 h 32"/>
                  <a:gd name="T84" fmla="*/ 0 w 48"/>
                  <a:gd name="T85" fmla="*/ 2 h 32"/>
                  <a:gd name="T86" fmla="*/ 2 w 48"/>
                  <a:gd name="T87" fmla="*/ 12 h 32"/>
                  <a:gd name="T88" fmla="*/ 0 w 48"/>
                  <a:gd name="T89" fmla="*/ 16 h 32"/>
                  <a:gd name="T90" fmla="*/ 0 w 48"/>
                  <a:gd name="T91" fmla="*/ 18 h 32"/>
                  <a:gd name="T92" fmla="*/ 0 w 48"/>
                  <a:gd name="T93" fmla="*/ 18 h 32"/>
                  <a:gd name="T94" fmla="*/ 2 w 48"/>
                  <a:gd name="T95" fmla="*/ 22 h 32"/>
                  <a:gd name="T96" fmla="*/ 2 w 48"/>
                  <a:gd name="T97" fmla="*/ 22 h 32"/>
                  <a:gd name="T98" fmla="*/ 2 w 48"/>
                  <a:gd name="T99" fmla="*/ 26 h 32"/>
                  <a:gd name="T100" fmla="*/ 2 w 48"/>
                  <a:gd name="T101"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 h="32">
                    <a:moveTo>
                      <a:pt x="2" y="26"/>
                    </a:moveTo>
                    <a:lnTo>
                      <a:pt x="2" y="26"/>
                    </a:lnTo>
                    <a:lnTo>
                      <a:pt x="6" y="32"/>
                    </a:lnTo>
                    <a:lnTo>
                      <a:pt x="6" y="32"/>
                    </a:lnTo>
                    <a:lnTo>
                      <a:pt x="8" y="32"/>
                    </a:lnTo>
                    <a:lnTo>
                      <a:pt x="8" y="32"/>
                    </a:lnTo>
                    <a:lnTo>
                      <a:pt x="12" y="26"/>
                    </a:lnTo>
                    <a:lnTo>
                      <a:pt x="12" y="26"/>
                    </a:lnTo>
                    <a:lnTo>
                      <a:pt x="10" y="20"/>
                    </a:lnTo>
                    <a:lnTo>
                      <a:pt x="10" y="20"/>
                    </a:lnTo>
                    <a:lnTo>
                      <a:pt x="18" y="22"/>
                    </a:lnTo>
                    <a:lnTo>
                      <a:pt x="18" y="22"/>
                    </a:lnTo>
                    <a:lnTo>
                      <a:pt x="20" y="26"/>
                    </a:lnTo>
                    <a:lnTo>
                      <a:pt x="20" y="26"/>
                    </a:lnTo>
                    <a:lnTo>
                      <a:pt x="24" y="26"/>
                    </a:lnTo>
                    <a:lnTo>
                      <a:pt x="28" y="24"/>
                    </a:lnTo>
                    <a:lnTo>
                      <a:pt x="28" y="20"/>
                    </a:lnTo>
                    <a:lnTo>
                      <a:pt x="28" y="20"/>
                    </a:lnTo>
                    <a:lnTo>
                      <a:pt x="34" y="20"/>
                    </a:lnTo>
                    <a:lnTo>
                      <a:pt x="42" y="22"/>
                    </a:lnTo>
                    <a:lnTo>
                      <a:pt x="46" y="22"/>
                    </a:lnTo>
                    <a:lnTo>
                      <a:pt x="48" y="20"/>
                    </a:lnTo>
                    <a:lnTo>
                      <a:pt x="48" y="18"/>
                    </a:lnTo>
                    <a:lnTo>
                      <a:pt x="46" y="14"/>
                    </a:lnTo>
                    <a:lnTo>
                      <a:pt x="46" y="14"/>
                    </a:lnTo>
                    <a:lnTo>
                      <a:pt x="42" y="12"/>
                    </a:lnTo>
                    <a:lnTo>
                      <a:pt x="38" y="10"/>
                    </a:lnTo>
                    <a:lnTo>
                      <a:pt x="38" y="10"/>
                    </a:lnTo>
                    <a:lnTo>
                      <a:pt x="36" y="10"/>
                    </a:lnTo>
                    <a:lnTo>
                      <a:pt x="28" y="8"/>
                    </a:lnTo>
                    <a:lnTo>
                      <a:pt x="28" y="8"/>
                    </a:lnTo>
                    <a:lnTo>
                      <a:pt x="26" y="6"/>
                    </a:lnTo>
                    <a:lnTo>
                      <a:pt x="22" y="2"/>
                    </a:lnTo>
                    <a:lnTo>
                      <a:pt x="22" y="2"/>
                    </a:lnTo>
                    <a:lnTo>
                      <a:pt x="18" y="2"/>
                    </a:lnTo>
                    <a:lnTo>
                      <a:pt x="18" y="2"/>
                    </a:lnTo>
                    <a:lnTo>
                      <a:pt x="16" y="0"/>
                    </a:lnTo>
                    <a:lnTo>
                      <a:pt x="16" y="0"/>
                    </a:lnTo>
                    <a:lnTo>
                      <a:pt x="6" y="0"/>
                    </a:lnTo>
                    <a:lnTo>
                      <a:pt x="6" y="0"/>
                    </a:lnTo>
                    <a:lnTo>
                      <a:pt x="2" y="2"/>
                    </a:lnTo>
                    <a:lnTo>
                      <a:pt x="2" y="2"/>
                    </a:lnTo>
                    <a:lnTo>
                      <a:pt x="0" y="2"/>
                    </a:lnTo>
                    <a:lnTo>
                      <a:pt x="2" y="12"/>
                    </a:lnTo>
                    <a:lnTo>
                      <a:pt x="0" y="16"/>
                    </a:lnTo>
                    <a:lnTo>
                      <a:pt x="0" y="18"/>
                    </a:lnTo>
                    <a:lnTo>
                      <a:pt x="0" y="18"/>
                    </a:lnTo>
                    <a:lnTo>
                      <a:pt x="2" y="22"/>
                    </a:lnTo>
                    <a:lnTo>
                      <a:pt x="2" y="22"/>
                    </a:lnTo>
                    <a:lnTo>
                      <a:pt x="2" y="26"/>
                    </a:lnTo>
                    <a:lnTo>
                      <a:pt x="2"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2" name="Freeform 206">
                <a:extLst>
                  <a:ext uri="{FF2B5EF4-FFF2-40B4-BE49-F238E27FC236}">
                    <a16:creationId xmlns:a16="http://schemas.microsoft.com/office/drawing/2014/main" id="{83D54E1D-CE34-0044-AF37-10D93014A2EB}"/>
                  </a:ext>
                </a:extLst>
              </p:cNvPr>
              <p:cNvSpPr>
                <a:spLocks noEditPoints="1"/>
              </p:cNvSpPr>
              <p:nvPr/>
            </p:nvSpPr>
            <p:spPr bwMode="auto">
              <a:xfrm>
                <a:off x="3689996" y="3590703"/>
                <a:ext cx="265512" cy="120141"/>
              </a:xfrm>
              <a:custGeom>
                <a:avLst/>
                <a:gdLst>
                  <a:gd name="T0" fmla="*/ 22 w 136"/>
                  <a:gd name="T1" fmla="*/ 24 h 60"/>
                  <a:gd name="T2" fmla="*/ 24 w 136"/>
                  <a:gd name="T3" fmla="*/ 24 h 60"/>
                  <a:gd name="T4" fmla="*/ 20 w 136"/>
                  <a:gd name="T5" fmla="*/ 30 h 60"/>
                  <a:gd name="T6" fmla="*/ 22 w 136"/>
                  <a:gd name="T7" fmla="*/ 30 h 60"/>
                  <a:gd name="T8" fmla="*/ 28 w 136"/>
                  <a:gd name="T9" fmla="*/ 20 h 60"/>
                  <a:gd name="T10" fmla="*/ 22 w 136"/>
                  <a:gd name="T11" fmla="*/ 18 h 60"/>
                  <a:gd name="T12" fmla="*/ 12 w 136"/>
                  <a:gd name="T13" fmla="*/ 6 h 60"/>
                  <a:gd name="T14" fmla="*/ 4 w 136"/>
                  <a:gd name="T15" fmla="*/ 18 h 60"/>
                  <a:gd name="T16" fmla="*/ 0 w 136"/>
                  <a:gd name="T17" fmla="*/ 20 h 60"/>
                  <a:gd name="T18" fmla="*/ 12 w 136"/>
                  <a:gd name="T19" fmla="*/ 20 h 60"/>
                  <a:gd name="T20" fmla="*/ 16 w 136"/>
                  <a:gd name="T21" fmla="*/ 16 h 60"/>
                  <a:gd name="T22" fmla="*/ 18 w 136"/>
                  <a:gd name="T23" fmla="*/ 12 h 60"/>
                  <a:gd name="T24" fmla="*/ 26 w 136"/>
                  <a:gd name="T25" fmla="*/ 8 h 60"/>
                  <a:gd name="T26" fmla="*/ 38 w 136"/>
                  <a:gd name="T27" fmla="*/ 8 h 60"/>
                  <a:gd name="T28" fmla="*/ 38 w 136"/>
                  <a:gd name="T29" fmla="*/ 12 h 60"/>
                  <a:gd name="T30" fmla="*/ 48 w 136"/>
                  <a:gd name="T31" fmla="*/ 14 h 60"/>
                  <a:gd name="T32" fmla="*/ 56 w 136"/>
                  <a:gd name="T33" fmla="*/ 18 h 60"/>
                  <a:gd name="T34" fmla="*/ 58 w 136"/>
                  <a:gd name="T35" fmla="*/ 24 h 60"/>
                  <a:gd name="T36" fmla="*/ 64 w 136"/>
                  <a:gd name="T37" fmla="*/ 26 h 60"/>
                  <a:gd name="T38" fmla="*/ 66 w 136"/>
                  <a:gd name="T39" fmla="*/ 30 h 60"/>
                  <a:gd name="T40" fmla="*/ 80 w 136"/>
                  <a:gd name="T41" fmla="*/ 28 h 60"/>
                  <a:gd name="T42" fmla="*/ 82 w 136"/>
                  <a:gd name="T43" fmla="*/ 38 h 60"/>
                  <a:gd name="T44" fmla="*/ 98 w 136"/>
                  <a:gd name="T45" fmla="*/ 46 h 60"/>
                  <a:gd name="T46" fmla="*/ 94 w 136"/>
                  <a:gd name="T47" fmla="*/ 54 h 60"/>
                  <a:gd name="T48" fmla="*/ 92 w 136"/>
                  <a:gd name="T49" fmla="*/ 60 h 60"/>
                  <a:gd name="T50" fmla="*/ 126 w 136"/>
                  <a:gd name="T51" fmla="*/ 54 h 60"/>
                  <a:gd name="T52" fmla="*/ 130 w 136"/>
                  <a:gd name="T53" fmla="*/ 56 h 60"/>
                  <a:gd name="T54" fmla="*/ 136 w 136"/>
                  <a:gd name="T55" fmla="*/ 52 h 60"/>
                  <a:gd name="T56" fmla="*/ 136 w 136"/>
                  <a:gd name="T57" fmla="*/ 48 h 60"/>
                  <a:gd name="T58" fmla="*/ 124 w 136"/>
                  <a:gd name="T59" fmla="*/ 46 h 60"/>
                  <a:gd name="T60" fmla="*/ 118 w 136"/>
                  <a:gd name="T61" fmla="*/ 44 h 60"/>
                  <a:gd name="T62" fmla="*/ 108 w 136"/>
                  <a:gd name="T63" fmla="*/ 36 h 60"/>
                  <a:gd name="T64" fmla="*/ 102 w 136"/>
                  <a:gd name="T65" fmla="*/ 30 h 60"/>
                  <a:gd name="T66" fmla="*/ 98 w 136"/>
                  <a:gd name="T67" fmla="*/ 30 h 60"/>
                  <a:gd name="T68" fmla="*/ 96 w 136"/>
                  <a:gd name="T69" fmla="*/ 24 h 60"/>
                  <a:gd name="T70" fmla="*/ 90 w 136"/>
                  <a:gd name="T71" fmla="*/ 20 h 60"/>
                  <a:gd name="T72" fmla="*/ 86 w 136"/>
                  <a:gd name="T73" fmla="*/ 20 h 60"/>
                  <a:gd name="T74" fmla="*/ 78 w 136"/>
                  <a:gd name="T75" fmla="*/ 18 h 60"/>
                  <a:gd name="T76" fmla="*/ 70 w 136"/>
                  <a:gd name="T77" fmla="*/ 14 h 60"/>
                  <a:gd name="T78" fmla="*/ 66 w 136"/>
                  <a:gd name="T79" fmla="*/ 6 h 60"/>
                  <a:gd name="T80" fmla="*/ 42 w 136"/>
                  <a:gd name="T81" fmla="*/ 2 h 60"/>
                  <a:gd name="T82" fmla="*/ 38 w 136"/>
                  <a:gd name="T83" fmla="*/ 4 h 60"/>
                  <a:gd name="T84" fmla="*/ 38 w 136"/>
                  <a:gd name="T85" fmla="*/ 0 h 60"/>
                  <a:gd name="T86" fmla="*/ 22 w 136"/>
                  <a:gd name="T8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60">
                    <a:moveTo>
                      <a:pt x="22" y="18"/>
                    </a:moveTo>
                    <a:lnTo>
                      <a:pt x="22" y="18"/>
                    </a:lnTo>
                    <a:lnTo>
                      <a:pt x="22" y="24"/>
                    </a:lnTo>
                    <a:lnTo>
                      <a:pt x="22" y="24"/>
                    </a:lnTo>
                    <a:lnTo>
                      <a:pt x="24" y="22"/>
                    </a:lnTo>
                    <a:lnTo>
                      <a:pt x="24" y="24"/>
                    </a:lnTo>
                    <a:lnTo>
                      <a:pt x="24" y="26"/>
                    </a:lnTo>
                    <a:lnTo>
                      <a:pt x="20" y="30"/>
                    </a:lnTo>
                    <a:lnTo>
                      <a:pt x="20" y="30"/>
                    </a:lnTo>
                    <a:lnTo>
                      <a:pt x="18" y="30"/>
                    </a:lnTo>
                    <a:lnTo>
                      <a:pt x="20" y="30"/>
                    </a:lnTo>
                    <a:lnTo>
                      <a:pt x="22" y="30"/>
                    </a:lnTo>
                    <a:lnTo>
                      <a:pt x="22" y="30"/>
                    </a:lnTo>
                    <a:lnTo>
                      <a:pt x="28" y="26"/>
                    </a:lnTo>
                    <a:lnTo>
                      <a:pt x="28" y="20"/>
                    </a:lnTo>
                    <a:lnTo>
                      <a:pt x="28" y="20"/>
                    </a:lnTo>
                    <a:lnTo>
                      <a:pt x="22" y="18"/>
                    </a:lnTo>
                    <a:lnTo>
                      <a:pt x="22" y="18"/>
                    </a:lnTo>
                    <a:close/>
                    <a:moveTo>
                      <a:pt x="22" y="0"/>
                    </a:moveTo>
                    <a:lnTo>
                      <a:pt x="22" y="0"/>
                    </a:lnTo>
                    <a:lnTo>
                      <a:pt x="12" y="6"/>
                    </a:lnTo>
                    <a:lnTo>
                      <a:pt x="4" y="14"/>
                    </a:lnTo>
                    <a:lnTo>
                      <a:pt x="4" y="14"/>
                    </a:lnTo>
                    <a:lnTo>
                      <a:pt x="4" y="18"/>
                    </a:lnTo>
                    <a:lnTo>
                      <a:pt x="4" y="18"/>
                    </a:lnTo>
                    <a:lnTo>
                      <a:pt x="0" y="20"/>
                    </a:lnTo>
                    <a:lnTo>
                      <a:pt x="0" y="20"/>
                    </a:lnTo>
                    <a:lnTo>
                      <a:pt x="6" y="22"/>
                    </a:lnTo>
                    <a:lnTo>
                      <a:pt x="12" y="20"/>
                    </a:lnTo>
                    <a:lnTo>
                      <a:pt x="12" y="20"/>
                    </a:lnTo>
                    <a:lnTo>
                      <a:pt x="12" y="16"/>
                    </a:lnTo>
                    <a:lnTo>
                      <a:pt x="12" y="16"/>
                    </a:lnTo>
                    <a:lnTo>
                      <a:pt x="16" y="16"/>
                    </a:lnTo>
                    <a:lnTo>
                      <a:pt x="16" y="16"/>
                    </a:lnTo>
                    <a:lnTo>
                      <a:pt x="16" y="16"/>
                    </a:lnTo>
                    <a:lnTo>
                      <a:pt x="18" y="12"/>
                    </a:lnTo>
                    <a:lnTo>
                      <a:pt x="18" y="12"/>
                    </a:lnTo>
                    <a:lnTo>
                      <a:pt x="22" y="8"/>
                    </a:lnTo>
                    <a:lnTo>
                      <a:pt x="26" y="8"/>
                    </a:lnTo>
                    <a:lnTo>
                      <a:pt x="30" y="6"/>
                    </a:lnTo>
                    <a:lnTo>
                      <a:pt x="30" y="6"/>
                    </a:lnTo>
                    <a:lnTo>
                      <a:pt x="38" y="8"/>
                    </a:lnTo>
                    <a:lnTo>
                      <a:pt x="38" y="8"/>
                    </a:lnTo>
                    <a:lnTo>
                      <a:pt x="38" y="12"/>
                    </a:lnTo>
                    <a:lnTo>
                      <a:pt x="38" y="12"/>
                    </a:lnTo>
                    <a:lnTo>
                      <a:pt x="42" y="14"/>
                    </a:lnTo>
                    <a:lnTo>
                      <a:pt x="48" y="14"/>
                    </a:lnTo>
                    <a:lnTo>
                      <a:pt x="48" y="14"/>
                    </a:lnTo>
                    <a:lnTo>
                      <a:pt x="52" y="18"/>
                    </a:lnTo>
                    <a:lnTo>
                      <a:pt x="52" y="18"/>
                    </a:lnTo>
                    <a:lnTo>
                      <a:pt x="56" y="18"/>
                    </a:lnTo>
                    <a:lnTo>
                      <a:pt x="56" y="18"/>
                    </a:lnTo>
                    <a:lnTo>
                      <a:pt x="56" y="20"/>
                    </a:lnTo>
                    <a:lnTo>
                      <a:pt x="58" y="24"/>
                    </a:lnTo>
                    <a:lnTo>
                      <a:pt x="58" y="24"/>
                    </a:lnTo>
                    <a:lnTo>
                      <a:pt x="60" y="24"/>
                    </a:lnTo>
                    <a:lnTo>
                      <a:pt x="64" y="26"/>
                    </a:lnTo>
                    <a:lnTo>
                      <a:pt x="64" y="26"/>
                    </a:lnTo>
                    <a:lnTo>
                      <a:pt x="66" y="30"/>
                    </a:lnTo>
                    <a:lnTo>
                      <a:pt x="66" y="30"/>
                    </a:lnTo>
                    <a:lnTo>
                      <a:pt x="74" y="30"/>
                    </a:lnTo>
                    <a:lnTo>
                      <a:pt x="80" y="28"/>
                    </a:lnTo>
                    <a:lnTo>
                      <a:pt x="80" y="28"/>
                    </a:lnTo>
                    <a:lnTo>
                      <a:pt x="80" y="34"/>
                    </a:lnTo>
                    <a:lnTo>
                      <a:pt x="80" y="34"/>
                    </a:lnTo>
                    <a:lnTo>
                      <a:pt x="82" y="38"/>
                    </a:lnTo>
                    <a:lnTo>
                      <a:pt x="86" y="42"/>
                    </a:lnTo>
                    <a:lnTo>
                      <a:pt x="98" y="46"/>
                    </a:lnTo>
                    <a:lnTo>
                      <a:pt x="98" y="46"/>
                    </a:lnTo>
                    <a:lnTo>
                      <a:pt x="98" y="50"/>
                    </a:lnTo>
                    <a:lnTo>
                      <a:pt x="98" y="50"/>
                    </a:lnTo>
                    <a:lnTo>
                      <a:pt x="94" y="54"/>
                    </a:lnTo>
                    <a:lnTo>
                      <a:pt x="92" y="56"/>
                    </a:lnTo>
                    <a:lnTo>
                      <a:pt x="92" y="56"/>
                    </a:lnTo>
                    <a:lnTo>
                      <a:pt x="92" y="60"/>
                    </a:lnTo>
                    <a:lnTo>
                      <a:pt x="92" y="60"/>
                    </a:lnTo>
                    <a:lnTo>
                      <a:pt x="110" y="56"/>
                    </a:lnTo>
                    <a:lnTo>
                      <a:pt x="126" y="54"/>
                    </a:lnTo>
                    <a:lnTo>
                      <a:pt x="126" y="54"/>
                    </a:lnTo>
                    <a:lnTo>
                      <a:pt x="128" y="56"/>
                    </a:lnTo>
                    <a:lnTo>
                      <a:pt x="130" y="56"/>
                    </a:lnTo>
                    <a:lnTo>
                      <a:pt x="130" y="56"/>
                    </a:lnTo>
                    <a:lnTo>
                      <a:pt x="136" y="52"/>
                    </a:lnTo>
                    <a:lnTo>
                      <a:pt x="136" y="52"/>
                    </a:lnTo>
                    <a:lnTo>
                      <a:pt x="136" y="50"/>
                    </a:lnTo>
                    <a:lnTo>
                      <a:pt x="136" y="48"/>
                    </a:lnTo>
                    <a:lnTo>
                      <a:pt x="136" y="48"/>
                    </a:lnTo>
                    <a:lnTo>
                      <a:pt x="130" y="44"/>
                    </a:lnTo>
                    <a:lnTo>
                      <a:pt x="130" y="44"/>
                    </a:lnTo>
                    <a:lnTo>
                      <a:pt x="124" y="46"/>
                    </a:lnTo>
                    <a:lnTo>
                      <a:pt x="120" y="46"/>
                    </a:lnTo>
                    <a:lnTo>
                      <a:pt x="118" y="44"/>
                    </a:lnTo>
                    <a:lnTo>
                      <a:pt x="118" y="44"/>
                    </a:lnTo>
                    <a:lnTo>
                      <a:pt x="120" y="36"/>
                    </a:lnTo>
                    <a:lnTo>
                      <a:pt x="120" y="36"/>
                    </a:lnTo>
                    <a:lnTo>
                      <a:pt x="108" y="36"/>
                    </a:lnTo>
                    <a:lnTo>
                      <a:pt x="106" y="34"/>
                    </a:lnTo>
                    <a:lnTo>
                      <a:pt x="102" y="30"/>
                    </a:lnTo>
                    <a:lnTo>
                      <a:pt x="102" y="30"/>
                    </a:lnTo>
                    <a:lnTo>
                      <a:pt x="100" y="30"/>
                    </a:lnTo>
                    <a:lnTo>
                      <a:pt x="98" y="30"/>
                    </a:lnTo>
                    <a:lnTo>
                      <a:pt x="98" y="30"/>
                    </a:lnTo>
                    <a:lnTo>
                      <a:pt x="98" y="26"/>
                    </a:lnTo>
                    <a:lnTo>
                      <a:pt x="96" y="24"/>
                    </a:lnTo>
                    <a:lnTo>
                      <a:pt x="96" y="24"/>
                    </a:lnTo>
                    <a:lnTo>
                      <a:pt x="92" y="22"/>
                    </a:lnTo>
                    <a:lnTo>
                      <a:pt x="90" y="24"/>
                    </a:lnTo>
                    <a:lnTo>
                      <a:pt x="90" y="20"/>
                    </a:lnTo>
                    <a:lnTo>
                      <a:pt x="90" y="20"/>
                    </a:lnTo>
                    <a:lnTo>
                      <a:pt x="86" y="20"/>
                    </a:lnTo>
                    <a:lnTo>
                      <a:pt x="86" y="20"/>
                    </a:lnTo>
                    <a:lnTo>
                      <a:pt x="84" y="18"/>
                    </a:lnTo>
                    <a:lnTo>
                      <a:pt x="84" y="18"/>
                    </a:lnTo>
                    <a:lnTo>
                      <a:pt x="78" y="18"/>
                    </a:lnTo>
                    <a:lnTo>
                      <a:pt x="72" y="16"/>
                    </a:lnTo>
                    <a:lnTo>
                      <a:pt x="72" y="16"/>
                    </a:lnTo>
                    <a:lnTo>
                      <a:pt x="70" y="14"/>
                    </a:lnTo>
                    <a:lnTo>
                      <a:pt x="68" y="12"/>
                    </a:lnTo>
                    <a:lnTo>
                      <a:pt x="66" y="6"/>
                    </a:lnTo>
                    <a:lnTo>
                      <a:pt x="66" y="6"/>
                    </a:lnTo>
                    <a:lnTo>
                      <a:pt x="54" y="4"/>
                    </a:lnTo>
                    <a:lnTo>
                      <a:pt x="42" y="2"/>
                    </a:lnTo>
                    <a:lnTo>
                      <a:pt x="42" y="2"/>
                    </a:lnTo>
                    <a:lnTo>
                      <a:pt x="42" y="4"/>
                    </a:lnTo>
                    <a:lnTo>
                      <a:pt x="40" y="4"/>
                    </a:lnTo>
                    <a:lnTo>
                      <a:pt x="38" y="4"/>
                    </a:lnTo>
                    <a:lnTo>
                      <a:pt x="38" y="4"/>
                    </a:lnTo>
                    <a:lnTo>
                      <a:pt x="38" y="0"/>
                    </a:lnTo>
                    <a:lnTo>
                      <a:pt x="38" y="0"/>
                    </a:lnTo>
                    <a:lnTo>
                      <a:pt x="30" y="0"/>
                    </a:lnTo>
                    <a:lnTo>
                      <a:pt x="22" y="0"/>
                    </a:lnTo>
                    <a:lnTo>
                      <a:pt x="2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3" name="Freeform 254">
                <a:extLst>
                  <a:ext uri="{FF2B5EF4-FFF2-40B4-BE49-F238E27FC236}">
                    <a16:creationId xmlns:a16="http://schemas.microsoft.com/office/drawing/2014/main" id="{0B9E1BBB-C8F9-A147-83DB-B3295242E587}"/>
                  </a:ext>
                </a:extLst>
              </p:cNvPr>
              <p:cNvSpPr>
                <a:spLocks/>
              </p:cNvSpPr>
              <p:nvPr/>
            </p:nvSpPr>
            <p:spPr bwMode="auto">
              <a:xfrm>
                <a:off x="3559948" y="3762905"/>
                <a:ext cx="32512" cy="88104"/>
              </a:xfrm>
              <a:custGeom>
                <a:avLst/>
                <a:gdLst>
                  <a:gd name="T0" fmla="*/ 4 w 16"/>
                  <a:gd name="T1" fmla="*/ 44 h 44"/>
                  <a:gd name="T2" fmla="*/ 4 w 16"/>
                  <a:gd name="T3" fmla="*/ 44 h 44"/>
                  <a:gd name="T4" fmla="*/ 12 w 16"/>
                  <a:gd name="T5" fmla="*/ 32 h 44"/>
                  <a:gd name="T6" fmla="*/ 14 w 16"/>
                  <a:gd name="T7" fmla="*/ 26 h 44"/>
                  <a:gd name="T8" fmla="*/ 14 w 16"/>
                  <a:gd name="T9" fmla="*/ 24 h 44"/>
                  <a:gd name="T10" fmla="*/ 12 w 16"/>
                  <a:gd name="T11" fmla="*/ 22 h 44"/>
                  <a:gd name="T12" fmla="*/ 12 w 16"/>
                  <a:gd name="T13" fmla="*/ 22 h 44"/>
                  <a:gd name="T14" fmla="*/ 16 w 16"/>
                  <a:gd name="T15" fmla="*/ 18 h 44"/>
                  <a:gd name="T16" fmla="*/ 16 w 16"/>
                  <a:gd name="T17" fmla="*/ 18 h 44"/>
                  <a:gd name="T18" fmla="*/ 16 w 16"/>
                  <a:gd name="T19" fmla="*/ 10 h 44"/>
                  <a:gd name="T20" fmla="*/ 16 w 16"/>
                  <a:gd name="T21" fmla="*/ 4 h 44"/>
                  <a:gd name="T22" fmla="*/ 16 w 16"/>
                  <a:gd name="T23" fmla="*/ 4 h 44"/>
                  <a:gd name="T24" fmla="*/ 12 w 16"/>
                  <a:gd name="T25" fmla="*/ 2 h 44"/>
                  <a:gd name="T26" fmla="*/ 12 w 16"/>
                  <a:gd name="T27" fmla="*/ 2 h 44"/>
                  <a:gd name="T28" fmla="*/ 12 w 16"/>
                  <a:gd name="T29" fmla="*/ 2 h 44"/>
                  <a:gd name="T30" fmla="*/ 8 w 16"/>
                  <a:gd name="T31" fmla="*/ 0 h 44"/>
                  <a:gd name="T32" fmla="*/ 8 w 16"/>
                  <a:gd name="T33" fmla="*/ 2 h 44"/>
                  <a:gd name="T34" fmla="*/ 6 w 16"/>
                  <a:gd name="T35" fmla="*/ 4 h 44"/>
                  <a:gd name="T36" fmla="*/ 0 w 16"/>
                  <a:gd name="T37" fmla="*/ 6 h 44"/>
                  <a:gd name="T38" fmla="*/ 0 w 16"/>
                  <a:gd name="T39" fmla="*/ 44 h 44"/>
                  <a:gd name="T40" fmla="*/ 4 w 16"/>
                  <a:gd name="T41"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44">
                    <a:moveTo>
                      <a:pt x="4" y="44"/>
                    </a:moveTo>
                    <a:lnTo>
                      <a:pt x="4" y="44"/>
                    </a:lnTo>
                    <a:lnTo>
                      <a:pt x="12" y="32"/>
                    </a:lnTo>
                    <a:lnTo>
                      <a:pt x="14" y="26"/>
                    </a:lnTo>
                    <a:lnTo>
                      <a:pt x="14" y="24"/>
                    </a:lnTo>
                    <a:lnTo>
                      <a:pt x="12" y="22"/>
                    </a:lnTo>
                    <a:lnTo>
                      <a:pt x="12" y="22"/>
                    </a:lnTo>
                    <a:lnTo>
                      <a:pt x="16" y="18"/>
                    </a:lnTo>
                    <a:lnTo>
                      <a:pt x="16" y="18"/>
                    </a:lnTo>
                    <a:lnTo>
                      <a:pt x="16" y="10"/>
                    </a:lnTo>
                    <a:lnTo>
                      <a:pt x="16" y="4"/>
                    </a:lnTo>
                    <a:lnTo>
                      <a:pt x="16" y="4"/>
                    </a:lnTo>
                    <a:lnTo>
                      <a:pt x="12" y="2"/>
                    </a:lnTo>
                    <a:lnTo>
                      <a:pt x="12" y="2"/>
                    </a:lnTo>
                    <a:lnTo>
                      <a:pt x="12" y="2"/>
                    </a:lnTo>
                    <a:lnTo>
                      <a:pt x="8" y="0"/>
                    </a:lnTo>
                    <a:lnTo>
                      <a:pt x="8" y="2"/>
                    </a:lnTo>
                    <a:lnTo>
                      <a:pt x="6" y="4"/>
                    </a:lnTo>
                    <a:lnTo>
                      <a:pt x="0" y="6"/>
                    </a:lnTo>
                    <a:lnTo>
                      <a:pt x="0" y="44"/>
                    </a:lnTo>
                    <a:lnTo>
                      <a:pt x="4"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4" name="Freeform 208">
                <a:extLst>
                  <a:ext uri="{FF2B5EF4-FFF2-40B4-BE49-F238E27FC236}">
                    <a16:creationId xmlns:a16="http://schemas.microsoft.com/office/drawing/2014/main" id="{4D3EF9D5-3AC5-B44C-A6DE-77268360E192}"/>
                  </a:ext>
                </a:extLst>
              </p:cNvPr>
              <p:cNvSpPr>
                <a:spLocks/>
              </p:cNvSpPr>
              <p:nvPr/>
            </p:nvSpPr>
            <p:spPr bwMode="auto">
              <a:xfrm>
                <a:off x="3646646" y="3995177"/>
                <a:ext cx="93923" cy="108127"/>
              </a:xfrm>
              <a:custGeom>
                <a:avLst/>
                <a:gdLst>
                  <a:gd name="T0" fmla="*/ 16 w 48"/>
                  <a:gd name="T1" fmla="*/ 6 h 54"/>
                  <a:gd name="T2" fmla="*/ 22 w 48"/>
                  <a:gd name="T3" fmla="*/ 6 h 54"/>
                  <a:gd name="T4" fmla="*/ 24 w 48"/>
                  <a:gd name="T5" fmla="*/ 6 h 54"/>
                  <a:gd name="T6" fmla="*/ 26 w 48"/>
                  <a:gd name="T7" fmla="*/ 8 h 54"/>
                  <a:gd name="T8" fmla="*/ 32 w 48"/>
                  <a:gd name="T9" fmla="*/ 8 h 54"/>
                  <a:gd name="T10" fmla="*/ 34 w 48"/>
                  <a:gd name="T11" fmla="*/ 18 h 54"/>
                  <a:gd name="T12" fmla="*/ 40 w 48"/>
                  <a:gd name="T13" fmla="*/ 24 h 54"/>
                  <a:gd name="T14" fmla="*/ 42 w 48"/>
                  <a:gd name="T15" fmla="*/ 32 h 54"/>
                  <a:gd name="T16" fmla="*/ 40 w 48"/>
                  <a:gd name="T17" fmla="*/ 32 h 54"/>
                  <a:gd name="T18" fmla="*/ 40 w 48"/>
                  <a:gd name="T19" fmla="*/ 38 h 54"/>
                  <a:gd name="T20" fmla="*/ 38 w 48"/>
                  <a:gd name="T21" fmla="*/ 42 h 54"/>
                  <a:gd name="T22" fmla="*/ 42 w 48"/>
                  <a:gd name="T23" fmla="*/ 46 h 54"/>
                  <a:gd name="T24" fmla="*/ 42 w 48"/>
                  <a:gd name="T25" fmla="*/ 48 h 54"/>
                  <a:gd name="T26" fmla="*/ 38 w 48"/>
                  <a:gd name="T27" fmla="*/ 46 h 54"/>
                  <a:gd name="T28" fmla="*/ 34 w 48"/>
                  <a:gd name="T29" fmla="*/ 46 h 54"/>
                  <a:gd name="T30" fmla="*/ 34 w 48"/>
                  <a:gd name="T31" fmla="*/ 52 h 54"/>
                  <a:gd name="T32" fmla="*/ 30 w 48"/>
                  <a:gd name="T33" fmla="*/ 46 h 54"/>
                  <a:gd name="T34" fmla="*/ 32 w 48"/>
                  <a:gd name="T35" fmla="*/ 38 h 54"/>
                  <a:gd name="T36" fmla="*/ 24 w 48"/>
                  <a:gd name="T37" fmla="*/ 34 h 54"/>
                  <a:gd name="T38" fmla="*/ 24 w 48"/>
                  <a:gd name="T39" fmla="*/ 34 h 54"/>
                  <a:gd name="T40" fmla="*/ 20 w 48"/>
                  <a:gd name="T41" fmla="*/ 34 h 54"/>
                  <a:gd name="T42" fmla="*/ 18 w 48"/>
                  <a:gd name="T43" fmla="*/ 26 h 54"/>
                  <a:gd name="T44" fmla="*/ 14 w 48"/>
                  <a:gd name="T45" fmla="*/ 24 h 54"/>
                  <a:gd name="T46" fmla="*/ 12 w 48"/>
                  <a:gd name="T47" fmla="*/ 24 h 54"/>
                  <a:gd name="T48" fmla="*/ 14 w 48"/>
                  <a:gd name="T49" fmla="*/ 28 h 54"/>
                  <a:gd name="T50" fmla="*/ 12 w 48"/>
                  <a:gd name="T51" fmla="*/ 32 h 54"/>
                  <a:gd name="T52" fmla="*/ 8 w 48"/>
                  <a:gd name="T53" fmla="*/ 32 h 54"/>
                  <a:gd name="T54" fmla="*/ 6 w 48"/>
                  <a:gd name="T55" fmla="*/ 28 h 54"/>
                  <a:gd name="T56" fmla="*/ 2 w 48"/>
                  <a:gd name="T57" fmla="*/ 26 h 54"/>
                  <a:gd name="T58" fmla="*/ 2 w 48"/>
                  <a:gd name="T59" fmla="*/ 18 h 54"/>
                  <a:gd name="T60" fmla="*/ 6 w 48"/>
                  <a:gd name="T61" fmla="*/ 16 h 54"/>
                  <a:gd name="T62" fmla="*/ 4 w 48"/>
                  <a:gd name="T63" fmla="*/ 14 h 54"/>
                  <a:gd name="T64" fmla="*/ 4 w 48"/>
                  <a:gd name="T65" fmla="*/ 14 h 54"/>
                  <a:gd name="T66" fmla="*/ 2 w 48"/>
                  <a:gd name="T67" fmla="*/ 4 h 54"/>
                  <a:gd name="T68" fmla="*/ 0 w 48"/>
                  <a:gd name="T69" fmla="*/ 2 h 54"/>
                  <a:gd name="T70" fmla="*/ 2 w 48"/>
                  <a:gd name="T71" fmla="*/ 0 h 54"/>
                  <a:gd name="T72" fmla="*/ 6 w 48"/>
                  <a:gd name="T73" fmla="*/ 2 h 54"/>
                  <a:gd name="T74" fmla="*/ 16 w 48"/>
                  <a:gd name="T75" fmla="*/ 6 h 54"/>
                  <a:gd name="T76" fmla="*/ 16 w 48"/>
                  <a:gd name="T77"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 h="54">
                    <a:moveTo>
                      <a:pt x="16" y="6"/>
                    </a:moveTo>
                    <a:lnTo>
                      <a:pt x="16" y="6"/>
                    </a:lnTo>
                    <a:lnTo>
                      <a:pt x="20" y="6"/>
                    </a:lnTo>
                    <a:lnTo>
                      <a:pt x="22" y="6"/>
                    </a:lnTo>
                    <a:lnTo>
                      <a:pt x="22" y="6"/>
                    </a:lnTo>
                    <a:lnTo>
                      <a:pt x="24" y="6"/>
                    </a:lnTo>
                    <a:lnTo>
                      <a:pt x="26" y="8"/>
                    </a:lnTo>
                    <a:lnTo>
                      <a:pt x="26" y="8"/>
                    </a:lnTo>
                    <a:lnTo>
                      <a:pt x="32" y="8"/>
                    </a:lnTo>
                    <a:lnTo>
                      <a:pt x="32" y="8"/>
                    </a:lnTo>
                    <a:lnTo>
                      <a:pt x="32" y="14"/>
                    </a:lnTo>
                    <a:lnTo>
                      <a:pt x="34" y="18"/>
                    </a:lnTo>
                    <a:lnTo>
                      <a:pt x="34" y="18"/>
                    </a:lnTo>
                    <a:lnTo>
                      <a:pt x="40" y="24"/>
                    </a:lnTo>
                    <a:lnTo>
                      <a:pt x="48" y="30"/>
                    </a:lnTo>
                    <a:lnTo>
                      <a:pt x="42" y="32"/>
                    </a:lnTo>
                    <a:lnTo>
                      <a:pt x="40" y="32"/>
                    </a:lnTo>
                    <a:lnTo>
                      <a:pt x="40" y="32"/>
                    </a:lnTo>
                    <a:lnTo>
                      <a:pt x="40" y="34"/>
                    </a:lnTo>
                    <a:lnTo>
                      <a:pt x="40" y="38"/>
                    </a:lnTo>
                    <a:lnTo>
                      <a:pt x="40" y="38"/>
                    </a:lnTo>
                    <a:lnTo>
                      <a:pt x="38" y="42"/>
                    </a:lnTo>
                    <a:lnTo>
                      <a:pt x="40" y="44"/>
                    </a:lnTo>
                    <a:lnTo>
                      <a:pt x="42" y="46"/>
                    </a:lnTo>
                    <a:lnTo>
                      <a:pt x="42" y="48"/>
                    </a:lnTo>
                    <a:lnTo>
                      <a:pt x="42" y="48"/>
                    </a:lnTo>
                    <a:lnTo>
                      <a:pt x="40" y="54"/>
                    </a:lnTo>
                    <a:lnTo>
                      <a:pt x="38" y="46"/>
                    </a:lnTo>
                    <a:lnTo>
                      <a:pt x="38" y="46"/>
                    </a:lnTo>
                    <a:lnTo>
                      <a:pt x="34" y="46"/>
                    </a:lnTo>
                    <a:lnTo>
                      <a:pt x="34" y="46"/>
                    </a:lnTo>
                    <a:lnTo>
                      <a:pt x="34" y="52"/>
                    </a:lnTo>
                    <a:lnTo>
                      <a:pt x="34" y="52"/>
                    </a:lnTo>
                    <a:lnTo>
                      <a:pt x="30" y="46"/>
                    </a:lnTo>
                    <a:lnTo>
                      <a:pt x="32" y="38"/>
                    </a:lnTo>
                    <a:lnTo>
                      <a:pt x="32" y="38"/>
                    </a:lnTo>
                    <a:lnTo>
                      <a:pt x="24" y="34"/>
                    </a:lnTo>
                    <a:lnTo>
                      <a:pt x="24" y="34"/>
                    </a:lnTo>
                    <a:lnTo>
                      <a:pt x="24" y="34"/>
                    </a:lnTo>
                    <a:lnTo>
                      <a:pt x="24" y="34"/>
                    </a:lnTo>
                    <a:lnTo>
                      <a:pt x="20" y="34"/>
                    </a:lnTo>
                    <a:lnTo>
                      <a:pt x="20" y="34"/>
                    </a:lnTo>
                    <a:lnTo>
                      <a:pt x="20" y="30"/>
                    </a:lnTo>
                    <a:lnTo>
                      <a:pt x="18" y="26"/>
                    </a:lnTo>
                    <a:lnTo>
                      <a:pt x="18" y="26"/>
                    </a:lnTo>
                    <a:lnTo>
                      <a:pt x="14" y="24"/>
                    </a:lnTo>
                    <a:lnTo>
                      <a:pt x="12" y="24"/>
                    </a:lnTo>
                    <a:lnTo>
                      <a:pt x="12" y="24"/>
                    </a:lnTo>
                    <a:lnTo>
                      <a:pt x="14" y="28"/>
                    </a:lnTo>
                    <a:lnTo>
                      <a:pt x="14" y="28"/>
                    </a:lnTo>
                    <a:lnTo>
                      <a:pt x="12" y="30"/>
                    </a:lnTo>
                    <a:lnTo>
                      <a:pt x="12" y="32"/>
                    </a:lnTo>
                    <a:lnTo>
                      <a:pt x="12" y="32"/>
                    </a:lnTo>
                    <a:lnTo>
                      <a:pt x="8" y="32"/>
                    </a:lnTo>
                    <a:lnTo>
                      <a:pt x="8" y="32"/>
                    </a:lnTo>
                    <a:lnTo>
                      <a:pt x="6" y="28"/>
                    </a:lnTo>
                    <a:lnTo>
                      <a:pt x="6" y="28"/>
                    </a:lnTo>
                    <a:lnTo>
                      <a:pt x="2" y="26"/>
                    </a:lnTo>
                    <a:lnTo>
                      <a:pt x="2" y="26"/>
                    </a:lnTo>
                    <a:lnTo>
                      <a:pt x="2" y="18"/>
                    </a:lnTo>
                    <a:lnTo>
                      <a:pt x="2" y="18"/>
                    </a:lnTo>
                    <a:lnTo>
                      <a:pt x="6" y="16"/>
                    </a:lnTo>
                    <a:lnTo>
                      <a:pt x="6" y="16"/>
                    </a:lnTo>
                    <a:lnTo>
                      <a:pt x="4" y="14"/>
                    </a:lnTo>
                    <a:lnTo>
                      <a:pt x="4" y="14"/>
                    </a:lnTo>
                    <a:lnTo>
                      <a:pt x="4" y="14"/>
                    </a:lnTo>
                    <a:lnTo>
                      <a:pt x="4" y="10"/>
                    </a:lnTo>
                    <a:lnTo>
                      <a:pt x="2" y="4"/>
                    </a:lnTo>
                    <a:lnTo>
                      <a:pt x="2" y="4"/>
                    </a:lnTo>
                    <a:lnTo>
                      <a:pt x="0" y="2"/>
                    </a:lnTo>
                    <a:lnTo>
                      <a:pt x="0" y="2"/>
                    </a:lnTo>
                    <a:lnTo>
                      <a:pt x="2" y="0"/>
                    </a:lnTo>
                    <a:lnTo>
                      <a:pt x="6" y="2"/>
                    </a:lnTo>
                    <a:lnTo>
                      <a:pt x="6" y="2"/>
                    </a:lnTo>
                    <a:lnTo>
                      <a:pt x="8" y="4"/>
                    </a:lnTo>
                    <a:lnTo>
                      <a:pt x="16" y="6"/>
                    </a:lnTo>
                    <a:lnTo>
                      <a:pt x="16" y="6"/>
                    </a:lnTo>
                    <a:lnTo>
                      <a:pt x="16" y="6"/>
                    </a:lnTo>
                    <a:lnTo>
                      <a:pt x="16"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05" name="Group 604">
              <a:extLst>
                <a:ext uri="{FF2B5EF4-FFF2-40B4-BE49-F238E27FC236}">
                  <a16:creationId xmlns:a16="http://schemas.microsoft.com/office/drawing/2014/main" id="{BC25A197-ECE2-8B44-BB9D-2A4BE5171497}"/>
                </a:ext>
              </a:extLst>
            </p:cNvPr>
            <p:cNvGrpSpPr/>
            <p:nvPr/>
          </p:nvGrpSpPr>
          <p:grpSpPr>
            <a:xfrm>
              <a:off x="3161140" y="3721157"/>
              <a:ext cx="1479023" cy="2899252"/>
              <a:chOff x="3764450" y="3971150"/>
              <a:chExt cx="1227818" cy="2406827"/>
            </a:xfrm>
            <a:solidFill>
              <a:schemeClr val="accent1"/>
            </a:solidFill>
          </p:grpSpPr>
          <p:sp>
            <p:nvSpPr>
              <p:cNvPr id="606" name="Freeform 295">
                <a:extLst>
                  <a:ext uri="{FF2B5EF4-FFF2-40B4-BE49-F238E27FC236}">
                    <a16:creationId xmlns:a16="http://schemas.microsoft.com/office/drawing/2014/main" id="{F5F6A0C6-EFFA-5B42-876C-312D5225EABF}"/>
                  </a:ext>
                </a:extLst>
              </p:cNvPr>
              <p:cNvSpPr>
                <a:spLocks/>
              </p:cNvSpPr>
              <p:nvPr/>
            </p:nvSpPr>
            <p:spPr bwMode="auto">
              <a:xfrm>
                <a:off x="3967968" y="3983164"/>
                <a:ext cx="356155" cy="388457"/>
              </a:xfrm>
              <a:custGeom>
                <a:avLst/>
                <a:gdLst>
                  <a:gd name="T0" fmla="*/ 8 w 182"/>
                  <a:gd name="T1" fmla="*/ 30 h 194"/>
                  <a:gd name="T2" fmla="*/ 2 w 182"/>
                  <a:gd name="T3" fmla="*/ 40 h 194"/>
                  <a:gd name="T4" fmla="*/ 0 w 182"/>
                  <a:gd name="T5" fmla="*/ 56 h 194"/>
                  <a:gd name="T6" fmla="*/ 14 w 182"/>
                  <a:gd name="T7" fmla="*/ 68 h 194"/>
                  <a:gd name="T8" fmla="*/ 12 w 182"/>
                  <a:gd name="T9" fmla="*/ 76 h 194"/>
                  <a:gd name="T10" fmla="*/ 28 w 182"/>
                  <a:gd name="T11" fmla="*/ 92 h 194"/>
                  <a:gd name="T12" fmla="*/ 44 w 182"/>
                  <a:gd name="T13" fmla="*/ 92 h 194"/>
                  <a:gd name="T14" fmla="*/ 64 w 182"/>
                  <a:gd name="T15" fmla="*/ 104 h 194"/>
                  <a:gd name="T16" fmla="*/ 70 w 182"/>
                  <a:gd name="T17" fmla="*/ 116 h 194"/>
                  <a:gd name="T18" fmla="*/ 72 w 182"/>
                  <a:gd name="T19" fmla="*/ 128 h 194"/>
                  <a:gd name="T20" fmla="*/ 84 w 182"/>
                  <a:gd name="T21" fmla="*/ 140 h 194"/>
                  <a:gd name="T22" fmla="*/ 94 w 182"/>
                  <a:gd name="T23" fmla="*/ 158 h 194"/>
                  <a:gd name="T24" fmla="*/ 88 w 182"/>
                  <a:gd name="T25" fmla="*/ 172 h 194"/>
                  <a:gd name="T26" fmla="*/ 92 w 182"/>
                  <a:gd name="T27" fmla="*/ 176 h 194"/>
                  <a:gd name="T28" fmla="*/ 102 w 182"/>
                  <a:gd name="T29" fmla="*/ 194 h 194"/>
                  <a:gd name="T30" fmla="*/ 114 w 182"/>
                  <a:gd name="T31" fmla="*/ 186 h 194"/>
                  <a:gd name="T32" fmla="*/ 124 w 182"/>
                  <a:gd name="T33" fmla="*/ 180 h 194"/>
                  <a:gd name="T34" fmla="*/ 132 w 182"/>
                  <a:gd name="T35" fmla="*/ 172 h 194"/>
                  <a:gd name="T36" fmla="*/ 136 w 182"/>
                  <a:gd name="T37" fmla="*/ 166 h 194"/>
                  <a:gd name="T38" fmla="*/ 122 w 182"/>
                  <a:gd name="T39" fmla="*/ 166 h 194"/>
                  <a:gd name="T40" fmla="*/ 118 w 182"/>
                  <a:gd name="T41" fmla="*/ 156 h 194"/>
                  <a:gd name="T42" fmla="*/ 114 w 182"/>
                  <a:gd name="T43" fmla="*/ 138 h 194"/>
                  <a:gd name="T44" fmla="*/ 114 w 182"/>
                  <a:gd name="T45" fmla="*/ 134 h 194"/>
                  <a:gd name="T46" fmla="*/ 128 w 182"/>
                  <a:gd name="T47" fmla="*/ 136 h 194"/>
                  <a:gd name="T48" fmla="*/ 140 w 182"/>
                  <a:gd name="T49" fmla="*/ 140 h 194"/>
                  <a:gd name="T50" fmla="*/ 142 w 182"/>
                  <a:gd name="T51" fmla="*/ 134 h 194"/>
                  <a:gd name="T52" fmla="*/ 154 w 182"/>
                  <a:gd name="T53" fmla="*/ 136 h 194"/>
                  <a:gd name="T54" fmla="*/ 160 w 182"/>
                  <a:gd name="T55" fmla="*/ 128 h 194"/>
                  <a:gd name="T56" fmla="*/ 170 w 182"/>
                  <a:gd name="T57" fmla="*/ 120 h 194"/>
                  <a:gd name="T58" fmla="*/ 164 w 182"/>
                  <a:gd name="T59" fmla="*/ 92 h 194"/>
                  <a:gd name="T60" fmla="*/ 174 w 182"/>
                  <a:gd name="T61" fmla="*/ 88 h 194"/>
                  <a:gd name="T62" fmla="*/ 172 w 182"/>
                  <a:gd name="T63" fmla="*/ 82 h 194"/>
                  <a:gd name="T64" fmla="*/ 166 w 182"/>
                  <a:gd name="T65" fmla="*/ 72 h 194"/>
                  <a:gd name="T66" fmla="*/ 178 w 182"/>
                  <a:gd name="T67" fmla="*/ 66 h 194"/>
                  <a:gd name="T68" fmla="*/ 182 w 182"/>
                  <a:gd name="T69" fmla="*/ 56 h 194"/>
                  <a:gd name="T70" fmla="*/ 172 w 182"/>
                  <a:gd name="T71" fmla="*/ 56 h 194"/>
                  <a:gd name="T72" fmla="*/ 150 w 182"/>
                  <a:gd name="T73" fmla="*/ 60 h 194"/>
                  <a:gd name="T74" fmla="*/ 168 w 182"/>
                  <a:gd name="T75" fmla="*/ 52 h 194"/>
                  <a:gd name="T76" fmla="*/ 170 w 182"/>
                  <a:gd name="T77" fmla="*/ 40 h 194"/>
                  <a:gd name="T78" fmla="*/ 164 w 182"/>
                  <a:gd name="T79" fmla="*/ 40 h 194"/>
                  <a:gd name="T80" fmla="*/ 156 w 182"/>
                  <a:gd name="T81" fmla="*/ 34 h 194"/>
                  <a:gd name="T82" fmla="*/ 148 w 182"/>
                  <a:gd name="T83" fmla="*/ 32 h 194"/>
                  <a:gd name="T84" fmla="*/ 154 w 182"/>
                  <a:gd name="T85" fmla="*/ 26 h 194"/>
                  <a:gd name="T86" fmla="*/ 134 w 182"/>
                  <a:gd name="T87" fmla="*/ 22 h 194"/>
                  <a:gd name="T88" fmla="*/ 130 w 182"/>
                  <a:gd name="T89" fmla="*/ 26 h 194"/>
                  <a:gd name="T90" fmla="*/ 116 w 182"/>
                  <a:gd name="T91" fmla="*/ 32 h 194"/>
                  <a:gd name="T92" fmla="*/ 102 w 182"/>
                  <a:gd name="T93" fmla="*/ 26 h 194"/>
                  <a:gd name="T94" fmla="*/ 80 w 182"/>
                  <a:gd name="T95" fmla="*/ 24 h 194"/>
                  <a:gd name="T96" fmla="*/ 72 w 182"/>
                  <a:gd name="T97" fmla="*/ 24 h 194"/>
                  <a:gd name="T98" fmla="*/ 70 w 182"/>
                  <a:gd name="T99" fmla="*/ 12 h 194"/>
                  <a:gd name="T100" fmla="*/ 60 w 182"/>
                  <a:gd name="T101" fmla="*/ 10 h 194"/>
                  <a:gd name="T102" fmla="*/ 50 w 182"/>
                  <a:gd name="T103" fmla="*/ 0 h 194"/>
                  <a:gd name="T104" fmla="*/ 46 w 182"/>
                  <a:gd name="T105" fmla="*/ 6 h 194"/>
                  <a:gd name="T106" fmla="*/ 42 w 182"/>
                  <a:gd name="T107" fmla="*/ 14 h 194"/>
                  <a:gd name="T108" fmla="*/ 34 w 182"/>
                  <a:gd name="T109" fmla="*/ 30 h 194"/>
                  <a:gd name="T110" fmla="*/ 36 w 182"/>
                  <a:gd name="T111" fmla="*/ 36 h 194"/>
                  <a:gd name="T112" fmla="*/ 28 w 182"/>
                  <a:gd name="T113" fmla="*/ 50 h 194"/>
                  <a:gd name="T114" fmla="*/ 24 w 182"/>
                  <a:gd name="T115" fmla="*/ 40 h 194"/>
                  <a:gd name="T116" fmla="*/ 30 w 182"/>
                  <a:gd name="T117" fmla="*/ 26 h 194"/>
                  <a:gd name="T118" fmla="*/ 26 w 182"/>
                  <a:gd name="T119" fmla="*/ 20 h 194"/>
                  <a:gd name="T120" fmla="*/ 26 w 182"/>
                  <a:gd name="T121" fmla="*/ 14 h 194"/>
                  <a:gd name="T122" fmla="*/ 22 w 182"/>
                  <a:gd name="T123" fmla="*/ 12 h 194"/>
                  <a:gd name="T124" fmla="*/ 28 w 182"/>
                  <a:gd name="T125" fmla="*/ 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2" h="194">
                    <a:moveTo>
                      <a:pt x="28" y="4"/>
                    </a:moveTo>
                    <a:lnTo>
                      <a:pt x="28" y="4"/>
                    </a:lnTo>
                    <a:lnTo>
                      <a:pt x="20" y="6"/>
                    </a:lnTo>
                    <a:lnTo>
                      <a:pt x="14" y="16"/>
                    </a:lnTo>
                    <a:lnTo>
                      <a:pt x="8" y="30"/>
                    </a:lnTo>
                    <a:lnTo>
                      <a:pt x="2" y="32"/>
                    </a:lnTo>
                    <a:lnTo>
                      <a:pt x="2" y="32"/>
                    </a:lnTo>
                    <a:lnTo>
                      <a:pt x="4" y="34"/>
                    </a:lnTo>
                    <a:lnTo>
                      <a:pt x="2" y="40"/>
                    </a:lnTo>
                    <a:lnTo>
                      <a:pt x="2" y="40"/>
                    </a:lnTo>
                    <a:lnTo>
                      <a:pt x="2" y="46"/>
                    </a:lnTo>
                    <a:lnTo>
                      <a:pt x="2" y="48"/>
                    </a:lnTo>
                    <a:lnTo>
                      <a:pt x="0" y="52"/>
                    </a:lnTo>
                    <a:lnTo>
                      <a:pt x="0" y="52"/>
                    </a:lnTo>
                    <a:lnTo>
                      <a:pt x="0" y="56"/>
                    </a:lnTo>
                    <a:lnTo>
                      <a:pt x="0" y="58"/>
                    </a:lnTo>
                    <a:lnTo>
                      <a:pt x="2" y="58"/>
                    </a:lnTo>
                    <a:lnTo>
                      <a:pt x="8" y="56"/>
                    </a:lnTo>
                    <a:lnTo>
                      <a:pt x="14" y="68"/>
                    </a:lnTo>
                    <a:lnTo>
                      <a:pt x="14" y="68"/>
                    </a:lnTo>
                    <a:lnTo>
                      <a:pt x="12" y="70"/>
                    </a:lnTo>
                    <a:lnTo>
                      <a:pt x="10" y="70"/>
                    </a:lnTo>
                    <a:lnTo>
                      <a:pt x="10" y="72"/>
                    </a:lnTo>
                    <a:lnTo>
                      <a:pt x="10" y="72"/>
                    </a:lnTo>
                    <a:lnTo>
                      <a:pt x="12" y="76"/>
                    </a:lnTo>
                    <a:lnTo>
                      <a:pt x="16" y="82"/>
                    </a:lnTo>
                    <a:lnTo>
                      <a:pt x="16" y="82"/>
                    </a:lnTo>
                    <a:lnTo>
                      <a:pt x="18" y="88"/>
                    </a:lnTo>
                    <a:lnTo>
                      <a:pt x="18" y="90"/>
                    </a:lnTo>
                    <a:lnTo>
                      <a:pt x="28" y="92"/>
                    </a:lnTo>
                    <a:lnTo>
                      <a:pt x="28" y="92"/>
                    </a:lnTo>
                    <a:lnTo>
                      <a:pt x="32" y="92"/>
                    </a:lnTo>
                    <a:lnTo>
                      <a:pt x="38" y="92"/>
                    </a:lnTo>
                    <a:lnTo>
                      <a:pt x="38" y="92"/>
                    </a:lnTo>
                    <a:lnTo>
                      <a:pt x="44" y="92"/>
                    </a:lnTo>
                    <a:lnTo>
                      <a:pt x="48" y="94"/>
                    </a:lnTo>
                    <a:lnTo>
                      <a:pt x="48" y="94"/>
                    </a:lnTo>
                    <a:lnTo>
                      <a:pt x="54" y="106"/>
                    </a:lnTo>
                    <a:lnTo>
                      <a:pt x="54" y="106"/>
                    </a:lnTo>
                    <a:lnTo>
                      <a:pt x="64" y="104"/>
                    </a:lnTo>
                    <a:lnTo>
                      <a:pt x="64" y="104"/>
                    </a:lnTo>
                    <a:lnTo>
                      <a:pt x="72" y="106"/>
                    </a:lnTo>
                    <a:lnTo>
                      <a:pt x="72" y="114"/>
                    </a:lnTo>
                    <a:lnTo>
                      <a:pt x="72" y="114"/>
                    </a:lnTo>
                    <a:lnTo>
                      <a:pt x="70" y="116"/>
                    </a:lnTo>
                    <a:lnTo>
                      <a:pt x="68" y="118"/>
                    </a:lnTo>
                    <a:lnTo>
                      <a:pt x="70" y="122"/>
                    </a:lnTo>
                    <a:lnTo>
                      <a:pt x="70" y="122"/>
                    </a:lnTo>
                    <a:lnTo>
                      <a:pt x="70" y="126"/>
                    </a:lnTo>
                    <a:lnTo>
                      <a:pt x="72" y="128"/>
                    </a:lnTo>
                    <a:lnTo>
                      <a:pt x="76" y="132"/>
                    </a:lnTo>
                    <a:lnTo>
                      <a:pt x="76" y="132"/>
                    </a:lnTo>
                    <a:lnTo>
                      <a:pt x="80" y="136"/>
                    </a:lnTo>
                    <a:lnTo>
                      <a:pt x="84" y="140"/>
                    </a:lnTo>
                    <a:lnTo>
                      <a:pt x="84" y="140"/>
                    </a:lnTo>
                    <a:lnTo>
                      <a:pt x="90" y="146"/>
                    </a:lnTo>
                    <a:lnTo>
                      <a:pt x="96" y="148"/>
                    </a:lnTo>
                    <a:lnTo>
                      <a:pt x="96" y="148"/>
                    </a:lnTo>
                    <a:lnTo>
                      <a:pt x="94" y="158"/>
                    </a:lnTo>
                    <a:lnTo>
                      <a:pt x="94" y="158"/>
                    </a:lnTo>
                    <a:lnTo>
                      <a:pt x="90" y="164"/>
                    </a:lnTo>
                    <a:lnTo>
                      <a:pt x="88" y="166"/>
                    </a:lnTo>
                    <a:lnTo>
                      <a:pt x="88" y="166"/>
                    </a:lnTo>
                    <a:lnTo>
                      <a:pt x="86" y="170"/>
                    </a:lnTo>
                    <a:lnTo>
                      <a:pt x="88" y="172"/>
                    </a:lnTo>
                    <a:lnTo>
                      <a:pt x="90" y="172"/>
                    </a:lnTo>
                    <a:lnTo>
                      <a:pt x="90" y="172"/>
                    </a:lnTo>
                    <a:lnTo>
                      <a:pt x="92" y="170"/>
                    </a:lnTo>
                    <a:lnTo>
                      <a:pt x="92" y="170"/>
                    </a:lnTo>
                    <a:lnTo>
                      <a:pt x="92" y="176"/>
                    </a:lnTo>
                    <a:lnTo>
                      <a:pt x="92" y="176"/>
                    </a:lnTo>
                    <a:lnTo>
                      <a:pt x="96" y="180"/>
                    </a:lnTo>
                    <a:lnTo>
                      <a:pt x="94" y="188"/>
                    </a:lnTo>
                    <a:lnTo>
                      <a:pt x="102" y="194"/>
                    </a:lnTo>
                    <a:lnTo>
                      <a:pt x="102" y="194"/>
                    </a:lnTo>
                    <a:lnTo>
                      <a:pt x="104" y="192"/>
                    </a:lnTo>
                    <a:lnTo>
                      <a:pt x="110" y="190"/>
                    </a:lnTo>
                    <a:lnTo>
                      <a:pt x="110" y="190"/>
                    </a:lnTo>
                    <a:lnTo>
                      <a:pt x="112" y="188"/>
                    </a:lnTo>
                    <a:lnTo>
                      <a:pt x="114" y="186"/>
                    </a:lnTo>
                    <a:lnTo>
                      <a:pt x="116" y="184"/>
                    </a:lnTo>
                    <a:lnTo>
                      <a:pt x="118" y="184"/>
                    </a:lnTo>
                    <a:lnTo>
                      <a:pt x="118" y="184"/>
                    </a:lnTo>
                    <a:lnTo>
                      <a:pt x="122" y="182"/>
                    </a:lnTo>
                    <a:lnTo>
                      <a:pt x="124" y="180"/>
                    </a:lnTo>
                    <a:lnTo>
                      <a:pt x="124" y="180"/>
                    </a:lnTo>
                    <a:lnTo>
                      <a:pt x="126" y="178"/>
                    </a:lnTo>
                    <a:lnTo>
                      <a:pt x="128" y="176"/>
                    </a:lnTo>
                    <a:lnTo>
                      <a:pt x="130" y="172"/>
                    </a:lnTo>
                    <a:lnTo>
                      <a:pt x="132" y="172"/>
                    </a:lnTo>
                    <a:lnTo>
                      <a:pt x="132" y="172"/>
                    </a:lnTo>
                    <a:lnTo>
                      <a:pt x="136" y="170"/>
                    </a:lnTo>
                    <a:lnTo>
                      <a:pt x="138" y="170"/>
                    </a:lnTo>
                    <a:lnTo>
                      <a:pt x="138" y="170"/>
                    </a:lnTo>
                    <a:lnTo>
                      <a:pt x="136" y="166"/>
                    </a:lnTo>
                    <a:lnTo>
                      <a:pt x="134" y="166"/>
                    </a:lnTo>
                    <a:lnTo>
                      <a:pt x="132" y="164"/>
                    </a:lnTo>
                    <a:lnTo>
                      <a:pt x="132" y="164"/>
                    </a:lnTo>
                    <a:lnTo>
                      <a:pt x="126" y="166"/>
                    </a:lnTo>
                    <a:lnTo>
                      <a:pt x="122" y="166"/>
                    </a:lnTo>
                    <a:lnTo>
                      <a:pt x="122" y="166"/>
                    </a:lnTo>
                    <a:lnTo>
                      <a:pt x="120" y="164"/>
                    </a:lnTo>
                    <a:lnTo>
                      <a:pt x="118" y="162"/>
                    </a:lnTo>
                    <a:lnTo>
                      <a:pt x="118" y="162"/>
                    </a:lnTo>
                    <a:lnTo>
                      <a:pt x="118" y="156"/>
                    </a:lnTo>
                    <a:lnTo>
                      <a:pt x="118" y="150"/>
                    </a:lnTo>
                    <a:lnTo>
                      <a:pt x="118" y="150"/>
                    </a:lnTo>
                    <a:lnTo>
                      <a:pt x="116" y="142"/>
                    </a:lnTo>
                    <a:lnTo>
                      <a:pt x="116" y="142"/>
                    </a:lnTo>
                    <a:lnTo>
                      <a:pt x="114" y="138"/>
                    </a:lnTo>
                    <a:lnTo>
                      <a:pt x="114" y="136"/>
                    </a:lnTo>
                    <a:lnTo>
                      <a:pt x="112" y="136"/>
                    </a:lnTo>
                    <a:lnTo>
                      <a:pt x="112" y="136"/>
                    </a:lnTo>
                    <a:lnTo>
                      <a:pt x="110" y="134"/>
                    </a:lnTo>
                    <a:lnTo>
                      <a:pt x="114" y="134"/>
                    </a:lnTo>
                    <a:lnTo>
                      <a:pt x="114" y="134"/>
                    </a:lnTo>
                    <a:lnTo>
                      <a:pt x="120" y="136"/>
                    </a:lnTo>
                    <a:lnTo>
                      <a:pt x="124" y="136"/>
                    </a:lnTo>
                    <a:lnTo>
                      <a:pt x="124" y="136"/>
                    </a:lnTo>
                    <a:lnTo>
                      <a:pt x="128" y="136"/>
                    </a:lnTo>
                    <a:lnTo>
                      <a:pt x="132" y="138"/>
                    </a:lnTo>
                    <a:lnTo>
                      <a:pt x="132" y="138"/>
                    </a:lnTo>
                    <a:lnTo>
                      <a:pt x="138" y="140"/>
                    </a:lnTo>
                    <a:lnTo>
                      <a:pt x="140" y="140"/>
                    </a:lnTo>
                    <a:lnTo>
                      <a:pt x="140" y="140"/>
                    </a:lnTo>
                    <a:lnTo>
                      <a:pt x="140" y="140"/>
                    </a:lnTo>
                    <a:lnTo>
                      <a:pt x="138" y="138"/>
                    </a:lnTo>
                    <a:lnTo>
                      <a:pt x="140" y="136"/>
                    </a:lnTo>
                    <a:lnTo>
                      <a:pt x="140" y="136"/>
                    </a:lnTo>
                    <a:lnTo>
                      <a:pt x="142" y="134"/>
                    </a:lnTo>
                    <a:lnTo>
                      <a:pt x="144" y="134"/>
                    </a:lnTo>
                    <a:lnTo>
                      <a:pt x="144" y="134"/>
                    </a:lnTo>
                    <a:lnTo>
                      <a:pt x="152" y="136"/>
                    </a:lnTo>
                    <a:lnTo>
                      <a:pt x="152" y="136"/>
                    </a:lnTo>
                    <a:lnTo>
                      <a:pt x="154" y="136"/>
                    </a:lnTo>
                    <a:lnTo>
                      <a:pt x="154" y="134"/>
                    </a:lnTo>
                    <a:lnTo>
                      <a:pt x="158" y="132"/>
                    </a:lnTo>
                    <a:lnTo>
                      <a:pt x="158" y="132"/>
                    </a:lnTo>
                    <a:lnTo>
                      <a:pt x="158" y="130"/>
                    </a:lnTo>
                    <a:lnTo>
                      <a:pt x="160" y="128"/>
                    </a:lnTo>
                    <a:lnTo>
                      <a:pt x="162" y="128"/>
                    </a:lnTo>
                    <a:lnTo>
                      <a:pt x="162" y="126"/>
                    </a:lnTo>
                    <a:lnTo>
                      <a:pt x="162" y="126"/>
                    </a:lnTo>
                    <a:lnTo>
                      <a:pt x="170" y="126"/>
                    </a:lnTo>
                    <a:lnTo>
                      <a:pt x="170" y="120"/>
                    </a:lnTo>
                    <a:lnTo>
                      <a:pt x="170" y="116"/>
                    </a:lnTo>
                    <a:lnTo>
                      <a:pt x="158" y="98"/>
                    </a:lnTo>
                    <a:lnTo>
                      <a:pt x="164" y="96"/>
                    </a:lnTo>
                    <a:lnTo>
                      <a:pt x="164" y="96"/>
                    </a:lnTo>
                    <a:lnTo>
                      <a:pt x="164" y="92"/>
                    </a:lnTo>
                    <a:lnTo>
                      <a:pt x="164" y="90"/>
                    </a:lnTo>
                    <a:lnTo>
                      <a:pt x="164" y="90"/>
                    </a:lnTo>
                    <a:lnTo>
                      <a:pt x="164" y="90"/>
                    </a:lnTo>
                    <a:lnTo>
                      <a:pt x="172" y="88"/>
                    </a:lnTo>
                    <a:lnTo>
                      <a:pt x="174" y="88"/>
                    </a:lnTo>
                    <a:lnTo>
                      <a:pt x="176" y="86"/>
                    </a:lnTo>
                    <a:lnTo>
                      <a:pt x="176" y="86"/>
                    </a:lnTo>
                    <a:lnTo>
                      <a:pt x="176" y="84"/>
                    </a:lnTo>
                    <a:lnTo>
                      <a:pt x="174" y="82"/>
                    </a:lnTo>
                    <a:lnTo>
                      <a:pt x="172" y="82"/>
                    </a:lnTo>
                    <a:lnTo>
                      <a:pt x="172" y="82"/>
                    </a:lnTo>
                    <a:lnTo>
                      <a:pt x="170" y="78"/>
                    </a:lnTo>
                    <a:lnTo>
                      <a:pt x="168" y="76"/>
                    </a:lnTo>
                    <a:lnTo>
                      <a:pt x="168" y="76"/>
                    </a:lnTo>
                    <a:lnTo>
                      <a:pt x="166" y="72"/>
                    </a:lnTo>
                    <a:lnTo>
                      <a:pt x="166" y="70"/>
                    </a:lnTo>
                    <a:lnTo>
                      <a:pt x="168" y="70"/>
                    </a:lnTo>
                    <a:lnTo>
                      <a:pt x="168" y="70"/>
                    </a:lnTo>
                    <a:lnTo>
                      <a:pt x="172" y="70"/>
                    </a:lnTo>
                    <a:lnTo>
                      <a:pt x="178" y="66"/>
                    </a:lnTo>
                    <a:lnTo>
                      <a:pt x="178" y="66"/>
                    </a:lnTo>
                    <a:lnTo>
                      <a:pt x="180" y="64"/>
                    </a:lnTo>
                    <a:lnTo>
                      <a:pt x="180" y="64"/>
                    </a:lnTo>
                    <a:lnTo>
                      <a:pt x="182" y="56"/>
                    </a:lnTo>
                    <a:lnTo>
                      <a:pt x="182" y="56"/>
                    </a:lnTo>
                    <a:lnTo>
                      <a:pt x="180" y="54"/>
                    </a:lnTo>
                    <a:lnTo>
                      <a:pt x="180" y="54"/>
                    </a:lnTo>
                    <a:lnTo>
                      <a:pt x="174" y="56"/>
                    </a:lnTo>
                    <a:lnTo>
                      <a:pt x="172" y="56"/>
                    </a:lnTo>
                    <a:lnTo>
                      <a:pt x="172" y="56"/>
                    </a:lnTo>
                    <a:lnTo>
                      <a:pt x="170" y="56"/>
                    </a:lnTo>
                    <a:lnTo>
                      <a:pt x="166" y="56"/>
                    </a:lnTo>
                    <a:lnTo>
                      <a:pt x="164" y="58"/>
                    </a:lnTo>
                    <a:lnTo>
                      <a:pt x="164" y="58"/>
                    </a:lnTo>
                    <a:lnTo>
                      <a:pt x="150" y="60"/>
                    </a:lnTo>
                    <a:lnTo>
                      <a:pt x="150" y="60"/>
                    </a:lnTo>
                    <a:lnTo>
                      <a:pt x="152" y="56"/>
                    </a:lnTo>
                    <a:lnTo>
                      <a:pt x="152" y="56"/>
                    </a:lnTo>
                    <a:lnTo>
                      <a:pt x="168" y="52"/>
                    </a:lnTo>
                    <a:lnTo>
                      <a:pt x="168" y="52"/>
                    </a:lnTo>
                    <a:lnTo>
                      <a:pt x="168" y="46"/>
                    </a:lnTo>
                    <a:lnTo>
                      <a:pt x="168" y="46"/>
                    </a:lnTo>
                    <a:lnTo>
                      <a:pt x="170" y="42"/>
                    </a:lnTo>
                    <a:lnTo>
                      <a:pt x="170" y="42"/>
                    </a:lnTo>
                    <a:lnTo>
                      <a:pt x="170" y="40"/>
                    </a:lnTo>
                    <a:lnTo>
                      <a:pt x="170" y="38"/>
                    </a:lnTo>
                    <a:lnTo>
                      <a:pt x="170" y="38"/>
                    </a:lnTo>
                    <a:lnTo>
                      <a:pt x="162" y="38"/>
                    </a:lnTo>
                    <a:lnTo>
                      <a:pt x="162" y="38"/>
                    </a:lnTo>
                    <a:lnTo>
                      <a:pt x="164" y="40"/>
                    </a:lnTo>
                    <a:lnTo>
                      <a:pt x="164" y="40"/>
                    </a:lnTo>
                    <a:lnTo>
                      <a:pt x="162" y="38"/>
                    </a:lnTo>
                    <a:lnTo>
                      <a:pt x="160" y="38"/>
                    </a:lnTo>
                    <a:lnTo>
                      <a:pt x="160" y="38"/>
                    </a:lnTo>
                    <a:lnTo>
                      <a:pt x="156" y="34"/>
                    </a:lnTo>
                    <a:lnTo>
                      <a:pt x="156" y="34"/>
                    </a:lnTo>
                    <a:lnTo>
                      <a:pt x="154" y="38"/>
                    </a:lnTo>
                    <a:lnTo>
                      <a:pt x="152" y="38"/>
                    </a:lnTo>
                    <a:lnTo>
                      <a:pt x="152" y="38"/>
                    </a:lnTo>
                    <a:lnTo>
                      <a:pt x="148" y="32"/>
                    </a:lnTo>
                    <a:lnTo>
                      <a:pt x="146" y="26"/>
                    </a:lnTo>
                    <a:lnTo>
                      <a:pt x="146" y="26"/>
                    </a:lnTo>
                    <a:lnTo>
                      <a:pt x="150" y="26"/>
                    </a:lnTo>
                    <a:lnTo>
                      <a:pt x="154" y="26"/>
                    </a:lnTo>
                    <a:lnTo>
                      <a:pt x="154" y="26"/>
                    </a:lnTo>
                    <a:lnTo>
                      <a:pt x="154" y="24"/>
                    </a:lnTo>
                    <a:lnTo>
                      <a:pt x="154" y="22"/>
                    </a:lnTo>
                    <a:lnTo>
                      <a:pt x="154" y="22"/>
                    </a:lnTo>
                    <a:lnTo>
                      <a:pt x="134" y="22"/>
                    </a:lnTo>
                    <a:lnTo>
                      <a:pt x="134" y="22"/>
                    </a:lnTo>
                    <a:lnTo>
                      <a:pt x="136" y="26"/>
                    </a:lnTo>
                    <a:lnTo>
                      <a:pt x="136" y="26"/>
                    </a:lnTo>
                    <a:lnTo>
                      <a:pt x="130" y="24"/>
                    </a:lnTo>
                    <a:lnTo>
                      <a:pt x="130" y="26"/>
                    </a:lnTo>
                    <a:lnTo>
                      <a:pt x="130" y="26"/>
                    </a:lnTo>
                    <a:lnTo>
                      <a:pt x="124" y="28"/>
                    </a:lnTo>
                    <a:lnTo>
                      <a:pt x="124" y="30"/>
                    </a:lnTo>
                    <a:lnTo>
                      <a:pt x="124" y="30"/>
                    </a:lnTo>
                    <a:lnTo>
                      <a:pt x="116" y="32"/>
                    </a:lnTo>
                    <a:lnTo>
                      <a:pt x="116" y="32"/>
                    </a:lnTo>
                    <a:lnTo>
                      <a:pt x="108" y="30"/>
                    </a:lnTo>
                    <a:lnTo>
                      <a:pt x="102" y="28"/>
                    </a:lnTo>
                    <a:lnTo>
                      <a:pt x="102" y="28"/>
                    </a:lnTo>
                    <a:lnTo>
                      <a:pt x="102" y="28"/>
                    </a:lnTo>
                    <a:lnTo>
                      <a:pt x="102" y="26"/>
                    </a:lnTo>
                    <a:lnTo>
                      <a:pt x="100" y="24"/>
                    </a:lnTo>
                    <a:lnTo>
                      <a:pt x="96" y="22"/>
                    </a:lnTo>
                    <a:lnTo>
                      <a:pt x="96" y="22"/>
                    </a:lnTo>
                    <a:lnTo>
                      <a:pt x="88" y="22"/>
                    </a:lnTo>
                    <a:lnTo>
                      <a:pt x="80" y="24"/>
                    </a:lnTo>
                    <a:lnTo>
                      <a:pt x="80" y="24"/>
                    </a:lnTo>
                    <a:lnTo>
                      <a:pt x="78" y="26"/>
                    </a:lnTo>
                    <a:lnTo>
                      <a:pt x="76" y="26"/>
                    </a:lnTo>
                    <a:lnTo>
                      <a:pt x="76" y="26"/>
                    </a:lnTo>
                    <a:lnTo>
                      <a:pt x="72" y="24"/>
                    </a:lnTo>
                    <a:lnTo>
                      <a:pt x="72" y="24"/>
                    </a:lnTo>
                    <a:lnTo>
                      <a:pt x="76" y="20"/>
                    </a:lnTo>
                    <a:lnTo>
                      <a:pt x="76" y="20"/>
                    </a:lnTo>
                    <a:lnTo>
                      <a:pt x="70" y="12"/>
                    </a:lnTo>
                    <a:lnTo>
                      <a:pt x="70" y="12"/>
                    </a:lnTo>
                    <a:lnTo>
                      <a:pt x="68" y="12"/>
                    </a:lnTo>
                    <a:lnTo>
                      <a:pt x="68" y="12"/>
                    </a:lnTo>
                    <a:lnTo>
                      <a:pt x="66" y="10"/>
                    </a:lnTo>
                    <a:lnTo>
                      <a:pt x="66" y="10"/>
                    </a:lnTo>
                    <a:lnTo>
                      <a:pt x="60" y="10"/>
                    </a:lnTo>
                    <a:lnTo>
                      <a:pt x="54" y="8"/>
                    </a:lnTo>
                    <a:lnTo>
                      <a:pt x="54" y="8"/>
                    </a:lnTo>
                    <a:lnTo>
                      <a:pt x="52" y="4"/>
                    </a:lnTo>
                    <a:lnTo>
                      <a:pt x="50" y="0"/>
                    </a:lnTo>
                    <a:lnTo>
                      <a:pt x="50" y="0"/>
                    </a:lnTo>
                    <a:lnTo>
                      <a:pt x="48" y="0"/>
                    </a:lnTo>
                    <a:lnTo>
                      <a:pt x="46" y="0"/>
                    </a:lnTo>
                    <a:lnTo>
                      <a:pt x="46" y="0"/>
                    </a:lnTo>
                    <a:lnTo>
                      <a:pt x="46" y="6"/>
                    </a:lnTo>
                    <a:lnTo>
                      <a:pt x="46" y="6"/>
                    </a:lnTo>
                    <a:lnTo>
                      <a:pt x="52" y="8"/>
                    </a:lnTo>
                    <a:lnTo>
                      <a:pt x="52" y="8"/>
                    </a:lnTo>
                    <a:lnTo>
                      <a:pt x="54" y="12"/>
                    </a:lnTo>
                    <a:lnTo>
                      <a:pt x="54" y="12"/>
                    </a:lnTo>
                    <a:lnTo>
                      <a:pt x="42" y="14"/>
                    </a:lnTo>
                    <a:lnTo>
                      <a:pt x="32" y="16"/>
                    </a:lnTo>
                    <a:lnTo>
                      <a:pt x="32" y="16"/>
                    </a:lnTo>
                    <a:lnTo>
                      <a:pt x="32" y="28"/>
                    </a:lnTo>
                    <a:lnTo>
                      <a:pt x="32" y="28"/>
                    </a:lnTo>
                    <a:lnTo>
                      <a:pt x="34" y="30"/>
                    </a:lnTo>
                    <a:lnTo>
                      <a:pt x="34" y="30"/>
                    </a:lnTo>
                    <a:lnTo>
                      <a:pt x="38" y="34"/>
                    </a:lnTo>
                    <a:lnTo>
                      <a:pt x="38" y="34"/>
                    </a:lnTo>
                    <a:lnTo>
                      <a:pt x="36" y="36"/>
                    </a:lnTo>
                    <a:lnTo>
                      <a:pt x="36" y="36"/>
                    </a:lnTo>
                    <a:lnTo>
                      <a:pt x="38" y="40"/>
                    </a:lnTo>
                    <a:lnTo>
                      <a:pt x="40" y="46"/>
                    </a:lnTo>
                    <a:lnTo>
                      <a:pt x="40" y="46"/>
                    </a:lnTo>
                    <a:lnTo>
                      <a:pt x="34" y="48"/>
                    </a:lnTo>
                    <a:lnTo>
                      <a:pt x="28" y="50"/>
                    </a:lnTo>
                    <a:lnTo>
                      <a:pt x="28" y="50"/>
                    </a:lnTo>
                    <a:lnTo>
                      <a:pt x="28" y="46"/>
                    </a:lnTo>
                    <a:lnTo>
                      <a:pt x="26" y="46"/>
                    </a:lnTo>
                    <a:lnTo>
                      <a:pt x="26" y="46"/>
                    </a:lnTo>
                    <a:lnTo>
                      <a:pt x="24" y="40"/>
                    </a:lnTo>
                    <a:lnTo>
                      <a:pt x="22" y="36"/>
                    </a:lnTo>
                    <a:lnTo>
                      <a:pt x="22" y="32"/>
                    </a:lnTo>
                    <a:lnTo>
                      <a:pt x="22" y="32"/>
                    </a:lnTo>
                    <a:lnTo>
                      <a:pt x="26" y="28"/>
                    </a:lnTo>
                    <a:lnTo>
                      <a:pt x="30" y="26"/>
                    </a:lnTo>
                    <a:lnTo>
                      <a:pt x="30" y="26"/>
                    </a:lnTo>
                    <a:lnTo>
                      <a:pt x="30" y="22"/>
                    </a:lnTo>
                    <a:lnTo>
                      <a:pt x="30" y="22"/>
                    </a:lnTo>
                    <a:lnTo>
                      <a:pt x="28" y="20"/>
                    </a:lnTo>
                    <a:lnTo>
                      <a:pt x="26" y="20"/>
                    </a:lnTo>
                    <a:lnTo>
                      <a:pt x="26" y="20"/>
                    </a:lnTo>
                    <a:lnTo>
                      <a:pt x="26" y="18"/>
                    </a:lnTo>
                    <a:lnTo>
                      <a:pt x="28" y="16"/>
                    </a:lnTo>
                    <a:lnTo>
                      <a:pt x="28" y="16"/>
                    </a:lnTo>
                    <a:lnTo>
                      <a:pt x="26" y="14"/>
                    </a:lnTo>
                    <a:lnTo>
                      <a:pt x="26" y="14"/>
                    </a:lnTo>
                    <a:lnTo>
                      <a:pt x="22" y="14"/>
                    </a:lnTo>
                    <a:lnTo>
                      <a:pt x="22" y="14"/>
                    </a:lnTo>
                    <a:lnTo>
                      <a:pt x="22" y="12"/>
                    </a:lnTo>
                    <a:lnTo>
                      <a:pt x="22" y="12"/>
                    </a:lnTo>
                    <a:lnTo>
                      <a:pt x="24" y="8"/>
                    </a:lnTo>
                    <a:lnTo>
                      <a:pt x="28" y="8"/>
                    </a:lnTo>
                    <a:lnTo>
                      <a:pt x="28" y="8"/>
                    </a:lnTo>
                    <a:lnTo>
                      <a:pt x="28" y="8"/>
                    </a:lnTo>
                    <a:lnTo>
                      <a:pt x="28" y="4"/>
                    </a:lnTo>
                    <a:lnTo>
                      <a:pt x="28"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7" name="Freeform 21">
                <a:extLst>
                  <a:ext uri="{FF2B5EF4-FFF2-40B4-BE49-F238E27FC236}">
                    <a16:creationId xmlns:a16="http://schemas.microsoft.com/office/drawing/2014/main" id="{EC0111AB-A009-BF4E-9A7C-9A22ED2FF38C}"/>
                  </a:ext>
                </a:extLst>
              </p:cNvPr>
              <p:cNvSpPr>
                <a:spLocks/>
              </p:cNvSpPr>
              <p:nvPr/>
            </p:nvSpPr>
            <p:spPr bwMode="auto">
              <a:xfrm>
                <a:off x="4367177" y="5408839"/>
                <a:ext cx="140897" cy="168198"/>
              </a:xfrm>
              <a:custGeom>
                <a:avLst/>
                <a:gdLst>
                  <a:gd name="T0" fmla="*/ 66 w 72"/>
                  <a:gd name="T1" fmla="*/ 56 h 84"/>
                  <a:gd name="T2" fmla="*/ 72 w 72"/>
                  <a:gd name="T3" fmla="*/ 46 h 84"/>
                  <a:gd name="T4" fmla="*/ 66 w 72"/>
                  <a:gd name="T5" fmla="*/ 42 h 84"/>
                  <a:gd name="T6" fmla="*/ 62 w 72"/>
                  <a:gd name="T7" fmla="*/ 38 h 84"/>
                  <a:gd name="T8" fmla="*/ 60 w 72"/>
                  <a:gd name="T9" fmla="*/ 34 h 84"/>
                  <a:gd name="T10" fmla="*/ 56 w 72"/>
                  <a:gd name="T11" fmla="*/ 30 h 84"/>
                  <a:gd name="T12" fmla="*/ 50 w 72"/>
                  <a:gd name="T13" fmla="*/ 28 h 84"/>
                  <a:gd name="T14" fmla="*/ 42 w 72"/>
                  <a:gd name="T15" fmla="*/ 20 h 84"/>
                  <a:gd name="T16" fmla="*/ 40 w 72"/>
                  <a:gd name="T17" fmla="*/ 18 h 84"/>
                  <a:gd name="T18" fmla="*/ 36 w 72"/>
                  <a:gd name="T19" fmla="*/ 18 h 84"/>
                  <a:gd name="T20" fmla="*/ 34 w 72"/>
                  <a:gd name="T21" fmla="*/ 16 h 84"/>
                  <a:gd name="T22" fmla="*/ 20 w 72"/>
                  <a:gd name="T23" fmla="*/ 0 h 84"/>
                  <a:gd name="T24" fmla="*/ 10 w 72"/>
                  <a:gd name="T25" fmla="*/ 4 h 84"/>
                  <a:gd name="T26" fmla="*/ 6 w 72"/>
                  <a:gd name="T27" fmla="*/ 10 h 84"/>
                  <a:gd name="T28" fmla="*/ 6 w 72"/>
                  <a:gd name="T29" fmla="*/ 14 h 84"/>
                  <a:gd name="T30" fmla="*/ 4 w 72"/>
                  <a:gd name="T31" fmla="*/ 20 h 84"/>
                  <a:gd name="T32" fmla="*/ 2 w 72"/>
                  <a:gd name="T33" fmla="*/ 24 h 84"/>
                  <a:gd name="T34" fmla="*/ 2 w 72"/>
                  <a:gd name="T35" fmla="*/ 28 h 84"/>
                  <a:gd name="T36" fmla="*/ 0 w 72"/>
                  <a:gd name="T37" fmla="*/ 34 h 84"/>
                  <a:gd name="T38" fmla="*/ 0 w 72"/>
                  <a:gd name="T39" fmla="*/ 36 h 84"/>
                  <a:gd name="T40" fmla="*/ 0 w 72"/>
                  <a:gd name="T41" fmla="*/ 48 h 84"/>
                  <a:gd name="T42" fmla="*/ 0 w 72"/>
                  <a:gd name="T43" fmla="*/ 48 h 84"/>
                  <a:gd name="T44" fmla="*/ 0 w 72"/>
                  <a:gd name="T45" fmla="*/ 66 h 84"/>
                  <a:gd name="T46" fmla="*/ 2 w 72"/>
                  <a:gd name="T47" fmla="*/ 72 h 84"/>
                  <a:gd name="T48" fmla="*/ 4 w 72"/>
                  <a:gd name="T49" fmla="*/ 72 h 84"/>
                  <a:gd name="T50" fmla="*/ 8 w 72"/>
                  <a:gd name="T51" fmla="*/ 74 h 84"/>
                  <a:gd name="T52" fmla="*/ 12 w 72"/>
                  <a:gd name="T53" fmla="*/ 74 h 84"/>
                  <a:gd name="T54" fmla="*/ 16 w 72"/>
                  <a:gd name="T55" fmla="*/ 80 h 84"/>
                  <a:gd name="T56" fmla="*/ 18 w 72"/>
                  <a:gd name="T57" fmla="*/ 80 h 84"/>
                  <a:gd name="T58" fmla="*/ 24 w 72"/>
                  <a:gd name="T59" fmla="*/ 84 h 84"/>
                  <a:gd name="T60" fmla="*/ 30 w 72"/>
                  <a:gd name="T61" fmla="*/ 82 h 84"/>
                  <a:gd name="T62" fmla="*/ 32 w 72"/>
                  <a:gd name="T63" fmla="*/ 82 h 84"/>
                  <a:gd name="T64" fmla="*/ 40 w 72"/>
                  <a:gd name="T65" fmla="*/ 84 h 84"/>
                  <a:gd name="T66" fmla="*/ 50 w 72"/>
                  <a:gd name="T67" fmla="*/ 82 h 84"/>
                  <a:gd name="T68" fmla="*/ 58 w 72"/>
                  <a:gd name="T69" fmla="*/ 76 h 84"/>
                  <a:gd name="T70" fmla="*/ 62 w 72"/>
                  <a:gd name="T71" fmla="*/ 70 h 84"/>
                  <a:gd name="T72" fmla="*/ 64 w 72"/>
                  <a:gd name="T73" fmla="*/ 64 h 84"/>
                  <a:gd name="T74" fmla="*/ 68 w 72"/>
                  <a:gd name="T75" fmla="*/ 6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 h="84">
                    <a:moveTo>
                      <a:pt x="66" y="58"/>
                    </a:moveTo>
                    <a:lnTo>
                      <a:pt x="66" y="56"/>
                    </a:lnTo>
                    <a:lnTo>
                      <a:pt x="72" y="46"/>
                    </a:lnTo>
                    <a:lnTo>
                      <a:pt x="72" y="46"/>
                    </a:lnTo>
                    <a:lnTo>
                      <a:pt x="70" y="46"/>
                    </a:lnTo>
                    <a:lnTo>
                      <a:pt x="66" y="42"/>
                    </a:lnTo>
                    <a:lnTo>
                      <a:pt x="66" y="42"/>
                    </a:lnTo>
                    <a:lnTo>
                      <a:pt x="62" y="38"/>
                    </a:lnTo>
                    <a:lnTo>
                      <a:pt x="60" y="34"/>
                    </a:lnTo>
                    <a:lnTo>
                      <a:pt x="60" y="34"/>
                    </a:lnTo>
                    <a:lnTo>
                      <a:pt x="58" y="32"/>
                    </a:lnTo>
                    <a:lnTo>
                      <a:pt x="56" y="30"/>
                    </a:lnTo>
                    <a:lnTo>
                      <a:pt x="50" y="28"/>
                    </a:lnTo>
                    <a:lnTo>
                      <a:pt x="50" y="28"/>
                    </a:lnTo>
                    <a:lnTo>
                      <a:pt x="46" y="24"/>
                    </a:lnTo>
                    <a:lnTo>
                      <a:pt x="42" y="20"/>
                    </a:lnTo>
                    <a:lnTo>
                      <a:pt x="42" y="20"/>
                    </a:lnTo>
                    <a:lnTo>
                      <a:pt x="40" y="18"/>
                    </a:lnTo>
                    <a:lnTo>
                      <a:pt x="38" y="18"/>
                    </a:lnTo>
                    <a:lnTo>
                      <a:pt x="36" y="18"/>
                    </a:lnTo>
                    <a:lnTo>
                      <a:pt x="34" y="16"/>
                    </a:lnTo>
                    <a:lnTo>
                      <a:pt x="34" y="16"/>
                    </a:lnTo>
                    <a:lnTo>
                      <a:pt x="30" y="8"/>
                    </a:lnTo>
                    <a:lnTo>
                      <a:pt x="20" y="0"/>
                    </a:lnTo>
                    <a:lnTo>
                      <a:pt x="10" y="4"/>
                    </a:lnTo>
                    <a:lnTo>
                      <a:pt x="10" y="4"/>
                    </a:lnTo>
                    <a:lnTo>
                      <a:pt x="8" y="6"/>
                    </a:lnTo>
                    <a:lnTo>
                      <a:pt x="6" y="10"/>
                    </a:lnTo>
                    <a:lnTo>
                      <a:pt x="6" y="14"/>
                    </a:lnTo>
                    <a:lnTo>
                      <a:pt x="6" y="14"/>
                    </a:lnTo>
                    <a:lnTo>
                      <a:pt x="6" y="18"/>
                    </a:lnTo>
                    <a:lnTo>
                      <a:pt x="4" y="20"/>
                    </a:lnTo>
                    <a:lnTo>
                      <a:pt x="4" y="22"/>
                    </a:lnTo>
                    <a:lnTo>
                      <a:pt x="2" y="24"/>
                    </a:lnTo>
                    <a:lnTo>
                      <a:pt x="2" y="24"/>
                    </a:lnTo>
                    <a:lnTo>
                      <a:pt x="2" y="28"/>
                    </a:lnTo>
                    <a:lnTo>
                      <a:pt x="2" y="32"/>
                    </a:lnTo>
                    <a:lnTo>
                      <a:pt x="0" y="34"/>
                    </a:lnTo>
                    <a:lnTo>
                      <a:pt x="0" y="36"/>
                    </a:lnTo>
                    <a:lnTo>
                      <a:pt x="0" y="36"/>
                    </a:lnTo>
                    <a:lnTo>
                      <a:pt x="0" y="44"/>
                    </a:lnTo>
                    <a:lnTo>
                      <a:pt x="0" y="48"/>
                    </a:lnTo>
                    <a:lnTo>
                      <a:pt x="0" y="48"/>
                    </a:lnTo>
                    <a:lnTo>
                      <a:pt x="0" y="48"/>
                    </a:lnTo>
                    <a:lnTo>
                      <a:pt x="0" y="60"/>
                    </a:lnTo>
                    <a:lnTo>
                      <a:pt x="0" y="66"/>
                    </a:lnTo>
                    <a:lnTo>
                      <a:pt x="2" y="72"/>
                    </a:lnTo>
                    <a:lnTo>
                      <a:pt x="2" y="72"/>
                    </a:lnTo>
                    <a:lnTo>
                      <a:pt x="4" y="72"/>
                    </a:lnTo>
                    <a:lnTo>
                      <a:pt x="4" y="72"/>
                    </a:lnTo>
                    <a:lnTo>
                      <a:pt x="8" y="74"/>
                    </a:lnTo>
                    <a:lnTo>
                      <a:pt x="8" y="74"/>
                    </a:lnTo>
                    <a:lnTo>
                      <a:pt x="12" y="74"/>
                    </a:lnTo>
                    <a:lnTo>
                      <a:pt x="12" y="74"/>
                    </a:lnTo>
                    <a:lnTo>
                      <a:pt x="16" y="80"/>
                    </a:lnTo>
                    <a:lnTo>
                      <a:pt x="16" y="80"/>
                    </a:lnTo>
                    <a:lnTo>
                      <a:pt x="18" y="80"/>
                    </a:lnTo>
                    <a:lnTo>
                      <a:pt x="18" y="80"/>
                    </a:lnTo>
                    <a:lnTo>
                      <a:pt x="24" y="82"/>
                    </a:lnTo>
                    <a:lnTo>
                      <a:pt x="24" y="84"/>
                    </a:lnTo>
                    <a:lnTo>
                      <a:pt x="24" y="84"/>
                    </a:lnTo>
                    <a:lnTo>
                      <a:pt x="30" y="82"/>
                    </a:lnTo>
                    <a:lnTo>
                      <a:pt x="32" y="82"/>
                    </a:lnTo>
                    <a:lnTo>
                      <a:pt x="32" y="82"/>
                    </a:lnTo>
                    <a:lnTo>
                      <a:pt x="38" y="82"/>
                    </a:lnTo>
                    <a:lnTo>
                      <a:pt x="40" y="84"/>
                    </a:lnTo>
                    <a:lnTo>
                      <a:pt x="40" y="84"/>
                    </a:lnTo>
                    <a:lnTo>
                      <a:pt x="50" y="82"/>
                    </a:lnTo>
                    <a:lnTo>
                      <a:pt x="58" y="78"/>
                    </a:lnTo>
                    <a:lnTo>
                      <a:pt x="58" y="76"/>
                    </a:lnTo>
                    <a:lnTo>
                      <a:pt x="58" y="76"/>
                    </a:lnTo>
                    <a:lnTo>
                      <a:pt x="62" y="70"/>
                    </a:lnTo>
                    <a:lnTo>
                      <a:pt x="62" y="70"/>
                    </a:lnTo>
                    <a:lnTo>
                      <a:pt x="64" y="64"/>
                    </a:lnTo>
                    <a:lnTo>
                      <a:pt x="64" y="64"/>
                    </a:lnTo>
                    <a:lnTo>
                      <a:pt x="68" y="60"/>
                    </a:lnTo>
                    <a:lnTo>
                      <a:pt x="66" y="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8" name="Freeform 38">
                <a:extLst>
                  <a:ext uri="{FF2B5EF4-FFF2-40B4-BE49-F238E27FC236}">
                    <a16:creationId xmlns:a16="http://schemas.microsoft.com/office/drawing/2014/main" id="{1371F8A2-7C62-D749-86D6-577C4F9ACF3B}"/>
                  </a:ext>
                </a:extLst>
              </p:cNvPr>
              <p:cNvSpPr>
                <a:spLocks/>
              </p:cNvSpPr>
              <p:nvPr/>
            </p:nvSpPr>
            <p:spPr bwMode="auto">
              <a:xfrm>
                <a:off x="4375004" y="4167381"/>
                <a:ext cx="105673" cy="172202"/>
              </a:xfrm>
              <a:custGeom>
                <a:avLst/>
                <a:gdLst>
                  <a:gd name="T0" fmla="*/ 52 w 54"/>
                  <a:gd name="T1" fmla="*/ 2 h 86"/>
                  <a:gd name="T2" fmla="*/ 48 w 54"/>
                  <a:gd name="T3" fmla="*/ 2 h 86"/>
                  <a:gd name="T4" fmla="*/ 46 w 54"/>
                  <a:gd name="T5" fmla="*/ 0 h 86"/>
                  <a:gd name="T6" fmla="*/ 40 w 54"/>
                  <a:gd name="T7" fmla="*/ 0 h 86"/>
                  <a:gd name="T8" fmla="*/ 40 w 54"/>
                  <a:gd name="T9" fmla="*/ 2 h 86"/>
                  <a:gd name="T10" fmla="*/ 34 w 54"/>
                  <a:gd name="T11" fmla="*/ 4 h 86"/>
                  <a:gd name="T12" fmla="*/ 22 w 54"/>
                  <a:gd name="T13" fmla="*/ 2 h 86"/>
                  <a:gd name="T14" fmla="*/ 16 w 54"/>
                  <a:gd name="T15" fmla="*/ 8 h 86"/>
                  <a:gd name="T16" fmla="*/ 16 w 54"/>
                  <a:gd name="T17" fmla="*/ 6 h 86"/>
                  <a:gd name="T18" fmla="*/ 8 w 54"/>
                  <a:gd name="T19" fmla="*/ 18 h 86"/>
                  <a:gd name="T20" fmla="*/ 8 w 54"/>
                  <a:gd name="T21" fmla="*/ 26 h 86"/>
                  <a:gd name="T22" fmla="*/ 0 w 54"/>
                  <a:gd name="T23" fmla="*/ 32 h 86"/>
                  <a:gd name="T24" fmla="*/ 0 w 54"/>
                  <a:gd name="T25" fmla="*/ 34 h 86"/>
                  <a:gd name="T26" fmla="*/ 2 w 54"/>
                  <a:gd name="T27" fmla="*/ 42 h 86"/>
                  <a:gd name="T28" fmla="*/ 2 w 54"/>
                  <a:gd name="T29" fmla="*/ 52 h 86"/>
                  <a:gd name="T30" fmla="*/ 4 w 54"/>
                  <a:gd name="T31" fmla="*/ 56 h 86"/>
                  <a:gd name="T32" fmla="*/ 6 w 54"/>
                  <a:gd name="T33" fmla="*/ 58 h 86"/>
                  <a:gd name="T34" fmla="*/ 4 w 54"/>
                  <a:gd name="T35" fmla="*/ 64 h 86"/>
                  <a:gd name="T36" fmla="*/ 8 w 54"/>
                  <a:gd name="T37" fmla="*/ 84 h 86"/>
                  <a:gd name="T38" fmla="*/ 24 w 54"/>
                  <a:gd name="T39" fmla="*/ 86 h 86"/>
                  <a:gd name="T40" fmla="*/ 22 w 54"/>
                  <a:gd name="T41" fmla="*/ 76 h 86"/>
                  <a:gd name="T42" fmla="*/ 34 w 54"/>
                  <a:gd name="T43" fmla="*/ 72 h 86"/>
                  <a:gd name="T44" fmla="*/ 40 w 54"/>
                  <a:gd name="T45" fmla="*/ 72 h 86"/>
                  <a:gd name="T46" fmla="*/ 46 w 54"/>
                  <a:gd name="T47" fmla="*/ 72 h 86"/>
                  <a:gd name="T48" fmla="*/ 50 w 54"/>
                  <a:gd name="T49" fmla="*/ 62 h 86"/>
                  <a:gd name="T50" fmla="*/ 54 w 54"/>
                  <a:gd name="T51" fmla="*/ 52 h 86"/>
                  <a:gd name="T52" fmla="*/ 50 w 54"/>
                  <a:gd name="T53" fmla="*/ 48 h 86"/>
                  <a:gd name="T54" fmla="*/ 46 w 54"/>
                  <a:gd name="T55" fmla="*/ 40 h 86"/>
                  <a:gd name="T56" fmla="*/ 46 w 54"/>
                  <a:gd name="T57" fmla="*/ 22 h 86"/>
                  <a:gd name="T58" fmla="*/ 52 w 54"/>
                  <a:gd name="T59" fmla="*/ 12 h 86"/>
                  <a:gd name="T60" fmla="*/ 52 w 54"/>
                  <a:gd name="T61" fmla="*/ 6 h 86"/>
                  <a:gd name="T62" fmla="*/ 52 w 54"/>
                  <a:gd name="T63" fmla="*/ 8 h 86"/>
                  <a:gd name="T64" fmla="*/ 52 w 54"/>
                  <a:gd name="T65" fmla="*/ 4 h 86"/>
                  <a:gd name="T66" fmla="*/ 52 w 54"/>
                  <a:gd name="T67"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86">
                    <a:moveTo>
                      <a:pt x="52" y="2"/>
                    </a:moveTo>
                    <a:lnTo>
                      <a:pt x="52" y="2"/>
                    </a:lnTo>
                    <a:lnTo>
                      <a:pt x="50" y="2"/>
                    </a:lnTo>
                    <a:lnTo>
                      <a:pt x="48" y="2"/>
                    </a:lnTo>
                    <a:lnTo>
                      <a:pt x="48" y="2"/>
                    </a:lnTo>
                    <a:lnTo>
                      <a:pt x="46" y="0"/>
                    </a:lnTo>
                    <a:lnTo>
                      <a:pt x="46" y="0"/>
                    </a:lnTo>
                    <a:lnTo>
                      <a:pt x="40" y="0"/>
                    </a:lnTo>
                    <a:lnTo>
                      <a:pt x="40" y="2"/>
                    </a:lnTo>
                    <a:lnTo>
                      <a:pt x="40" y="2"/>
                    </a:lnTo>
                    <a:lnTo>
                      <a:pt x="34" y="4"/>
                    </a:lnTo>
                    <a:lnTo>
                      <a:pt x="34" y="4"/>
                    </a:lnTo>
                    <a:lnTo>
                      <a:pt x="28" y="4"/>
                    </a:lnTo>
                    <a:lnTo>
                      <a:pt x="22" y="2"/>
                    </a:lnTo>
                    <a:lnTo>
                      <a:pt x="20" y="2"/>
                    </a:lnTo>
                    <a:lnTo>
                      <a:pt x="16" y="8"/>
                    </a:lnTo>
                    <a:lnTo>
                      <a:pt x="16" y="6"/>
                    </a:lnTo>
                    <a:lnTo>
                      <a:pt x="16" y="6"/>
                    </a:lnTo>
                    <a:lnTo>
                      <a:pt x="8" y="18"/>
                    </a:lnTo>
                    <a:lnTo>
                      <a:pt x="8" y="18"/>
                    </a:lnTo>
                    <a:lnTo>
                      <a:pt x="8" y="26"/>
                    </a:lnTo>
                    <a:lnTo>
                      <a:pt x="8" y="26"/>
                    </a:lnTo>
                    <a:lnTo>
                      <a:pt x="4" y="30"/>
                    </a:lnTo>
                    <a:lnTo>
                      <a:pt x="0" y="32"/>
                    </a:lnTo>
                    <a:lnTo>
                      <a:pt x="0" y="32"/>
                    </a:lnTo>
                    <a:lnTo>
                      <a:pt x="0" y="34"/>
                    </a:lnTo>
                    <a:lnTo>
                      <a:pt x="0" y="36"/>
                    </a:lnTo>
                    <a:lnTo>
                      <a:pt x="2" y="42"/>
                    </a:lnTo>
                    <a:lnTo>
                      <a:pt x="2" y="42"/>
                    </a:lnTo>
                    <a:lnTo>
                      <a:pt x="2" y="52"/>
                    </a:lnTo>
                    <a:lnTo>
                      <a:pt x="2" y="52"/>
                    </a:lnTo>
                    <a:lnTo>
                      <a:pt x="4" y="56"/>
                    </a:lnTo>
                    <a:lnTo>
                      <a:pt x="4" y="56"/>
                    </a:lnTo>
                    <a:lnTo>
                      <a:pt x="6" y="58"/>
                    </a:lnTo>
                    <a:lnTo>
                      <a:pt x="6" y="60"/>
                    </a:lnTo>
                    <a:lnTo>
                      <a:pt x="4" y="64"/>
                    </a:lnTo>
                    <a:lnTo>
                      <a:pt x="6" y="76"/>
                    </a:lnTo>
                    <a:lnTo>
                      <a:pt x="8" y="84"/>
                    </a:lnTo>
                    <a:lnTo>
                      <a:pt x="14" y="82"/>
                    </a:lnTo>
                    <a:lnTo>
                      <a:pt x="24" y="86"/>
                    </a:lnTo>
                    <a:lnTo>
                      <a:pt x="26" y="80"/>
                    </a:lnTo>
                    <a:lnTo>
                      <a:pt x="22" y="76"/>
                    </a:lnTo>
                    <a:lnTo>
                      <a:pt x="24" y="68"/>
                    </a:lnTo>
                    <a:lnTo>
                      <a:pt x="34" y="72"/>
                    </a:lnTo>
                    <a:lnTo>
                      <a:pt x="38" y="70"/>
                    </a:lnTo>
                    <a:lnTo>
                      <a:pt x="40" y="72"/>
                    </a:lnTo>
                    <a:lnTo>
                      <a:pt x="46" y="72"/>
                    </a:lnTo>
                    <a:lnTo>
                      <a:pt x="46" y="72"/>
                    </a:lnTo>
                    <a:lnTo>
                      <a:pt x="50" y="62"/>
                    </a:lnTo>
                    <a:lnTo>
                      <a:pt x="50" y="62"/>
                    </a:lnTo>
                    <a:lnTo>
                      <a:pt x="54" y="56"/>
                    </a:lnTo>
                    <a:lnTo>
                      <a:pt x="54" y="52"/>
                    </a:lnTo>
                    <a:lnTo>
                      <a:pt x="54" y="52"/>
                    </a:lnTo>
                    <a:lnTo>
                      <a:pt x="50" y="48"/>
                    </a:lnTo>
                    <a:lnTo>
                      <a:pt x="48" y="44"/>
                    </a:lnTo>
                    <a:lnTo>
                      <a:pt x="46" y="40"/>
                    </a:lnTo>
                    <a:lnTo>
                      <a:pt x="46" y="40"/>
                    </a:lnTo>
                    <a:lnTo>
                      <a:pt x="46" y="22"/>
                    </a:lnTo>
                    <a:lnTo>
                      <a:pt x="52" y="12"/>
                    </a:lnTo>
                    <a:lnTo>
                      <a:pt x="52" y="12"/>
                    </a:lnTo>
                    <a:lnTo>
                      <a:pt x="52" y="6"/>
                    </a:lnTo>
                    <a:lnTo>
                      <a:pt x="52" y="6"/>
                    </a:lnTo>
                    <a:lnTo>
                      <a:pt x="52" y="8"/>
                    </a:lnTo>
                    <a:lnTo>
                      <a:pt x="52" y="8"/>
                    </a:lnTo>
                    <a:lnTo>
                      <a:pt x="52" y="6"/>
                    </a:lnTo>
                    <a:lnTo>
                      <a:pt x="52" y="4"/>
                    </a:lnTo>
                    <a:lnTo>
                      <a:pt x="52" y="4"/>
                    </a:lnTo>
                    <a:lnTo>
                      <a:pt x="52"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9" name="Freeform 111">
                <a:extLst>
                  <a:ext uri="{FF2B5EF4-FFF2-40B4-BE49-F238E27FC236}">
                    <a16:creationId xmlns:a16="http://schemas.microsoft.com/office/drawing/2014/main" id="{CAD0281E-D864-B746-80E5-E7BAD076C6A5}"/>
                  </a:ext>
                </a:extLst>
              </p:cNvPr>
              <p:cNvSpPr>
                <a:spLocks/>
              </p:cNvSpPr>
              <p:nvPr/>
            </p:nvSpPr>
            <p:spPr bwMode="auto">
              <a:xfrm>
                <a:off x="3764450" y="4391643"/>
                <a:ext cx="320931" cy="596702"/>
              </a:xfrm>
              <a:custGeom>
                <a:avLst/>
                <a:gdLst>
                  <a:gd name="T0" fmla="*/ 158 w 164"/>
                  <a:gd name="T1" fmla="*/ 252 h 298"/>
                  <a:gd name="T2" fmla="*/ 156 w 164"/>
                  <a:gd name="T3" fmla="*/ 238 h 298"/>
                  <a:gd name="T4" fmla="*/ 138 w 164"/>
                  <a:gd name="T5" fmla="*/ 194 h 298"/>
                  <a:gd name="T6" fmla="*/ 138 w 164"/>
                  <a:gd name="T7" fmla="*/ 152 h 298"/>
                  <a:gd name="T8" fmla="*/ 114 w 164"/>
                  <a:gd name="T9" fmla="*/ 156 h 298"/>
                  <a:gd name="T10" fmla="*/ 106 w 164"/>
                  <a:gd name="T11" fmla="*/ 146 h 298"/>
                  <a:gd name="T12" fmla="*/ 96 w 164"/>
                  <a:gd name="T13" fmla="*/ 136 h 298"/>
                  <a:gd name="T14" fmla="*/ 96 w 164"/>
                  <a:gd name="T15" fmla="*/ 122 h 298"/>
                  <a:gd name="T16" fmla="*/ 92 w 164"/>
                  <a:gd name="T17" fmla="*/ 114 h 298"/>
                  <a:gd name="T18" fmla="*/ 98 w 164"/>
                  <a:gd name="T19" fmla="*/ 106 h 298"/>
                  <a:gd name="T20" fmla="*/ 104 w 164"/>
                  <a:gd name="T21" fmla="*/ 92 h 298"/>
                  <a:gd name="T22" fmla="*/ 118 w 164"/>
                  <a:gd name="T23" fmla="*/ 76 h 298"/>
                  <a:gd name="T24" fmla="*/ 140 w 164"/>
                  <a:gd name="T25" fmla="*/ 70 h 298"/>
                  <a:gd name="T26" fmla="*/ 134 w 164"/>
                  <a:gd name="T27" fmla="*/ 64 h 298"/>
                  <a:gd name="T28" fmla="*/ 140 w 164"/>
                  <a:gd name="T29" fmla="*/ 34 h 298"/>
                  <a:gd name="T30" fmla="*/ 124 w 164"/>
                  <a:gd name="T31" fmla="*/ 28 h 298"/>
                  <a:gd name="T32" fmla="*/ 112 w 164"/>
                  <a:gd name="T33" fmla="*/ 30 h 298"/>
                  <a:gd name="T34" fmla="*/ 100 w 164"/>
                  <a:gd name="T35" fmla="*/ 20 h 298"/>
                  <a:gd name="T36" fmla="*/ 94 w 164"/>
                  <a:gd name="T37" fmla="*/ 14 h 298"/>
                  <a:gd name="T38" fmla="*/ 84 w 164"/>
                  <a:gd name="T39" fmla="*/ 4 h 298"/>
                  <a:gd name="T40" fmla="*/ 76 w 164"/>
                  <a:gd name="T41" fmla="*/ 6 h 298"/>
                  <a:gd name="T42" fmla="*/ 74 w 164"/>
                  <a:gd name="T43" fmla="*/ 24 h 298"/>
                  <a:gd name="T44" fmla="*/ 66 w 164"/>
                  <a:gd name="T45" fmla="*/ 42 h 298"/>
                  <a:gd name="T46" fmla="*/ 42 w 164"/>
                  <a:gd name="T47" fmla="*/ 60 h 298"/>
                  <a:gd name="T48" fmla="*/ 30 w 164"/>
                  <a:gd name="T49" fmla="*/ 80 h 298"/>
                  <a:gd name="T50" fmla="*/ 22 w 164"/>
                  <a:gd name="T51" fmla="*/ 80 h 298"/>
                  <a:gd name="T52" fmla="*/ 18 w 164"/>
                  <a:gd name="T53" fmla="*/ 74 h 298"/>
                  <a:gd name="T54" fmla="*/ 14 w 164"/>
                  <a:gd name="T55" fmla="*/ 66 h 298"/>
                  <a:gd name="T56" fmla="*/ 0 w 164"/>
                  <a:gd name="T57" fmla="*/ 72 h 298"/>
                  <a:gd name="T58" fmla="*/ 0 w 164"/>
                  <a:gd name="T59" fmla="*/ 76 h 298"/>
                  <a:gd name="T60" fmla="*/ 4 w 164"/>
                  <a:gd name="T61" fmla="*/ 82 h 298"/>
                  <a:gd name="T62" fmla="*/ 6 w 164"/>
                  <a:gd name="T63" fmla="*/ 90 h 298"/>
                  <a:gd name="T64" fmla="*/ 20 w 164"/>
                  <a:gd name="T65" fmla="*/ 112 h 298"/>
                  <a:gd name="T66" fmla="*/ 22 w 164"/>
                  <a:gd name="T67" fmla="*/ 118 h 298"/>
                  <a:gd name="T68" fmla="*/ 30 w 164"/>
                  <a:gd name="T69" fmla="*/ 126 h 298"/>
                  <a:gd name="T70" fmla="*/ 46 w 164"/>
                  <a:gd name="T71" fmla="*/ 144 h 298"/>
                  <a:gd name="T72" fmla="*/ 50 w 164"/>
                  <a:gd name="T73" fmla="*/ 152 h 298"/>
                  <a:gd name="T74" fmla="*/ 54 w 164"/>
                  <a:gd name="T75" fmla="*/ 164 h 298"/>
                  <a:gd name="T76" fmla="*/ 56 w 164"/>
                  <a:gd name="T77" fmla="*/ 182 h 298"/>
                  <a:gd name="T78" fmla="*/ 62 w 164"/>
                  <a:gd name="T79" fmla="*/ 196 h 298"/>
                  <a:gd name="T80" fmla="*/ 66 w 164"/>
                  <a:gd name="T81" fmla="*/ 200 h 298"/>
                  <a:gd name="T82" fmla="*/ 72 w 164"/>
                  <a:gd name="T83" fmla="*/ 214 h 298"/>
                  <a:gd name="T84" fmla="*/ 82 w 164"/>
                  <a:gd name="T85" fmla="*/ 246 h 298"/>
                  <a:gd name="T86" fmla="*/ 88 w 164"/>
                  <a:gd name="T87" fmla="*/ 254 h 298"/>
                  <a:gd name="T88" fmla="*/ 102 w 164"/>
                  <a:gd name="T89" fmla="*/ 266 h 298"/>
                  <a:gd name="T90" fmla="*/ 110 w 164"/>
                  <a:gd name="T91" fmla="*/ 270 h 298"/>
                  <a:gd name="T92" fmla="*/ 128 w 164"/>
                  <a:gd name="T93" fmla="*/ 280 h 298"/>
                  <a:gd name="T94" fmla="*/ 136 w 164"/>
                  <a:gd name="T95" fmla="*/ 284 h 298"/>
                  <a:gd name="T96" fmla="*/ 144 w 164"/>
                  <a:gd name="T97" fmla="*/ 292 h 298"/>
                  <a:gd name="T98" fmla="*/ 154 w 164"/>
                  <a:gd name="T99" fmla="*/ 294 h 298"/>
                  <a:gd name="T100" fmla="*/ 162 w 164"/>
                  <a:gd name="T101" fmla="*/ 270 h 298"/>
                  <a:gd name="T102" fmla="*/ 162 w 164"/>
                  <a:gd name="T103" fmla="*/ 262 h 298"/>
                  <a:gd name="T104" fmla="*/ 152 w 164"/>
                  <a:gd name="T105" fmla="*/ 258 h 298"/>
                  <a:gd name="T106" fmla="*/ 158 w 164"/>
                  <a:gd name="T107" fmla="*/ 254 h 298"/>
                  <a:gd name="T108" fmla="*/ 160 w 164"/>
                  <a:gd name="T109" fmla="*/ 25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4" h="298">
                    <a:moveTo>
                      <a:pt x="160" y="258"/>
                    </a:moveTo>
                    <a:lnTo>
                      <a:pt x="160" y="258"/>
                    </a:lnTo>
                    <a:lnTo>
                      <a:pt x="160" y="256"/>
                    </a:lnTo>
                    <a:lnTo>
                      <a:pt x="158" y="252"/>
                    </a:lnTo>
                    <a:lnTo>
                      <a:pt x="158" y="252"/>
                    </a:lnTo>
                    <a:lnTo>
                      <a:pt x="158" y="248"/>
                    </a:lnTo>
                    <a:lnTo>
                      <a:pt x="160" y="246"/>
                    </a:lnTo>
                    <a:lnTo>
                      <a:pt x="160" y="246"/>
                    </a:lnTo>
                    <a:lnTo>
                      <a:pt x="156" y="238"/>
                    </a:lnTo>
                    <a:lnTo>
                      <a:pt x="156" y="238"/>
                    </a:lnTo>
                    <a:lnTo>
                      <a:pt x="156" y="232"/>
                    </a:lnTo>
                    <a:lnTo>
                      <a:pt x="156" y="226"/>
                    </a:lnTo>
                    <a:lnTo>
                      <a:pt x="160" y="216"/>
                    </a:lnTo>
                    <a:lnTo>
                      <a:pt x="152" y="200"/>
                    </a:lnTo>
                    <a:lnTo>
                      <a:pt x="138" y="194"/>
                    </a:lnTo>
                    <a:lnTo>
                      <a:pt x="140" y="154"/>
                    </a:lnTo>
                    <a:lnTo>
                      <a:pt x="140" y="154"/>
                    </a:lnTo>
                    <a:lnTo>
                      <a:pt x="140" y="152"/>
                    </a:lnTo>
                    <a:lnTo>
                      <a:pt x="140" y="150"/>
                    </a:lnTo>
                    <a:lnTo>
                      <a:pt x="138" y="152"/>
                    </a:lnTo>
                    <a:lnTo>
                      <a:pt x="138" y="152"/>
                    </a:lnTo>
                    <a:lnTo>
                      <a:pt x="128" y="158"/>
                    </a:lnTo>
                    <a:lnTo>
                      <a:pt x="116" y="158"/>
                    </a:lnTo>
                    <a:lnTo>
                      <a:pt x="116" y="158"/>
                    </a:lnTo>
                    <a:lnTo>
                      <a:pt x="114" y="156"/>
                    </a:lnTo>
                    <a:lnTo>
                      <a:pt x="112" y="152"/>
                    </a:lnTo>
                    <a:lnTo>
                      <a:pt x="112" y="152"/>
                    </a:lnTo>
                    <a:lnTo>
                      <a:pt x="112" y="150"/>
                    </a:lnTo>
                    <a:lnTo>
                      <a:pt x="108" y="148"/>
                    </a:lnTo>
                    <a:lnTo>
                      <a:pt x="106" y="146"/>
                    </a:lnTo>
                    <a:lnTo>
                      <a:pt x="104" y="142"/>
                    </a:lnTo>
                    <a:lnTo>
                      <a:pt x="104" y="142"/>
                    </a:lnTo>
                    <a:lnTo>
                      <a:pt x="102" y="140"/>
                    </a:lnTo>
                    <a:lnTo>
                      <a:pt x="98" y="138"/>
                    </a:lnTo>
                    <a:lnTo>
                      <a:pt x="96" y="136"/>
                    </a:lnTo>
                    <a:lnTo>
                      <a:pt x="98" y="130"/>
                    </a:lnTo>
                    <a:lnTo>
                      <a:pt x="98" y="130"/>
                    </a:lnTo>
                    <a:lnTo>
                      <a:pt x="98" y="126"/>
                    </a:lnTo>
                    <a:lnTo>
                      <a:pt x="96" y="124"/>
                    </a:lnTo>
                    <a:lnTo>
                      <a:pt x="96" y="122"/>
                    </a:lnTo>
                    <a:lnTo>
                      <a:pt x="96" y="122"/>
                    </a:lnTo>
                    <a:lnTo>
                      <a:pt x="94" y="122"/>
                    </a:lnTo>
                    <a:lnTo>
                      <a:pt x="94" y="118"/>
                    </a:lnTo>
                    <a:lnTo>
                      <a:pt x="92" y="114"/>
                    </a:lnTo>
                    <a:lnTo>
                      <a:pt x="92" y="114"/>
                    </a:lnTo>
                    <a:lnTo>
                      <a:pt x="94" y="112"/>
                    </a:lnTo>
                    <a:lnTo>
                      <a:pt x="96" y="112"/>
                    </a:lnTo>
                    <a:lnTo>
                      <a:pt x="98" y="114"/>
                    </a:lnTo>
                    <a:lnTo>
                      <a:pt x="98" y="114"/>
                    </a:lnTo>
                    <a:lnTo>
                      <a:pt x="98" y="106"/>
                    </a:lnTo>
                    <a:lnTo>
                      <a:pt x="98" y="106"/>
                    </a:lnTo>
                    <a:lnTo>
                      <a:pt x="100" y="102"/>
                    </a:lnTo>
                    <a:lnTo>
                      <a:pt x="102" y="98"/>
                    </a:lnTo>
                    <a:lnTo>
                      <a:pt x="102" y="98"/>
                    </a:lnTo>
                    <a:lnTo>
                      <a:pt x="104" y="92"/>
                    </a:lnTo>
                    <a:lnTo>
                      <a:pt x="106" y="86"/>
                    </a:lnTo>
                    <a:lnTo>
                      <a:pt x="106" y="86"/>
                    </a:lnTo>
                    <a:lnTo>
                      <a:pt x="110" y="82"/>
                    </a:lnTo>
                    <a:lnTo>
                      <a:pt x="118" y="76"/>
                    </a:lnTo>
                    <a:lnTo>
                      <a:pt x="118" y="76"/>
                    </a:lnTo>
                    <a:lnTo>
                      <a:pt x="124" y="74"/>
                    </a:lnTo>
                    <a:lnTo>
                      <a:pt x="130" y="72"/>
                    </a:lnTo>
                    <a:lnTo>
                      <a:pt x="130" y="72"/>
                    </a:lnTo>
                    <a:lnTo>
                      <a:pt x="140" y="70"/>
                    </a:lnTo>
                    <a:lnTo>
                      <a:pt x="140" y="70"/>
                    </a:lnTo>
                    <a:lnTo>
                      <a:pt x="142" y="70"/>
                    </a:lnTo>
                    <a:lnTo>
                      <a:pt x="144" y="68"/>
                    </a:lnTo>
                    <a:lnTo>
                      <a:pt x="144" y="66"/>
                    </a:lnTo>
                    <a:lnTo>
                      <a:pt x="140" y="64"/>
                    </a:lnTo>
                    <a:lnTo>
                      <a:pt x="134" y="64"/>
                    </a:lnTo>
                    <a:lnTo>
                      <a:pt x="146" y="38"/>
                    </a:lnTo>
                    <a:lnTo>
                      <a:pt x="146" y="38"/>
                    </a:lnTo>
                    <a:lnTo>
                      <a:pt x="144" y="36"/>
                    </a:lnTo>
                    <a:lnTo>
                      <a:pt x="140" y="34"/>
                    </a:lnTo>
                    <a:lnTo>
                      <a:pt x="140" y="34"/>
                    </a:lnTo>
                    <a:lnTo>
                      <a:pt x="134" y="32"/>
                    </a:lnTo>
                    <a:lnTo>
                      <a:pt x="130" y="30"/>
                    </a:lnTo>
                    <a:lnTo>
                      <a:pt x="130" y="30"/>
                    </a:lnTo>
                    <a:lnTo>
                      <a:pt x="128" y="28"/>
                    </a:lnTo>
                    <a:lnTo>
                      <a:pt x="124" y="28"/>
                    </a:lnTo>
                    <a:lnTo>
                      <a:pt x="120" y="28"/>
                    </a:lnTo>
                    <a:lnTo>
                      <a:pt x="120" y="32"/>
                    </a:lnTo>
                    <a:lnTo>
                      <a:pt x="120" y="32"/>
                    </a:lnTo>
                    <a:lnTo>
                      <a:pt x="112" y="30"/>
                    </a:lnTo>
                    <a:lnTo>
                      <a:pt x="112" y="30"/>
                    </a:lnTo>
                    <a:lnTo>
                      <a:pt x="110" y="30"/>
                    </a:lnTo>
                    <a:lnTo>
                      <a:pt x="108" y="28"/>
                    </a:lnTo>
                    <a:lnTo>
                      <a:pt x="108" y="26"/>
                    </a:lnTo>
                    <a:lnTo>
                      <a:pt x="108" y="20"/>
                    </a:lnTo>
                    <a:lnTo>
                      <a:pt x="100" y="20"/>
                    </a:lnTo>
                    <a:lnTo>
                      <a:pt x="100" y="20"/>
                    </a:lnTo>
                    <a:lnTo>
                      <a:pt x="96" y="18"/>
                    </a:lnTo>
                    <a:lnTo>
                      <a:pt x="94" y="16"/>
                    </a:lnTo>
                    <a:lnTo>
                      <a:pt x="94" y="14"/>
                    </a:lnTo>
                    <a:lnTo>
                      <a:pt x="94" y="14"/>
                    </a:lnTo>
                    <a:lnTo>
                      <a:pt x="92" y="10"/>
                    </a:lnTo>
                    <a:lnTo>
                      <a:pt x="88" y="6"/>
                    </a:lnTo>
                    <a:lnTo>
                      <a:pt x="88" y="6"/>
                    </a:lnTo>
                    <a:lnTo>
                      <a:pt x="86" y="6"/>
                    </a:lnTo>
                    <a:lnTo>
                      <a:pt x="84" y="4"/>
                    </a:lnTo>
                    <a:lnTo>
                      <a:pt x="84" y="0"/>
                    </a:lnTo>
                    <a:lnTo>
                      <a:pt x="76" y="0"/>
                    </a:lnTo>
                    <a:lnTo>
                      <a:pt x="72" y="4"/>
                    </a:lnTo>
                    <a:lnTo>
                      <a:pt x="76" y="6"/>
                    </a:lnTo>
                    <a:lnTo>
                      <a:pt x="76" y="6"/>
                    </a:lnTo>
                    <a:lnTo>
                      <a:pt x="76" y="16"/>
                    </a:lnTo>
                    <a:lnTo>
                      <a:pt x="76" y="16"/>
                    </a:lnTo>
                    <a:lnTo>
                      <a:pt x="78" y="22"/>
                    </a:lnTo>
                    <a:lnTo>
                      <a:pt x="78" y="24"/>
                    </a:lnTo>
                    <a:lnTo>
                      <a:pt x="74" y="24"/>
                    </a:lnTo>
                    <a:lnTo>
                      <a:pt x="74" y="24"/>
                    </a:lnTo>
                    <a:lnTo>
                      <a:pt x="74" y="30"/>
                    </a:lnTo>
                    <a:lnTo>
                      <a:pt x="72" y="36"/>
                    </a:lnTo>
                    <a:lnTo>
                      <a:pt x="66" y="42"/>
                    </a:lnTo>
                    <a:lnTo>
                      <a:pt x="66" y="42"/>
                    </a:lnTo>
                    <a:lnTo>
                      <a:pt x="54" y="48"/>
                    </a:lnTo>
                    <a:lnTo>
                      <a:pt x="48" y="52"/>
                    </a:lnTo>
                    <a:lnTo>
                      <a:pt x="48" y="52"/>
                    </a:lnTo>
                    <a:lnTo>
                      <a:pt x="42" y="60"/>
                    </a:lnTo>
                    <a:lnTo>
                      <a:pt x="42" y="60"/>
                    </a:lnTo>
                    <a:lnTo>
                      <a:pt x="38" y="66"/>
                    </a:lnTo>
                    <a:lnTo>
                      <a:pt x="34" y="76"/>
                    </a:lnTo>
                    <a:lnTo>
                      <a:pt x="34" y="76"/>
                    </a:lnTo>
                    <a:lnTo>
                      <a:pt x="32" y="78"/>
                    </a:lnTo>
                    <a:lnTo>
                      <a:pt x="30" y="80"/>
                    </a:lnTo>
                    <a:lnTo>
                      <a:pt x="26" y="82"/>
                    </a:lnTo>
                    <a:lnTo>
                      <a:pt x="26" y="82"/>
                    </a:lnTo>
                    <a:lnTo>
                      <a:pt x="26" y="82"/>
                    </a:lnTo>
                    <a:lnTo>
                      <a:pt x="24" y="82"/>
                    </a:lnTo>
                    <a:lnTo>
                      <a:pt x="22" y="80"/>
                    </a:lnTo>
                    <a:lnTo>
                      <a:pt x="22" y="80"/>
                    </a:lnTo>
                    <a:lnTo>
                      <a:pt x="20" y="74"/>
                    </a:lnTo>
                    <a:lnTo>
                      <a:pt x="18" y="72"/>
                    </a:lnTo>
                    <a:lnTo>
                      <a:pt x="18" y="72"/>
                    </a:lnTo>
                    <a:lnTo>
                      <a:pt x="18" y="74"/>
                    </a:lnTo>
                    <a:lnTo>
                      <a:pt x="14" y="76"/>
                    </a:lnTo>
                    <a:lnTo>
                      <a:pt x="14" y="76"/>
                    </a:lnTo>
                    <a:lnTo>
                      <a:pt x="10" y="72"/>
                    </a:lnTo>
                    <a:lnTo>
                      <a:pt x="8" y="70"/>
                    </a:lnTo>
                    <a:lnTo>
                      <a:pt x="14" y="66"/>
                    </a:lnTo>
                    <a:lnTo>
                      <a:pt x="12" y="64"/>
                    </a:lnTo>
                    <a:lnTo>
                      <a:pt x="10" y="58"/>
                    </a:lnTo>
                    <a:lnTo>
                      <a:pt x="10" y="58"/>
                    </a:lnTo>
                    <a:lnTo>
                      <a:pt x="4" y="64"/>
                    </a:lnTo>
                    <a:lnTo>
                      <a:pt x="0" y="72"/>
                    </a:lnTo>
                    <a:lnTo>
                      <a:pt x="0" y="72"/>
                    </a:lnTo>
                    <a:lnTo>
                      <a:pt x="0" y="74"/>
                    </a:lnTo>
                    <a:lnTo>
                      <a:pt x="0" y="76"/>
                    </a:lnTo>
                    <a:lnTo>
                      <a:pt x="0" y="76"/>
                    </a:lnTo>
                    <a:lnTo>
                      <a:pt x="0" y="76"/>
                    </a:lnTo>
                    <a:lnTo>
                      <a:pt x="2" y="80"/>
                    </a:lnTo>
                    <a:lnTo>
                      <a:pt x="2" y="80"/>
                    </a:lnTo>
                    <a:lnTo>
                      <a:pt x="4" y="80"/>
                    </a:lnTo>
                    <a:lnTo>
                      <a:pt x="4" y="80"/>
                    </a:lnTo>
                    <a:lnTo>
                      <a:pt x="4" y="82"/>
                    </a:lnTo>
                    <a:lnTo>
                      <a:pt x="4" y="82"/>
                    </a:lnTo>
                    <a:lnTo>
                      <a:pt x="2" y="86"/>
                    </a:lnTo>
                    <a:lnTo>
                      <a:pt x="2" y="86"/>
                    </a:lnTo>
                    <a:lnTo>
                      <a:pt x="6" y="90"/>
                    </a:lnTo>
                    <a:lnTo>
                      <a:pt x="6" y="90"/>
                    </a:lnTo>
                    <a:lnTo>
                      <a:pt x="6" y="94"/>
                    </a:lnTo>
                    <a:lnTo>
                      <a:pt x="4" y="98"/>
                    </a:lnTo>
                    <a:lnTo>
                      <a:pt x="4" y="98"/>
                    </a:lnTo>
                    <a:lnTo>
                      <a:pt x="12" y="104"/>
                    </a:lnTo>
                    <a:lnTo>
                      <a:pt x="20" y="112"/>
                    </a:lnTo>
                    <a:lnTo>
                      <a:pt x="20" y="112"/>
                    </a:lnTo>
                    <a:lnTo>
                      <a:pt x="22" y="114"/>
                    </a:lnTo>
                    <a:lnTo>
                      <a:pt x="22" y="114"/>
                    </a:lnTo>
                    <a:lnTo>
                      <a:pt x="22" y="118"/>
                    </a:lnTo>
                    <a:lnTo>
                      <a:pt x="22" y="118"/>
                    </a:lnTo>
                    <a:lnTo>
                      <a:pt x="26" y="120"/>
                    </a:lnTo>
                    <a:lnTo>
                      <a:pt x="30" y="122"/>
                    </a:lnTo>
                    <a:lnTo>
                      <a:pt x="30" y="122"/>
                    </a:lnTo>
                    <a:lnTo>
                      <a:pt x="30" y="126"/>
                    </a:lnTo>
                    <a:lnTo>
                      <a:pt x="30" y="126"/>
                    </a:lnTo>
                    <a:lnTo>
                      <a:pt x="38" y="134"/>
                    </a:lnTo>
                    <a:lnTo>
                      <a:pt x="38" y="134"/>
                    </a:lnTo>
                    <a:lnTo>
                      <a:pt x="44" y="144"/>
                    </a:lnTo>
                    <a:lnTo>
                      <a:pt x="44" y="144"/>
                    </a:lnTo>
                    <a:lnTo>
                      <a:pt x="46" y="144"/>
                    </a:lnTo>
                    <a:lnTo>
                      <a:pt x="46" y="144"/>
                    </a:lnTo>
                    <a:lnTo>
                      <a:pt x="46" y="148"/>
                    </a:lnTo>
                    <a:lnTo>
                      <a:pt x="48" y="150"/>
                    </a:lnTo>
                    <a:lnTo>
                      <a:pt x="48" y="150"/>
                    </a:lnTo>
                    <a:lnTo>
                      <a:pt x="50" y="152"/>
                    </a:lnTo>
                    <a:lnTo>
                      <a:pt x="50" y="152"/>
                    </a:lnTo>
                    <a:lnTo>
                      <a:pt x="50" y="160"/>
                    </a:lnTo>
                    <a:lnTo>
                      <a:pt x="50" y="160"/>
                    </a:lnTo>
                    <a:lnTo>
                      <a:pt x="54" y="164"/>
                    </a:lnTo>
                    <a:lnTo>
                      <a:pt x="54" y="164"/>
                    </a:lnTo>
                    <a:lnTo>
                      <a:pt x="54" y="172"/>
                    </a:lnTo>
                    <a:lnTo>
                      <a:pt x="54" y="172"/>
                    </a:lnTo>
                    <a:lnTo>
                      <a:pt x="56" y="178"/>
                    </a:lnTo>
                    <a:lnTo>
                      <a:pt x="56" y="182"/>
                    </a:lnTo>
                    <a:lnTo>
                      <a:pt x="56" y="182"/>
                    </a:lnTo>
                    <a:lnTo>
                      <a:pt x="56" y="184"/>
                    </a:lnTo>
                    <a:lnTo>
                      <a:pt x="56" y="184"/>
                    </a:lnTo>
                    <a:lnTo>
                      <a:pt x="60" y="190"/>
                    </a:lnTo>
                    <a:lnTo>
                      <a:pt x="62" y="192"/>
                    </a:lnTo>
                    <a:lnTo>
                      <a:pt x="62" y="196"/>
                    </a:lnTo>
                    <a:lnTo>
                      <a:pt x="62" y="196"/>
                    </a:lnTo>
                    <a:lnTo>
                      <a:pt x="62" y="198"/>
                    </a:lnTo>
                    <a:lnTo>
                      <a:pt x="62" y="198"/>
                    </a:lnTo>
                    <a:lnTo>
                      <a:pt x="66" y="200"/>
                    </a:lnTo>
                    <a:lnTo>
                      <a:pt x="66" y="200"/>
                    </a:lnTo>
                    <a:lnTo>
                      <a:pt x="68" y="206"/>
                    </a:lnTo>
                    <a:lnTo>
                      <a:pt x="70" y="212"/>
                    </a:lnTo>
                    <a:lnTo>
                      <a:pt x="70" y="212"/>
                    </a:lnTo>
                    <a:lnTo>
                      <a:pt x="72" y="214"/>
                    </a:lnTo>
                    <a:lnTo>
                      <a:pt x="72" y="214"/>
                    </a:lnTo>
                    <a:lnTo>
                      <a:pt x="74" y="224"/>
                    </a:lnTo>
                    <a:lnTo>
                      <a:pt x="72" y="232"/>
                    </a:lnTo>
                    <a:lnTo>
                      <a:pt x="72" y="232"/>
                    </a:lnTo>
                    <a:lnTo>
                      <a:pt x="78" y="238"/>
                    </a:lnTo>
                    <a:lnTo>
                      <a:pt x="82" y="246"/>
                    </a:lnTo>
                    <a:lnTo>
                      <a:pt x="82" y="246"/>
                    </a:lnTo>
                    <a:lnTo>
                      <a:pt x="82" y="248"/>
                    </a:lnTo>
                    <a:lnTo>
                      <a:pt x="84" y="250"/>
                    </a:lnTo>
                    <a:lnTo>
                      <a:pt x="84" y="250"/>
                    </a:lnTo>
                    <a:lnTo>
                      <a:pt x="88" y="254"/>
                    </a:lnTo>
                    <a:lnTo>
                      <a:pt x="94" y="258"/>
                    </a:lnTo>
                    <a:lnTo>
                      <a:pt x="94" y="258"/>
                    </a:lnTo>
                    <a:lnTo>
                      <a:pt x="102" y="264"/>
                    </a:lnTo>
                    <a:lnTo>
                      <a:pt x="102" y="264"/>
                    </a:lnTo>
                    <a:lnTo>
                      <a:pt x="102" y="266"/>
                    </a:lnTo>
                    <a:lnTo>
                      <a:pt x="102" y="266"/>
                    </a:lnTo>
                    <a:lnTo>
                      <a:pt x="106" y="266"/>
                    </a:lnTo>
                    <a:lnTo>
                      <a:pt x="106" y="266"/>
                    </a:lnTo>
                    <a:lnTo>
                      <a:pt x="110" y="270"/>
                    </a:lnTo>
                    <a:lnTo>
                      <a:pt x="110" y="270"/>
                    </a:lnTo>
                    <a:lnTo>
                      <a:pt x="116" y="270"/>
                    </a:lnTo>
                    <a:lnTo>
                      <a:pt x="116" y="270"/>
                    </a:lnTo>
                    <a:lnTo>
                      <a:pt x="116" y="274"/>
                    </a:lnTo>
                    <a:lnTo>
                      <a:pt x="116" y="274"/>
                    </a:lnTo>
                    <a:lnTo>
                      <a:pt x="128" y="280"/>
                    </a:lnTo>
                    <a:lnTo>
                      <a:pt x="128" y="280"/>
                    </a:lnTo>
                    <a:lnTo>
                      <a:pt x="130" y="280"/>
                    </a:lnTo>
                    <a:lnTo>
                      <a:pt x="130" y="280"/>
                    </a:lnTo>
                    <a:lnTo>
                      <a:pt x="136" y="284"/>
                    </a:lnTo>
                    <a:lnTo>
                      <a:pt x="136" y="284"/>
                    </a:lnTo>
                    <a:lnTo>
                      <a:pt x="138" y="284"/>
                    </a:lnTo>
                    <a:lnTo>
                      <a:pt x="138" y="284"/>
                    </a:lnTo>
                    <a:lnTo>
                      <a:pt x="142" y="288"/>
                    </a:lnTo>
                    <a:lnTo>
                      <a:pt x="144" y="292"/>
                    </a:lnTo>
                    <a:lnTo>
                      <a:pt x="144" y="292"/>
                    </a:lnTo>
                    <a:lnTo>
                      <a:pt x="148" y="298"/>
                    </a:lnTo>
                    <a:lnTo>
                      <a:pt x="148" y="298"/>
                    </a:lnTo>
                    <a:lnTo>
                      <a:pt x="150" y="298"/>
                    </a:lnTo>
                    <a:lnTo>
                      <a:pt x="154" y="294"/>
                    </a:lnTo>
                    <a:lnTo>
                      <a:pt x="154" y="294"/>
                    </a:lnTo>
                    <a:lnTo>
                      <a:pt x="156" y="290"/>
                    </a:lnTo>
                    <a:lnTo>
                      <a:pt x="158" y="290"/>
                    </a:lnTo>
                    <a:lnTo>
                      <a:pt x="154" y="282"/>
                    </a:lnTo>
                    <a:lnTo>
                      <a:pt x="154" y="282"/>
                    </a:lnTo>
                    <a:lnTo>
                      <a:pt x="162" y="270"/>
                    </a:lnTo>
                    <a:lnTo>
                      <a:pt x="162" y="270"/>
                    </a:lnTo>
                    <a:lnTo>
                      <a:pt x="164" y="268"/>
                    </a:lnTo>
                    <a:lnTo>
                      <a:pt x="162" y="266"/>
                    </a:lnTo>
                    <a:lnTo>
                      <a:pt x="162" y="262"/>
                    </a:lnTo>
                    <a:lnTo>
                      <a:pt x="162" y="262"/>
                    </a:lnTo>
                    <a:lnTo>
                      <a:pt x="162" y="262"/>
                    </a:lnTo>
                    <a:lnTo>
                      <a:pt x="156" y="256"/>
                    </a:lnTo>
                    <a:lnTo>
                      <a:pt x="156" y="256"/>
                    </a:lnTo>
                    <a:lnTo>
                      <a:pt x="152" y="258"/>
                    </a:lnTo>
                    <a:lnTo>
                      <a:pt x="152" y="258"/>
                    </a:lnTo>
                    <a:lnTo>
                      <a:pt x="152" y="250"/>
                    </a:lnTo>
                    <a:lnTo>
                      <a:pt x="152" y="250"/>
                    </a:lnTo>
                    <a:lnTo>
                      <a:pt x="154" y="248"/>
                    </a:lnTo>
                    <a:lnTo>
                      <a:pt x="154" y="248"/>
                    </a:lnTo>
                    <a:lnTo>
                      <a:pt x="158" y="254"/>
                    </a:lnTo>
                    <a:lnTo>
                      <a:pt x="158" y="254"/>
                    </a:lnTo>
                    <a:lnTo>
                      <a:pt x="158" y="256"/>
                    </a:lnTo>
                    <a:lnTo>
                      <a:pt x="158" y="256"/>
                    </a:lnTo>
                    <a:lnTo>
                      <a:pt x="160" y="258"/>
                    </a:lnTo>
                    <a:lnTo>
                      <a:pt x="160" y="2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0" name="Freeform 112">
                <a:extLst>
                  <a:ext uri="{FF2B5EF4-FFF2-40B4-BE49-F238E27FC236}">
                    <a16:creationId xmlns:a16="http://schemas.microsoft.com/office/drawing/2014/main" id="{8D46EEE5-EC6A-944D-A546-8DB4CF9BDE8E}"/>
                  </a:ext>
                </a:extLst>
              </p:cNvPr>
              <p:cNvSpPr>
                <a:spLocks/>
              </p:cNvSpPr>
              <p:nvPr/>
            </p:nvSpPr>
            <p:spPr bwMode="auto">
              <a:xfrm>
                <a:off x="4257590" y="5024387"/>
                <a:ext cx="211346" cy="284334"/>
              </a:xfrm>
              <a:custGeom>
                <a:avLst/>
                <a:gdLst>
                  <a:gd name="T0" fmla="*/ 50 w 108"/>
                  <a:gd name="T1" fmla="*/ 2 h 142"/>
                  <a:gd name="T2" fmla="*/ 22 w 108"/>
                  <a:gd name="T3" fmla="*/ 0 h 142"/>
                  <a:gd name="T4" fmla="*/ 18 w 108"/>
                  <a:gd name="T5" fmla="*/ 6 h 142"/>
                  <a:gd name="T6" fmla="*/ 14 w 108"/>
                  <a:gd name="T7" fmla="*/ 12 h 142"/>
                  <a:gd name="T8" fmla="*/ 10 w 108"/>
                  <a:gd name="T9" fmla="*/ 22 h 142"/>
                  <a:gd name="T10" fmla="*/ 0 w 108"/>
                  <a:gd name="T11" fmla="*/ 46 h 142"/>
                  <a:gd name="T12" fmla="*/ 8 w 108"/>
                  <a:gd name="T13" fmla="*/ 52 h 142"/>
                  <a:gd name="T14" fmla="*/ 12 w 108"/>
                  <a:gd name="T15" fmla="*/ 58 h 142"/>
                  <a:gd name="T16" fmla="*/ 18 w 108"/>
                  <a:gd name="T17" fmla="*/ 64 h 142"/>
                  <a:gd name="T18" fmla="*/ 20 w 108"/>
                  <a:gd name="T19" fmla="*/ 66 h 142"/>
                  <a:gd name="T20" fmla="*/ 22 w 108"/>
                  <a:gd name="T21" fmla="*/ 70 h 142"/>
                  <a:gd name="T22" fmla="*/ 26 w 108"/>
                  <a:gd name="T23" fmla="*/ 78 h 142"/>
                  <a:gd name="T24" fmla="*/ 28 w 108"/>
                  <a:gd name="T25" fmla="*/ 80 h 142"/>
                  <a:gd name="T26" fmla="*/ 36 w 108"/>
                  <a:gd name="T27" fmla="*/ 86 h 142"/>
                  <a:gd name="T28" fmla="*/ 40 w 108"/>
                  <a:gd name="T29" fmla="*/ 88 h 142"/>
                  <a:gd name="T30" fmla="*/ 44 w 108"/>
                  <a:gd name="T31" fmla="*/ 88 h 142"/>
                  <a:gd name="T32" fmla="*/ 46 w 108"/>
                  <a:gd name="T33" fmla="*/ 90 h 142"/>
                  <a:gd name="T34" fmla="*/ 52 w 108"/>
                  <a:gd name="T35" fmla="*/ 94 h 142"/>
                  <a:gd name="T36" fmla="*/ 60 w 108"/>
                  <a:gd name="T37" fmla="*/ 104 h 142"/>
                  <a:gd name="T38" fmla="*/ 62 w 108"/>
                  <a:gd name="T39" fmla="*/ 106 h 142"/>
                  <a:gd name="T40" fmla="*/ 60 w 108"/>
                  <a:gd name="T41" fmla="*/ 114 h 142"/>
                  <a:gd name="T42" fmla="*/ 58 w 108"/>
                  <a:gd name="T43" fmla="*/ 122 h 142"/>
                  <a:gd name="T44" fmla="*/ 54 w 108"/>
                  <a:gd name="T45" fmla="*/ 128 h 142"/>
                  <a:gd name="T46" fmla="*/ 50 w 108"/>
                  <a:gd name="T47" fmla="*/ 138 h 142"/>
                  <a:gd name="T48" fmla="*/ 50 w 108"/>
                  <a:gd name="T49" fmla="*/ 138 h 142"/>
                  <a:gd name="T50" fmla="*/ 54 w 108"/>
                  <a:gd name="T51" fmla="*/ 138 h 142"/>
                  <a:gd name="T52" fmla="*/ 64 w 108"/>
                  <a:gd name="T53" fmla="*/ 140 h 142"/>
                  <a:gd name="T54" fmla="*/ 68 w 108"/>
                  <a:gd name="T55" fmla="*/ 142 h 142"/>
                  <a:gd name="T56" fmla="*/ 72 w 108"/>
                  <a:gd name="T57" fmla="*/ 140 h 142"/>
                  <a:gd name="T58" fmla="*/ 84 w 108"/>
                  <a:gd name="T59" fmla="*/ 142 h 142"/>
                  <a:gd name="T60" fmla="*/ 90 w 108"/>
                  <a:gd name="T61" fmla="*/ 142 h 142"/>
                  <a:gd name="T62" fmla="*/ 92 w 108"/>
                  <a:gd name="T63" fmla="*/ 140 h 142"/>
                  <a:gd name="T64" fmla="*/ 94 w 108"/>
                  <a:gd name="T65" fmla="*/ 138 h 142"/>
                  <a:gd name="T66" fmla="*/ 100 w 108"/>
                  <a:gd name="T67" fmla="*/ 130 h 142"/>
                  <a:gd name="T68" fmla="*/ 102 w 108"/>
                  <a:gd name="T69" fmla="*/ 128 h 142"/>
                  <a:gd name="T70" fmla="*/ 102 w 108"/>
                  <a:gd name="T71" fmla="*/ 116 h 142"/>
                  <a:gd name="T72" fmla="*/ 100 w 108"/>
                  <a:gd name="T73" fmla="*/ 114 h 142"/>
                  <a:gd name="T74" fmla="*/ 104 w 108"/>
                  <a:gd name="T75" fmla="*/ 110 h 142"/>
                  <a:gd name="T76" fmla="*/ 104 w 108"/>
                  <a:gd name="T77" fmla="*/ 102 h 142"/>
                  <a:gd name="T78" fmla="*/ 106 w 108"/>
                  <a:gd name="T79" fmla="*/ 94 h 142"/>
                  <a:gd name="T80" fmla="*/ 108 w 108"/>
                  <a:gd name="T81" fmla="*/ 80 h 142"/>
                  <a:gd name="T82" fmla="*/ 106 w 108"/>
                  <a:gd name="T83" fmla="*/ 80 h 142"/>
                  <a:gd name="T84" fmla="*/ 100 w 108"/>
                  <a:gd name="T85" fmla="*/ 82 h 142"/>
                  <a:gd name="T86" fmla="*/ 98 w 108"/>
                  <a:gd name="T87" fmla="*/ 82 h 142"/>
                  <a:gd name="T88" fmla="*/ 96 w 108"/>
                  <a:gd name="T89" fmla="*/ 74 h 142"/>
                  <a:gd name="T90" fmla="*/ 96 w 108"/>
                  <a:gd name="T91" fmla="*/ 60 h 142"/>
                  <a:gd name="T92" fmla="*/ 96 w 108"/>
                  <a:gd name="T93" fmla="*/ 56 h 142"/>
                  <a:gd name="T94" fmla="*/ 90 w 108"/>
                  <a:gd name="T95" fmla="*/ 52 h 142"/>
                  <a:gd name="T96" fmla="*/ 88 w 108"/>
                  <a:gd name="T97" fmla="*/ 52 h 142"/>
                  <a:gd name="T98" fmla="*/ 86 w 108"/>
                  <a:gd name="T99" fmla="*/ 48 h 142"/>
                  <a:gd name="T100" fmla="*/ 80 w 108"/>
                  <a:gd name="T101" fmla="*/ 46 h 142"/>
                  <a:gd name="T102" fmla="*/ 72 w 108"/>
                  <a:gd name="T103" fmla="*/ 46 h 142"/>
                  <a:gd name="T104" fmla="*/ 64 w 108"/>
                  <a:gd name="T105" fmla="*/ 42 h 142"/>
                  <a:gd name="T106" fmla="*/ 64 w 108"/>
                  <a:gd name="T107" fmla="*/ 38 h 142"/>
                  <a:gd name="T108" fmla="*/ 62 w 108"/>
                  <a:gd name="T109" fmla="*/ 32 h 142"/>
                  <a:gd name="T110" fmla="*/ 64 w 108"/>
                  <a:gd name="T111" fmla="*/ 24 h 142"/>
                  <a:gd name="T112" fmla="*/ 62 w 108"/>
                  <a:gd name="T113" fmla="*/ 18 h 142"/>
                  <a:gd name="T114" fmla="*/ 56 w 108"/>
                  <a:gd name="T115" fmla="*/ 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8" h="142">
                    <a:moveTo>
                      <a:pt x="56" y="8"/>
                    </a:moveTo>
                    <a:lnTo>
                      <a:pt x="50" y="2"/>
                    </a:lnTo>
                    <a:lnTo>
                      <a:pt x="38" y="0"/>
                    </a:lnTo>
                    <a:lnTo>
                      <a:pt x="22" y="0"/>
                    </a:lnTo>
                    <a:lnTo>
                      <a:pt x="22" y="0"/>
                    </a:lnTo>
                    <a:lnTo>
                      <a:pt x="18" y="6"/>
                    </a:lnTo>
                    <a:lnTo>
                      <a:pt x="14" y="12"/>
                    </a:lnTo>
                    <a:lnTo>
                      <a:pt x="14" y="12"/>
                    </a:lnTo>
                    <a:lnTo>
                      <a:pt x="12" y="18"/>
                    </a:lnTo>
                    <a:lnTo>
                      <a:pt x="10" y="22"/>
                    </a:lnTo>
                    <a:lnTo>
                      <a:pt x="10" y="28"/>
                    </a:lnTo>
                    <a:lnTo>
                      <a:pt x="0" y="46"/>
                    </a:lnTo>
                    <a:lnTo>
                      <a:pt x="8" y="52"/>
                    </a:lnTo>
                    <a:lnTo>
                      <a:pt x="8" y="52"/>
                    </a:lnTo>
                    <a:lnTo>
                      <a:pt x="12" y="58"/>
                    </a:lnTo>
                    <a:lnTo>
                      <a:pt x="12" y="58"/>
                    </a:lnTo>
                    <a:lnTo>
                      <a:pt x="14" y="62"/>
                    </a:lnTo>
                    <a:lnTo>
                      <a:pt x="18" y="64"/>
                    </a:lnTo>
                    <a:lnTo>
                      <a:pt x="18" y="64"/>
                    </a:lnTo>
                    <a:lnTo>
                      <a:pt x="20" y="66"/>
                    </a:lnTo>
                    <a:lnTo>
                      <a:pt x="22" y="70"/>
                    </a:lnTo>
                    <a:lnTo>
                      <a:pt x="22" y="70"/>
                    </a:lnTo>
                    <a:lnTo>
                      <a:pt x="26" y="76"/>
                    </a:lnTo>
                    <a:lnTo>
                      <a:pt x="26" y="78"/>
                    </a:lnTo>
                    <a:lnTo>
                      <a:pt x="28" y="80"/>
                    </a:lnTo>
                    <a:lnTo>
                      <a:pt x="28" y="80"/>
                    </a:lnTo>
                    <a:lnTo>
                      <a:pt x="34" y="80"/>
                    </a:lnTo>
                    <a:lnTo>
                      <a:pt x="36" y="86"/>
                    </a:lnTo>
                    <a:lnTo>
                      <a:pt x="36" y="86"/>
                    </a:lnTo>
                    <a:lnTo>
                      <a:pt x="40" y="88"/>
                    </a:lnTo>
                    <a:lnTo>
                      <a:pt x="42" y="88"/>
                    </a:lnTo>
                    <a:lnTo>
                      <a:pt x="44" y="88"/>
                    </a:lnTo>
                    <a:lnTo>
                      <a:pt x="46" y="90"/>
                    </a:lnTo>
                    <a:lnTo>
                      <a:pt x="46" y="90"/>
                    </a:lnTo>
                    <a:lnTo>
                      <a:pt x="52" y="94"/>
                    </a:lnTo>
                    <a:lnTo>
                      <a:pt x="52" y="94"/>
                    </a:lnTo>
                    <a:lnTo>
                      <a:pt x="54" y="98"/>
                    </a:lnTo>
                    <a:lnTo>
                      <a:pt x="60" y="104"/>
                    </a:lnTo>
                    <a:lnTo>
                      <a:pt x="60" y="104"/>
                    </a:lnTo>
                    <a:lnTo>
                      <a:pt x="62" y="106"/>
                    </a:lnTo>
                    <a:lnTo>
                      <a:pt x="62" y="108"/>
                    </a:lnTo>
                    <a:lnTo>
                      <a:pt x="60" y="114"/>
                    </a:lnTo>
                    <a:lnTo>
                      <a:pt x="60" y="114"/>
                    </a:lnTo>
                    <a:lnTo>
                      <a:pt x="58" y="122"/>
                    </a:lnTo>
                    <a:lnTo>
                      <a:pt x="54" y="128"/>
                    </a:lnTo>
                    <a:lnTo>
                      <a:pt x="54" y="128"/>
                    </a:lnTo>
                    <a:lnTo>
                      <a:pt x="50" y="134"/>
                    </a:lnTo>
                    <a:lnTo>
                      <a:pt x="50" y="138"/>
                    </a:lnTo>
                    <a:lnTo>
                      <a:pt x="50" y="138"/>
                    </a:lnTo>
                    <a:lnTo>
                      <a:pt x="50" y="138"/>
                    </a:lnTo>
                    <a:lnTo>
                      <a:pt x="54" y="138"/>
                    </a:lnTo>
                    <a:lnTo>
                      <a:pt x="54" y="138"/>
                    </a:lnTo>
                    <a:lnTo>
                      <a:pt x="58" y="138"/>
                    </a:lnTo>
                    <a:lnTo>
                      <a:pt x="64" y="140"/>
                    </a:lnTo>
                    <a:lnTo>
                      <a:pt x="64" y="140"/>
                    </a:lnTo>
                    <a:lnTo>
                      <a:pt x="68" y="142"/>
                    </a:lnTo>
                    <a:lnTo>
                      <a:pt x="72" y="140"/>
                    </a:lnTo>
                    <a:lnTo>
                      <a:pt x="72" y="140"/>
                    </a:lnTo>
                    <a:lnTo>
                      <a:pt x="78" y="140"/>
                    </a:lnTo>
                    <a:lnTo>
                      <a:pt x="84" y="142"/>
                    </a:lnTo>
                    <a:lnTo>
                      <a:pt x="84" y="142"/>
                    </a:lnTo>
                    <a:lnTo>
                      <a:pt x="90" y="142"/>
                    </a:lnTo>
                    <a:lnTo>
                      <a:pt x="92" y="140"/>
                    </a:lnTo>
                    <a:lnTo>
                      <a:pt x="92" y="140"/>
                    </a:lnTo>
                    <a:lnTo>
                      <a:pt x="94" y="138"/>
                    </a:lnTo>
                    <a:lnTo>
                      <a:pt x="94" y="138"/>
                    </a:lnTo>
                    <a:lnTo>
                      <a:pt x="96" y="134"/>
                    </a:lnTo>
                    <a:lnTo>
                      <a:pt x="100" y="130"/>
                    </a:lnTo>
                    <a:lnTo>
                      <a:pt x="100" y="130"/>
                    </a:lnTo>
                    <a:lnTo>
                      <a:pt x="102" y="128"/>
                    </a:lnTo>
                    <a:lnTo>
                      <a:pt x="102" y="124"/>
                    </a:lnTo>
                    <a:lnTo>
                      <a:pt x="102" y="116"/>
                    </a:lnTo>
                    <a:lnTo>
                      <a:pt x="102" y="116"/>
                    </a:lnTo>
                    <a:lnTo>
                      <a:pt x="100" y="114"/>
                    </a:lnTo>
                    <a:lnTo>
                      <a:pt x="102" y="112"/>
                    </a:lnTo>
                    <a:lnTo>
                      <a:pt x="104" y="110"/>
                    </a:lnTo>
                    <a:lnTo>
                      <a:pt x="104" y="110"/>
                    </a:lnTo>
                    <a:lnTo>
                      <a:pt x="104" y="102"/>
                    </a:lnTo>
                    <a:lnTo>
                      <a:pt x="106" y="94"/>
                    </a:lnTo>
                    <a:lnTo>
                      <a:pt x="106" y="94"/>
                    </a:lnTo>
                    <a:lnTo>
                      <a:pt x="106" y="86"/>
                    </a:lnTo>
                    <a:lnTo>
                      <a:pt x="108" y="80"/>
                    </a:lnTo>
                    <a:lnTo>
                      <a:pt x="108" y="80"/>
                    </a:lnTo>
                    <a:lnTo>
                      <a:pt x="106" y="80"/>
                    </a:lnTo>
                    <a:lnTo>
                      <a:pt x="104" y="80"/>
                    </a:lnTo>
                    <a:lnTo>
                      <a:pt x="100" y="82"/>
                    </a:lnTo>
                    <a:lnTo>
                      <a:pt x="100" y="82"/>
                    </a:lnTo>
                    <a:lnTo>
                      <a:pt x="98" y="82"/>
                    </a:lnTo>
                    <a:lnTo>
                      <a:pt x="98" y="80"/>
                    </a:lnTo>
                    <a:lnTo>
                      <a:pt x="96" y="74"/>
                    </a:lnTo>
                    <a:lnTo>
                      <a:pt x="96" y="74"/>
                    </a:lnTo>
                    <a:lnTo>
                      <a:pt x="96" y="60"/>
                    </a:lnTo>
                    <a:lnTo>
                      <a:pt x="96" y="60"/>
                    </a:lnTo>
                    <a:lnTo>
                      <a:pt x="96" y="56"/>
                    </a:lnTo>
                    <a:lnTo>
                      <a:pt x="94" y="54"/>
                    </a:lnTo>
                    <a:lnTo>
                      <a:pt x="90" y="52"/>
                    </a:lnTo>
                    <a:lnTo>
                      <a:pt x="90" y="52"/>
                    </a:lnTo>
                    <a:lnTo>
                      <a:pt x="88" y="52"/>
                    </a:lnTo>
                    <a:lnTo>
                      <a:pt x="86" y="50"/>
                    </a:lnTo>
                    <a:lnTo>
                      <a:pt x="86" y="48"/>
                    </a:lnTo>
                    <a:lnTo>
                      <a:pt x="84" y="44"/>
                    </a:lnTo>
                    <a:lnTo>
                      <a:pt x="80" y="46"/>
                    </a:lnTo>
                    <a:lnTo>
                      <a:pt x="80" y="46"/>
                    </a:lnTo>
                    <a:lnTo>
                      <a:pt x="72" y="46"/>
                    </a:lnTo>
                    <a:lnTo>
                      <a:pt x="66" y="44"/>
                    </a:lnTo>
                    <a:lnTo>
                      <a:pt x="64" y="42"/>
                    </a:lnTo>
                    <a:lnTo>
                      <a:pt x="64" y="42"/>
                    </a:lnTo>
                    <a:lnTo>
                      <a:pt x="64" y="38"/>
                    </a:lnTo>
                    <a:lnTo>
                      <a:pt x="62" y="34"/>
                    </a:lnTo>
                    <a:lnTo>
                      <a:pt x="62" y="32"/>
                    </a:lnTo>
                    <a:lnTo>
                      <a:pt x="62" y="32"/>
                    </a:lnTo>
                    <a:lnTo>
                      <a:pt x="64" y="24"/>
                    </a:lnTo>
                    <a:lnTo>
                      <a:pt x="62" y="18"/>
                    </a:lnTo>
                    <a:lnTo>
                      <a:pt x="62" y="18"/>
                    </a:lnTo>
                    <a:lnTo>
                      <a:pt x="58" y="12"/>
                    </a:lnTo>
                    <a:lnTo>
                      <a:pt x="56"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1" name="Freeform 177">
                <a:extLst>
                  <a:ext uri="{FF2B5EF4-FFF2-40B4-BE49-F238E27FC236}">
                    <a16:creationId xmlns:a16="http://schemas.microsoft.com/office/drawing/2014/main" id="{29C7A2AB-6FD3-5C40-A9B2-049385679A3B}"/>
                  </a:ext>
                </a:extLst>
              </p:cNvPr>
              <p:cNvSpPr>
                <a:spLocks/>
              </p:cNvSpPr>
              <p:nvPr/>
            </p:nvSpPr>
            <p:spPr bwMode="auto">
              <a:xfrm>
                <a:off x="4277159" y="4095296"/>
                <a:ext cx="129155" cy="260305"/>
              </a:xfrm>
              <a:custGeom>
                <a:avLst/>
                <a:gdLst>
                  <a:gd name="T0" fmla="*/ 22 w 66"/>
                  <a:gd name="T1" fmla="*/ 8 h 130"/>
                  <a:gd name="T2" fmla="*/ 20 w 66"/>
                  <a:gd name="T3" fmla="*/ 10 h 130"/>
                  <a:gd name="T4" fmla="*/ 10 w 66"/>
                  <a:gd name="T5" fmla="*/ 14 h 130"/>
                  <a:gd name="T6" fmla="*/ 10 w 66"/>
                  <a:gd name="T7" fmla="*/ 20 h 130"/>
                  <a:gd name="T8" fmla="*/ 14 w 66"/>
                  <a:gd name="T9" fmla="*/ 26 h 130"/>
                  <a:gd name="T10" fmla="*/ 18 w 66"/>
                  <a:gd name="T11" fmla="*/ 28 h 130"/>
                  <a:gd name="T12" fmla="*/ 16 w 66"/>
                  <a:gd name="T13" fmla="*/ 32 h 130"/>
                  <a:gd name="T14" fmla="*/ 6 w 66"/>
                  <a:gd name="T15" fmla="*/ 34 h 130"/>
                  <a:gd name="T16" fmla="*/ 6 w 66"/>
                  <a:gd name="T17" fmla="*/ 40 h 130"/>
                  <a:gd name="T18" fmla="*/ 12 w 66"/>
                  <a:gd name="T19" fmla="*/ 60 h 130"/>
                  <a:gd name="T20" fmla="*/ 22 w 66"/>
                  <a:gd name="T21" fmla="*/ 62 h 130"/>
                  <a:gd name="T22" fmla="*/ 26 w 66"/>
                  <a:gd name="T23" fmla="*/ 66 h 130"/>
                  <a:gd name="T24" fmla="*/ 28 w 66"/>
                  <a:gd name="T25" fmla="*/ 74 h 130"/>
                  <a:gd name="T26" fmla="*/ 28 w 66"/>
                  <a:gd name="T27" fmla="*/ 76 h 130"/>
                  <a:gd name="T28" fmla="*/ 28 w 66"/>
                  <a:gd name="T29" fmla="*/ 80 h 130"/>
                  <a:gd name="T30" fmla="*/ 28 w 66"/>
                  <a:gd name="T31" fmla="*/ 86 h 130"/>
                  <a:gd name="T32" fmla="*/ 22 w 66"/>
                  <a:gd name="T33" fmla="*/ 100 h 130"/>
                  <a:gd name="T34" fmla="*/ 20 w 66"/>
                  <a:gd name="T35" fmla="*/ 114 h 130"/>
                  <a:gd name="T36" fmla="*/ 24 w 66"/>
                  <a:gd name="T37" fmla="*/ 120 h 130"/>
                  <a:gd name="T38" fmla="*/ 30 w 66"/>
                  <a:gd name="T39" fmla="*/ 126 h 130"/>
                  <a:gd name="T40" fmla="*/ 36 w 66"/>
                  <a:gd name="T41" fmla="*/ 130 h 130"/>
                  <a:gd name="T42" fmla="*/ 40 w 66"/>
                  <a:gd name="T43" fmla="*/ 126 h 130"/>
                  <a:gd name="T44" fmla="*/ 44 w 66"/>
                  <a:gd name="T45" fmla="*/ 126 h 130"/>
                  <a:gd name="T46" fmla="*/ 46 w 66"/>
                  <a:gd name="T47" fmla="*/ 122 h 130"/>
                  <a:gd name="T48" fmla="*/ 48 w 66"/>
                  <a:gd name="T49" fmla="*/ 120 h 130"/>
                  <a:gd name="T50" fmla="*/ 52 w 66"/>
                  <a:gd name="T51" fmla="*/ 118 h 130"/>
                  <a:gd name="T52" fmla="*/ 56 w 66"/>
                  <a:gd name="T53" fmla="*/ 112 h 130"/>
                  <a:gd name="T54" fmla="*/ 56 w 66"/>
                  <a:gd name="T55" fmla="*/ 96 h 130"/>
                  <a:gd name="T56" fmla="*/ 54 w 66"/>
                  <a:gd name="T57" fmla="*/ 92 h 130"/>
                  <a:gd name="T58" fmla="*/ 52 w 66"/>
                  <a:gd name="T59" fmla="*/ 78 h 130"/>
                  <a:gd name="T60" fmla="*/ 50 w 66"/>
                  <a:gd name="T61" fmla="*/ 70 h 130"/>
                  <a:gd name="T62" fmla="*/ 54 w 66"/>
                  <a:gd name="T63" fmla="*/ 66 h 130"/>
                  <a:gd name="T64" fmla="*/ 58 w 66"/>
                  <a:gd name="T65" fmla="*/ 54 h 130"/>
                  <a:gd name="T66" fmla="*/ 66 w 66"/>
                  <a:gd name="T67" fmla="*/ 42 h 130"/>
                  <a:gd name="T68" fmla="*/ 62 w 66"/>
                  <a:gd name="T69" fmla="*/ 32 h 130"/>
                  <a:gd name="T70" fmla="*/ 54 w 66"/>
                  <a:gd name="T71" fmla="*/ 28 h 130"/>
                  <a:gd name="T72" fmla="*/ 50 w 66"/>
                  <a:gd name="T73" fmla="*/ 28 h 130"/>
                  <a:gd name="T74" fmla="*/ 48 w 66"/>
                  <a:gd name="T75" fmla="*/ 26 h 130"/>
                  <a:gd name="T76" fmla="*/ 44 w 66"/>
                  <a:gd name="T77" fmla="*/ 30 h 130"/>
                  <a:gd name="T78" fmla="*/ 40 w 66"/>
                  <a:gd name="T79" fmla="*/ 36 h 130"/>
                  <a:gd name="T80" fmla="*/ 38 w 66"/>
                  <a:gd name="T81" fmla="*/ 36 h 130"/>
                  <a:gd name="T82" fmla="*/ 38 w 66"/>
                  <a:gd name="T83" fmla="*/ 34 h 130"/>
                  <a:gd name="T84" fmla="*/ 38 w 66"/>
                  <a:gd name="T85" fmla="*/ 30 h 130"/>
                  <a:gd name="T86" fmla="*/ 42 w 66"/>
                  <a:gd name="T87" fmla="*/ 28 h 130"/>
                  <a:gd name="T88" fmla="*/ 44 w 66"/>
                  <a:gd name="T89" fmla="*/ 16 h 130"/>
                  <a:gd name="T90" fmla="*/ 28 w 66"/>
                  <a:gd name="T91"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6" h="130">
                    <a:moveTo>
                      <a:pt x="24" y="0"/>
                    </a:moveTo>
                    <a:lnTo>
                      <a:pt x="22" y="8"/>
                    </a:lnTo>
                    <a:lnTo>
                      <a:pt x="22" y="8"/>
                    </a:lnTo>
                    <a:lnTo>
                      <a:pt x="22" y="8"/>
                    </a:lnTo>
                    <a:lnTo>
                      <a:pt x="20" y="10"/>
                    </a:lnTo>
                    <a:lnTo>
                      <a:pt x="20" y="10"/>
                    </a:lnTo>
                    <a:lnTo>
                      <a:pt x="14" y="14"/>
                    </a:lnTo>
                    <a:lnTo>
                      <a:pt x="10" y="14"/>
                    </a:lnTo>
                    <a:lnTo>
                      <a:pt x="10" y="14"/>
                    </a:lnTo>
                    <a:lnTo>
                      <a:pt x="8" y="14"/>
                    </a:lnTo>
                    <a:lnTo>
                      <a:pt x="8" y="16"/>
                    </a:lnTo>
                    <a:lnTo>
                      <a:pt x="10" y="20"/>
                    </a:lnTo>
                    <a:lnTo>
                      <a:pt x="10" y="20"/>
                    </a:lnTo>
                    <a:lnTo>
                      <a:pt x="12" y="22"/>
                    </a:lnTo>
                    <a:lnTo>
                      <a:pt x="14" y="26"/>
                    </a:lnTo>
                    <a:lnTo>
                      <a:pt x="14" y="26"/>
                    </a:lnTo>
                    <a:lnTo>
                      <a:pt x="16" y="26"/>
                    </a:lnTo>
                    <a:lnTo>
                      <a:pt x="18" y="28"/>
                    </a:lnTo>
                    <a:lnTo>
                      <a:pt x="18" y="30"/>
                    </a:lnTo>
                    <a:lnTo>
                      <a:pt x="18" y="30"/>
                    </a:lnTo>
                    <a:lnTo>
                      <a:pt x="16" y="32"/>
                    </a:lnTo>
                    <a:lnTo>
                      <a:pt x="14" y="32"/>
                    </a:lnTo>
                    <a:lnTo>
                      <a:pt x="6" y="34"/>
                    </a:lnTo>
                    <a:lnTo>
                      <a:pt x="6" y="34"/>
                    </a:lnTo>
                    <a:lnTo>
                      <a:pt x="6" y="34"/>
                    </a:lnTo>
                    <a:lnTo>
                      <a:pt x="6" y="36"/>
                    </a:lnTo>
                    <a:lnTo>
                      <a:pt x="6" y="40"/>
                    </a:lnTo>
                    <a:lnTo>
                      <a:pt x="0" y="42"/>
                    </a:lnTo>
                    <a:lnTo>
                      <a:pt x="12" y="60"/>
                    </a:lnTo>
                    <a:lnTo>
                      <a:pt x="12" y="60"/>
                    </a:lnTo>
                    <a:lnTo>
                      <a:pt x="16" y="62"/>
                    </a:lnTo>
                    <a:lnTo>
                      <a:pt x="22" y="62"/>
                    </a:lnTo>
                    <a:lnTo>
                      <a:pt x="22" y="62"/>
                    </a:lnTo>
                    <a:lnTo>
                      <a:pt x="24" y="62"/>
                    </a:lnTo>
                    <a:lnTo>
                      <a:pt x="26" y="64"/>
                    </a:lnTo>
                    <a:lnTo>
                      <a:pt x="26" y="66"/>
                    </a:lnTo>
                    <a:lnTo>
                      <a:pt x="22" y="70"/>
                    </a:lnTo>
                    <a:lnTo>
                      <a:pt x="22" y="70"/>
                    </a:lnTo>
                    <a:lnTo>
                      <a:pt x="28" y="74"/>
                    </a:lnTo>
                    <a:lnTo>
                      <a:pt x="28" y="74"/>
                    </a:lnTo>
                    <a:lnTo>
                      <a:pt x="30" y="74"/>
                    </a:lnTo>
                    <a:lnTo>
                      <a:pt x="28" y="76"/>
                    </a:lnTo>
                    <a:lnTo>
                      <a:pt x="28" y="78"/>
                    </a:lnTo>
                    <a:lnTo>
                      <a:pt x="28" y="80"/>
                    </a:lnTo>
                    <a:lnTo>
                      <a:pt x="28" y="80"/>
                    </a:lnTo>
                    <a:lnTo>
                      <a:pt x="30" y="82"/>
                    </a:lnTo>
                    <a:lnTo>
                      <a:pt x="28" y="86"/>
                    </a:lnTo>
                    <a:lnTo>
                      <a:pt x="28" y="86"/>
                    </a:lnTo>
                    <a:lnTo>
                      <a:pt x="22" y="92"/>
                    </a:lnTo>
                    <a:lnTo>
                      <a:pt x="22" y="92"/>
                    </a:lnTo>
                    <a:lnTo>
                      <a:pt x="22" y="100"/>
                    </a:lnTo>
                    <a:lnTo>
                      <a:pt x="20" y="112"/>
                    </a:lnTo>
                    <a:lnTo>
                      <a:pt x="20" y="112"/>
                    </a:lnTo>
                    <a:lnTo>
                      <a:pt x="20" y="114"/>
                    </a:lnTo>
                    <a:lnTo>
                      <a:pt x="22" y="118"/>
                    </a:lnTo>
                    <a:lnTo>
                      <a:pt x="24" y="120"/>
                    </a:lnTo>
                    <a:lnTo>
                      <a:pt x="24" y="120"/>
                    </a:lnTo>
                    <a:lnTo>
                      <a:pt x="28" y="124"/>
                    </a:lnTo>
                    <a:lnTo>
                      <a:pt x="30" y="124"/>
                    </a:lnTo>
                    <a:lnTo>
                      <a:pt x="30" y="126"/>
                    </a:lnTo>
                    <a:lnTo>
                      <a:pt x="30" y="126"/>
                    </a:lnTo>
                    <a:lnTo>
                      <a:pt x="32" y="130"/>
                    </a:lnTo>
                    <a:lnTo>
                      <a:pt x="36" y="130"/>
                    </a:lnTo>
                    <a:lnTo>
                      <a:pt x="36" y="130"/>
                    </a:lnTo>
                    <a:lnTo>
                      <a:pt x="38" y="128"/>
                    </a:lnTo>
                    <a:lnTo>
                      <a:pt x="40" y="126"/>
                    </a:lnTo>
                    <a:lnTo>
                      <a:pt x="42" y="126"/>
                    </a:lnTo>
                    <a:lnTo>
                      <a:pt x="42" y="126"/>
                    </a:lnTo>
                    <a:lnTo>
                      <a:pt x="44" y="126"/>
                    </a:lnTo>
                    <a:lnTo>
                      <a:pt x="44" y="124"/>
                    </a:lnTo>
                    <a:lnTo>
                      <a:pt x="44" y="122"/>
                    </a:lnTo>
                    <a:lnTo>
                      <a:pt x="46" y="122"/>
                    </a:lnTo>
                    <a:lnTo>
                      <a:pt x="46" y="122"/>
                    </a:lnTo>
                    <a:lnTo>
                      <a:pt x="48" y="120"/>
                    </a:lnTo>
                    <a:lnTo>
                      <a:pt x="48" y="120"/>
                    </a:lnTo>
                    <a:lnTo>
                      <a:pt x="50" y="118"/>
                    </a:lnTo>
                    <a:lnTo>
                      <a:pt x="52" y="118"/>
                    </a:lnTo>
                    <a:lnTo>
                      <a:pt x="52" y="118"/>
                    </a:lnTo>
                    <a:lnTo>
                      <a:pt x="56" y="120"/>
                    </a:lnTo>
                    <a:lnTo>
                      <a:pt x="58" y="120"/>
                    </a:lnTo>
                    <a:lnTo>
                      <a:pt x="56" y="112"/>
                    </a:lnTo>
                    <a:lnTo>
                      <a:pt x="54" y="100"/>
                    </a:lnTo>
                    <a:lnTo>
                      <a:pt x="54" y="100"/>
                    </a:lnTo>
                    <a:lnTo>
                      <a:pt x="56" y="96"/>
                    </a:lnTo>
                    <a:lnTo>
                      <a:pt x="56" y="94"/>
                    </a:lnTo>
                    <a:lnTo>
                      <a:pt x="54" y="92"/>
                    </a:lnTo>
                    <a:lnTo>
                      <a:pt x="54" y="92"/>
                    </a:lnTo>
                    <a:lnTo>
                      <a:pt x="52" y="88"/>
                    </a:lnTo>
                    <a:lnTo>
                      <a:pt x="52" y="88"/>
                    </a:lnTo>
                    <a:lnTo>
                      <a:pt x="52" y="78"/>
                    </a:lnTo>
                    <a:lnTo>
                      <a:pt x="52" y="78"/>
                    </a:lnTo>
                    <a:lnTo>
                      <a:pt x="50" y="72"/>
                    </a:lnTo>
                    <a:lnTo>
                      <a:pt x="50" y="70"/>
                    </a:lnTo>
                    <a:lnTo>
                      <a:pt x="50" y="68"/>
                    </a:lnTo>
                    <a:lnTo>
                      <a:pt x="50" y="68"/>
                    </a:lnTo>
                    <a:lnTo>
                      <a:pt x="54" y="66"/>
                    </a:lnTo>
                    <a:lnTo>
                      <a:pt x="58" y="62"/>
                    </a:lnTo>
                    <a:lnTo>
                      <a:pt x="58" y="62"/>
                    </a:lnTo>
                    <a:lnTo>
                      <a:pt x="58" y="54"/>
                    </a:lnTo>
                    <a:lnTo>
                      <a:pt x="58" y="54"/>
                    </a:lnTo>
                    <a:lnTo>
                      <a:pt x="66" y="42"/>
                    </a:lnTo>
                    <a:lnTo>
                      <a:pt x="66" y="42"/>
                    </a:lnTo>
                    <a:lnTo>
                      <a:pt x="64" y="36"/>
                    </a:lnTo>
                    <a:lnTo>
                      <a:pt x="62" y="32"/>
                    </a:lnTo>
                    <a:lnTo>
                      <a:pt x="62" y="32"/>
                    </a:lnTo>
                    <a:lnTo>
                      <a:pt x="56" y="30"/>
                    </a:lnTo>
                    <a:lnTo>
                      <a:pt x="56" y="30"/>
                    </a:lnTo>
                    <a:lnTo>
                      <a:pt x="54" y="28"/>
                    </a:lnTo>
                    <a:lnTo>
                      <a:pt x="52" y="26"/>
                    </a:lnTo>
                    <a:lnTo>
                      <a:pt x="52" y="26"/>
                    </a:lnTo>
                    <a:lnTo>
                      <a:pt x="50" y="28"/>
                    </a:lnTo>
                    <a:lnTo>
                      <a:pt x="48" y="28"/>
                    </a:lnTo>
                    <a:lnTo>
                      <a:pt x="48" y="28"/>
                    </a:lnTo>
                    <a:lnTo>
                      <a:pt x="48" y="26"/>
                    </a:lnTo>
                    <a:lnTo>
                      <a:pt x="46" y="26"/>
                    </a:lnTo>
                    <a:lnTo>
                      <a:pt x="46" y="26"/>
                    </a:lnTo>
                    <a:lnTo>
                      <a:pt x="44" y="30"/>
                    </a:lnTo>
                    <a:lnTo>
                      <a:pt x="44" y="38"/>
                    </a:lnTo>
                    <a:lnTo>
                      <a:pt x="44" y="38"/>
                    </a:lnTo>
                    <a:lnTo>
                      <a:pt x="40" y="36"/>
                    </a:lnTo>
                    <a:lnTo>
                      <a:pt x="40" y="36"/>
                    </a:lnTo>
                    <a:lnTo>
                      <a:pt x="38" y="36"/>
                    </a:lnTo>
                    <a:lnTo>
                      <a:pt x="38" y="36"/>
                    </a:lnTo>
                    <a:lnTo>
                      <a:pt x="38" y="34"/>
                    </a:lnTo>
                    <a:lnTo>
                      <a:pt x="38" y="34"/>
                    </a:lnTo>
                    <a:lnTo>
                      <a:pt x="38" y="34"/>
                    </a:lnTo>
                    <a:lnTo>
                      <a:pt x="38" y="32"/>
                    </a:lnTo>
                    <a:lnTo>
                      <a:pt x="38" y="30"/>
                    </a:lnTo>
                    <a:lnTo>
                      <a:pt x="38" y="30"/>
                    </a:lnTo>
                    <a:lnTo>
                      <a:pt x="42" y="28"/>
                    </a:lnTo>
                    <a:lnTo>
                      <a:pt x="42" y="28"/>
                    </a:lnTo>
                    <a:lnTo>
                      <a:pt x="42" y="28"/>
                    </a:lnTo>
                    <a:lnTo>
                      <a:pt x="44" y="22"/>
                    </a:lnTo>
                    <a:lnTo>
                      <a:pt x="44" y="16"/>
                    </a:lnTo>
                    <a:lnTo>
                      <a:pt x="44" y="16"/>
                    </a:lnTo>
                    <a:lnTo>
                      <a:pt x="36" y="8"/>
                    </a:lnTo>
                    <a:lnTo>
                      <a:pt x="28" y="0"/>
                    </a:lnTo>
                    <a:lnTo>
                      <a:pt x="28" y="0"/>
                    </a:lnTo>
                    <a:lnTo>
                      <a:pt x="24" y="2"/>
                    </a:lnTo>
                    <a:lnTo>
                      <a:pt x="2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2" name="Freeform 187">
                <a:extLst>
                  <a:ext uri="{FF2B5EF4-FFF2-40B4-BE49-F238E27FC236}">
                    <a16:creationId xmlns:a16="http://schemas.microsoft.com/office/drawing/2014/main" id="{DCEAB041-7BFF-DC49-A8C3-A4A3F2D51ECB}"/>
                  </a:ext>
                </a:extLst>
              </p:cNvPr>
              <p:cNvSpPr>
                <a:spLocks/>
              </p:cNvSpPr>
              <p:nvPr/>
            </p:nvSpPr>
            <p:spPr bwMode="auto">
              <a:xfrm>
                <a:off x="4465021" y="4171385"/>
                <a:ext cx="82189" cy="156184"/>
              </a:xfrm>
              <a:custGeom>
                <a:avLst/>
                <a:gdLst>
                  <a:gd name="T0" fmla="*/ 6 w 42"/>
                  <a:gd name="T1" fmla="*/ 2 h 78"/>
                  <a:gd name="T2" fmla="*/ 6 w 42"/>
                  <a:gd name="T3" fmla="*/ 2 h 78"/>
                  <a:gd name="T4" fmla="*/ 6 w 42"/>
                  <a:gd name="T5" fmla="*/ 4 h 78"/>
                  <a:gd name="T6" fmla="*/ 6 w 42"/>
                  <a:gd name="T7" fmla="*/ 4 h 78"/>
                  <a:gd name="T8" fmla="*/ 6 w 42"/>
                  <a:gd name="T9" fmla="*/ 10 h 78"/>
                  <a:gd name="T10" fmla="*/ 0 w 42"/>
                  <a:gd name="T11" fmla="*/ 20 h 78"/>
                  <a:gd name="T12" fmla="*/ 0 w 42"/>
                  <a:gd name="T13" fmla="*/ 20 h 78"/>
                  <a:gd name="T14" fmla="*/ 0 w 42"/>
                  <a:gd name="T15" fmla="*/ 38 h 78"/>
                  <a:gd name="T16" fmla="*/ 0 w 42"/>
                  <a:gd name="T17" fmla="*/ 38 h 78"/>
                  <a:gd name="T18" fmla="*/ 2 w 42"/>
                  <a:gd name="T19" fmla="*/ 42 h 78"/>
                  <a:gd name="T20" fmla="*/ 4 w 42"/>
                  <a:gd name="T21" fmla="*/ 46 h 78"/>
                  <a:gd name="T22" fmla="*/ 8 w 42"/>
                  <a:gd name="T23" fmla="*/ 50 h 78"/>
                  <a:gd name="T24" fmla="*/ 8 w 42"/>
                  <a:gd name="T25" fmla="*/ 50 h 78"/>
                  <a:gd name="T26" fmla="*/ 8 w 42"/>
                  <a:gd name="T27" fmla="*/ 54 h 78"/>
                  <a:gd name="T28" fmla="*/ 4 w 42"/>
                  <a:gd name="T29" fmla="*/ 60 h 78"/>
                  <a:gd name="T30" fmla="*/ 4 w 42"/>
                  <a:gd name="T31" fmla="*/ 60 h 78"/>
                  <a:gd name="T32" fmla="*/ 0 w 42"/>
                  <a:gd name="T33" fmla="*/ 70 h 78"/>
                  <a:gd name="T34" fmla="*/ 0 w 42"/>
                  <a:gd name="T35" fmla="*/ 70 h 78"/>
                  <a:gd name="T36" fmla="*/ 0 w 42"/>
                  <a:gd name="T37" fmla="*/ 74 h 78"/>
                  <a:gd name="T38" fmla="*/ 4 w 42"/>
                  <a:gd name="T39" fmla="*/ 78 h 78"/>
                  <a:gd name="T40" fmla="*/ 4 w 42"/>
                  <a:gd name="T41" fmla="*/ 78 h 78"/>
                  <a:gd name="T42" fmla="*/ 6 w 42"/>
                  <a:gd name="T43" fmla="*/ 78 h 78"/>
                  <a:gd name="T44" fmla="*/ 8 w 42"/>
                  <a:gd name="T45" fmla="*/ 78 h 78"/>
                  <a:gd name="T46" fmla="*/ 12 w 42"/>
                  <a:gd name="T47" fmla="*/ 76 h 78"/>
                  <a:gd name="T48" fmla="*/ 18 w 42"/>
                  <a:gd name="T49" fmla="*/ 74 h 78"/>
                  <a:gd name="T50" fmla="*/ 24 w 42"/>
                  <a:gd name="T51" fmla="*/ 78 h 78"/>
                  <a:gd name="T52" fmla="*/ 24 w 42"/>
                  <a:gd name="T53" fmla="*/ 78 h 78"/>
                  <a:gd name="T54" fmla="*/ 28 w 42"/>
                  <a:gd name="T55" fmla="*/ 74 h 78"/>
                  <a:gd name="T56" fmla="*/ 32 w 42"/>
                  <a:gd name="T57" fmla="*/ 66 h 78"/>
                  <a:gd name="T58" fmla="*/ 32 w 42"/>
                  <a:gd name="T59" fmla="*/ 66 h 78"/>
                  <a:gd name="T60" fmla="*/ 34 w 42"/>
                  <a:gd name="T61" fmla="*/ 52 h 78"/>
                  <a:gd name="T62" fmla="*/ 38 w 42"/>
                  <a:gd name="T63" fmla="*/ 44 h 78"/>
                  <a:gd name="T64" fmla="*/ 38 w 42"/>
                  <a:gd name="T65" fmla="*/ 44 h 78"/>
                  <a:gd name="T66" fmla="*/ 42 w 42"/>
                  <a:gd name="T67" fmla="*/ 32 h 78"/>
                  <a:gd name="T68" fmla="*/ 42 w 42"/>
                  <a:gd name="T69" fmla="*/ 32 h 78"/>
                  <a:gd name="T70" fmla="*/ 42 w 42"/>
                  <a:gd name="T71" fmla="*/ 28 h 78"/>
                  <a:gd name="T72" fmla="*/ 40 w 42"/>
                  <a:gd name="T73" fmla="*/ 26 h 78"/>
                  <a:gd name="T74" fmla="*/ 40 w 42"/>
                  <a:gd name="T75" fmla="*/ 26 h 78"/>
                  <a:gd name="T76" fmla="*/ 38 w 42"/>
                  <a:gd name="T77" fmla="*/ 26 h 78"/>
                  <a:gd name="T78" fmla="*/ 38 w 42"/>
                  <a:gd name="T79" fmla="*/ 26 h 78"/>
                  <a:gd name="T80" fmla="*/ 34 w 42"/>
                  <a:gd name="T81" fmla="*/ 20 h 78"/>
                  <a:gd name="T82" fmla="*/ 32 w 42"/>
                  <a:gd name="T83" fmla="*/ 20 h 78"/>
                  <a:gd name="T84" fmla="*/ 32 w 42"/>
                  <a:gd name="T85" fmla="*/ 20 h 78"/>
                  <a:gd name="T86" fmla="*/ 30 w 42"/>
                  <a:gd name="T87" fmla="*/ 16 h 78"/>
                  <a:gd name="T88" fmla="*/ 28 w 42"/>
                  <a:gd name="T89" fmla="*/ 10 h 78"/>
                  <a:gd name="T90" fmla="*/ 28 w 42"/>
                  <a:gd name="T91" fmla="*/ 10 h 78"/>
                  <a:gd name="T92" fmla="*/ 16 w 42"/>
                  <a:gd name="T93" fmla="*/ 4 h 78"/>
                  <a:gd name="T94" fmla="*/ 16 w 42"/>
                  <a:gd name="T95" fmla="*/ 4 h 78"/>
                  <a:gd name="T96" fmla="*/ 12 w 42"/>
                  <a:gd name="T97" fmla="*/ 6 h 78"/>
                  <a:gd name="T98" fmla="*/ 8 w 42"/>
                  <a:gd name="T99" fmla="*/ 6 h 78"/>
                  <a:gd name="T100" fmla="*/ 8 w 42"/>
                  <a:gd name="T101" fmla="*/ 6 h 78"/>
                  <a:gd name="T102" fmla="*/ 8 w 42"/>
                  <a:gd name="T103" fmla="*/ 4 h 78"/>
                  <a:gd name="T104" fmla="*/ 6 w 42"/>
                  <a:gd name="T105" fmla="*/ 0 h 78"/>
                  <a:gd name="T106" fmla="*/ 6 w 42"/>
                  <a:gd name="T107"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8">
                    <a:moveTo>
                      <a:pt x="6" y="2"/>
                    </a:moveTo>
                    <a:lnTo>
                      <a:pt x="6" y="2"/>
                    </a:lnTo>
                    <a:lnTo>
                      <a:pt x="6" y="4"/>
                    </a:lnTo>
                    <a:lnTo>
                      <a:pt x="6" y="4"/>
                    </a:lnTo>
                    <a:lnTo>
                      <a:pt x="6" y="10"/>
                    </a:lnTo>
                    <a:lnTo>
                      <a:pt x="0" y="20"/>
                    </a:lnTo>
                    <a:lnTo>
                      <a:pt x="0" y="20"/>
                    </a:lnTo>
                    <a:lnTo>
                      <a:pt x="0" y="38"/>
                    </a:lnTo>
                    <a:lnTo>
                      <a:pt x="0" y="38"/>
                    </a:lnTo>
                    <a:lnTo>
                      <a:pt x="2" y="42"/>
                    </a:lnTo>
                    <a:lnTo>
                      <a:pt x="4" y="46"/>
                    </a:lnTo>
                    <a:lnTo>
                      <a:pt x="8" y="50"/>
                    </a:lnTo>
                    <a:lnTo>
                      <a:pt x="8" y="50"/>
                    </a:lnTo>
                    <a:lnTo>
                      <a:pt x="8" y="54"/>
                    </a:lnTo>
                    <a:lnTo>
                      <a:pt x="4" y="60"/>
                    </a:lnTo>
                    <a:lnTo>
                      <a:pt x="4" y="60"/>
                    </a:lnTo>
                    <a:lnTo>
                      <a:pt x="0" y="70"/>
                    </a:lnTo>
                    <a:lnTo>
                      <a:pt x="0" y="70"/>
                    </a:lnTo>
                    <a:lnTo>
                      <a:pt x="0" y="74"/>
                    </a:lnTo>
                    <a:lnTo>
                      <a:pt x="4" y="78"/>
                    </a:lnTo>
                    <a:lnTo>
                      <a:pt x="4" y="78"/>
                    </a:lnTo>
                    <a:lnTo>
                      <a:pt x="6" y="78"/>
                    </a:lnTo>
                    <a:lnTo>
                      <a:pt x="8" y="78"/>
                    </a:lnTo>
                    <a:lnTo>
                      <a:pt x="12" y="76"/>
                    </a:lnTo>
                    <a:lnTo>
                      <a:pt x="18" y="74"/>
                    </a:lnTo>
                    <a:lnTo>
                      <a:pt x="24" y="78"/>
                    </a:lnTo>
                    <a:lnTo>
                      <a:pt x="24" y="78"/>
                    </a:lnTo>
                    <a:lnTo>
                      <a:pt x="28" y="74"/>
                    </a:lnTo>
                    <a:lnTo>
                      <a:pt x="32" y="66"/>
                    </a:lnTo>
                    <a:lnTo>
                      <a:pt x="32" y="66"/>
                    </a:lnTo>
                    <a:lnTo>
                      <a:pt x="34" y="52"/>
                    </a:lnTo>
                    <a:lnTo>
                      <a:pt x="38" y="44"/>
                    </a:lnTo>
                    <a:lnTo>
                      <a:pt x="38" y="44"/>
                    </a:lnTo>
                    <a:lnTo>
                      <a:pt x="42" y="32"/>
                    </a:lnTo>
                    <a:lnTo>
                      <a:pt x="42" y="32"/>
                    </a:lnTo>
                    <a:lnTo>
                      <a:pt x="42" y="28"/>
                    </a:lnTo>
                    <a:lnTo>
                      <a:pt x="40" y="26"/>
                    </a:lnTo>
                    <a:lnTo>
                      <a:pt x="40" y="26"/>
                    </a:lnTo>
                    <a:lnTo>
                      <a:pt x="38" y="26"/>
                    </a:lnTo>
                    <a:lnTo>
                      <a:pt x="38" y="26"/>
                    </a:lnTo>
                    <a:lnTo>
                      <a:pt x="34" y="20"/>
                    </a:lnTo>
                    <a:lnTo>
                      <a:pt x="32" y="20"/>
                    </a:lnTo>
                    <a:lnTo>
                      <a:pt x="32" y="20"/>
                    </a:lnTo>
                    <a:lnTo>
                      <a:pt x="30" y="16"/>
                    </a:lnTo>
                    <a:lnTo>
                      <a:pt x="28" y="10"/>
                    </a:lnTo>
                    <a:lnTo>
                      <a:pt x="28" y="10"/>
                    </a:lnTo>
                    <a:lnTo>
                      <a:pt x="16" y="4"/>
                    </a:lnTo>
                    <a:lnTo>
                      <a:pt x="16" y="4"/>
                    </a:lnTo>
                    <a:lnTo>
                      <a:pt x="12" y="6"/>
                    </a:lnTo>
                    <a:lnTo>
                      <a:pt x="8" y="6"/>
                    </a:lnTo>
                    <a:lnTo>
                      <a:pt x="8" y="6"/>
                    </a:lnTo>
                    <a:lnTo>
                      <a:pt x="8" y="4"/>
                    </a:lnTo>
                    <a:lnTo>
                      <a:pt x="6"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3" name="Freeform 192">
                <a:extLst>
                  <a:ext uri="{FF2B5EF4-FFF2-40B4-BE49-F238E27FC236}">
                    <a16:creationId xmlns:a16="http://schemas.microsoft.com/office/drawing/2014/main" id="{73584912-C2F0-2C4B-AB0A-3324D5340445}"/>
                  </a:ext>
                </a:extLst>
              </p:cNvPr>
              <p:cNvSpPr>
                <a:spLocks noEditPoints="1"/>
              </p:cNvSpPr>
              <p:nvPr/>
            </p:nvSpPr>
            <p:spPr bwMode="auto">
              <a:xfrm>
                <a:off x="4288900" y="6209780"/>
                <a:ext cx="93930" cy="44051"/>
              </a:xfrm>
              <a:custGeom>
                <a:avLst/>
                <a:gdLst>
                  <a:gd name="T0" fmla="*/ 46 w 48"/>
                  <a:gd name="T1" fmla="*/ 10 h 22"/>
                  <a:gd name="T2" fmla="*/ 42 w 48"/>
                  <a:gd name="T3" fmla="*/ 10 h 22"/>
                  <a:gd name="T4" fmla="*/ 40 w 48"/>
                  <a:gd name="T5" fmla="*/ 10 h 22"/>
                  <a:gd name="T6" fmla="*/ 34 w 48"/>
                  <a:gd name="T7" fmla="*/ 14 h 22"/>
                  <a:gd name="T8" fmla="*/ 30 w 48"/>
                  <a:gd name="T9" fmla="*/ 12 h 22"/>
                  <a:gd name="T10" fmla="*/ 32 w 48"/>
                  <a:gd name="T11" fmla="*/ 18 h 22"/>
                  <a:gd name="T12" fmla="*/ 24 w 48"/>
                  <a:gd name="T13" fmla="*/ 18 h 22"/>
                  <a:gd name="T14" fmla="*/ 22 w 48"/>
                  <a:gd name="T15" fmla="*/ 18 h 22"/>
                  <a:gd name="T16" fmla="*/ 22 w 48"/>
                  <a:gd name="T17" fmla="*/ 22 h 22"/>
                  <a:gd name="T18" fmla="*/ 22 w 48"/>
                  <a:gd name="T19" fmla="*/ 22 h 22"/>
                  <a:gd name="T20" fmla="*/ 22 w 48"/>
                  <a:gd name="T21" fmla="*/ 22 h 22"/>
                  <a:gd name="T22" fmla="*/ 18 w 48"/>
                  <a:gd name="T23" fmla="*/ 20 h 22"/>
                  <a:gd name="T24" fmla="*/ 16 w 48"/>
                  <a:gd name="T25" fmla="*/ 18 h 22"/>
                  <a:gd name="T26" fmla="*/ 18 w 48"/>
                  <a:gd name="T27" fmla="*/ 18 h 22"/>
                  <a:gd name="T28" fmla="*/ 18 w 48"/>
                  <a:gd name="T29" fmla="*/ 16 h 22"/>
                  <a:gd name="T30" fmla="*/ 20 w 48"/>
                  <a:gd name="T31" fmla="*/ 12 h 22"/>
                  <a:gd name="T32" fmla="*/ 24 w 48"/>
                  <a:gd name="T33" fmla="*/ 8 h 22"/>
                  <a:gd name="T34" fmla="*/ 26 w 48"/>
                  <a:gd name="T35" fmla="*/ 8 h 22"/>
                  <a:gd name="T36" fmla="*/ 26 w 48"/>
                  <a:gd name="T37" fmla="*/ 6 h 22"/>
                  <a:gd name="T38" fmla="*/ 26 w 48"/>
                  <a:gd name="T39" fmla="*/ 4 h 22"/>
                  <a:gd name="T40" fmla="*/ 32 w 48"/>
                  <a:gd name="T41" fmla="*/ 0 h 22"/>
                  <a:gd name="T42" fmla="*/ 36 w 48"/>
                  <a:gd name="T43" fmla="*/ 2 h 22"/>
                  <a:gd name="T44" fmla="*/ 34 w 48"/>
                  <a:gd name="T45" fmla="*/ 4 h 22"/>
                  <a:gd name="T46" fmla="*/ 34 w 48"/>
                  <a:gd name="T47" fmla="*/ 4 h 22"/>
                  <a:gd name="T48" fmla="*/ 36 w 48"/>
                  <a:gd name="T49" fmla="*/ 6 h 22"/>
                  <a:gd name="T50" fmla="*/ 40 w 48"/>
                  <a:gd name="T51" fmla="*/ 4 h 22"/>
                  <a:gd name="T52" fmla="*/ 42 w 48"/>
                  <a:gd name="T53" fmla="*/ 2 h 22"/>
                  <a:gd name="T54" fmla="*/ 42 w 48"/>
                  <a:gd name="T55" fmla="*/ 2 h 22"/>
                  <a:gd name="T56" fmla="*/ 42 w 48"/>
                  <a:gd name="T57" fmla="*/ 6 h 22"/>
                  <a:gd name="T58" fmla="*/ 48 w 48"/>
                  <a:gd name="T59" fmla="*/ 8 h 22"/>
                  <a:gd name="T60" fmla="*/ 24 w 48"/>
                  <a:gd name="T61" fmla="*/ 2 h 22"/>
                  <a:gd name="T62" fmla="*/ 14 w 48"/>
                  <a:gd name="T63" fmla="*/ 2 h 22"/>
                  <a:gd name="T64" fmla="*/ 6 w 48"/>
                  <a:gd name="T65" fmla="*/ 0 h 22"/>
                  <a:gd name="T66" fmla="*/ 6 w 48"/>
                  <a:gd name="T67" fmla="*/ 4 h 22"/>
                  <a:gd name="T68" fmla="*/ 4 w 48"/>
                  <a:gd name="T69" fmla="*/ 6 h 22"/>
                  <a:gd name="T70" fmla="*/ 8 w 48"/>
                  <a:gd name="T71" fmla="*/ 6 h 22"/>
                  <a:gd name="T72" fmla="*/ 8 w 48"/>
                  <a:gd name="T73" fmla="*/ 10 h 22"/>
                  <a:gd name="T74" fmla="*/ 2 w 48"/>
                  <a:gd name="T75" fmla="*/ 14 h 22"/>
                  <a:gd name="T76" fmla="*/ 2 w 48"/>
                  <a:gd name="T77" fmla="*/ 20 h 22"/>
                  <a:gd name="T78" fmla="*/ 6 w 48"/>
                  <a:gd name="T79" fmla="*/ 18 h 22"/>
                  <a:gd name="T80" fmla="*/ 6 w 48"/>
                  <a:gd name="T81" fmla="*/ 14 h 22"/>
                  <a:gd name="T82" fmla="*/ 10 w 48"/>
                  <a:gd name="T83" fmla="*/ 14 h 22"/>
                  <a:gd name="T84" fmla="*/ 14 w 48"/>
                  <a:gd name="T85" fmla="*/ 14 h 22"/>
                  <a:gd name="T86" fmla="*/ 18 w 48"/>
                  <a:gd name="T87" fmla="*/ 6 h 22"/>
                  <a:gd name="T88" fmla="*/ 20 w 48"/>
                  <a:gd name="T89"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22">
                    <a:moveTo>
                      <a:pt x="48" y="8"/>
                    </a:moveTo>
                    <a:lnTo>
                      <a:pt x="46" y="10"/>
                    </a:lnTo>
                    <a:lnTo>
                      <a:pt x="46" y="10"/>
                    </a:lnTo>
                    <a:lnTo>
                      <a:pt x="42" y="10"/>
                    </a:lnTo>
                    <a:lnTo>
                      <a:pt x="40" y="8"/>
                    </a:lnTo>
                    <a:lnTo>
                      <a:pt x="40" y="10"/>
                    </a:lnTo>
                    <a:lnTo>
                      <a:pt x="40" y="10"/>
                    </a:lnTo>
                    <a:lnTo>
                      <a:pt x="34" y="14"/>
                    </a:lnTo>
                    <a:lnTo>
                      <a:pt x="30" y="12"/>
                    </a:lnTo>
                    <a:lnTo>
                      <a:pt x="30" y="12"/>
                    </a:lnTo>
                    <a:lnTo>
                      <a:pt x="32" y="18"/>
                    </a:lnTo>
                    <a:lnTo>
                      <a:pt x="32" y="18"/>
                    </a:lnTo>
                    <a:lnTo>
                      <a:pt x="28" y="18"/>
                    </a:lnTo>
                    <a:lnTo>
                      <a:pt x="24" y="18"/>
                    </a:lnTo>
                    <a:lnTo>
                      <a:pt x="24" y="18"/>
                    </a:lnTo>
                    <a:lnTo>
                      <a:pt x="22" y="18"/>
                    </a:lnTo>
                    <a:lnTo>
                      <a:pt x="22" y="20"/>
                    </a:lnTo>
                    <a:lnTo>
                      <a:pt x="22" y="22"/>
                    </a:lnTo>
                    <a:lnTo>
                      <a:pt x="22" y="22"/>
                    </a:lnTo>
                    <a:lnTo>
                      <a:pt x="22" y="22"/>
                    </a:lnTo>
                    <a:lnTo>
                      <a:pt x="22" y="22"/>
                    </a:lnTo>
                    <a:lnTo>
                      <a:pt x="22" y="22"/>
                    </a:lnTo>
                    <a:lnTo>
                      <a:pt x="18" y="20"/>
                    </a:lnTo>
                    <a:lnTo>
                      <a:pt x="18" y="20"/>
                    </a:lnTo>
                    <a:lnTo>
                      <a:pt x="16" y="18"/>
                    </a:lnTo>
                    <a:lnTo>
                      <a:pt x="16" y="18"/>
                    </a:lnTo>
                    <a:lnTo>
                      <a:pt x="18" y="18"/>
                    </a:lnTo>
                    <a:lnTo>
                      <a:pt x="18" y="18"/>
                    </a:lnTo>
                    <a:lnTo>
                      <a:pt x="18" y="16"/>
                    </a:lnTo>
                    <a:lnTo>
                      <a:pt x="18" y="16"/>
                    </a:lnTo>
                    <a:lnTo>
                      <a:pt x="18" y="16"/>
                    </a:lnTo>
                    <a:lnTo>
                      <a:pt x="20" y="12"/>
                    </a:lnTo>
                    <a:lnTo>
                      <a:pt x="24" y="8"/>
                    </a:lnTo>
                    <a:lnTo>
                      <a:pt x="24" y="8"/>
                    </a:lnTo>
                    <a:lnTo>
                      <a:pt x="26" y="8"/>
                    </a:lnTo>
                    <a:lnTo>
                      <a:pt x="26" y="8"/>
                    </a:lnTo>
                    <a:lnTo>
                      <a:pt x="26" y="6"/>
                    </a:lnTo>
                    <a:lnTo>
                      <a:pt x="26" y="6"/>
                    </a:lnTo>
                    <a:lnTo>
                      <a:pt x="26" y="4"/>
                    </a:lnTo>
                    <a:lnTo>
                      <a:pt x="26" y="4"/>
                    </a:lnTo>
                    <a:lnTo>
                      <a:pt x="32" y="0"/>
                    </a:lnTo>
                    <a:lnTo>
                      <a:pt x="32" y="0"/>
                    </a:lnTo>
                    <a:lnTo>
                      <a:pt x="36" y="0"/>
                    </a:lnTo>
                    <a:lnTo>
                      <a:pt x="36" y="2"/>
                    </a:lnTo>
                    <a:lnTo>
                      <a:pt x="36" y="2"/>
                    </a:lnTo>
                    <a:lnTo>
                      <a:pt x="34" y="4"/>
                    </a:lnTo>
                    <a:lnTo>
                      <a:pt x="34" y="4"/>
                    </a:lnTo>
                    <a:lnTo>
                      <a:pt x="34" y="4"/>
                    </a:lnTo>
                    <a:lnTo>
                      <a:pt x="36" y="6"/>
                    </a:lnTo>
                    <a:lnTo>
                      <a:pt x="36" y="6"/>
                    </a:lnTo>
                    <a:lnTo>
                      <a:pt x="40" y="4"/>
                    </a:lnTo>
                    <a:lnTo>
                      <a:pt x="40" y="4"/>
                    </a:lnTo>
                    <a:lnTo>
                      <a:pt x="40" y="2"/>
                    </a:lnTo>
                    <a:lnTo>
                      <a:pt x="42" y="2"/>
                    </a:lnTo>
                    <a:lnTo>
                      <a:pt x="42" y="2"/>
                    </a:lnTo>
                    <a:lnTo>
                      <a:pt x="42" y="2"/>
                    </a:lnTo>
                    <a:lnTo>
                      <a:pt x="42" y="6"/>
                    </a:lnTo>
                    <a:lnTo>
                      <a:pt x="42" y="6"/>
                    </a:lnTo>
                    <a:lnTo>
                      <a:pt x="48" y="8"/>
                    </a:lnTo>
                    <a:lnTo>
                      <a:pt x="48" y="8"/>
                    </a:lnTo>
                    <a:close/>
                    <a:moveTo>
                      <a:pt x="20" y="6"/>
                    </a:moveTo>
                    <a:lnTo>
                      <a:pt x="24" y="2"/>
                    </a:lnTo>
                    <a:lnTo>
                      <a:pt x="24" y="2"/>
                    </a:lnTo>
                    <a:lnTo>
                      <a:pt x="14" y="2"/>
                    </a:lnTo>
                    <a:lnTo>
                      <a:pt x="6" y="0"/>
                    </a:lnTo>
                    <a:lnTo>
                      <a:pt x="6" y="0"/>
                    </a:lnTo>
                    <a:lnTo>
                      <a:pt x="6" y="4"/>
                    </a:lnTo>
                    <a:lnTo>
                      <a:pt x="6" y="4"/>
                    </a:lnTo>
                    <a:lnTo>
                      <a:pt x="6" y="6"/>
                    </a:lnTo>
                    <a:lnTo>
                      <a:pt x="4" y="6"/>
                    </a:lnTo>
                    <a:lnTo>
                      <a:pt x="4" y="6"/>
                    </a:lnTo>
                    <a:lnTo>
                      <a:pt x="8" y="6"/>
                    </a:lnTo>
                    <a:lnTo>
                      <a:pt x="8" y="6"/>
                    </a:lnTo>
                    <a:lnTo>
                      <a:pt x="8" y="10"/>
                    </a:lnTo>
                    <a:lnTo>
                      <a:pt x="8" y="10"/>
                    </a:lnTo>
                    <a:lnTo>
                      <a:pt x="2" y="14"/>
                    </a:lnTo>
                    <a:lnTo>
                      <a:pt x="0" y="16"/>
                    </a:lnTo>
                    <a:lnTo>
                      <a:pt x="2" y="20"/>
                    </a:lnTo>
                    <a:lnTo>
                      <a:pt x="2" y="20"/>
                    </a:lnTo>
                    <a:lnTo>
                      <a:pt x="6" y="18"/>
                    </a:lnTo>
                    <a:lnTo>
                      <a:pt x="6" y="16"/>
                    </a:lnTo>
                    <a:lnTo>
                      <a:pt x="6" y="14"/>
                    </a:lnTo>
                    <a:lnTo>
                      <a:pt x="6" y="14"/>
                    </a:lnTo>
                    <a:lnTo>
                      <a:pt x="10" y="14"/>
                    </a:lnTo>
                    <a:lnTo>
                      <a:pt x="10" y="14"/>
                    </a:lnTo>
                    <a:lnTo>
                      <a:pt x="14" y="14"/>
                    </a:lnTo>
                    <a:lnTo>
                      <a:pt x="14" y="14"/>
                    </a:lnTo>
                    <a:lnTo>
                      <a:pt x="18" y="6"/>
                    </a:lnTo>
                    <a:lnTo>
                      <a:pt x="18" y="6"/>
                    </a:lnTo>
                    <a:lnTo>
                      <a:pt x="20" y="6"/>
                    </a:lnTo>
                    <a:lnTo>
                      <a:pt x="20"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4" name="Freeform 200">
                <a:extLst>
                  <a:ext uri="{FF2B5EF4-FFF2-40B4-BE49-F238E27FC236}">
                    <a16:creationId xmlns:a16="http://schemas.microsoft.com/office/drawing/2014/main" id="{9093E5C8-0FA1-9E48-91D3-DD0037987D6A}"/>
                  </a:ext>
                </a:extLst>
              </p:cNvPr>
              <p:cNvSpPr>
                <a:spLocks/>
              </p:cNvSpPr>
              <p:nvPr/>
            </p:nvSpPr>
            <p:spPr bwMode="auto">
              <a:xfrm>
                <a:off x="3772278" y="4335578"/>
                <a:ext cx="144811" cy="220259"/>
              </a:xfrm>
              <a:custGeom>
                <a:avLst/>
                <a:gdLst>
                  <a:gd name="T0" fmla="*/ 26 w 74"/>
                  <a:gd name="T1" fmla="*/ 0 h 110"/>
                  <a:gd name="T2" fmla="*/ 14 w 74"/>
                  <a:gd name="T3" fmla="*/ 8 h 110"/>
                  <a:gd name="T4" fmla="*/ 14 w 74"/>
                  <a:gd name="T5" fmla="*/ 12 h 110"/>
                  <a:gd name="T6" fmla="*/ 16 w 74"/>
                  <a:gd name="T7" fmla="*/ 20 h 110"/>
                  <a:gd name="T8" fmla="*/ 12 w 74"/>
                  <a:gd name="T9" fmla="*/ 24 h 110"/>
                  <a:gd name="T10" fmla="*/ 10 w 74"/>
                  <a:gd name="T11" fmla="*/ 34 h 110"/>
                  <a:gd name="T12" fmla="*/ 12 w 74"/>
                  <a:gd name="T13" fmla="*/ 40 h 110"/>
                  <a:gd name="T14" fmla="*/ 8 w 74"/>
                  <a:gd name="T15" fmla="*/ 42 h 110"/>
                  <a:gd name="T16" fmla="*/ 6 w 74"/>
                  <a:gd name="T17" fmla="*/ 44 h 110"/>
                  <a:gd name="T18" fmla="*/ 4 w 74"/>
                  <a:gd name="T19" fmla="*/ 44 h 110"/>
                  <a:gd name="T20" fmla="*/ 4 w 74"/>
                  <a:gd name="T21" fmla="*/ 48 h 110"/>
                  <a:gd name="T22" fmla="*/ 6 w 74"/>
                  <a:gd name="T23" fmla="*/ 50 h 110"/>
                  <a:gd name="T24" fmla="*/ 6 w 74"/>
                  <a:gd name="T25" fmla="*/ 54 h 110"/>
                  <a:gd name="T26" fmla="*/ 6 w 74"/>
                  <a:gd name="T27" fmla="*/ 52 h 110"/>
                  <a:gd name="T28" fmla="*/ 4 w 74"/>
                  <a:gd name="T29" fmla="*/ 62 h 110"/>
                  <a:gd name="T30" fmla="*/ 6 w 74"/>
                  <a:gd name="T31" fmla="*/ 62 h 110"/>
                  <a:gd name="T32" fmla="*/ 6 w 74"/>
                  <a:gd name="T33" fmla="*/ 66 h 110"/>
                  <a:gd name="T34" fmla="*/ 4 w 74"/>
                  <a:gd name="T35" fmla="*/ 66 h 110"/>
                  <a:gd name="T36" fmla="*/ 0 w 74"/>
                  <a:gd name="T37" fmla="*/ 70 h 110"/>
                  <a:gd name="T38" fmla="*/ 8 w 74"/>
                  <a:gd name="T39" fmla="*/ 72 h 110"/>
                  <a:gd name="T40" fmla="*/ 14 w 74"/>
                  <a:gd name="T41" fmla="*/ 72 h 110"/>
                  <a:gd name="T42" fmla="*/ 16 w 74"/>
                  <a:gd name="T43" fmla="*/ 72 h 110"/>
                  <a:gd name="T44" fmla="*/ 16 w 74"/>
                  <a:gd name="T45" fmla="*/ 70 h 110"/>
                  <a:gd name="T46" fmla="*/ 18 w 74"/>
                  <a:gd name="T47" fmla="*/ 70 h 110"/>
                  <a:gd name="T48" fmla="*/ 18 w 74"/>
                  <a:gd name="T49" fmla="*/ 74 h 110"/>
                  <a:gd name="T50" fmla="*/ 14 w 74"/>
                  <a:gd name="T51" fmla="*/ 74 h 110"/>
                  <a:gd name="T52" fmla="*/ 12 w 74"/>
                  <a:gd name="T53" fmla="*/ 78 h 110"/>
                  <a:gd name="T54" fmla="*/ 14 w 74"/>
                  <a:gd name="T55" fmla="*/ 78 h 110"/>
                  <a:gd name="T56" fmla="*/ 14 w 74"/>
                  <a:gd name="T57" fmla="*/ 80 h 110"/>
                  <a:gd name="T58" fmla="*/ 6 w 74"/>
                  <a:gd name="T59" fmla="*/ 88 h 110"/>
                  <a:gd name="T60" fmla="*/ 10 w 74"/>
                  <a:gd name="T61" fmla="*/ 94 h 110"/>
                  <a:gd name="T62" fmla="*/ 4 w 74"/>
                  <a:gd name="T63" fmla="*/ 98 h 110"/>
                  <a:gd name="T64" fmla="*/ 10 w 74"/>
                  <a:gd name="T65" fmla="*/ 104 h 110"/>
                  <a:gd name="T66" fmla="*/ 14 w 74"/>
                  <a:gd name="T67" fmla="*/ 102 h 110"/>
                  <a:gd name="T68" fmla="*/ 14 w 74"/>
                  <a:gd name="T69" fmla="*/ 100 h 110"/>
                  <a:gd name="T70" fmla="*/ 18 w 74"/>
                  <a:gd name="T71" fmla="*/ 108 h 110"/>
                  <a:gd name="T72" fmla="*/ 20 w 74"/>
                  <a:gd name="T73" fmla="*/ 110 h 110"/>
                  <a:gd name="T74" fmla="*/ 22 w 74"/>
                  <a:gd name="T75" fmla="*/ 110 h 110"/>
                  <a:gd name="T76" fmla="*/ 26 w 74"/>
                  <a:gd name="T77" fmla="*/ 108 h 110"/>
                  <a:gd name="T78" fmla="*/ 30 w 74"/>
                  <a:gd name="T79" fmla="*/ 104 h 110"/>
                  <a:gd name="T80" fmla="*/ 34 w 74"/>
                  <a:gd name="T81" fmla="*/ 94 h 110"/>
                  <a:gd name="T82" fmla="*/ 38 w 74"/>
                  <a:gd name="T83" fmla="*/ 88 h 110"/>
                  <a:gd name="T84" fmla="*/ 44 w 74"/>
                  <a:gd name="T85" fmla="*/ 80 h 110"/>
                  <a:gd name="T86" fmla="*/ 62 w 74"/>
                  <a:gd name="T87" fmla="*/ 70 h 110"/>
                  <a:gd name="T88" fmla="*/ 68 w 74"/>
                  <a:gd name="T89" fmla="*/ 64 h 110"/>
                  <a:gd name="T90" fmla="*/ 70 w 74"/>
                  <a:gd name="T91" fmla="*/ 52 h 110"/>
                  <a:gd name="T92" fmla="*/ 74 w 74"/>
                  <a:gd name="T93" fmla="*/ 52 h 110"/>
                  <a:gd name="T94" fmla="*/ 72 w 74"/>
                  <a:gd name="T95" fmla="*/ 44 h 110"/>
                  <a:gd name="T96" fmla="*/ 72 w 74"/>
                  <a:gd name="T97" fmla="*/ 34 h 110"/>
                  <a:gd name="T98" fmla="*/ 72 w 74"/>
                  <a:gd name="T99" fmla="*/ 28 h 110"/>
                  <a:gd name="T100" fmla="*/ 68 w 74"/>
                  <a:gd name="T101" fmla="*/ 26 h 110"/>
                  <a:gd name="T102" fmla="*/ 62 w 74"/>
                  <a:gd name="T103" fmla="*/ 22 h 110"/>
                  <a:gd name="T104" fmla="*/ 60 w 74"/>
                  <a:gd name="T105" fmla="*/ 22 h 110"/>
                  <a:gd name="T106" fmla="*/ 46 w 74"/>
                  <a:gd name="T107" fmla="*/ 20 h 110"/>
                  <a:gd name="T108" fmla="*/ 44 w 74"/>
                  <a:gd name="T109" fmla="*/ 20 h 110"/>
                  <a:gd name="T110" fmla="*/ 42 w 74"/>
                  <a:gd name="T111" fmla="*/ 16 h 110"/>
                  <a:gd name="T112" fmla="*/ 40 w 74"/>
                  <a:gd name="T113" fmla="*/ 10 h 110"/>
                  <a:gd name="T114" fmla="*/ 32 w 74"/>
                  <a:gd name="T115" fmla="*/ 6 h 110"/>
                  <a:gd name="T116" fmla="*/ 28 w 74"/>
                  <a:gd name="T117" fmla="*/ 2 h 110"/>
                  <a:gd name="T118" fmla="*/ 26 w 74"/>
                  <a:gd name="T1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4" h="110">
                    <a:moveTo>
                      <a:pt x="26" y="0"/>
                    </a:moveTo>
                    <a:lnTo>
                      <a:pt x="26" y="0"/>
                    </a:lnTo>
                    <a:lnTo>
                      <a:pt x="14" y="8"/>
                    </a:lnTo>
                    <a:lnTo>
                      <a:pt x="14" y="8"/>
                    </a:lnTo>
                    <a:lnTo>
                      <a:pt x="14" y="10"/>
                    </a:lnTo>
                    <a:lnTo>
                      <a:pt x="14" y="12"/>
                    </a:lnTo>
                    <a:lnTo>
                      <a:pt x="14" y="12"/>
                    </a:lnTo>
                    <a:lnTo>
                      <a:pt x="16" y="20"/>
                    </a:lnTo>
                    <a:lnTo>
                      <a:pt x="16" y="20"/>
                    </a:lnTo>
                    <a:lnTo>
                      <a:pt x="12" y="24"/>
                    </a:lnTo>
                    <a:lnTo>
                      <a:pt x="10" y="28"/>
                    </a:lnTo>
                    <a:lnTo>
                      <a:pt x="10" y="34"/>
                    </a:lnTo>
                    <a:lnTo>
                      <a:pt x="12" y="40"/>
                    </a:lnTo>
                    <a:lnTo>
                      <a:pt x="12" y="40"/>
                    </a:lnTo>
                    <a:lnTo>
                      <a:pt x="8" y="40"/>
                    </a:lnTo>
                    <a:lnTo>
                      <a:pt x="8" y="42"/>
                    </a:lnTo>
                    <a:lnTo>
                      <a:pt x="8" y="42"/>
                    </a:lnTo>
                    <a:lnTo>
                      <a:pt x="6" y="44"/>
                    </a:lnTo>
                    <a:lnTo>
                      <a:pt x="4" y="44"/>
                    </a:lnTo>
                    <a:lnTo>
                      <a:pt x="4" y="44"/>
                    </a:lnTo>
                    <a:lnTo>
                      <a:pt x="4" y="48"/>
                    </a:lnTo>
                    <a:lnTo>
                      <a:pt x="4" y="48"/>
                    </a:lnTo>
                    <a:lnTo>
                      <a:pt x="6" y="50"/>
                    </a:lnTo>
                    <a:lnTo>
                      <a:pt x="6" y="50"/>
                    </a:lnTo>
                    <a:lnTo>
                      <a:pt x="6" y="52"/>
                    </a:lnTo>
                    <a:lnTo>
                      <a:pt x="6" y="54"/>
                    </a:lnTo>
                    <a:lnTo>
                      <a:pt x="6" y="52"/>
                    </a:lnTo>
                    <a:lnTo>
                      <a:pt x="6" y="52"/>
                    </a:lnTo>
                    <a:lnTo>
                      <a:pt x="2" y="56"/>
                    </a:lnTo>
                    <a:lnTo>
                      <a:pt x="4" y="62"/>
                    </a:lnTo>
                    <a:lnTo>
                      <a:pt x="6" y="62"/>
                    </a:lnTo>
                    <a:lnTo>
                      <a:pt x="6" y="62"/>
                    </a:lnTo>
                    <a:lnTo>
                      <a:pt x="6" y="66"/>
                    </a:lnTo>
                    <a:lnTo>
                      <a:pt x="6" y="66"/>
                    </a:lnTo>
                    <a:lnTo>
                      <a:pt x="4" y="66"/>
                    </a:lnTo>
                    <a:lnTo>
                      <a:pt x="4" y="66"/>
                    </a:lnTo>
                    <a:lnTo>
                      <a:pt x="0" y="70"/>
                    </a:lnTo>
                    <a:lnTo>
                      <a:pt x="0" y="70"/>
                    </a:lnTo>
                    <a:lnTo>
                      <a:pt x="8" y="72"/>
                    </a:lnTo>
                    <a:lnTo>
                      <a:pt x="8" y="72"/>
                    </a:lnTo>
                    <a:lnTo>
                      <a:pt x="10" y="74"/>
                    </a:lnTo>
                    <a:lnTo>
                      <a:pt x="14" y="72"/>
                    </a:lnTo>
                    <a:lnTo>
                      <a:pt x="14" y="72"/>
                    </a:lnTo>
                    <a:lnTo>
                      <a:pt x="16" y="72"/>
                    </a:lnTo>
                    <a:lnTo>
                      <a:pt x="16" y="70"/>
                    </a:lnTo>
                    <a:lnTo>
                      <a:pt x="16" y="70"/>
                    </a:lnTo>
                    <a:lnTo>
                      <a:pt x="18" y="70"/>
                    </a:lnTo>
                    <a:lnTo>
                      <a:pt x="18" y="70"/>
                    </a:lnTo>
                    <a:lnTo>
                      <a:pt x="18" y="74"/>
                    </a:lnTo>
                    <a:lnTo>
                      <a:pt x="18" y="74"/>
                    </a:lnTo>
                    <a:lnTo>
                      <a:pt x="14" y="74"/>
                    </a:lnTo>
                    <a:lnTo>
                      <a:pt x="14" y="74"/>
                    </a:lnTo>
                    <a:lnTo>
                      <a:pt x="12" y="76"/>
                    </a:lnTo>
                    <a:lnTo>
                      <a:pt x="12" y="78"/>
                    </a:lnTo>
                    <a:lnTo>
                      <a:pt x="12" y="78"/>
                    </a:lnTo>
                    <a:lnTo>
                      <a:pt x="14" y="78"/>
                    </a:lnTo>
                    <a:lnTo>
                      <a:pt x="14" y="78"/>
                    </a:lnTo>
                    <a:lnTo>
                      <a:pt x="14" y="80"/>
                    </a:lnTo>
                    <a:lnTo>
                      <a:pt x="14" y="80"/>
                    </a:lnTo>
                    <a:lnTo>
                      <a:pt x="6" y="88"/>
                    </a:lnTo>
                    <a:lnTo>
                      <a:pt x="8" y="92"/>
                    </a:lnTo>
                    <a:lnTo>
                      <a:pt x="10" y="94"/>
                    </a:lnTo>
                    <a:lnTo>
                      <a:pt x="4" y="98"/>
                    </a:lnTo>
                    <a:lnTo>
                      <a:pt x="4" y="98"/>
                    </a:lnTo>
                    <a:lnTo>
                      <a:pt x="6" y="100"/>
                    </a:lnTo>
                    <a:lnTo>
                      <a:pt x="10" y="104"/>
                    </a:lnTo>
                    <a:lnTo>
                      <a:pt x="10" y="104"/>
                    </a:lnTo>
                    <a:lnTo>
                      <a:pt x="14" y="102"/>
                    </a:lnTo>
                    <a:lnTo>
                      <a:pt x="14" y="100"/>
                    </a:lnTo>
                    <a:lnTo>
                      <a:pt x="14" y="100"/>
                    </a:lnTo>
                    <a:lnTo>
                      <a:pt x="16" y="102"/>
                    </a:lnTo>
                    <a:lnTo>
                      <a:pt x="18" y="108"/>
                    </a:lnTo>
                    <a:lnTo>
                      <a:pt x="18" y="108"/>
                    </a:lnTo>
                    <a:lnTo>
                      <a:pt x="20" y="110"/>
                    </a:lnTo>
                    <a:lnTo>
                      <a:pt x="22" y="110"/>
                    </a:lnTo>
                    <a:lnTo>
                      <a:pt x="22" y="110"/>
                    </a:lnTo>
                    <a:lnTo>
                      <a:pt x="22" y="110"/>
                    </a:lnTo>
                    <a:lnTo>
                      <a:pt x="26" y="108"/>
                    </a:lnTo>
                    <a:lnTo>
                      <a:pt x="28" y="106"/>
                    </a:lnTo>
                    <a:lnTo>
                      <a:pt x="30" y="104"/>
                    </a:lnTo>
                    <a:lnTo>
                      <a:pt x="30" y="104"/>
                    </a:lnTo>
                    <a:lnTo>
                      <a:pt x="34" y="94"/>
                    </a:lnTo>
                    <a:lnTo>
                      <a:pt x="38" y="88"/>
                    </a:lnTo>
                    <a:lnTo>
                      <a:pt x="38" y="88"/>
                    </a:lnTo>
                    <a:lnTo>
                      <a:pt x="44" y="80"/>
                    </a:lnTo>
                    <a:lnTo>
                      <a:pt x="44" y="80"/>
                    </a:lnTo>
                    <a:lnTo>
                      <a:pt x="50" y="76"/>
                    </a:lnTo>
                    <a:lnTo>
                      <a:pt x="62" y="70"/>
                    </a:lnTo>
                    <a:lnTo>
                      <a:pt x="62" y="70"/>
                    </a:lnTo>
                    <a:lnTo>
                      <a:pt x="68" y="64"/>
                    </a:lnTo>
                    <a:lnTo>
                      <a:pt x="70" y="58"/>
                    </a:lnTo>
                    <a:lnTo>
                      <a:pt x="70" y="52"/>
                    </a:lnTo>
                    <a:lnTo>
                      <a:pt x="74" y="52"/>
                    </a:lnTo>
                    <a:lnTo>
                      <a:pt x="74" y="52"/>
                    </a:lnTo>
                    <a:lnTo>
                      <a:pt x="74" y="50"/>
                    </a:lnTo>
                    <a:lnTo>
                      <a:pt x="72" y="44"/>
                    </a:lnTo>
                    <a:lnTo>
                      <a:pt x="72" y="44"/>
                    </a:lnTo>
                    <a:lnTo>
                      <a:pt x="72" y="34"/>
                    </a:lnTo>
                    <a:lnTo>
                      <a:pt x="68" y="32"/>
                    </a:lnTo>
                    <a:lnTo>
                      <a:pt x="72" y="28"/>
                    </a:lnTo>
                    <a:lnTo>
                      <a:pt x="72" y="28"/>
                    </a:lnTo>
                    <a:lnTo>
                      <a:pt x="68" y="26"/>
                    </a:lnTo>
                    <a:lnTo>
                      <a:pt x="62" y="22"/>
                    </a:lnTo>
                    <a:lnTo>
                      <a:pt x="62" y="22"/>
                    </a:lnTo>
                    <a:lnTo>
                      <a:pt x="62" y="20"/>
                    </a:lnTo>
                    <a:lnTo>
                      <a:pt x="60" y="22"/>
                    </a:lnTo>
                    <a:lnTo>
                      <a:pt x="60" y="24"/>
                    </a:lnTo>
                    <a:lnTo>
                      <a:pt x="46" y="20"/>
                    </a:lnTo>
                    <a:lnTo>
                      <a:pt x="46" y="20"/>
                    </a:lnTo>
                    <a:lnTo>
                      <a:pt x="44" y="20"/>
                    </a:lnTo>
                    <a:lnTo>
                      <a:pt x="42" y="16"/>
                    </a:lnTo>
                    <a:lnTo>
                      <a:pt x="42" y="16"/>
                    </a:lnTo>
                    <a:lnTo>
                      <a:pt x="42" y="12"/>
                    </a:lnTo>
                    <a:lnTo>
                      <a:pt x="40" y="10"/>
                    </a:lnTo>
                    <a:lnTo>
                      <a:pt x="40" y="10"/>
                    </a:lnTo>
                    <a:lnTo>
                      <a:pt x="32" y="6"/>
                    </a:lnTo>
                    <a:lnTo>
                      <a:pt x="32" y="6"/>
                    </a:lnTo>
                    <a:lnTo>
                      <a:pt x="28" y="2"/>
                    </a:lnTo>
                    <a:lnTo>
                      <a:pt x="28" y="0"/>
                    </a:lnTo>
                    <a:lnTo>
                      <a:pt x="2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5" name="Freeform 210">
                <a:extLst>
                  <a:ext uri="{FF2B5EF4-FFF2-40B4-BE49-F238E27FC236}">
                    <a16:creationId xmlns:a16="http://schemas.microsoft.com/office/drawing/2014/main" id="{5AB33A7F-18CC-8842-B17A-E760896E612B}"/>
                  </a:ext>
                </a:extLst>
              </p:cNvPr>
              <p:cNvSpPr>
                <a:spLocks/>
              </p:cNvSpPr>
              <p:nvPr/>
            </p:nvSpPr>
            <p:spPr bwMode="auto">
              <a:xfrm>
                <a:off x="3821848" y="3971150"/>
                <a:ext cx="334148" cy="552649"/>
              </a:xfrm>
              <a:custGeom>
                <a:avLst/>
                <a:gdLst>
                  <a:gd name="T0" fmla="*/ 108 w 170"/>
                  <a:gd name="T1" fmla="*/ 8 h 276"/>
                  <a:gd name="T2" fmla="*/ 102 w 170"/>
                  <a:gd name="T3" fmla="*/ 0 h 276"/>
                  <a:gd name="T4" fmla="*/ 94 w 170"/>
                  <a:gd name="T5" fmla="*/ 4 h 276"/>
                  <a:gd name="T6" fmla="*/ 86 w 170"/>
                  <a:gd name="T7" fmla="*/ 14 h 276"/>
                  <a:gd name="T8" fmla="*/ 78 w 170"/>
                  <a:gd name="T9" fmla="*/ 20 h 276"/>
                  <a:gd name="T10" fmla="*/ 64 w 170"/>
                  <a:gd name="T11" fmla="*/ 22 h 276"/>
                  <a:gd name="T12" fmla="*/ 62 w 170"/>
                  <a:gd name="T13" fmla="*/ 30 h 276"/>
                  <a:gd name="T14" fmla="*/ 56 w 170"/>
                  <a:gd name="T15" fmla="*/ 26 h 276"/>
                  <a:gd name="T16" fmla="*/ 50 w 170"/>
                  <a:gd name="T17" fmla="*/ 38 h 276"/>
                  <a:gd name="T18" fmla="*/ 46 w 170"/>
                  <a:gd name="T19" fmla="*/ 46 h 276"/>
                  <a:gd name="T20" fmla="*/ 38 w 170"/>
                  <a:gd name="T21" fmla="*/ 64 h 276"/>
                  <a:gd name="T22" fmla="*/ 32 w 170"/>
                  <a:gd name="T23" fmla="*/ 74 h 276"/>
                  <a:gd name="T24" fmla="*/ 24 w 170"/>
                  <a:gd name="T25" fmla="*/ 70 h 276"/>
                  <a:gd name="T26" fmla="*/ 26 w 170"/>
                  <a:gd name="T27" fmla="*/ 82 h 276"/>
                  <a:gd name="T28" fmla="*/ 24 w 170"/>
                  <a:gd name="T29" fmla="*/ 88 h 276"/>
                  <a:gd name="T30" fmla="*/ 20 w 170"/>
                  <a:gd name="T31" fmla="*/ 114 h 276"/>
                  <a:gd name="T32" fmla="*/ 22 w 170"/>
                  <a:gd name="T33" fmla="*/ 130 h 276"/>
                  <a:gd name="T34" fmla="*/ 18 w 170"/>
                  <a:gd name="T35" fmla="*/ 138 h 276"/>
                  <a:gd name="T36" fmla="*/ 26 w 170"/>
                  <a:gd name="T37" fmla="*/ 144 h 276"/>
                  <a:gd name="T38" fmla="*/ 20 w 170"/>
                  <a:gd name="T39" fmla="*/ 150 h 276"/>
                  <a:gd name="T40" fmla="*/ 8 w 170"/>
                  <a:gd name="T41" fmla="*/ 160 h 276"/>
                  <a:gd name="T42" fmla="*/ 4 w 170"/>
                  <a:gd name="T43" fmla="*/ 164 h 276"/>
                  <a:gd name="T44" fmla="*/ 4 w 170"/>
                  <a:gd name="T45" fmla="*/ 170 h 276"/>
                  <a:gd name="T46" fmla="*/ 0 w 170"/>
                  <a:gd name="T47" fmla="*/ 176 h 276"/>
                  <a:gd name="T48" fmla="*/ 2 w 170"/>
                  <a:gd name="T49" fmla="*/ 184 h 276"/>
                  <a:gd name="T50" fmla="*/ 16 w 170"/>
                  <a:gd name="T51" fmla="*/ 194 h 276"/>
                  <a:gd name="T52" fmla="*/ 34 w 170"/>
                  <a:gd name="T53" fmla="*/ 206 h 276"/>
                  <a:gd name="T54" fmla="*/ 36 w 170"/>
                  <a:gd name="T55" fmla="*/ 204 h 276"/>
                  <a:gd name="T56" fmla="*/ 54 w 170"/>
                  <a:gd name="T57" fmla="*/ 210 h 276"/>
                  <a:gd name="T58" fmla="*/ 62 w 170"/>
                  <a:gd name="T59" fmla="*/ 220 h 276"/>
                  <a:gd name="T60" fmla="*/ 70 w 170"/>
                  <a:gd name="T61" fmla="*/ 230 h 276"/>
                  <a:gd name="T62" fmla="*/ 80 w 170"/>
                  <a:gd name="T63" fmla="*/ 240 h 276"/>
                  <a:gd name="T64" fmla="*/ 90 w 170"/>
                  <a:gd name="T65" fmla="*/ 238 h 276"/>
                  <a:gd name="T66" fmla="*/ 104 w 170"/>
                  <a:gd name="T67" fmla="*/ 242 h 276"/>
                  <a:gd name="T68" fmla="*/ 104 w 170"/>
                  <a:gd name="T69" fmla="*/ 274 h 276"/>
                  <a:gd name="T70" fmla="*/ 128 w 170"/>
                  <a:gd name="T71" fmla="*/ 238 h 276"/>
                  <a:gd name="T72" fmla="*/ 126 w 170"/>
                  <a:gd name="T73" fmla="*/ 212 h 276"/>
                  <a:gd name="T74" fmla="*/ 124 w 170"/>
                  <a:gd name="T75" fmla="*/ 200 h 276"/>
                  <a:gd name="T76" fmla="*/ 134 w 170"/>
                  <a:gd name="T77" fmla="*/ 196 h 276"/>
                  <a:gd name="T78" fmla="*/ 158 w 170"/>
                  <a:gd name="T79" fmla="*/ 186 h 276"/>
                  <a:gd name="T80" fmla="*/ 170 w 170"/>
                  <a:gd name="T81" fmla="*/ 186 h 276"/>
                  <a:gd name="T82" fmla="*/ 164 w 170"/>
                  <a:gd name="T83" fmla="*/ 178 h 276"/>
                  <a:gd name="T84" fmla="*/ 162 w 170"/>
                  <a:gd name="T85" fmla="*/ 172 h 276"/>
                  <a:gd name="T86" fmla="*/ 170 w 170"/>
                  <a:gd name="T87" fmla="*/ 154 h 276"/>
                  <a:gd name="T88" fmla="*/ 150 w 170"/>
                  <a:gd name="T89" fmla="*/ 138 h 276"/>
                  <a:gd name="T90" fmla="*/ 144 w 170"/>
                  <a:gd name="T91" fmla="*/ 128 h 276"/>
                  <a:gd name="T92" fmla="*/ 146 w 170"/>
                  <a:gd name="T93" fmla="*/ 112 h 276"/>
                  <a:gd name="T94" fmla="*/ 122 w 170"/>
                  <a:gd name="T95" fmla="*/ 100 h 276"/>
                  <a:gd name="T96" fmla="*/ 106 w 170"/>
                  <a:gd name="T97" fmla="*/ 98 h 276"/>
                  <a:gd name="T98" fmla="*/ 90 w 170"/>
                  <a:gd name="T99" fmla="*/ 88 h 276"/>
                  <a:gd name="T100" fmla="*/ 84 w 170"/>
                  <a:gd name="T101" fmla="*/ 76 h 276"/>
                  <a:gd name="T102" fmla="*/ 76 w 170"/>
                  <a:gd name="T103" fmla="*/ 64 h 276"/>
                  <a:gd name="T104" fmla="*/ 76 w 170"/>
                  <a:gd name="T105" fmla="*/ 54 h 276"/>
                  <a:gd name="T106" fmla="*/ 76 w 170"/>
                  <a:gd name="T107" fmla="*/ 38 h 276"/>
                  <a:gd name="T108" fmla="*/ 102 w 170"/>
                  <a:gd name="T109" fmla="*/ 1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0" h="276">
                    <a:moveTo>
                      <a:pt x="102" y="10"/>
                    </a:moveTo>
                    <a:lnTo>
                      <a:pt x="102" y="10"/>
                    </a:lnTo>
                    <a:lnTo>
                      <a:pt x="106" y="10"/>
                    </a:lnTo>
                    <a:lnTo>
                      <a:pt x="106" y="10"/>
                    </a:lnTo>
                    <a:lnTo>
                      <a:pt x="108" y="8"/>
                    </a:lnTo>
                    <a:lnTo>
                      <a:pt x="108" y="6"/>
                    </a:lnTo>
                    <a:lnTo>
                      <a:pt x="108" y="6"/>
                    </a:lnTo>
                    <a:lnTo>
                      <a:pt x="104" y="4"/>
                    </a:lnTo>
                    <a:lnTo>
                      <a:pt x="104" y="4"/>
                    </a:lnTo>
                    <a:lnTo>
                      <a:pt x="102" y="0"/>
                    </a:lnTo>
                    <a:lnTo>
                      <a:pt x="102" y="0"/>
                    </a:lnTo>
                    <a:lnTo>
                      <a:pt x="100" y="2"/>
                    </a:lnTo>
                    <a:lnTo>
                      <a:pt x="98" y="2"/>
                    </a:lnTo>
                    <a:lnTo>
                      <a:pt x="98" y="2"/>
                    </a:lnTo>
                    <a:lnTo>
                      <a:pt x="94" y="4"/>
                    </a:lnTo>
                    <a:lnTo>
                      <a:pt x="94" y="4"/>
                    </a:lnTo>
                    <a:lnTo>
                      <a:pt x="94" y="8"/>
                    </a:lnTo>
                    <a:lnTo>
                      <a:pt x="94" y="8"/>
                    </a:lnTo>
                    <a:lnTo>
                      <a:pt x="90" y="12"/>
                    </a:lnTo>
                    <a:lnTo>
                      <a:pt x="86" y="14"/>
                    </a:lnTo>
                    <a:lnTo>
                      <a:pt x="86" y="14"/>
                    </a:lnTo>
                    <a:lnTo>
                      <a:pt x="84" y="14"/>
                    </a:lnTo>
                    <a:lnTo>
                      <a:pt x="82" y="16"/>
                    </a:lnTo>
                    <a:lnTo>
                      <a:pt x="82" y="16"/>
                    </a:lnTo>
                    <a:lnTo>
                      <a:pt x="78" y="20"/>
                    </a:lnTo>
                    <a:lnTo>
                      <a:pt x="72" y="22"/>
                    </a:lnTo>
                    <a:lnTo>
                      <a:pt x="72" y="22"/>
                    </a:lnTo>
                    <a:lnTo>
                      <a:pt x="68" y="22"/>
                    </a:lnTo>
                    <a:lnTo>
                      <a:pt x="64" y="22"/>
                    </a:lnTo>
                    <a:lnTo>
                      <a:pt x="64" y="22"/>
                    </a:lnTo>
                    <a:lnTo>
                      <a:pt x="64" y="24"/>
                    </a:lnTo>
                    <a:lnTo>
                      <a:pt x="62" y="26"/>
                    </a:lnTo>
                    <a:lnTo>
                      <a:pt x="62" y="26"/>
                    </a:lnTo>
                    <a:lnTo>
                      <a:pt x="62" y="30"/>
                    </a:lnTo>
                    <a:lnTo>
                      <a:pt x="62" y="30"/>
                    </a:lnTo>
                    <a:lnTo>
                      <a:pt x="62" y="28"/>
                    </a:lnTo>
                    <a:lnTo>
                      <a:pt x="62" y="28"/>
                    </a:lnTo>
                    <a:lnTo>
                      <a:pt x="60" y="28"/>
                    </a:lnTo>
                    <a:lnTo>
                      <a:pt x="56" y="26"/>
                    </a:lnTo>
                    <a:lnTo>
                      <a:pt x="56" y="26"/>
                    </a:lnTo>
                    <a:lnTo>
                      <a:pt x="54" y="28"/>
                    </a:lnTo>
                    <a:lnTo>
                      <a:pt x="54" y="30"/>
                    </a:lnTo>
                    <a:lnTo>
                      <a:pt x="52" y="32"/>
                    </a:lnTo>
                    <a:lnTo>
                      <a:pt x="52" y="32"/>
                    </a:lnTo>
                    <a:lnTo>
                      <a:pt x="50" y="38"/>
                    </a:lnTo>
                    <a:lnTo>
                      <a:pt x="52" y="44"/>
                    </a:lnTo>
                    <a:lnTo>
                      <a:pt x="52" y="44"/>
                    </a:lnTo>
                    <a:lnTo>
                      <a:pt x="48" y="44"/>
                    </a:lnTo>
                    <a:lnTo>
                      <a:pt x="46" y="46"/>
                    </a:lnTo>
                    <a:lnTo>
                      <a:pt x="46" y="46"/>
                    </a:lnTo>
                    <a:lnTo>
                      <a:pt x="48" y="52"/>
                    </a:lnTo>
                    <a:lnTo>
                      <a:pt x="48" y="52"/>
                    </a:lnTo>
                    <a:lnTo>
                      <a:pt x="42" y="52"/>
                    </a:lnTo>
                    <a:lnTo>
                      <a:pt x="42" y="52"/>
                    </a:lnTo>
                    <a:lnTo>
                      <a:pt x="38" y="64"/>
                    </a:lnTo>
                    <a:lnTo>
                      <a:pt x="36" y="76"/>
                    </a:lnTo>
                    <a:lnTo>
                      <a:pt x="36" y="76"/>
                    </a:lnTo>
                    <a:lnTo>
                      <a:pt x="32" y="76"/>
                    </a:lnTo>
                    <a:lnTo>
                      <a:pt x="32" y="76"/>
                    </a:lnTo>
                    <a:lnTo>
                      <a:pt x="32" y="74"/>
                    </a:lnTo>
                    <a:lnTo>
                      <a:pt x="30" y="72"/>
                    </a:lnTo>
                    <a:lnTo>
                      <a:pt x="28" y="66"/>
                    </a:lnTo>
                    <a:lnTo>
                      <a:pt x="28" y="66"/>
                    </a:lnTo>
                    <a:lnTo>
                      <a:pt x="26" y="66"/>
                    </a:lnTo>
                    <a:lnTo>
                      <a:pt x="24" y="70"/>
                    </a:lnTo>
                    <a:lnTo>
                      <a:pt x="24" y="70"/>
                    </a:lnTo>
                    <a:lnTo>
                      <a:pt x="26" y="72"/>
                    </a:lnTo>
                    <a:lnTo>
                      <a:pt x="28" y="76"/>
                    </a:lnTo>
                    <a:lnTo>
                      <a:pt x="28" y="76"/>
                    </a:lnTo>
                    <a:lnTo>
                      <a:pt x="26" y="82"/>
                    </a:lnTo>
                    <a:lnTo>
                      <a:pt x="24" y="84"/>
                    </a:lnTo>
                    <a:lnTo>
                      <a:pt x="22" y="88"/>
                    </a:lnTo>
                    <a:lnTo>
                      <a:pt x="22" y="88"/>
                    </a:lnTo>
                    <a:lnTo>
                      <a:pt x="24" y="88"/>
                    </a:lnTo>
                    <a:lnTo>
                      <a:pt x="24" y="88"/>
                    </a:lnTo>
                    <a:lnTo>
                      <a:pt x="24" y="100"/>
                    </a:lnTo>
                    <a:lnTo>
                      <a:pt x="24" y="106"/>
                    </a:lnTo>
                    <a:lnTo>
                      <a:pt x="26" y="112"/>
                    </a:lnTo>
                    <a:lnTo>
                      <a:pt x="20" y="114"/>
                    </a:lnTo>
                    <a:lnTo>
                      <a:pt x="20" y="114"/>
                    </a:lnTo>
                    <a:lnTo>
                      <a:pt x="24" y="116"/>
                    </a:lnTo>
                    <a:lnTo>
                      <a:pt x="24" y="116"/>
                    </a:lnTo>
                    <a:lnTo>
                      <a:pt x="22" y="124"/>
                    </a:lnTo>
                    <a:lnTo>
                      <a:pt x="22" y="130"/>
                    </a:lnTo>
                    <a:lnTo>
                      <a:pt x="22" y="130"/>
                    </a:lnTo>
                    <a:lnTo>
                      <a:pt x="18" y="136"/>
                    </a:lnTo>
                    <a:lnTo>
                      <a:pt x="18" y="136"/>
                    </a:lnTo>
                    <a:lnTo>
                      <a:pt x="18" y="136"/>
                    </a:lnTo>
                    <a:lnTo>
                      <a:pt x="18" y="138"/>
                    </a:lnTo>
                    <a:lnTo>
                      <a:pt x="18" y="138"/>
                    </a:lnTo>
                    <a:lnTo>
                      <a:pt x="18" y="140"/>
                    </a:lnTo>
                    <a:lnTo>
                      <a:pt x="22" y="144"/>
                    </a:lnTo>
                    <a:lnTo>
                      <a:pt x="22" y="144"/>
                    </a:lnTo>
                    <a:lnTo>
                      <a:pt x="24" y="144"/>
                    </a:lnTo>
                    <a:lnTo>
                      <a:pt x="26" y="144"/>
                    </a:lnTo>
                    <a:lnTo>
                      <a:pt x="26" y="146"/>
                    </a:lnTo>
                    <a:lnTo>
                      <a:pt x="26" y="146"/>
                    </a:lnTo>
                    <a:lnTo>
                      <a:pt x="22" y="148"/>
                    </a:lnTo>
                    <a:lnTo>
                      <a:pt x="20" y="150"/>
                    </a:lnTo>
                    <a:lnTo>
                      <a:pt x="20" y="150"/>
                    </a:lnTo>
                    <a:lnTo>
                      <a:pt x="18" y="154"/>
                    </a:lnTo>
                    <a:lnTo>
                      <a:pt x="18" y="158"/>
                    </a:lnTo>
                    <a:lnTo>
                      <a:pt x="18" y="158"/>
                    </a:lnTo>
                    <a:lnTo>
                      <a:pt x="14" y="158"/>
                    </a:lnTo>
                    <a:lnTo>
                      <a:pt x="8" y="160"/>
                    </a:lnTo>
                    <a:lnTo>
                      <a:pt x="8" y="160"/>
                    </a:lnTo>
                    <a:lnTo>
                      <a:pt x="6" y="164"/>
                    </a:lnTo>
                    <a:lnTo>
                      <a:pt x="6" y="164"/>
                    </a:lnTo>
                    <a:lnTo>
                      <a:pt x="4" y="164"/>
                    </a:lnTo>
                    <a:lnTo>
                      <a:pt x="4" y="164"/>
                    </a:lnTo>
                    <a:lnTo>
                      <a:pt x="4" y="168"/>
                    </a:lnTo>
                    <a:lnTo>
                      <a:pt x="4" y="168"/>
                    </a:lnTo>
                    <a:lnTo>
                      <a:pt x="4" y="168"/>
                    </a:lnTo>
                    <a:lnTo>
                      <a:pt x="4" y="170"/>
                    </a:lnTo>
                    <a:lnTo>
                      <a:pt x="4" y="170"/>
                    </a:lnTo>
                    <a:lnTo>
                      <a:pt x="6" y="172"/>
                    </a:lnTo>
                    <a:lnTo>
                      <a:pt x="6" y="176"/>
                    </a:lnTo>
                    <a:lnTo>
                      <a:pt x="6" y="176"/>
                    </a:lnTo>
                    <a:lnTo>
                      <a:pt x="4" y="174"/>
                    </a:lnTo>
                    <a:lnTo>
                      <a:pt x="0" y="176"/>
                    </a:lnTo>
                    <a:lnTo>
                      <a:pt x="0" y="176"/>
                    </a:lnTo>
                    <a:lnTo>
                      <a:pt x="0" y="182"/>
                    </a:lnTo>
                    <a:lnTo>
                      <a:pt x="2" y="182"/>
                    </a:lnTo>
                    <a:lnTo>
                      <a:pt x="2" y="182"/>
                    </a:lnTo>
                    <a:lnTo>
                      <a:pt x="2" y="184"/>
                    </a:lnTo>
                    <a:lnTo>
                      <a:pt x="6" y="188"/>
                    </a:lnTo>
                    <a:lnTo>
                      <a:pt x="6" y="188"/>
                    </a:lnTo>
                    <a:lnTo>
                      <a:pt x="14" y="192"/>
                    </a:lnTo>
                    <a:lnTo>
                      <a:pt x="14" y="192"/>
                    </a:lnTo>
                    <a:lnTo>
                      <a:pt x="16" y="194"/>
                    </a:lnTo>
                    <a:lnTo>
                      <a:pt x="16" y="198"/>
                    </a:lnTo>
                    <a:lnTo>
                      <a:pt x="16" y="198"/>
                    </a:lnTo>
                    <a:lnTo>
                      <a:pt x="18" y="202"/>
                    </a:lnTo>
                    <a:lnTo>
                      <a:pt x="20" y="202"/>
                    </a:lnTo>
                    <a:lnTo>
                      <a:pt x="34" y="206"/>
                    </a:lnTo>
                    <a:lnTo>
                      <a:pt x="34" y="206"/>
                    </a:lnTo>
                    <a:lnTo>
                      <a:pt x="34" y="204"/>
                    </a:lnTo>
                    <a:lnTo>
                      <a:pt x="36" y="202"/>
                    </a:lnTo>
                    <a:lnTo>
                      <a:pt x="36" y="204"/>
                    </a:lnTo>
                    <a:lnTo>
                      <a:pt x="36" y="204"/>
                    </a:lnTo>
                    <a:lnTo>
                      <a:pt x="40" y="206"/>
                    </a:lnTo>
                    <a:lnTo>
                      <a:pt x="42" y="208"/>
                    </a:lnTo>
                    <a:lnTo>
                      <a:pt x="48" y="210"/>
                    </a:lnTo>
                    <a:lnTo>
                      <a:pt x="54" y="210"/>
                    </a:lnTo>
                    <a:lnTo>
                      <a:pt x="54" y="210"/>
                    </a:lnTo>
                    <a:lnTo>
                      <a:pt x="54" y="214"/>
                    </a:lnTo>
                    <a:lnTo>
                      <a:pt x="56" y="216"/>
                    </a:lnTo>
                    <a:lnTo>
                      <a:pt x="58" y="216"/>
                    </a:lnTo>
                    <a:lnTo>
                      <a:pt x="58" y="216"/>
                    </a:lnTo>
                    <a:lnTo>
                      <a:pt x="62" y="220"/>
                    </a:lnTo>
                    <a:lnTo>
                      <a:pt x="64" y="224"/>
                    </a:lnTo>
                    <a:lnTo>
                      <a:pt x="64" y="224"/>
                    </a:lnTo>
                    <a:lnTo>
                      <a:pt x="64" y="226"/>
                    </a:lnTo>
                    <a:lnTo>
                      <a:pt x="66" y="228"/>
                    </a:lnTo>
                    <a:lnTo>
                      <a:pt x="70" y="230"/>
                    </a:lnTo>
                    <a:lnTo>
                      <a:pt x="78" y="230"/>
                    </a:lnTo>
                    <a:lnTo>
                      <a:pt x="78" y="236"/>
                    </a:lnTo>
                    <a:lnTo>
                      <a:pt x="78" y="236"/>
                    </a:lnTo>
                    <a:lnTo>
                      <a:pt x="78" y="238"/>
                    </a:lnTo>
                    <a:lnTo>
                      <a:pt x="80" y="240"/>
                    </a:lnTo>
                    <a:lnTo>
                      <a:pt x="82" y="240"/>
                    </a:lnTo>
                    <a:lnTo>
                      <a:pt x="82" y="240"/>
                    </a:lnTo>
                    <a:lnTo>
                      <a:pt x="90" y="242"/>
                    </a:lnTo>
                    <a:lnTo>
                      <a:pt x="90" y="238"/>
                    </a:lnTo>
                    <a:lnTo>
                      <a:pt x="90" y="238"/>
                    </a:lnTo>
                    <a:lnTo>
                      <a:pt x="94" y="238"/>
                    </a:lnTo>
                    <a:lnTo>
                      <a:pt x="98" y="238"/>
                    </a:lnTo>
                    <a:lnTo>
                      <a:pt x="100" y="240"/>
                    </a:lnTo>
                    <a:lnTo>
                      <a:pt x="100" y="240"/>
                    </a:lnTo>
                    <a:lnTo>
                      <a:pt x="104" y="242"/>
                    </a:lnTo>
                    <a:lnTo>
                      <a:pt x="110" y="244"/>
                    </a:lnTo>
                    <a:lnTo>
                      <a:pt x="110" y="244"/>
                    </a:lnTo>
                    <a:lnTo>
                      <a:pt x="114" y="246"/>
                    </a:lnTo>
                    <a:lnTo>
                      <a:pt x="116" y="248"/>
                    </a:lnTo>
                    <a:lnTo>
                      <a:pt x="104" y="274"/>
                    </a:lnTo>
                    <a:lnTo>
                      <a:pt x="110" y="274"/>
                    </a:lnTo>
                    <a:lnTo>
                      <a:pt x="114" y="276"/>
                    </a:lnTo>
                    <a:lnTo>
                      <a:pt x="114" y="276"/>
                    </a:lnTo>
                    <a:lnTo>
                      <a:pt x="128" y="238"/>
                    </a:lnTo>
                    <a:lnTo>
                      <a:pt x="128" y="238"/>
                    </a:lnTo>
                    <a:lnTo>
                      <a:pt x="130" y="232"/>
                    </a:lnTo>
                    <a:lnTo>
                      <a:pt x="132" y="228"/>
                    </a:lnTo>
                    <a:lnTo>
                      <a:pt x="132" y="226"/>
                    </a:lnTo>
                    <a:lnTo>
                      <a:pt x="132" y="226"/>
                    </a:lnTo>
                    <a:lnTo>
                      <a:pt x="126" y="212"/>
                    </a:lnTo>
                    <a:lnTo>
                      <a:pt x="122" y="210"/>
                    </a:lnTo>
                    <a:lnTo>
                      <a:pt x="122" y="204"/>
                    </a:lnTo>
                    <a:lnTo>
                      <a:pt x="130" y="204"/>
                    </a:lnTo>
                    <a:lnTo>
                      <a:pt x="132" y="202"/>
                    </a:lnTo>
                    <a:lnTo>
                      <a:pt x="124" y="200"/>
                    </a:lnTo>
                    <a:lnTo>
                      <a:pt x="126" y="194"/>
                    </a:lnTo>
                    <a:lnTo>
                      <a:pt x="126" y="194"/>
                    </a:lnTo>
                    <a:lnTo>
                      <a:pt x="128" y="196"/>
                    </a:lnTo>
                    <a:lnTo>
                      <a:pt x="134" y="196"/>
                    </a:lnTo>
                    <a:lnTo>
                      <a:pt x="134" y="196"/>
                    </a:lnTo>
                    <a:lnTo>
                      <a:pt x="148" y="196"/>
                    </a:lnTo>
                    <a:lnTo>
                      <a:pt x="148" y="192"/>
                    </a:lnTo>
                    <a:lnTo>
                      <a:pt x="152" y="194"/>
                    </a:lnTo>
                    <a:lnTo>
                      <a:pt x="156" y="194"/>
                    </a:lnTo>
                    <a:lnTo>
                      <a:pt x="158" y="186"/>
                    </a:lnTo>
                    <a:lnTo>
                      <a:pt x="164" y="188"/>
                    </a:lnTo>
                    <a:lnTo>
                      <a:pt x="164" y="194"/>
                    </a:lnTo>
                    <a:lnTo>
                      <a:pt x="168" y="194"/>
                    </a:lnTo>
                    <a:lnTo>
                      <a:pt x="170" y="186"/>
                    </a:lnTo>
                    <a:lnTo>
                      <a:pt x="170" y="186"/>
                    </a:lnTo>
                    <a:lnTo>
                      <a:pt x="166" y="182"/>
                    </a:lnTo>
                    <a:lnTo>
                      <a:pt x="166" y="182"/>
                    </a:lnTo>
                    <a:lnTo>
                      <a:pt x="166" y="176"/>
                    </a:lnTo>
                    <a:lnTo>
                      <a:pt x="166" y="176"/>
                    </a:lnTo>
                    <a:lnTo>
                      <a:pt x="164" y="178"/>
                    </a:lnTo>
                    <a:lnTo>
                      <a:pt x="164" y="178"/>
                    </a:lnTo>
                    <a:lnTo>
                      <a:pt x="162" y="178"/>
                    </a:lnTo>
                    <a:lnTo>
                      <a:pt x="160" y="176"/>
                    </a:lnTo>
                    <a:lnTo>
                      <a:pt x="162" y="172"/>
                    </a:lnTo>
                    <a:lnTo>
                      <a:pt x="162" y="172"/>
                    </a:lnTo>
                    <a:lnTo>
                      <a:pt x="164" y="170"/>
                    </a:lnTo>
                    <a:lnTo>
                      <a:pt x="168" y="164"/>
                    </a:lnTo>
                    <a:lnTo>
                      <a:pt x="168" y="164"/>
                    </a:lnTo>
                    <a:lnTo>
                      <a:pt x="170" y="154"/>
                    </a:lnTo>
                    <a:lnTo>
                      <a:pt x="170" y="154"/>
                    </a:lnTo>
                    <a:lnTo>
                      <a:pt x="164" y="152"/>
                    </a:lnTo>
                    <a:lnTo>
                      <a:pt x="158" y="146"/>
                    </a:lnTo>
                    <a:lnTo>
                      <a:pt x="158" y="146"/>
                    </a:lnTo>
                    <a:lnTo>
                      <a:pt x="154" y="142"/>
                    </a:lnTo>
                    <a:lnTo>
                      <a:pt x="150" y="138"/>
                    </a:lnTo>
                    <a:lnTo>
                      <a:pt x="150" y="138"/>
                    </a:lnTo>
                    <a:lnTo>
                      <a:pt x="146" y="134"/>
                    </a:lnTo>
                    <a:lnTo>
                      <a:pt x="144" y="132"/>
                    </a:lnTo>
                    <a:lnTo>
                      <a:pt x="144" y="128"/>
                    </a:lnTo>
                    <a:lnTo>
                      <a:pt x="144" y="128"/>
                    </a:lnTo>
                    <a:lnTo>
                      <a:pt x="142" y="124"/>
                    </a:lnTo>
                    <a:lnTo>
                      <a:pt x="144" y="122"/>
                    </a:lnTo>
                    <a:lnTo>
                      <a:pt x="146" y="120"/>
                    </a:lnTo>
                    <a:lnTo>
                      <a:pt x="146" y="112"/>
                    </a:lnTo>
                    <a:lnTo>
                      <a:pt x="146" y="112"/>
                    </a:lnTo>
                    <a:lnTo>
                      <a:pt x="138" y="110"/>
                    </a:lnTo>
                    <a:lnTo>
                      <a:pt x="138" y="110"/>
                    </a:lnTo>
                    <a:lnTo>
                      <a:pt x="128" y="112"/>
                    </a:lnTo>
                    <a:lnTo>
                      <a:pt x="128" y="112"/>
                    </a:lnTo>
                    <a:lnTo>
                      <a:pt x="122" y="100"/>
                    </a:lnTo>
                    <a:lnTo>
                      <a:pt x="122" y="100"/>
                    </a:lnTo>
                    <a:lnTo>
                      <a:pt x="118" y="98"/>
                    </a:lnTo>
                    <a:lnTo>
                      <a:pt x="112" y="98"/>
                    </a:lnTo>
                    <a:lnTo>
                      <a:pt x="112" y="98"/>
                    </a:lnTo>
                    <a:lnTo>
                      <a:pt x="106" y="98"/>
                    </a:lnTo>
                    <a:lnTo>
                      <a:pt x="102" y="98"/>
                    </a:lnTo>
                    <a:lnTo>
                      <a:pt x="92" y="96"/>
                    </a:lnTo>
                    <a:lnTo>
                      <a:pt x="92" y="96"/>
                    </a:lnTo>
                    <a:lnTo>
                      <a:pt x="92" y="94"/>
                    </a:lnTo>
                    <a:lnTo>
                      <a:pt x="90" y="88"/>
                    </a:lnTo>
                    <a:lnTo>
                      <a:pt x="90" y="88"/>
                    </a:lnTo>
                    <a:lnTo>
                      <a:pt x="86" y="82"/>
                    </a:lnTo>
                    <a:lnTo>
                      <a:pt x="84" y="78"/>
                    </a:lnTo>
                    <a:lnTo>
                      <a:pt x="84" y="78"/>
                    </a:lnTo>
                    <a:lnTo>
                      <a:pt x="84" y="76"/>
                    </a:lnTo>
                    <a:lnTo>
                      <a:pt x="86" y="76"/>
                    </a:lnTo>
                    <a:lnTo>
                      <a:pt x="88" y="74"/>
                    </a:lnTo>
                    <a:lnTo>
                      <a:pt x="82" y="62"/>
                    </a:lnTo>
                    <a:lnTo>
                      <a:pt x="76" y="64"/>
                    </a:lnTo>
                    <a:lnTo>
                      <a:pt x="76" y="64"/>
                    </a:lnTo>
                    <a:lnTo>
                      <a:pt x="74" y="64"/>
                    </a:lnTo>
                    <a:lnTo>
                      <a:pt x="74" y="62"/>
                    </a:lnTo>
                    <a:lnTo>
                      <a:pt x="74" y="58"/>
                    </a:lnTo>
                    <a:lnTo>
                      <a:pt x="74" y="58"/>
                    </a:lnTo>
                    <a:lnTo>
                      <a:pt x="76" y="54"/>
                    </a:lnTo>
                    <a:lnTo>
                      <a:pt x="76" y="52"/>
                    </a:lnTo>
                    <a:lnTo>
                      <a:pt x="76" y="46"/>
                    </a:lnTo>
                    <a:lnTo>
                      <a:pt x="76" y="46"/>
                    </a:lnTo>
                    <a:lnTo>
                      <a:pt x="78" y="40"/>
                    </a:lnTo>
                    <a:lnTo>
                      <a:pt x="76" y="38"/>
                    </a:lnTo>
                    <a:lnTo>
                      <a:pt x="82" y="36"/>
                    </a:lnTo>
                    <a:lnTo>
                      <a:pt x="88" y="22"/>
                    </a:lnTo>
                    <a:lnTo>
                      <a:pt x="94" y="12"/>
                    </a:lnTo>
                    <a:lnTo>
                      <a:pt x="94" y="12"/>
                    </a:lnTo>
                    <a:lnTo>
                      <a:pt x="102" y="10"/>
                    </a:lnTo>
                    <a:lnTo>
                      <a:pt x="102"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6" name="Freeform 215">
                <a:extLst>
                  <a:ext uri="{FF2B5EF4-FFF2-40B4-BE49-F238E27FC236}">
                    <a16:creationId xmlns:a16="http://schemas.microsoft.com/office/drawing/2014/main" id="{953FDFCD-03E8-2541-98E3-3CB60644555F}"/>
                  </a:ext>
                </a:extLst>
              </p:cNvPr>
              <p:cNvSpPr>
                <a:spLocks noEditPoints="1"/>
              </p:cNvSpPr>
              <p:nvPr/>
            </p:nvSpPr>
            <p:spPr bwMode="auto">
              <a:xfrm>
                <a:off x="3921189" y="4972327"/>
                <a:ext cx="222164" cy="1405650"/>
              </a:xfrm>
              <a:custGeom>
                <a:avLst/>
                <a:gdLst>
                  <a:gd name="T0" fmla="*/ 92 w 114"/>
                  <a:gd name="T1" fmla="*/ 688 h 702"/>
                  <a:gd name="T2" fmla="*/ 62 w 114"/>
                  <a:gd name="T3" fmla="*/ 690 h 702"/>
                  <a:gd name="T4" fmla="*/ 42 w 114"/>
                  <a:gd name="T5" fmla="*/ 686 h 702"/>
                  <a:gd name="T6" fmla="*/ 52 w 114"/>
                  <a:gd name="T7" fmla="*/ 678 h 702"/>
                  <a:gd name="T8" fmla="*/ 56 w 114"/>
                  <a:gd name="T9" fmla="*/ 668 h 702"/>
                  <a:gd name="T10" fmla="*/ 74 w 114"/>
                  <a:gd name="T11" fmla="*/ 680 h 702"/>
                  <a:gd name="T12" fmla="*/ 62 w 114"/>
                  <a:gd name="T13" fmla="*/ 660 h 702"/>
                  <a:gd name="T14" fmla="*/ 82 w 114"/>
                  <a:gd name="T15" fmla="*/ 646 h 702"/>
                  <a:gd name="T16" fmla="*/ 112 w 114"/>
                  <a:gd name="T17" fmla="*/ 102 h 702"/>
                  <a:gd name="T18" fmla="*/ 98 w 114"/>
                  <a:gd name="T19" fmla="*/ 142 h 702"/>
                  <a:gd name="T20" fmla="*/ 88 w 114"/>
                  <a:gd name="T21" fmla="*/ 178 h 702"/>
                  <a:gd name="T22" fmla="*/ 74 w 114"/>
                  <a:gd name="T23" fmla="*/ 236 h 702"/>
                  <a:gd name="T24" fmla="*/ 70 w 114"/>
                  <a:gd name="T25" fmla="*/ 296 h 702"/>
                  <a:gd name="T26" fmla="*/ 58 w 114"/>
                  <a:gd name="T27" fmla="*/ 332 h 702"/>
                  <a:gd name="T28" fmla="*/ 54 w 114"/>
                  <a:gd name="T29" fmla="*/ 366 h 702"/>
                  <a:gd name="T30" fmla="*/ 44 w 114"/>
                  <a:gd name="T31" fmla="*/ 416 h 702"/>
                  <a:gd name="T32" fmla="*/ 48 w 114"/>
                  <a:gd name="T33" fmla="*/ 458 h 702"/>
                  <a:gd name="T34" fmla="*/ 50 w 114"/>
                  <a:gd name="T35" fmla="*/ 490 h 702"/>
                  <a:gd name="T36" fmla="*/ 48 w 114"/>
                  <a:gd name="T37" fmla="*/ 514 h 702"/>
                  <a:gd name="T38" fmla="*/ 40 w 114"/>
                  <a:gd name="T39" fmla="*/ 552 h 702"/>
                  <a:gd name="T40" fmla="*/ 28 w 114"/>
                  <a:gd name="T41" fmla="*/ 594 h 702"/>
                  <a:gd name="T42" fmla="*/ 36 w 114"/>
                  <a:gd name="T43" fmla="*/ 612 h 702"/>
                  <a:gd name="T44" fmla="*/ 78 w 114"/>
                  <a:gd name="T45" fmla="*/ 638 h 702"/>
                  <a:gd name="T46" fmla="*/ 54 w 114"/>
                  <a:gd name="T47" fmla="*/ 668 h 702"/>
                  <a:gd name="T48" fmla="*/ 36 w 114"/>
                  <a:gd name="T49" fmla="*/ 662 h 702"/>
                  <a:gd name="T50" fmla="*/ 34 w 114"/>
                  <a:gd name="T51" fmla="*/ 674 h 702"/>
                  <a:gd name="T52" fmla="*/ 26 w 114"/>
                  <a:gd name="T53" fmla="*/ 666 h 702"/>
                  <a:gd name="T54" fmla="*/ 26 w 114"/>
                  <a:gd name="T55" fmla="*/ 652 h 702"/>
                  <a:gd name="T56" fmla="*/ 36 w 114"/>
                  <a:gd name="T57" fmla="*/ 632 h 702"/>
                  <a:gd name="T58" fmla="*/ 24 w 114"/>
                  <a:gd name="T59" fmla="*/ 634 h 702"/>
                  <a:gd name="T60" fmla="*/ 14 w 114"/>
                  <a:gd name="T61" fmla="*/ 648 h 702"/>
                  <a:gd name="T62" fmla="*/ 10 w 114"/>
                  <a:gd name="T63" fmla="*/ 644 h 702"/>
                  <a:gd name="T64" fmla="*/ 14 w 114"/>
                  <a:gd name="T65" fmla="*/ 630 h 702"/>
                  <a:gd name="T66" fmla="*/ 20 w 114"/>
                  <a:gd name="T67" fmla="*/ 618 h 702"/>
                  <a:gd name="T68" fmla="*/ 18 w 114"/>
                  <a:gd name="T69" fmla="*/ 602 h 702"/>
                  <a:gd name="T70" fmla="*/ 16 w 114"/>
                  <a:gd name="T71" fmla="*/ 586 h 702"/>
                  <a:gd name="T72" fmla="*/ 16 w 114"/>
                  <a:gd name="T73" fmla="*/ 568 h 702"/>
                  <a:gd name="T74" fmla="*/ 18 w 114"/>
                  <a:gd name="T75" fmla="*/ 546 h 702"/>
                  <a:gd name="T76" fmla="*/ 6 w 114"/>
                  <a:gd name="T77" fmla="*/ 530 h 702"/>
                  <a:gd name="T78" fmla="*/ 0 w 114"/>
                  <a:gd name="T79" fmla="*/ 532 h 702"/>
                  <a:gd name="T80" fmla="*/ 16 w 114"/>
                  <a:gd name="T81" fmla="*/ 516 h 702"/>
                  <a:gd name="T82" fmla="*/ 22 w 114"/>
                  <a:gd name="T83" fmla="*/ 522 h 702"/>
                  <a:gd name="T84" fmla="*/ 26 w 114"/>
                  <a:gd name="T85" fmla="*/ 486 h 702"/>
                  <a:gd name="T86" fmla="*/ 38 w 114"/>
                  <a:gd name="T87" fmla="*/ 470 h 702"/>
                  <a:gd name="T88" fmla="*/ 38 w 114"/>
                  <a:gd name="T89" fmla="*/ 454 h 702"/>
                  <a:gd name="T90" fmla="*/ 32 w 114"/>
                  <a:gd name="T91" fmla="*/ 432 h 702"/>
                  <a:gd name="T92" fmla="*/ 32 w 114"/>
                  <a:gd name="T93" fmla="*/ 384 h 702"/>
                  <a:gd name="T94" fmla="*/ 28 w 114"/>
                  <a:gd name="T95" fmla="*/ 360 h 702"/>
                  <a:gd name="T96" fmla="*/ 36 w 114"/>
                  <a:gd name="T97" fmla="*/ 338 h 702"/>
                  <a:gd name="T98" fmla="*/ 44 w 114"/>
                  <a:gd name="T99" fmla="*/ 302 h 702"/>
                  <a:gd name="T100" fmla="*/ 58 w 114"/>
                  <a:gd name="T101" fmla="*/ 244 h 702"/>
                  <a:gd name="T102" fmla="*/ 54 w 114"/>
                  <a:gd name="T103" fmla="*/ 200 h 702"/>
                  <a:gd name="T104" fmla="*/ 64 w 114"/>
                  <a:gd name="T105" fmla="*/ 166 h 702"/>
                  <a:gd name="T106" fmla="*/ 66 w 114"/>
                  <a:gd name="T107" fmla="*/ 134 h 702"/>
                  <a:gd name="T108" fmla="*/ 66 w 114"/>
                  <a:gd name="T109" fmla="*/ 98 h 702"/>
                  <a:gd name="T110" fmla="*/ 72 w 114"/>
                  <a:gd name="T111" fmla="*/ 58 h 702"/>
                  <a:gd name="T112" fmla="*/ 74 w 114"/>
                  <a:gd name="T113" fmla="*/ 4 h 702"/>
                  <a:gd name="T114" fmla="*/ 94 w 114"/>
                  <a:gd name="T115" fmla="*/ 42 h 702"/>
                  <a:gd name="T116" fmla="*/ 114 w 114"/>
                  <a:gd name="T117" fmla="*/ 9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4" h="702">
                    <a:moveTo>
                      <a:pt x="106" y="690"/>
                    </a:moveTo>
                    <a:lnTo>
                      <a:pt x="108" y="690"/>
                    </a:lnTo>
                    <a:lnTo>
                      <a:pt x="108" y="690"/>
                    </a:lnTo>
                    <a:lnTo>
                      <a:pt x="104" y="696"/>
                    </a:lnTo>
                    <a:lnTo>
                      <a:pt x="100" y="702"/>
                    </a:lnTo>
                    <a:lnTo>
                      <a:pt x="100" y="702"/>
                    </a:lnTo>
                    <a:lnTo>
                      <a:pt x="100" y="696"/>
                    </a:lnTo>
                    <a:lnTo>
                      <a:pt x="100" y="696"/>
                    </a:lnTo>
                    <a:lnTo>
                      <a:pt x="94" y="694"/>
                    </a:lnTo>
                    <a:lnTo>
                      <a:pt x="94" y="694"/>
                    </a:lnTo>
                    <a:lnTo>
                      <a:pt x="94" y="692"/>
                    </a:lnTo>
                    <a:lnTo>
                      <a:pt x="92" y="688"/>
                    </a:lnTo>
                    <a:lnTo>
                      <a:pt x="92" y="688"/>
                    </a:lnTo>
                    <a:lnTo>
                      <a:pt x="80" y="692"/>
                    </a:lnTo>
                    <a:lnTo>
                      <a:pt x="78" y="694"/>
                    </a:lnTo>
                    <a:lnTo>
                      <a:pt x="78" y="694"/>
                    </a:lnTo>
                    <a:lnTo>
                      <a:pt x="74" y="694"/>
                    </a:lnTo>
                    <a:lnTo>
                      <a:pt x="68" y="694"/>
                    </a:lnTo>
                    <a:lnTo>
                      <a:pt x="68" y="694"/>
                    </a:lnTo>
                    <a:lnTo>
                      <a:pt x="68" y="692"/>
                    </a:lnTo>
                    <a:lnTo>
                      <a:pt x="68" y="692"/>
                    </a:lnTo>
                    <a:lnTo>
                      <a:pt x="70" y="692"/>
                    </a:lnTo>
                    <a:lnTo>
                      <a:pt x="70" y="690"/>
                    </a:lnTo>
                    <a:lnTo>
                      <a:pt x="66" y="688"/>
                    </a:lnTo>
                    <a:lnTo>
                      <a:pt x="66" y="688"/>
                    </a:lnTo>
                    <a:lnTo>
                      <a:pt x="62" y="690"/>
                    </a:lnTo>
                    <a:lnTo>
                      <a:pt x="58" y="690"/>
                    </a:lnTo>
                    <a:lnTo>
                      <a:pt x="58" y="690"/>
                    </a:lnTo>
                    <a:lnTo>
                      <a:pt x="58" y="686"/>
                    </a:lnTo>
                    <a:lnTo>
                      <a:pt x="58" y="686"/>
                    </a:lnTo>
                    <a:lnTo>
                      <a:pt x="50" y="686"/>
                    </a:lnTo>
                    <a:lnTo>
                      <a:pt x="50" y="684"/>
                    </a:lnTo>
                    <a:lnTo>
                      <a:pt x="50" y="684"/>
                    </a:lnTo>
                    <a:lnTo>
                      <a:pt x="46" y="684"/>
                    </a:lnTo>
                    <a:lnTo>
                      <a:pt x="46" y="686"/>
                    </a:lnTo>
                    <a:lnTo>
                      <a:pt x="46" y="686"/>
                    </a:lnTo>
                    <a:lnTo>
                      <a:pt x="46" y="688"/>
                    </a:lnTo>
                    <a:lnTo>
                      <a:pt x="46" y="688"/>
                    </a:lnTo>
                    <a:lnTo>
                      <a:pt x="42" y="686"/>
                    </a:lnTo>
                    <a:lnTo>
                      <a:pt x="42" y="686"/>
                    </a:lnTo>
                    <a:lnTo>
                      <a:pt x="42" y="684"/>
                    </a:lnTo>
                    <a:lnTo>
                      <a:pt x="42" y="684"/>
                    </a:lnTo>
                    <a:lnTo>
                      <a:pt x="44" y="684"/>
                    </a:lnTo>
                    <a:lnTo>
                      <a:pt x="44" y="682"/>
                    </a:lnTo>
                    <a:lnTo>
                      <a:pt x="44" y="682"/>
                    </a:lnTo>
                    <a:lnTo>
                      <a:pt x="56" y="680"/>
                    </a:lnTo>
                    <a:lnTo>
                      <a:pt x="56" y="680"/>
                    </a:lnTo>
                    <a:lnTo>
                      <a:pt x="56" y="678"/>
                    </a:lnTo>
                    <a:lnTo>
                      <a:pt x="56" y="676"/>
                    </a:lnTo>
                    <a:lnTo>
                      <a:pt x="56" y="676"/>
                    </a:lnTo>
                    <a:lnTo>
                      <a:pt x="52" y="678"/>
                    </a:lnTo>
                    <a:lnTo>
                      <a:pt x="52" y="678"/>
                    </a:lnTo>
                    <a:lnTo>
                      <a:pt x="48" y="678"/>
                    </a:lnTo>
                    <a:lnTo>
                      <a:pt x="46" y="676"/>
                    </a:lnTo>
                    <a:lnTo>
                      <a:pt x="44" y="670"/>
                    </a:lnTo>
                    <a:lnTo>
                      <a:pt x="44" y="670"/>
                    </a:lnTo>
                    <a:lnTo>
                      <a:pt x="50" y="670"/>
                    </a:lnTo>
                    <a:lnTo>
                      <a:pt x="50" y="670"/>
                    </a:lnTo>
                    <a:lnTo>
                      <a:pt x="50" y="674"/>
                    </a:lnTo>
                    <a:lnTo>
                      <a:pt x="50" y="674"/>
                    </a:lnTo>
                    <a:lnTo>
                      <a:pt x="54" y="672"/>
                    </a:lnTo>
                    <a:lnTo>
                      <a:pt x="54" y="674"/>
                    </a:lnTo>
                    <a:lnTo>
                      <a:pt x="54" y="674"/>
                    </a:lnTo>
                    <a:lnTo>
                      <a:pt x="56" y="668"/>
                    </a:lnTo>
                    <a:lnTo>
                      <a:pt x="56" y="668"/>
                    </a:lnTo>
                    <a:lnTo>
                      <a:pt x="60" y="668"/>
                    </a:lnTo>
                    <a:lnTo>
                      <a:pt x="60" y="668"/>
                    </a:lnTo>
                    <a:lnTo>
                      <a:pt x="60" y="676"/>
                    </a:lnTo>
                    <a:lnTo>
                      <a:pt x="64" y="678"/>
                    </a:lnTo>
                    <a:lnTo>
                      <a:pt x="64" y="678"/>
                    </a:lnTo>
                    <a:lnTo>
                      <a:pt x="62" y="682"/>
                    </a:lnTo>
                    <a:lnTo>
                      <a:pt x="66" y="682"/>
                    </a:lnTo>
                    <a:lnTo>
                      <a:pt x="66" y="682"/>
                    </a:lnTo>
                    <a:lnTo>
                      <a:pt x="66" y="678"/>
                    </a:lnTo>
                    <a:lnTo>
                      <a:pt x="72" y="678"/>
                    </a:lnTo>
                    <a:lnTo>
                      <a:pt x="72" y="678"/>
                    </a:lnTo>
                    <a:lnTo>
                      <a:pt x="74" y="680"/>
                    </a:lnTo>
                    <a:lnTo>
                      <a:pt x="74" y="680"/>
                    </a:lnTo>
                    <a:lnTo>
                      <a:pt x="78" y="680"/>
                    </a:lnTo>
                    <a:lnTo>
                      <a:pt x="78" y="680"/>
                    </a:lnTo>
                    <a:lnTo>
                      <a:pt x="72" y="674"/>
                    </a:lnTo>
                    <a:lnTo>
                      <a:pt x="72" y="674"/>
                    </a:lnTo>
                    <a:lnTo>
                      <a:pt x="66" y="674"/>
                    </a:lnTo>
                    <a:lnTo>
                      <a:pt x="66" y="674"/>
                    </a:lnTo>
                    <a:lnTo>
                      <a:pt x="64" y="670"/>
                    </a:lnTo>
                    <a:lnTo>
                      <a:pt x="64" y="666"/>
                    </a:lnTo>
                    <a:lnTo>
                      <a:pt x="64" y="666"/>
                    </a:lnTo>
                    <a:lnTo>
                      <a:pt x="74" y="660"/>
                    </a:lnTo>
                    <a:lnTo>
                      <a:pt x="74" y="660"/>
                    </a:lnTo>
                    <a:lnTo>
                      <a:pt x="64" y="660"/>
                    </a:lnTo>
                    <a:lnTo>
                      <a:pt x="62" y="660"/>
                    </a:lnTo>
                    <a:lnTo>
                      <a:pt x="62" y="658"/>
                    </a:lnTo>
                    <a:lnTo>
                      <a:pt x="62" y="654"/>
                    </a:lnTo>
                    <a:lnTo>
                      <a:pt x="62" y="646"/>
                    </a:lnTo>
                    <a:lnTo>
                      <a:pt x="62" y="646"/>
                    </a:lnTo>
                    <a:lnTo>
                      <a:pt x="64" y="646"/>
                    </a:lnTo>
                    <a:lnTo>
                      <a:pt x="68" y="646"/>
                    </a:lnTo>
                    <a:lnTo>
                      <a:pt x="68" y="646"/>
                    </a:lnTo>
                    <a:lnTo>
                      <a:pt x="68" y="646"/>
                    </a:lnTo>
                    <a:lnTo>
                      <a:pt x="72" y="648"/>
                    </a:lnTo>
                    <a:lnTo>
                      <a:pt x="72" y="648"/>
                    </a:lnTo>
                    <a:lnTo>
                      <a:pt x="78" y="642"/>
                    </a:lnTo>
                    <a:lnTo>
                      <a:pt x="78" y="642"/>
                    </a:lnTo>
                    <a:lnTo>
                      <a:pt x="82" y="646"/>
                    </a:lnTo>
                    <a:lnTo>
                      <a:pt x="82" y="646"/>
                    </a:lnTo>
                    <a:lnTo>
                      <a:pt x="86" y="644"/>
                    </a:lnTo>
                    <a:lnTo>
                      <a:pt x="90" y="690"/>
                    </a:lnTo>
                    <a:lnTo>
                      <a:pt x="90" y="690"/>
                    </a:lnTo>
                    <a:lnTo>
                      <a:pt x="94" y="688"/>
                    </a:lnTo>
                    <a:lnTo>
                      <a:pt x="100" y="688"/>
                    </a:lnTo>
                    <a:lnTo>
                      <a:pt x="100" y="688"/>
                    </a:lnTo>
                    <a:lnTo>
                      <a:pt x="96" y="688"/>
                    </a:lnTo>
                    <a:lnTo>
                      <a:pt x="98" y="688"/>
                    </a:lnTo>
                    <a:lnTo>
                      <a:pt x="106" y="690"/>
                    </a:lnTo>
                    <a:lnTo>
                      <a:pt x="106" y="690"/>
                    </a:lnTo>
                    <a:close/>
                    <a:moveTo>
                      <a:pt x="112" y="102"/>
                    </a:moveTo>
                    <a:lnTo>
                      <a:pt x="112" y="102"/>
                    </a:lnTo>
                    <a:lnTo>
                      <a:pt x="112" y="106"/>
                    </a:lnTo>
                    <a:lnTo>
                      <a:pt x="108" y="106"/>
                    </a:lnTo>
                    <a:lnTo>
                      <a:pt x="106" y="108"/>
                    </a:lnTo>
                    <a:lnTo>
                      <a:pt x="104" y="110"/>
                    </a:lnTo>
                    <a:lnTo>
                      <a:pt x="104" y="110"/>
                    </a:lnTo>
                    <a:lnTo>
                      <a:pt x="102" y="114"/>
                    </a:lnTo>
                    <a:lnTo>
                      <a:pt x="98" y="116"/>
                    </a:lnTo>
                    <a:lnTo>
                      <a:pt x="96" y="116"/>
                    </a:lnTo>
                    <a:lnTo>
                      <a:pt x="94" y="118"/>
                    </a:lnTo>
                    <a:lnTo>
                      <a:pt x="94" y="118"/>
                    </a:lnTo>
                    <a:lnTo>
                      <a:pt x="94" y="134"/>
                    </a:lnTo>
                    <a:lnTo>
                      <a:pt x="94" y="134"/>
                    </a:lnTo>
                    <a:lnTo>
                      <a:pt x="98" y="142"/>
                    </a:lnTo>
                    <a:lnTo>
                      <a:pt x="98" y="144"/>
                    </a:lnTo>
                    <a:lnTo>
                      <a:pt x="96" y="146"/>
                    </a:lnTo>
                    <a:lnTo>
                      <a:pt x="96" y="146"/>
                    </a:lnTo>
                    <a:lnTo>
                      <a:pt x="94" y="148"/>
                    </a:lnTo>
                    <a:lnTo>
                      <a:pt x="94" y="150"/>
                    </a:lnTo>
                    <a:lnTo>
                      <a:pt x="96" y="154"/>
                    </a:lnTo>
                    <a:lnTo>
                      <a:pt x="96" y="154"/>
                    </a:lnTo>
                    <a:lnTo>
                      <a:pt x="96" y="160"/>
                    </a:lnTo>
                    <a:lnTo>
                      <a:pt x="94" y="166"/>
                    </a:lnTo>
                    <a:lnTo>
                      <a:pt x="94" y="166"/>
                    </a:lnTo>
                    <a:lnTo>
                      <a:pt x="90" y="172"/>
                    </a:lnTo>
                    <a:lnTo>
                      <a:pt x="88" y="178"/>
                    </a:lnTo>
                    <a:lnTo>
                      <a:pt x="88" y="178"/>
                    </a:lnTo>
                    <a:lnTo>
                      <a:pt x="86" y="182"/>
                    </a:lnTo>
                    <a:lnTo>
                      <a:pt x="84" y="184"/>
                    </a:lnTo>
                    <a:lnTo>
                      <a:pt x="82" y="186"/>
                    </a:lnTo>
                    <a:lnTo>
                      <a:pt x="80" y="192"/>
                    </a:lnTo>
                    <a:lnTo>
                      <a:pt x="80" y="192"/>
                    </a:lnTo>
                    <a:lnTo>
                      <a:pt x="78" y="210"/>
                    </a:lnTo>
                    <a:lnTo>
                      <a:pt x="78" y="210"/>
                    </a:lnTo>
                    <a:lnTo>
                      <a:pt x="78" y="218"/>
                    </a:lnTo>
                    <a:lnTo>
                      <a:pt x="78" y="224"/>
                    </a:lnTo>
                    <a:lnTo>
                      <a:pt x="78" y="224"/>
                    </a:lnTo>
                    <a:lnTo>
                      <a:pt x="76" y="228"/>
                    </a:lnTo>
                    <a:lnTo>
                      <a:pt x="74" y="236"/>
                    </a:lnTo>
                    <a:lnTo>
                      <a:pt x="74" y="236"/>
                    </a:lnTo>
                    <a:lnTo>
                      <a:pt x="74" y="244"/>
                    </a:lnTo>
                    <a:lnTo>
                      <a:pt x="74" y="250"/>
                    </a:lnTo>
                    <a:lnTo>
                      <a:pt x="74" y="250"/>
                    </a:lnTo>
                    <a:lnTo>
                      <a:pt x="74" y="258"/>
                    </a:lnTo>
                    <a:lnTo>
                      <a:pt x="74" y="262"/>
                    </a:lnTo>
                    <a:lnTo>
                      <a:pt x="74" y="262"/>
                    </a:lnTo>
                    <a:lnTo>
                      <a:pt x="70" y="268"/>
                    </a:lnTo>
                    <a:lnTo>
                      <a:pt x="72" y="274"/>
                    </a:lnTo>
                    <a:lnTo>
                      <a:pt x="72" y="274"/>
                    </a:lnTo>
                    <a:lnTo>
                      <a:pt x="72" y="280"/>
                    </a:lnTo>
                    <a:lnTo>
                      <a:pt x="72" y="286"/>
                    </a:lnTo>
                    <a:lnTo>
                      <a:pt x="72" y="286"/>
                    </a:lnTo>
                    <a:lnTo>
                      <a:pt x="70" y="296"/>
                    </a:lnTo>
                    <a:lnTo>
                      <a:pt x="66" y="306"/>
                    </a:lnTo>
                    <a:lnTo>
                      <a:pt x="66" y="306"/>
                    </a:lnTo>
                    <a:lnTo>
                      <a:pt x="64" y="312"/>
                    </a:lnTo>
                    <a:lnTo>
                      <a:pt x="66" y="316"/>
                    </a:lnTo>
                    <a:lnTo>
                      <a:pt x="66" y="316"/>
                    </a:lnTo>
                    <a:lnTo>
                      <a:pt x="66" y="322"/>
                    </a:lnTo>
                    <a:lnTo>
                      <a:pt x="66" y="326"/>
                    </a:lnTo>
                    <a:lnTo>
                      <a:pt x="66" y="326"/>
                    </a:lnTo>
                    <a:lnTo>
                      <a:pt x="64" y="328"/>
                    </a:lnTo>
                    <a:lnTo>
                      <a:pt x="62" y="328"/>
                    </a:lnTo>
                    <a:lnTo>
                      <a:pt x="60" y="328"/>
                    </a:lnTo>
                    <a:lnTo>
                      <a:pt x="60" y="328"/>
                    </a:lnTo>
                    <a:lnTo>
                      <a:pt x="58" y="332"/>
                    </a:lnTo>
                    <a:lnTo>
                      <a:pt x="56" y="334"/>
                    </a:lnTo>
                    <a:lnTo>
                      <a:pt x="54" y="338"/>
                    </a:lnTo>
                    <a:lnTo>
                      <a:pt x="54" y="338"/>
                    </a:lnTo>
                    <a:lnTo>
                      <a:pt x="54" y="344"/>
                    </a:lnTo>
                    <a:lnTo>
                      <a:pt x="54" y="352"/>
                    </a:lnTo>
                    <a:lnTo>
                      <a:pt x="54" y="352"/>
                    </a:lnTo>
                    <a:lnTo>
                      <a:pt x="54" y="354"/>
                    </a:lnTo>
                    <a:lnTo>
                      <a:pt x="56" y="356"/>
                    </a:lnTo>
                    <a:lnTo>
                      <a:pt x="58" y="362"/>
                    </a:lnTo>
                    <a:lnTo>
                      <a:pt x="58" y="362"/>
                    </a:lnTo>
                    <a:lnTo>
                      <a:pt x="56" y="364"/>
                    </a:lnTo>
                    <a:lnTo>
                      <a:pt x="56" y="364"/>
                    </a:lnTo>
                    <a:lnTo>
                      <a:pt x="54" y="366"/>
                    </a:lnTo>
                    <a:lnTo>
                      <a:pt x="54" y="366"/>
                    </a:lnTo>
                    <a:lnTo>
                      <a:pt x="50" y="376"/>
                    </a:lnTo>
                    <a:lnTo>
                      <a:pt x="48" y="386"/>
                    </a:lnTo>
                    <a:lnTo>
                      <a:pt x="48" y="386"/>
                    </a:lnTo>
                    <a:lnTo>
                      <a:pt x="48" y="392"/>
                    </a:lnTo>
                    <a:lnTo>
                      <a:pt x="44" y="396"/>
                    </a:lnTo>
                    <a:lnTo>
                      <a:pt x="44" y="396"/>
                    </a:lnTo>
                    <a:lnTo>
                      <a:pt x="42" y="400"/>
                    </a:lnTo>
                    <a:lnTo>
                      <a:pt x="44" y="402"/>
                    </a:lnTo>
                    <a:lnTo>
                      <a:pt x="44" y="406"/>
                    </a:lnTo>
                    <a:lnTo>
                      <a:pt x="46" y="410"/>
                    </a:lnTo>
                    <a:lnTo>
                      <a:pt x="46" y="410"/>
                    </a:lnTo>
                    <a:lnTo>
                      <a:pt x="44" y="416"/>
                    </a:lnTo>
                    <a:lnTo>
                      <a:pt x="44" y="420"/>
                    </a:lnTo>
                    <a:lnTo>
                      <a:pt x="46" y="422"/>
                    </a:lnTo>
                    <a:lnTo>
                      <a:pt x="46" y="422"/>
                    </a:lnTo>
                    <a:lnTo>
                      <a:pt x="50" y="422"/>
                    </a:lnTo>
                    <a:lnTo>
                      <a:pt x="50" y="426"/>
                    </a:lnTo>
                    <a:lnTo>
                      <a:pt x="50" y="426"/>
                    </a:lnTo>
                    <a:lnTo>
                      <a:pt x="50" y="438"/>
                    </a:lnTo>
                    <a:lnTo>
                      <a:pt x="50" y="438"/>
                    </a:lnTo>
                    <a:lnTo>
                      <a:pt x="46" y="446"/>
                    </a:lnTo>
                    <a:lnTo>
                      <a:pt x="46" y="450"/>
                    </a:lnTo>
                    <a:lnTo>
                      <a:pt x="46" y="452"/>
                    </a:lnTo>
                    <a:lnTo>
                      <a:pt x="46" y="452"/>
                    </a:lnTo>
                    <a:lnTo>
                      <a:pt x="48" y="458"/>
                    </a:lnTo>
                    <a:lnTo>
                      <a:pt x="50" y="460"/>
                    </a:lnTo>
                    <a:lnTo>
                      <a:pt x="50" y="462"/>
                    </a:lnTo>
                    <a:lnTo>
                      <a:pt x="50" y="462"/>
                    </a:lnTo>
                    <a:lnTo>
                      <a:pt x="50" y="466"/>
                    </a:lnTo>
                    <a:lnTo>
                      <a:pt x="50" y="472"/>
                    </a:lnTo>
                    <a:lnTo>
                      <a:pt x="50" y="472"/>
                    </a:lnTo>
                    <a:lnTo>
                      <a:pt x="52" y="478"/>
                    </a:lnTo>
                    <a:lnTo>
                      <a:pt x="52" y="480"/>
                    </a:lnTo>
                    <a:lnTo>
                      <a:pt x="52" y="482"/>
                    </a:lnTo>
                    <a:lnTo>
                      <a:pt x="52" y="482"/>
                    </a:lnTo>
                    <a:lnTo>
                      <a:pt x="50" y="486"/>
                    </a:lnTo>
                    <a:lnTo>
                      <a:pt x="50" y="490"/>
                    </a:lnTo>
                    <a:lnTo>
                      <a:pt x="50" y="490"/>
                    </a:lnTo>
                    <a:lnTo>
                      <a:pt x="52" y="494"/>
                    </a:lnTo>
                    <a:lnTo>
                      <a:pt x="52" y="494"/>
                    </a:lnTo>
                    <a:lnTo>
                      <a:pt x="50" y="496"/>
                    </a:lnTo>
                    <a:lnTo>
                      <a:pt x="50" y="496"/>
                    </a:lnTo>
                    <a:lnTo>
                      <a:pt x="48" y="496"/>
                    </a:lnTo>
                    <a:lnTo>
                      <a:pt x="48" y="498"/>
                    </a:lnTo>
                    <a:lnTo>
                      <a:pt x="46" y="502"/>
                    </a:lnTo>
                    <a:lnTo>
                      <a:pt x="46" y="502"/>
                    </a:lnTo>
                    <a:lnTo>
                      <a:pt x="46" y="502"/>
                    </a:lnTo>
                    <a:lnTo>
                      <a:pt x="46" y="504"/>
                    </a:lnTo>
                    <a:lnTo>
                      <a:pt x="48" y="510"/>
                    </a:lnTo>
                    <a:lnTo>
                      <a:pt x="48" y="510"/>
                    </a:lnTo>
                    <a:lnTo>
                      <a:pt x="48" y="514"/>
                    </a:lnTo>
                    <a:lnTo>
                      <a:pt x="48" y="520"/>
                    </a:lnTo>
                    <a:lnTo>
                      <a:pt x="48" y="520"/>
                    </a:lnTo>
                    <a:lnTo>
                      <a:pt x="46" y="526"/>
                    </a:lnTo>
                    <a:lnTo>
                      <a:pt x="46" y="532"/>
                    </a:lnTo>
                    <a:lnTo>
                      <a:pt x="46" y="532"/>
                    </a:lnTo>
                    <a:lnTo>
                      <a:pt x="46" y="536"/>
                    </a:lnTo>
                    <a:lnTo>
                      <a:pt x="46" y="538"/>
                    </a:lnTo>
                    <a:lnTo>
                      <a:pt x="46" y="538"/>
                    </a:lnTo>
                    <a:lnTo>
                      <a:pt x="42" y="542"/>
                    </a:lnTo>
                    <a:lnTo>
                      <a:pt x="42" y="542"/>
                    </a:lnTo>
                    <a:lnTo>
                      <a:pt x="40" y="548"/>
                    </a:lnTo>
                    <a:lnTo>
                      <a:pt x="40" y="552"/>
                    </a:lnTo>
                    <a:lnTo>
                      <a:pt x="40" y="552"/>
                    </a:lnTo>
                    <a:lnTo>
                      <a:pt x="42" y="558"/>
                    </a:lnTo>
                    <a:lnTo>
                      <a:pt x="38" y="562"/>
                    </a:lnTo>
                    <a:lnTo>
                      <a:pt x="38" y="562"/>
                    </a:lnTo>
                    <a:lnTo>
                      <a:pt x="32" y="566"/>
                    </a:lnTo>
                    <a:lnTo>
                      <a:pt x="30" y="568"/>
                    </a:lnTo>
                    <a:lnTo>
                      <a:pt x="30" y="570"/>
                    </a:lnTo>
                    <a:lnTo>
                      <a:pt x="30" y="570"/>
                    </a:lnTo>
                    <a:lnTo>
                      <a:pt x="32" y="578"/>
                    </a:lnTo>
                    <a:lnTo>
                      <a:pt x="30" y="582"/>
                    </a:lnTo>
                    <a:lnTo>
                      <a:pt x="30" y="582"/>
                    </a:lnTo>
                    <a:lnTo>
                      <a:pt x="28" y="588"/>
                    </a:lnTo>
                    <a:lnTo>
                      <a:pt x="28" y="594"/>
                    </a:lnTo>
                    <a:lnTo>
                      <a:pt x="28" y="594"/>
                    </a:lnTo>
                    <a:lnTo>
                      <a:pt x="28" y="600"/>
                    </a:lnTo>
                    <a:lnTo>
                      <a:pt x="28" y="602"/>
                    </a:lnTo>
                    <a:lnTo>
                      <a:pt x="30" y="602"/>
                    </a:lnTo>
                    <a:lnTo>
                      <a:pt x="30" y="602"/>
                    </a:lnTo>
                    <a:lnTo>
                      <a:pt x="32" y="602"/>
                    </a:lnTo>
                    <a:lnTo>
                      <a:pt x="34" y="600"/>
                    </a:lnTo>
                    <a:lnTo>
                      <a:pt x="36" y="600"/>
                    </a:lnTo>
                    <a:lnTo>
                      <a:pt x="38" y="600"/>
                    </a:lnTo>
                    <a:lnTo>
                      <a:pt x="38" y="600"/>
                    </a:lnTo>
                    <a:lnTo>
                      <a:pt x="40" y="606"/>
                    </a:lnTo>
                    <a:lnTo>
                      <a:pt x="38" y="610"/>
                    </a:lnTo>
                    <a:lnTo>
                      <a:pt x="38" y="610"/>
                    </a:lnTo>
                    <a:lnTo>
                      <a:pt x="36" y="612"/>
                    </a:lnTo>
                    <a:lnTo>
                      <a:pt x="36" y="614"/>
                    </a:lnTo>
                    <a:lnTo>
                      <a:pt x="38" y="620"/>
                    </a:lnTo>
                    <a:lnTo>
                      <a:pt x="38" y="620"/>
                    </a:lnTo>
                    <a:lnTo>
                      <a:pt x="46" y="628"/>
                    </a:lnTo>
                    <a:lnTo>
                      <a:pt x="50" y="634"/>
                    </a:lnTo>
                    <a:lnTo>
                      <a:pt x="50" y="634"/>
                    </a:lnTo>
                    <a:lnTo>
                      <a:pt x="68" y="632"/>
                    </a:lnTo>
                    <a:lnTo>
                      <a:pt x="68" y="632"/>
                    </a:lnTo>
                    <a:lnTo>
                      <a:pt x="92" y="634"/>
                    </a:lnTo>
                    <a:lnTo>
                      <a:pt x="92" y="636"/>
                    </a:lnTo>
                    <a:lnTo>
                      <a:pt x="92" y="636"/>
                    </a:lnTo>
                    <a:lnTo>
                      <a:pt x="82" y="636"/>
                    </a:lnTo>
                    <a:lnTo>
                      <a:pt x="78" y="638"/>
                    </a:lnTo>
                    <a:lnTo>
                      <a:pt x="76" y="644"/>
                    </a:lnTo>
                    <a:lnTo>
                      <a:pt x="76" y="644"/>
                    </a:lnTo>
                    <a:lnTo>
                      <a:pt x="58" y="644"/>
                    </a:lnTo>
                    <a:lnTo>
                      <a:pt x="58" y="644"/>
                    </a:lnTo>
                    <a:lnTo>
                      <a:pt x="60" y="648"/>
                    </a:lnTo>
                    <a:lnTo>
                      <a:pt x="60" y="648"/>
                    </a:lnTo>
                    <a:lnTo>
                      <a:pt x="56" y="654"/>
                    </a:lnTo>
                    <a:lnTo>
                      <a:pt x="56" y="654"/>
                    </a:lnTo>
                    <a:lnTo>
                      <a:pt x="58" y="660"/>
                    </a:lnTo>
                    <a:lnTo>
                      <a:pt x="56" y="666"/>
                    </a:lnTo>
                    <a:lnTo>
                      <a:pt x="56" y="666"/>
                    </a:lnTo>
                    <a:lnTo>
                      <a:pt x="54" y="668"/>
                    </a:lnTo>
                    <a:lnTo>
                      <a:pt x="54" y="668"/>
                    </a:lnTo>
                    <a:lnTo>
                      <a:pt x="48" y="666"/>
                    </a:lnTo>
                    <a:lnTo>
                      <a:pt x="48" y="666"/>
                    </a:lnTo>
                    <a:lnTo>
                      <a:pt x="44" y="664"/>
                    </a:lnTo>
                    <a:lnTo>
                      <a:pt x="44" y="662"/>
                    </a:lnTo>
                    <a:lnTo>
                      <a:pt x="44" y="656"/>
                    </a:lnTo>
                    <a:lnTo>
                      <a:pt x="44" y="656"/>
                    </a:lnTo>
                    <a:lnTo>
                      <a:pt x="40" y="658"/>
                    </a:lnTo>
                    <a:lnTo>
                      <a:pt x="40" y="658"/>
                    </a:lnTo>
                    <a:lnTo>
                      <a:pt x="40" y="662"/>
                    </a:lnTo>
                    <a:lnTo>
                      <a:pt x="40" y="662"/>
                    </a:lnTo>
                    <a:lnTo>
                      <a:pt x="34" y="658"/>
                    </a:lnTo>
                    <a:lnTo>
                      <a:pt x="32" y="658"/>
                    </a:lnTo>
                    <a:lnTo>
                      <a:pt x="36" y="662"/>
                    </a:lnTo>
                    <a:lnTo>
                      <a:pt x="36" y="662"/>
                    </a:lnTo>
                    <a:lnTo>
                      <a:pt x="42" y="666"/>
                    </a:lnTo>
                    <a:lnTo>
                      <a:pt x="42" y="666"/>
                    </a:lnTo>
                    <a:lnTo>
                      <a:pt x="40" y="670"/>
                    </a:lnTo>
                    <a:lnTo>
                      <a:pt x="42" y="674"/>
                    </a:lnTo>
                    <a:lnTo>
                      <a:pt x="42" y="674"/>
                    </a:lnTo>
                    <a:lnTo>
                      <a:pt x="42" y="674"/>
                    </a:lnTo>
                    <a:lnTo>
                      <a:pt x="38" y="676"/>
                    </a:lnTo>
                    <a:lnTo>
                      <a:pt x="38" y="676"/>
                    </a:lnTo>
                    <a:lnTo>
                      <a:pt x="38" y="674"/>
                    </a:lnTo>
                    <a:lnTo>
                      <a:pt x="38" y="674"/>
                    </a:lnTo>
                    <a:lnTo>
                      <a:pt x="36" y="674"/>
                    </a:lnTo>
                    <a:lnTo>
                      <a:pt x="34" y="674"/>
                    </a:lnTo>
                    <a:lnTo>
                      <a:pt x="34" y="674"/>
                    </a:lnTo>
                    <a:lnTo>
                      <a:pt x="32" y="672"/>
                    </a:lnTo>
                    <a:lnTo>
                      <a:pt x="32" y="672"/>
                    </a:lnTo>
                    <a:lnTo>
                      <a:pt x="32" y="670"/>
                    </a:lnTo>
                    <a:lnTo>
                      <a:pt x="32" y="668"/>
                    </a:lnTo>
                    <a:lnTo>
                      <a:pt x="32" y="668"/>
                    </a:lnTo>
                    <a:lnTo>
                      <a:pt x="30" y="668"/>
                    </a:lnTo>
                    <a:lnTo>
                      <a:pt x="28" y="670"/>
                    </a:lnTo>
                    <a:lnTo>
                      <a:pt x="28" y="668"/>
                    </a:lnTo>
                    <a:lnTo>
                      <a:pt x="28" y="668"/>
                    </a:lnTo>
                    <a:lnTo>
                      <a:pt x="26" y="668"/>
                    </a:lnTo>
                    <a:lnTo>
                      <a:pt x="26" y="666"/>
                    </a:lnTo>
                    <a:lnTo>
                      <a:pt x="26" y="666"/>
                    </a:lnTo>
                    <a:lnTo>
                      <a:pt x="24" y="666"/>
                    </a:lnTo>
                    <a:lnTo>
                      <a:pt x="24" y="666"/>
                    </a:lnTo>
                    <a:lnTo>
                      <a:pt x="24" y="662"/>
                    </a:lnTo>
                    <a:lnTo>
                      <a:pt x="24" y="662"/>
                    </a:lnTo>
                    <a:lnTo>
                      <a:pt x="26" y="654"/>
                    </a:lnTo>
                    <a:lnTo>
                      <a:pt x="30" y="654"/>
                    </a:lnTo>
                    <a:lnTo>
                      <a:pt x="30" y="654"/>
                    </a:lnTo>
                    <a:lnTo>
                      <a:pt x="30" y="656"/>
                    </a:lnTo>
                    <a:lnTo>
                      <a:pt x="32" y="656"/>
                    </a:lnTo>
                    <a:lnTo>
                      <a:pt x="32" y="654"/>
                    </a:lnTo>
                    <a:lnTo>
                      <a:pt x="32" y="654"/>
                    </a:lnTo>
                    <a:lnTo>
                      <a:pt x="30" y="652"/>
                    </a:lnTo>
                    <a:lnTo>
                      <a:pt x="26" y="652"/>
                    </a:lnTo>
                    <a:lnTo>
                      <a:pt x="26" y="652"/>
                    </a:lnTo>
                    <a:lnTo>
                      <a:pt x="24" y="644"/>
                    </a:lnTo>
                    <a:lnTo>
                      <a:pt x="22" y="636"/>
                    </a:lnTo>
                    <a:lnTo>
                      <a:pt x="22" y="636"/>
                    </a:lnTo>
                    <a:lnTo>
                      <a:pt x="26" y="636"/>
                    </a:lnTo>
                    <a:lnTo>
                      <a:pt x="30" y="636"/>
                    </a:lnTo>
                    <a:lnTo>
                      <a:pt x="30" y="636"/>
                    </a:lnTo>
                    <a:lnTo>
                      <a:pt x="30" y="638"/>
                    </a:lnTo>
                    <a:lnTo>
                      <a:pt x="32" y="638"/>
                    </a:lnTo>
                    <a:lnTo>
                      <a:pt x="32" y="638"/>
                    </a:lnTo>
                    <a:lnTo>
                      <a:pt x="34" y="632"/>
                    </a:lnTo>
                    <a:lnTo>
                      <a:pt x="36" y="632"/>
                    </a:lnTo>
                    <a:lnTo>
                      <a:pt x="36" y="632"/>
                    </a:lnTo>
                    <a:lnTo>
                      <a:pt x="40" y="628"/>
                    </a:lnTo>
                    <a:lnTo>
                      <a:pt x="40" y="626"/>
                    </a:lnTo>
                    <a:lnTo>
                      <a:pt x="40" y="626"/>
                    </a:lnTo>
                    <a:lnTo>
                      <a:pt x="38" y="628"/>
                    </a:lnTo>
                    <a:lnTo>
                      <a:pt x="36" y="628"/>
                    </a:lnTo>
                    <a:lnTo>
                      <a:pt x="36" y="628"/>
                    </a:lnTo>
                    <a:lnTo>
                      <a:pt x="34" y="624"/>
                    </a:lnTo>
                    <a:lnTo>
                      <a:pt x="34" y="624"/>
                    </a:lnTo>
                    <a:lnTo>
                      <a:pt x="30" y="630"/>
                    </a:lnTo>
                    <a:lnTo>
                      <a:pt x="26" y="634"/>
                    </a:lnTo>
                    <a:lnTo>
                      <a:pt x="26" y="634"/>
                    </a:lnTo>
                    <a:lnTo>
                      <a:pt x="24" y="634"/>
                    </a:lnTo>
                    <a:lnTo>
                      <a:pt x="24" y="634"/>
                    </a:lnTo>
                    <a:lnTo>
                      <a:pt x="24" y="628"/>
                    </a:lnTo>
                    <a:lnTo>
                      <a:pt x="24" y="628"/>
                    </a:lnTo>
                    <a:lnTo>
                      <a:pt x="18" y="632"/>
                    </a:lnTo>
                    <a:lnTo>
                      <a:pt x="18" y="632"/>
                    </a:lnTo>
                    <a:lnTo>
                      <a:pt x="18" y="632"/>
                    </a:lnTo>
                    <a:lnTo>
                      <a:pt x="16" y="632"/>
                    </a:lnTo>
                    <a:lnTo>
                      <a:pt x="16" y="632"/>
                    </a:lnTo>
                    <a:lnTo>
                      <a:pt x="20" y="638"/>
                    </a:lnTo>
                    <a:lnTo>
                      <a:pt x="20" y="648"/>
                    </a:lnTo>
                    <a:lnTo>
                      <a:pt x="20" y="648"/>
                    </a:lnTo>
                    <a:lnTo>
                      <a:pt x="12" y="646"/>
                    </a:lnTo>
                    <a:lnTo>
                      <a:pt x="12" y="646"/>
                    </a:lnTo>
                    <a:lnTo>
                      <a:pt x="14" y="648"/>
                    </a:lnTo>
                    <a:lnTo>
                      <a:pt x="14" y="648"/>
                    </a:lnTo>
                    <a:lnTo>
                      <a:pt x="16" y="648"/>
                    </a:lnTo>
                    <a:lnTo>
                      <a:pt x="16" y="648"/>
                    </a:lnTo>
                    <a:lnTo>
                      <a:pt x="24" y="654"/>
                    </a:lnTo>
                    <a:lnTo>
                      <a:pt x="24" y="656"/>
                    </a:lnTo>
                    <a:lnTo>
                      <a:pt x="22" y="656"/>
                    </a:lnTo>
                    <a:lnTo>
                      <a:pt x="22" y="656"/>
                    </a:lnTo>
                    <a:lnTo>
                      <a:pt x="18" y="656"/>
                    </a:lnTo>
                    <a:lnTo>
                      <a:pt x="16" y="656"/>
                    </a:lnTo>
                    <a:lnTo>
                      <a:pt x="16" y="656"/>
                    </a:lnTo>
                    <a:lnTo>
                      <a:pt x="8" y="648"/>
                    </a:lnTo>
                    <a:lnTo>
                      <a:pt x="8" y="648"/>
                    </a:lnTo>
                    <a:lnTo>
                      <a:pt x="10" y="644"/>
                    </a:lnTo>
                    <a:lnTo>
                      <a:pt x="10" y="644"/>
                    </a:lnTo>
                    <a:lnTo>
                      <a:pt x="6" y="640"/>
                    </a:lnTo>
                    <a:lnTo>
                      <a:pt x="4" y="638"/>
                    </a:lnTo>
                    <a:lnTo>
                      <a:pt x="4" y="638"/>
                    </a:lnTo>
                    <a:lnTo>
                      <a:pt x="2" y="632"/>
                    </a:lnTo>
                    <a:lnTo>
                      <a:pt x="2" y="632"/>
                    </a:lnTo>
                    <a:lnTo>
                      <a:pt x="2" y="630"/>
                    </a:lnTo>
                    <a:lnTo>
                      <a:pt x="4" y="628"/>
                    </a:lnTo>
                    <a:lnTo>
                      <a:pt x="8" y="626"/>
                    </a:lnTo>
                    <a:lnTo>
                      <a:pt x="8" y="626"/>
                    </a:lnTo>
                    <a:lnTo>
                      <a:pt x="12" y="630"/>
                    </a:lnTo>
                    <a:lnTo>
                      <a:pt x="12" y="630"/>
                    </a:lnTo>
                    <a:lnTo>
                      <a:pt x="14" y="630"/>
                    </a:lnTo>
                    <a:lnTo>
                      <a:pt x="14" y="630"/>
                    </a:lnTo>
                    <a:lnTo>
                      <a:pt x="14" y="628"/>
                    </a:lnTo>
                    <a:lnTo>
                      <a:pt x="14" y="628"/>
                    </a:lnTo>
                    <a:lnTo>
                      <a:pt x="16" y="628"/>
                    </a:lnTo>
                    <a:lnTo>
                      <a:pt x="20" y="628"/>
                    </a:lnTo>
                    <a:lnTo>
                      <a:pt x="20" y="628"/>
                    </a:lnTo>
                    <a:lnTo>
                      <a:pt x="20" y="624"/>
                    </a:lnTo>
                    <a:lnTo>
                      <a:pt x="20" y="624"/>
                    </a:lnTo>
                    <a:lnTo>
                      <a:pt x="24" y="624"/>
                    </a:lnTo>
                    <a:lnTo>
                      <a:pt x="24" y="624"/>
                    </a:lnTo>
                    <a:lnTo>
                      <a:pt x="22" y="620"/>
                    </a:lnTo>
                    <a:lnTo>
                      <a:pt x="22" y="620"/>
                    </a:lnTo>
                    <a:lnTo>
                      <a:pt x="20" y="618"/>
                    </a:lnTo>
                    <a:lnTo>
                      <a:pt x="18" y="616"/>
                    </a:lnTo>
                    <a:lnTo>
                      <a:pt x="18" y="616"/>
                    </a:lnTo>
                    <a:lnTo>
                      <a:pt x="18" y="614"/>
                    </a:lnTo>
                    <a:lnTo>
                      <a:pt x="18" y="612"/>
                    </a:lnTo>
                    <a:lnTo>
                      <a:pt x="18" y="612"/>
                    </a:lnTo>
                    <a:lnTo>
                      <a:pt x="24" y="608"/>
                    </a:lnTo>
                    <a:lnTo>
                      <a:pt x="24" y="608"/>
                    </a:lnTo>
                    <a:lnTo>
                      <a:pt x="22" y="608"/>
                    </a:lnTo>
                    <a:lnTo>
                      <a:pt x="22" y="608"/>
                    </a:lnTo>
                    <a:lnTo>
                      <a:pt x="18" y="606"/>
                    </a:lnTo>
                    <a:lnTo>
                      <a:pt x="18" y="606"/>
                    </a:lnTo>
                    <a:lnTo>
                      <a:pt x="18" y="602"/>
                    </a:lnTo>
                    <a:lnTo>
                      <a:pt x="18" y="602"/>
                    </a:lnTo>
                    <a:lnTo>
                      <a:pt x="20" y="602"/>
                    </a:lnTo>
                    <a:lnTo>
                      <a:pt x="22" y="602"/>
                    </a:lnTo>
                    <a:lnTo>
                      <a:pt x="20" y="602"/>
                    </a:lnTo>
                    <a:lnTo>
                      <a:pt x="20" y="602"/>
                    </a:lnTo>
                    <a:lnTo>
                      <a:pt x="16" y="600"/>
                    </a:lnTo>
                    <a:lnTo>
                      <a:pt x="12" y="600"/>
                    </a:lnTo>
                    <a:lnTo>
                      <a:pt x="12" y="600"/>
                    </a:lnTo>
                    <a:lnTo>
                      <a:pt x="12" y="594"/>
                    </a:lnTo>
                    <a:lnTo>
                      <a:pt x="12" y="594"/>
                    </a:lnTo>
                    <a:lnTo>
                      <a:pt x="16" y="590"/>
                    </a:lnTo>
                    <a:lnTo>
                      <a:pt x="16" y="590"/>
                    </a:lnTo>
                    <a:lnTo>
                      <a:pt x="16" y="586"/>
                    </a:lnTo>
                    <a:lnTo>
                      <a:pt x="16" y="586"/>
                    </a:lnTo>
                    <a:lnTo>
                      <a:pt x="18" y="584"/>
                    </a:lnTo>
                    <a:lnTo>
                      <a:pt x="20" y="584"/>
                    </a:lnTo>
                    <a:lnTo>
                      <a:pt x="20" y="582"/>
                    </a:lnTo>
                    <a:lnTo>
                      <a:pt x="20" y="582"/>
                    </a:lnTo>
                    <a:lnTo>
                      <a:pt x="22" y="576"/>
                    </a:lnTo>
                    <a:lnTo>
                      <a:pt x="22" y="576"/>
                    </a:lnTo>
                    <a:lnTo>
                      <a:pt x="18" y="578"/>
                    </a:lnTo>
                    <a:lnTo>
                      <a:pt x="18" y="578"/>
                    </a:lnTo>
                    <a:lnTo>
                      <a:pt x="18" y="580"/>
                    </a:lnTo>
                    <a:lnTo>
                      <a:pt x="18" y="580"/>
                    </a:lnTo>
                    <a:lnTo>
                      <a:pt x="16" y="580"/>
                    </a:lnTo>
                    <a:lnTo>
                      <a:pt x="16" y="580"/>
                    </a:lnTo>
                    <a:lnTo>
                      <a:pt x="16" y="568"/>
                    </a:lnTo>
                    <a:lnTo>
                      <a:pt x="18" y="568"/>
                    </a:lnTo>
                    <a:lnTo>
                      <a:pt x="18" y="568"/>
                    </a:lnTo>
                    <a:lnTo>
                      <a:pt x="16" y="564"/>
                    </a:lnTo>
                    <a:lnTo>
                      <a:pt x="16" y="564"/>
                    </a:lnTo>
                    <a:lnTo>
                      <a:pt x="16" y="556"/>
                    </a:lnTo>
                    <a:lnTo>
                      <a:pt x="16" y="548"/>
                    </a:lnTo>
                    <a:lnTo>
                      <a:pt x="16" y="548"/>
                    </a:lnTo>
                    <a:lnTo>
                      <a:pt x="20" y="550"/>
                    </a:lnTo>
                    <a:lnTo>
                      <a:pt x="20" y="550"/>
                    </a:lnTo>
                    <a:lnTo>
                      <a:pt x="20" y="548"/>
                    </a:lnTo>
                    <a:lnTo>
                      <a:pt x="22" y="546"/>
                    </a:lnTo>
                    <a:lnTo>
                      <a:pt x="22" y="546"/>
                    </a:lnTo>
                    <a:lnTo>
                      <a:pt x="18" y="546"/>
                    </a:lnTo>
                    <a:lnTo>
                      <a:pt x="18" y="546"/>
                    </a:lnTo>
                    <a:lnTo>
                      <a:pt x="20" y="542"/>
                    </a:lnTo>
                    <a:lnTo>
                      <a:pt x="20" y="538"/>
                    </a:lnTo>
                    <a:lnTo>
                      <a:pt x="18" y="530"/>
                    </a:lnTo>
                    <a:lnTo>
                      <a:pt x="18" y="530"/>
                    </a:lnTo>
                    <a:lnTo>
                      <a:pt x="12" y="530"/>
                    </a:lnTo>
                    <a:lnTo>
                      <a:pt x="12" y="530"/>
                    </a:lnTo>
                    <a:lnTo>
                      <a:pt x="12" y="534"/>
                    </a:lnTo>
                    <a:lnTo>
                      <a:pt x="12" y="534"/>
                    </a:lnTo>
                    <a:lnTo>
                      <a:pt x="6" y="532"/>
                    </a:lnTo>
                    <a:lnTo>
                      <a:pt x="6" y="532"/>
                    </a:lnTo>
                    <a:lnTo>
                      <a:pt x="6" y="530"/>
                    </a:lnTo>
                    <a:lnTo>
                      <a:pt x="6" y="530"/>
                    </a:lnTo>
                    <a:lnTo>
                      <a:pt x="6" y="528"/>
                    </a:lnTo>
                    <a:lnTo>
                      <a:pt x="6" y="528"/>
                    </a:lnTo>
                    <a:lnTo>
                      <a:pt x="8" y="528"/>
                    </a:lnTo>
                    <a:lnTo>
                      <a:pt x="8" y="526"/>
                    </a:lnTo>
                    <a:lnTo>
                      <a:pt x="8" y="526"/>
                    </a:lnTo>
                    <a:lnTo>
                      <a:pt x="6" y="526"/>
                    </a:lnTo>
                    <a:lnTo>
                      <a:pt x="6" y="528"/>
                    </a:lnTo>
                    <a:lnTo>
                      <a:pt x="6" y="528"/>
                    </a:lnTo>
                    <a:lnTo>
                      <a:pt x="2" y="528"/>
                    </a:lnTo>
                    <a:lnTo>
                      <a:pt x="2" y="528"/>
                    </a:lnTo>
                    <a:lnTo>
                      <a:pt x="2" y="532"/>
                    </a:lnTo>
                    <a:lnTo>
                      <a:pt x="0" y="532"/>
                    </a:lnTo>
                    <a:lnTo>
                      <a:pt x="0" y="532"/>
                    </a:lnTo>
                    <a:lnTo>
                      <a:pt x="0" y="526"/>
                    </a:lnTo>
                    <a:lnTo>
                      <a:pt x="0" y="526"/>
                    </a:lnTo>
                    <a:lnTo>
                      <a:pt x="6" y="522"/>
                    </a:lnTo>
                    <a:lnTo>
                      <a:pt x="6" y="522"/>
                    </a:lnTo>
                    <a:lnTo>
                      <a:pt x="2" y="518"/>
                    </a:lnTo>
                    <a:lnTo>
                      <a:pt x="6" y="516"/>
                    </a:lnTo>
                    <a:lnTo>
                      <a:pt x="8" y="514"/>
                    </a:lnTo>
                    <a:lnTo>
                      <a:pt x="8" y="514"/>
                    </a:lnTo>
                    <a:lnTo>
                      <a:pt x="12" y="514"/>
                    </a:lnTo>
                    <a:lnTo>
                      <a:pt x="12" y="514"/>
                    </a:lnTo>
                    <a:lnTo>
                      <a:pt x="12" y="520"/>
                    </a:lnTo>
                    <a:lnTo>
                      <a:pt x="12" y="520"/>
                    </a:lnTo>
                    <a:lnTo>
                      <a:pt x="16" y="516"/>
                    </a:lnTo>
                    <a:lnTo>
                      <a:pt x="16" y="516"/>
                    </a:lnTo>
                    <a:lnTo>
                      <a:pt x="16" y="520"/>
                    </a:lnTo>
                    <a:lnTo>
                      <a:pt x="16" y="520"/>
                    </a:lnTo>
                    <a:lnTo>
                      <a:pt x="14" y="520"/>
                    </a:lnTo>
                    <a:lnTo>
                      <a:pt x="16" y="520"/>
                    </a:lnTo>
                    <a:lnTo>
                      <a:pt x="18" y="520"/>
                    </a:lnTo>
                    <a:lnTo>
                      <a:pt x="18" y="520"/>
                    </a:lnTo>
                    <a:lnTo>
                      <a:pt x="18" y="518"/>
                    </a:lnTo>
                    <a:lnTo>
                      <a:pt x="18" y="518"/>
                    </a:lnTo>
                    <a:lnTo>
                      <a:pt x="22" y="518"/>
                    </a:lnTo>
                    <a:lnTo>
                      <a:pt x="22" y="518"/>
                    </a:lnTo>
                    <a:lnTo>
                      <a:pt x="22" y="520"/>
                    </a:lnTo>
                    <a:lnTo>
                      <a:pt x="22" y="522"/>
                    </a:lnTo>
                    <a:lnTo>
                      <a:pt x="22" y="522"/>
                    </a:lnTo>
                    <a:lnTo>
                      <a:pt x="24" y="520"/>
                    </a:lnTo>
                    <a:lnTo>
                      <a:pt x="26" y="520"/>
                    </a:lnTo>
                    <a:lnTo>
                      <a:pt x="26" y="520"/>
                    </a:lnTo>
                    <a:lnTo>
                      <a:pt x="26" y="514"/>
                    </a:lnTo>
                    <a:lnTo>
                      <a:pt x="26" y="506"/>
                    </a:lnTo>
                    <a:lnTo>
                      <a:pt x="30" y="504"/>
                    </a:lnTo>
                    <a:lnTo>
                      <a:pt x="30" y="504"/>
                    </a:lnTo>
                    <a:lnTo>
                      <a:pt x="28" y="502"/>
                    </a:lnTo>
                    <a:lnTo>
                      <a:pt x="26" y="502"/>
                    </a:lnTo>
                    <a:lnTo>
                      <a:pt x="26" y="502"/>
                    </a:lnTo>
                    <a:lnTo>
                      <a:pt x="28" y="494"/>
                    </a:lnTo>
                    <a:lnTo>
                      <a:pt x="26" y="486"/>
                    </a:lnTo>
                    <a:lnTo>
                      <a:pt x="30" y="484"/>
                    </a:lnTo>
                    <a:lnTo>
                      <a:pt x="30" y="484"/>
                    </a:lnTo>
                    <a:lnTo>
                      <a:pt x="26" y="480"/>
                    </a:lnTo>
                    <a:lnTo>
                      <a:pt x="26" y="480"/>
                    </a:lnTo>
                    <a:lnTo>
                      <a:pt x="34" y="480"/>
                    </a:lnTo>
                    <a:lnTo>
                      <a:pt x="34" y="480"/>
                    </a:lnTo>
                    <a:lnTo>
                      <a:pt x="32" y="478"/>
                    </a:lnTo>
                    <a:lnTo>
                      <a:pt x="30" y="478"/>
                    </a:lnTo>
                    <a:lnTo>
                      <a:pt x="30" y="478"/>
                    </a:lnTo>
                    <a:lnTo>
                      <a:pt x="30" y="474"/>
                    </a:lnTo>
                    <a:lnTo>
                      <a:pt x="30" y="474"/>
                    </a:lnTo>
                    <a:lnTo>
                      <a:pt x="38" y="470"/>
                    </a:lnTo>
                    <a:lnTo>
                      <a:pt x="38" y="470"/>
                    </a:lnTo>
                    <a:lnTo>
                      <a:pt x="34" y="466"/>
                    </a:lnTo>
                    <a:lnTo>
                      <a:pt x="34" y="466"/>
                    </a:lnTo>
                    <a:lnTo>
                      <a:pt x="34" y="462"/>
                    </a:lnTo>
                    <a:lnTo>
                      <a:pt x="32" y="462"/>
                    </a:lnTo>
                    <a:lnTo>
                      <a:pt x="32" y="462"/>
                    </a:lnTo>
                    <a:lnTo>
                      <a:pt x="32" y="458"/>
                    </a:lnTo>
                    <a:lnTo>
                      <a:pt x="34" y="456"/>
                    </a:lnTo>
                    <a:lnTo>
                      <a:pt x="34" y="456"/>
                    </a:lnTo>
                    <a:lnTo>
                      <a:pt x="36" y="454"/>
                    </a:lnTo>
                    <a:lnTo>
                      <a:pt x="36" y="454"/>
                    </a:lnTo>
                    <a:lnTo>
                      <a:pt x="36" y="454"/>
                    </a:lnTo>
                    <a:lnTo>
                      <a:pt x="36" y="456"/>
                    </a:lnTo>
                    <a:lnTo>
                      <a:pt x="38" y="454"/>
                    </a:lnTo>
                    <a:lnTo>
                      <a:pt x="38" y="454"/>
                    </a:lnTo>
                    <a:lnTo>
                      <a:pt x="36" y="434"/>
                    </a:lnTo>
                    <a:lnTo>
                      <a:pt x="36" y="434"/>
                    </a:lnTo>
                    <a:lnTo>
                      <a:pt x="40" y="432"/>
                    </a:lnTo>
                    <a:lnTo>
                      <a:pt x="40" y="432"/>
                    </a:lnTo>
                    <a:lnTo>
                      <a:pt x="40" y="430"/>
                    </a:lnTo>
                    <a:lnTo>
                      <a:pt x="38" y="430"/>
                    </a:lnTo>
                    <a:lnTo>
                      <a:pt x="38" y="430"/>
                    </a:lnTo>
                    <a:lnTo>
                      <a:pt x="36" y="424"/>
                    </a:lnTo>
                    <a:lnTo>
                      <a:pt x="36" y="424"/>
                    </a:lnTo>
                    <a:lnTo>
                      <a:pt x="32" y="428"/>
                    </a:lnTo>
                    <a:lnTo>
                      <a:pt x="32" y="428"/>
                    </a:lnTo>
                    <a:lnTo>
                      <a:pt x="32" y="432"/>
                    </a:lnTo>
                    <a:lnTo>
                      <a:pt x="32" y="432"/>
                    </a:lnTo>
                    <a:lnTo>
                      <a:pt x="26" y="432"/>
                    </a:lnTo>
                    <a:lnTo>
                      <a:pt x="26" y="432"/>
                    </a:lnTo>
                    <a:lnTo>
                      <a:pt x="26" y="424"/>
                    </a:lnTo>
                    <a:lnTo>
                      <a:pt x="24" y="418"/>
                    </a:lnTo>
                    <a:lnTo>
                      <a:pt x="24" y="418"/>
                    </a:lnTo>
                    <a:lnTo>
                      <a:pt x="26" y="408"/>
                    </a:lnTo>
                    <a:lnTo>
                      <a:pt x="26" y="408"/>
                    </a:lnTo>
                    <a:lnTo>
                      <a:pt x="30" y="396"/>
                    </a:lnTo>
                    <a:lnTo>
                      <a:pt x="30" y="396"/>
                    </a:lnTo>
                    <a:lnTo>
                      <a:pt x="32" y="396"/>
                    </a:lnTo>
                    <a:lnTo>
                      <a:pt x="32" y="396"/>
                    </a:lnTo>
                    <a:lnTo>
                      <a:pt x="32" y="384"/>
                    </a:lnTo>
                    <a:lnTo>
                      <a:pt x="30" y="376"/>
                    </a:lnTo>
                    <a:lnTo>
                      <a:pt x="30" y="376"/>
                    </a:lnTo>
                    <a:lnTo>
                      <a:pt x="30" y="374"/>
                    </a:lnTo>
                    <a:lnTo>
                      <a:pt x="32" y="374"/>
                    </a:lnTo>
                    <a:lnTo>
                      <a:pt x="32" y="374"/>
                    </a:lnTo>
                    <a:lnTo>
                      <a:pt x="30" y="372"/>
                    </a:lnTo>
                    <a:lnTo>
                      <a:pt x="30" y="372"/>
                    </a:lnTo>
                    <a:lnTo>
                      <a:pt x="30" y="368"/>
                    </a:lnTo>
                    <a:lnTo>
                      <a:pt x="30" y="368"/>
                    </a:lnTo>
                    <a:lnTo>
                      <a:pt x="30" y="366"/>
                    </a:lnTo>
                    <a:lnTo>
                      <a:pt x="32" y="362"/>
                    </a:lnTo>
                    <a:lnTo>
                      <a:pt x="32" y="362"/>
                    </a:lnTo>
                    <a:lnTo>
                      <a:pt x="28" y="360"/>
                    </a:lnTo>
                    <a:lnTo>
                      <a:pt x="28" y="360"/>
                    </a:lnTo>
                    <a:lnTo>
                      <a:pt x="28" y="356"/>
                    </a:lnTo>
                    <a:lnTo>
                      <a:pt x="30" y="354"/>
                    </a:lnTo>
                    <a:lnTo>
                      <a:pt x="30" y="354"/>
                    </a:lnTo>
                    <a:lnTo>
                      <a:pt x="26" y="350"/>
                    </a:lnTo>
                    <a:lnTo>
                      <a:pt x="26" y="350"/>
                    </a:lnTo>
                    <a:lnTo>
                      <a:pt x="30" y="348"/>
                    </a:lnTo>
                    <a:lnTo>
                      <a:pt x="30" y="348"/>
                    </a:lnTo>
                    <a:lnTo>
                      <a:pt x="34" y="348"/>
                    </a:lnTo>
                    <a:lnTo>
                      <a:pt x="34" y="348"/>
                    </a:lnTo>
                    <a:lnTo>
                      <a:pt x="32" y="342"/>
                    </a:lnTo>
                    <a:lnTo>
                      <a:pt x="34" y="340"/>
                    </a:lnTo>
                    <a:lnTo>
                      <a:pt x="36" y="338"/>
                    </a:lnTo>
                    <a:lnTo>
                      <a:pt x="38" y="336"/>
                    </a:lnTo>
                    <a:lnTo>
                      <a:pt x="38" y="336"/>
                    </a:lnTo>
                    <a:lnTo>
                      <a:pt x="38" y="330"/>
                    </a:lnTo>
                    <a:lnTo>
                      <a:pt x="38" y="330"/>
                    </a:lnTo>
                    <a:lnTo>
                      <a:pt x="42" y="326"/>
                    </a:lnTo>
                    <a:lnTo>
                      <a:pt x="42" y="326"/>
                    </a:lnTo>
                    <a:lnTo>
                      <a:pt x="42" y="320"/>
                    </a:lnTo>
                    <a:lnTo>
                      <a:pt x="42" y="314"/>
                    </a:lnTo>
                    <a:lnTo>
                      <a:pt x="42" y="314"/>
                    </a:lnTo>
                    <a:lnTo>
                      <a:pt x="42" y="312"/>
                    </a:lnTo>
                    <a:lnTo>
                      <a:pt x="40" y="308"/>
                    </a:lnTo>
                    <a:lnTo>
                      <a:pt x="40" y="308"/>
                    </a:lnTo>
                    <a:lnTo>
                      <a:pt x="44" y="302"/>
                    </a:lnTo>
                    <a:lnTo>
                      <a:pt x="48" y="296"/>
                    </a:lnTo>
                    <a:lnTo>
                      <a:pt x="48" y="296"/>
                    </a:lnTo>
                    <a:lnTo>
                      <a:pt x="48" y="286"/>
                    </a:lnTo>
                    <a:lnTo>
                      <a:pt x="48" y="286"/>
                    </a:lnTo>
                    <a:lnTo>
                      <a:pt x="52" y="280"/>
                    </a:lnTo>
                    <a:lnTo>
                      <a:pt x="52" y="280"/>
                    </a:lnTo>
                    <a:lnTo>
                      <a:pt x="52" y="278"/>
                    </a:lnTo>
                    <a:lnTo>
                      <a:pt x="52" y="276"/>
                    </a:lnTo>
                    <a:lnTo>
                      <a:pt x="52" y="276"/>
                    </a:lnTo>
                    <a:lnTo>
                      <a:pt x="52" y="270"/>
                    </a:lnTo>
                    <a:lnTo>
                      <a:pt x="56" y="266"/>
                    </a:lnTo>
                    <a:lnTo>
                      <a:pt x="56" y="266"/>
                    </a:lnTo>
                    <a:lnTo>
                      <a:pt x="58" y="244"/>
                    </a:lnTo>
                    <a:lnTo>
                      <a:pt x="58" y="244"/>
                    </a:lnTo>
                    <a:lnTo>
                      <a:pt x="56" y="238"/>
                    </a:lnTo>
                    <a:lnTo>
                      <a:pt x="54" y="234"/>
                    </a:lnTo>
                    <a:lnTo>
                      <a:pt x="54" y="234"/>
                    </a:lnTo>
                    <a:lnTo>
                      <a:pt x="54" y="228"/>
                    </a:lnTo>
                    <a:lnTo>
                      <a:pt x="56" y="224"/>
                    </a:lnTo>
                    <a:lnTo>
                      <a:pt x="56" y="224"/>
                    </a:lnTo>
                    <a:lnTo>
                      <a:pt x="58" y="224"/>
                    </a:lnTo>
                    <a:lnTo>
                      <a:pt x="58" y="224"/>
                    </a:lnTo>
                    <a:lnTo>
                      <a:pt x="58" y="210"/>
                    </a:lnTo>
                    <a:lnTo>
                      <a:pt x="58" y="210"/>
                    </a:lnTo>
                    <a:lnTo>
                      <a:pt x="56" y="204"/>
                    </a:lnTo>
                    <a:lnTo>
                      <a:pt x="54" y="200"/>
                    </a:lnTo>
                    <a:lnTo>
                      <a:pt x="54" y="196"/>
                    </a:lnTo>
                    <a:lnTo>
                      <a:pt x="54" y="196"/>
                    </a:lnTo>
                    <a:lnTo>
                      <a:pt x="58" y="188"/>
                    </a:lnTo>
                    <a:lnTo>
                      <a:pt x="58" y="188"/>
                    </a:lnTo>
                    <a:lnTo>
                      <a:pt x="58" y="182"/>
                    </a:lnTo>
                    <a:lnTo>
                      <a:pt x="58" y="178"/>
                    </a:lnTo>
                    <a:lnTo>
                      <a:pt x="58" y="178"/>
                    </a:lnTo>
                    <a:lnTo>
                      <a:pt x="60" y="178"/>
                    </a:lnTo>
                    <a:lnTo>
                      <a:pt x="60" y="178"/>
                    </a:lnTo>
                    <a:lnTo>
                      <a:pt x="60" y="172"/>
                    </a:lnTo>
                    <a:lnTo>
                      <a:pt x="60" y="168"/>
                    </a:lnTo>
                    <a:lnTo>
                      <a:pt x="64" y="166"/>
                    </a:lnTo>
                    <a:lnTo>
                      <a:pt x="64" y="166"/>
                    </a:lnTo>
                    <a:lnTo>
                      <a:pt x="64" y="162"/>
                    </a:lnTo>
                    <a:lnTo>
                      <a:pt x="64" y="162"/>
                    </a:lnTo>
                    <a:lnTo>
                      <a:pt x="64" y="158"/>
                    </a:lnTo>
                    <a:lnTo>
                      <a:pt x="64" y="158"/>
                    </a:lnTo>
                    <a:lnTo>
                      <a:pt x="64" y="150"/>
                    </a:lnTo>
                    <a:lnTo>
                      <a:pt x="64" y="150"/>
                    </a:lnTo>
                    <a:lnTo>
                      <a:pt x="66" y="150"/>
                    </a:lnTo>
                    <a:lnTo>
                      <a:pt x="66" y="150"/>
                    </a:lnTo>
                    <a:lnTo>
                      <a:pt x="64" y="148"/>
                    </a:lnTo>
                    <a:lnTo>
                      <a:pt x="64" y="148"/>
                    </a:lnTo>
                    <a:lnTo>
                      <a:pt x="68" y="138"/>
                    </a:lnTo>
                    <a:lnTo>
                      <a:pt x="68" y="138"/>
                    </a:lnTo>
                    <a:lnTo>
                      <a:pt x="66" y="134"/>
                    </a:lnTo>
                    <a:lnTo>
                      <a:pt x="66" y="132"/>
                    </a:lnTo>
                    <a:lnTo>
                      <a:pt x="66" y="132"/>
                    </a:lnTo>
                    <a:lnTo>
                      <a:pt x="64" y="124"/>
                    </a:lnTo>
                    <a:lnTo>
                      <a:pt x="66" y="118"/>
                    </a:lnTo>
                    <a:lnTo>
                      <a:pt x="68" y="108"/>
                    </a:lnTo>
                    <a:lnTo>
                      <a:pt x="68" y="108"/>
                    </a:lnTo>
                    <a:lnTo>
                      <a:pt x="68" y="106"/>
                    </a:lnTo>
                    <a:lnTo>
                      <a:pt x="70" y="106"/>
                    </a:lnTo>
                    <a:lnTo>
                      <a:pt x="70" y="106"/>
                    </a:lnTo>
                    <a:lnTo>
                      <a:pt x="70" y="102"/>
                    </a:lnTo>
                    <a:lnTo>
                      <a:pt x="70" y="102"/>
                    </a:lnTo>
                    <a:lnTo>
                      <a:pt x="66" y="100"/>
                    </a:lnTo>
                    <a:lnTo>
                      <a:pt x="66" y="98"/>
                    </a:lnTo>
                    <a:lnTo>
                      <a:pt x="66" y="94"/>
                    </a:lnTo>
                    <a:lnTo>
                      <a:pt x="70" y="94"/>
                    </a:lnTo>
                    <a:lnTo>
                      <a:pt x="70" y="94"/>
                    </a:lnTo>
                    <a:lnTo>
                      <a:pt x="70" y="82"/>
                    </a:lnTo>
                    <a:lnTo>
                      <a:pt x="70" y="70"/>
                    </a:lnTo>
                    <a:lnTo>
                      <a:pt x="72" y="70"/>
                    </a:lnTo>
                    <a:lnTo>
                      <a:pt x="72" y="70"/>
                    </a:lnTo>
                    <a:lnTo>
                      <a:pt x="72" y="64"/>
                    </a:lnTo>
                    <a:lnTo>
                      <a:pt x="74" y="64"/>
                    </a:lnTo>
                    <a:lnTo>
                      <a:pt x="74" y="64"/>
                    </a:lnTo>
                    <a:lnTo>
                      <a:pt x="74" y="60"/>
                    </a:lnTo>
                    <a:lnTo>
                      <a:pt x="72" y="58"/>
                    </a:lnTo>
                    <a:lnTo>
                      <a:pt x="72" y="58"/>
                    </a:lnTo>
                    <a:lnTo>
                      <a:pt x="74" y="50"/>
                    </a:lnTo>
                    <a:lnTo>
                      <a:pt x="74" y="44"/>
                    </a:lnTo>
                    <a:lnTo>
                      <a:pt x="74" y="44"/>
                    </a:lnTo>
                    <a:lnTo>
                      <a:pt x="74" y="30"/>
                    </a:lnTo>
                    <a:lnTo>
                      <a:pt x="72" y="18"/>
                    </a:lnTo>
                    <a:lnTo>
                      <a:pt x="72" y="18"/>
                    </a:lnTo>
                    <a:lnTo>
                      <a:pt x="72" y="10"/>
                    </a:lnTo>
                    <a:lnTo>
                      <a:pt x="72" y="10"/>
                    </a:lnTo>
                    <a:lnTo>
                      <a:pt x="70" y="8"/>
                    </a:lnTo>
                    <a:lnTo>
                      <a:pt x="70" y="8"/>
                    </a:lnTo>
                    <a:lnTo>
                      <a:pt x="72" y="8"/>
                    </a:lnTo>
                    <a:lnTo>
                      <a:pt x="74" y="4"/>
                    </a:lnTo>
                    <a:lnTo>
                      <a:pt x="74" y="4"/>
                    </a:lnTo>
                    <a:lnTo>
                      <a:pt x="76" y="0"/>
                    </a:lnTo>
                    <a:lnTo>
                      <a:pt x="78" y="0"/>
                    </a:lnTo>
                    <a:lnTo>
                      <a:pt x="78" y="0"/>
                    </a:lnTo>
                    <a:lnTo>
                      <a:pt x="80" y="6"/>
                    </a:lnTo>
                    <a:lnTo>
                      <a:pt x="82" y="12"/>
                    </a:lnTo>
                    <a:lnTo>
                      <a:pt x="84" y="14"/>
                    </a:lnTo>
                    <a:lnTo>
                      <a:pt x="84" y="14"/>
                    </a:lnTo>
                    <a:lnTo>
                      <a:pt x="88" y="20"/>
                    </a:lnTo>
                    <a:lnTo>
                      <a:pt x="90" y="22"/>
                    </a:lnTo>
                    <a:lnTo>
                      <a:pt x="90" y="22"/>
                    </a:lnTo>
                    <a:lnTo>
                      <a:pt x="94" y="36"/>
                    </a:lnTo>
                    <a:lnTo>
                      <a:pt x="94" y="36"/>
                    </a:lnTo>
                    <a:lnTo>
                      <a:pt x="94" y="42"/>
                    </a:lnTo>
                    <a:lnTo>
                      <a:pt x="98" y="48"/>
                    </a:lnTo>
                    <a:lnTo>
                      <a:pt x="98" y="48"/>
                    </a:lnTo>
                    <a:lnTo>
                      <a:pt x="98" y="52"/>
                    </a:lnTo>
                    <a:lnTo>
                      <a:pt x="98" y="56"/>
                    </a:lnTo>
                    <a:lnTo>
                      <a:pt x="98" y="62"/>
                    </a:lnTo>
                    <a:lnTo>
                      <a:pt x="100" y="74"/>
                    </a:lnTo>
                    <a:lnTo>
                      <a:pt x="108" y="78"/>
                    </a:lnTo>
                    <a:lnTo>
                      <a:pt x="108" y="78"/>
                    </a:lnTo>
                    <a:lnTo>
                      <a:pt x="108" y="82"/>
                    </a:lnTo>
                    <a:lnTo>
                      <a:pt x="108" y="86"/>
                    </a:lnTo>
                    <a:lnTo>
                      <a:pt x="110" y="88"/>
                    </a:lnTo>
                    <a:lnTo>
                      <a:pt x="110" y="88"/>
                    </a:lnTo>
                    <a:lnTo>
                      <a:pt x="114" y="92"/>
                    </a:lnTo>
                    <a:lnTo>
                      <a:pt x="114" y="94"/>
                    </a:lnTo>
                    <a:lnTo>
                      <a:pt x="112" y="102"/>
                    </a:lnTo>
                    <a:lnTo>
                      <a:pt x="112" y="10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7" name="Freeform 245">
                <a:extLst>
                  <a:ext uri="{FF2B5EF4-FFF2-40B4-BE49-F238E27FC236}">
                    <a16:creationId xmlns:a16="http://schemas.microsoft.com/office/drawing/2014/main" id="{266B4660-F404-4F47-9891-A200B13B6C65}"/>
                  </a:ext>
                </a:extLst>
              </p:cNvPr>
              <p:cNvSpPr>
                <a:spLocks/>
              </p:cNvSpPr>
              <p:nvPr/>
            </p:nvSpPr>
            <p:spPr bwMode="auto">
              <a:xfrm>
                <a:off x="4484726" y="4431691"/>
                <a:ext cx="14449" cy="16019"/>
              </a:xfrm>
              <a:custGeom>
                <a:avLst/>
                <a:gdLst>
                  <a:gd name="T0" fmla="*/ 6 w 8"/>
                  <a:gd name="T1" fmla="*/ 0 h 8"/>
                  <a:gd name="T2" fmla="*/ 6 w 8"/>
                  <a:gd name="T3" fmla="*/ 0 h 8"/>
                  <a:gd name="T4" fmla="*/ 8 w 8"/>
                  <a:gd name="T5" fmla="*/ 0 h 8"/>
                  <a:gd name="T6" fmla="*/ 8 w 8"/>
                  <a:gd name="T7" fmla="*/ 2 h 8"/>
                  <a:gd name="T8" fmla="*/ 8 w 8"/>
                  <a:gd name="T9" fmla="*/ 2 h 8"/>
                  <a:gd name="T10" fmla="*/ 2 w 8"/>
                  <a:gd name="T11" fmla="*/ 4 h 8"/>
                  <a:gd name="T12" fmla="*/ 2 w 8"/>
                  <a:gd name="T13" fmla="*/ 4 h 8"/>
                  <a:gd name="T14" fmla="*/ 2 w 8"/>
                  <a:gd name="T15" fmla="*/ 6 h 8"/>
                  <a:gd name="T16" fmla="*/ 0 w 8"/>
                  <a:gd name="T17" fmla="*/ 8 h 8"/>
                  <a:gd name="T18" fmla="*/ 0 w 8"/>
                  <a:gd name="T19" fmla="*/ 8 h 8"/>
                  <a:gd name="T20" fmla="*/ 0 w 8"/>
                  <a:gd name="T21" fmla="*/ 8 h 8"/>
                  <a:gd name="T22" fmla="*/ 0 w 8"/>
                  <a:gd name="T23" fmla="*/ 6 h 8"/>
                  <a:gd name="T24" fmla="*/ 2 w 8"/>
                  <a:gd name="T25" fmla="*/ 4 h 8"/>
                  <a:gd name="T26" fmla="*/ 6 w 8"/>
                  <a:gd name="T27" fmla="*/ 0 h 8"/>
                  <a:gd name="T28" fmla="*/ 6 w 8"/>
                  <a:gd name="T2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6" y="0"/>
                    </a:moveTo>
                    <a:lnTo>
                      <a:pt x="6" y="0"/>
                    </a:lnTo>
                    <a:lnTo>
                      <a:pt x="8" y="0"/>
                    </a:lnTo>
                    <a:lnTo>
                      <a:pt x="8" y="2"/>
                    </a:lnTo>
                    <a:lnTo>
                      <a:pt x="8" y="2"/>
                    </a:lnTo>
                    <a:lnTo>
                      <a:pt x="2" y="4"/>
                    </a:lnTo>
                    <a:lnTo>
                      <a:pt x="2" y="4"/>
                    </a:lnTo>
                    <a:lnTo>
                      <a:pt x="2" y="6"/>
                    </a:lnTo>
                    <a:lnTo>
                      <a:pt x="0" y="8"/>
                    </a:lnTo>
                    <a:lnTo>
                      <a:pt x="0" y="8"/>
                    </a:lnTo>
                    <a:lnTo>
                      <a:pt x="0" y="8"/>
                    </a:lnTo>
                    <a:lnTo>
                      <a:pt x="0" y="6"/>
                    </a:lnTo>
                    <a:lnTo>
                      <a:pt x="2" y="4"/>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8" name="Freeform 246">
                <a:extLst>
                  <a:ext uri="{FF2B5EF4-FFF2-40B4-BE49-F238E27FC236}">
                    <a16:creationId xmlns:a16="http://schemas.microsoft.com/office/drawing/2014/main" id="{A0C50C9A-F6FA-8948-9851-65BBA4090677}"/>
                  </a:ext>
                </a:extLst>
              </p:cNvPr>
              <p:cNvSpPr>
                <a:spLocks/>
              </p:cNvSpPr>
              <p:nvPr/>
            </p:nvSpPr>
            <p:spPr bwMode="auto">
              <a:xfrm>
                <a:off x="4569618" y="4427685"/>
                <a:ext cx="1806" cy="4005"/>
              </a:xfrm>
              <a:custGeom>
                <a:avLst/>
                <a:gdLst>
                  <a:gd name="T0" fmla="*/ 0 h 2"/>
                  <a:gd name="T1" fmla="*/ 0 h 2"/>
                  <a:gd name="T2" fmla="*/ 2 h 2"/>
                  <a:gd name="T3" fmla="*/ 2 h 2"/>
                  <a:gd name="T4" fmla="*/ 2 h 2"/>
                  <a:gd name="T5" fmla="*/ 2 h 2"/>
                  <a:gd name="T6" fmla="*/ 0 h 2"/>
                  <a:gd name="T7" fmla="*/ 0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0"/>
                    </a:moveTo>
                    <a:lnTo>
                      <a:pt x="0" y="0"/>
                    </a:lnTo>
                    <a:lnTo>
                      <a:pt x="0" y="2"/>
                    </a:lnTo>
                    <a:lnTo>
                      <a:pt x="0" y="2"/>
                    </a:lnTo>
                    <a:lnTo>
                      <a:pt x="0" y="2"/>
                    </a:lnTo>
                    <a:lnTo>
                      <a:pt x="0"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9" name="Freeform 247">
                <a:extLst>
                  <a:ext uri="{FF2B5EF4-FFF2-40B4-BE49-F238E27FC236}">
                    <a16:creationId xmlns:a16="http://schemas.microsoft.com/office/drawing/2014/main" id="{D9C8E6DC-BD4E-2B47-8E44-08762F925AD7}"/>
                  </a:ext>
                </a:extLst>
              </p:cNvPr>
              <p:cNvSpPr>
                <a:spLocks/>
              </p:cNvSpPr>
              <p:nvPr/>
            </p:nvSpPr>
            <p:spPr bwMode="auto">
              <a:xfrm>
                <a:off x="4432346" y="4451714"/>
                <a:ext cx="46961" cy="8009"/>
              </a:xfrm>
              <a:custGeom>
                <a:avLst/>
                <a:gdLst>
                  <a:gd name="T0" fmla="*/ 24 w 24"/>
                  <a:gd name="T1" fmla="*/ 0 h 4"/>
                  <a:gd name="T2" fmla="*/ 24 w 24"/>
                  <a:gd name="T3" fmla="*/ 4 h 4"/>
                  <a:gd name="T4" fmla="*/ 24 w 24"/>
                  <a:gd name="T5" fmla="*/ 4 h 4"/>
                  <a:gd name="T6" fmla="*/ 12 w 24"/>
                  <a:gd name="T7" fmla="*/ 2 h 4"/>
                  <a:gd name="T8" fmla="*/ 0 w 24"/>
                  <a:gd name="T9" fmla="*/ 4 h 4"/>
                  <a:gd name="T10" fmla="*/ 2 w 24"/>
                  <a:gd name="T11" fmla="*/ 0 h 4"/>
                  <a:gd name="T12" fmla="*/ 2 w 24"/>
                  <a:gd name="T13" fmla="*/ 0 h 4"/>
                  <a:gd name="T14" fmla="*/ 12 w 24"/>
                  <a:gd name="T15" fmla="*/ 2 h 4"/>
                  <a:gd name="T16" fmla="*/ 18 w 24"/>
                  <a:gd name="T17" fmla="*/ 2 h 4"/>
                  <a:gd name="T18" fmla="*/ 22 w 24"/>
                  <a:gd name="T19" fmla="*/ 2 h 4"/>
                  <a:gd name="T20" fmla="*/ 22 w 24"/>
                  <a:gd name="T21" fmla="*/ 2 h 4"/>
                  <a:gd name="T22" fmla="*/ 24 w 24"/>
                  <a:gd name="T23" fmla="*/ 0 h 4"/>
                  <a:gd name="T24" fmla="*/ 24 w 24"/>
                  <a:gd name="T25"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
                    <a:moveTo>
                      <a:pt x="24" y="0"/>
                    </a:moveTo>
                    <a:lnTo>
                      <a:pt x="24" y="4"/>
                    </a:lnTo>
                    <a:lnTo>
                      <a:pt x="24" y="4"/>
                    </a:lnTo>
                    <a:lnTo>
                      <a:pt x="12" y="2"/>
                    </a:lnTo>
                    <a:lnTo>
                      <a:pt x="0" y="4"/>
                    </a:lnTo>
                    <a:lnTo>
                      <a:pt x="2" y="0"/>
                    </a:lnTo>
                    <a:lnTo>
                      <a:pt x="2" y="0"/>
                    </a:lnTo>
                    <a:lnTo>
                      <a:pt x="12" y="2"/>
                    </a:lnTo>
                    <a:lnTo>
                      <a:pt x="18" y="2"/>
                    </a:lnTo>
                    <a:lnTo>
                      <a:pt x="22" y="2"/>
                    </a:lnTo>
                    <a:lnTo>
                      <a:pt x="22" y="2"/>
                    </a:lnTo>
                    <a:lnTo>
                      <a:pt x="24" y="0"/>
                    </a:lnTo>
                    <a:lnTo>
                      <a:pt x="2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0" name="Freeform 248">
                <a:extLst>
                  <a:ext uri="{FF2B5EF4-FFF2-40B4-BE49-F238E27FC236}">
                    <a16:creationId xmlns:a16="http://schemas.microsoft.com/office/drawing/2014/main" id="{EE458EF4-C567-C448-979A-3489319D6CBD}"/>
                  </a:ext>
                </a:extLst>
              </p:cNvPr>
              <p:cNvSpPr>
                <a:spLocks/>
              </p:cNvSpPr>
              <p:nvPr/>
            </p:nvSpPr>
            <p:spPr bwMode="auto">
              <a:xfrm>
                <a:off x="3944670" y="4215436"/>
                <a:ext cx="1047598" cy="1313543"/>
              </a:xfrm>
              <a:custGeom>
                <a:avLst/>
                <a:gdLst>
                  <a:gd name="T0" fmla="*/ 386 w 536"/>
                  <a:gd name="T1" fmla="*/ 490 h 656"/>
                  <a:gd name="T2" fmla="*/ 406 w 536"/>
                  <a:gd name="T3" fmla="*/ 478 h 656"/>
                  <a:gd name="T4" fmla="*/ 436 w 536"/>
                  <a:gd name="T5" fmla="*/ 470 h 656"/>
                  <a:gd name="T6" fmla="*/ 442 w 536"/>
                  <a:gd name="T7" fmla="*/ 444 h 656"/>
                  <a:gd name="T8" fmla="*/ 460 w 536"/>
                  <a:gd name="T9" fmla="*/ 414 h 656"/>
                  <a:gd name="T10" fmla="*/ 476 w 536"/>
                  <a:gd name="T11" fmla="*/ 360 h 656"/>
                  <a:gd name="T12" fmla="*/ 476 w 536"/>
                  <a:gd name="T13" fmla="*/ 304 h 656"/>
                  <a:gd name="T14" fmla="*/ 496 w 536"/>
                  <a:gd name="T15" fmla="*/ 286 h 656"/>
                  <a:gd name="T16" fmla="*/ 526 w 536"/>
                  <a:gd name="T17" fmla="*/ 246 h 656"/>
                  <a:gd name="T18" fmla="*/ 534 w 536"/>
                  <a:gd name="T19" fmla="*/ 202 h 656"/>
                  <a:gd name="T20" fmla="*/ 514 w 536"/>
                  <a:gd name="T21" fmla="*/ 168 h 656"/>
                  <a:gd name="T22" fmla="*/ 498 w 536"/>
                  <a:gd name="T23" fmla="*/ 162 h 656"/>
                  <a:gd name="T24" fmla="*/ 450 w 536"/>
                  <a:gd name="T25" fmla="*/ 134 h 656"/>
                  <a:gd name="T26" fmla="*/ 408 w 536"/>
                  <a:gd name="T27" fmla="*/ 134 h 656"/>
                  <a:gd name="T28" fmla="*/ 400 w 536"/>
                  <a:gd name="T29" fmla="*/ 116 h 656"/>
                  <a:gd name="T30" fmla="*/ 384 w 536"/>
                  <a:gd name="T31" fmla="*/ 104 h 656"/>
                  <a:gd name="T32" fmla="*/ 354 w 536"/>
                  <a:gd name="T33" fmla="*/ 106 h 656"/>
                  <a:gd name="T34" fmla="*/ 332 w 536"/>
                  <a:gd name="T35" fmla="*/ 110 h 656"/>
                  <a:gd name="T36" fmla="*/ 350 w 536"/>
                  <a:gd name="T37" fmla="*/ 96 h 656"/>
                  <a:gd name="T38" fmla="*/ 336 w 536"/>
                  <a:gd name="T39" fmla="*/ 80 h 656"/>
                  <a:gd name="T40" fmla="*/ 318 w 536"/>
                  <a:gd name="T41" fmla="*/ 104 h 656"/>
                  <a:gd name="T42" fmla="*/ 306 w 536"/>
                  <a:gd name="T43" fmla="*/ 106 h 656"/>
                  <a:gd name="T44" fmla="*/ 304 w 536"/>
                  <a:gd name="T45" fmla="*/ 102 h 656"/>
                  <a:gd name="T46" fmla="*/ 320 w 536"/>
                  <a:gd name="T47" fmla="*/ 74 h 656"/>
                  <a:gd name="T48" fmla="*/ 332 w 536"/>
                  <a:gd name="T49" fmla="*/ 64 h 656"/>
                  <a:gd name="T50" fmla="*/ 330 w 536"/>
                  <a:gd name="T51" fmla="*/ 50 h 656"/>
                  <a:gd name="T52" fmla="*/ 312 w 536"/>
                  <a:gd name="T53" fmla="*/ 12 h 656"/>
                  <a:gd name="T54" fmla="*/ 270 w 536"/>
                  <a:gd name="T55" fmla="*/ 56 h 656"/>
                  <a:gd name="T56" fmla="*/ 222 w 536"/>
                  <a:gd name="T57" fmla="*/ 58 h 656"/>
                  <a:gd name="T58" fmla="*/ 202 w 536"/>
                  <a:gd name="T59" fmla="*/ 70 h 656"/>
                  <a:gd name="T60" fmla="*/ 198 w 536"/>
                  <a:gd name="T61" fmla="*/ 26 h 656"/>
                  <a:gd name="T62" fmla="*/ 192 w 536"/>
                  <a:gd name="T63" fmla="*/ 2 h 656"/>
                  <a:gd name="T64" fmla="*/ 164 w 536"/>
                  <a:gd name="T65" fmla="*/ 20 h 656"/>
                  <a:gd name="T66" fmla="*/ 136 w 536"/>
                  <a:gd name="T67" fmla="*/ 20 h 656"/>
                  <a:gd name="T68" fmla="*/ 130 w 536"/>
                  <a:gd name="T69" fmla="*/ 46 h 656"/>
                  <a:gd name="T70" fmla="*/ 142 w 536"/>
                  <a:gd name="T71" fmla="*/ 56 h 656"/>
                  <a:gd name="T72" fmla="*/ 106 w 536"/>
                  <a:gd name="T73" fmla="*/ 72 h 656"/>
                  <a:gd name="T74" fmla="*/ 68 w 536"/>
                  <a:gd name="T75" fmla="*/ 82 h 656"/>
                  <a:gd name="T76" fmla="*/ 48 w 536"/>
                  <a:gd name="T77" fmla="*/ 158 h 656"/>
                  <a:gd name="T78" fmla="*/ 6 w 536"/>
                  <a:gd name="T79" fmla="*/ 194 h 656"/>
                  <a:gd name="T80" fmla="*/ 4 w 536"/>
                  <a:gd name="T81" fmla="*/ 224 h 656"/>
                  <a:gd name="T82" fmla="*/ 46 w 536"/>
                  <a:gd name="T83" fmla="*/ 240 h 656"/>
                  <a:gd name="T84" fmla="*/ 74 w 536"/>
                  <a:gd name="T85" fmla="*/ 284 h 656"/>
                  <a:gd name="T86" fmla="*/ 116 w 536"/>
                  <a:gd name="T87" fmla="*/ 274 h 656"/>
                  <a:gd name="T88" fmla="*/ 148 w 536"/>
                  <a:gd name="T89" fmla="*/ 296 h 656"/>
                  <a:gd name="T90" fmla="*/ 186 w 536"/>
                  <a:gd name="T91" fmla="*/ 316 h 656"/>
                  <a:gd name="T92" fmla="*/ 210 w 536"/>
                  <a:gd name="T93" fmla="*/ 364 h 656"/>
                  <a:gd name="T94" fmla="*/ 218 w 536"/>
                  <a:gd name="T95" fmla="*/ 416 h 656"/>
                  <a:gd name="T96" fmla="*/ 246 w 536"/>
                  <a:gd name="T97" fmla="*/ 452 h 656"/>
                  <a:gd name="T98" fmla="*/ 260 w 536"/>
                  <a:gd name="T99" fmla="*/ 486 h 656"/>
                  <a:gd name="T100" fmla="*/ 270 w 536"/>
                  <a:gd name="T101" fmla="*/ 514 h 656"/>
                  <a:gd name="T102" fmla="*/ 260 w 536"/>
                  <a:gd name="T103" fmla="*/ 550 h 656"/>
                  <a:gd name="T104" fmla="*/ 234 w 536"/>
                  <a:gd name="T105" fmla="*/ 584 h 656"/>
                  <a:gd name="T106" fmla="*/ 262 w 536"/>
                  <a:gd name="T107" fmla="*/ 620 h 656"/>
                  <a:gd name="T108" fmla="*/ 288 w 536"/>
                  <a:gd name="T109" fmla="*/ 650 h 656"/>
                  <a:gd name="T110" fmla="*/ 306 w 536"/>
                  <a:gd name="T111" fmla="*/ 614 h 656"/>
                  <a:gd name="T112" fmla="*/ 314 w 536"/>
                  <a:gd name="T113" fmla="*/ 620 h 656"/>
                  <a:gd name="T114" fmla="*/ 340 w 536"/>
                  <a:gd name="T115" fmla="*/ 576 h 656"/>
                  <a:gd name="T116" fmla="*/ 342 w 536"/>
                  <a:gd name="T117" fmla="*/ 542 h 656"/>
                  <a:gd name="T118" fmla="*/ 342 w 536"/>
                  <a:gd name="T119" fmla="*/ 518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6" h="656">
                    <a:moveTo>
                      <a:pt x="342" y="516"/>
                    </a:moveTo>
                    <a:lnTo>
                      <a:pt x="342" y="516"/>
                    </a:lnTo>
                    <a:lnTo>
                      <a:pt x="350" y="512"/>
                    </a:lnTo>
                    <a:lnTo>
                      <a:pt x="356" y="508"/>
                    </a:lnTo>
                    <a:lnTo>
                      <a:pt x="356" y="508"/>
                    </a:lnTo>
                    <a:lnTo>
                      <a:pt x="360" y="504"/>
                    </a:lnTo>
                    <a:lnTo>
                      <a:pt x="360" y="504"/>
                    </a:lnTo>
                    <a:lnTo>
                      <a:pt x="366" y="502"/>
                    </a:lnTo>
                    <a:lnTo>
                      <a:pt x="372" y="500"/>
                    </a:lnTo>
                    <a:lnTo>
                      <a:pt x="372" y="500"/>
                    </a:lnTo>
                    <a:lnTo>
                      <a:pt x="374" y="496"/>
                    </a:lnTo>
                    <a:lnTo>
                      <a:pt x="374" y="492"/>
                    </a:lnTo>
                    <a:lnTo>
                      <a:pt x="374" y="492"/>
                    </a:lnTo>
                    <a:lnTo>
                      <a:pt x="380" y="490"/>
                    </a:lnTo>
                    <a:lnTo>
                      <a:pt x="386" y="490"/>
                    </a:lnTo>
                    <a:lnTo>
                      <a:pt x="386" y="490"/>
                    </a:lnTo>
                    <a:lnTo>
                      <a:pt x="388" y="488"/>
                    </a:lnTo>
                    <a:lnTo>
                      <a:pt x="388" y="488"/>
                    </a:lnTo>
                    <a:lnTo>
                      <a:pt x="392" y="486"/>
                    </a:lnTo>
                    <a:lnTo>
                      <a:pt x="398" y="486"/>
                    </a:lnTo>
                    <a:lnTo>
                      <a:pt x="398" y="486"/>
                    </a:lnTo>
                    <a:lnTo>
                      <a:pt x="396" y="480"/>
                    </a:lnTo>
                    <a:lnTo>
                      <a:pt x="396" y="480"/>
                    </a:lnTo>
                    <a:lnTo>
                      <a:pt x="398" y="480"/>
                    </a:lnTo>
                    <a:lnTo>
                      <a:pt x="398" y="480"/>
                    </a:lnTo>
                    <a:lnTo>
                      <a:pt x="402" y="476"/>
                    </a:lnTo>
                    <a:lnTo>
                      <a:pt x="402" y="476"/>
                    </a:lnTo>
                    <a:lnTo>
                      <a:pt x="404" y="478"/>
                    </a:lnTo>
                    <a:lnTo>
                      <a:pt x="406" y="478"/>
                    </a:lnTo>
                    <a:lnTo>
                      <a:pt x="406" y="478"/>
                    </a:lnTo>
                    <a:lnTo>
                      <a:pt x="410" y="474"/>
                    </a:lnTo>
                    <a:lnTo>
                      <a:pt x="410" y="474"/>
                    </a:lnTo>
                    <a:lnTo>
                      <a:pt x="414" y="474"/>
                    </a:lnTo>
                    <a:lnTo>
                      <a:pt x="420" y="474"/>
                    </a:lnTo>
                    <a:lnTo>
                      <a:pt x="420" y="474"/>
                    </a:lnTo>
                    <a:lnTo>
                      <a:pt x="420" y="470"/>
                    </a:lnTo>
                    <a:lnTo>
                      <a:pt x="420" y="470"/>
                    </a:lnTo>
                    <a:lnTo>
                      <a:pt x="422" y="470"/>
                    </a:lnTo>
                    <a:lnTo>
                      <a:pt x="422" y="472"/>
                    </a:lnTo>
                    <a:lnTo>
                      <a:pt x="422" y="472"/>
                    </a:lnTo>
                    <a:lnTo>
                      <a:pt x="424" y="474"/>
                    </a:lnTo>
                    <a:lnTo>
                      <a:pt x="424" y="474"/>
                    </a:lnTo>
                    <a:lnTo>
                      <a:pt x="432" y="474"/>
                    </a:lnTo>
                    <a:lnTo>
                      <a:pt x="432" y="474"/>
                    </a:lnTo>
                    <a:lnTo>
                      <a:pt x="436" y="470"/>
                    </a:lnTo>
                    <a:lnTo>
                      <a:pt x="436" y="470"/>
                    </a:lnTo>
                    <a:lnTo>
                      <a:pt x="436" y="464"/>
                    </a:lnTo>
                    <a:lnTo>
                      <a:pt x="442" y="460"/>
                    </a:lnTo>
                    <a:lnTo>
                      <a:pt x="442" y="460"/>
                    </a:lnTo>
                    <a:lnTo>
                      <a:pt x="442" y="458"/>
                    </a:lnTo>
                    <a:lnTo>
                      <a:pt x="444" y="456"/>
                    </a:lnTo>
                    <a:lnTo>
                      <a:pt x="442" y="456"/>
                    </a:lnTo>
                    <a:lnTo>
                      <a:pt x="442" y="456"/>
                    </a:lnTo>
                    <a:lnTo>
                      <a:pt x="442" y="448"/>
                    </a:lnTo>
                    <a:lnTo>
                      <a:pt x="442" y="448"/>
                    </a:lnTo>
                    <a:lnTo>
                      <a:pt x="440" y="448"/>
                    </a:lnTo>
                    <a:lnTo>
                      <a:pt x="442" y="448"/>
                    </a:lnTo>
                    <a:lnTo>
                      <a:pt x="442" y="448"/>
                    </a:lnTo>
                    <a:lnTo>
                      <a:pt x="442" y="444"/>
                    </a:lnTo>
                    <a:lnTo>
                      <a:pt x="442" y="444"/>
                    </a:lnTo>
                    <a:lnTo>
                      <a:pt x="446" y="442"/>
                    </a:lnTo>
                    <a:lnTo>
                      <a:pt x="446" y="442"/>
                    </a:lnTo>
                    <a:lnTo>
                      <a:pt x="446" y="438"/>
                    </a:lnTo>
                    <a:lnTo>
                      <a:pt x="446" y="434"/>
                    </a:lnTo>
                    <a:lnTo>
                      <a:pt x="446" y="434"/>
                    </a:lnTo>
                    <a:lnTo>
                      <a:pt x="450" y="430"/>
                    </a:lnTo>
                    <a:lnTo>
                      <a:pt x="454" y="426"/>
                    </a:lnTo>
                    <a:lnTo>
                      <a:pt x="454" y="426"/>
                    </a:lnTo>
                    <a:lnTo>
                      <a:pt x="454" y="422"/>
                    </a:lnTo>
                    <a:lnTo>
                      <a:pt x="454" y="422"/>
                    </a:lnTo>
                    <a:lnTo>
                      <a:pt x="456" y="420"/>
                    </a:lnTo>
                    <a:lnTo>
                      <a:pt x="456" y="420"/>
                    </a:lnTo>
                    <a:lnTo>
                      <a:pt x="456" y="418"/>
                    </a:lnTo>
                    <a:lnTo>
                      <a:pt x="456" y="418"/>
                    </a:lnTo>
                    <a:lnTo>
                      <a:pt x="460" y="414"/>
                    </a:lnTo>
                    <a:lnTo>
                      <a:pt x="466" y="410"/>
                    </a:lnTo>
                    <a:lnTo>
                      <a:pt x="466" y="410"/>
                    </a:lnTo>
                    <a:lnTo>
                      <a:pt x="466" y="402"/>
                    </a:lnTo>
                    <a:lnTo>
                      <a:pt x="466" y="392"/>
                    </a:lnTo>
                    <a:lnTo>
                      <a:pt x="466" y="392"/>
                    </a:lnTo>
                    <a:lnTo>
                      <a:pt x="470" y="388"/>
                    </a:lnTo>
                    <a:lnTo>
                      <a:pt x="474" y="384"/>
                    </a:lnTo>
                    <a:lnTo>
                      <a:pt x="474" y="384"/>
                    </a:lnTo>
                    <a:lnTo>
                      <a:pt x="472" y="376"/>
                    </a:lnTo>
                    <a:lnTo>
                      <a:pt x="470" y="370"/>
                    </a:lnTo>
                    <a:lnTo>
                      <a:pt x="472" y="366"/>
                    </a:lnTo>
                    <a:lnTo>
                      <a:pt x="472" y="366"/>
                    </a:lnTo>
                    <a:lnTo>
                      <a:pt x="476" y="364"/>
                    </a:lnTo>
                    <a:lnTo>
                      <a:pt x="476" y="364"/>
                    </a:lnTo>
                    <a:lnTo>
                      <a:pt x="476" y="360"/>
                    </a:lnTo>
                    <a:lnTo>
                      <a:pt x="476" y="354"/>
                    </a:lnTo>
                    <a:lnTo>
                      <a:pt x="476" y="354"/>
                    </a:lnTo>
                    <a:lnTo>
                      <a:pt x="476" y="350"/>
                    </a:lnTo>
                    <a:lnTo>
                      <a:pt x="478" y="346"/>
                    </a:lnTo>
                    <a:lnTo>
                      <a:pt x="476" y="340"/>
                    </a:lnTo>
                    <a:lnTo>
                      <a:pt x="476" y="340"/>
                    </a:lnTo>
                    <a:lnTo>
                      <a:pt x="474" y="328"/>
                    </a:lnTo>
                    <a:lnTo>
                      <a:pt x="476" y="318"/>
                    </a:lnTo>
                    <a:lnTo>
                      <a:pt x="476" y="318"/>
                    </a:lnTo>
                    <a:lnTo>
                      <a:pt x="472" y="316"/>
                    </a:lnTo>
                    <a:lnTo>
                      <a:pt x="472" y="316"/>
                    </a:lnTo>
                    <a:lnTo>
                      <a:pt x="476" y="312"/>
                    </a:lnTo>
                    <a:lnTo>
                      <a:pt x="476" y="312"/>
                    </a:lnTo>
                    <a:lnTo>
                      <a:pt x="476" y="308"/>
                    </a:lnTo>
                    <a:lnTo>
                      <a:pt x="476" y="304"/>
                    </a:lnTo>
                    <a:lnTo>
                      <a:pt x="476" y="304"/>
                    </a:lnTo>
                    <a:lnTo>
                      <a:pt x="478" y="302"/>
                    </a:lnTo>
                    <a:lnTo>
                      <a:pt x="480" y="300"/>
                    </a:lnTo>
                    <a:lnTo>
                      <a:pt x="480" y="300"/>
                    </a:lnTo>
                    <a:lnTo>
                      <a:pt x="480" y="292"/>
                    </a:lnTo>
                    <a:lnTo>
                      <a:pt x="480" y="292"/>
                    </a:lnTo>
                    <a:lnTo>
                      <a:pt x="486" y="294"/>
                    </a:lnTo>
                    <a:lnTo>
                      <a:pt x="488" y="298"/>
                    </a:lnTo>
                    <a:lnTo>
                      <a:pt x="488" y="298"/>
                    </a:lnTo>
                    <a:lnTo>
                      <a:pt x="492" y="292"/>
                    </a:lnTo>
                    <a:lnTo>
                      <a:pt x="492" y="292"/>
                    </a:lnTo>
                    <a:lnTo>
                      <a:pt x="492" y="288"/>
                    </a:lnTo>
                    <a:lnTo>
                      <a:pt x="492" y="288"/>
                    </a:lnTo>
                    <a:lnTo>
                      <a:pt x="496" y="286"/>
                    </a:lnTo>
                    <a:lnTo>
                      <a:pt x="496" y="286"/>
                    </a:lnTo>
                    <a:lnTo>
                      <a:pt x="496" y="282"/>
                    </a:lnTo>
                    <a:lnTo>
                      <a:pt x="498" y="278"/>
                    </a:lnTo>
                    <a:lnTo>
                      <a:pt x="498" y="278"/>
                    </a:lnTo>
                    <a:lnTo>
                      <a:pt x="500" y="274"/>
                    </a:lnTo>
                    <a:lnTo>
                      <a:pt x="502" y="270"/>
                    </a:lnTo>
                    <a:lnTo>
                      <a:pt x="502" y="270"/>
                    </a:lnTo>
                    <a:lnTo>
                      <a:pt x="504" y="264"/>
                    </a:lnTo>
                    <a:lnTo>
                      <a:pt x="504" y="264"/>
                    </a:lnTo>
                    <a:lnTo>
                      <a:pt x="514" y="254"/>
                    </a:lnTo>
                    <a:lnTo>
                      <a:pt x="514" y="254"/>
                    </a:lnTo>
                    <a:lnTo>
                      <a:pt x="518" y="254"/>
                    </a:lnTo>
                    <a:lnTo>
                      <a:pt x="518" y="254"/>
                    </a:lnTo>
                    <a:lnTo>
                      <a:pt x="520" y="250"/>
                    </a:lnTo>
                    <a:lnTo>
                      <a:pt x="520" y="250"/>
                    </a:lnTo>
                    <a:lnTo>
                      <a:pt x="526" y="246"/>
                    </a:lnTo>
                    <a:lnTo>
                      <a:pt x="526" y="246"/>
                    </a:lnTo>
                    <a:lnTo>
                      <a:pt x="526" y="242"/>
                    </a:lnTo>
                    <a:lnTo>
                      <a:pt x="526" y="242"/>
                    </a:lnTo>
                    <a:lnTo>
                      <a:pt x="528" y="240"/>
                    </a:lnTo>
                    <a:lnTo>
                      <a:pt x="528" y="240"/>
                    </a:lnTo>
                    <a:lnTo>
                      <a:pt x="534" y="226"/>
                    </a:lnTo>
                    <a:lnTo>
                      <a:pt x="536" y="224"/>
                    </a:lnTo>
                    <a:lnTo>
                      <a:pt x="536" y="224"/>
                    </a:lnTo>
                    <a:lnTo>
                      <a:pt x="536" y="218"/>
                    </a:lnTo>
                    <a:lnTo>
                      <a:pt x="536" y="214"/>
                    </a:lnTo>
                    <a:lnTo>
                      <a:pt x="536" y="214"/>
                    </a:lnTo>
                    <a:lnTo>
                      <a:pt x="536" y="210"/>
                    </a:lnTo>
                    <a:lnTo>
                      <a:pt x="536" y="204"/>
                    </a:lnTo>
                    <a:lnTo>
                      <a:pt x="534" y="202"/>
                    </a:lnTo>
                    <a:lnTo>
                      <a:pt x="534" y="202"/>
                    </a:lnTo>
                    <a:lnTo>
                      <a:pt x="534" y="198"/>
                    </a:lnTo>
                    <a:lnTo>
                      <a:pt x="534" y="192"/>
                    </a:lnTo>
                    <a:lnTo>
                      <a:pt x="534" y="192"/>
                    </a:lnTo>
                    <a:lnTo>
                      <a:pt x="532" y="188"/>
                    </a:lnTo>
                    <a:lnTo>
                      <a:pt x="528" y="186"/>
                    </a:lnTo>
                    <a:lnTo>
                      <a:pt x="528" y="186"/>
                    </a:lnTo>
                    <a:lnTo>
                      <a:pt x="528" y="182"/>
                    </a:lnTo>
                    <a:lnTo>
                      <a:pt x="528" y="182"/>
                    </a:lnTo>
                    <a:lnTo>
                      <a:pt x="526" y="182"/>
                    </a:lnTo>
                    <a:lnTo>
                      <a:pt x="526" y="182"/>
                    </a:lnTo>
                    <a:lnTo>
                      <a:pt x="524" y="172"/>
                    </a:lnTo>
                    <a:lnTo>
                      <a:pt x="522" y="170"/>
                    </a:lnTo>
                    <a:lnTo>
                      <a:pt x="518" y="168"/>
                    </a:lnTo>
                    <a:lnTo>
                      <a:pt x="518" y="168"/>
                    </a:lnTo>
                    <a:lnTo>
                      <a:pt x="514" y="168"/>
                    </a:lnTo>
                    <a:lnTo>
                      <a:pt x="512" y="170"/>
                    </a:lnTo>
                    <a:lnTo>
                      <a:pt x="512" y="170"/>
                    </a:lnTo>
                    <a:lnTo>
                      <a:pt x="512" y="166"/>
                    </a:lnTo>
                    <a:lnTo>
                      <a:pt x="512" y="166"/>
                    </a:lnTo>
                    <a:lnTo>
                      <a:pt x="510" y="164"/>
                    </a:lnTo>
                    <a:lnTo>
                      <a:pt x="510" y="164"/>
                    </a:lnTo>
                    <a:lnTo>
                      <a:pt x="506" y="164"/>
                    </a:lnTo>
                    <a:lnTo>
                      <a:pt x="504" y="164"/>
                    </a:lnTo>
                    <a:lnTo>
                      <a:pt x="502" y="168"/>
                    </a:lnTo>
                    <a:lnTo>
                      <a:pt x="502" y="168"/>
                    </a:lnTo>
                    <a:lnTo>
                      <a:pt x="502" y="166"/>
                    </a:lnTo>
                    <a:lnTo>
                      <a:pt x="502" y="164"/>
                    </a:lnTo>
                    <a:lnTo>
                      <a:pt x="502" y="164"/>
                    </a:lnTo>
                    <a:lnTo>
                      <a:pt x="498" y="162"/>
                    </a:lnTo>
                    <a:lnTo>
                      <a:pt x="498" y="162"/>
                    </a:lnTo>
                    <a:lnTo>
                      <a:pt x="498" y="160"/>
                    </a:lnTo>
                    <a:lnTo>
                      <a:pt x="492" y="152"/>
                    </a:lnTo>
                    <a:lnTo>
                      <a:pt x="492" y="152"/>
                    </a:lnTo>
                    <a:lnTo>
                      <a:pt x="490" y="152"/>
                    </a:lnTo>
                    <a:lnTo>
                      <a:pt x="490" y="152"/>
                    </a:lnTo>
                    <a:lnTo>
                      <a:pt x="482" y="146"/>
                    </a:lnTo>
                    <a:lnTo>
                      <a:pt x="476" y="140"/>
                    </a:lnTo>
                    <a:lnTo>
                      <a:pt x="476" y="140"/>
                    </a:lnTo>
                    <a:lnTo>
                      <a:pt x="468" y="138"/>
                    </a:lnTo>
                    <a:lnTo>
                      <a:pt x="468" y="138"/>
                    </a:lnTo>
                    <a:lnTo>
                      <a:pt x="464" y="134"/>
                    </a:lnTo>
                    <a:lnTo>
                      <a:pt x="464" y="134"/>
                    </a:lnTo>
                    <a:lnTo>
                      <a:pt x="456" y="134"/>
                    </a:lnTo>
                    <a:lnTo>
                      <a:pt x="450" y="134"/>
                    </a:lnTo>
                    <a:lnTo>
                      <a:pt x="450" y="134"/>
                    </a:lnTo>
                    <a:lnTo>
                      <a:pt x="440" y="130"/>
                    </a:lnTo>
                    <a:lnTo>
                      <a:pt x="436" y="130"/>
                    </a:lnTo>
                    <a:lnTo>
                      <a:pt x="432" y="132"/>
                    </a:lnTo>
                    <a:lnTo>
                      <a:pt x="432" y="132"/>
                    </a:lnTo>
                    <a:lnTo>
                      <a:pt x="430" y="128"/>
                    </a:lnTo>
                    <a:lnTo>
                      <a:pt x="426" y="124"/>
                    </a:lnTo>
                    <a:lnTo>
                      <a:pt x="426" y="124"/>
                    </a:lnTo>
                    <a:lnTo>
                      <a:pt x="422" y="124"/>
                    </a:lnTo>
                    <a:lnTo>
                      <a:pt x="420" y="126"/>
                    </a:lnTo>
                    <a:lnTo>
                      <a:pt x="420" y="126"/>
                    </a:lnTo>
                    <a:lnTo>
                      <a:pt x="416" y="124"/>
                    </a:lnTo>
                    <a:lnTo>
                      <a:pt x="416" y="124"/>
                    </a:lnTo>
                    <a:lnTo>
                      <a:pt x="414" y="130"/>
                    </a:lnTo>
                    <a:lnTo>
                      <a:pt x="412" y="132"/>
                    </a:lnTo>
                    <a:lnTo>
                      <a:pt x="408" y="134"/>
                    </a:lnTo>
                    <a:lnTo>
                      <a:pt x="408" y="134"/>
                    </a:lnTo>
                    <a:lnTo>
                      <a:pt x="406" y="132"/>
                    </a:lnTo>
                    <a:lnTo>
                      <a:pt x="406" y="130"/>
                    </a:lnTo>
                    <a:lnTo>
                      <a:pt x="408" y="126"/>
                    </a:lnTo>
                    <a:lnTo>
                      <a:pt x="408" y="126"/>
                    </a:lnTo>
                    <a:lnTo>
                      <a:pt x="404" y="124"/>
                    </a:lnTo>
                    <a:lnTo>
                      <a:pt x="404" y="124"/>
                    </a:lnTo>
                    <a:lnTo>
                      <a:pt x="406" y="122"/>
                    </a:lnTo>
                    <a:lnTo>
                      <a:pt x="406" y="122"/>
                    </a:lnTo>
                    <a:lnTo>
                      <a:pt x="404" y="118"/>
                    </a:lnTo>
                    <a:lnTo>
                      <a:pt x="404" y="116"/>
                    </a:lnTo>
                    <a:lnTo>
                      <a:pt x="404" y="116"/>
                    </a:lnTo>
                    <a:lnTo>
                      <a:pt x="402" y="116"/>
                    </a:lnTo>
                    <a:lnTo>
                      <a:pt x="402" y="116"/>
                    </a:lnTo>
                    <a:lnTo>
                      <a:pt x="400" y="116"/>
                    </a:lnTo>
                    <a:lnTo>
                      <a:pt x="400" y="116"/>
                    </a:lnTo>
                    <a:lnTo>
                      <a:pt x="400" y="114"/>
                    </a:lnTo>
                    <a:lnTo>
                      <a:pt x="402" y="112"/>
                    </a:lnTo>
                    <a:lnTo>
                      <a:pt x="402" y="112"/>
                    </a:lnTo>
                    <a:lnTo>
                      <a:pt x="400" y="110"/>
                    </a:lnTo>
                    <a:lnTo>
                      <a:pt x="400" y="108"/>
                    </a:lnTo>
                    <a:lnTo>
                      <a:pt x="400" y="108"/>
                    </a:lnTo>
                    <a:lnTo>
                      <a:pt x="394" y="108"/>
                    </a:lnTo>
                    <a:lnTo>
                      <a:pt x="394" y="108"/>
                    </a:lnTo>
                    <a:lnTo>
                      <a:pt x="390" y="112"/>
                    </a:lnTo>
                    <a:lnTo>
                      <a:pt x="390" y="112"/>
                    </a:lnTo>
                    <a:lnTo>
                      <a:pt x="392" y="106"/>
                    </a:lnTo>
                    <a:lnTo>
                      <a:pt x="392" y="106"/>
                    </a:lnTo>
                    <a:lnTo>
                      <a:pt x="384" y="104"/>
                    </a:lnTo>
                    <a:lnTo>
                      <a:pt x="384" y="104"/>
                    </a:lnTo>
                    <a:lnTo>
                      <a:pt x="384" y="100"/>
                    </a:lnTo>
                    <a:lnTo>
                      <a:pt x="384" y="100"/>
                    </a:lnTo>
                    <a:lnTo>
                      <a:pt x="382" y="100"/>
                    </a:lnTo>
                    <a:lnTo>
                      <a:pt x="380" y="102"/>
                    </a:lnTo>
                    <a:lnTo>
                      <a:pt x="380" y="102"/>
                    </a:lnTo>
                    <a:lnTo>
                      <a:pt x="376" y="98"/>
                    </a:lnTo>
                    <a:lnTo>
                      <a:pt x="374" y="96"/>
                    </a:lnTo>
                    <a:lnTo>
                      <a:pt x="370" y="94"/>
                    </a:lnTo>
                    <a:lnTo>
                      <a:pt x="370" y="94"/>
                    </a:lnTo>
                    <a:lnTo>
                      <a:pt x="364" y="94"/>
                    </a:lnTo>
                    <a:lnTo>
                      <a:pt x="358" y="96"/>
                    </a:lnTo>
                    <a:lnTo>
                      <a:pt x="350" y="102"/>
                    </a:lnTo>
                    <a:lnTo>
                      <a:pt x="350" y="102"/>
                    </a:lnTo>
                    <a:lnTo>
                      <a:pt x="354" y="106"/>
                    </a:lnTo>
                    <a:lnTo>
                      <a:pt x="354" y="106"/>
                    </a:lnTo>
                    <a:lnTo>
                      <a:pt x="348" y="106"/>
                    </a:lnTo>
                    <a:lnTo>
                      <a:pt x="344" y="112"/>
                    </a:lnTo>
                    <a:lnTo>
                      <a:pt x="344" y="112"/>
                    </a:lnTo>
                    <a:lnTo>
                      <a:pt x="344" y="114"/>
                    </a:lnTo>
                    <a:lnTo>
                      <a:pt x="342" y="114"/>
                    </a:lnTo>
                    <a:lnTo>
                      <a:pt x="340" y="114"/>
                    </a:lnTo>
                    <a:lnTo>
                      <a:pt x="342" y="112"/>
                    </a:lnTo>
                    <a:lnTo>
                      <a:pt x="342" y="112"/>
                    </a:lnTo>
                    <a:lnTo>
                      <a:pt x="334" y="114"/>
                    </a:lnTo>
                    <a:lnTo>
                      <a:pt x="324" y="114"/>
                    </a:lnTo>
                    <a:lnTo>
                      <a:pt x="324" y="114"/>
                    </a:lnTo>
                    <a:lnTo>
                      <a:pt x="320" y="108"/>
                    </a:lnTo>
                    <a:lnTo>
                      <a:pt x="320" y="108"/>
                    </a:lnTo>
                    <a:lnTo>
                      <a:pt x="326" y="112"/>
                    </a:lnTo>
                    <a:lnTo>
                      <a:pt x="332" y="110"/>
                    </a:lnTo>
                    <a:lnTo>
                      <a:pt x="332" y="110"/>
                    </a:lnTo>
                    <a:lnTo>
                      <a:pt x="340" y="112"/>
                    </a:lnTo>
                    <a:lnTo>
                      <a:pt x="340" y="112"/>
                    </a:lnTo>
                    <a:lnTo>
                      <a:pt x="340" y="110"/>
                    </a:lnTo>
                    <a:lnTo>
                      <a:pt x="340" y="110"/>
                    </a:lnTo>
                    <a:lnTo>
                      <a:pt x="344" y="108"/>
                    </a:lnTo>
                    <a:lnTo>
                      <a:pt x="344" y="106"/>
                    </a:lnTo>
                    <a:lnTo>
                      <a:pt x="344" y="106"/>
                    </a:lnTo>
                    <a:lnTo>
                      <a:pt x="348" y="106"/>
                    </a:lnTo>
                    <a:lnTo>
                      <a:pt x="348" y="106"/>
                    </a:lnTo>
                    <a:lnTo>
                      <a:pt x="348" y="104"/>
                    </a:lnTo>
                    <a:lnTo>
                      <a:pt x="348" y="100"/>
                    </a:lnTo>
                    <a:lnTo>
                      <a:pt x="350" y="100"/>
                    </a:lnTo>
                    <a:lnTo>
                      <a:pt x="350" y="100"/>
                    </a:lnTo>
                    <a:lnTo>
                      <a:pt x="350" y="96"/>
                    </a:lnTo>
                    <a:lnTo>
                      <a:pt x="350" y="92"/>
                    </a:lnTo>
                    <a:lnTo>
                      <a:pt x="350" y="92"/>
                    </a:lnTo>
                    <a:lnTo>
                      <a:pt x="350" y="90"/>
                    </a:lnTo>
                    <a:lnTo>
                      <a:pt x="350" y="88"/>
                    </a:lnTo>
                    <a:lnTo>
                      <a:pt x="350" y="86"/>
                    </a:lnTo>
                    <a:lnTo>
                      <a:pt x="350" y="84"/>
                    </a:lnTo>
                    <a:lnTo>
                      <a:pt x="350" y="84"/>
                    </a:lnTo>
                    <a:lnTo>
                      <a:pt x="340" y="84"/>
                    </a:lnTo>
                    <a:lnTo>
                      <a:pt x="340" y="84"/>
                    </a:lnTo>
                    <a:lnTo>
                      <a:pt x="340" y="84"/>
                    </a:lnTo>
                    <a:lnTo>
                      <a:pt x="342" y="82"/>
                    </a:lnTo>
                    <a:lnTo>
                      <a:pt x="340" y="80"/>
                    </a:lnTo>
                    <a:lnTo>
                      <a:pt x="340" y="78"/>
                    </a:lnTo>
                    <a:lnTo>
                      <a:pt x="340" y="78"/>
                    </a:lnTo>
                    <a:lnTo>
                      <a:pt x="336" y="80"/>
                    </a:lnTo>
                    <a:lnTo>
                      <a:pt x="332" y="82"/>
                    </a:lnTo>
                    <a:lnTo>
                      <a:pt x="330" y="86"/>
                    </a:lnTo>
                    <a:lnTo>
                      <a:pt x="330" y="86"/>
                    </a:lnTo>
                    <a:lnTo>
                      <a:pt x="326" y="86"/>
                    </a:lnTo>
                    <a:lnTo>
                      <a:pt x="324" y="88"/>
                    </a:lnTo>
                    <a:lnTo>
                      <a:pt x="324" y="88"/>
                    </a:lnTo>
                    <a:lnTo>
                      <a:pt x="322" y="94"/>
                    </a:lnTo>
                    <a:lnTo>
                      <a:pt x="322" y="94"/>
                    </a:lnTo>
                    <a:lnTo>
                      <a:pt x="320" y="94"/>
                    </a:lnTo>
                    <a:lnTo>
                      <a:pt x="318" y="96"/>
                    </a:lnTo>
                    <a:lnTo>
                      <a:pt x="318" y="96"/>
                    </a:lnTo>
                    <a:lnTo>
                      <a:pt x="318" y="102"/>
                    </a:lnTo>
                    <a:lnTo>
                      <a:pt x="320" y="106"/>
                    </a:lnTo>
                    <a:lnTo>
                      <a:pt x="318" y="104"/>
                    </a:lnTo>
                    <a:lnTo>
                      <a:pt x="318" y="104"/>
                    </a:lnTo>
                    <a:lnTo>
                      <a:pt x="316" y="100"/>
                    </a:lnTo>
                    <a:lnTo>
                      <a:pt x="316" y="100"/>
                    </a:lnTo>
                    <a:lnTo>
                      <a:pt x="312" y="104"/>
                    </a:lnTo>
                    <a:lnTo>
                      <a:pt x="312" y="104"/>
                    </a:lnTo>
                    <a:lnTo>
                      <a:pt x="308" y="104"/>
                    </a:lnTo>
                    <a:lnTo>
                      <a:pt x="308" y="104"/>
                    </a:lnTo>
                    <a:lnTo>
                      <a:pt x="308" y="110"/>
                    </a:lnTo>
                    <a:lnTo>
                      <a:pt x="308" y="116"/>
                    </a:lnTo>
                    <a:lnTo>
                      <a:pt x="308" y="116"/>
                    </a:lnTo>
                    <a:lnTo>
                      <a:pt x="306" y="122"/>
                    </a:lnTo>
                    <a:lnTo>
                      <a:pt x="306" y="122"/>
                    </a:lnTo>
                    <a:lnTo>
                      <a:pt x="306" y="116"/>
                    </a:lnTo>
                    <a:lnTo>
                      <a:pt x="306" y="116"/>
                    </a:lnTo>
                    <a:lnTo>
                      <a:pt x="306" y="110"/>
                    </a:lnTo>
                    <a:lnTo>
                      <a:pt x="306" y="106"/>
                    </a:lnTo>
                    <a:lnTo>
                      <a:pt x="306" y="106"/>
                    </a:lnTo>
                    <a:lnTo>
                      <a:pt x="306" y="102"/>
                    </a:lnTo>
                    <a:lnTo>
                      <a:pt x="306" y="102"/>
                    </a:lnTo>
                    <a:lnTo>
                      <a:pt x="300" y="102"/>
                    </a:lnTo>
                    <a:lnTo>
                      <a:pt x="300" y="102"/>
                    </a:lnTo>
                    <a:lnTo>
                      <a:pt x="296" y="106"/>
                    </a:lnTo>
                    <a:lnTo>
                      <a:pt x="292" y="108"/>
                    </a:lnTo>
                    <a:lnTo>
                      <a:pt x="292" y="108"/>
                    </a:lnTo>
                    <a:lnTo>
                      <a:pt x="284" y="108"/>
                    </a:lnTo>
                    <a:lnTo>
                      <a:pt x="284" y="108"/>
                    </a:lnTo>
                    <a:lnTo>
                      <a:pt x="292" y="104"/>
                    </a:lnTo>
                    <a:lnTo>
                      <a:pt x="300" y="102"/>
                    </a:lnTo>
                    <a:lnTo>
                      <a:pt x="300" y="102"/>
                    </a:lnTo>
                    <a:lnTo>
                      <a:pt x="304" y="102"/>
                    </a:lnTo>
                    <a:lnTo>
                      <a:pt x="304" y="102"/>
                    </a:lnTo>
                    <a:lnTo>
                      <a:pt x="304" y="98"/>
                    </a:lnTo>
                    <a:lnTo>
                      <a:pt x="306" y="94"/>
                    </a:lnTo>
                    <a:lnTo>
                      <a:pt x="306" y="94"/>
                    </a:lnTo>
                    <a:lnTo>
                      <a:pt x="308" y="90"/>
                    </a:lnTo>
                    <a:lnTo>
                      <a:pt x="310" y="86"/>
                    </a:lnTo>
                    <a:lnTo>
                      <a:pt x="310" y="86"/>
                    </a:lnTo>
                    <a:lnTo>
                      <a:pt x="310" y="82"/>
                    </a:lnTo>
                    <a:lnTo>
                      <a:pt x="310" y="82"/>
                    </a:lnTo>
                    <a:lnTo>
                      <a:pt x="316" y="78"/>
                    </a:lnTo>
                    <a:lnTo>
                      <a:pt x="316" y="78"/>
                    </a:lnTo>
                    <a:lnTo>
                      <a:pt x="318" y="76"/>
                    </a:lnTo>
                    <a:lnTo>
                      <a:pt x="320" y="74"/>
                    </a:lnTo>
                    <a:lnTo>
                      <a:pt x="320" y="74"/>
                    </a:lnTo>
                    <a:lnTo>
                      <a:pt x="320" y="74"/>
                    </a:lnTo>
                    <a:lnTo>
                      <a:pt x="320" y="74"/>
                    </a:lnTo>
                    <a:lnTo>
                      <a:pt x="320" y="76"/>
                    </a:lnTo>
                    <a:lnTo>
                      <a:pt x="320" y="76"/>
                    </a:lnTo>
                    <a:lnTo>
                      <a:pt x="320" y="82"/>
                    </a:lnTo>
                    <a:lnTo>
                      <a:pt x="320" y="82"/>
                    </a:lnTo>
                    <a:lnTo>
                      <a:pt x="326" y="82"/>
                    </a:lnTo>
                    <a:lnTo>
                      <a:pt x="328" y="82"/>
                    </a:lnTo>
                    <a:lnTo>
                      <a:pt x="330" y="80"/>
                    </a:lnTo>
                    <a:lnTo>
                      <a:pt x="330" y="80"/>
                    </a:lnTo>
                    <a:lnTo>
                      <a:pt x="328" y="78"/>
                    </a:lnTo>
                    <a:lnTo>
                      <a:pt x="328" y="78"/>
                    </a:lnTo>
                    <a:lnTo>
                      <a:pt x="328" y="72"/>
                    </a:lnTo>
                    <a:lnTo>
                      <a:pt x="330" y="74"/>
                    </a:lnTo>
                    <a:lnTo>
                      <a:pt x="330" y="74"/>
                    </a:lnTo>
                    <a:lnTo>
                      <a:pt x="332" y="64"/>
                    </a:lnTo>
                    <a:lnTo>
                      <a:pt x="332" y="64"/>
                    </a:lnTo>
                    <a:lnTo>
                      <a:pt x="328" y="64"/>
                    </a:lnTo>
                    <a:lnTo>
                      <a:pt x="328" y="64"/>
                    </a:lnTo>
                    <a:lnTo>
                      <a:pt x="324" y="68"/>
                    </a:lnTo>
                    <a:lnTo>
                      <a:pt x="324" y="68"/>
                    </a:lnTo>
                    <a:lnTo>
                      <a:pt x="326" y="68"/>
                    </a:lnTo>
                    <a:lnTo>
                      <a:pt x="326" y="70"/>
                    </a:lnTo>
                    <a:lnTo>
                      <a:pt x="326" y="70"/>
                    </a:lnTo>
                    <a:lnTo>
                      <a:pt x="322" y="70"/>
                    </a:lnTo>
                    <a:lnTo>
                      <a:pt x="322" y="70"/>
                    </a:lnTo>
                    <a:lnTo>
                      <a:pt x="326" y="64"/>
                    </a:lnTo>
                    <a:lnTo>
                      <a:pt x="326" y="62"/>
                    </a:lnTo>
                    <a:lnTo>
                      <a:pt x="322" y="60"/>
                    </a:lnTo>
                    <a:lnTo>
                      <a:pt x="322" y="60"/>
                    </a:lnTo>
                    <a:lnTo>
                      <a:pt x="328" y="56"/>
                    </a:lnTo>
                    <a:lnTo>
                      <a:pt x="330" y="50"/>
                    </a:lnTo>
                    <a:lnTo>
                      <a:pt x="330" y="50"/>
                    </a:lnTo>
                    <a:lnTo>
                      <a:pt x="320" y="50"/>
                    </a:lnTo>
                    <a:lnTo>
                      <a:pt x="320" y="50"/>
                    </a:lnTo>
                    <a:lnTo>
                      <a:pt x="322" y="44"/>
                    </a:lnTo>
                    <a:lnTo>
                      <a:pt x="320" y="38"/>
                    </a:lnTo>
                    <a:lnTo>
                      <a:pt x="320" y="38"/>
                    </a:lnTo>
                    <a:lnTo>
                      <a:pt x="318" y="36"/>
                    </a:lnTo>
                    <a:lnTo>
                      <a:pt x="318" y="36"/>
                    </a:lnTo>
                    <a:lnTo>
                      <a:pt x="318" y="30"/>
                    </a:lnTo>
                    <a:lnTo>
                      <a:pt x="318" y="26"/>
                    </a:lnTo>
                    <a:lnTo>
                      <a:pt x="318" y="26"/>
                    </a:lnTo>
                    <a:lnTo>
                      <a:pt x="312" y="16"/>
                    </a:lnTo>
                    <a:lnTo>
                      <a:pt x="312" y="16"/>
                    </a:lnTo>
                    <a:lnTo>
                      <a:pt x="312" y="12"/>
                    </a:lnTo>
                    <a:lnTo>
                      <a:pt x="312" y="12"/>
                    </a:lnTo>
                    <a:lnTo>
                      <a:pt x="308" y="10"/>
                    </a:lnTo>
                    <a:lnTo>
                      <a:pt x="304" y="22"/>
                    </a:lnTo>
                    <a:lnTo>
                      <a:pt x="300" y="30"/>
                    </a:lnTo>
                    <a:lnTo>
                      <a:pt x="300" y="30"/>
                    </a:lnTo>
                    <a:lnTo>
                      <a:pt x="298" y="44"/>
                    </a:lnTo>
                    <a:lnTo>
                      <a:pt x="298" y="44"/>
                    </a:lnTo>
                    <a:lnTo>
                      <a:pt x="294" y="52"/>
                    </a:lnTo>
                    <a:lnTo>
                      <a:pt x="290" y="56"/>
                    </a:lnTo>
                    <a:lnTo>
                      <a:pt x="284" y="52"/>
                    </a:lnTo>
                    <a:lnTo>
                      <a:pt x="278" y="54"/>
                    </a:lnTo>
                    <a:lnTo>
                      <a:pt x="278" y="54"/>
                    </a:lnTo>
                    <a:lnTo>
                      <a:pt x="274" y="56"/>
                    </a:lnTo>
                    <a:lnTo>
                      <a:pt x="272" y="56"/>
                    </a:lnTo>
                    <a:lnTo>
                      <a:pt x="270" y="56"/>
                    </a:lnTo>
                    <a:lnTo>
                      <a:pt x="270" y="56"/>
                    </a:lnTo>
                    <a:lnTo>
                      <a:pt x="266" y="52"/>
                    </a:lnTo>
                    <a:lnTo>
                      <a:pt x="266" y="48"/>
                    </a:lnTo>
                    <a:lnTo>
                      <a:pt x="260" y="48"/>
                    </a:lnTo>
                    <a:lnTo>
                      <a:pt x="258" y="46"/>
                    </a:lnTo>
                    <a:lnTo>
                      <a:pt x="254" y="48"/>
                    </a:lnTo>
                    <a:lnTo>
                      <a:pt x="244" y="44"/>
                    </a:lnTo>
                    <a:lnTo>
                      <a:pt x="242" y="52"/>
                    </a:lnTo>
                    <a:lnTo>
                      <a:pt x="246" y="56"/>
                    </a:lnTo>
                    <a:lnTo>
                      <a:pt x="244" y="62"/>
                    </a:lnTo>
                    <a:lnTo>
                      <a:pt x="234" y="58"/>
                    </a:lnTo>
                    <a:lnTo>
                      <a:pt x="228" y="60"/>
                    </a:lnTo>
                    <a:lnTo>
                      <a:pt x="228" y="60"/>
                    </a:lnTo>
                    <a:lnTo>
                      <a:pt x="226" y="60"/>
                    </a:lnTo>
                    <a:lnTo>
                      <a:pt x="222" y="58"/>
                    </a:lnTo>
                    <a:lnTo>
                      <a:pt x="222" y="58"/>
                    </a:lnTo>
                    <a:lnTo>
                      <a:pt x="220" y="58"/>
                    </a:lnTo>
                    <a:lnTo>
                      <a:pt x="218" y="60"/>
                    </a:lnTo>
                    <a:lnTo>
                      <a:pt x="218" y="60"/>
                    </a:lnTo>
                    <a:lnTo>
                      <a:pt x="216" y="62"/>
                    </a:lnTo>
                    <a:lnTo>
                      <a:pt x="216" y="62"/>
                    </a:lnTo>
                    <a:lnTo>
                      <a:pt x="214" y="62"/>
                    </a:lnTo>
                    <a:lnTo>
                      <a:pt x="214" y="64"/>
                    </a:lnTo>
                    <a:lnTo>
                      <a:pt x="214" y="66"/>
                    </a:lnTo>
                    <a:lnTo>
                      <a:pt x="212" y="66"/>
                    </a:lnTo>
                    <a:lnTo>
                      <a:pt x="212" y="66"/>
                    </a:lnTo>
                    <a:lnTo>
                      <a:pt x="210" y="66"/>
                    </a:lnTo>
                    <a:lnTo>
                      <a:pt x="208" y="68"/>
                    </a:lnTo>
                    <a:lnTo>
                      <a:pt x="206" y="70"/>
                    </a:lnTo>
                    <a:lnTo>
                      <a:pt x="206" y="70"/>
                    </a:lnTo>
                    <a:lnTo>
                      <a:pt x="202" y="70"/>
                    </a:lnTo>
                    <a:lnTo>
                      <a:pt x="200" y="66"/>
                    </a:lnTo>
                    <a:lnTo>
                      <a:pt x="200" y="66"/>
                    </a:lnTo>
                    <a:lnTo>
                      <a:pt x="200" y="64"/>
                    </a:lnTo>
                    <a:lnTo>
                      <a:pt x="198" y="64"/>
                    </a:lnTo>
                    <a:lnTo>
                      <a:pt x="194" y="60"/>
                    </a:lnTo>
                    <a:lnTo>
                      <a:pt x="194" y="60"/>
                    </a:lnTo>
                    <a:lnTo>
                      <a:pt x="192" y="58"/>
                    </a:lnTo>
                    <a:lnTo>
                      <a:pt x="190" y="54"/>
                    </a:lnTo>
                    <a:lnTo>
                      <a:pt x="190" y="52"/>
                    </a:lnTo>
                    <a:lnTo>
                      <a:pt x="190" y="52"/>
                    </a:lnTo>
                    <a:lnTo>
                      <a:pt x="192" y="40"/>
                    </a:lnTo>
                    <a:lnTo>
                      <a:pt x="192" y="32"/>
                    </a:lnTo>
                    <a:lnTo>
                      <a:pt x="192" y="32"/>
                    </a:lnTo>
                    <a:lnTo>
                      <a:pt x="198" y="26"/>
                    </a:lnTo>
                    <a:lnTo>
                      <a:pt x="198" y="26"/>
                    </a:lnTo>
                    <a:lnTo>
                      <a:pt x="200" y="22"/>
                    </a:lnTo>
                    <a:lnTo>
                      <a:pt x="198" y="20"/>
                    </a:lnTo>
                    <a:lnTo>
                      <a:pt x="198" y="20"/>
                    </a:lnTo>
                    <a:lnTo>
                      <a:pt x="198" y="18"/>
                    </a:lnTo>
                    <a:lnTo>
                      <a:pt x="198" y="16"/>
                    </a:lnTo>
                    <a:lnTo>
                      <a:pt x="200" y="14"/>
                    </a:lnTo>
                    <a:lnTo>
                      <a:pt x="198" y="14"/>
                    </a:lnTo>
                    <a:lnTo>
                      <a:pt x="198" y="14"/>
                    </a:lnTo>
                    <a:lnTo>
                      <a:pt x="192" y="10"/>
                    </a:lnTo>
                    <a:lnTo>
                      <a:pt x="196" y="6"/>
                    </a:lnTo>
                    <a:lnTo>
                      <a:pt x="196" y="6"/>
                    </a:lnTo>
                    <a:lnTo>
                      <a:pt x="196" y="4"/>
                    </a:lnTo>
                    <a:lnTo>
                      <a:pt x="194" y="2"/>
                    </a:lnTo>
                    <a:lnTo>
                      <a:pt x="192" y="2"/>
                    </a:lnTo>
                    <a:lnTo>
                      <a:pt x="192" y="2"/>
                    </a:lnTo>
                    <a:lnTo>
                      <a:pt x="186" y="2"/>
                    </a:lnTo>
                    <a:lnTo>
                      <a:pt x="182" y="0"/>
                    </a:lnTo>
                    <a:lnTo>
                      <a:pt x="182" y="4"/>
                    </a:lnTo>
                    <a:lnTo>
                      <a:pt x="182" y="10"/>
                    </a:lnTo>
                    <a:lnTo>
                      <a:pt x="182" y="10"/>
                    </a:lnTo>
                    <a:lnTo>
                      <a:pt x="174" y="10"/>
                    </a:lnTo>
                    <a:lnTo>
                      <a:pt x="174" y="10"/>
                    </a:lnTo>
                    <a:lnTo>
                      <a:pt x="174" y="12"/>
                    </a:lnTo>
                    <a:lnTo>
                      <a:pt x="172" y="12"/>
                    </a:lnTo>
                    <a:lnTo>
                      <a:pt x="170" y="14"/>
                    </a:lnTo>
                    <a:lnTo>
                      <a:pt x="170" y="16"/>
                    </a:lnTo>
                    <a:lnTo>
                      <a:pt x="170" y="16"/>
                    </a:lnTo>
                    <a:lnTo>
                      <a:pt x="166" y="18"/>
                    </a:lnTo>
                    <a:lnTo>
                      <a:pt x="166" y="20"/>
                    </a:lnTo>
                    <a:lnTo>
                      <a:pt x="164" y="20"/>
                    </a:lnTo>
                    <a:lnTo>
                      <a:pt x="164" y="20"/>
                    </a:lnTo>
                    <a:lnTo>
                      <a:pt x="156" y="18"/>
                    </a:lnTo>
                    <a:lnTo>
                      <a:pt x="156" y="18"/>
                    </a:lnTo>
                    <a:lnTo>
                      <a:pt x="154" y="18"/>
                    </a:lnTo>
                    <a:lnTo>
                      <a:pt x="152" y="20"/>
                    </a:lnTo>
                    <a:lnTo>
                      <a:pt x="152" y="20"/>
                    </a:lnTo>
                    <a:lnTo>
                      <a:pt x="150" y="22"/>
                    </a:lnTo>
                    <a:lnTo>
                      <a:pt x="152" y="24"/>
                    </a:lnTo>
                    <a:lnTo>
                      <a:pt x="152" y="24"/>
                    </a:lnTo>
                    <a:lnTo>
                      <a:pt x="152" y="24"/>
                    </a:lnTo>
                    <a:lnTo>
                      <a:pt x="150" y="24"/>
                    </a:lnTo>
                    <a:lnTo>
                      <a:pt x="144" y="22"/>
                    </a:lnTo>
                    <a:lnTo>
                      <a:pt x="144" y="22"/>
                    </a:lnTo>
                    <a:lnTo>
                      <a:pt x="140" y="20"/>
                    </a:lnTo>
                    <a:lnTo>
                      <a:pt x="136" y="20"/>
                    </a:lnTo>
                    <a:lnTo>
                      <a:pt x="136" y="20"/>
                    </a:lnTo>
                    <a:lnTo>
                      <a:pt x="132" y="20"/>
                    </a:lnTo>
                    <a:lnTo>
                      <a:pt x="126" y="18"/>
                    </a:lnTo>
                    <a:lnTo>
                      <a:pt x="126" y="18"/>
                    </a:lnTo>
                    <a:lnTo>
                      <a:pt x="122" y="18"/>
                    </a:lnTo>
                    <a:lnTo>
                      <a:pt x="124" y="20"/>
                    </a:lnTo>
                    <a:lnTo>
                      <a:pt x="124" y="20"/>
                    </a:lnTo>
                    <a:lnTo>
                      <a:pt x="126" y="20"/>
                    </a:lnTo>
                    <a:lnTo>
                      <a:pt x="126" y="22"/>
                    </a:lnTo>
                    <a:lnTo>
                      <a:pt x="128" y="26"/>
                    </a:lnTo>
                    <a:lnTo>
                      <a:pt x="128" y="26"/>
                    </a:lnTo>
                    <a:lnTo>
                      <a:pt x="130" y="34"/>
                    </a:lnTo>
                    <a:lnTo>
                      <a:pt x="130" y="34"/>
                    </a:lnTo>
                    <a:lnTo>
                      <a:pt x="130" y="40"/>
                    </a:lnTo>
                    <a:lnTo>
                      <a:pt x="130" y="46"/>
                    </a:lnTo>
                    <a:lnTo>
                      <a:pt x="130" y="46"/>
                    </a:lnTo>
                    <a:lnTo>
                      <a:pt x="132" y="48"/>
                    </a:lnTo>
                    <a:lnTo>
                      <a:pt x="134" y="50"/>
                    </a:lnTo>
                    <a:lnTo>
                      <a:pt x="134" y="50"/>
                    </a:lnTo>
                    <a:lnTo>
                      <a:pt x="138" y="50"/>
                    </a:lnTo>
                    <a:lnTo>
                      <a:pt x="144" y="48"/>
                    </a:lnTo>
                    <a:lnTo>
                      <a:pt x="144" y="48"/>
                    </a:lnTo>
                    <a:lnTo>
                      <a:pt x="146" y="50"/>
                    </a:lnTo>
                    <a:lnTo>
                      <a:pt x="148" y="50"/>
                    </a:lnTo>
                    <a:lnTo>
                      <a:pt x="150" y="54"/>
                    </a:lnTo>
                    <a:lnTo>
                      <a:pt x="150" y="54"/>
                    </a:lnTo>
                    <a:lnTo>
                      <a:pt x="148" y="54"/>
                    </a:lnTo>
                    <a:lnTo>
                      <a:pt x="144" y="56"/>
                    </a:lnTo>
                    <a:lnTo>
                      <a:pt x="144" y="56"/>
                    </a:lnTo>
                    <a:lnTo>
                      <a:pt x="142" y="56"/>
                    </a:lnTo>
                    <a:lnTo>
                      <a:pt x="140" y="60"/>
                    </a:lnTo>
                    <a:lnTo>
                      <a:pt x="138" y="62"/>
                    </a:lnTo>
                    <a:lnTo>
                      <a:pt x="136" y="64"/>
                    </a:lnTo>
                    <a:lnTo>
                      <a:pt x="136" y="64"/>
                    </a:lnTo>
                    <a:lnTo>
                      <a:pt x="134" y="66"/>
                    </a:lnTo>
                    <a:lnTo>
                      <a:pt x="130" y="68"/>
                    </a:lnTo>
                    <a:lnTo>
                      <a:pt x="130" y="68"/>
                    </a:lnTo>
                    <a:lnTo>
                      <a:pt x="128" y="68"/>
                    </a:lnTo>
                    <a:lnTo>
                      <a:pt x="126" y="70"/>
                    </a:lnTo>
                    <a:lnTo>
                      <a:pt x="124" y="72"/>
                    </a:lnTo>
                    <a:lnTo>
                      <a:pt x="122" y="74"/>
                    </a:lnTo>
                    <a:lnTo>
                      <a:pt x="122" y="74"/>
                    </a:lnTo>
                    <a:lnTo>
                      <a:pt x="116" y="76"/>
                    </a:lnTo>
                    <a:lnTo>
                      <a:pt x="114" y="78"/>
                    </a:lnTo>
                    <a:lnTo>
                      <a:pt x="106" y="72"/>
                    </a:lnTo>
                    <a:lnTo>
                      <a:pt x="102" y="72"/>
                    </a:lnTo>
                    <a:lnTo>
                      <a:pt x="102" y="66"/>
                    </a:lnTo>
                    <a:lnTo>
                      <a:pt x="96" y="64"/>
                    </a:lnTo>
                    <a:lnTo>
                      <a:pt x="94" y="72"/>
                    </a:lnTo>
                    <a:lnTo>
                      <a:pt x="90" y="72"/>
                    </a:lnTo>
                    <a:lnTo>
                      <a:pt x="86" y="70"/>
                    </a:lnTo>
                    <a:lnTo>
                      <a:pt x="86" y="74"/>
                    </a:lnTo>
                    <a:lnTo>
                      <a:pt x="86" y="74"/>
                    </a:lnTo>
                    <a:lnTo>
                      <a:pt x="72" y="74"/>
                    </a:lnTo>
                    <a:lnTo>
                      <a:pt x="72" y="74"/>
                    </a:lnTo>
                    <a:lnTo>
                      <a:pt x="66" y="74"/>
                    </a:lnTo>
                    <a:lnTo>
                      <a:pt x="64" y="72"/>
                    </a:lnTo>
                    <a:lnTo>
                      <a:pt x="62" y="78"/>
                    </a:lnTo>
                    <a:lnTo>
                      <a:pt x="70" y="80"/>
                    </a:lnTo>
                    <a:lnTo>
                      <a:pt x="68" y="82"/>
                    </a:lnTo>
                    <a:lnTo>
                      <a:pt x="60" y="82"/>
                    </a:lnTo>
                    <a:lnTo>
                      <a:pt x="60" y="88"/>
                    </a:lnTo>
                    <a:lnTo>
                      <a:pt x="64" y="90"/>
                    </a:lnTo>
                    <a:lnTo>
                      <a:pt x="64" y="90"/>
                    </a:lnTo>
                    <a:lnTo>
                      <a:pt x="70" y="104"/>
                    </a:lnTo>
                    <a:lnTo>
                      <a:pt x="70" y="104"/>
                    </a:lnTo>
                    <a:lnTo>
                      <a:pt x="70" y="106"/>
                    </a:lnTo>
                    <a:lnTo>
                      <a:pt x="68" y="110"/>
                    </a:lnTo>
                    <a:lnTo>
                      <a:pt x="66" y="116"/>
                    </a:lnTo>
                    <a:lnTo>
                      <a:pt x="66" y="116"/>
                    </a:lnTo>
                    <a:lnTo>
                      <a:pt x="52" y="154"/>
                    </a:lnTo>
                    <a:lnTo>
                      <a:pt x="52" y="154"/>
                    </a:lnTo>
                    <a:lnTo>
                      <a:pt x="52" y="156"/>
                    </a:lnTo>
                    <a:lnTo>
                      <a:pt x="50" y="158"/>
                    </a:lnTo>
                    <a:lnTo>
                      <a:pt x="48" y="158"/>
                    </a:lnTo>
                    <a:lnTo>
                      <a:pt x="48" y="158"/>
                    </a:lnTo>
                    <a:lnTo>
                      <a:pt x="38" y="160"/>
                    </a:lnTo>
                    <a:lnTo>
                      <a:pt x="38" y="160"/>
                    </a:lnTo>
                    <a:lnTo>
                      <a:pt x="32" y="162"/>
                    </a:lnTo>
                    <a:lnTo>
                      <a:pt x="26" y="164"/>
                    </a:lnTo>
                    <a:lnTo>
                      <a:pt x="26" y="164"/>
                    </a:lnTo>
                    <a:lnTo>
                      <a:pt x="18" y="170"/>
                    </a:lnTo>
                    <a:lnTo>
                      <a:pt x="14" y="174"/>
                    </a:lnTo>
                    <a:lnTo>
                      <a:pt x="14" y="174"/>
                    </a:lnTo>
                    <a:lnTo>
                      <a:pt x="12" y="180"/>
                    </a:lnTo>
                    <a:lnTo>
                      <a:pt x="10" y="186"/>
                    </a:lnTo>
                    <a:lnTo>
                      <a:pt x="10" y="186"/>
                    </a:lnTo>
                    <a:lnTo>
                      <a:pt x="8" y="190"/>
                    </a:lnTo>
                    <a:lnTo>
                      <a:pt x="6" y="194"/>
                    </a:lnTo>
                    <a:lnTo>
                      <a:pt x="6" y="194"/>
                    </a:lnTo>
                    <a:lnTo>
                      <a:pt x="6" y="202"/>
                    </a:lnTo>
                    <a:lnTo>
                      <a:pt x="6" y="202"/>
                    </a:lnTo>
                    <a:lnTo>
                      <a:pt x="4" y="200"/>
                    </a:lnTo>
                    <a:lnTo>
                      <a:pt x="2" y="200"/>
                    </a:lnTo>
                    <a:lnTo>
                      <a:pt x="0" y="202"/>
                    </a:lnTo>
                    <a:lnTo>
                      <a:pt x="0" y="202"/>
                    </a:lnTo>
                    <a:lnTo>
                      <a:pt x="2" y="206"/>
                    </a:lnTo>
                    <a:lnTo>
                      <a:pt x="2" y="210"/>
                    </a:lnTo>
                    <a:lnTo>
                      <a:pt x="4" y="210"/>
                    </a:lnTo>
                    <a:lnTo>
                      <a:pt x="4" y="210"/>
                    </a:lnTo>
                    <a:lnTo>
                      <a:pt x="4" y="212"/>
                    </a:lnTo>
                    <a:lnTo>
                      <a:pt x="6" y="214"/>
                    </a:lnTo>
                    <a:lnTo>
                      <a:pt x="6" y="218"/>
                    </a:lnTo>
                    <a:lnTo>
                      <a:pt x="4" y="224"/>
                    </a:lnTo>
                    <a:lnTo>
                      <a:pt x="4" y="224"/>
                    </a:lnTo>
                    <a:lnTo>
                      <a:pt x="6" y="226"/>
                    </a:lnTo>
                    <a:lnTo>
                      <a:pt x="10" y="228"/>
                    </a:lnTo>
                    <a:lnTo>
                      <a:pt x="12" y="230"/>
                    </a:lnTo>
                    <a:lnTo>
                      <a:pt x="12" y="230"/>
                    </a:lnTo>
                    <a:lnTo>
                      <a:pt x="14" y="234"/>
                    </a:lnTo>
                    <a:lnTo>
                      <a:pt x="16" y="236"/>
                    </a:lnTo>
                    <a:lnTo>
                      <a:pt x="20" y="238"/>
                    </a:lnTo>
                    <a:lnTo>
                      <a:pt x="20" y="240"/>
                    </a:lnTo>
                    <a:lnTo>
                      <a:pt x="20" y="240"/>
                    </a:lnTo>
                    <a:lnTo>
                      <a:pt x="22" y="244"/>
                    </a:lnTo>
                    <a:lnTo>
                      <a:pt x="24" y="246"/>
                    </a:lnTo>
                    <a:lnTo>
                      <a:pt x="36" y="246"/>
                    </a:lnTo>
                    <a:lnTo>
                      <a:pt x="36" y="246"/>
                    </a:lnTo>
                    <a:lnTo>
                      <a:pt x="46" y="240"/>
                    </a:lnTo>
                    <a:lnTo>
                      <a:pt x="46" y="240"/>
                    </a:lnTo>
                    <a:lnTo>
                      <a:pt x="48" y="238"/>
                    </a:lnTo>
                    <a:lnTo>
                      <a:pt x="48" y="240"/>
                    </a:lnTo>
                    <a:lnTo>
                      <a:pt x="48" y="242"/>
                    </a:lnTo>
                    <a:lnTo>
                      <a:pt x="46" y="282"/>
                    </a:lnTo>
                    <a:lnTo>
                      <a:pt x="60" y="288"/>
                    </a:lnTo>
                    <a:lnTo>
                      <a:pt x="60" y="288"/>
                    </a:lnTo>
                    <a:lnTo>
                      <a:pt x="62" y="288"/>
                    </a:lnTo>
                    <a:lnTo>
                      <a:pt x="66" y="288"/>
                    </a:lnTo>
                    <a:lnTo>
                      <a:pt x="66" y="288"/>
                    </a:lnTo>
                    <a:lnTo>
                      <a:pt x="70" y="290"/>
                    </a:lnTo>
                    <a:lnTo>
                      <a:pt x="72" y="288"/>
                    </a:lnTo>
                    <a:lnTo>
                      <a:pt x="74" y="288"/>
                    </a:lnTo>
                    <a:lnTo>
                      <a:pt x="74" y="286"/>
                    </a:lnTo>
                    <a:lnTo>
                      <a:pt x="74" y="286"/>
                    </a:lnTo>
                    <a:lnTo>
                      <a:pt x="74" y="284"/>
                    </a:lnTo>
                    <a:lnTo>
                      <a:pt x="76" y="282"/>
                    </a:lnTo>
                    <a:lnTo>
                      <a:pt x="76" y="282"/>
                    </a:lnTo>
                    <a:lnTo>
                      <a:pt x="82" y="280"/>
                    </a:lnTo>
                    <a:lnTo>
                      <a:pt x="82" y="280"/>
                    </a:lnTo>
                    <a:lnTo>
                      <a:pt x="86" y="272"/>
                    </a:lnTo>
                    <a:lnTo>
                      <a:pt x="90" y="268"/>
                    </a:lnTo>
                    <a:lnTo>
                      <a:pt x="96" y="264"/>
                    </a:lnTo>
                    <a:lnTo>
                      <a:pt x="96" y="264"/>
                    </a:lnTo>
                    <a:lnTo>
                      <a:pt x="104" y="262"/>
                    </a:lnTo>
                    <a:lnTo>
                      <a:pt x="112" y="260"/>
                    </a:lnTo>
                    <a:lnTo>
                      <a:pt x="118" y="260"/>
                    </a:lnTo>
                    <a:lnTo>
                      <a:pt x="120" y="264"/>
                    </a:lnTo>
                    <a:lnTo>
                      <a:pt x="120" y="264"/>
                    </a:lnTo>
                    <a:lnTo>
                      <a:pt x="118" y="270"/>
                    </a:lnTo>
                    <a:lnTo>
                      <a:pt x="116" y="274"/>
                    </a:lnTo>
                    <a:lnTo>
                      <a:pt x="116" y="278"/>
                    </a:lnTo>
                    <a:lnTo>
                      <a:pt x="116" y="278"/>
                    </a:lnTo>
                    <a:lnTo>
                      <a:pt x="118" y="282"/>
                    </a:lnTo>
                    <a:lnTo>
                      <a:pt x="122" y="286"/>
                    </a:lnTo>
                    <a:lnTo>
                      <a:pt x="122" y="286"/>
                    </a:lnTo>
                    <a:lnTo>
                      <a:pt x="128" y="288"/>
                    </a:lnTo>
                    <a:lnTo>
                      <a:pt x="128" y="288"/>
                    </a:lnTo>
                    <a:lnTo>
                      <a:pt x="130" y="288"/>
                    </a:lnTo>
                    <a:lnTo>
                      <a:pt x="132" y="286"/>
                    </a:lnTo>
                    <a:lnTo>
                      <a:pt x="134" y="286"/>
                    </a:lnTo>
                    <a:lnTo>
                      <a:pt x="138" y="288"/>
                    </a:lnTo>
                    <a:lnTo>
                      <a:pt x="138" y="288"/>
                    </a:lnTo>
                    <a:lnTo>
                      <a:pt x="142" y="292"/>
                    </a:lnTo>
                    <a:lnTo>
                      <a:pt x="148" y="296"/>
                    </a:lnTo>
                    <a:lnTo>
                      <a:pt x="148" y="296"/>
                    </a:lnTo>
                    <a:lnTo>
                      <a:pt x="152" y="300"/>
                    </a:lnTo>
                    <a:lnTo>
                      <a:pt x="154" y="302"/>
                    </a:lnTo>
                    <a:lnTo>
                      <a:pt x="154" y="302"/>
                    </a:lnTo>
                    <a:lnTo>
                      <a:pt x="158" y="306"/>
                    </a:lnTo>
                    <a:lnTo>
                      <a:pt x="162" y="308"/>
                    </a:lnTo>
                    <a:lnTo>
                      <a:pt x="164" y="308"/>
                    </a:lnTo>
                    <a:lnTo>
                      <a:pt x="164" y="308"/>
                    </a:lnTo>
                    <a:lnTo>
                      <a:pt x="170" y="310"/>
                    </a:lnTo>
                    <a:lnTo>
                      <a:pt x="174" y="310"/>
                    </a:lnTo>
                    <a:lnTo>
                      <a:pt x="174" y="310"/>
                    </a:lnTo>
                    <a:lnTo>
                      <a:pt x="180" y="310"/>
                    </a:lnTo>
                    <a:lnTo>
                      <a:pt x="182" y="310"/>
                    </a:lnTo>
                    <a:lnTo>
                      <a:pt x="184" y="310"/>
                    </a:lnTo>
                    <a:lnTo>
                      <a:pt x="184" y="310"/>
                    </a:lnTo>
                    <a:lnTo>
                      <a:pt x="186" y="316"/>
                    </a:lnTo>
                    <a:lnTo>
                      <a:pt x="188" y="322"/>
                    </a:lnTo>
                    <a:lnTo>
                      <a:pt x="188" y="322"/>
                    </a:lnTo>
                    <a:lnTo>
                      <a:pt x="192" y="332"/>
                    </a:lnTo>
                    <a:lnTo>
                      <a:pt x="192" y="332"/>
                    </a:lnTo>
                    <a:lnTo>
                      <a:pt x="186" y="338"/>
                    </a:lnTo>
                    <a:lnTo>
                      <a:pt x="186" y="338"/>
                    </a:lnTo>
                    <a:lnTo>
                      <a:pt x="186" y="344"/>
                    </a:lnTo>
                    <a:lnTo>
                      <a:pt x="188" y="348"/>
                    </a:lnTo>
                    <a:lnTo>
                      <a:pt x="188" y="348"/>
                    </a:lnTo>
                    <a:lnTo>
                      <a:pt x="190" y="354"/>
                    </a:lnTo>
                    <a:lnTo>
                      <a:pt x="192" y="356"/>
                    </a:lnTo>
                    <a:lnTo>
                      <a:pt x="212" y="356"/>
                    </a:lnTo>
                    <a:lnTo>
                      <a:pt x="212" y="356"/>
                    </a:lnTo>
                    <a:lnTo>
                      <a:pt x="210" y="358"/>
                    </a:lnTo>
                    <a:lnTo>
                      <a:pt x="210" y="364"/>
                    </a:lnTo>
                    <a:lnTo>
                      <a:pt x="210" y="364"/>
                    </a:lnTo>
                    <a:lnTo>
                      <a:pt x="212" y="370"/>
                    </a:lnTo>
                    <a:lnTo>
                      <a:pt x="216" y="374"/>
                    </a:lnTo>
                    <a:lnTo>
                      <a:pt x="216" y="374"/>
                    </a:lnTo>
                    <a:lnTo>
                      <a:pt x="220" y="378"/>
                    </a:lnTo>
                    <a:lnTo>
                      <a:pt x="222" y="382"/>
                    </a:lnTo>
                    <a:lnTo>
                      <a:pt x="222" y="382"/>
                    </a:lnTo>
                    <a:lnTo>
                      <a:pt x="222" y="386"/>
                    </a:lnTo>
                    <a:lnTo>
                      <a:pt x="222" y="390"/>
                    </a:lnTo>
                    <a:lnTo>
                      <a:pt x="222" y="390"/>
                    </a:lnTo>
                    <a:lnTo>
                      <a:pt x="220" y="400"/>
                    </a:lnTo>
                    <a:lnTo>
                      <a:pt x="218" y="408"/>
                    </a:lnTo>
                    <a:lnTo>
                      <a:pt x="220" y="412"/>
                    </a:lnTo>
                    <a:lnTo>
                      <a:pt x="216" y="414"/>
                    </a:lnTo>
                    <a:lnTo>
                      <a:pt x="218" y="416"/>
                    </a:lnTo>
                    <a:lnTo>
                      <a:pt x="218" y="416"/>
                    </a:lnTo>
                    <a:lnTo>
                      <a:pt x="222" y="422"/>
                    </a:lnTo>
                    <a:lnTo>
                      <a:pt x="222" y="422"/>
                    </a:lnTo>
                    <a:lnTo>
                      <a:pt x="224" y="428"/>
                    </a:lnTo>
                    <a:lnTo>
                      <a:pt x="222" y="436"/>
                    </a:lnTo>
                    <a:lnTo>
                      <a:pt x="222" y="436"/>
                    </a:lnTo>
                    <a:lnTo>
                      <a:pt x="222" y="438"/>
                    </a:lnTo>
                    <a:lnTo>
                      <a:pt x="224" y="442"/>
                    </a:lnTo>
                    <a:lnTo>
                      <a:pt x="224" y="446"/>
                    </a:lnTo>
                    <a:lnTo>
                      <a:pt x="224" y="446"/>
                    </a:lnTo>
                    <a:lnTo>
                      <a:pt x="226" y="448"/>
                    </a:lnTo>
                    <a:lnTo>
                      <a:pt x="232" y="450"/>
                    </a:lnTo>
                    <a:lnTo>
                      <a:pt x="240" y="450"/>
                    </a:lnTo>
                    <a:lnTo>
                      <a:pt x="244" y="448"/>
                    </a:lnTo>
                    <a:lnTo>
                      <a:pt x="246" y="452"/>
                    </a:lnTo>
                    <a:lnTo>
                      <a:pt x="246" y="452"/>
                    </a:lnTo>
                    <a:lnTo>
                      <a:pt x="246" y="454"/>
                    </a:lnTo>
                    <a:lnTo>
                      <a:pt x="248" y="456"/>
                    </a:lnTo>
                    <a:lnTo>
                      <a:pt x="250" y="456"/>
                    </a:lnTo>
                    <a:lnTo>
                      <a:pt x="250" y="456"/>
                    </a:lnTo>
                    <a:lnTo>
                      <a:pt x="254" y="458"/>
                    </a:lnTo>
                    <a:lnTo>
                      <a:pt x="256" y="460"/>
                    </a:lnTo>
                    <a:lnTo>
                      <a:pt x="256" y="464"/>
                    </a:lnTo>
                    <a:lnTo>
                      <a:pt x="256" y="464"/>
                    </a:lnTo>
                    <a:lnTo>
                      <a:pt x="256" y="478"/>
                    </a:lnTo>
                    <a:lnTo>
                      <a:pt x="256" y="478"/>
                    </a:lnTo>
                    <a:lnTo>
                      <a:pt x="258" y="484"/>
                    </a:lnTo>
                    <a:lnTo>
                      <a:pt x="258" y="486"/>
                    </a:lnTo>
                    <a:lnTo>
                      <a:pt x="260" y="486"/>
                    </a:lnTo>
                    <a:lnTo>
                      <a:pt x="260" y="486"/>
                    </a:lnTo>
                    <a:lnTo>
                      <a:pt x="264" y="484"/>
                    </a:lnTo>
                    <a:lnTo>
                      <a:pt x="266" y="484"/>
                    </a:lnTo>
                    <a:lnTo>
                      <a:pt x="268" y="484"/>
                    </a:lnTo>
                    <a:lnTo>
                      <a:pt x="268" y="484"/>
                    </a:lnTo>
                    <a:lnTo>
                      <a:pt x="266" y="490"/>
                    </a:lnTo>
                    <a:lnTo>
                      <a:pt x="266" y="498"/>
                    </a:lnTo>
                    <a:lnTo>
                      <a:pt x="266" y="498"/>
                    </a:lnTo>
                    <a:lnTo>
                      <a:pt x="264" y="506"/>
                    </a:lnTo>
                    <a:lnTo>
                      <a:pt x="264" y="514"/>
                    </a:lnTo>
                    <a:lnTo>
                      <a:pt x="264" y="514"/>
                    </a:lnTo>
                    <a:lnTo>
                      <a:pt x="268" y="516"/>
                    </a:lnTo>
                    <a:lnTo>
                      <a:pt x="270" y="516"/>
                    </a:lnTo>
                    <a:lnTo>
                      <a:pt x="270" y="516"/>
                    </a:lnTo>
                    <a:lnTo>
                      <a:pt x="270" y="516"/>
                    </a:lnTo>
                    <a:lnTo>
                      <a:pt x="270" y="514"/>
                    </a:lnTo>
                    <a:lnTo>
                      <a:pt x="272" y="514"/>
                    </a:lnTo>
                    <a:lnTo>
                      <a:pt x="276" y="514"/>
                    </a:lnTo>
                    <a:lnTo>
                      <a:pt x="276" y="514"/>
                    </a:lnTo>
                    <a:lnTo>
                      <a:pt x="276" y="526"/>
                    </a:lnTo>
                    <a:lnTo>
                      <a:pt x="276" y="526"/>
                    </a:lnTo>
                    <a:lnTo>
                      <a:pt x="276" y="540"/>
                    </a:lnTo>
                    <a:lnTo>
                      <a:pt x="276" y="540"/>
                    </a:lnTo>
                    <a:lnTo>
                      <a:pt x="276" y="542"/>
                    </a:lnTo>
                    <a:lnTo>
                      <a:pt x="276" y="542"/>
                    </a:lnTo>
                    <a:lnTo>
                      <a:pt x="272" y="546"/>
                    </a:lnTo>
                    <a:lnTo>
                      <a:pt x="272" y="546"/>
                    </a:lnTo>
                    <a:lnTo>
                      <a:pt x="270" y="546"/>
                    </a:lnTo>
                    <a:lnTo>
                      <a:pt x="266" y="548"/>
                    </a:lnTo>
                    <a:lnTo>
                      <a:pt x="262" y="548"/>
                    </a:lnTo>
                    <a:lnTo>
                      <a:pt x="260" y="550"/>
                    </a:lnTo>
                    <a:lnTo>
                      <a:pt x="260" y="550"/>
                    </a:lnTo>
                    <a:lnTo>
                      <a:pt x="258" y="556"/>
                    </a:lnTo>
                    <a:lnTo>
                      <a:pt x="254" y="560"/>
                    </a:lnTo>
                    <a:lnTo>
                      <a:pt x="254" y="560"/>
                    </a:lnTo>
                    <a:lnTo>
                      <a:pt x="250" y="562"/>
                    </a:lnTo>
                    <a:lnTo>
                      <a:pt x="248" y="566"/>
                    </a:lnTo>
                    <a:lnTo>
                      <a:pt x="248" y="566"/>
                    </a:lnTo>
                    <a:lnTo>
                      <a:pt x="246" y="568"/>
                    </a:lnTo>
                    <a:lnTo>
                      <a:pt x="242" y="568"/>
                    </a:lnTo>
                    <a:lnTo>
                      <a:pt x="240" y="570"/>
                    </a:lnTo>
                    <a:lnTo>
                      <a:pt x="238" y="572"/>
                    </a:lnTo>
                    <a:lnTo>
                      <a:pt x="238" y="572"/>
                    </a:lnTo>
                    <a:lnTo>
                      <a:pt x="238" y="578"/>
                    </a:lnTo>
                    <a:lnTo>
                      <a:pt x="234" y="584"/>
                    </a:lnTo>
                    <a:lnTo>
                      <a:pt x="234" y="584"/>
                    </a:lnTo>
                    <a:lnTo>
                      <a:pt x="230" y="586"/>
                    </a:lnTo>
                    <a:lnTo>
                      <a:pt x="228" y="590"/>
                    </a:lnTo>
                    <a:lnTo>
                      <a:pt x="228" y="590"/>
                    </a:lnTo>
                    <a:lnTo>
                      <a:pt x="226" y="600"/>
                    </a:lnTo>
                    <a:lnTo>
                      <a:pt x="236" y="596"/>
                    </a:lnTo>
                    <a:lnTo>
                      <a:pt x="246" y="604"/>
                    </a:lnTo>
                    <a:lnTo>
                      <a:pt x="246" y="604"/>
                    </a:lnTo>
                    <a:lnTo>
                      <a:pt x="250" y="612"/>
                    </a:lnTo>
                    <a:lnTo>
                      <a:pt x="250" y="612"/>
                    </a:lnTo>
                    <a:lnTo>
                      <a:pt x="252" y="614"/>
                    </a:lnTo>
                    <a:lnTo>
                      <a:pt x="254" y="614"/>
                    </a:lnTo>
                    <a:lnTo>
                      <a:pt x="256" y="614"/>
                    </a:lnTo>
                    <a:lnTo>
                      <a:pt x="258" y="616"/>
                    </a:lnTo>
                    <a:lnTo>
                      <a:pt x="258" y="616"/>
                    </a:lnTo>
                    <a:lnTo>
                      <a:pt x="262" y="620"/>
                    </a:lnTo>
                    <a:lnTo>
                      <a:pt x="266" y="624"/>
                    </a:lnTo>
                    <a:lnTo>
                      <a:pt x="266" y="624"/>
                    </a:lnTo>
                    <a:lnTo>
                      <a:pt x="272" y="626"/>
                    </a:lnTo>
                    <a:lnTo>
                      <a:pt x="274" y="628"/>
                    </a:lnTo>
                    <a:lnTo>
                      <a:pt x="276" y="630"/>
                    </a:lnTo>
                    <a:lnTo>
                      <a:pt x="276" y="630"/>
                    </a:lnTo>
                    <a:lnTo>
                      <a:pt x="278" y="634"/>
                    </a:lnTo>
                    <a:lnTo>
                      <a:pt x="282" y="638"/>
                    </a:lnTo>
                    <a:lnTo>
                      <a:pt x="282" y="638"/>
                    </a:lnTo>
                    <a:lnTo>
                      <a:pt x="286" y="642"/>
                    </a:lnTo>
                    <a:lnTo>
                      <a:pt x="288" y="642"/>
                    </a:lnTo>
                    <a:lnTo>
                      <a:pt x="282" y="652"/>
                    </a:lnTo>
                    <a:lnTo>
                      <a:pt x="282" y="656"/>
                    </a:lnTo>
                    <a:lnTo>
                      <a:pt x="282" y="656"/>
                    </a:lnTo>
                    <a:lnTo>
                      <a:pt x="288" y="650"/>
                    </a:lnTo>
                    <a:lnTo>
                      <a:pt x="292" y="646"/>
                    </a:lnTo>
                    <a:lnTo>
                      <a:pt x="292" y="646"/>
                    </a:lnTo>
                    <a:lnTo>
                      <a:pt x="290" y="640"/>
                    </a:lnTo>
                    <a:lnTo>
                      <a:pt x="288" y="636"/>
                    </a:lnTo>
                    <a:lnTo>
                      <a:pt x="288" y="636"/>
                    </a:lnTo>
                    <a:lnTo>
                      <a:pt x="294" y="630"/>
                    </a:lnTo>
                    <a:lnTo>
                      <a:pt x="298" y="624"/>
                    </a:lnTo>
                    <a:lnTo>
                      <a:pt x="298" y="624"/>
                    </a:lnTo>
                    <a:lnTo>
                      <a:pt x="298" y="620"/>
                    </a:lnTo>
                    <a:lnTo>
                      <a:pt x="298" y="620"/>
                    </a:lnTo>
                    <a:lnTo>
                      <a:pt x="300" y="618"/>
                    </a:lnTo>
                    <a:lnTo>
                      <a:pt x="304" y="618"/>
                    </a:lnTo>
                    <a:lnTo>
                      <a:pt x="304" y="616"/>
                    </a:lnTo>
                    <a:lnTo>
                      <a:pt x="304" y="616"/>
                    </a:lnTo>
                    <a:lnTo>
                      <a:pt x="306" y="614"/>
                    </a:lnTo>
                    <a:lnTo>
                      <a:pt x="308" y="610"/>
                    </a:lnTo>
                    <a:lnTo>
                      <a:pt x="308" y="602"/>
                    </a:lnTo>
                    <a:lnTo>
                      <a:pt x="308" y="602"/>
                    </a:lnTo>
                    <a:lnTo>
                      <a:pt x="312" y="604"/>
                    </a:lnTo>
                    <a:lnTo>
                      <a:pt x="312" y="606"/>
                    </a:lnTo>
                    <a:lnTo>
                      <a:pt x="312" y="606"/>
                    </a:lnTo>
                    <a:lnTo>
                      <a:pt x="316" y="606"/>
                    </a:lnTo>
                    <a:lnTo>
                      <a:pt x="316" y="606"/>
                    </a:lnTo>
                    <a:lnTo>
                      <a:pt x="316" y="604"/>
                    </a:lnTo>
                    <a:lnTo>
                      <a:pt x="318" y="604"/>
                    </a:lnTo>
                    <a:lnTo>
                      <a:pt x="318" y="604"/>
                    </a:lnTo>
                    <a:lnTo>
                      <a:pt x="318" y="608"/>
                    </a:lnTo>
                    <a:lnTo>
                      <a:pt x="318" y="608"/>
                    </a:lnTo>
                    <a:lnTo>
                      <a:pt x="316" y="614"/>
                    </a:lnTo>
                    <a:lnTo>
                      <a:pt x="314" y="620"/>
                    </a:lnTo>
                    <a:lnTo>
                      <a:pt x="314" y="620"/>
                    </a:lnTo>
                    <a:lnTo>
                      <a:pt x="312" y="622"/>
                    </a:lnTo>
                    <a:lnTo>
                      <a:pt x="312" y="622"/>
                    </a:lnTo>
                    <a:lnTo>
                      <a:pt x="312" y="626"/>
                    </a:lnTo>
                    <a:lnTo>
                      <a:pt x="314" y="624"/>
                    </a:lnTo>
                    <a:lnTo>
                      <a:pt x="318" y="618"/>
                    </a:lnTo>
                    <a:lnTo>
                      <a:pt x="318" y="618"/>
                    </a:lnTo>
                    <a:lnTo>
                      <a:pt x="324" y="602"/>
                    </a:lnTo>
                    <a:lnTo>
                      <a:pt x="324" y="602"/>
                    </a:lnTo>
                    <a:lnTo>
                      <a:pt x="326" y="594"/>
                    </a:lnTo>
                    <a:lnTo>
                      <a:pt x="330" y="586"/>
                    </a:lnTo>
                    <a:lnTo>
                      <a:pt x="330" y="586"/>
                    </a:lnTo>
                    <a:lnTo>
                      <a:pt x="338" y="576"/>
                    </a:lnTo>
                    <a:lnTo>
                      <a:pt x="338" y="576"/>
                    </a:lnTo>
                    <a:lnTo>
                      <a:pt x="340" y="576"/>
                    </a:lnTo>
                    <a:lnTo>
                      <a:pt x="342" y="576"/>
                    </a:lnTo>
                    <a:lnTo>
                      <a:pt x="342" y="576"/>
                    </a:lnTo>
                    <a:lnTo>
                      <a:pt x="342" y="572"/>
                    </a:lnTo>
                    <a:lnTo>
                      <a:pt x="342" y="570"/>
                    </a:lnTo>
                    <a:lnTo>
                      <a:pt x="342" y="570"/>
                    </a:lnTo>
                    <a:lnTo>
                      <a:pt x="344" y="568"/>
                    </a:lnTo>
                    <a:lnTo>
                      <a:pt x="344" y="568"/>
                    </a:lnTo>
                    <a:lnTo>
                      <a:pt x="344" y="564"/>
                    </a:lnTo>
                    <a:lnTo>
                      <a:pt x="344" y="560"/>
                    </a:lnTo>
                    <a:lnTo>
                      <a:pt x="344" y="548"/>
                    </a:lnTo>
                    <a:lnTo>
                      <a:pt x="344" y="548"/>
                    </a:lnTo>
                    <a:lnTo>
                      <a:pt x="342" y="546"/>
                    </a:lnTo>
                    <a:lnTo>
                      <a:pt x="342" y="546"/>
                    </a:lnTo>
                    <a:lnTo>
                      <a:pt x="342" y="544"/>
                    </a:lnTo>
                    <a:lnTo>
                      <a:pt x="342" y="542"/>
                    </a:lnTo>
                    <a:lnTo>
                      <a:pt x="340" y="542"/>
                    </a:lnTo>
                    <a:lnTo>
                      <a:pt x="340" y="542"/>
                    </a:lnTo>
                    <a:lnTo>
                      <a:pt x="340" y="538"/>
                    </a:lnTo>
                    <a:lnTo>
                      <a:pt x="340" y="538"/>
                    </a:lnTo>
                    <a:lnTo>
                      <a:pt x="342" y="538"/>
                    </a:lnTo>
                    <a:lnTo>
                      <a:pt x="342" y="536"/>
                    </a:lnTo>
                    <a:lnTo>
                      <a:pt x="342" y="536"/>
                    </a:lnTo>
                    <a:lnTo>
                      <a:pt x="342" y="528"/>
                    </a:lnTo>
                    <a:lnTo>
                      <a:pt x="342" y="528"/>
                    </a:lnTo>
                    <a:lnTo>
                      <a:pt x="340" y="528"/>
                    </a:lnTo>
                    <a:lnTo>
                      <a:pt x="340" y="526"/>
                    </a:lnTo>
                    <a:lnTo>
                      <a:pt x="340" y="526"/>
                    </a:lnTo>
                    <a:lnTo>
                      <a:pt x="342" y="522"/>
                    </a:lnTo>
                    <a:lnTo>
                      <a:pt x="342" y="522"/>
                    </a:lnTo>
                    <a:lnTo>
                      <a:pt x="342" y="518"/>
                    </a:lnTo>
                    <a:lnTo>
                      <a:pt x="342" y="516"/>
                    </a:lnTo>
                    <a:lnTo>
                      <a:pt x="342" y="5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1" name="Freeform 251">
                <a:extLst>
                  <a:ext uri="{FF2B5EF4-FFF2-40B4-BE49-F238E27FC236}">
                    <a16:creationId xmlns:a16="http://schemas.microsoft.com/office/drawing/2014/main" id="{94DCE590-6928-434C-A26F-0CDA96B79878}"/>
                  </a:ext>
                </a:extLst>
              </p:cNvPr>
              <p:cNvSpPr>
                <a:spLocks/>
              </p:cNvSpPr>
              <p:nvPr/>
            </p:nvSpPr>
            <p:spPr bwMode="auto">
              <a:xfrm>
                <a:off x="4062074" y="4736048"/>
                <a:ext cx="316085" cy="400470"/>
              </a:xfrm>
              <a:custGeom>
                <a:avLst/>
                <a:gdLst>
                  <a:gd name="T0" fmla="*/ 12 w 162"/>
                  <a:gd name="T1" fmla="*/ 86 h 200"/>
                  <a:gd name="T2" fmla="*/ 14 w 162"/>
                  <a:gd name="T3" fmla="*/ 92 h 200"/>
                  <a:gd name="T4" fmla="*/ 12 w 162"/>
                  <a:gd name="T5" fmla="*/ 92 h 200"/>
                  <a:gd name="T6" fmla="*/ 10 w 162"/>
                  <a:gd name="T7" fmla="*/ 90 h 200"/>
                  <a:gd name="T8" fmla="*/ 10 w 162"/>
                  <a:gd name="T9" fmla="*/ 98 h 200"/>
                  <a:gd name="T10" fmla="*/ 4 w 162"/>
                  <a:gd name="T11" fmla="*/ 118 h 200"/>
                  <a:gd name="T12" fmla="*/ 10 w 162"/>
                  <a:gd name="T13" fmla="*/ 130 h 200"/>
                  <a:gd name="T14" fmla="*/ 16 w 162"/>
                  <a:gd name="T15" fmla="*/ 138 h 200"/>
                  <a:gd name="T16" fmla="*/ 22 w 162"/>
                  <a:gd name="T17" fmla="*/ 154 h 200"/>
                  <a:gd name="T18" fmla="*/ 26 w 162"/>
                  <a:gd name="T19" fmla="*/ 166 h 200"/>
                  <a:gd name="T20" fmla="*/ 26 w 162"/>
                  <a:gd name="T21" fmla="*/ 174 h 200"/>
                  <a:gd name="T22" fmla="*/ 36 w 162"/>
                  <a:gd name="T23" fmla="*/ 196 h 200"/>
                  <a:gd name="T24" fmla="*/ 50 w 162"/>
                  <a:gd name="T25" fmla="*/ 190 h 200"/>
                  <a:gd name="T26" fmla="*/ 66 w 162"/>
                  <a:gd name="T27" fmla="*/ 190 h 200"/>
                  <a:gd name="T28" fmla="*/ 72 w 162"/>
                  <a:gd name="T29" fmla="*/ 200 h 200"/>
                  <a:gd name="T30" fmla="*/ 76 w 162"/>
                  <a:gd name="T31" fmla="*/ 192 h 200"/>
                  <a:gd name="T32" fmla="*/ 82 w 162"/>
                  <a:gd name="T33" fmla="*/ 190 h 200"/>
                  <a:gd name="T34" fmla="*/ 110 w 162"/>
                  <a:gd name="T35" fmla="*/ 166 h 200"/>
                  <a:gd name="T36" fmla="*/ 114 w 162"/>
                  <a:gd name="T37" fmla="*/ 156 h 200"/>
                  <a:gd name="T38" fmla="*/ 122 w 162"/>
                  <a:gd name="T39" fmla="*/ 144 h 200"/>
                  <a:gd name="T40" fmla="*/ 156 w 162"/>
                  <a:gd name="T41" fmla="*/ 154 h 200"/>
                  <a:gd name="T42" fmla="*/ 158 w 162"/>
                  <a:gd name="T43" fmla="*/ 148 h 200"/>
                  <a:gd name="T44" fmla="*/ 162 w 162"/>
                  <a:gd name="T45" fmla="*/ 130 h 200"/>
                  <a:gd name="T46" fmla="*/ 162 w 162"/>
                  <a:gd name="T47" fmla="*/ 122 h 200"/>
                  <a:gd name="T48" fmla="*/ 156 w 162"/>
                  <a:gd name="T49" fmla="*/ 114 h 200"/>
                  <a:gd name="T50" fmla="*/ 150 w 162"/>
                  <a:gd name="T51" fmla="*/ 104 h 200"/>
                  <a:gd name="T52" fmla="*/ 132 w 162"/>
                  <a:gd name="T53" fmla="*/ 96 h 200"/>
                  <a:gd name="T54" fmla="*/ 128 w 162"/>
                  <a:gd name="T55" fmla="*/ 88 h 200"/>
                  <a:gd name="T56" fmla="*/ 126 w 162"/>
                  <a:gd name="T57" fmla="*/ 78 h 200"/>
                  <a:gd name="T58" fmla="*/ 132 w 162"/>
                  <a:gd name="T59" fmla="*/ 72 h 200"/>
                  <a:gd name="T60" fmla="*/ 126 w 162"/>
                  <a:gd name="T61" fmla="*/ 56 h 200"/>
                  <a:gd name="T62" fmla="*/ 122 w 162"/>
                  <a:gd name="T63" fmla="*/ 50 h 200"/>
                  <a:gd name="T64" fmla="*/ 114 w 162"/>
                  <a:gd name="T65" fmla="*/ 50 h 200"/>
                  <a:gd name="T66" fmla="*/ 104 w 162"/>
                  <a:gd name="T67" fmla="*/ 48 h 200"/>
                  <a:gd name="T68" fmla="*/ 94 w 162"/>
                  <a:gd name="T69" fmla="*/ 42 h 200"/>
                  <a:gd name="T70" fmla="*/ 88 w 162"/>
                  <a:gd name="T71" fmla="*/ 36 h 200"/>
                  <a:gd name="T72" fmla="*/ 78 w 162"/>
                  <a:gd name="T73" fmla="*/ 28 h 200"/>
                  <a:gd name="T74" fmla="*/ 72 w 162"/>
                  <a:gd name="T75" fmla="*/ 26 h 200"/>
                  <a:gd name="T76" fmla="*/ 68 w 162"/>
                  <a:gd name="T77" fmla="*/ 28 h 200"/>
                  <a:gd name="T78" fmla="*/ 58 w 162"/>
                  <a:gd name="T79" fmla="*/ 22 h 200"/>
                  <a:gd name="T80" fmla="*/ 56 w 162"/>
                  <a:gd name="T81" fmla="*/ 14 h 200"/>
                  <a:gd name="T82" fmla="*/ 58 w 162"/>
                  <a:gd name="T83" fmla="*/ 0 h 200"/>
                  <a:gd name="T84" fmla="*/ 44 w 162"/>
                  <a:gd name="T85" fmla="*/ 2 h 200"/>
                  <a:gd name="T86" fmla="*/ 30 w 162"/>
                  <a:gd name="T87" fmla="*/ 8 h 200"/>
                  <a:gd name="T88" fmla="*/ 16 w 162"/>
                  <a:gd name="T89" fmla="*/ 22 h 200"/>
                  <a:gd name="T90" fmla="*/ 14 w 162"/>
                  <a:gd name="T91" fmla="*/ 24 h 200"/>
                  <a:gd name="T92" fmla="*/ 14 w 162"/>
                  <a:gd name="T93" fmla="*/ 28 h 200"/>
                  <a:gd name="T94" fmla="*/ 6 w 162"/>
                  <a:gd name="T95" fmla="*/ 28 h 200"/>
                  <a:gd name="T96" fmla="*/ 0 w 162"/>
                  <a:gd name="T97" fmla="*/ 28 h 200"/>
                  <a:gd name="T98" fmla="*/ 4 w 162"/>
                  <a:gd name="T99" fmla="*/ 54 h 200"/>
                  <a:gd name="T100" fmla="*/ 4 w 162"/>
                  <a:gd name="T101" fmla="*/ 66 h 200"/>
                  <a:gd name="T102" fmla="*/ 6 w 162"/>
                  <a:gd name="T103" fmla="*/ 76 h 200"/>
                  <a:gd name="T104" fmla="*/ 8 w 162"/>
                  <a:gd name="T105" fmla="*/ 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2" h="200">
                    <a:moveTo>
                      <a:pt x="10" y="86"/>
                    </a:moveTo>
                    <a:lnTo>
                      <a:pt x="10" y="86"/>
                    </a:lnTo>
                    <a:lnTo>
                      <a:pt x="12" y="86"/>
                    </a:lnTo>
                    <a:lnTo>
                      <a:pt x="12" y="86"/>
                    </a:lnTo>
                    <a:lnTo>
                      <a:pt x="14" y="90"/>
                    </a:lnTo>
                    <a:lnTo>
                      <a:pt x="14" y="92"/>
                    </a:lnTo>
                    <a:lnTo>
                      <a:pt x="14" y="92"/>
                    </a:lnTo>
                    <a:lnTo>
                      <a:pt x="12" y="92"/>
                    </a:lnTo>
                    <a:lnTo>
                      <a:pt x="12" y="92"/>
                    </a:lnTo>
                    <a:lnTo>
                      <a:pt x="10" y="90"/>
                    </a:lnTo>
                    <a:lnTo>
                      <a:pt x="10" y="90"/>
                    </a:lnTo>
                    <a:lnTo>
                      <a:pt x="10" y="90"/>
                    </a:lnTo>
                    <a:lnTo>
                      <a:pt x="10" y="94"/>
                    </a:lnTo>
                    <a:lnTo>
                      <a:pt x="12" y="96"/>
                    </a:lnTo>
                    <a:lnTo>
                      <a:pt x="10" y="98"/>
                    </a:lnTo>
                    <a:lnTo>
                      <a:pt x="10" y="98"/>
                    </a:lnTo>
                    <a:lnTo>
                      <a:pt x="2" y="110"/>
                    </a:lnTo>
                    <a:lnTo>
                      <a:pt x="4" y="118"/>
                    </a:lnTo>
                    <a:lnTo>
                      <a:pt x="4" y="118"/>
                    </a:lnTo>
                    <a:lnTo>
                      <a:pt x="8" y="124"/>
                    </a:lnTo>
                    <a:lnTo>
                      <a:pt x="10" y="130"/>
                    </a:lnTo>
                    <a:lnTo>
                      <a:pt x="12" y="132"/>
                    </a:lnTo>
                    <a:lnTo>
                      <a:pt x="12" y="132"/>
                    </a:lnTo>
                    <a:lnTo>
                      <a:pt x="16" y="138"/>
                    </a:lnTo>
                    <a:lnTo>
                      <a:pt x="18" y="140"/>
                    </a:lnTo>
                    <a:lnTo>
                      <a:pt x="18" y="140"/>
                    </a:lnTo>
                    <a:lnTo>
                      <a:pt x="22" y="154"/>
                    </a:lnTo>
                    <a:lnTo>
                      <a:pt x="22" y="154"/>
                    </a:lnTo>
                    <a:lnTo>
                      <a:pt x="22" y="160"/>
                    </a:lnTo>
                    <a:lnTo>
                      <a:pt x="26" y="166"/>
                    </a:lnTo>
                    <a:lnTo>
                      <a:pt x="26" y="166"/>
                    </a:lnTo>
                    <a:lnTo>
                      <a:pt x="26" y="170"/>
                    </a:lnTo>
                    <a:lnTo>
                      <a:pt x="26" y="174"/>
                    </a:lnTo>
                    <a:lnTo>
                      <a:pt x="26" y="180"/>
                    </a:lnTo>
                    <a:lnTo>
                      <a:pt x="28" y="192"/>
                    </a:lnTo>
                    <a:lnTo>
                      <a:pt x="36" y="196"/>
                    </a:lnTo>
                    <a:lnTo>
                      <a:pt x="46" y="188"/>
                    </a:lnTo>
                    <a:lnTo>
                      <a:pt x="46" y="188"/>
                    </a:lnTo>
                    <a:lnTo>
                      <a:pt x="50" y="190"/>
                    </a:lnTo>
                    <a:lnTo>
                      <a:pt x="58" y="190"/>
                    </a:lnTo>
                    <a:lnTo>
                      <a:pt x="66" y="190"/>
                    </a:lnTo>
                    <a:lnTo>
                      <a:pt x="66" y="190"/>
                    </a:lnTo>
                    <a:lnTo>
                      <a:pt x="72" y="198"/>
                    </a:lnTo>
                    <a:lnTo>
                      <a:pt x="72" y="198"/>
                    </a:lnTo>
                    <a:lnTo>
                      <a:pt x="72" y="200"/>
                    </a:lnTo>
                    <a:lnTo>
                      <a:pt x="72" y="200"/>
                    </a:lnTo>
                    <a:lnTo>
                      <a:pt x="76" y="192"/>
                    </a:lnTo>
                    <a:lnTo>
                      <a:pt x="76" y="192"/>
                    </a:lnTo>
                    <a:lnTo>
                      <a:pt x="78" y="190"/>
                    </a:lnTo>
                    <a:lnTo>
                      <a:pt x="80" y="188"/>
                    </a:lnTo>
                    <a:lnTo>
                      <a:pt x="82" y="190"/>
                    </a:lnTo>
                    <a:lnTo>
                      <a:pt x="100" y="190"/>
                    </a:lnTo>
                    <a:lnTo>
                      <a:pt x="110" y="172"/>
                    </a:lnTo>
                    <a:lnTo>
                      <a:pt x="110" y="166"/>
                    </a:lnTo>
                    <a:lnTo>
                      <a:pt x="110" y="166"/>
                    </a:lnTo>
                    <a:lnTo>
                      <a:pt x="112" y="162"/>
                    </a:lnTo>
                    <a:lnTo>
                      <a:pt x="114" y="156"/>
                    </a:lnTo>
                    <a:lnTo>
                      <a:pt x="114" y="156"/>
                    </a:lnTo>
                    <a:lnTo>
                      <a:pt x="118" y="150"/>
                    </a:lnTo>
                    <a:lnTo>
                      <a:pt x="122" y="144"/>
                    </a:lnTo>
                    <a:lnTo>
                      <a:pt x="138" y="144"/>
                    </a:lnTo>
                    <a:lnTo>
                      <a:pt x="150" y="146"/>
                    </a:lnTo>
                    <a:lnTo>
                      <a:pt x="156" y="154"/>
                    </a:lnTo>
                    <a:lnTo>
                      <a:pt x="160" y="152"/>
                    </a:lnTo>
                    <a:lnTo>
                      <a:pt x="158" y="148"/>
                    </a:lnTo>
                    <a:lnTo>
                      <a:pt x="158" y="148"/>
                    </a:lnTo>
                    <a:lnTo>
                      <a:pt x="160" y="140"/>
                    </a:lnTo>
                    <a:lnTo>
                      <a:pt x="162" y="130"/>
                    </a:lnTo>
                    <a:lnTo>
                      <a:pt x="162" y="130"/>
                    </a:lnTo>
                    <a:lnTo>
                      <a:pt x="162" y="126"/>
                    </a:lnTo>
                    <a:lnTo>
                      <a:pt x="162" y="122"/>
                    </a:lnTo>
                    <a:lnTo>
                      <a:pt x="162" y="122"/>
                    </a:lnTo>
                    <a:lnTo>
                      <a:pt x="160" y="118"/>
                    </a:lnTo>
                    <a:lnTo>
                      <a:pt x="156" y="114"/>
                    </a:lnTo>
                    <a:lnTo>
                      <a:pt x="156" y="114"/>
                    </a:lnTo>
                    <a:lnTo>
                      <a:pt x="152" y="110"/>
                    </a:lnTo>
                    <a:lnTo>
                      <a:pt x="150" y="104"/>
                    </a:lnTo>
                    <a:lnTo>
                      <a:pt x="150" y="104"/>
                    </a:lnTo>
                    <a:lnTo>
                      <a:pt x="150" y="98"/>
                    </a:lnTo>
                    <a:lnTo>
                      <a:pt x="152" y="96"/>
                    </a:lnTo>
                    <a:lnTo>
                      <a:pt x="132" y="96"/>
                    </a:lnTo>
                    <a:lnTo>
                      <a:pt x="132" y="96"/>
                    </a:lnTo>
                    <a:lnTo>
                      <a:pt x="130" y="94"/>
                    </a:lnTo>
                    <a:lnTo>
                      <a:pt x="128" y="88"/>
                    </a:lnTo>
                    <a:lnTo>
                      <a:pt x="128" y="88"/>
                    </a:lnTo>
                    <a:lnTo>
                      <a:pt x="126" y="84"/>
                    </a:lnTo>
                    <a:lnTo>
                      <a:pt x="126" y="78"/>
                    </a:lnTo>
                    <a:lnTo>
                      <a:pt x="126" y="78"/>
                    </a:lnTo>
                    <a:lnTo>
                      <a:pt x="132" y="72"/>
                    </a:lnTo>
                    <a:lnTo>
                      <a:pt x="132" y="72"/>
                    </a:lnTo>
                    <a:lnTo>
                      <a:pt x="128" y="62"/>
                    </a:lnTo>
                    <a:lnTo>
                      <a:pt x="128" y="62"/>
                    </a:lnTo>
                    <a:lnTo>
                      <a:pt x="126" y="56"/>
                    </a:lnTo>
                    <a:lnTo>
                      <a:pt x="124" y="50"/>
                    </a:lnTo>
                    <a:lnTo>
                      <a:pt x="124" y="50"/>
                    </a:lnTo>
                    <a:lnTo>
                      <a:pt x="122" y="50"/>
                    </a:lnTo>
                    <a:lnTo>
                      <a:pt x="120" y="50"/>
                    </a:lnTo>
                    <a:lnTo>
                      <a:pt x="114" y="50"/>
                    </a:lnTo>
                    <a:lnTo>
                      <a:pt x="114" y="50"/>
                    </a:lnTo>
                    <a:lnTo>
                      <a:pt x="110" y="50"/>
                    </a:lnTo>
                    <a:lnTo>
                      <a:pt x="104" y="48"/>
                    </a:lnTo>
                    <a:lnTo>
                      <a:pt x="104" y="48"/>
                    </a:lnTo>
                    <a:lnTo>
                      <a:pt x="102" y="48"/>
                    </a:lnTo>
                    <a:lnTo>
                      <a:pt x="98" y="46"/>
                    </a:lnTo>
                    <a:lnTo>
                      <a:pt x="94" y="42"/>
                    </a:lnTo>
                    <a:lnTo>
                      <a:pt x="94" y="42"/>
                    </a:lnTo>
                    <a:lnTo>
                      <a:pt x="92" y="40"/>
                    </a:lnTo>
                    <a:lnTo>
                      <a:pt x="88" y="36"/>
                    </a:lnTo>
                    <a:lnTo>
                      <a:pt x="88" y="36"/>
                    </a:lnTo>
                    <a:lnTo>
                      <a:pt x="82" y="32"/>
                    </a:lnTo>
                    <a:lnTo>
                      <a:pt x="78" y="28"/>
                    </a:lnTo>
                    <a:lnTo>
                      <a:pt x="78" y="28"/>
                    </a:lnTo>
                    <a:lnTo>
                      <a:pt x="74" y="26"/>
                    </a:lnTo>
                    <a:lnTo>
                      <a:pt x="72" y="26"/>
                    </a:lnTo>
                    <a:lnTo>
                      <a:pt x="70" y="28"/>
                    </a:lnTo>
                    <a:lnTo>
                      <a:pt x="68" y="28"/>
                    </a:lnTo>
                    <a:lnTo>
                      <a:pt x="68" y="28"/>
                    </a:lnTo>
                    <a:lnTo>
                      <a:pt x="62" y="26"/>
                    </a:lnTo>
                    <a:lnTo>
                      <a:pt x="62" y="26"/>
                    </a:lnTo>
                    <a:lnTo>
                      <a:pt x="58" y="22"/>
                    </a:lnTo>
                    <a:lnTo>
                      <a:pt x="56" y="18"/>
                    </a:lnTo>
                    <a:lnTo>
                      <a:pt x="56" y="18"/>
                    </a:lnTo>
                    <a:lnTo>
                      <a:pt x="56" y="14"/>
                    </a:lnTo>
                    <a:lnTo>
                      <a:pt x="58" y="10"/>
                    </a:lnTo>
                    <a:lnTo>
                      <a:pt x="60" y="4"/>
                    </a:lnTo>
                    <a:lnTo>
                      <a:pt x="58" y="0"/>
                    </a:lnTo>
                    <a:lnTo>
                      <a:pt x="52" y="0"/>
                    </a:lnTo>
                    <a:lnTo>
                      <a:pt x="52" y="0"/>
                    </a:lnTo>
                    <a:lnTo>
                      <a:pt x="44" y="2"/>
                    </a:lnTo>
                    <a:lnTo>
                      <a:pt x="36" y="4"/>
                    </a:lnTo>
                    <a:lnTo>
                      <a:pt x="36" y="4"/>
                    </a:lnTo>
                    <a:lnTo>
                      <a:pt x="30" y="8"/>
                    </a:lnTo>
                    <a:lnTo>
                      <a:pt x="26" y="12"/>
                    </a:lnTo>
                    <a:lnTo>
                      <a:pt x="22" y="20"/>
                    </a:lnTo>
                    <a:lnTo>
                      <a:pt x="16" y="22"/>
                    </a:lnTo>
                    <a:lnTo>
                      <a:pt x="16" y="22"/>
                    </a:lnTo>
                    <a:lnTo>
                      <a:pt x="16" y="22"/>
                    </a:lnTo>
                    <a:lnTo>
                      <a:pt x="14" y="24"/>
                    </a:lnTo>
                    <a:lnTo>
                      <a:pt x="14" y="26"/>
                    </a:lnTo>
                    <a:lnTo>
                      <a:pt x="14" y="26"/>
                    </a:lnTo>
                    <a:lnTo>
                      <a:pt x="14" y="28"/>
                    </a:lnTo>
                    <a:lnTo>
                      <a:pt x="12" y="28"/>
                    </a:lnTo>
                    <a:lnTo>
                      <a:pt x="10" y="30"/>
                    </a:lnTo>
                    <a:lnTo>
                      <a:pt x="6" y="28"/>
                    </a:lnTo>
                    <a:lnTo>
                      <a:pt x="6" y="28"/>
                    </a:lnTo>
                    <a:lnTo>
                      <a:pt x="2" y="28"/>
                    </a:lnTo>
                    <a:lnTo>
                      <a:pt x="0" y="28"/>
                    </a:lnTo>
                    <a:lnTo>
                      <a:pt x="8" y="44"/>
                    </a:lnTo>
                    <a:lnTo>
                      <a:pt x="4" y="54"/>
                    </a:lnTo>
                    <a:lnTo>
                      <a:pt x="4" y="54"/>
                    </a:lnTo>
                    <a:lnTo>
                      <a:pt x="4" y="60"/>
                    </a:lnTo>
                    <a:lnTo>
                      <a:pt x="4" y="66"/>
                    </a:lnTo>
                    <a:lnTo>
                      <a:pt x="4" y="66"/>
                    </a:lnTo>
                    <a:lnTo>
                      <a:pt x="8" y="74"/>
                    </a:lnTo>
                    <a:lnTo>
                      <a:pt x="8" y="74"/>
                    </a:lnTo>
                    <a:lnTo>
                      <a:pt x="6" y="76"/>
                    </a:lnTo>
                    <a:lnTo>
                      <a:pt x="6" y="80"/>
                    </a:lnTo>
                    <a:lnTo>
                      <a:pt x="6" y="80"/>
                    </a:lnTo>
                    <a:lnTo>
                      <a:pt x="8" y="84"/>
                    </a:lnTo>
                    <a:lnTo>
                      <a:pt x="8" y="86"/>
                    </a:lnTo>
                    <a:lnTo>
                      <a:pt x="10" y="8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2" name="Freeform 262">
                <a:extLst>
                  <a:ext uri="{FF2B5EF4-FFF2-40B4-BE49-F238E27FC236}">
                    <a16:creationId xmlns:a16="http://schemas.microsoft.com/office/drawing/2014/main" id="{2165D50B-974C-1140-A741-9515F4DA509F}"/>
                  </a:ext>
                </a:extLst>
              </p:cNvPr>
              <p:cNvSpPr>
                <a:spLocks noEditPoints="1"/>
              </p:cNvSpPr>
              <p:nvPr/>
            </p:nvSpPr>
            <p:spPr bwMode="auto">
              <a:xfrm>
                <a:off x="3975377" y="5112491"/>
                <a:ext cx="509349" cy="1245463"/>
              </a:xfrm>
              <a:custGeom>
                <a:avLst/>
                <a:gdLst>
                  <a:gd name="T0" fmla="*/ 116 w 260"/>
                  <a:gd name="T1" fmla="*/ 10 h 622"/>
                  <a:gd name="T2" fmla="*/ 80 w 260"/>
                  <a:gd name="T3" fmla="*/ 16 h 622"/>
                  <a:gd name="T4" fmla="*/ 76 w 260"/>
                  <a:gd name="T5" fmla="*/ 40 h 622"/>
                  <a:gd name="T6" fmla="*/ 70 w 260"/>
                  <a:gd name="T7" fmla="*/ 74 h 622"/>
                  <a:gd name="T8" fmla="*/ 62 w 260"/>
                  <a:gd name="T9" fmla="*/ 102 h 622"/>
                  <a:gd name="T10" fmla="*/ 50 w 260"/>
                  <a:gd name="T11" fmla="*/ 148 h 622"/>
                  <a:gd name="T12" fmla="*/ 46 w 260"/>
                  <a:gd name="T13" fmla="*/ 192 h 622"/>
                  <a:gd name="T14" fmla="*/ 38 w 260"/>
                  <a:gd name="T15" fmla="*/ 236 h 622"/>
                  <a:gd name="T16" fmla="*/ 32 w 260"/>
                  <a:gd name="T17" fmla="*/ 258 h 622"/>
                  <a:gd name="T18" fmla="*/ 30 w 260"/>
                  <a:gd name="T19" fmla="*/ 292 h 622"/>
                  <a:gd name="T20" fmla="*/ 16 w 260"/>
                  <a:gd name="T21" fmla="*/ 326 h 622"/>
                  <a:gd name="T22" fmla="*/ 18 w 260"/>
                  <a:gd name="T23" fmla="*/ 352 h 622"/>
                  <a:gd name="T24" fmla="*/ 20 w 260"/>
                  <a:gd name="T25" fmla="*/ 388 h 622"/>
                  <a:gd name="T26" fmla="*/ 24 w 260"/>
                  <a:gd name="T27" fmla="*/ 412 h 622"/>
                  <a:gd name="T28" fmla="*/ 18 w 260"/>
                  <a:gd name="T29" fmla="*/ 432 h 622"/>
                  <a:gd name="T30" fmla="*/ 18 w 260"/>
                  <a:gd name="T31" fmla="*/ 462 h 622"/>
                  <a:gd name="T32" fmla="*/ 14 w 260"/>
                  <a:gd name="T33" fmla="*/ 488 h 622"/>
                  <a:gd name="T34" fmla="*/ 0 w 260"/>
                  <a:gd name="T35" fmla="*/ 518 h 622"/>
                  <a:gd name="T36" fmla="*/ 10 w 260"/>
                  <a:gd name="T37" fmla="*/ 530 h 622"/>
                  <a:gd name="T38" fmla="*/ 22 w 260"/>
                  <a:gd name="T39" fmla="*/ 564 h 622"/>
                  <a:gd name="T40" fmla="*/ 56 w 260"/>
                  <a:gd name="T41" fmla="*/ 554 h 622"/>
                  <a:gd name="T42" fmla="*/ 58 w 260"/>
                  <a:gd name="T43" fmla="*/ 534 h 622"/>
                  <a:gd name="T44" fmla="*/ 58 w 260"/>
                  <a:gd name="T45" fmla="*/ 520 h 622"/>
                  <a:gd name="T46" fmla="*/ 76 w 260"/>
                  <a:gd name="T47" fmla="*/ 520 h 622"/>
                  <a:gd name="T48" fmla="*/ 82 w 260"/>
                  <a:gd name="T49" fmla="*/ 500 h 622"/>
                  <a:gd name="T50" fmla="*/ 102 w 260"/>
                  <a:gd name="T51" fmla="*/ 482 h 622"/>
                  <a:gd name="T52" fmla="*/ 92 w 260"/>
                  <a:gd name="T53" fmla="*/ 464 h 622"/>
                  <a:gd name="T54" fmla="*/ 74 w 260"/>
                  <a:gd name="T55" fmla="*/ 444 h 622"/>
                  <a:gd name="T56" fmla="*/ 104 w 260"/>
                  <a:gd name="T57" fmla="*/ 424 h 622"/>
                  <a:gd name="T58" fmla="*/ 108 w 260"/>
                  <a:gd name="T59" fmla="*/ 402 h 622"/>
                  <a:gd name="T60" fmla="*/ 112 w 260"/>
                  <a:gd name="T61" fmla="*/ 378 h 622"/>
                  <a:gd name="T62" fmla="*/ 124 w 260"/>
                  <a:gd name="T63" fmla="*/ 382 h 622"/>
                  <a:gd name="T64" fmla="*/ 124 w 260"/>
                  <a:gd name="T65" fmla="*/ 368 h 622"/>
                  <a:gd name="T66" fmla="*/ 114 w 260"/>
                  <a:gd name="T67" fmla="*/ 358 h 622"/>
                  <a:gd name="T68" fmla="*/ 112 w 260"/>
                  <a:gd name="T69" fmla="*/ 344 h 622"/>
                  <a:gd name="T70" fmla="*/ 132 w 260"/>
                  <a:gd name="T71" fmla="*/ 352 h 622"/>
                  <a:gd name="T72" fmla="*/ 148 w 260"/>
                  <a:gd name="T73" fmla="*/ 336 h 622"/>
                  <a:gd name="T74" fmla="*/ 144 w 260"/>
                  <a:gd name="T75" fmla="*/ 310 h 622"/>
                  <a:gd name="T76" fmla="*/ 152 w 260"/>
                  <a:gd name="T77" fmla="*/ 306 h 622"/>
                  <a:gd name="T78" fmla="*/ 188 w 260"/>
                  <a:gd name="T79" fmla="*/ 300 h 622"/>
                  <a:gd name="T80" fmla="*/ 222 w 260"/>
                  <a:gd name="T81" fmla="*/ 258 h 622"/>
                  <a:gd name="T82" fmla="*/ 210 w 260"/>
                  <a:gd name="T83" fmla="*/ 250 h 622"/>
                  <a:gd name="T84" fmla="*/ 200 w 260"/>
                  <a:gd name="T85" fmla="*/ 230 h 622"/>
                  <a:gd name="T86" fmla="*/ 194 w 260"/>
                  <a:gd name="T87" fmla="*/ 212 h 622"/>
                  <a:gd name="T88" fmla="*/ 202 w 260"/>
                  <a:gd name="T89" fmla="*/ 180 h 622"/>
                  <a:gd name="T90" fmla="*/ 208 w 260"/>
                  <a:gd name="T91" fmla="*/ 154 h 622"/>
                  <a:gd name="T92" fmla="*/ 222 w 260"/>
                  <a:gd name="T93" fmla="*/ 124 h 622"/>
                  <a:gd name="T94" fmla="*/ 244 w 260"/>
                  <a:gd name="T95" fmla="*/ 102 h 622"/>
                  <a:gd name="T96" fmla="*/ 260 w 260"/>
                  <a:gd name="T97" fmla="*/ 92 h 622"/>
                  <a:gd name="T98" fmla="*/ 252 w 260"/>
                  <a:gd name="T99" fmla="*/ 68 h 622"/>
                  <a:gd name="T100" fmla="*/ 244 w 260"/>
                  <a:gd name="T101" fmla="*/ 86 h 622"/>
                  <a:gd name="T102" fmla="*/ 216 w 260"/>
                  <a:gd name="T103" fmla="*/ 96 h 622"/>
                  <a:gd name="T104" fmla="*/ 194 w 260"/>
                  <a:gd name="T105" fmla="*/ 94 h 622"/>
                  <a:gd name="T106" fmla="*/ 204 w 260"/>
                  <a:gd name="T107" fmla="*/ 60 h 622"/>
                  <a:gd name="T108" fmla="*/ 180 w 260"/>
                  <a:gd name="T109" fmla="*/ 42 h 622"/>
                  <a:gd name="T110" fmla="*/ 162 w 260"/>
                  <a:gd name="T111" fmla="*/ 20 h 622"/>
                  <a:gd name="T112" fmla="*/ 80 w 260"/>
                  <a:gd name="T113" fmla="*/ 620 h 622"/>
                  <a:gd name="T114" fmla="*/ 102 w 260"/>
                  <a:gd name="T115" fmla="*/ 620 h 622"/>
                  <a:gd name="T116" fmla="*/ 80 w 260"/>
                  <a:gd name="T117" fmla="*/ 606 h 622"/>
                  <a:gd name="T118" fmla="*/ 62 w 260"/>
                  <a:gd name="T119" fmla="*/ 586 h 622"/>
                  <a:gd name="T120" fmla="*/ 60 w 260"/>
                  <a:gd name="T121" fmla="*/ 574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622">
                    <a:moveTo>
                      <a:pt x="144" y="2"/>
                    </a:moveTo>
                    <a:lnTo>
                      <a:pt x="126" y="2"/>
                    </a:lnTo>
                    <a:lnTo>
                      <a:pt x="126" y="2"/>
                    </a:lnTo>
                    <a:lnTo>
                      <a:pt x="124" y="0"/>
                    </a:lnTo>
                    <a:lnTo>
                      <a:pt x="122" y="2"/>
                    </a:lnTo>
                    <a:lnTo>
                      <a:pt x="120" y="4"/>
                    </a:lnTo>
                    <a:lnTo>
                      <a:pt x="120" y="4"/>
                    </a:lnTo>
                    <a:lnTo>
                      <a:pt x="116" y="12"/>
                    </a:lnTo>
                    <a:lnTo>
                      <a:pt x="116" y="12"/>
                    </a:lnTo>
                    <a:lnTo>
                      <a:pt x="116" y="10"/>
                    </a:lnTo>
                    <a:lnTo>
                      <a:pt x="116" y="10"/>
                    </a:lnTo>
                    <a:lnTo>
                      <a:pt x="110" y="2"/>
                    </a:lnTo>
                    <a:lnTo>
                      <a:pt x="102" y="2"/>
                    </a:lnTo>
                    <a:lnTo>
                      <a:pt x="102" y="2"/>
                    </a:lnTo>
                    <a:lnTo>
                      <a:pt x="94" y="2"/>
                    </a:lnTo>
                    <a:lnTo>
                      <a:pt x="90" y="0"/>
                    </a:lnTo>
                    <a:lnTo>
                      <a:pt x="80" y="8"/>
                    </a:lnTo>
                    <a:lnTo>
                      <a:pt x="80" y="8"/>
                    </a:lnTo>
                    <a:lnTo>
                      <a:pt x="80" y="12"/>
                    </a:lnTo>
                    <a:lnTo>
                      <a:pt x="80" y="16"/>
                    </a:lnTo>
                    <a:lnTo>
                      <a:pt x="82" y="18"/>
                    </a:lnTo>
                    <a:lnTo>
                      <a:pt x="82" y="18"/>
                    </a:lnTo>
                    <a:lnTo>
                      <a:pt x="86" y="22"/>
                    </a:lnTo>
                    <a:lnTo>
                      <a:pt x="86" y="24"/>
                    </a:lnTo>
                    <a:lnTo>
                      <a:pt x="84" y="32"/>
                    </a:lnTo>
                    <a:lnTo>
                      <a:pt x="84" y="32"/>
                    </a:lnTo>
                    <a:lnTo>
                      <a:pt x="84" y="36"/>
                    </a:lnTo>
                    <a:lnTo>
                      <a:pt x="80" y="36"/>
                    </a:lnTo>
                    <a:lnTo>
                      <a:pt x="78" y="38"/>
                    </a:lnTo>
                    <a:lnTo>
                      <a:pt x="76" y="40"/>
                    </a:lnTo>
                    <a:lnTo>
                      <a:pt x="76" y="40"/>
                    </a:lnTo>
                    <a:lnTo>
                      <a:pt x="74" y="44"/>
                    </a:lnTo>
                    <a:lnTo>
                      <a:pt x="70" y="46"/>
                    </a:lnTo>
                    <a:lnTo>
                      <a:pt x="68" y="46"/>
                    </a:lnTo>
                    <a:lnTo>
                      <a:pt x="66" y="48"/>
                    </a:lnTo>
                    <a:lnTo>
                      <a:pt x="66" y="48"/>
                    </a:lnTo>
                    <a:lnTo>
                      <a:pt x="66" y="64"/>
                    </a:lnTo>
                    <a:lnTo>
                      <a:pt x="66" y="64"/>
                    </a:lnTo>
                    <a:lnTo>
                      <a:pt x="70" y="72"/>
                    </a:lnTo>
                    <a:lnTo>
                      <a:pt x="70" y="74"/>
                    </a:lnTo>
                    <a:lnTo>
                      <a:pt x="68" y="76"/>
                    </a:lnTo>
                    <a:lnTo>
                      <a:pt x="68" y="76"/>
                    </a:lnTo>
                    <a:lnTo>
                      <a:pt x="66" y="78"/>
                    </a:lnTo>
                    <a:lnTo>
                      <a:pt x="66" y="80"/>
                    </a:lnTo>
                    <a:lnTo>
                      <a:pt x="68" y="84"/>
                    </a:lnTo>
                    <a:lnTo>
                      <a:pt x="68" y="84"/>
                    </a:lnTo>
                    <a:lnTo>
                      <a:pt x="68" y="90"/>
                    </a:lnTo>
                    <a:lnTo>
                      <a:pt x="66" y="96"/>
                    </a:lnTo>
                    <a:lnTo>
                      <a:pt x="66" y="96"/>
                    </a:lnTo>
                    <a:lnTo>
                      <a:pt x="62" y="102"/>
                    </a:lnTo>
                    <a:lnTo>
                      <a:pt x="60" y="108"/>
                    </a:lnTo>
                    <a:lnTo>
                      <a:pt x="60" y="108"/>
                    </a:lnTo>
                    <a:lnTo>
                      <a:pt x="58" y="112"/>
                    </a:lnTo>
                    <a:lnTo>
                      <a:pt x="56" y="114"/>
                    </a:lnTo>
                    <a:lnTo>
                      <a:pt x="54" y="116"/>
                    </a:lnTo>
                    <a:lnTo>
                      <a:pt x="52" y="122"/>
                    </a:lnTo>
                    <a:lnTo>
                      <a:pt x="52" y="122"/>
                    </a:lnTo>
                    <a:lnTo>
                      <a:pt x="50" y="140"/>
                    </a:lnTo>
                    <a:lnTo>
                      <a:pt x="50" y="140"/>
                    </a:lnTo>
                    <a:lnTo>
                      <a:pt x="50" y="148"/>
                    </a:lnTo>
                    <a:lnTo>
                      <a:pt x="50" y="154"/>
                    </a:lnTo>
                    <a:lnTo>
                      <a:pt x="50" y="154"/>
                    </a:lnTo>
                    <a:lnTo>
                      <a:pt x="48" y="158"/>
                    </a:lnTo>
                    <a:lnTo>
                      <a:pt x="46" y="166"/>
                    </a:lnTo>
                    <a:lnTo>
                      <a:pt x="46" y="166"/>
                    </a:lnTo>
                    <a:lnTo>
                      <a:pt x="46" y="174"/>
                    </a:lnTo>
                    <a:lnTo>
                      <a:pt x="46" y="180"/>
                    </a:lnTo>
                    <a:lnTo>
                      <a:pt x="46" y="180"/>
                    </a:lnTo>
                    <a:lnTo>
                      <a:pt x="46" y="188"/>
                    </a:lnTo>
                    <a:lnTo>
                      <a:pt x="46" y="192"/>
                    </a:lnTo>
                    <a:lnTo>
                      <a:pt x="46" y="192"/>
                    </a:lnTo>
                    <a:lnTo>
                      <a:pt x="42" y="198"/>
                    </a:lnTo>
                    <a:lnTo>
                      <a:pt x="44" y="204"/>
                    </a:lnTo>
                    <a:lnTo>
                      <a:pt x="44" y="204"/>
                    </a:lnTo>
                    <a:lnTo>
                      <a:pt x="44" y="210"/>
                    </a:lnTo>
                    <a:lnTo>
                      <a:pt x="44" y="216"/>
                    </a:lnTo>
                    <a:lnTo>
                      <a:pt x="44" y="216"/>
                    </a:lnTo>
                    <a:lnTo>
                      <a:pt x="42" y="226"/>
                    </a:lnTo>
                    <a:lnTo>
                      <a:pt x="38" y="236"/>
                    </a:lnTo>
                    <a:lnTo>
                      <a:pt x="38" y="236"/>
                    </a:lnTo>
                    <a:lnTo>
                      <a:pt x="36" y="242"/>
                    </a:lnTo>
                    <a:lnTo>
                      <a:pt x="38" y="246"/>
                    </a:lnTo>
                    <a:lnTo>
                      <a:pt x="38" y="246"/>
                    </a:lnTo>
                    <a:lnTo>
                      <a:pt x="38" y="252"/>
                    </a:lnTo>
                    <a:lnTo>
                      <a:pt x="38" y="256"/>
                    </a:lnTo>
                    <a:lnTo>
                      <a:pt x="38" y="256"/>
                    </a:lnTo>
                    <a:lnTo>
                      <a:pt x="36" y="258"/>
                    </a:lnTo>
                    <a:lnTo>
                      <a:pt x="34" y="258"/>
                    </a:lnTo>
                    <a:lnTo>
                      <a:pt x="32" y="258"/>
                    </a:lnTo>
                    <a:lnTo>
                      <a:pt x="32" y="258"/>
                    </a:lnTo>
                    <a:lnTo>
                      <a:pt x="30" y="262"/>
                    </a:lnTo>
                    <a:lnTo>
                      <a:pt x="28" y="264"/>
                    </a:lnTo>
                    <a:lnTo>
                      <a:pt x="26" y="268"/>
                    </a:lnTo>
                    <a:lnTo>
                      <a:pt x="26" y="268"/>
                    </a:lnTo>
                    <a:lnTo>
                      <a:pt x="26" y="274"/>
                    </a:lnTo>
                    <a:lnTo>
                      <a:pt x="26" y="282"/>
                    </a:lnTo>
                    <a:lnTo>
                      <a:pt x="26" y="282"/>
                    </a:lnTo>
                    <a:lnTo>
                      <a:pt x="26" y="284"/>
                    </a:lnTo>
                    <a:lnTo>
                      <a:pt x="28" y="286"/>
                    </a:lnTo>
                    <a:lnTo>
                      <a:pt x="30" y="292"/>
                    </a:lnTo>
                    <a:lnTo>
                      <a:pt x="30" y="292"/>
                    </a:lnTo>
                    <a:lnTo>
                      <a:pt x="28" y="294"/>
                    </a:lnTo>
                    <a:lnTo>
                      <a:pt x="28" y="294"/>
                    </a:lnTo>
                    <a:lnTo>
                      <a:pt x="26" y="296"/>
                    </a:lnTo>
                    <a:lnTo>
                      <a:pt x="26" y="296"/>
                    </a:lnTo>
                    <a:lnTo>
                      <a:pt x="22" y="306"/>
                    </a:lnTo>
                    <a:lnTo>
                      <a:pt x="20" y="316"/>
                    </a:lnTo>
                    <a:lnTo>
                      <a:pt x="20" y="316"/>
                    </a:lnTo>
                    <a:lnTo>
                      <a:pt x="20" y="322"/>
                    </a:lnTo>
                    <a:lnTo>
                      <a:pt x="16" y="326"/>
                    </a:lnTo>
                    <a:lnTo>
                      <a:pt x="16" y="326"/>
                    </a:lnTo>
                    <a:lnTo>
                      <a:pt x="14" y="330"/>
                    </a:lnTo>
                    <a:lnTo>
                      <a:pt x="16" y="332"/>
                    </a:lnTo>
                    <a:lnTo>
                      <a:pt x="16" y="336"/>
                    </a:lnTo>
                    <a:lnTo>
                      <a:pt x="18" y="340"/>
                    </a:lnTo>
                    <a:lnTo>
                      <a:pt x="18" y="340"/>
                    </a:lnTo>
                    <a:lnTo>
                      <a:pt x="16" y="346"/>
                    </a:lnTo>
                    <a:lnTo>
                      <a:pt x="16" y="350"/>
                    </a:lnTo>
                    <a:lnTo>
                      <a:pt x="18" y="352"/>
                    </a:lnTo>
                    <a:lnTo>
                      <a:pt x="18" y="352"/>
                    </a:lnTo>
                    <a:lnTo>
                      <a:pt x="22" y="352"/>
                    </a:lnTo>
                    <a:lnTo>
                      <a:pt x="22" y="356"/>
                    </a:lnTo>
                    <a:lnTo>
                      <a:pt x="22" y="356"/>
                    </a:lnTo>
                    <a:lnTo>
                      <a:pt x="22" y="368"/>
                    </a:lnTo>
                    <a:lnTo>
                      <a:pt x="22" y="368"/>
                    </a:lnTo>
                    <a:lnTo>
                      <a:pt x="18" y="376"/>
                    </a:lnTo>
                    <a:lnTo>
                      <a:pt x="18" y="380"/>
                    </a:lnTo>
                    <a:lnTo>
                      <a:pt x="18" y="382"/>
                    </a:lnTo>
                    <a:lnTo>
                      <a:pt x="18" y="382"/>
                    </a:lnTo>
                    <a:lnTo>
                      <a:pt x="20" y="388"/>
                    </a:lnTo>
                    <a:lnTo>
                      <a:pt x="22" y="390"/>
                    </a:lnTo>
                    <a:lnTo>
                      <a:pt x="22" y="392"/>
                    </a:lnTo>
                    <a:lnTo>
                      <a:pt x="22" y="392"/>
                    </a:lnTo>
                    <a:lnTo>
                      <a:pt x="22" y="396"/>
                    </a:lnTo>
                    <a:lnTo>
                      <a:pt x="22" y="402"/>
                    </a:lnTo>
                    <a:lnTo>
                      <a:pt x="22" y="402"/>
                    </a:lnTo>
                    <a:lnTo>
                      <a:pt x="24" y="408"/>
                    </a:lnTo>
                    <a:lnTo>
                      <a:pt x="24" y="410"/>
                    </a:lnTo>
                    <a:lnTo>
                      <a:pt x="24" y="412"/>
                    </a:lnTo>
                    <a:lnTo>
                      <a:pt x="24" y="412"/>
                    </a:lnTo>
                    <a:lnTo>
                      <a:pt x="22" y="416"/>
                    </a:lnTo>
                    <a:lnTo>
                      <a:pt x="22" y="420"/>
                    </a:lnTo>
                    <a:lnTo>
                      <a:pt x="22" y="420"/>
                    </a:lnTo>
                    <a:lnTo>
                      <a:pt x="24" y="424"/>
                    </a:lnTo>
                    <a:lnTo>
                      <a:pt x="24" y="424"/>
                    </a:lnTo>
                    <a:lnTo>
                      <a:pt x="22" y="426"/>
                    </a:lnTo>
                    <a:lnTo>
                      <a:pt x="22" y="426"/>
                    </a:lnTo>
                    <a:lnTo>
                      <a:pt x="20" y="426"/>
                    </a:lnTo>
                    <a:lnTo>
                      <a:pt x="20" y="428"/>
                    </a:lnTo>
                    <a:lnTo>
                      <a:pt x="18" y="432"/>
                    </a:lnTo>
                    <a:lnTo>
                      <a:pt x="18" y="432"/>
                    </a:lnTo>
                    <a:lnTo>
                      <a:pt x="18" y="432"/>
                    </a:lnTo>
                    <a:lnTo>
                      <a:pt x="18" y="434"/>
                    </a:lnTo>
                    <a:lnTo>
                      <a:pt x="20" y="440"/>
                    </a:lnTo>
                    <a:lnTo>
                      <a:pt x="20" y="440"/>
                    </a:lnTo>
                    <a:lnTo>
                      <a:pt x="20" y="444"/>
                    </a:lnTo>
                    <a:lnTo>
                      <a:pt x="20" y="450"/>
                    </a:lnTo>
                    <a:lnTo>
                      <a:pt x="20" y="450"/>
                    </a:lnTo>
                    <a:lnTo>
                      <a:pt x="18" y="456"/>
                    </a:lnTo>
                    <a:lnTo>
                      <a:pt x="18" y="462"/>
                    </a:lnTo>
                    <a:lnTo>
                      <a:pt x="18" y="462"/>
                    </a:lnTo>
                    <a:lnTo>
                      <a:pt x="18" y="466"/>
                    </a:lnTo>
                    <a:lnTo>
                      <a:pt x="18" y="468"/>
                    </a:lnTo>
                    <a:lnTo>
                      <a:pt x="18" y="468"/>
                    </a:lnTo>
                    <a:lnTo>
                      <a:pt x="14" y="472"/>
                    </a:lnTo>
                    <a:lnTo>
                      <a:pt x="14" y="472"/>
                    </a:lnTo>
                    <a:lnTo>
                      <a:pt x="12" y="478"/>
                    </a:lnTo>
                    <a:lnTo>
                      <a:pt x="12" y="482"/>
                    </a:lnTo>
                    <a:lnTo>
                      <a:pt x="12" y="482"/>
                    </a:lnTo>
                    <a:lnTo>
                      <a:pt x="14" y="488"/>
                    </a:lnTo>
                    <a:lnTo>
                      <a:pt x="10" y="492"/>
                    </a:lnTo>
                    <a:lnTo>
                      <a:pt x="10" y="492"/>
                    </a:lnTo>
                    <a:lnTo>
                      <a:pt x="4" y="496"/>
                    </a:lnTo>
                    <a:lnTo>
                      <a:pt x="2" y="498"/>
                    </a:lnTo>
                    <a:lnTo>
                      <a:pt x="2" y="500"/>
                    </a:lnTo>
                    <a:lnTo>
                      <a:pt x="2" y="500"/>
                    </a:lnTo>
                    <a:lnTo>
                      <a:pt x="4" y="508"/>
                    </a:lnTo>
                    <a:lnTo>
                      <a:pt x="2" y="512"/>
                    </a:lnTo>
                    <a:lnTo>
                      <a:pt x="2" y="512"/>
                    </a:lnTo>
                    <a:lnTo>
                      <a:pt x="0" y="518"/>
                    </a:lnTo>
                    <a:lnTo>
                      <a:pt x="0" y="524"/>
                    </a:lnTo>
                    <a:lnTo>
                      <a:pt x="0" y="524"/>
                    </a:lnTo>
                    <a:lnTo>
                      <a:pt x="0" y="530"/>
                    </a:lnTo>
                    <a:lnTo>
                      <a:pt x="0" y="532"/>
                    </a:lnTo>
                    <a:lnTo>
                      <a:pt x="2" y="532"/>
                    </a:lnTo>
                    <a:lnTo>
                      <a:pt x="2" y="532"/>
                    </a:lnTo>
                    <a:lnTo>
                      <a:pt x="4" y="532"/>
                    </a:lnTo>
                    <a:lnTo>
                      <a:pt x="6" y="530"/>
                    </a:lnTo>
                    <a:lnTo>
                      <a:pt x="8" y="530"/>
                    </a:lnTo>
                    <a:lnTo>
                      <a:pt x="10" y="530"/>
                    </a:lnTo>
                    <a:lnTo>
                      <a:pt x="10" y="530"/>
                    </a:lnTo>
                    <a:lnTo>
                      <a:pt x="12" y="536"/>
                    </a:lnTo>
                    <a:lnTo>
                      <a:pt x="10" y="540"/>
                    </a:lnTo>
                    <a:lnTo>
                      <a:pt x="10" y="540"/>
                    </a:lnTo>
                    <a:lnTo>
                      <a:pt x="8" y="542"/>
                    </a:lnTo>
                    <a:lnTo>
                      <a:pt x="8" y="544"/>
                    </a:lnTo>
                    <a:lnTo>
                      <a:pt x="10" y="550"/>
                    </a:lnTo>
                    <a:lnTo>
                      <a:pt x="10" y="550"/>
                    </a:lnTo>
                    <a:lnTo>
                      <a:pt x="18" y="558"/>
                    </a:lnTo>
                    <a:lnTo>
                      <a:pt x="22" y="564"/>
                    </a:lnTo>
                    <a:lnTo>
                      <a:pt x="22" y="564"/>
                    </a:lnTo>
                    <a:lnTo>
                      <a:pt x="40" y="562"/>
                    </a:lnTo>
                    <a:lnTo>
                      <a:pt x="40" y="562"/>
                    </a:lnTo>
                    <a:lnTo>
                      <a:pt x="64" y="564"/>
                    </a:lnTo>
                    <a:lnTo>
                      <a:pt x="64" y="564"/>
                    </a:lnTo>
                    <a:lnTo>
                      <a:pt x="60" y="556"/>
                    </a:lnTo>
                    <a:lnTo>
                      <a:pt x="60" y="556"/>
                    </a:lnTo>
                    <a:lnTo>
                      <a:pt x="52" y="556"/>
                    </a:lnTo>
                    <a:lnTo>
                      <a:pt x="52" y="556"/>
                    </a:lnTo>
                    <a:lnTo>
                      <a:pt x="56" y="554"/>
                    </a:lnTo>
                    <a:lnTo>
                      <a:pt x="56" y="552"/>
                    </a:lnTo>
                    <a:lnTo>
                      <a:pt x="54" y="544"/>
                    </a:lnTo>
                    <a:lnTo>
                      <a:pt x="54" y="544"/>
                    </a:lnTo>
                    <a:lnTo>
                      <a:pt x="52" y="546"/>
                    </a:lnTo>
                    <a:lnTo>
                      <a:pt x="52" y="544"/>
                    </a:lnTo>
                    <a:lnTo>
                      <a:pt x="52" y="544"/>
                    </a:lnTo>
                    <a:lnTo>
                      <a:pt x="56" y="542"/>
                    </a:lnTo>
                    <a:lnTo>
                      <a:pt x="56" y="542"/>
                    </a:lnTo>
                    <a:lnTo>
                      <a:pt x="56" y="536"/>
                    </a:lnTo>
                    <a:lnTo>
                      <a:pt x="58" y="534"/>
                    </a:lnTo>
                    <a:lnTo>
                      <a:pt x="60" y="534"/>
                    </a:lnTo>
                    <a:lnTo>
                      <a:pt x="60" y="532"/>
                    </a:lnTo>
                    <a:lnTo>
                      <a:pt x="60" y="532"/>
                    </a:lnTo>
                    <a:lnTo>
                      <a:pt x="64" y="532"/>
                    </a:lnTo>
                    <a:lnTo>
                      <a:pt x="64" y="532"/>
                    </a:lnTo>
                    <a:lnTo>
                      <a:pt x="64" y="528"/>
                    </a:lnTo>
                    <a:lnTo>
                      <a:pt x="64" y="528"/>
                    </a:lnTo>
                    <a:lnTo>
                      <a:pt x="58" y="524"/>
                    </a:lnTo>
                    <a:lnTo>
                      <a:pt x="58" y="524"/>
                    </a:lnTo>
                    <a:lnTo>
                      <a:pt x="58" y="520"/>
                    </a:lnTo>
                    <a:lnTo>
                      <a:pt x="58" y="520"/>
                    </a:lnTo>
                    <a:lnTo>
                      <a:pt x="60" y="518"/>
                    </a:lnTo>
                    <a:lnTo>
                      <a:pt x="60" y="518"/>
                    </a:lnTo>
                    <a:lnTo>
                      <a:pt x="64" y="520"/>
                    </a:lnTo>
                    <a:lnTo>
                      <a:pt x="64" y="520"/>
                    </a:lnTo>
                    <a:lnTo>
                      <a:pt x="66" y="526"/>
                    </a:lnTo>
                    <a:lnTo>
                      <a:pt x="66" y="526"/>
                    </a:lnTo>
                    <a:lnTo>
                      <a:pt x="72" y="524"/>
                    </a:lnTo>
                    <a:lnTo>
                      <a:pt x="76" y="520"/>
                    </a:lnTo>
                    <a:lnTo>
                      <a:pt x="76" y="520"/>
                    </a:lnTo>
                    <a:lnTo>
                      <a:pt x="76" y="516"/>
                    </a:lnTo>
                    <a:lnTo>
                      <a:pt x="76" y="514"/>
                    </a:lnTo>
                    <a:lnTo>
                      <a:pt x="76" y="512"/>
                    </a:lnTo>
                    <a:lnTo>
                      <a:pt x="76" y="512"/>
                    </a:lnTo>
                    <a:lnTo>
                      <a:pt x="74" y="512"/>
                    </a:lnTo>
                    <a:lnTo>
                      <a:pt x="72" y="512"/>
                    </a:lnTo>
                    <a:lnTo>
                      <a:pt x="72" y="510"/>
                    </a:lnTo>
                    <a:lnTo>
                      <a:pt x="72" y="510"/>
                    </a:lnTo>
                    <a:lnTo>
                      <a:pt x="76" y="506"/>
                    </a:lnTo>
                    <a:lnTo>
                      <a:pt x="82" y="500"/>
                    </a:lnTo>
                    <a:lnTo>
                      <a:pt x="82" y="500"/>
                    </a:lnTo>
                    <a:lnTo>
                      <a:pt x="82" y="496"/>
                    </a:lnTo>
                    <a:lnTo>
                      <a:pt x="82" y="496"/>
                    </a:lnTo>
                    <a:lnTo>
                      <a:pt x="86" y="496"/>
                    </a:lnTo>
                    <a:lnTo>
                      <a:pt x="86" y="496"/>
                    </a:lnTo>
                    <a:lnTo>
                      <a:pt x="90" y="490"/>
                    </a:lnTo>
                    <a:lnTo>
                      <a:pt x="90" y="490"/>
                    </a:lnTo>
                    <a:lnTo>
                      <a:pt x="92" y="490"/>
                    </a:lnTo>
                    <a:lnTo>
                      <a:pt x="92" y="490"/>
                    </a:lnTo>
                    <a:lnTo>
                      <a:pt x="102" y="482"/>
                    </a:lnTo>
                    <a:lnTo>
                      <a:pt x="102" y="482"/>
                    </a:lnTo>
                    <a:lnTo>
                      <a:pt x="96" y="478"/>
                    </a:lnTo>
                    <a:lnTo>
                      <a:pt x="96" y="478"/>
                    </a:lnTo>
                    <a:lnTo>
                      <a:pt x="96" y="478"/>
                    </a:lnTo>
                    <a:lnTo>
                      <a:pt x="98" y="476"/>
                    </a:lnTo>
                    <a:lnTo>
                      <a:pt x="98" y="472"/>
                    </a:lnTo>
                    <a:lnTo>
                      <a:pt x="98" y="466"/>
                    </a:lnTo>
                    <a:lnTo>
                      <a:pt x="98" y="466"/>
                    </a:lnTo>
                    <a:lnTo>
                      <a:pt x="96" y="464"/>
                    </a:lnTo>
                    <a:lnTo>
                      <a:pt x="92" y="464"/>
                    </a:lnTo>
                    <a:lnTo>
                      <a:pt x="86" y="464"/>
                    </a:lnTo>
                    <a:lnTo>
                      <a:pt x="86" y="464"/>
                    </a:lnTo>
                    <a:lnTo>
                      <a:pt x="84" y="458"/>
                    </a:lnTo>
                    <a:lnTo>
                      <a:pt x="84" y="458"/>
                    </a:lnTo>
                    <a:lnTo>
                      <a:pt x="80" y="456"/>
                    </a:lnTo>
                    <a:lnTo>
                      <a:pt x="80" y="456"/>
                    </a:lnTo>
                    <a:lnTo>
                      <a:pt x="78" y="454"/>
                    </a:lnTo>
                    <a:lnTo>
                      <a:pt x="76" y="450"/>
                    </a:lnTo>
                    <a:lnTo>
                      <a:pt x="76" y="450"/>
                    </a:lnTo>
                    <a:lnTo>
                      <a:pt x="74" y="444"/>
                    </a:lnTo>
                    <a:lnTo>
                      <a:pt x="78" y="440"/>
                    </a:lnTo>
                    <a:lnTo>
                      <a:pt x="80" y="440"/>
                    </a:lnTo>
                    <a:lnTo>
                      <a:pt x="80" y="440"/>
                    </a:lnTo>
                    <a:lnTo>
                      <a:pt x="80" y="436"/>
                    </a:lnTo>
                    <a:lnTo>
                      <a:pt x="80" y="436"/>
                    </a:lnTo>
                    <a:lnTo>
                      <a:pt x="86" y="432"/>
                    </a:lnTo>
                    <a:lnTo>
                      <a:pt x="86" y="432"/>
                    </a:lnTo>
                    <a:lnTo>
                      <a:pt x="92" y="424"/>
                    </a:lnTo>
                    <a:lnTo>
                      <a:pt x="96" y="424"/>
                    </a:lnTo>
                    <a:lnTo>
                      <a:pt x="104" y="424"/>
                    </a:lnTo>
                    <a:lnTo>
                      <a:pt x="104" y="424"/>
                    </a:lnTo>
                    <a:lnTo>
                      <a:pt x="104" y="418"/>
                    </a:lnTo>
                    <a:lnTo>
                      <a:pt x="104" y="418"/>
                    </a:lnTo>
                    <a:lnTo>
                      <a:pt x="102" y="418"/>
                    </a:lnTo>
                    <a:lnTo>
                      <a:pt x="102" y="414"/>
                    </a:lnTo>
                    <a:lnTo>
                      <a:pt x="108" y="410"/>
                    </a:lnTo>
                    <a:lnTo>
                      <a:pt x="108" y="410"/>
                    </a:lnTo>
                    <a:lnTo>
                      <a:pt x="108" y="404"/>
                    </a:lnTo>
                    <a:lnTo>
                      <a:pt x="108" y="402"/>
                    </a:lnTo>
                    <a:lnTo>
                      <a:pt x="108" y="402"/>
                    </a:lnTo>
                    <a:lnTo>
                      <a:pt x="110" y="392"/>
                    </a:lnTo>
                    <a:lnTo>
                      <a:pt x="112" y="386"/>
                    </a:lnTo>
                    <a:lnTo>
                      <a:pt x="114" y="384"/>
                    </a:lnTo>
                    <a:lnTo>
                      <a:pt x="114" y="384"/>
                    </a:lnTo>
                    <a:lnTo>
                      <a:pt x="120" y="382"/>
                    </a:lnTo>
                    <a:lnTo>
                      <a:pt x="120" y="382"/>
                    </a:lnTo>
                    <a:lnTo>
                      <a:pt x="120" y="378"/>
                    </a:lnTo>
                    <a:lnTo>
                      <a:pt x="120" y="378"/>
                    </a:lnTo>
                    <a:lnTo>
                      <a:pt x="112" y="378"/>
                    </a:lnTo>
                    <a:lnTo>
                      <a:pt x="112" y="378"/>
                    </a:lnTo>
                    <a:lnTo>
                      <a:pt x="112" y="378"/>
                    </a:lnTo>
                    <a:lnTo>
                      <a:pt x="112" y="378"/>
                    </a:lnTo>
                    <a:lnTo>
                      <a:pt x="112" y="378"/>
                    </a:lnTo>
                    <a:lnTo>
                      <a:pt x="116" y="376"/>
                    </a:lnTo>
                    <a:lnTo>
                      <a:pt x="122" y="376"/>
                    </a:lnTo>
                    <a:lnTo>
                      <a:pt x="122" y="376"/>
                    </a:lnTo>
                    <a:lnTo>
                      <a:pt x="124" y="378"/>
                    </a:lnTo>
                    <a:lnTo>
                      <a:pt x="124" y="378"/>
                    </a:lnTo>
                    <a:lnTo>
                      <a:pt x="124" y="382"/>
                    </a:lnTo>
                    <a:lnTo>
                      <a:pt x="124" y="382"/>
                    </a:lnTo>
                    <a:lnTo>
                      <a:pt x="128" y="380"/>
                    </a:lnTo>
                    <a:lnTo>
                      <a:pt x="130" y="378"/>
                    </a:lnTo>
                    <a:lnTo>
                      <a:pt x="132" y="376"/>
                    </a:lnTo>
                    <a:lnTo>
                      <a:pt x="132" y="376"/>
                    </a:lnTo>
                    <a:lnTo>
                      <a:pt x="132" y="372"/>
                    </a:lnTo>
                    <a:lnTo>
                      <a:pt x="132" y="372"/>
                    </a:lnTo>
                    <a:lnTo>
                      <a:pt x="130" y="370"/>
                    </a:lnTo>
                    <a:lnTo>
                      <a:pt x="130" y="368"/>
                    </a:lnTo>
                    <a:lnTo>
                      <a:pt x="130" y="368"/>
                    </a:lnTo>
                    <a:lnTo>
                      <a:pt x="124" y="368"/>
                    </a:lnTo>
                    <a:lnTo>
                      <a:pt x="124" y="368"/>
                    </a:lnTo>
                    <a:lnTo>
                      <a:pt x="124" y="372"/>
                    </a:lnTo>
                    <a:lnTo>
                      <a:pt x="124" y="372"/>
                    </a:lnTo>
                    <a:lnTo>
                      <a:pt x="122" y="372"/>
                    </a:lnTo>
                    <a:lnTo>
                      <a:pt x="122" y="372"/>
                    </a:lnTo>
                    <a:lnTo>
                      <a:pt x="116" y="368"/>
                    </a:lnTo>
                    <a:lnTo>
                      <a:pt x="116" y="368"/>
                    </a:lnTo>
                    <a:lnTo>
                      <a:pt x="114" y="368"/>
                    </a:lnTo>
                    <a:lnTo>
                      <a:pt x="114" y="368"/>
                    </a:lnTo>
                    <a:lnTo>
                      <a:pt x="114" y="358"/>
                    </a:lnTo>
                    <a:lnTo>
                      <a:pt x="114" y="358"/>
                    </a:lnTo>
                    <a:lnTo>
                      <a:pt x="108" y="358"/>
                    </a:lnTo>
                    <a:lnTo>
                      <a:pt x="108" y="358"/>
                    </a:lnTo>
                    <a:lnTo>
                      <a:pt x="108" y="356"/>
                    </a:lnTo>
                    <a:lnTo>
                      <a:pt x="108" y="354"/>
                    </a:lnTo>
                    <a:lnTo>
                      <a:pt x="108" y="354"/>
                    </a:lnTo>
                    <a:lnTo>
                      <a:pt x="110" y="352"/>
                    </a:lnTo>
                    <a:lnTo>
                      <a:pt x="110" y="350"/>
                    </a:lnTo>
                    <a:lnTo>
                      <a:pt x="112" y="344"/>
                    </a:lnTo>
                    <a:lnTo>
                      <a:pt x="112" y="344"/>
                    </a:lnTo>
                    <a:lnTo>
                      <a:pt x="114" y="342"/>
                    </a:lnTo>
                    <a:lnTo>
                      <a:pt x="116" y="342"/>
                    </a:lnTo>
                    <a:lnTo>
                      <a:pt x="116" y="342"/>
                    </a:lnTo>
                    <a:lnTo>
                      <a:pt x="116" y="344"/>
                    </a:lnTo>
                    <a:lnTo>
                      <a:pt x="116" y="344"/>
                    </a:lnTo>
                    <a:lnTo>
                      <a:pt x="120" y="344"/>
                    </a:lnTo>
                    <a:lnTo>
                      <a:pt x="120" y="344"/>
                    </a:lnTo>
                    <a:lnTo>
                      <a:pt x="124" y="350"/>
                    </a:lnTo>
                    <a:lnTo>
                      <a:pt x="126" y="352"/>
                    </a:lnTo>
                    <a:lnTo>
                      <a:pt x="132" y="352"/>
                    </a:lnTo>
                    <a:lnTo>
                      <a:pt x="132" y="352"/>
                    </a:lnTo>
                    <a:lnTo>
                      <a:pt x="136" y="350"/>
                    </a:lnTo>
                    <a:lnTo>
                      <a:pt x="140" y="348"/>
                    </a:lnTo>
                    <a:lnTo>
                      <a:pt x="140" y="348"/>
                    </a:lnTo>
                    <a:lnTo>
                      <a:pt x="140" y="346"/>
                    </a:lnTo>
                    <a:lnTo>
                      <a:pt x="140" y="346"/>
                    </a:lnTo>
                    <a:lnTo>
                      <a:pt x="144" y="344"/>
                    </a:lnTo>
                    <a:lnTo>
                      <a:pt x="146" y="342"/>
                    </a:lnTo>
                    <a:lnTo>
                      <a:pt x="146" y="342"/>
                    </a:lnTo>
                    <a:lnTo>
                      <a:pt x="148" y="336"/>
                    </a:lnTo>
                    <a:lnTo>
                      <a:pt x="146" y="332"/>
                    </a:lnTo>
                    <a:lnTo>
                      <a:pt x="146" y="326"/>
                    </a:lnTo>
                    <a:lnTo>
                      <a:pt x="146" y="322"/>
                    </a:lnTo>
                    <a:lnTo>
                      <a:pt x="148" y="322"/>
                    </a:lnTo>
                    <a:lnTo>
                      <a:pt x="148" y="322"/>
                    </a:lnTo>
                    <a:lnTo>
                      <a:pt x="150" y="314"/>
                    </a:lnTo>
                    <a:lnTo>
                      <a:pt x="150" y="314"/>
                    </a:lnTo>
                    <a:lnTo>
                      <a:pt x="146" y="314"/>
                    </a:lnTo>
                    <a:lnTo>
                      <a:pt x="144" y="310"/>
                    </a:lnTo>
                    <a:lnTo>
                      <a:pt x="144" y="310"/>
                    </a:lnTo>
                    <a:lnTo>
                      <a:pt x="144" y="306"/>
                    </a:lnTo>
                    <a:lnTo>
                      <a:pt x="144" y="306"/>
                    </a:lnTo>
                    <a:lnTo>
                      <a:pt x="144" y="304"/>
                    </a:lnTo>
                    <a:lnTo>
                      <a:pt x="146" y="304"/>
                    </a:lnTo>
                    <a:lnTo>
                      <a:pt x="148" y="304"/>
                    </a:lnTo>
                    <a:lnTo>
                      <a:pt x="152" y="310"/>
                    </a:lnTo>
                    <a:lnTo>
                      <a:pt x="152" y="310"/>
                    </a:lnTo>
                    <a:lnTo>
                      <a:pt x="154" y="308"/>
                    </a:lnTo>
                    <a:lnTo>
                      <a:pt x="154" y="308"/>
                    </a:lnTo>
                    <a:lnTo>
                      <a:pt x="152" y="306"/>
                    </a:lnTo>
                    <a:lnTo>
                      <a:pt x="152" y="306"/>
                    </a:lnTo>
                    <a:lnTo>
                      <a:pt x="156" y="306"/>
                    </a:lnTo>
                    <a:lnTo>
                      <a:pt x="156" y="306"/>
                    </a:lnTo>
                    <a:lnTo>
                      <a:pt x="166" y="304"/>
                    </a:lnTo>
                    <a:lnTo>
                      <a:pt x="166" y="304"/>
                    </a:lnTo>
                    <a:lnTo>
                      <a:pt x="178" y="304"/>
                    </a:lnTo>
                    <a:lnTo>
                      <a:pt x="178" y="304"/>
                    </a:lnTo>
                    <a:lnTo>
                      <a:pt x="188" y="302"/>
                    </a:lnTo>
                    <a:lnTo>
                      <a:pt x="188" y="302"/>
                    </a:lnTo>
                    <a:lnTo>
                      <a:pt x="188" y="300"/>
                    </a:lnTo>
                    <a:lnTo>
                      <a:pt x="188" y="300"/>
                    </a:lnTo>
                    <a:lnTo>
                      <a:pt x="196" y="298"/>
                    </a:lnTo>
                    <a:lnTo>
                      <a:pt x="202" y="296"/>
                    </a:lnTo>
                    <a:lnTo>
                      <a:pt x="202" y="296"/>
                    </a:lnTo>
                    <a:lnTo>
                      <a:pt x="208" y="290"/>
                    </a:lnTo>
                    <a:lnTo>
                      <a:pt x="214" y="280"/>
                    </a:lnTo>
                    <a:lnTo>
                      <a:pt x="220" y="270"/>
                    </a:lnTo>
                    <a:lnTo>
                      <a:pt x="222" y="260"/>
                    </a:lnTo>
                    <a:lnTo>
                      <a:pt x="222" y="260"/>
                    </a:lnTo>
                    <a:lnTo>
                      <a:pt x="222" y="258"/>
                    </a:lnTo>
                    <a:lnTo>
                      <a:pt x="222" y="258"/>
                    </a:lnTo>
                    <a:lnTo>
                      <a:pt x="218" y="258"/>
                    </a:lnTo>
                    <a:lnTo>
                      <a:pt x="214" y="256"/>
                    </a:lnTo>
                    <a:lnTo>
                      <a:pt x="214" y="256"/>
                    </a:lnTo>
                    <a:lnTo>
                      <a:pt x="214" y="256"/>
                    </a:lnTo>
                    <a:lnTo>
                      <a:pt x="214" y="254"/>
                    </a:lnTo>
                    <a:lnTo>
                      <a:pt x="214" y="254"/>
                    </a:lnTo>
                    <a:lnTo>
                      <a:pt x="212" y="254"/>
                    </a:lnTo>
                    <a:lnTo>
                      <a:pt x="212" y="254"/>
                    </a:lnTo>
                    <a:lnTo>
                      <a:pt x="210" y="250"/>
                    </a:lnTo>
                    <a:lnTo>
                      <a:pt x="210" y="246"/>
                    </a:lnTo>
                    <a:lnTo>
                      <a:pt x="210" y="246"/>
                    </a:lnTo>
                    <a:lnTo>
                      <a:pt x="214" y="244"/>
                    </a:lnTo>
                    <a:lnTo>
                      <a:pt x="214" y="244"/>
                    </a:lnTo>
                    <a:lnTo>
                      <a:pt x="214" y="242"/>
                    </a:lnTo>
                    <a:lnTo>
                      <a:pt x="214" y="242"/>
                    </a:lnTo>
                    <a:lnTo>
                      <a:pt x="208" y="234"/>
                    </a:lnTo>
                    <a:lnTo>
                      <a:pt x="208" y="234"/>
                    </a:lnTo>
                    <a:lnTo>
                      <a:pt x="204" y="232"/>
                    </a:lnTo>
                    <a:lnTo>
                      <a:pt x="200" y="230"/>
                    </a:lnTo>
                    <a:lnTo>
                      <a:pt x="200" y="230"/>
                    </a:lnTo>
                    <a:lnTo>
                      <a:pt x="200" y="226"/>
                    </a:lnTo>
                    <a:lnTo>
                      <a:pt x="198" y="224"/>
                    </a:lnTo>
                    <a:lnTo>
                      <a:pt x="196" y="222"/>
                    </a:lnTo>
                    <a:lnTo>
                      <a:pt x="196" y="222"/>
                    </a:lnTo>
                    <a:lnTo>
                      <a:pt x="196" y="220"/>
                    </a:lnTo>
                    <a:lnTo>
                      <a:pt x="196" y="218"/>
                    </a:lnTo>
                    <a:lnTo>
                      <a:pt x="196" y="218"/>
                    </a:lnTo>
                    <a:lnTo>
                      <a:pt x="196" y="216"/>
                    </a:lnTo>
                    <a:lnTo>
                      <a:pt x="194" y="212"/>
                    </a:lnTo>
                    <a:lnTo>
                      <a:pt x="198" y="212"/>
                    </a:lnTo>
                    <a:lnTo>
                      <a:pt x="198" y="212"/>
                    </a:lnTo>
                    <a:lnTo>
                      <a:pt x="198" y="196"/>
                    </a:lnTo>
                    <a:lnTo>
                      <a:pt x="200" y="196"/>
                    </a:lnTo>
                    <a:lnTo>
                      <a:pt x="200" y="196"/>
                    </a:lnTo>
                    <a:lnTo>
                      <a:pt x="200" y="192"/>
                    </a:lnTo>
                    <a:lnTo>
                      <a:pt x="200" y="184"/>
                    </a:lnTo>
                    <a:lnTo>
                      <a:pt x="200" y="184"/>
                    </a:lnTo>
                    <a:lnTo>
                      <a:pt x="200" y="182"/>
                    </a:lnTo>
                    <a:lnTo>
                      <a:pt x="202" y="180"/>
                    </a:lnTo>
                    <a:lnTo>
                      <a:pt x="202" y="176"/>
                    </a:lnTo>
                    <a:lnTo>
                      <a:pt x="202" y="172"/>
                    </a:lnTo>
                    <a:lnTo>
                      <a:pt x="202" y="172"/>
                    </a:lnTo>
                    <a:lnTo>
                      <a:pt x="204" y="170"/>
                    </a:lnTo>
                    <a:lnTo>
                      <a:pt x="204" y="168"/>
                    </a:lnTo>
                    <a:lnTo>
                      <a:pt x="206" y="166"/>
                    </a:lnTo>
                    <a:lnTo>
                      <a:pt x="206" y="162"/>
                    </a:lnTo>
                    <a:lnTo>
                      <a:pt x="206" y="162"/>
                    </a:lnTo>
                    <a:lnTo>
                      <a:pt x="206" y="158"/>
                    </a:lnTo>
                    <a:lnTo>
                      <a:pt x="208" y="154"/>
                    </a:lnTo>
                    <a:lnTo>
                      <a:pt x="210" y="152"/>
                    </a:lnTo>
                    <a:lnTo>
                      <a:pt x="210" y="152"/>
                    </a:lnTo>
                    <a:lnTo>
                      <a:pt x="212" y="142"/>
                    </a:lnTo>
                    <a:lnTo>
                      <a:pt x="212" y="142"/>
                    </a:lnTo>
                    <a:lnTo>
                      <a:pt x="214" y="138"/>
                    </a:lnTo>
                    <a:lnTo>
                      <a:pt x="218" y="136"/>
                    </a:lnTo>
                    <a:lnTo>
                      <a:pt x="218" y="136"/>
                    </a:lnTo>
                    <a:lnTo>
                      <a:pt x="222" y="130"/>
                    </a:lnTo>
                    <a:lnTo>
                      <a:pt x="222" y="124"/>
                    </a:lnTo>
                    <a:lnTo>
                      <a:pt x="222" y="124"/>
                    </a:lnTo>
                    <a:lnTo>
                      <a:pt x="224" y="122"/>
                    </a:lnTo>
                    <a:lnTo>
                      <a:pt x="226" y="120"/>
                    </a:lnTo>
                    <a:lnTo>
                      <a:pt x="230" y="120"/>
                    </a:lnTo>
                    <a:lnTo>
                      <a:pt x="232" y="118"/>
                    </a:lnTo>
                    <a:lnTo>
                      <a:pt x="232" y="118"/>
                    </a:lnTo>
                    <a:lnTo>
                      <a:pt x="234" y="114"/>
                    </a:lnTo>
                    <a:lnTo>
                      <a:pt x="238" y="112"/>
                    </a:lnTo>
                    <a:lnTo>
                      <a:pt x="238" y="112"/>
                    </a:lnTo>
                    <a:lnTo>
                      <a:pt x="242" y="108"/>
                    </a:lnTo>
                    <a:lnTo>
                      <a:pt x="244" y="102"/>
                    </a:lnTo>
                    <a:lnTo>
                      <a:pt x="244" y="102"/>
                    </a:lnTo>
                    <a:lnTo>
                      <a:pt x="246" y="100"/>
                    </a:lnTo>
                    <a:lnTo>
                      <a:pt x="250" y="100"/>
                    </a:lnTo>
                    <a:lnTo>
                      <a:pt x="254" y="98"/>
                    </a:lnTo>
                    <a:lnTo>
                      <a:pt x="256" y="98"/>
                    </a:lnTo>
                    <a:lnTo>
                      <a:pt x="256" y="98"/>
                    </a:lnTo>
                    <a:lnTo>
                      <a:pt x="260" y="94"/>
                    </a:lnTo>
                    <a:lnTo>
                      <a:pt x="260" y="94"/>
                    </a:lnTo>
                    <a:lnTo>
                      <a:pt x="260" y="92"/>
                    </a:lnTo>
                    <a:lnTo>
                      <a:pt x="260" y="92"/>
                    </a:lnTo>
                    <a:lnTo>
                      <a:pt x="260" y="78"/>
                    </a:lnTo>
                    <a:lnTo>
                      <a:pt x="260" y="78"/>
                    </a:lnTo>
                    <a:lnTo>
                      <a:pt x="260" y="66"/>
                    </a:lnTo>
                    <a:lnTo>
                      <a:pt x="260" y="66"/>
                    </a:lnTo>
                    <a:lnTo>
                      <a:pt x="256" y="66"/>
                    </a:lnTo>
                    <a:lnTo>
                      <a:pt x="254" y="66"/>
                    </a:lnTo>
                    <a:lnTo>
                      <a:pt x="254" y="68"/>
                    </a:lnTo>
                    <a:lnTo>
                      <a:pt x="254" y="68"/>
                    </a:lnTo>
                    <a:lnTo>
                      <a:pt x="254" y="68"/>
                    </a:lnTo>
                    <a:lnTo>
                      <a:pt x="252" y="68"/>
                    </a:lnTo>
                    <a:lnTo>
                      <a:pt x="248" y="66"/>
                    </a:lnTo>
                    <a:lnTo>
                      <a:pt x="248" y="66"/>
                    </a:lnTo>
                    <a:lnTo>
                      <a:pt x="246" y="68"/>
                    </a:lnTo>
                    <a:lnTo>
                      <a:pt x="244" y="70"/>
                    </a:lnTo>
                    <a:lnTo>
                      <a:pt x="246" y="72"/>
                    </a:lnTo>
                    <a:lnTo>
                      <a:pt x="246" y="72"/>
                    </a:lnTo>
                    <a:lnTo>
                      <a:pt x="246" y="80"/>
                    </a:lnTo>
                    <a:lnTo>
                      <a:pt x="246" y="84"/>
                    </a:lnTo>
                    <a:lnTo>
                      <a:pt x="244" y="86"/>
                    </a:lnTo>
                    <a:lnTo>
                      <a:pt x="244" y="86"/>
                    </a:lnTo>
                    <a:lnTo>
                      <a:pt x="240" y="90"/>
                    </a:lnTo>
                    <a:lnTo>
                      <a:pt x="238" y="94"/>
                    </a:lnTo>
                    <a:lnTo>
                      <a:pt x="238" y="94"/>
                    </a:lnTo>
                    <a:lnTo>
                      <a:pt x="236" y="96"/>
                    </a:lnTo>
                    <a:lnTo>
                      <a:pt x="236" y="96"/>
                    </a:lnTo>
                    <a:lnTo>
                      <a:pt x="234" y="98"/>
                    </a:lnTo>
                    <a:lnTo>
                      <a:pt x="228" y="98"/>
                    </a:lnTo>
                    <a:lnTo>
                      <a:pt x="228" y="98"/>
                    </a:lnTo>
                    <a:lnTo>
                      <a:pt x="222" y="96"/>
                    </a:lnTo>
                    <a:lnTo>
                      <a:pt x="216" y="96"/>
                    </a:lnTo>
                    <a:lnTo>
                      <a:pt x="216" y="96"/>
                    </a:lnTo>
                    <a:lnTo>
                      <a:pt x="212" y="98"/>
                    </a:lnTo>
                    <a:lnTo>
                      <a:pt x="208" y="96"/>
                    </a:lnTo>
                    <a:lnTo>
                      <a:pt x="208" y="96"/>
                    </a:lnTo>
                    <a:lnTo>
                      <a:pt x="202" y="94"/>
                    </a:lnTo>
                    <a:lnTo>
                      <a:pt x="198" y="94"/>
                    </a:lnTo>
                    <a:lnTo>
                      <a:pt x="198" y="94"/>
                    </a:lnTo>
                    <a:lnTo>
                      <a:pt x="194" y="94"/>
                    </a:lnTo>
                    <a:lnTo>
                      <a:pt x="194" y="94"/>
                    </a:lnTo>
                    <a:lnTo>
                      <a:pt x="194" y="94"/>
                    </a:lnTo>
                    <a:lnTo>
                      <a:pt x="194" y="90"/>
                    </a:lnTo>
                    <a:lnTo>
                      <a:pt x="198" y="84"/>
                    </a:lnTo>
                    <a:lnTo>
                      <a:pt x="198" y="84"/>
                    </a:lnTo>
                    <a:lnTo>
                      <a:pt x="202" y="78"/>
                    </a:lnTo>
                    <a:lnTo>
                      <a:pt x="204" y="70"/>
                    </a:lnTo>
                    <a:lnTo>
                      <a:pt x="204" y="70"/>
                    </a:lnTo>
                    <a:lnTo>
                      <a:pt x="206" y="64"/>
                    </a:lnTo>
                    <a:lnTo>
                      <a:pt x="206" y="62"/>
                    </a:lnTo>
                    <a:lnTo>
                      <a:pt x="204" y="60"/>
                    </a:lnTo>
                    <a:lnTo>
                      <a:pt x="204" y="60"/>
                    </a:lnTo>
                    <a:lnTo>
                      <a:pt x="198" y="54"/>
                    </a:lnTo>
                    <a:lnTo>
                      <a:pt x="196" y="50"/>
                    </a:lnTo>
                    <a:lnTo>
                      <a:pt x="196" y="50"/>
                    </a:lnTo>
                    <a:lnTo>
                      <a:pt x="190" y="46"/>
                    </a:lnTo>
                    <a:lnTo>
                      <a:pt x="190" y="46"/>
                    </a:lnTo>
                    <a:lnTo>
                      <a:pt x="188" y="44"/>
                    </a:lnTo>
                    <a:lnTo>
                      <a:pt x="186" y="44"/>
                    </a:lnTo>
                    <a:lnTo>
                      <a:pt x="184" y="44"/>
                    </a:lnTo>
                    <a:lnTo>
                      <a:pt x="180" y="42"/>
                    </a:lnTo>
                    <a:lnTo>
                      <a:pt x="180" y="42"/>
                    </a:lnTo>
                    <a:lnTo>
                      <a:pt x="178" y="36"/>
                    </a:lnTo>
                    <a:lnTo>
                      <a:pt x="172" y="36"/>
                    </a:lnTo>
                    <a:lnTo>
                      <a:pt x="172" y="36"/>
                    </a:lnTo>
                    <a:lnTo>
                      <a:pt x="170" y="34"/>
                    </a:lnTo>
                    <a:lnTo>
                      <a:pt x="170" y="32"/>
                    </a:lnTo>
                    <a:lnTo>
                      <a:pt x="166" y="26"/>
                    </a:lnTo>
                    <a:lnTo>
                      <a:pt x="166" y="26"/>
                    </a:lnTo>
                    <a:lnTo>
                      <a:pt x="164" y="22"/>
                    </a:lnTo>
                    <a:lnTo>
                      <a:pt x="162" y="20"/>
                    </a:lnTo>
                    <a:lnTo>
                      <a:pt x="162" y="20"/>
                    </a:lnTo>
                    <a:lnTo>
                      <a:pt x="158" y="18"/>
                    </a:lnTo>
                    <a:lnTo>
                      <a:pt x="156" y="14"/>
                    </a:lnTo>
                    <a:lnTo>
                      <a:pt x="156" y="14"/>
                    </a:lnTo>
                    <a:lnTo>
                      <a:pt x="152" y="8"/>
                    </a:lnTo>
                    <a:lnTo>
                      <a:pt x="144" y="2"/>
                    </a:lnTo>
                    <a:close/>
                    <a:moveTo>
                      <a:pt x="72" y="618"/>
                    </a:moveTo>
                    <a:lnTo>
                      <a:pt x="74" y="618"/>
                    </a:lnTo>
                    <a:lnTo>
                      <a:pt x="74" y="618"/>
                    </a:lnTo>
                    <a:lnTo>
                      <a:pt x="78" y="618"/>
                    </a:lnTo>
                    <a:lnTo>
                      <a:pt x="80" y="620"/>
                    </a:lnTo>
                    <a:lnTo>
                      <a:pt x="80" y="618"/>
                    </a:lnTo>
                    <a:lnTo>
                      <a:pt x="80" y="618"/>
                    </a:lnTo>
                    <a:lnTo>
                      <a:pt x="84" y="622"/>
                    </a:lnTo>
                    <a:lnTo>
                      <a:pt x="84" y="622"/>
                    </a:lnTo>
                    <a:lnTo>
                      <a:pt x="92" y="620"/>
                    </a:lnTo>
                    <a:lnTo>
                      <a:pt x="92" y="618"/>
                    </a:lnTo>
                    <a:lnTo>
                      <a:pt x="92" y="618"/>
                    </a:lnTo>
                    <a:lnTo>
                      <a:pt x="102" y="618"/>
                    </a:lnTo>
                    <a:lnTo>
                      <a:pt x="102" y="618"/>
                    </a:lnTo>
                    <a:lnTo>
                      <a:pt x="102" y="620"/>
                    </a:lnTo>
                    <a:lnTo>
                      <a:pt x="102" y="620"/>
                    </a:lnTo>
                    <a:lnTo>
                      <a:pt x="102" y="620"/>
                    </a:lnTo>
                    <a:lnTo>
                      <a:pt x="106" y="616"/>
                    </a:lnTo>
                    <a:lnTo>
                      <a:pt x="106" y="616"/>
                    </a:lnTo>
                    <a:lnTo>
                      <a:pt x="92" y="612"/>
                    </a:lnTo>
                    <a:lnTo>
                      <a:pt x="92" y="612"/>
                    </a:lnTo>
                    <a:lnTo>
                      <a:pt x="86" y="612"/>
                    </a:lnTo>
                    <a:lnTo>
                      <a:pt x="86" y="612"/>
                    </a:lnTo>
                    <a:lnTo>
                      <a:pt x="82" y="608"/>
                    </a:lnTo>
                    <a:lnTo>
                      <a:pt x="80" y="606"/>
                    </a:lnTo>
                    <a:lnTo>
                      <a:pt x="80" y="606"/>
                    </a:lnTo>
                    <a:lnTo>
                      <a:pt x="76" y="604"/>
                    </a:lnTo>
                    <a:lnTo>
                      <a:pt x="76" y="604"/>
                    </a:lnTo>
                    <a:lnTo>
                      <a:pt x="74" y="600"/>
                    </a:lnTo>
                    <a:lnTo>
                      <a:pt x="74" y="598"/>
                    </a:lnTo>
                    <a:lnTo>
                      <a:pt x="74" y="598"/>
                    </a:lnTo>
                    <a:lnTo>
                      <a:pt x="70" y="596"/>
                    </a:lnTo>
                    <a:lnTo>
                      <a:pt x="70" y="596"/>
                    </a:lnTo>
                    <a:lnTo>
                      <a:pt x="66" y="592"/>
                    </a:lnTo>
                    <a:lnTo>
                      <a:pt x="62" y="586"/>
                    </a:lnTo>
                    <a:lnTo>
                      <a:pt x="62" y="586"/>
                    </a:lnTo>
                    <a:lnTo>
                      <a:pt x="62" y="586"/>
                    </a:lnTo>
                    <a:lnTo>
                      <a:pt x="62" y="584"/>
                    </a:lnTo>
                    <a:lnTo>
                      <a:pt x="64" y="582"/>
                    </a:lnTo>
                    <a:lnTo>
                      <a:pt x="64" y="582"/>
                    </a:lnTo>
                    <a:lnTo>
                      <a:pt x="60" y="574"/>
                    </a:lnTo>
                    <a:lnTo>
                      <a:pt x="60" y="574"/>
                    </a:lnTo>
                    <a:lnTo>
                      <a:pt x="60" y="574"/>
                    </a:lnTo>
                    <a:lnTo>
                      <a:pt x="60" y="574"/>
                    </a:lnTo>
                    <a:lnTo>
                      <a:pt x="60" y="574"/>
                    </a:lnTo>
                    <a:lnTo>
                      <a:pt x="58" y="574"/>
                    </a:lnTo>
                    <a:lnTo>
                      <a:pt x="62" y="620"/>
                    </a:lnTo>
                    <a:lnTo>
                      <a:pt x="62" y="620"/>
                    </a:lnTo>
                    <a:lnTo>
                      <a:pt x="66" y="618"/>
                    </a:lnTo>
                    <a:lnTo>
                      <a:pt x="72" y="618"/>
                    </a:lnTo>
                    <a:lnTo>
                      <a:pt x="72" y="6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23" name="Group 622">
              <a:extLst>
                <a:ext uri="{FF2B5EF4-FFF2-40B4-BE49-F238E27FC236}">
                  <a16:creationId xmlns:a16="http://schemas.microsoft.com/office/drawing/2014/main" id="{959DF80E-476E-4345-AA37-F2D14C38F1C1}"/>
                </a:ext>
              </a:extLst>
            </p:cNvPr>
            <p:cNvGrpSpPr/>
            <p:nvPr/>
          </p:nvGrpSpPr>
          <p:grpSpPr>
            <a:xfrm>
              <a:off x="5178967" y="2679163"/>
              <a:ext cx="2171051" cy="2961968"/>
              <a:chOff x="5439558" y="3106134"/>
              <a:chExt cx="1802307" cy="2458890"/>
            </a:xfrm>
            <a:solidFill>
              <a:schemeClr val="bg2"/>
            </a:solidFill>
          </p:grpSpPr>
          <p:sp>
            <p:nvSpPr>
              <p:cNvPr id="624" name="Freeform 288">
                <a:extLst>
                  <a:ext uri="{FF2B5EF4-FFF2-40B4-BE49-F238E27FC236}">
                    <a16:creationId xmlns:a16="http://schemas.microsoft.com/office/drawing/2014/main" id="{BDB004CC-477C-3841-813F-0E8AF536B5B9}"/>
                  </a:ext>
                </a:extLst>
              </p:cNvPr>
              <p:cNvSpPr>
                <a:spLocks/>
              </p:cNvSpPr>
              <p:nvPr/>
            </p:nvSpPr>
            <p:spPr bwMode="auto">
              <a:xfrm>
                <a:off x="6556950" y="4896238"/>
                <a:ext cx="203518" cy="240282"/>
              </a:xfrm>
              <a:custGeom>
                <a:avLst/>
                <a:gdLst>
                  <a:gd name="T0" fmla="*/ 70 w 104"/>
                  <a:gd name="T1" fmla="*/ 10 h 120"/>
                  <a:gd name="T2" fmla="*/ 84 w 104"/>
                  <a:gd name="T3" fmla="*/ 14 h 120"/>
                  <a:gd name="T4" fmla="*/ 92 w 104"/>
                  <a:gd name="T5" fmla="*/ 18 h 120"/>
                  <a:gd name="T6" fmla="*/ 100 w 104"/>
                  <a:gd name="T7" fmla="*/ 24 h 120"/>
                  <a:gd name="T8" fmla="*/ 102 w 104"/>
                  <a:gd name="T9" fmla="*/ 30 h 120"/>
                  <a:gd name="T10" fmla="*/ 98 w 104"/>
                  <a:gd name="T11" fmla="*/ 36 h 120"/>
                  <a:gd name="T12" fmla="*/ 100 w 104"/>
                  <a:gd name="T13" fmla="*/ 48 h 120"/>
                  <a:gd name="T14" fmla="*/ 100 w 104"/>
                  <a:gd name="T15" fmla="*/ 60 h 120"/>
                  <a:gd name="T16" fmla="*/ 98 w 104"/>
                  <a:gd name="T17" fmla="*/ 64 h 120"/>
                  <a:gd name="T18" fmla="*/ 100 w 104"/>
                  <a:gd name="T19" fmla="*/ 68 h 120"/>
                  <a:gd name="T20" fmla="*/ 98 w 104"/>
                  <a:gd name="T21" fmla="*/ 74 h 120"/>
                  <a:gd name="T22" fmla="*/ 98 w 104"/>
                  <a:gd name="T23" fmla="*/ 80 h 120"/>
                  <a:gd name="T24" fmla="*/ 100 w 104"/>
                  <a:gd name="T25" fmla="*/ 90 h 120"/>
                  <a:gd name="T26" fmla="*/ 98 w 104"/>
                  <a:gd name="T27" fmla="*/ 94 h 120"/>
                  <a:gd name="T28" fmla="*/ 100 w 104"/>
                  <a:gd name="T29" fmla="*/ 96 h 120"/>
                  <a:gd name="T30" fmla="*/ 102 w 104"/>
                  <a:gd name="T31" fmla="*/ 98 h 120"/>
                  <a:gd name="T32" fmla="*/ 86 w 104"/>
                  <a:gd name="T33" fmla="*/ 120 h 120"/>
                  <a:gd name="T34" fmla="*/ 78 w 104"/>
                  <a:gd name="T35" fmla="*/ 118 h 120"/>
                  <a:gd name="T36" fmla="*/ 72 w 104"/>
                  <a:gd name="T37" fmla="*/ 116 h 120"/>
                  <a:gd name="T38" fmla="*/ 64 w 104"/>
                  <a:gd name="T39" fmla="*/ 116 h 120"/>
                  <a:gd name="T40" fmla="*/ 58 w 104"/>
                  <a:gd name="T41" fmla="*/ 116 h 120"/>
                  <a:gd name="T42" fmla="*/ 52 w 104"/>
                  <a:gd name="T43" fmla="*/ 112 h 120"/>
                  <a:gd name="T44" fmla="*/ 50 w 104"/>
                  <a:gd name="T45" fmla="*/ 110 h 120"/>
                  <a:gd name="T46" fmla="*/ 46 w 104"/>
                  <a:gd name="T47" fmla="*/ 110 h 120"/>
                  <a:gd name="T48" fmla="*/ 42 w 104"/>
                  <a:gd name="T49" fmla="*/ 106 h 120"/>
                  <a:gd name="T50" fmla="*/ 42 w 104"/>
                  <a:gd name="T51" fmla="*/ 96 h 120"/>
                  <a:gd name="T52" fmla="*/ 40 w 104"/>
                  <a:gd name="T53" fmla="*/ 94 h 120"/>
                  <a:gd name="T54" fmla="*/ 38 w 104"/>
                  <a:gd name="T55" fmla="*/ 92 h 120"/>
                  <a:gd name="T56" fmla="*/ 34 w 104"/>
                  <a:gd name="T57" fmla="*/ 86 h 120"/>
                  <a:gd name="T58" fmla="*/ 28 w 104"/>
                  <a:gd name="T59" fmla="*/ 78 h 120"/>
                  <a:gd name="T60" fmla="*/ 24 w 104"/>
                  <a:gd name="T61" fmla="*/ 74 h 120"/>
                  <a:gd name="T62" fmla="*/ 22 w 104"/>
                  <a:gd name="T63" fmla="*/ 74 h 120"/>
                  <a:gd name="T64" fmla="*/ 18 w 104"/>
                  <a:gd name="T65" fmla="*/ 74 h 120"/>
                  <a:gd name="T66" fmla="*/ 16 w 104"/>
                  <a:gd name="T67" fmla="*/ 70 h 120"/>
                  <a:gd name="T68" fmla="*/ 8 w 104"/>
                  <a:gd name="T69" fmla="*/ 60 h 120"/>
                  <a:gd name="T70" fmla="*/ 6 w 104"/>
                  <a:gd name="T71" fmla="*/ 54 h 120"/>
                  <a:gd name="T72" fmla="*/ 2 w 104"/>
                  <a:gd name="T73" fmla="*/ 50 h 120"/>
                  <a:gd name="T74" fmla="*/ 0 w 104"/>
                  <a:gd name="T75" fmla="*/ 44 h 120"/>
                  <a:gd name="T76" fmla="*/ 8 w 104"/>
                  <a:gd name="T77" fmla="*/ 44 h 120"/>
                  <a:gd name="T78" fmla="*/ 14 w 104"/>
                  <a:gd name="T79" fmla="*/ 44 h 120"/>
                  <a:gd name="T80" fmla="*/ 18 w 104"/>
                  <a:gd name="T81" fmla="*/ 42 h 120"/>
                  <a:gd name="T82" fmla="*/ 32 w 104"/>
                  <a:gd name="T83" fmla="*/ 40 h 120"/>
                  <a:gd name="T84" fmla="*/ 40 w 104"/>
                  <a:gd name="T85" fmla="*/ 38 h 120"/>
                  <a:gd name="T86" fmla="*/ 42 w 104"/>
                  <a:gd name="T87" fmla="*/ 26 h 120"/>
                  <a:gd name="T88" fmla="*/ 44 w 104"/>
                  <a:gd name="T89" fmla="*/ 22 h 120"/>
                  <a:gd name="T90" fmla="*/ 50 w 104"/>
                  <a:gd name="T91" fmla="*/ 18 h 120"/>
                  <a:gd name="T92" fmla="*/ 52 w 104"/>
                  <a:gd name="T93" fmla="*/ 12 h 120"/>
                  <a:gd name="T94" fmla="*/ 58 w 104"/>
                  <a:gd name="T95" fmla="*/ 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120">
                    <a:moveTo>
                      <a:pt x="72" y="0"/>
                    </a:moveTo>
                    <a:lnTo>
                      <a:pt x="70" y="10"/>
                    </a:lnTo>
                    <a:lnTo>
                      <a:pt x="70" y="10"/>
                    </a:lnTo>
                    <a:lnTo>
                      <a:pt x="76" y="10"/>
                    </a:lnTo>
                    <a:lnTo>
                      <a:pt x="76" y="10"/>
                    </a:lnTo>
                    <a:lnTo>
                      <a:pt x="84" y="14"/>
                    </a:lnTo>
                    <a:lnTo>
                      <a:pt x="84" y="14"/>
                    </a:lnTo>
                    <a:lnTo>
                      <a:pt x="92" y="18"/>
                    </a:lnTo>
                    <a:lnTo>
                      <a:pt x="92" y="18"/>
                    </a:lnTo>
                    <a:lnTo>
                      <a:pt x="96" y="20"/>
                    </a:lnTo>
                    <a:lnTo>
                      <a:pt x="100" y="24"/>
                    </a:lnTo>
                    <a:lnTo>
                      <a:pt x="100" y="24"/>
                    </a:lnTo>
                    <a:lnTo>
                      <a:pt x="102" y="28"/>
                    </a:lnTo>
                    <a:lnTo>
                      <a:pt x="102" y="30"/>
                    </a:lnTo>
                    <a:lnTo>
                      <a:pt x="102" y="30"/>
                    </a:lnTo>
                    <a:lnTo>
                      <a:pt x="100" y="32"/>
                    </a:lnTo>
                    <a:lnTo>
                      <a:pt x="98" y="36"/>
                    </a:lnTo>
                    <a:lnTo>
                      <a:pt x="98" y="36"/>
                    </a:lnTo>
                    <a:lnTo>
                      <a:pt x="98" y="42"/>
                    </a:lnTo>
                    <a:lnTo>
                      <a:pt x="100" y="48"/>
                    </a:lnTo>
                    <a:lnTo>
                      <a:pt x="100" y="48"/>
                    </a:lnTo>
                    <a:lnTo>
                      <a:pt x="104" y="54"/>
                    </a:lnTo>
                    <a:lnTo>
                      <a:pt x="104" y="54"/>
                    </a:lnTo>
                    <a:lnTo>
                      <a:pt x="100" y="60"/>
                    </a:lnTo>
                    <a:lnTo>
                      <a:pt x="100" y="60"/>
                    </a:lnTo>
                    <a:lnTo>
                      <a:pt x="98" y="62"/>
                    </a:lnTo>
                    <a:lnTo>
                      <a:pt x="98" y="64"/>
                    </a:lnTo>
                    <a:lnTo>
                      <a:pt x="98" y="66"/>
                    </a:lnTo>
                    <a:lnTo>
                      <a:pt x="98" y="66"/>
                    </a:lnTo>
                    <a:lnTo>
                      <a:pt x="100" y="68"/>
                    </a:lnTo>
                    <a:lnTo>
                      <a:pt x="100" y="70"/>
                    </a:lnTo>
                    <a:lnTo>
                      <a:pt x="100" y="70"/>
                    </a:lnTo>
                    <a:lnTo>
                      <a:pt x="98" y="74"/>
                    </a:lnTo>
                    <a:lnTo>
                      <a:pt x="98" y="74"/>
                    </a:lnTo>
                    <a:lnTo>
                      <a:pt x="98" y="80"/>
                    </a:lnTo>
                    <a:lnTo>
                      <a:pt x="98" y="80"/>
                    </a:lnTo>
                    <a:lnTo>
                      <a:pt x="98" y="82"/>
                    </a:lnTo>
                    <a:lnTo>
                      <a:pt x="98" y="86"/>
                    </a:lnTo>
                    <a:lnTo>
                      <a:pt x="100" y="90"/>
                    </a:lnTo>
                    <a:lnTo>
                      <a:pt x="100" y="90"/>
                    </a:lnTo>
                    <a:lnTo>
                      <a:pt x="98" y="94"/>
                    </a:lnTo>
                    <a:lnTo>
                      <a:pt x="98" y="94"/>
                    </a:lnTo>
                    <a:lnTo>
                      <a:pt x="98" y="94"/>
                    </a:lnTo>
                    <a:lnTo>
                      <a:pt x="100" y="96"/>
                    </a:lnTo>
                    <a:lnTo>
                      <a:pt x="100" y="96"/>
                    </a:lnTo>
                    <a:lnTo>
                      <a:pt x="102" y="96"/>
                    </a:lnTo>
                    <a:lnTo>
                      <a:pt x="102" y="98"/>
                    </a:lnTo>
                    <a:lnTo>
                      <a:pt x="102" y="98"/>
                    </a:lnTo>
                    <a:lnTo>
                      <a:pt x="96" y="108"/>
                    </a:lnTo>
                    <a:lnTo>
                      <a:pt x="86" y="120"/>
                    </a:lnTo>
                    <a:lnTo>
                      <a:pt x="86" y="120"/>
                    </a:lnTo>
                    <a:lnTo>
                      <a:pt x="84" y="118"/>
                    </a:lnTo>
                    <a:lnTo>
                      <a:pt x="78" y="118"/>
                    </a:lnTo>
                    <a:lnTo>
                      <a:pt x="78" y="118"/>
                    </a:lnTo>
                    <a:lnTo>
                      <a:pt x="74" y="116"/>
                    </a:lnTo>
                    <a:lnTo>
                      <a:pt x="72" y="116"/>
                    </a:lnTo>
                    <a:lnTo>
                      <a:pt x="72" y="116"/>
                    </a:lnTo>
                    <a:lnTo>
                      <a:pt x="70" y="116"/>
                    </a:lnTo>
                    <a:lnTo>
                      <a:pt x="64" y="116"/>
                    </a:lnTo>
                    <a:lnTo>
                      <a:pt x="64" y="116"/>
                    </a:lnTo>
                    <a:lnTo>
                      <a:pt x="62" y="118"/>
                    </a:lnTo>
                    <a:lnTo>
                      <a:pt x="60" y="116"/>
                    </a:lnTo>
                    <a:lnTo>
                      <a:pt x="58" y="116"/>
                    </a:lnTo>
                    <a:lnTo>
                      <a:pt x="58" y="116"/>
                    </a:lnTo>
                    <a:lnTo>
                      <a:pt x="56" y="114"/>
                    </a:lnTo>
                    <a:lnTo>
                      <a:pt x="52" y="112"/>
                    </a:lnTo>
                    <a:lnTo>
                      <a:pt x="52" y="112"/>
                    </a:lnTo>
                    <a:lnTo>
                      <a:pt x="50" y="110"/>
                    </a:lnTo>
                    <a:lnTo>
                      <a:pt x="50" y="110"/>
                    </a:lnTo>
                    <a:lnTo>
                      <a:pt x="48" y="110"/>
                    </a:lnTo>
                    <a:lnTo>
                      <a:pt x="46" y="110"/>
                    </a:lnTo>
                    <a:lnTo>
                      <a:pt x="46" y="110"/>
                    </a:lnTo>
                    <a:lnTo>
                      <a:pt x="42" y="108"/>
                    </a:lnTo>
                    <a:lnTo>
                      <a:pt x="42" y="108"/>
                    </a:lnTo>
                    <a:lnTo>
                      <a:pt x="42" y="106"/>
                    </a:lnTo>
                    <a:lnTo>
                      <a:pt x="42" y="106"/>
                    </a:lnTo>
                    <a:lnTo>
                      <a:pt x="40" y="100"/>
                    </a:lnTo>
                    <a:lnTo>
                      <a:pt x="42" y="96"/>
                    </a:lnTo>
                    <a:lnTo>
                      <a:pt x="42" y="96"/>
                    </a:lnTo>
                    <a:lnTo>
                      <a:pt x="42" y="94"/>
                    </a:lnTo>
                    <a:lnTo>
                      <a:pt x="40" y="94"/>
                    </a:lnTo>
                    <a:lnTo>
                      <a:pt x="38" y="92"/>
                    </a:lnTo>
                    <a:lnTo>
                      <a:pt x="38" y="92"/>
                    </a:lnTo>
                    <a:lnTo>
                      <a:pt x="38" y="92"/>
                    </a:lnTo>
                    <a:lnTo>
                      <a:pt x="36" y="88"/>
                    </a:lnTo>
                    <a:lnTo>
                      <a:pt x="34" y="86"/>
                    </a:lnTo>
                    <a:lnTo>
                      <a:pt x="34" y="86"/>
                    </a:lnTo>
                    <a:lnTo>
                      <a:pt x="32" y="80"/>
                    </a:lnTo>
                    <a:lnTo>
                      <a:pt x="32" y="80"/>
                    </a:lnTo>
                    <a:lnTo>
                      <a:pt x="28" y="78"/>
                    </a:lnTo>
                    <a:lnTo>
                      <a:pt x="26" y="76"/>
                    </a:lnTo>
                    <a:lnTo>
                      <a:pt x="24" y="74"/>
                    </a:lnTo>
                    <a:lnTo>
                      <a:pt x="24" y="74"/>
                    </a:lnTo>
                    <a:lnTo>
                      <a:pt x="24" y="72"/>
                    </a:lnTo>
                    <a:lnTo>
                      <a:pt x="24" y="74"/>
                    </a:lnTo>
                    <a:lnTo>
                      <a:pt x="22" y="74"/>
                    </a:lnTo>
                    <a:lnTo>
                      <a:pt x="20" y="74"/>
                    </a:lnTo>
                    <a:lnTo>
                      <a:pt x="20" y="74"/>
                    </a:lnTo>
                    <a:lnTo>
                      <a:pt x="18" y="74"/>
                    </a:lnTo>
                    <a:lnTo>
                      <a:pt x="18" y="72"/>
                    </a:lnTo>
                    <a:lnTo>
                      <a:pt x="16" y="70"/>
                    </a:lnTo>
                    <a:lnTo>
                      <a:pt x="16" y="70"/>
                    </a:lnTo>
                    <a:lnTo>
                      <a:pt x="16" y="70"/>
                    </a:lnTo>
                    <a:lnTo>
                      <a:pt x="10" y="64"/>
                    </a:lnTo>
                    <a:lnTo>
                      <a:pt x="8" y="60"/>
                    </a:lnTo>
                    <a:lnTo>
                      <a:pt x="8" y="60"/>
                    </a:lnTo>
                    <a:lnTo>
                      <a:pt x="8" y="56"/>
                    </a:lnTo>
                    <a:lnTo>
                      <a:pt x="6" y="54"/>
                    </a:lnTo>
                    <a:lnTo>
                      <a:pt x="4" y="52"/>
                    </a:lnTo>
                    <a:lnTo>
                      <a:pt x="4" y="52"/>
                    </a:lnTo>
                    <a:lnTo>
                      <a:pt x="2" y="50"/>
                    </a:lnTo>
                    <a:lnTo>
                      <a:pt x="2" y="48"/>
                    </a:lnTo>
                    <a:lnTo>
                      <a:pt x="0" y="44"/>
                    </a:lnTo>
                    <a:lnTo>
                      <a:pt x="0" y="44"/>
                    </a:lnTo>
                    <a:lnTo>
                      <a:pt x="2" y="44"/>
                    </a:lnTo>
                    <a:lnTo>
                      <a:pt x="8" y="44"/>
                    </a:lnTo>
                    <a:lnTo>
                      <a:pt x="8" y="44"/>
                    </a:lnTo>
                    <a:lnTo>
                      <a:pt x="10" y="44"/>
                    </a:lnTo>
                    <a:lnTo>
                      <a:pt x="12" y="44"/>
                    </a:lnTo>
                    <a:lnTo>
                      <a:pt x="14" y="44"/>
                    </a:lnTo>
                    <a:lnTo>
                      <a:pt x="14" y="44"/>
                    </a:lnTo>
                    <a:lnTo>
                      <a:pt x="16" y="42"/>
                    </a:lnTo>
                    <a:lnTo>
                      <a:pt x="18" y="42"/>
                    </a:lnTo>
                    <a:lnTo>
                      <a:pt x="22" y="44"/>
                    </a:lnTo>
                    <a:lnTo>
                      <a:pt x="22" y="44"/>
                    </a:lnTo>
                    <a:lnTo>
                      <a:pt x="32" y="40"/>
                    </a:lnTo>
                    <a:lnTo>
                      <a:pt x="32" y="40"/>
                    </a:lnTo>
                    <a:lnTo>
                      <a:pt x="36" y="38"/>
                    </a:lnTo>
                    <a:lnTo>
                      <a:pt x="40" y="38"/>
                    </a:lnTo>
                    <a:lnTo>
                      <a:pt x="40" y="38"/>
                    </a:lnTo>
                    <a:lnTo>
                      <a:pt x="42" y="30"/>
                    </a:lnTo>
                    <a:lnTo>
                      <a:pt x="42" y="26"/>
                    </a:lnTo>
                    <a:lnTo>
                      <a:pt x="44" y="24"/>
                    </a:lnTo>
                    <a:lnTo>
                      <a:pt x="44" y="24"/>
                    </a:lnTo>
                    <a:lnTo>
                      <a:pt x="44" y="22"/>
                    </a:lnTo>
                    <a:lnTo>
                      <a:pt x="46" y="20"/>
                    </a:lnTo>
                    <a:lnTo>
                      <a:pt x="46" y="20"/>
                    </a:lnTo>
                    <a:lnTo>
                      <a:pt x="50" y="18"/>
                    </a:lnTo>
                    <a:lnTo>
                      <a:pt x="50" y="16"/>
                    </a:lnTo>
                    <a:lnTo>
                      <a:pt x="50" y="16"/>
                    </a:lnTo>
                    <a:lnTo>
                      <a:pt x="52" y="12"/>
                    </a:lnTo>
                    <a:lnTo>
                      <a:pt x="54" y="10"/>
                    </a:lnTo>
                    <a:lnTo>
                      <a:pt x="54" y="10"/>
                    </a:lnTo>
                    <a:lnTo>
                      <a:pt x="58" y="8"/>
                    </a:lnTo>
                    <a:lnTo>
                      <a:pt x="60" y="6"/>
                    </a:lnTo>
                    <a:lnTo>
                      <a:pt x="7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5" name="Freeform 289">
                <a:extLst>
                  <a:ext uri="{FF2B5EF4-FFF2-40B4-BE49-F238E27FC236}">
                    <a16:creationId xmlns:a16="http://schemas.microsoft.com/office/drawing/2014/main" id="{2798FFED-CE48-254A-A531-9A39A1510D93}"/>
                  </a:ext>
                </a:extLst>
              </p:cNvPr>
              <p:cNvSpPr>
                <a:spLocks/>
              </p:cNvSpPr>
              <p:nvPr/>
            </p:nvSpPr>
            <p:spPr bwMode="auto">
              <a:xfrm>
                <a:off x="6474759" y="4659960"/>
                <a:ext cx="301362" cy="324380"/>
              </a:xfrm>
              <a:custGeom>
                <a:avLst/>
                <a:gdLst>
                  <a:gd name="T0" fmla="*/ 36 w 154"/>
                  <a:gd name="T1" fmla="*/ 156 h 162"/>
                  <a:gd name="T2" fmla="*/ 42 w 154"/>
                  <a:gd name="T3" fmla="*/ 162 h 162"/>
                  <a:gd name="T4" fmla="*/ 50 w 154"/>
                  <a:gd name="T5" fmla="*/ 162 h 162"/>
                  <a:gd name="T6" fmla="*/ 56 w 154"/>
                  <a:gd name="T7" fmla="*/ 162 h 162"/>
                  <a:gd name="T8" fmla="*/ 64 w 154"/>
                  <a:gd name="T9" fmla="*/ 162 h 162"/>
                  <a:gd name="T10" fmla="*/ 82 w 154"/>
                  <a:gd name="T11" fmla="*/ 156 h 162"/>
                  <a:gd name="T12" fmla="*/ 86 w 154"/>
                  <a:gd name="T13" fmla="*/ 142 h 162"/>
                  <a:gd name="T14" fmla="*/ 88 w 154"/>
                  <a:gd name="T15" fmla="*/ 138 h 162"/>
                  <a:gd name="T16" fmla="*/ 94 w 154"/>
                  <a:gd name="T17" fmla="*/ 130 h 162"/>
                  <a:gd name="T18" fmla="*/ 102 w 154"/>
                  <a:gd name="T19" fmla="*/ 124 h 162"/>
                  <a:gd name="T20" fmla="*/ 114 w 154"/>
                  <a:gd name="T21" fmla="*/ 116 h 162"/>
                  <a:gd name="T22" fmla="*/ 140 w 154"/>
                  <a:gd name="T23" fmla="*/ 100 h 162"/>
                  <a:gd name="T24" fmla="*/ 140 w 154"/>
                  <a:gd name="T25" fmla="*/ 86 h 162"/>
                  <a:gd name="T26" fmla="*/ 140 w 154"/>
                  <a:gd name="T27" fmla="*/ 74 h 162"/>
                  <a:gd name="T28" fmla="*/ 150 w 154"/>
                  <a:gd name="T29" fmla="*/ 66 h 162"/>
                  <a:gd name="T30" fmla="*/ 148 w 154"/>
                  <a:gd name="T31" fmla="*/ 62 h 162"/>
                  <a:gd name="T32" fmla="*/ 146 w 154"/>
                  <a:gd name="T33" fmla="*/ 54 h 162"/>
                  <a:gd name="T34" fmla="*/ 146 w 154"/>
                  <a:gd name="T35" fmla="*/ 46 h 162"/>
                  <a:gd name="T36" fmla="*/ 154 w 154"/>
                  <a:gd name="T37" fmla="*/ 38 h 162"/>
                  <a:gd name="T38" fmla="*/ 152 w 154"/>
                  <a:gd name="T39" fmla="*/ 32 h 162"/>
                  <a:gd name="T40" fmla="*/ 148 w 154"/>
                  <a:gd name="T41" fmla="*/ 22 h 162"/>
                  <a:gd name="T42" fmla="*/ 140 w 154"/>
                  <a:gd name="T43" fmla="*/ 18 h 162"/>
                  <a:gd name="T44" fmla="*/ 134 w 154"/>
                  <a:gd name="T45" fmla="*/ 14 h 162"/>
                  <a:gd name="T46" fmla="*/ 132 w 154"/>
                  <a:gd name="T47" fmla="*/ 6 h 162"/>
                  <a:gd name="T48" fmla="*/ 126 w 154"/>
                  <a:gd name="T49" fmla="*/ 8 h 162"/>
                  <a:gd name="T50" fmla="*/ 118 w 154"/>
                  <a:gd name="T51" fmla="*/ 8 h 162"/>
                  <a:gd name="T52" fmla="*/ 120 w 154"/>
                  <a:gd name="T53" fmla="*/ 4 h 162"/>
                  <a:gd name="T54" fmla="*/ 92 w 154"/>
                  <a:gd name="T55" fmla="*/ 8 h 162"/>
                  <a:gd name="T56" fmla="*/ 92 w 154"/>
                  <a:gd name="T57" fmla="*/ 10 h 162"/>
                  <a:gd name="T58" fmla="*/ 84 w 154"/>
                  <a:gd name="T59" fmla="*/ 18 h 162"/>
                  <a:gd name="T60" fmla="*/ 80 w 154"/>
                  <a:gd name="T61" fmla="*/ 22 h 162"/>
                  <a:gd name="T62" fmla="*/ 82 w 154"/>
                  <a:gd name="T63" fmla="*/ 30 h 162"/>
                  <a:gd name="T64" fmla="*/ 86 w 154"/>
                  <a:gd name="T65" fmla="*/ 40 h 162"/>
                  <a:gd name="T66" fmla="*/ 86 w 154"/>
                  <a:gd name="T67" fmla="*/ 50 h 162"/>
                  <a:gd name="T68" fmla="*/ 96 w 154"/>
                  <a:gd name="T69" fmla="*/ 56 h 162"/>
                  <a:gd name="T70" fmla="*/ 102 w 154"/>
                  <a:gd name="T71" fmla="*/ 62 h 162"/>
                  <a:gd name="T72" fmla="*/ 104 w 154"/>
                  <a:gd name="T73" fmla="*/ 74 h 162"/>
                  <a:gd name="T74" fmla="*/ 96 w 154"/>
                  <a:gd name="T75" fmla="*/ 78 h 162"/>
                  <a:gd name="T76" fmla="*/ 94 w 154"/>
                  <a:gd name="T77" fmla="*/ 72 h 162"/>
                  <a:gd name="T78" fmla="*/ 86 w 154"/>
                  <a:gd name="T79" fmla="*/ 64 h 162"/>
                  <a:gd name="T80" fmla="*/ 80 w 154"/>
                  <a:gd name="T81" fmla="*/ 58 h 162"/>
                  <a:gd name="T82" fmla="*/ 74 w 154"/>
                  <a:gd name="T83" fmla="*/ 52 h 162"/>
                  <a:gd name="T84" fmla="*/ 70 w 154"/>
                  <a:gd name="T85" fmla="*/ 52 h 162"/>
                  <a:gd name="T86" fmla="*/ 52 w 154"/>
                  <a:gd name="T87" fmla="*/ 56 h 162"/>
                  <a:gd name="T88" fmla="*/ 48 w 154"/>
                  <a:gd name="T89" fmla="*/ 54 h 162"/>
                  <a:gd name="T90" fmla="*/ 46 w 154"/>
                  <a:gd name="T91" fmla="*/ 46 h 162"/>
                  <a:gd name="T92" fmla="*/ 40 w 154"/>
                  <a:gd name="T93" fmla="*/ 48 h 162"/>
                  <a:gd name="T94" fmla="*/ 30 w 154"/>
                  <a:gd name="T95" fmla="*/ 40 h 162"/>
                  <a:gd name="T96" fmla="*/ 32 w 154"/>
                  <a:gd name="T97" fmla="*/ 50 h 162"/>
                  <a:gd name="T98" fmla="*/ 30 w 154"/>
                  <a:gd name="T99" fmla="*/ 66 h 162"/>
                  <a:gd name="T100" fmla="*/ 0 w 154"/>
                  <a:gd name="T101" fmla="*/ 130 h 162"/>
                  <a:gd name="T102" fmla="*/ 4 w 154"/>
                  <a:gd name="T103" fmla="*/ 138 h 162"/>
                  <a:gd name="T104" fmla="*/ 14 w 154"/>
                  <a:gd name="T105" fmla="*/ 152 h 162"/>
                  <a:gd name="T106" fmla="*/ 18 w 154"/>
                  <a:gd name="T107" fmla="*/ 15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4" h="162">
                    <a:moveTo>
                      <a:pt x="18" y="158"/>
                    </a:moveTo>
                    <a:lnTo>
                      <a:pt x="32" y="156"/>
                    </a:lnTo>
                    <a:lnTo>
                      <a:pt x="32" y="156"/>
                    </a:lnTo>
                    <a:lnTo>
                      <a:pt x="36" y="156"/>
                    </a:lnTo>
                    <a:lnTo>
                      <a:pt x="38" y="158"/>
                    </a:lnTo>
                    <a:lnTo>
                      <a:pt x="38" y="158"/>
                    </a:lnTo>
                    <a:lnTo>
                      <a:pt x="40" y="160"/>
                    </a:lnTo>
                    <a:lnTo>
                      <a:pt x="42" y="162"/>
                    </a:lnTo>
                    <a:lnTo>
                      <a:pt x="42" y="162"/>
                    </a:lnTo>
                    <a:lnTo>
                      <a:pt x="44" y="162"/>
                    </a:lnTo>
                    <a:lnTo>
                      <a:pt x="50" y="162"/>
                    </a:lnTo>
                    <a:lnTo>
                      <a:pt x="50" y="162"/>
                    </a:lnTo>
                    <a:lnTo>
                      <a:pt x="52" y="162"/>
                    </a:lnTo>
                    <a:lnTo>
                      <a:pt x="54" y="162"/>
                    </a:lnTo>
                    <a:lnTo>
                      <a:pt x="56" y="162"/>
                    </a:lnTo>
                    <a:lnTo>
                      <a:pt x="56" y="162"/>
                    </a:lnTo>
                    <a:lnTo>
                      <a:pt x="58" y="160"/>
                    </a:lnTo>
                    <a:lnTo>
                      <a:pt x="60" y="160"/>
                    </a:lnTo>
                    <a:lnTo>
                      <a:pt x="64" y="162"/>
                    </a:lnTo>
                    <a:lnTo>
                      <a:pt x="64" y="162"/>
                    </a:lnTo>
                    <a:lnTo>
                      <a:pt x="74" y="158"/>
                    </a:lnTo>
                    <a:lnTo>
                      <a:pt x="74" y="158"/>
                    </a:lnTo>
                    <a:lnTo>
                      <a:pt x="78" y="156"/>
                    </a:lnTo>
                    <a:lnTo>
                      <a:pt x="82" y="156"/>
                    </a:lnTo>
                    <a:lnTo>
                      <a:pt x="82" y="156"/>
                    </a:lnTo>
                    <a:lnTo>
                      <a:pt x="84" y="148"/>
                    </a:lnTo>
                    <a:lnTo>
                      <a:pt x="84" y="144"/>
                    </a:lnTo>
                    <a:lnTo>
                      <a:pt x="86" y="142"/>
                    </a:lnTo>
                    <a:lnTo>
                      <a:pt x="86" y="142"/>
                    </a:lnTo>
                    <a:lnTo>
                      <a:pt x="86" y="140"/>
                    </a:lnTo>
                    <a:lnTo>
                      <a:pt x="88" y="138"/>
                    </a:lnTo>
                    <a:lnTo>
                      <a:pt x="88" y="138"/>
                    </a:lnTo>
                    <a:lnTo>
                      <a:pt x="92" y="136"/>
                    </a:lnTo>
                    <a:lnTo>
                      <a:pt x="92" y="134"/>
                    </a:lnTo>
                    <a:lnTo>
                      <a:pt x="92" y="134"/>
                    </a:lnTo>
                    <a:lnTo>
                      <a:pt x="94" y="130"/>
                    </a:lnTo>
                    <a:lnTo>
                      <a:pt x="96" y="128"/>
                    </a:lnTo>
                    <a:lnTo>
                      <a:pt x="96" y="128"/>
                    </a:lnTo>
                    <a:lnTo>
                      <a:pt x="100" y="126"/>
                    </a:lnTo>
                    <a:lnTo>
                      <a:pt x="102" y="124"/>
                    </a:lnTo>
                    <a:lnTo>
                      <a:pt x="112" y="120"/>
                    </a:lnTo>
                    <a:lnTo>
                      <a:pt x="114" y="118"/>
                    </a:lnTo>
                    <a:lnTo>
                      <a:pt x="114" y="118"/>
                    </a:lnTo>
                    <a:lnTo>
                      <a:pt x="114" y="116"/>
                    </a:lnTo>
                    <a:lnTo>
                      <a:pt x="112" y="114"/>
                    </a:lnTo>
                    <a:lnTo>
                      <a:pt x="110" y="110"/>
                    </a:lnTo>
                    <a:lnTo>
                      <a:pt x="140" y="100"/>
                    </a:lnTo>
                    <a:lnTo>
                      <a:pt x="140" y="100"/>
                    </a:lnTo>
                    <a:lnTo>
                      <a:pt x="138" y="92"/>
                    </a:lnTo>
                    <a:lnTo>
                      <a:pt x="138" y="92"/>
                    </a:lnTo>
                    <a:lnTo>
                      <a:pt x="140" y="88"/>
                    </a:lnTo>
                    <a:lnTo>
                      <a:pt x="140" y="86"/>
                    </a:lnTo>
                    <a:lnTo>
                      <a:pt x="140" y="84"/>
                    </a:lnTo>
                    <a:lnTo>
                      <a:pt x="140" y="84"/>
                    </a:lnTo>
                    <a:lnTo>
                      <a:pt x="140" y="78"/>
                    </a:lnTo>
                    <a:lnTo>
                      <a:pt x="140" y="74"/>
                    </a:lnTo>
                    <a:lnTo>
                      <a:pt x="142" y="72"/>
                    </a:lnTo>
                    <a:lnTo>
                      <a:pt x="142" y="72"/>
                    </a:lnTo>
                    <a:lnTo>
                      <a:pt x="148" y="68"/>
                    </a:lnTo>
                    <a:lnTo>
                      <a:pt x="150" y="66"/>
                    </a:lnTo>
                    <a:lnTo>
                      <a:pt x="150" y="64"/>
                    </a:lnTo>
                    <a:lnTo>
                      <a:pt x="150" y="64"/>
                    </a:lnTo>
                    <a:lnTo>
                      <a:pt x="148" y="62"/>
                    </a:lnTo>
                    <a:lnTo>
                      <a:pt x="148" y="62"/>
                    </a:lnTo>
                    <a:lnTo>
                      <a:pt x="146" y="62"/>
                    </a:lnTo>
                    <a:lnTo>
                      <a:pt x="146" y="60"/>
                    </a:lnTo>
                    <a:lnTo>
                      <a:pt x="146" y="60"/>
                    </a:lnTo>
                    <a:lnTo>
                      <a:pt x="146" y="54"/>
                    </a:lnTo>
                    <a:lnTo>
                      <a:pt x="146" y="50"/>
                    </a:lnTo>
                    <a:lnTo>
                      <a:pt x="146" y="50"/>
                    </a:lnTo>
                    <a:lnTo>
                      <a:pt x="146" y="48"/>
                    </a:lnTo>
                    <a:lnTo>
                      <a:pt x="146" y="46"/>
                    </a:lnTo>
                    <a:lnTo>
                      <a:pt x="150" y="44"/>
                    </a:lnTo>
                    <a:lnTo>
                      <a:pt x="150" y="44"/>
                    </a:lnTo>
                    <a:lnTo>
                      <a:pt x="152" y="40"/>
                    </a:lnTo>
                    <a:lnTo>
                      <a:pt x="154" y="38"/>
                    </a:lnTo>
                    <a:lnTo>
                      <a:pt x="152" y="36"/>
                    </a:lnTo>
                    <a:lnTo>
                      <a:pt x="152" y="36"/>
                    </a:lnTo>
                    <a:lnTo>
                      <a:pt x="152" y="34"/>
                    </a:lnTo>
                    <a:lnTo>
                      <a:pt x="152" y="32"/>
                    </a:lnTo>
                    <a:lnTo>
                      <a:pt x="152" y="28"/>
                    </a:lnTo>
                    <a:lnTo>
                      <a:pt x="150" y="26"/>
                    </a:lnTo>
                    <a:lnTo>
                      <a:pt x="150" y="26"/>
                    </a:lnTo>
                    <a:lnTo>
                      <a:pt x="148" y="22"/>
                    </a:lnTo>
                    <a:lnTo>
                      <a:pt x="148" y="20"/>
                    </a:lnTo>
                    <a:lnTo>
                      <a:pt x="148" y="20"/>
                    </a:lnTo>
                    <a:lnTo>
                      <a:pt x="144" y="20"/>
                    </a:lnTo>
                    <a:lnTo>
                      <a:pt x="140" y="18"/>
                    </a:lnTo>
                    <a:lnTo>
                      <a:pt x="140" y="18"/>
                    </a:lnTo>
                    <a:lnTo>
                      <a:pt x="136" y="14"/>
                    </a:lnTo>
                    <a:lnTo>
                      <a:pt x="134" y="14"/>
                    </a:lnTo>
                    <a:lnTo>
                      <a:pt x="134" y="14"/>
                    </a:lnTo>
                    <a:lnTo>
                      <a:pt x="132" y="12"/>
                    </a:lnTo>
                    <a:lnTo>
                      <a:pt x="132" y="10"/>
                    </a:lnTo>
                    <a:lnTo>
                      <a:pt x="132" y="6"/>
                    </a:lnTo>
                    <a:lnTo>
                      <a:pt x="132" y="6"/>
                    </a:lnTo>
                    <a:lnTo>
                      <a:pt x="132" y="6"/>
                    </a:lnTo>
                    <a:lnTo>
                      <a:pt x="134" y="8"/>
                    </a:lnTo>
                    <a:lnTo>
                      <a:pt x="134" y="8"/>
                    </a:lnTo>
                    <a:lnTo>
                      <a:pt x="126" y="8"/>
                    </a:lnTo>
                    <a:lnTo>
                      <a:pt x="126" y="8"/>
                    </a:lnTo>
                    <a:lnTo>
                      <a:pt x="122" y="8"/>
                    </a:lnTo>
                    <a:lnTo>
                      <a:pt x="122" y="8"/>
                    </a:lnTo>
                    <a:lnTo>
                      <a:pt x="118" y="8"/>
                    </a:lnTo>
                    <a:lnTo>
                      <a:pt x="118" y="8"/>
                    </a:lnTo>
                    <a:lnTo>
                      <a:pt x="118" y="8"/>
                    </a:lnTo>
                    <a:lnTo>
                      <a:pt x="118" y="8"/>
                    </a:lnTo>
                    <a:lnTo>
                      <a:pt x="120" y="4"/>
                    </a:lnTo>
                    <a:lnTo>
                      <a:pt x="120" y="2"/>
                    </a:lnTo>
                    <a:lnTo>
                      <a:pt x="118" y="2"/>
                    </a:lnTo>
                    <a:lnTo>
                      <a:pt x="118" y="0"/>
                    </a:lnTo>
                    <a:lnTo>
                      <a:pt x="92" y="8"/>
                    </a:lnTo>
                    <a:lnTo>
                      <a:pt x="92" y="8"/>
                    </a:lnTo>
                    <a:lnTo>
                      <a:pt x="92" y="8"/>
                    </a:lnTo>
                    <a:lnTo>
                      <a:pt x="92" y="8"/>
                    </a:lnTo>
                    <a:lnTo>
                      <a:pt x="92" y="10"/>
                    </a:lnTo>
                    <a:lnTo>
                      <a:pt x="88" y="14"/>
                    </a:lnTo>
                    <a:lnTo>
                      <a:pt x="84" y="16"/>
                    </a:lnTo>
                    <a:lnTo>
                      <a:pt x="84" y="18"/>
                    </a:lnTo>
                    <a:lnTo>
                      <a:pt x="84" y="18"/>
                    </a:lnTo>
                    <a:lnTo>
                      <a:pt x="82" y="18"/>
                    </a:lnTo>
                    <a:lnTo>
                      <a:pt x="82" y="18"/>
                    </a:lnTo>
                    <a:lnTo>
                      <a:pt x="82" y="18"/>
                    </a:lnTo>
                    <a:lnTo>
                      <a:pt x="80" y="22"/>
                    </a:lnTo>
                    <a:lnTo>
                      <a:pt x="80" y="26"/>
                    </a:lnTo>
                    <a:lnTo>
                      <a:pt x="80" y="26"/>
                    </a:lnTo>
                    <a:lnTo>
                      <a:pt x="82" y="28"/>
                    </a:lnTo>
                    <a:lnTo>
                      <a:pt x="82" y="30"/>
                    </a:lnTo>
                    <a:lnTo>
                      <a:pt x="82" y="30"/>
                    </a:lnTo>
                    <a:lnTo>
                      <a:pt x="84" y="36"/>
                    </a:lnTo>
                    <a:lnTo>
                      <a:pt x="86" y="38"/>
                    </a:lnTo>
                    <a:lnTo>
                      <a:pt x="86" y="40"/>
                    </a:lnTo>
                    <a:lnTo>
                      <a:pt x="86" y="40"/>
                    </a:lnTo>
                    <a:lnTo>
                      <a:pt x="84" y="46"/>
                    </a:lnTo>
                    <a:lnTo>
                      <a:pt x="84" y="46"/>
                    </a:lnTo>
                    <a:lnTo>
                      <a:pt x="86" y="50"/>
                    </a:lnTo>
                    <a:lnTo>
                      <a:pt x="90" y="54"/>
                    </a:lnTo>
                    <a:lnTo>
                      <a:pt x="90" y="54"/>
                    </a:lnTo>
                    <a:lnTo>
                      <a:pt x="94" y="56"/>
                    </a:lnTo>
                    <a:lnTo>
                      <a:pt x="96" y="56"/>
                    </a:lnTo>
                    <a:lnTo>
                      <a:pt x="98" y="60"/>
                    </a:lnTo>
                    <a:lnTo>
                      <a:pt x="98" y="60"/>
                    </a:lnTo>
                    <a:lnTo>
                      <a:pt x="100" y="62"/>
                    </a:lnTo>
                    <a:lnTo>
                      <a:pt x="102" y="62"/>
                    </a:lnTo>
                    <a:lnTo>
                      <a:pt x="102" y="62"/>
                    </a:lnTo>
                    <a:lnTo>
                      <a:pt x="110" y="60"/>
                    </a:lnTo>
                    <a:lnTo>
                      <a:pt x="110" y="76"/>
                    </a:lnTo>
                    <a:lnTo>
                      <a:pt x="104" y="74"/>
                    </a:lnTo>
                    <a:lnTo>
                      <a:pt x="104" y="74"/>
                    </a:lnTo>
                    <a:lnTo>
                      <a:pt x="100" y="76"/>
                    </a:lnTo>
                    <a:lnTo>
                      <a:pt x="100" y="76"/>
                    </a:lnTo>
                    <a:lnTo>
                      <a:pt x="96" y="78"/>
                    </a:lnTo>
                    <a:lnTo>
                      <a:pt x="94" y="78"/>
                    </a:lnTo>
                    <a:lnTo>
                      <a:pt x="92" y="76"/>
                    </a:lnTo>
                    <a:lnTo>
                      <a:pt x="92" y="76"/>
                    </a:lnTo>
                    <a:lnTo>
                      <a:pt x="94" y="72"/>
                    </a:lnTo>
                    <a:lnTo>
                      <a:pt x="92" y="68"/>
                    </a:lnTo>
                    <a:lnTo>
                      <a:pt x="92" y="68"/>
                    </a:lnTo>
                    <a:lnTo>
                      <a:pt x="90" y="66"/>
                    </a:lnTo>
                    <a:lnTo>
                      <a:pt x="86" y="64"/>
                    </a:lnTo>
                    <a:lnTo>
                      <a:pt x="84" y="64"/>
                    </a:lnTo>
                    <a:lnTo>
                      <a:pt x="82" y="62"/>
                    </a:lnTo>
                    <a:lnTo>
                      <a:pt x="82" y="62"/>
                    </a:lnTo>
                    <a:lnTo>
                      <a:pt x="80" y="58"/>
                    </a:lnTo>
                    <a:lnTo>
                      <a:pt x="76" y="56"/>
                    </a:lnTo>
                    <a:lnTo>
                      <a:pt x="76" y="56"/>
                    </a:lnTo>
                    <a:lnTo>
                      <a:pt x="76" y="52"/>
                    </a:lnTo>
                    <a:lnTo>
                      <a:pt x="74" y="52"/>
                    </a:lnTo>
                    <a:lnTo>
                      <a:pt x="74" y="52"/>
                    </a:lnTo>
                    <a:lnTo>
                      <a:pt x="72" y="50"/>
                    </a:lnTo>
                    <a:lnTo>
                      <a:pt x="70" y="52"/>
                    </a:lnTo>
                    <a:lnTo>
                      <a:pt x="70" y="52"/>
                    </a:lnTo>
                    <a:lnTo>
                      <a:pt x="68" y="56"/>
                    </a:lnTo>
                    <a:lnTo>
                      <a:pt x="62" y="56"/>
                    </a:lnTo>
                    <a:lnTo>
                      <a:pt x="62" y="56"/>
                    </a:lnTo>
                    <a:lnTo>
                      <a:pt x="52" y="56"/>
                    </a:lnTo>
                    <a:lnTo>
                      <a:pt x="52" y="56"/>
                    </a:lnTo>
                    <a:lnTo>
                      <a:pt x="50" y="54"/>
                    </a:lnTo>
                    <a:lnTo>
                      <a:pt x="48" y="54"/>
                    </a:lnTo>
                    <a:lnTo>
                      <a:pt x="48" y="54"/>
                    </a:lnTo>
                    <a:lnTo>
                      <a:pt x="50" y="48"/>
                    </a:lnTo>
                    <a:lnTo>
                      <a:pt x="50" y="48"/>
                    </a:lnTo>
                    <a:lnTo>
                      <a:pt x="48" y="46"/>
                    </a:lnTo>
                    <a:lnTo>
                      <a:pt x="46" y="46"/>
                    </a:lnTo>
                    <a:lnTo>
                      <a:pt x="44" y="46"/>
                    </a:lnTo>
                    <a:lnTo>
                      <a:pt x="44" y="46"/>
                    </a:lnTo>
                    <a:lnTo>
                      <a:pt x="42" y="48"/>
                    </a:lnTo>
                    <a:lnTo>
                      <a:pt x="40" y="48"/>
                    </a:lnTo>
                    <a:lnTo>
                      <a:pt x="38" y="46"/>
                    </a:lnTo>
                    <a:lnTo>
                      <a:pt x="38" y="46"/>
                    </a:lnTo>
                    <a:lnTo>
                      <a:pt x="38" y="38"/>
                    </a:lnTo>
                    <a:lnTo>
                      <a:pt x="30" y="40"/>
                    </a:lnTo>
                    <a:lnTo>
                      <a:pt x="30" y="40"/>
                    </a:lnTo>
                    <a:lnTo>
                      <a:pt x="32" y="44"/>
                    </a:lnTo>
                    <a:lnTo>
                      <a:pt x="32" y="50"/>
                    </a:lnTo>
                    <a:lnTo>
                      <a:pt x="32" y="50"/>
                    </a:lnTo>
                    <a:lnTo>
                      <a:pt x="30" y="54"/>
                    </a:lnTo>
                    <a:lnTo>
                      <a:pt x="30" y="58"/>
                    </a:lnTo>
                    <a:lnTo>
                      <a:pt x="30" y="58"/>
                    </a:lnTo>
                    <a:lnTo>
                      <a:pt x="30" y="66"/>
                    </a:lnTo>
                    <a:lnTo>
                      <a:pt x="30" y="66"/>
                    </a:lnTo>
                    <a:lnTo>
                      <a:pt x="30" y="70"/>
                    </a:lnTo>
                    <a:lnTo>
                      <a:pt x="0" y="70"/>
                    </a:lnTo>
                    <a:lnTo>
                      <a:pt x="0" y="130"/>
                    </a:lnTo>
                    <a:lnTo>
                      <a:pt x="0" y="130"/>
                    </a:lnTo>
                    <a:lnTo>
                      <a:pt x="2" y="132"/>
                    </a:lnTo>
                    <a:lnTo>
                      <a:pt x="4" y="138"/>
                    </a:lnTo>
                    <a:lnTo>
                      <a:pt x="4" y="138"/>
                    </a:lnTo>
                    <a:lnTo>
                      <a:pt x="6" y="142"/>
                    </a:lnTo>
                    <a:lnTo>
                      <a:pt x="10" y="148"/>
                    </a:lnTo>
                    <a:lnTo>
                      <a:pt x="10" y="148"/>
                    </a:lnTo>
                    <a:lnTo>
                      <a:pt x="14" y="152"/>
                    </a:lnTo>
                    <a:lnTo>
                      <a:pt x="14" y="154"/>
                    </a:lnTo>
                    <a:lnTo>
                      <a:pt x="16" y="158"/>
                    </a:lnTo>
                    <a:lnTo>
                      <a:pt x="18" y="158"/>
                    </a:lnTo>
                    <a:lnTo>
                      <a:pt x="18" y="1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6" name="Freeform 290">
                <a:extLst>
                  <a:ext uri="{FF2B5EF4-FFF2-40B4-BE49-F238E27FC236}">
                    <a16:creationId xmlns:a16="http://schemas.microsoft.com/office/drawing/2014/main" id="{81192B23-5A85-7649-9770-C52D3F70B9A0}"/>
                  </a:ext>
                </a:extLst>
              </p:cNvPr>
              <p:cNvSpPr>
                <a:spLocks/>
              </p:cNvSpPr>
              <p:nvPr/>
            </p:nvSpPr>
            <p:spPr bwMode="auto">
              <a:xfrm>
                <a:off x="6216448" y="4191409"/>
                <a:ext cx="512709" cy="624734"/>
              </a:xfrm>
              <a:custGeom>
                <a:avLst/>
                <a:gdLst>
                  <a:gd name="T0" fmla="*/ 0 w 262"/>
                  <a:gd name="T1" fmla="*/ 184 h 312"/>
                  <a:gd name="T2" fmla="*/ 14 w 262"/>
                  <a:gd name="T3" fmla="*/ 190 h 312"/>
                  <a:gd name="T4" fmla="*/ 72 w 262"/>
                  <a:gd name="T5" fmla="*/ 186 h 312"/>
                  <a:gd name="T6" fmla="*/ 76 w 262"/>
                  <a:gd name="T7" fmla="*/ 208 h 312"/>
                  <a:gd name="T8" fmla="*/ 90 w 262"/>
                  <a:gd name="T9" fmla="*/ 224 h 312"/>
                  <a:gd name="T10" fmla="*/ 98 w 262"/>
                  <a:gd name="T11" fmla="*/ 222 h 312"/>
                  <a:gd name="T12" fmla="*/ 102 w 262"/>
                  <a:gd name="T13" fmla="*/ 208 h 312"/>
                  <a:gd name="T14" fmla="*/ 118 w 262"/>
                  <a:gd name="T15" fmla="*/ 208 h 312"/>
                  <a:gd name="T16" fmla="*/ 130 w 262"/>
                  <a:gd name="T17" fmla="*/ 216 h 312"/>
                  <a:gd name="T18" fmla="*/ 132 w 262"/>
                  <a:gd name="T19" fmla="*/ 234 h 312"/>
                  <a:gd name="T20" fmla="*/ 138 w 262"/>
                  <a:gd name="T21" fmla="*/ 250 h 312"/>
                  <a:gd name="T22" fmla="*/ 138 w 262"/>
                  <a:gd name="T23" fmla="*/ 266 h 312"/>
                  <a:gd name="T24" fmla="*/ 150 w 262"/>
                  <a:gd name="T25" fmla="*/ 274 h 312"/>
                  <a:gd name="T26" fmla="*/ 170 w 262"/>
                  <a:gd name="T27" fmla="*/ 280 h 312"/>
                  <a:gd name="T28" fmla="*/ 182 w 262"/>
                  <a:gd name="T29" fmla="*/ 282 h 312"/>
                  <a:gd name="T30" fmla="*/ 194 w 262"/>
                  <a:gd name="T31" fmla="*/ 290 h 312"/>
                  <a:gd name="T32" fmla="*/ 206 w 262"/>
                  <a:gd name="T33" fmla="*/ 286 h 312"/>
                  <a:gd name="T34" fmla="*/ 216 w 262"/>
                  <a:gd name="T35" fmla="*/ 298 h 312"/>
                  <a:gd name="T36" fmla="*/ 224 w 262"/>
                  <a:gd name="T37" fmla="*/ 310 h 312"/>
                  <a:gd name="T38" fmla="*/ 242 w 262"/>
                  <a:gd name="T39" fmla="*/ 294 h 312"/>
                  <a:gd name="T40" fmla="*/ 228 w 262"/>
                  <a:gd name="T41" fmla="*/ 290 h 312"/>
                  <a:gd name="T42" fmla="*/ 218 w 262"/>
                  <a:gd name="T43" fmla="*/ 274 h 312"/>
                  <a:gd name="T44" fmla="*/ 212 w 262"/>
                  <a:gd name="T45" fmla="*/ 260 h 312"/>
                  <a:gd name="T46" fmla="*/ 220 w 262"/>
                  <a:gd name="T47" fmla="*/ 242 h 312"/>
                  <a:gd name="T48" fmla="*/ 250 w 262"/>
                  <a:gd name="T49" fmla="*/ 228 h 312"/>
                  <a:gd name="T50" fmla="*/ 240 w 262"/>
                  <a:gd name="T51" fmla="*/ 214 h 312"/>
                  <a:gd name="T52" fmla="*/ 230 w 262"/>
                  <a:gd name="T53" fmla="*/ 188 h 312"/>
                  <a:gd name="T54" fmla="*/ 228 w 262"/>
                  <a:gd name="T55" fmla="*/ 170 h 312"/>
                  <a:gd name="T56" fmla="*/ 228 w 262"/>
                  <a:gd name="T57" fmla="*/ 146 h 312"/>
                  <a:gd name="T58" fmla="*/ 224 w 262"/>
                  <a:gd name="T59" fmla="*/ 138 h 312"/>
                  <a:gd name="T60" fmla="*/ 224 w 262"/>
                  <a:gd name="T61" fmla="*/ 124 h 312"/>
                  <a:gd name="T62" fmla="*/ 226 w 262"/>
                  <a:gd name="T63" fmla="*/ 120 h 312"/>
                  <a:gd name="T64" fmla="*/ 226 w 262"/>
                  <a:gd name="T65" fmla="*/ 110 h 312"/>
                  <a:gd name="T66" fmla="*/ 236 w 262"/>
                  <a:gd name="T67" fmla="*/ 92 h 312"/>
                  <a:gd name="T68" fmla="*/ 248 w 262"/>
                  <a:gd name="T69" fmla="*/ 78 h 312"/>
                  <a:gd name="T70" fmla="*/ 258 w 262"/>
                  <a:gd name="T71" fmla="*/ 66 h 312"/>
                  <a:gd name="T72" fmla="*/ 256 w 262"/>
                  <a:gd name="T73" fmla="*/ 54 h 312"/>
                  <a:gd name="T74" fmla="*/ 258 w 262"/>
                  <a:gd name="T75" fmla="*/ 44 h 312"/>
                  <a:gd name="T76" fmla="*/ 252 w 262"/>
                  <a:gd name="T77" fmla="*/ 30 h 312"/>
                  <a:gd name="T78" fmla="*/ 236 w 262"/>
                  <a:gd name="T79" fmla="*/ 16 h 312"/>
                  <a:gd name="T80" fmla="*/ 224 w 262"/>
                  <a:gd name="T81" fmla="*/ 16 h 312"/>
                  <a:gd name="T82" fmla="*/ 210 w 262"/>
                  <a:gd name="T83" fmla="*/ 16 h 312"/>
                  <a:gd name="T84" fmla="*/ 194 w 262"/>
                  <a:gd name="T85" fmla="*/ 2 h 312"/>
                  <a:gd name="T86" fmla="*/ 174 w 262"/>
                  <a:gd name="T87" fmla="*/ 6 h 312"/>
                  <a:gd name="T88" fmla="*/ 166 w 262"/>
                  <a:gd name="T89" fmla="*/ 8 h 312"/>
                  <a:gd name="T90" fmla="*/ 152 w 262"/>
                  <a:gd name="T91" fmla="*/ 8 h 312"/>
                  <a:gd name="T92" fmla="*/ 138 w 262"/>
                  <a:gd name="T93" fmla="*/ 14 h 312"/>
                  <a:gd name="T94" fmla="*/ 114 w 262"/>
                  <a:gd name="T95" fmla="*/ 8 h 312"/>
                  <a:gd name="T96" fmla="*/ 94 w 262"/>
                  <a:gd name="T97" fmla="*/ 10 h 312"/>
                  <a:gd name="T98" fmla="*/ 84 w 262"/>
                  <a:gd name="T99" fmla="*/ 46 h 312"/>
                  <a:gd name="T100" fmla="*/ 78 w 262"/>
                  <a:gd name="T101" fmla="*/ 86 h 312"/>
                  <a:gd name="T102" fmla="*/ 66 w 262"/>
                  <a:gd name="T103" fmla="*/ 120 h 312"/>
                  <a:gd name="T104" fmla="*/ 56 w 262"/>
                  <a:gd name="T105" fmla="*/ 156 h 312"/>
                  <a:gd name="T106" fmla="*/ 36 w 262"/>
                  <a:gd name="T107" fmla="*/ 156 h 312"/>
                  <a:gd name="T108" fmla="*/ 26 w 262"/>
                  <a:gd name="T109" fmla="*/ 162 h 312"/>
                  <a:gd name="T110" fmla="*/ 14 w 262"/>
                  <a:gd name="T111" fmla="*/ 164 h 312"/>
                  <a:gd name="T112" fmla="*/ 8 w 262"/>
                  <a:gd name="T113" fmla="*/ 17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2" h="312">
                    <a:moveTo>
                      <a:pt x="2" y="178"/>
                    </a:moveTo>
                    <a:lnTo>
                      <a:pt x="2" y="178"/>
                    </a:lnTo>
                    <a:lnTo>
                      <a:pt x="2" y="180"/>
                    </a:lnTo>
                    <a:lnTo>
                      <a:pt x="2" y="180"/>
                    </a:lnTo>
                    <a:lnTo>
                      <a:pt x="0" y="182"/>
                    </a:lnTo>
                    <a:lnTo>
                      <a:pt x="0" y="184"/>
                    </a:lnTo>
                    <a:lnTo>
                      <a:pt x="0" y="184"/>
                    </a:lnTo>
                    <a:lnTo>
                      <a:pt x="2" y="188"/>
                    </a:lnTo>
                    <a:lnTo>
                      <a:pt x="6" y="190"/>
                    </a:lnTo>
                    <a:lnTo>
                      <a:pt x="6" y="190"/>
                    </a:lnTo>
                    <a:lnTo>
                      <a:pt x="6" y="194"/>
                    </a:lnTo>
                    <a:lnTo>
                      <a:pt x="6" y="194"/>
                    </a:lnTo>
                    <a:lnTo>
                      <a:pt x="8" y="194"/>
                    </a:lnTo>
                    <a:lnTo>
                      <a:pt x="14" y="190"/>
                    </a:lnTo>
                    <a:lnTo>
                      <a:pt x="14" y="190"/>
                    </a:lnTo>
                    <a:lnTo>
                      <a:pt x="18" y="188"/>
                    </a:lnTo>
                    <a:lnTo>
                      <a:pt x="22" y="186"/>
                    </a:lnTo>
                    <a:lnTo>
                      <a:pt x="28" y="186"/>
                    </a:lnTo>
                    <a:lnTo>
                      <a:pt x="28" y="186"/>
                    </a:lnTo>
                    <a:lnTo>
                      <a:pt x="44" y="188"/>
                    </a:lnTo>
                    <a:lnTo>
                      <a:pt x="72" y="186"/>
                    </a:lnTo>
                    <a:lnTo>
                      <a:pt x="72" y="186"/>
                    </a:lnTo>
                    <a:lnTo>
                      <a:pt x="74" y="196"/>
                    </a:lnTo>
                    <a:lnTo>
                      <a:pt x="74" y="196"/>
                    </a:lnTo>
                    <a:lnTo>
                      <a:pt x="74" y="200"/>
                    </a:lnTo>
                    <a:lnTo>
                      <a:pt x="74" y="204"/>
                    </a:lnTo>
                    <a:lnTo>
                      <a:pt x="74" y="204"/>
                    </a:lnTo>
                    <a:lnTo>
                      <a:pt x="76" y="208"/>
                    </a:lnTo>
                    <a:lnTo>
                      <a:pt x="76" y="214"/>
                    </a:lnTo>
                    <a:lnTo>
                      <a:pt x="76" y="214"/>
                    </a:lnTo>
                    <a:lnTo>
                      <a:pt x="78" y="220"/>
                    </a:lnTo>
                    <a:lnTo>
                      <a:pt x="80" y="222"/>
                    </a:lnTo>
                    <a:lnTo>
                      <a:pt x="80" y="222"/>
                    </a:lnTo>
                    <a:lnTo>
                      <a:pt x="84" y="224"/>
                    </a:lnTo>
                    <a:lnTo>
                      <a:pt x="90" y="224"/>
                    </a:lnTo>
                    <a:lnTo>
                      <a:pt x="90" y="224"/>
                    </a:lnTo>
                    <a:lnTo>
                      <a:pt x="92" y="224"/>
                    </a:lnTo>
                    <a:lnTo>
                      <a:pt x="94" y="222"/>
                    </a:lnTo>
                    <a:lnTo>
                      <a:pt x="96" y="220"/>
                    </a:lnTo>
                    <a:lnTo>
                      <a:pt x="96" y="220"/>
                    </a:lnTo>
                    <a:lnTo>
                      <a:pt x="96" y="220"/>
                    </a:lnTo>
                    <a:lnTo>
                      <a:pt x="98" y="222"/>
                    </a:lnTo>
                    <a:lnTo>
                      <a:pt x="100" y="222"/>
                    </a:lnTo>
                    <a:lnTo>
                      <a:pt x="102" y="220"/>
                    </a:lnTo>
                    <a:lnTo>
                      <a:pt x="102" y="218"/>
                    </a:lnTo>
                    <a:lnTo>
                      <a:pt x="102" y="218"/>
                    </a:lnTo>
                    <a:lnTo>
                      <a:pt x="100" y="214"/>
                    </a:lnTo>
                    <a:lnTo>
                      <a:pt x="100" y="210"/>
                    </a:lnTo>
                    <a:lnTo>
                      <a:pt x="102" y="208"/>
                    </a:lnTo>
                    <a:lnTo>
                      <a:pt x="102" y="208"/>
                    </a:lnTo>
                    <a:lnTo>
                      <a:pt x="104" y="206"/>
                    </a:lnTo>
                    <a:lnTo>
                      <a:pt x="110" y="208"/>
                    </a:lnTo>
                    <a:lnTo>
                      <a:pt x="110" y="208"/>
                    </a:lnTo>
                    <a:lnTo>
                      <a:pt x="116" y="208"/>
                    </a:lnTo>
                    <a:lnTo>
                      <a:pt x="118" y="208"/>
                    </a:lnTo>
                    <a:lnTo>
                      <a:pt x="118" y="208"/>
                    </a:lnTo>
                    <a:lnTo>
                      <a:pt x="118" y="208"/>
                    </a:lnTo>
                    <a:lnTo>
                      <a:pt x="118" y="212"/>
                    </a:lnTo>
                    <a:lnTo>
                      <a:pt x="118" y="212"/>
                    </a:lnTo>
                    <a:lnTo>
                      <a:pt x="124" y="212"/>
                    </a:lnTo>
                    <a:lnTo>
                      <a:pt x="128" y="212"/>
                    </a:lnTo>
                    <a:lnTo>
                      <a:pt x="130" y="216"/>
                    </a:lnTo>
                    <a:lnTo>
                      <a:pt x="130" y="216"/>
                    </a:lnTo>
                    <a:lnTo>
                      <a:pt x="130" y="222"/>
                    </a:lnTo>
                    <a:lnTo>
                      <a:pt x="130" y="224"/>
                    </a:lnTo>
                    <a:lnTo>
                      <a:pt x="132" y="226"/>
                    </a:lnTo>
                    <a:lnTo>
                      <a:pt x="132" y="226"/>
                    </a:lnTo>
                    <a:lnTo>
                      <a:pt x="132" y="226"/>
                    </a:lnTo>
                    <a:lnTo>
                      <a:pt x="132" y="228"/>
                    </a:lnTo>
                    <a:lnTo>
                      <a:pt x="132" y="234"/>
                    </a:lnTo>
                    <a:lnTo>
                      <a:pt x="132" y="234"/>
                    </a:lnTo>
                    <a:lnTo>
                      <a:pt x="132" y="238"/>
                    </a:lnTo>
                    <a:lnTo>
                      <a:pt x="134" y="242"/>
                    </a:lnTo>
                    <a:lnTo>
                      <a:pt x="134" y="242"/>
                    </a:lnTo>
                    <a:lnTo>
                      <a:pt x="136" y="246"/>
                    </a:lnTo>
                    <a:lnTo>
                      <a:pt x="136" y="248"/>
                    </a:lnTo>
                    <a:lnTo>
                      <a:pt x="138" y="250"/>
                    </a:lnTo>
                    <a:lnTo>
                      <a:pt x="138" y="250"/>
                    </a:lnTo>
                    <a:lnTo>
                      <a:pt x="140" y="254"/>
                    </a:lnTo>
                    <a:lnTo>
                      <a:pt x="138" y="258"/>
                    </a:lnTo>
                    <a:lnTo>
                      <a:pt x="138" y="258"/>
                    </a:lnTo>
                    <a:lnTo>
                      <a:pt x="138" y="262"/>
                    </a:lnTo>
                    <a:lnTo>
                      <a:pt x="138" y="266"/>
                    </a:lnTo>
                    <a:lnTo>
                      <a:pt x="138" y="266"/>
                    </a:lnTo>
                    <a:lnTo>
                      <a:pt x="138" y="270"/>
                    </a:lnTo>
                    <a:lnTo>
                      <a:pt x="140" y="274"/>
                    </a:lnTo>
                    <a:lnTo>
                      <a:pt x="140" y="274"/>
                    </a:lnTo>
                    <a:lnTo>
                      <a:pt x="144" y="278"/>
                    </a:lnTo>
                    <a:lnTo>
                      <a:pt x="146" y="276"/>
                    </a:lnTo>
                    <a:lnTo>
                      <a:pt x="146" y="276"/>
                    </a:lnTo>
                    <a:lnTo>
                      <a:pt x="150" y="274"/>
                    </a:lnTo>
                    <a:lnTo>
                      <a:pt x="152" y="274"/>
                    </a:lnTo>
                    <a:lnTo>
                      <a:pt x="152" y="274"/>
                    </a:lnTo>
                    <a:lnTo>
                      <a:pt x="162" y="274"/>
                    </a:lnTo>
                    <a:lnTo>
                      <a:pt x="170" y="272"/>
                    </a:lnTo>
                    <a:lnTo>
                      <a:pt x="170" y="272"/>
                    </a:lnTo>
                    <a:lnTo>
                      <a:pt x="170" y="280"/>
                    </a:lnTo>
                    <a:lnTo>
                      <a:pt x="170" y="280"/>
                    </a:lnTo>
                    <a:lnTo>
                      <a:pt x="172" y="282"/>
                    </a:lnTo>
                    <a:lnTo>
                      <a:pt x="174" y="282"/>
                    </a:lnTo>
                    <a:lnTo>
                      <a:pt x="176" y="280"/>
                    </a:lnTo>
                    <a:lnTo>
                      <a:pt x="176" y="280"/>
                    </a:lnTo>
                    <a:lnTo>
                      <a:pt x="178" y="280"/>
                    </a:lnTo>
                    <a:lnTo>
                      <a:pt x="180" y="280"/>
                    </a:lnTo>
                    <a:lnTo>
                      <a:pt x="182" y="282"/>
                    </a:lnTo>
                    <a:lnTo>
                      <a:pt x="182" y="282"/>
                    </a:lnTo>
                    <a:lnTo>
                      <a:pt x="180" y="288"/>
                    </a:lnTo>
                    <a:lnTo>
                      <a:pt x="180" y="288"/>
                    </a:lnTo>
                    <a:lnTo>
                      <a:pt x="182" y="288"/>
                    </a:lnTo>
                    <a:lnTo>
                      <a:pt x="184" y="290"/>
                    </a:lnTo>
                    <a:lnTo>
                      <a:pt x="184" y="290"/>
                    </a:lnTo>
                    <a:lnTo>
                      <a:pt x="194" y="290"/>
                    </a:lnTo>
                    <a:lnTo>
                      <a:pt x="194" y="290"/>
                    </a:lnTo>
                    <a:lnTo>
                      <a:pt x="200" y="290"/>
                    </a:lnTo>
                    <a:lnTo>
                      <a:pt x="202" y="286"/>
                    </a:lnTo>
                    <a:lnTo>
                      <a:pt x="202" y="286"/>
                    </a:lnTo>
                    <a:lnTo>
                      <a:pt x="204" y="284"/>
                    </a:lnTo>
                    <a:lnTo>
                      <a:pt x="206" y="286"/>
                    </a:lnTo>
                    <a:lnTo>
                      <a:pt x="206" y="286"/>
                    </a:lnTo>
                    <a:lnTo>
                      <a:pt x="208" y="286"/>
                    </a:lnTo>
                    <a:lnTo>
                      <a:pt x="208" y="290"/>
                    </a:lnTo>
                    <a:lnTo>
                      <a:pt x="208" y="290"/>
                    </a:lnTo>
                    <a:lnTo>
                      <a:pt x="212" y="292"/>
                    </a:lnTo>
                    <a:lnTo>
                      <a:pt x="214" y="296"/>
                    </a:lnTo>
                    <a:lnTo>
                      <a:pt x="214" y="296"/>
                    </a:lnTo>
                    <a:lnTo>
                      <a:pt x="216" y="298"/>
                    </a:lnTo>
                    <a:lnTo>
                      <a:pt x="218" y="298"/>
                    </a:lnTo>
                    <a:lnTo>
                      <a:pt x="222" y="300"/>
                    </a:lnTo>
                    <a:lnTo>
                      <a:pt x="224" y="302"/>
                    </a:lnTo>
                    <a:lnTo>
                      <a:pt x="224" y="302"/>
                    </a:lnTo>
                    <a:lnTo>
                      <a:pt x="226" y="306"/>
                    </a:lnTo>
                    <a:lnTo>
                      <a:pt x="224" y="310"/>
                    </a:lnTo>
                    <a:lnTo>
                      <a:pt x="224" y="310"/>
                    </a:lnTo>
                    <a:lnTo>
                      <a:pt x="226" y="312"/>
                    </a:lnTo>
                    <a:lnTo>
                      <a:pt x="228" y="312"/>
                    </a:lnTo>
                    <a:lnTo>
                      <a:pt x="232" y="310"/>
                    </a:lnTo>
                    <a:lnTo>
                      <a:pt x="232" y="310"/>
                    </a:lnTo>
                    <a:lnTo>
                      <a:pt x="236" y="308"/>
                    </a:lnTo>
                    <a:lnTo>
                      <a:pt x="242" y="310"/>
                    </a:lnTo>
                    <a:lnTo>
                      <a:pt x="242" y="294"/>
                    </a:lnTo>
                    <a:lnTo>
                      <a:pt x="242" y="294"/>
                    </a:lnTo>
                    <a:lnTo>
                      <a:pt x="234" y="296"/>
                    </a:lnTo>
                    <a:lnTo>
                      <a:pt x="234" y="296"/>
                    </a:lnTo>
                    <a:lnTo>
                      <a:pt x="232" y="296"/>
                    </a:lnTo>
                    <a:lnTo>
                      <a:pt x="230" y="294"/>
                    </a:lnTo>
                    <a:lnTo>
                      <a:pt x="230" y="294"/>
                    </a:lnTo>
                    <a:lnTo>
                      <a:pt x="228" y="290"/>
                    </a:lnTo>
                    <a:lnTo>
                      <a:pt x="226" y="290"/>
                    </a:lnTo>
                    <a:lnTo>
                      <a:pt x="222" y="288"/>
                    </a:lnTo>
                    <a:lnTo>
                      <a:pt x="222" y="288"/>
                    </a:lnTo>
                    <a:lnTo>
                      <a:pt x="218" y="284"/>
                    </a:lnTo>
                    <a:lnTo>
                      <a:pt x="216" y="280"/>
                    </a:lnTo>
                    <a:lnTo>
                      <a:pt x="216" y="280"/>
                    </a:lnTo>
                    <a:lnTo>
                      <a:pt x="218" y="274"/>
                    </a:lnTo>
                    <a:lnTo>
                      <a:pt x="218" y="274"/>
                    </a:lnTo>
                    <a:lnTo>
                      <a:pt x="218" y="272"/>
                    </a:lnTo>
                    <a:lnTo>
                      <a:pt x="216" y="270"/>
                    </a:lnTo>
                    <a:lnTo>
                      <a:pt x="214" y="264"/>
                    </a:lnTo>
                    <a:lnTo>
                      <a:pt x="214" y="264"/>
                    </a:lnTo>
                    <a:lnTo>
                      <a:pt x="214" y="262"/>
                    </a:lnTo>
                    <a:lnTo>
                      <a:pt x="212" y="260"/>
                    </a:lnTo>
                    <a:lnTo>
                      <a:pt x="212" y="260"/>
                    </a:lnTo>
                    <a:lnTo>
                      <a:pt x="212" y="256"/>
                    </a:lnTo>
                    <a:lnTo>
                      <a:pt x="214" y="252"/>
                    </a:lnTo>
                    <a:lnTo>
                      <a:pt x="214" y="252"/>
                    </a:lnTo>
                    <a:lnTo>
                      <a:pt x="212" y="246"/>
                    </a:lnTo>
                    <a:lnTo>
                      <a:pt x="212" y="246"/>
                    </a:lnTo>
                    <a:lnTo>
                      <a:pt x="220" y="242"/>
                    </a:lnTo>
                    <a:lnTo>
                      <a:pt x="220" y="242"/>
                    </a:lnTo>
                    <a:lnTo>
                      <a:pt x="224" y="242"/>
                    </a:lnTo>
                    <a:lnTo>
                      <a:pt x="224" y="242"/>
                    </a:lnTo>
                    <a:lnTo>
                      <a:pt x="224" y="242"/>
                    </a:lnTo>
                    <a:lnTo>
                      <a:pt x="250" y="234"/>
                    </a:lnTo>
                    <a:lnTo>
                      <a:pt x="250" y="234"/>
                    </a:lnTo>
                    <a:lnTo>
                      <a:pt x="250" y="228"/>
                    </a:lnTo>
                    <a:lnTo>
                      <a:pt x="250" y="228"/>
                    </a:lnTo>
                    <a:lnTo>
                      <a:pt x="246" y="224"/>
                    </a:lnTo>
                    <a:lnTo>
                      <a:pt x="246" y="224"/>
                    </a:lnTo>
                    <a:lnTo>
                      <a:pt x="246" y="220"/>
                    </a:lnTo>
                    <a:lnTo>
                      <a:pt x="246" y="220"/>
                    </a:lnTo>
                    <a:lnTo>
                      <a:pt x="242" y="216"/>
                    </a:lnTo>
                    <a:lnTo>
                      <a:pt x="240" y="214"/>
                    </a:lnTo>
                    <a:lnTo>
                      <a:pt x="240" y="214"/>
                    </a:lnTo>
                    <a:lnTo>
                      <a:pt x="236" y="212"/>
                    </a:lnTo>
                    <a:lnTo>
                      <a:pt x="236" y="212"/>
                    </a:lnTo>
                    <a:lnTo>
                      <a:pt x="232" y="202"/>
                    </a:lnTo>
                    <a:lnTo>
                      <a:pt x="228" y="190"/>
                    </a:lnTo>
                    <a:lnTo>
                      <a:pt x="228" y="190"/>
                    </a:lnTo>
                    <a:lnTo>
                      <a:pt x="230" y="188"/>
                    </a:lnTo>
                    <a:lnTo>
                      <a:pt x="232" y="182"/>
                    </a:lnTo>
                    <a:lnTo>
                      <a:pt x="232" y="182"/>
                    </a:lnTo>
                    <a:lnTo>
                      <a:pt x="228" y="178"/>
                    </a:lnTo>
                    <a:lnTo>
                      <a:pt x="228" y="178"/>
                    </a:lnTo>
                    <a:lnTo>
                      <a:pt x="228" y="174"/>
                    </a:lnTo>
                    <a:lnTo>
                      <a:pt x="228" y="170"/>
                    </a:lnTo>
                    <a:lnTo>
                      <a:pt x="228" y="170"/>
                    </a:lnTo>
                    <a:lnTo>
                      <a:pt x="226" y="168"/>
                    </a:lnTo>
                    <a:lnTo>
                      <a:pt x="226" y="166"/>
                    </a:lnTo>
                    <a:lnTo>
                      <a:pt x="226" y="166"/>
                    </a:lnTo>
                    <a:lnTo>
                      <a:pt x="228" y="154"/>
                    </a:lnTo>
                    <a:lnTo>
                      <a:pt x="228" y="154"/>
                    </a:lnTo>
                    <a:lnTo>
                      <a:pt x="230" y="152"/>
                    </a:lnTo>
                    <a:lnTo>
                      <a:pt x="228" y="146"/>
                    </a:lnTo>
                    <a:lnTo>
                      <a:pt x="228" y="146"/>
                    </a:lnTo>
                    <a:lnTo>
                      <a:pt x="224" y="146"/>
                    </a:lnTo>
                    <a:lnTo>
                      <a:pt x="222" y="144"/>
                    </a:lnTo>
                    <a:lnTo>
                      <a:pt x="222" y="142"/>
                    </a:lnTo>
                    <a:lnTo>
                      <a:pt x="222" y="142"/>
                    </a:lnTo>
                    <a:lnTo>
                      <a:pt x="222" y="140"/>
                    </a:lnTo>
                    <a:lnTo>
                      <a:pt x="224" y="138"/>
                    </a:lnTo>
                    <a:lnTo>
                      <a:pt x="224" y="138"/>
                    </a:lnTo>
                    <a:lnTo>
                      <a:pt x="224" y="138"/>
                    </a:lnTo>
                    <a:lnTo>
                      <a:pt x="222" y="138"/>
                    </a:lnTo>
                    <a:lnTo>
                      <a:pt x="222" y="138"/>
                    </a:lnTo>
                    <a:lnTo>
                      <a:pt x="222" y="126"/>
                    </a:lnTo>
                    <a:lnTo>
                      <a:pt x="222" y="126"/>
                    </a:lnTo>
                    <a:lnTo>
                      <a:pt x="224" y="124"/>
                    </a:lnTo>
                    <a:lnTo>
                      <a:pt x="224" y="124"/>
                    </a:lnTo>
                    <a:lnTo>
                      <a:pt x="228" y="128"/>
                    </a:lnTo>
                    <a:lnTo>
                      <a:pt x="228" y="128"/>
                    </a:lnTo>
                    <a:lnTo>
                      <a:pt x="230" y="124"/>
                    </a:lnTo>
                    <a:lnTo>
                      <a:pt x="230" y="124"/>
                    </a:lnTo>
                    <a:lnTo>
                      <a:pt x="226" y="122"/>
                    </a:lnTo>
                    <a:lnTo>
                      <a:pt x="226" y="120"/>
                    </a:lnTo>
                    <a:lnTo>
                      <a:pt x="228" y="116"/>
                    </a:lnTo>
                    <a:lnTo>
                      <a:pt x="228" y="116"/>
                    </a:lnTo>
                    <a:lnTo>
                      <a:pt x="230" y="114"/>
                    </a:lnTo>
                    <a:lnTo>
                      <a:pt x="228" y="114"/>
                    </a:lnTo>
                    <a:lnTo>
                      <a:pt x="228" y="114"/>
                    </a:lnTo>
                    <a:lnTo>
                      <a:pt x="226" y="110"/>
                    </a:lnTo>
                    <a:lnTo>
                      <a:pt x="226" y="110"/>
                    </a:lnTo>
                    <a:lnTo>
                      <a:pt x="228" y="110"/>
                    </a:lnTo>
                    <a:lnTo>
                      <a:pt x="228" y="110"/>
                    </a:lnTo>
                    <a:lnTo>
                      <a:pt x="230" y="104"/>
                    </a:lnTo>
                    <a:lnTo>
                      <a:pt x="232" y="104"/>
                    </a:lnTo>
                    <a:lnTo>
                      <a:pt x="232" y="104"/>
                    </a:lnTo>
                    <a:lnTo>
                      <a:pt x="232" y="104"/>
                    </a:lnTo>
                    <a:lnTo>
                      <a:pt x="236" y="92"/>
                    </a:lnTo>
                    <a:lnTo>
                      <a:pt x="236" y="92"/>
                    </a:lnTo>
                    <a:lnTo>
                      <a:pt x="238" y="88"/>
                    </a:lnTo>
                    <a:lnTo>
                      <a:pt x="240" y="84"/>
                    </a:lnTo>
                    <a:lnTo>
                      <a:pt x="244" y="82"/>
                    </a:lnTo>
                    <a:lnTo>
                      <a:pt x="244" y="82"/>
                    </a:lnTo>
                    <a:lnTo>
                      <a:pt x="248" y="78"/>
                    </a:lnTo>
                    <a:lnTo>
                      <a:pt x="248" y="78"/>
                    </a:lnTo>
                    <a:lnTo>
                      <a:pt x="248" y="76"/>
                    </a:lnTo>
                    <a:lnTo>
                      <a:pt x="252" y="74"/>
                    </a:lnTo>
                    <a:lnTo>
                      <a:pt x="252" y="74"/>
                    </a:lnTo>
                    <a:lnTo>
                      <a:pt x="254" y="70"/>
                    </a:lnTo>
                    <a:lnTo>
                      <a:pt x="254" y="70"/>
                    </a:lnTo>
                    <a:lnTo>
                      <a:pt x="256" y="68"/>
                    </a:lnTo>
                    <a:lnTo>
                      <a:pt x="258" y="66"/>
                    </a:lnTo>
                    <a:lnTo>
                      <a:pt x="258" y="66"/>
                    </a:lnTo>
                    <a:lnTo>
                      <a:pt x="258" y="64"/>
                    </a:lnTo>
                    <a:lnTo>
                      <a:pt x="256" y="62"/>
                    </a:lnTo>
                    <a:lnTo>
                      <a:pt x="256" y="62"/>
                    </a:lnTo>
                    <a:lnTo>
                      <a:pt x="254" y="62"/>
                    </a:lnTo>
                    <a:lnTo>
                      <a:pt x="254" y="58"/>
                    </a:lnTo>
                    <a:lnTo>
                      <a:pt x="256" y="54"/>
                    </a:lnTo>
                    <a:lnTo>
                      <a:pt x="256" y="54"/>
                    </a:lnTo>
                    <a:lnTo>
                      <a:pt x="258" y="50"/>
                    </a:lnTo>
                    <a:lnTo>
                      <a:pt x="258" y="48"/>
                    </a:lnTo>
                    <a:lnTo>
                      <a:pt x="258" y="48"/>
                    </a:lnTo>
                    <a:lnTo>
                      <a:pt x="258" y="48"/>
                    </a:lnTo>
                    <a:lnTo>
                      <a:pt x="256" y="46"/>
                    </a:lnTo>
                    <a:lnTo>
                      <a:pt x="258" y="44"/>
                    </a:lnTo>
                    <a:lnTo>
                      <a:pt x="262" y="40"/>
                    </a:lnTo>
                    <a:lnTo>
                      <a:pt x="262" y="40"/>
                    </a:lnTo>
                    <a:lnTo>
                      <a:pt x="262" y="34"/>
                    </a:lnTo>
                    <a:lnTo>
                      <a:pt x="262" y="34"/>
                    </a:lnTo>
                    <a:lnTo>
                      <a:pt x="254" y="28"/>
                    </a:lnTo>
                    <a:lnTo>
                      <a:pt x="254" y="28"/>
                    </a:lnTo>
                    <a:lnTo>
                      <a:pt x="252" y="30"/>
                    </a:lnTo>
                    <a:lnTo>
                      <a:pt x="250" y="28"/>
                    </a:lnTo>
                    <a:lnTo>
                      <a:pt x="250" y="28"/>
                    </a:lnTo>
                    <a:lnTo>
                      <a:pt x="246" y="26"/>
                    </a:lnTo>
                    <a:lnTo>
                      <a:pt x="242" y="24"/>
                    </a:lnTo>
                    <a:lnTo>
                      <a:pt x="242" y="24"/>
                    </a:lnTo>
                    <a:lnTo>
                      <a:pt x="236" y="16"/>
                    </a:lnTo>
                    <a:lnTo>
                      <a:pt x="236" y="16"/>
                    </a:lnTo>
                    <a:lnTo>
                      <a:pt x="232" y="12"/>
                    </a:lnTo>
                    <a:lnTo>
                      <a:pt x="230" y="12"/>
                    </a:lnTo>
                    <a:lnTo>
                      <a:pt x="228" y="14"/>
                    </a:lnTo>
                    <a:lnTo>
                      <a:pt x="228" y="14"/>
                    </a:lnTo>
                    <a:lnTo>
                      <a:pt x="226" y="16"/>
                    </a:lnTo>
                    <a:lnTo>
                      <a:pt x="224" y="16"/>
                    </a:lnTo>
                    <a:lnTo>
                      <a:pt x="224" y="16"/>
                    </a:lnTo>
                    <a:lnTo>
                      <a:pt x="218" y="12"/>
                    </a:lnTo>
                    <a:lnTo>
                      <a:pt x="216" y="10"/>
                    </a:lnTo>
                    <a:lnTo>
                      <a:pt x="216" y="12"/>
                    </a:lnTo>
                    <a:lnTo>
                      <a:pt x="216" y="12"/>
                    </a:lnTo>
                    <a:lnTo>
                      <a:pt x="214" y="16"/>
                    </a:lnTo>
                    <a:lnTo>
                      <a:pt x="210" y="16"/>
                    </a:lnTo>
                    <a:lnTo>
                      <a:pt x="210" y="16"/>
                    </a:lnTo>
                    <a:lnTo>
                      <a:pt x="208" y="12"/>
                    </a:lnTo>
                    <a:lnTo>
                      <a:pt x="206" y="8"/>
                    </a:lnTo>
                    <a:lnTo>
                      <a:pt x="202" y="2"/>
                    </a:lnTo>
                    <a:lnTo>
                      <a:pt x="202" y="2"/>
                    </a:lnTo>
                    <a:lnTo>
                      <a:pt x="194" y="2"/>
                    </a:lnTo>
                    <a:lnTo>
                      <a:pt x="194" y="2"/>
                    </a:lnTo>
                    <a:lnTo>
                      <a:pt x="194" y="2"/>
                    </a:lnTo>
                    <a:lnTo>
                      <a:pt x="190" y="0"/>
                    </a:lnTo>
                    <a:lnTo>
                      <a:pt x="190" y="0"/>
                    </a:lnTo>
                    <a:lnTo>
                      <a:pt x="180" y="0"/>
                    </a:lnTo>
                    <a:lnTo>
                      <a:pt x="180" y="0"/>
                    </a:lnTo>
                    <a:lnTo>
                      <a:pt x="176" y="2"/>
                    </a:lnTo>
                    <a:lnTo>
                      <a:pt x="174" y="6"/>
                    </a:lnTo>
                    <a:lnTo>
                      <a:pt x="174" y="6"/>
                    </a:lnTo>
                    <a:lnTo>
                      <a:pt x="172" y="8"/>
                    </a:lnTo>
                    <a:lnTo>
                      <a:pt x="170" y="6"/>
                    </a:lnTo>
                    <a:lnTo>
                      <a:pt x="170" y="6"/>
                    </a:lnTo>
                    <a:lnTo>
                      <a:pt x="168" y="4"/>
                    </a:lnTo>
                    <a:lnTo>
                      <a:pt x="168" y="4"/>
                    </a:lnTo>
                    <a:lnTo>
                      <a:pt x="166" y="6"/>
                    </a:lnTo>
                    <a:lnTo>
                      <a:pt x="166" y="8"/>
                    </a:lnTo>
                    <a:lnTo>
                      <a:pt x="166" y="10"/>
                    </a:lnTo>
                    <a:lnTo>
                      <a:pt x="166" y="10"/>
                    </a:lnTo>
                    <a:lnTo>
                      <a:pt x="158" y="10"/>
                    </a:lnTo>
                    <a:lnTo>
                      <a:pt x="158" y="10"/>
                    </a:lnTo>
                    <a:lnTo>
                      <a:pt x="156" y="12"/>
                    </a:lnTo>
                    <a:lnTo>
                      <a:pt x="154" y="10"/>
                    </a:lnTo>
                    <a:lnTo>
                      <a:pt x="152" y="8"/>
                    </a:lnTo>
                    <a:lnTo>
                      <a:pt x="150" y="8"/>
                    </a:lnTo>
                    <a:lnTo>
                      <a:pt x="150" y="8"/>
                    </a:lnTo>
                    <a:lnTo>
                      <a:pt x="148" y="8"/>
                    </a:lnTo>
                    <a:lnTo>
                      <a:pt x="146" y="12"/>
                    </a:lnTo>
                    <a:lnTo>
                      <a:pt x="146" y="16"/>
                    </a:lnTo>
                    <a:lnTo>
                      <a:pt x="146" y="16"/>
                    </a:lnTo>
                    <a:lnTo>
                      <a:pt x="138" y="14"/>
                    </a:lnTo>
                    <a:lnTo>
                      <a:pt x="138" y="14"/>
                    </a:lnTo>
                    <a:lnTo>
                      <a:pt x="130" y="12"/>
                    </a:lnTo>
                    <a:lnTo>
                      <a:pt x="130" y="12"/>
                    </a:lnTo>
                    <a:lnTo>
                      <a:pt x="124" y="12"/>
                    </a:lnTo>
                    <a:lnTo>
                      <a:pt x="118" y="10"/>
                    </a:lnTo>
                    <a:lnTo>
                      <a:pt x="118" y="10"/>
                    </a:lnTo>
                    <a:lnTo>
                      <a:pt x="114" y="8"/>
                    </a:lnTo>
                    <a:lnTo>
                      <a:pt x="110" y="4"/>
                    </a:lnTo>
                    <a:lnTo>
                      <a:pt x="110" y="4"/>
                    </a:lnTo>
                    <a:lnTo>
                      <a:pt x="104" y="2"/>
                    </a:lnTo>
                    <a:lnTo>
                      <a:pt x="100" y="2"/>
                    </a:lnTo>
                    <a:lnTo>
                      <a:pt x="100" y="2"/>
                    </a:lnTo>
                    <a:lnTo>
                      <a:pt x="96" y="6"/>
                    </a:lnTo>
                    <a:lnTo>
                      <a:pt x="94" y="10"/>
                    </a:lnTo>
                    <a:lnTo>
                      <a:pt x="94" y="10"/>
                    </a:lnTo>
                    <a:lnTo>
                      <a:pt x="94" y="14"/>
                    </a:lnTo>
                    <a:lnTo>
                      <a:pt x="90" y="16"/>
                    </a:lnTo>
                    <a:lnTo>
                      <a:pt x="88" y="18"/>
                    </a:lnTo>
                    <a:lnTo>
                      <a:pt x="86" y="30"/>
                    </a:lnTo>
                    <a:lnTo>
                      <a:pt x="86" y="40"/>
                    </a:lnTo>
                    <a:lnTo>
                      <a:pt x="84" y="46"/>
                    </a:lnTo>
                    <a:lnTo>
                      <a:pt x="80" y="50"/>
                    </a:lnTo>
                    <a:lnTo>
                      <a:pt x="80" y="54"/>
                    </a:lnTo>
                    <a:lnTo>
                      <a:pt x="78" y="60"/>
                    </a:lnTo>
                    <a:lnTo>
                      <a:pt x="78" y="66"/>
                    </a:lnTo>
                    <a:lnTo>
                      <a:pt x="78" y="72"/>
                    </a:lnTo>
                    <a:lnTo>
                      <a:pt x="78" y="78"/>
                    </a:lnTo>
                    <a:lnTo>
                      <a:pt x="78" y="86"/>
                    </a:lnTo>
                    <a:lnTo>
                      <a:pt x="76" y="92"/>
                    </a:lnTo>
                    <a:lnTo>
                      <a:pt x="72" y="98"/>
                    </a:lnTo>
                    <a:lnTo>
                      <a:pt x="72" y="104"/>
                    </a:lnTo>
                    <a:lnTo>
                      <a:pt x="70" y="112"/>
                    </a:lnTo>
                    <a:lnTo>
                      <a:pt x="70" y="110"/>
                    </a:lnTo>
                    <a:lnTo>
                      <a:pt x="66" y="114"/>
                    </a:lnTo>
                    <a:lnTo>
                      <a:pt x="66" y="120"/>
                    </a:lnTo>
                    <a:lnTo>
                      <a:pt x="64" y="126"/>
                    </a:lnTo>
                    <a:lnTo>
                      <a:pt x="62" y="130"/>
                    </a:lnTo>
                    <a:lnTo>
                      <a:pt x="62" y="136"/>
                    </a:lnTo>
                    <a:lnTo>
                      <a:pt x="62" y="140"/>
                    </a:lnTo>
                    <a:lnTo>
                      <a:pt x="60" y="144"/>
                    </a:lnTo>
                    <a:lnTo>
                      <a:pt x="60" y="150"/>
                    </a:lnTo>
                    <a:lnTo>
                      <a:pt x="56" y="156"/>
                    </a:lnTo>
                    <a:lnTo>
                      <a:pt x="56" y="160"/>
                    </a:lnTo>
                    <a:lnTo>
                      <a:pt x="50" y="166"/>
                    </a:lnTo>
                    <a:lnTo>
                      <a:pt x="42" y="168"/>
                    </a:lnTo>
                    <a:lnTo>
                      <a:pt x="38" y="170"/>
                    </a:lnTo>
                    <a:lnTo>
                      <a:pt x="36" y="166"/>
                    </a:lnTo>
                    <a:lnTo>
                      <a:pt x="36" y="156"/>
                    </a:lnTo>
                    <a:lnTo>
                      <a:pt x="36" y="156"/>
                    </a:lnTo>
                    <a:lnTo>
                      <a:pt x="34" y="158"/>
                    </a:lnTo>
                    <a:lnTo>
                      <a:pt x="30" y="158"/>
                    </a:lnTo>
                    <a:lnTo>
                      <a:pt x="30" y="158"/>
                    </a:lnTo>
                    <a:lnTo>
                      <a:pt x="26" y="156"/>
                    </a:lnTo>
                    <a:lnTo>
                      <a:pt x="26" y="156"/>
                    </a:lnTo>
                    <a:lnTo>
                      <a:pt x="26" y="160"/>
                    </a:lnTo>
                    <a:lnTo>
                      <a:pt x="26" y="162"/>
                    </a:lnTo>
                    <a:lnTo>
                      <a:pt x="24" y="164"/>
                    </a:lnTo>
                    <a:lnTo>
                      <a:pt x="24" y="164"/>
                    </a:lnTo>
                    <a:lnTo>
                      <a:pt x="20" y="162"/>
                    </a:lnTo>
                    <a:lnTo>
                      <a:pt x="18" y="162"/>
                    </a:lnTo>
                    <a:lnTo>
                      <a:pt x="16" y="164"/>
                    </a:lnTo>
                    <a:lnTo>
                      <a:pt x="16" y="164"/>
                    </a:lnTo>
                    <a:lnTo>
                      <a:pt x="14" y="164"/>
                    </a:lnTo>
                    <a:lnTo>
                      <a:pt x="12" y="164"/>
                    </a:lnTo>
                    <a:lnTo>
                      <a:pt x="12" y="164"/>
                    </a:lnTo>
                    <a:lnTo>
                      <a:pt x="10" y="166"/>
                    </a:lnTo>
                    <a:lnTo>
                      <a:pt x="8" y="168"/>
                    </a:lnTo>
                    <a:lnTo>
                      <a:pt x="8" y="170"/>
                    </a:lnTo>
                    <a:lnTo>
                      <a:pt x="8" y="170"/>
                    </a:lnTo>
                    <a:lnTo>
                      <a:pt x="8" y="174"/>
                    </a:lnTo>
                    <a:lnTo>
                      <a:pt x="8" y="174"/>
                    </a:lnTo>
                    <a:lnTo>
                      <a:pt x="2" y="17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7" name="Freeform 293">
                <a:extLst>
                  <a:ext uri="{FF2B5EF4-FFF2-40B4-BE49-F238E27FC236}">
                    <a16:creationId xmlns:a16="http://schemas.microsoft.com/office/drawing/2014/main" id="{BE28ED0B-F0FA-CB4F-BCA5-00568ED1368D}"/>
                  </a:ext>
                </a:extLst>
              </p:cNvPr>
              <p:cNvSpPr>
                <a:spLocks/>
              </p:cNvSpPr>
              <p:nvPr/>
            </p:nvSpPr>
            <p:spPr bwMode="auto">
              <a:xfrm>
                <a:off x="5451299" y="3446534"/>
                <a:ext cx="234828" cy="228269"/>
              </a:xfrm>
              <a:custGeom>
                <a:avLst/>
                <a:gdLst>
                  <a:gd name="T0" fmla="*/ 0 w 120"/>
                  <a:gd name="T1" fmla="*/ 114 h 114"/>
                  <a:gd name="T2" fmla="*/ 4 w 120"/>
                  <a:gd name="T3" fmla="*/ 110 h 114"/>
                  <a:gd name="T4" fmla="*/ 54 w 120"/>
                  <a:gd name="T5" fmla="*/ 108 h 114"/>
                  <a:gd name="T6" fmla="*/ 54 w 120"/>
                  <a:gd name="T7" fmla="*/ 82 h 114"/>
                  <a:gd name="T8" fmla="*/ 56 w 120"/>
                  <a:gd name="T9" fmla="*/ 76 h 114"/>
                  <a:gd name="T10" fmla="*/ 70 w 120"/>
                  <a:gd name="T11" fmla="*/ 72 h 114"/>
                  <a:gd name="T12" fmla="*/ 120 w 120"/>
                  <a:gd name="T13" fmla="*/ 36 h 114"/>
                  <a:gd name="T14" fmla="*/ 120 w 120"/>
                  <a:gd name="T15" fmla="*/ 0 h 114"/>
                  <a:gd name="T16" fmla="*/ 62 w 120"/>
                  <a:gd name="T17" fmla="*/ 2 h 114"/>
                  <a:gd name="T18" fmla="*/ 60 w 120"/>
                  <a:gd name="T19" fmla="*/ 6 h 114"/>
                  <a:gd name="T20" fmla="*/ 52 w 120"/>
                  <a:gd name="T21" fmla="*/ 6 h 114"/>
                  <a:gd name="T22" fmla="*/ 52 w 120"/>
                  <a:gd name="T23" fmla="*/ 8 h 114"/>
                  <a:gd name="T24" fmla="*/ 50 w 120"/>
                  <a:gd name="T25" fmla="*/ 10 h 114"/>
                  <a:gd name="T26" fmla="*/ 48 w 120"/>
                  <a:gd name="T27" fmla="*/ 16 h 114"/>
                  <a:gd name="T28" fmla="*/ 46 w 120"/>
                  <a:gd name="T29" fmla="*/ 18 h 114"/>
                  <a:gd name="T30" fmla="*/ 46 w 120"/>
                  <a:gd name="T31" fmla="*/ 20 h 114"/>
                  <a:gd name="T32" fmla="*/ 44 w 120"/>
                  <a:gd name="T33" fmla="*/ 22 h 114"/>
                  <a:gd name="T34" fmla="*/ 44 w 120"/>
                  <a:gd name="T35" fmla="*/ 22 h 114"/>
                  <a:gd name="T36" fmla="*/ 34 w 120"/>
                  <a:gd name="T37" fmla="*/ 34 h 114"/>
                  <a:gd name="T38" fmla="*/ 32 w 120"/>
                  <a:gd name="T39" fmla="*/ 44 h 114"/>
                  <a:gd name="T40" fmla="*/ 28 w 120"/>
                  <a:gd name="T41" fmla="*/ 48 h 114"/>
                  <a:gd name="T42" fmla="*/ 26 w 120"/>
                  <a:gd name="T43" fmla="*/ 56 h 114"/>
                  <a:gd name="T44" fmla="*/ 22 w 120"/>
                  <a:gd name="T45" fmla="*/ 64 h 114"/>
                  <a:gd name="T46" fmla="*/ 18 w 120"/>
                  <a:gd name="T47" fmla="*/ 68 h 114"/>
                  <a:gd name="T48" fmla="*/ 18 w 120"/>
                  <a:gd name="T49" fmla="*/ 70 h 114"/>
                  <a:gd name="T50" fmla="*/ 18 w 120"/>
                  <a:gd name="T51" fmla="*/ 72 h 114"/>
                  <a:gd name="T52" fmla="*/ 14 w 120"/>
                  <a:gd name="T53" fmla="*/ 76 h 114"/>
                  <a:gd name="T54" fmla="*/ 14 w 120"/>
                  <a:gd name="T55" fmla="*/ 80 h 114"/>
                  <a:gd name="T56" fmla="*/ 12 w 120"/>
                  <a:gd name="T57" fmla="*/ 82 h 114"/>
                  <a:gd name="T58" fmla="*/ 12 w 120"/>
                  <a:gd name="T59" fmla="*/ 86 h 114"/>
                  <a:gd name="T60" fmla="*/ 10 w 120"/>
                  <a:gd name="T61" fmla="*/ 88 h 114"/>
                  <a:gd name="T62" fmla="*/ 8 w 120"/>
                  <a:gd name="T63" fmla="*/ 92 h 114"/>
                  <a:gd name="T64" fmla="*/ 6 w 120"/>
                  <a:gd name="T65" fmla="*/ 96 h 114"/>
                  <a:gd name="T66" fmla="*/ 0 w 120"/>
                  <a:gd name="T67" fmla="*/ 100 h 114"/>
                  <a:gd name="T68" fmla="*/ 0 w 120"/>
                  <a:gd name="T69" fmla="*/ 102 h 114"/>
                  <a:gd name="T70" fmla="*/ 0 w 120"/>
                  <a:gd name="T71" fmla="*/ 108 h 114"/>
                  <a:gd name="T72" fmla="*/ 0 w 120"/>
                  <a:gd name="T73"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0" h="114">
                    <a:moveTo>
                      <a:pt x="0" y="114"/>
                    </a:moveTo>
                    <a:lnTo>
                      <a:pt x="0" y="114"/>
                    </a:lnTo>
                    <a:lnTo>
                      <a:pt x="4" y="110"/>
                    </a:lnTo>
                    <a:lnTo>
                      <a:pt x="4" y="110"/>
                    </a:lnTo>
                    <a:lnTo>
                      <a:pt x="54" y="108"/>
                    </a:lnTo>
                    <a:lnTo>
                      <a:pt x="54" y="108"/>
                    </a:lnTo>
                    <a:lnTo>
                      <a:pt x="54" y="82"/>
                    </a:lnTo>
                    <a:lnTo>
                      <a:pt x="54" y="82"/>
                    </a:lnTo>
                    <a:lnTo>
                      <a:pt x="54" y="78"/>
                    </a:lnTo>
                    <a:lnTo>
                      <a:pt x="56" y="76"/>
                    </a:lnTo>
                    <a:lnTo>
                      <a:pt x="62" y="74"/>
                    </a:lnTo>
                    <a:lnTo>
                      <a:pt x="70" y="72"/>
                    </a:lnTo>
                    <a:lnTo>
                      <a:pt x="70" y="36"/>
                    </a:lnTo>
                    <a:lnTo>
                      <a:pt x="120" y="36"/>
                    </a:lnTo>
                    <a:lnTo>
                      <a:pt x="120" y="12"/>
                    </a:lnTo>
                    <a:lnTo>
                      <a:pt x="120" y="0"/>
                    </a:lnTo>
                    <a:lnTo>
                      <a:pt x="62" y="2"/>
                    </a:lnTo>
                    <a:lnTo>
                      <a:pt x="62" y="2"/>
                    </a:lnTo>
                    <a:lnTo>
                      <a:pt x="60" y="6"/>
                    </a:lnTo>
                    <a:lnTo>
                      <a:pt x="60" y="6"/>
                    </a:lnTo>
                    <a:lnTo>
                      <a:pt x="52" y="6"/>
                    </a:lnTo>
                    <a:lnTo>
                      <a:pt x="52" y="6"/>
                    </a:lnTo>
                    <a:lnTo>
                      <a:pt x="52" y="8"/>
                    </a:lnTo>
                    <a:lnTo>
                      <a:pt x="52" y="8"/>
                    </a:lnTo>
                    <a:lnTo>
                      <a:pt x="50" y="10"/>
                    </a:lnTo>
                    <a:lnTo>
                      <a:pt x="50" y="10"/>
                    </a:lnTo>
                    <a:lnTo>
                      <a:pt x="48" y="14"/>
                    </a:lnTo>
                    <a:lnTo>
                      <a:pt x="48" y="16"/>
                    </a:lnTo>
                    <a:lnTo>
                      <a:pt x="48" y="16"/>
                    </a:lnTo>
                    <a:lnTo>
                      <a:pt x="46" y="18"/>
                    </a:lnTo>
                    <a:lnTo>
                      <a:pt x="46" y="18"/>
                    </a:lnTo>
                    <a:lnTo>
                      <a:pt x="46" y="20"/>
                    </a:lnTo>
                    <a:lnTo>
                      <a:pt x="46" y="20"/>
                    </a:lnTo>
                    <a:lnTo>
                      <a:pt x="44" y="22"/>
                    </a:lnTo>
                    <a:lnTo>
                      <a:pt x="44" y="22"/>
                    </a:lnTo>
                    <a:lnTo>
                      <a:pt x="44" y="22"/>
                    </a:lnTo>
                    <a:lnTo>
                      <a:pt x="34" y="34"/>
                    </a:lnTo>
                    <a:lnTo>
                      <a:pt x="34" y="34"/>
                    </a:lnTo>
                    <a:lnTo>
                      <a:pt x="34" y="40"/>
                    </a:lnTo>
                    <a:lnTo>
                      <a:pt x="32" y="44"/>
                    </a:lnTo>
                    <a:lnTo>
                      <a:pt x="32" y="44"/>
                    </a:lnTo>
                    <a:lnTo>
                      <a:pt x="28" y="48"/>
                    </a:lnTo>
                    <a:lnTo>
                      <a:pt x="28" y="48"/>
                    </a:lnTo>
                    <a:lnTo>
                      <a:pt x="26" y="56"/>
                    </a:lnTo>
                    <a:lnTo>
                      <a:pt x="22" y="64"/>
                    </a:lnTo>
                    <a:lnTo>
                      <a:pt x="22" y="64"/>
                    </a:lnTo>
                    <a:lnTo>
                      <a:pt x="20" y="66"/>
                    </a:lnTo>
                    <a:lnTo>
                      <a:pt x="18" y="68"/>
                    </a:lnTo>
                    <a:lnTo>
                      <a:pt x="18" y="68"/>
                    </a:lnTo>
                    <a:lnTo>
                      <a:pt x="18" y="70"/>
                    </a:lnTo>
                    <a:lnTo>
                      <a:pt x="18" y="72"/>
                    </a:lnTo>
                    <a:lnTo>
                      <a:pt x="18" y="72"/>
                    </a:lnTo>
                    <a:lnTo>
                      <a:pt x="14" y="76"/>
                    </a:lnTo>
                    <a:lnTo>
                      <a:pt x="14" y="76"/>
                    </a:lnTo>
                    <a:lnTo>
                      <a:pt x="14" y="80"/>
                    </a:lnTo>
                    <a:lnTo>
                      <a:pt x="14" y="80"/>
                    </a:lnTo>
                    <a:lnTo>
                      <a:pt x="12" y="82"/>
                    </a:lnTo>
                    <a:lnTo>
                      <a:pt x="12" y="82"/>
                    </a:lnTo>
                    <a:lnTo>
                      <a:pt x="12" y="86"/>
                    </a:lnTo>
                    <a:lnTo>
                      <a:pt x="12" y="86"/>
                    </a:lnTo>
                    <a:lnTo>
                      <a:pt x="10" y="88"/>
                    </a:lnTo>
                    <a:lnTo>
                      <a:pt x="10" y="88"/>
                    </a:lnTo>
                    <a:lnTo>
                      <a:pt x="8" y="90"/>
                    </a:lnTo>
                    <a:lnTo>
                      <a:pt x="8" y="92"/>
                    </a:lnTo>
                    <a:lnTo>
                      <a:pt x="8" y="92"/>
                    </a:lnTo>
                    <a:lnTo>
                      <a:pt x="6" y="96"/>
                    </a:lnTo>
                    <a:lnTo>
                      <a:pt x="0" y="100"/>
                    </a:lnTo>
                    <a:lnTo>
                      <a:pt x="0" y="100"/>
                    </a:lnTo>
                    <a:lnTo>
                      <a:pt x="0" y="102"/>
                    </a:lnTo>
                    <a:lnTo>
                      <a:pt x="0" y="102"/>
                    </a:lnTo>
                    <a:lnTo>
                      <a:pt x="2" y="106"/>
                    </a:lnTo>
                    <a:lnTo>
                      <a:pt x="0" y="108"/>
                    </a:lnTo>
                    <a:lnTo>
                      <a:pt x="0" y="108"/>
                    </a:lnTo>
                    <a:lnTo>
                      <a:pt x="0" y="114"/>
                    </a:lnTo>
                    <a:lnTo>
                      <a:pt x="0" y="1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8" name="Freeform 25">
                <a:extLst>
                  <a:ext uri="{FF2B5EF4-FFF2-40B4-BE49-F238E27FC236}">
                    <a16:creationId xmlns:a16="http://schemas.microsoft.com/office/drawing/2014/main" id="{F0A389BC-9137-F549-B6E2-EA89C8680968}"/>
                  </a:ext>
                </a:extLst>
              </p:cNvPr>
              <p:cNvSpPr>
                <a:spLocks noEditPoints="1"/>
              </p:cNvSpPr>
              <p:nvPr/>
            </p:nvSpPr>
            <p:spPr bwMode="auto">
              <a:xfrm>
                <a:off x="6658709" y="4239466"/>
                <a:ext cx="148724" cy="216255"/>
              </a:xfrm>
              <a:custGeom>
                <a:avLst/>
                <a:gdLst>
                  <a:gd name="T0" fmla="*/ 68 w 76"/>
                  <a:gd name="T1" fmla="*/ 76 h 108"/>
                  <a:gd name="T2" fmla="*/ 70 w 76"/>
                  <a:gd name="T3" fmla="*/ 72 h 108"/>
                  <a:gd name="T4" fmla="*/ 68 w 76"/>
                  <a:gd name="T5" fmla="*/ 60 h 108"/>
                  <a:gd name="T6" fmla="*/ 70 w 76"/>
                  <a:gd name="T7" fmla="*/ 50 h 108"/>
                  <a:gd name="T8" fmla="*/ 72 w 76"/>
                  <a:gd name="T9" fmla="*/ 46 h 108"/>
                  <a:gd name="T10" fmla="*/ 76 w 76"/>
                  <a:gd name="T11" fmla="*/ 38 h 108"/>
                  <a:gd name="T12" fmla="*/ 74 w 76"/>
                  <a:gd name="T13" fmla="*/ 28 h 108"/>
                  <a:gd name="T14" fmla="*/ 72 w 76"/>
                  <a:gd name="T15" fmla="*/ 18 h 108"/>
                  <a:gd name="T16" fmla="*/ 74 w 76"/>
                  <a:gd name="T17" fmla="*/ 12 h 108"/>
                  <a:gd name="T18" fmla="*/ 72 w 76"/>
                  <a:gd name="T19" fmla="*/ 8 h 108"/>
                  <a:gd name="T20" fmla="*/ 66 w 76"/>
                  <a:gd name="T21" fmla="*/ 4 h 108"/>
                  <a:gd name="T22" fmla="*/ 60 w 76"/>
                  <a:gd name="T23" fmla="*/ 4 h 108"/>
                  <a:gd name="T24" fmla="*/ 50 w 76"/>
                  <a:gd name="T25" fmla="*/ 2 h 108"/>
                  <a:gd name="T26" fmla="*/ 46 w 76"/>
                  <a:gd name="T27" fmla="*/ 2 h 108"/>
                  <a:gd name="T28" fmla="*/ 40 w 76"/>
                  <a:gd name="T29" fmla="*/ 6 h 108"/>
                  <a:gd name="T30" fmla="*/ 36 w 76"/>
                  <a:gd name="T31" fmla="*/ 12 h 108"/>
                  <a:gd name="T32" fmla="*/ 32 w 76"/>
                  <a:gd name="T33" fmla="*/ 20 h 108"/>
                  <a:gd name="T34" fmla="*/ 32 w 76"/>
                  <a:gd name="T35" fmla="*/ 24 h 108"/>
                  <a:gd name="T36" fmla="*/ 30 w 76"/>
                  <a:gd name="T37" fmla="*/ 30 h 108"/>
                  <a:gd name="T38" fmla="*/ 28 w 76"/>
                  <a:gd name="T39" fmla="*/ 38 h 108"/>
                  <a:gd name="T40" fmla="*/ 32 w 76"/>
                  <a:gd name="T41" fmla="*/ 40 h 108"/>
                  <a:gd name="T42" fmla="*/ 32 w 76"/>
                  <a:gd name="T43" fmla="*/ 42 h 108"/>
                  <a:gd name="T44" fmla="*/ 32 w 76"/>
                  <a:gd name="T45" fmla="*/ 46 h 108"/>
                  <a:gd name="T46" fmla="*/ 26 w 76"/>
                  <a:gd name="T47" fmla="*/ 56 h 108"/>
                  <a:gd name="T48" fmla="*/ 22 w 76"/>
                  <a:gd name="T49" fmla="*/ 54 h 108"/>
                  <a:gd name="T50" fmla="*/ 14 w 76"/>
                  <a:gd name="T51" fmla="*/ 60 h 108"/>
                  <a:gd name="T52" fmla="*/ 10 w 76"/>
                  <a:gd name="T53" fmla="*/ 68 h 108"/>
                  <a:gd name="T54" fmla="*/ 6 w 76"/>
                  <a:gd name="T55" fmla="*/ 80 h 108"/>
                  <a:gd name="T56" fmla="*/ 8 w 76"/>
                  <a:gd name="T57" fmla="*/ 84 h 108"/>
                  <a:gd name="T58" fmla="*/ 4 w 76"/>
                  <a:gd name="T59" fmla="*/ 90 h 108"/>
                  <a:gd name="T60" fmla="*/ 2 w 76"/>
                  <a:gd name="T61" fmla="*/ 92 h 108"/>
                  <a:gd name="T62" fmla="*/ 4 w 76"/>
                  <a:gd name="T63" fmla="*/ 100 h 108"/>
                  <a:gd name="T64" fmla="*/ 10 w 76"/>
                  <a:gd name="T65" fmla="*/ 106 h 108"/>
                  <a:gd name="T66" fmla="*/ 18 w 76"/>
                  <a:gd name="T67" fmla="*/ 106 h 108"/>
                  <a:gd name="T68" fmla="*/ 24 w 76"/>
                  <a:gd name="T69" fmla="*/ 102 h 108"/>
                  <a:gd name="T70" fmla="*/ 42 w 76"/>
                  <a:gd name="T71" fmla="*/ 102 h 108"/>
                  <a:gd name="T72" fmla="*/ 42 w 76"/>
                  <a:gd name="T73" fmla="*/ 98 h 108"/>
                  <a:gd name="T74" fmla="*/ 40 w 76"/>
                  <a:gd name="T75" fmla="*/ 88 h 108"/>
                  <a:gd name="T76" fmla="*/ 38 w 76"/>
                  <a:gd name="T77" fmla="*/ 80 h 108"/>
                  <a:gd name="T78" fmla="*/ 40 w 76"/>
                  <a:gd name="T79" fmla="*/ 76 h 108"/>
                  <a:gd name="T80" fmla="*/ 48 w 76"/>
                  <a:gd name="T81" fmla="*/ 72 h 108"/>
                  <a:gd name="T82" fmla="*/ 62 w 76"/>
                  <a:gd name="T83" fmla="*/ 68 h 108"/>
                  <a:gd name="T84" fmla="*/ 64 w 76"/>
                  <a:gd name="T85" fmla="*/ 70 h 108"/>
                  <a:gd name="T86" fmla="*/ 68 w 76"/>
                  <a:gd name="T87" fmla="*/ 72 h 108"/>
                  <a:gd name="T88" fmla="*/ 66 w 76"/>
                  <a:gd name="T89" fmla="*/ 78 h 108"/>
                  <a:gd name="T90" fmla="*/ 70 w 76"/>
                  <a:gd name="T91" fmla="*/ 78 h 108"/>
                  <a:gd name="T92" fmla="*/ 26 w 76"/>
                  <a:gd name="T93" fmla="*/ 50 h 108"/>
                  <a:gd name="T94" fmla="*/ 28 w 76"/>
                  <a:gd name="T95" fmla="*/ 4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 h="108">
                    <a:moveTo>
                      <a:pt x="70" y="78"/>
                    </a:moveTo>
                    <a:lnTo>
                      <a:pt x="70" y="78"/>
                    </a:lnTo>
                    <a:lnTo>
                      <a:pt x="68" y="76"/>
                    </a:lnTo>
                    <a:lnTo>
                      <a:pt x="70" y="74"/>
                    </a:lnTo>
                    <a:lnTo>
                      <a:pt x="70" y="74"/>
                    </a:lnTo>
                    <a:lnTo>
                      <a:pt x="70" y="72"/>
                    </a:lnTo>
                    <a:lnTo>
                      <a:pt x="68" y="68"/>
                    </a:lnTo>
                    <a:lnTo>
                      <a:pt x="68" y="64"/>
                    </a:lnTo>
                    <a:lnTo>
                      <a:pt x="68" y="60"/>
                    </a:lnTo>
                    <a:lnTo>
                      <a:pt x="68" y="60"/>
                    </a:lnTo>
                    <a:lnTo>
                      <a:pt x="70" y="56"/>
                    </a:lnTo>
                    <a:lnTo>
                      <a:pt x="70" y="50"/>
                    </a:lnTo>
                    <a:lnTo>
                      <a:pt x="70" y="50"/>
                    </a:lnTo>
                    <a:lnTo>
                      <a:pt x="70" y="48"/>
                    </a:lnTo>
                    <a:lnTo>
                      <a:pt x="72" y="46"/>
                    </a:lnTo>
                    <a:lnTo>
                      <a:pt x="74" y="44"/>
                    </a:lnTo>
                    <a:lnTo>
                      <a:pt x="74" y="44"/>
                    </a:lnTo>
                    <a:lnTo>
                      <a:pt x="76" y="38"/>
                    </a:lnTo>
                    <a:lnTo>
                      <a:pt x="76" y="38"/>
                    </a:lnTo>
                    <a:lnTo>
                      <a:pt x="76" y="32"/>
                    </a:lnTo>
                    <a:lnTo>
                      <a:pt x="74" y="28"/>
                    </a:lnTo>
                    <a:lnTo>
                      <a:pt x="74" y="28"/>
                    </a:lnTo>
                    <a:lnTo>
                      <a:pt x="70" y="24"/>
                    </a:lnTo>
                    <a:lnTo>
                      <a:pt x="72" y="18"/>
                    </a:lnTo>
                    <a:lnTo>
                      <a:pt x="72" y="18"/>
                    </a:lnTo>
                    <a:lnTo>
                      <a:pt x="74" y="14"/>
                    </a:lnTo>
                    <a:lnTo>
                      <a:pt x="74" y="12"/>
                    </a:lnTo>
                    <a:lnTo>
                      <a:pt x="72" y="10"/>
                    </a:lnTo>
                    <a:lnTo>
                      <a:pt x="72" y="10"/>
                    </a:lnTo>
                    <a:lnTo>
                      <a:pt x="72" y="8"/>
                    </a:lnTo>
                    <a:lnTo>
                      <a:pt x="70" y="8"/>
                    </a:lnTo>
                    <a:lnTo>
                      <a:pt x="70" y="8"/>
                    </a:lnTo>
                    <a:lnTo>
                      <a:pt x="66" y="4"/>
                    </a:lnTo>
                    <a:lnTo>
                      <a:pt x="66" y="0"/>
                    </a:lnTo>
                    <a:lnTo>
                      <a:pt x="60" y="4"/>
                    </a:lnTo>
                    <a:lnTo>
                      <a:pt x="60" y="4"/>
                    </a:lnTo>
                    <a:lnTo>
                      <a:pt x="58" y="2"/>
                    </a:lnTo>
                    <a:lnTo>
                      <a:pt x="54" y="0"/>
                    </a:lnTo>
                    <a:lnTo>
                      <a:pt x="50" y="2"/>
                    </a:lnTo>
                    <a:lnTo>
                      <a:pt x="50" y="2"/>
                    </a:lnTo>
                    <a:lnTo>
                      <a:pt x="48" y="2"/>
                    </a:lnTo>
                    <a:lnTo>
                      <a:pt x="46" y="2"/>
                    </a:lnTo>
                    <a:lnTo>
                      <a:pt x="46" y="2"/>
                    </a:lnTo>
                    <a:lnTo>
                      <a:pt x="42" y="4"/>
                    </a:lnTo>
                    <a:lnTo>
                      <a:pt x="40" y="6"/>
                    </a:lnTo>
                    <a:lnTo>
                      <a:pt x="36" y="10"/>
                    </a:lnTo>
                    <a:lnTo>
                      <a:pt x="36" y="10"/>
                    </a:lnTo>
                    <a:lnTo>
                      <a:pt x="36" y="12"/>
                    </a:lnTo>
                    <a:lnTo>
                      <a:pt x="36" y="16"/>
                    </a:lnTo>
                    <a:lnTo>
                      <a:pt x="36" y="16"/>
                    </a:lnTo>
                    <a:lnTo>
                      <a:pt x="32" y="20"/>
                    </a:lnTo>
                    <a:lnTo>
                      <a:pt x="30" y="22"/>
                    </a:lnTo>
                    <a:lnTo>
                      <a:pt x="32" y="24"/>
                    </a:lnTo>
                    <a:lnTo>
                      <a:pt x="32" y="24"/>
                    </a:lnTo>
                    <a:lnTo>
                      <a:pt x="32" y="24"/>
                    </a:lnTo>
                    <a:lnTo>
                      <a:pt x="32" y="26"/>
                    </a:lnTo>
                    <a:lnTo>
                      <a:pt x="30" y="30"/>
                    </a:lnTo>
                    <a:lnTo>
                      <a:pt x="30" y="30"/>
                    </a:lnTo>
                    <a:lnTo>
                      <a:pt x="28" y="34"/>
                    </a:lnTo>
                    <a:lnTo>
                      <a:pt x="28" y="38"/>
                    </a:lnTo>
                    <a:lnTo>
                      <a:pt x="30" y="38"/>
                    </a:lnTo>
                    <a:lnTo>
                      <a:pt x="30" y="38"/>
                    </a:lnTo>
                    <a:lnTo>
                      <a:pt x="32" y="40"/>
                    </a:lnTo>
                    <a:lnTo>
                      <a:pt x="32" y="42"/>
                    </a:lnTo>
                    <a:lnTo>
                      <a:pt x="32" y="42"/>
                    </a:lnTo>
                    <a:lnTo>
                      <a:pt x="32" y="42"/>
                    </a:lnTo>
                    <a:lnTo>
                      <a:pt x="32" y="44"/>
                    </a:lnTo>
                    <a:lnTo>
                      <a:pt x="32" y="46"/>
                    </a:lnTo>
                    <a:lnTo>
                      <a:pt x="32" y="46"/>
                    </a:lnTo>
                    <a:lnTo>
                      <a:pt x="30" y="50"/>
                    </a:lnTo>
                    <a:lnTo>
                      <a:pt x="26" y="54"/>
                    </a:lnTo>
                    <a:lnTo>
                      <a:pt x="26" y="56"/>
                    </a:lnTo>
                    <a:lnTo>
                      <a:pt x="24" y="56"/>
                    </a:lnTo>
                    <a:lnTo>
                      <a:pt x="24" y="56"/>
                    </a:lnTo>
                    <a:lnTo>
                      <a:pt x="22" y="54"/>
                    </a:lnTo>
                    <a:lnTo>
                      <a:pt x="22" y="54"/>
                    </a:lnTo>
                    <a:lnTo>
                      <a:pt x="18" y="58"/>
                    </a:lnTo>
                    <a:lnTo>
                      <a:pt x="14" y="60"/>
                    </a:lnTo>
                    <a:lnTo>
                      <a:pt x="14" y="60"/>
                    </a:lnTo>
                    <a:lnTo>
                      <a:pt x="12" y="64"/>
                    </a:lnTo>
                    <a:lnTo>
                      <a:pt x="10" y="68"/>
                    </a:lnTo>
                    <a:lnTo>
                      <a:pt x="10" y="68"/>
                    </a:lnTo>
                    <a:lnTo>
                      <a:pt x="6" y="80"/>
                    </a:lnTo>
                    <a:lnTo>
                      <a:pt x="6" y="80"/>
                    </a:lnTo>
                    <a:lnTo>
                      <a:pt x="10" y="80"/>
                    </a:lnTo>
                    <a:lnTo>
                      <a:pt x="10" y="80"/>
                    </a:lnTo>
                    <a:lnTo>
                      <a:pt x="8" y="84"/>
                    </a:lnTo>
                    <a:lnTo>
                      <a:pt x="6" y="88"/>
                    </a:lnTo>
                    <a:lnTo>
                      <a:pt x="6" y="88"/>
                    </a:lnTo>
                    <a:lnTo>
                      <a:pt x="4" y="90"/>
                    </a:lnTo>
                    <a:lnTo>
                      <a:pt x="4" y="90"/>
                    </a:lnTo>
                    <a:lnTo>
                      <a:pt x="2" y="92"/>
                    </a:lnTo>
                    <a:lnTo>
                      <a:pt x="2" y="92"/>
                    </a:lnTo>
                    <a:lnTo>
                      <a:pt x="0" y="96"/>
                    </a:lnTo>
                    <a:lnTo>
                      <a:pt x="0" y="98"/>
                    </a:lnTo>
                    <a:lnTo>
                      <a:pt x="4" y="100"/>
                    </a:lnTo>
                    <a:lnTo>
                      <a:pt x="4" y="102"/>
                    </a:lnTo>
                    <a:lnTo>
                      <a:pt x="4" y="102"/>
                    </a:lnTo>
                    <a:lnTo>
                      <a:pt x="10" y="106"/>
                    </a:lnTo>
                    <a:lnTo>
                      <a:pt x="10" y="106"/>
                    </a:lnTo>
                    <a:lnTo>
                      <a:pt x="14" y="108"/>
                    </a:lnTo>
                    <a:lnTo>
                      <a:pt x="18" y="106"/>
                    </a:lnTo>
                    <a:lnTo>
                      <a:pt x="18" y="106"/>
                    </a:lnTo>
                    <a:lnTo>
                      <a:pt x="22" y="104"/>
                    </a:lnTo>
                    <a:lnTo>
                      <a:pt x="24" y="102"/>
                    </a:lnTo>
                    <a:lnTo>
                      <a:pt x="42" y="102"/>
                    </a:lnTo>
                    <a:lnTo>
                      <a:pt x="42" y="102"/>
                    </a:lnTo>
                    <a:lnTo>
                      <a:pt x="42" y="102"/>
                    </a:lnTo>
                    <a:lnTo>
                      <a:pt x="42" y="100"/>
                    </a:lnTo>
                    <a:lnTo>
                      <a:pt x="42" y="98"/>
                    </a:lnTo>
                    <a:lnTo>
                      <a:pt x="42" y="98"/>
                    </a:lnTo>
                    <a:lnTo>
                      <a:pt x="36" y="94"/>
                    </a:lnTo>
                    <a:lnTo>
                      <a:pt x="36" y="94"/>
                    </a:lnTo>
                    <a:lnTo>
                      <a:pt x="40" y="88"/>
                    </a:lnTo>
                    <a:lnTo>
                      <a:pt x="40" y="88"/>
                    </a:lnTo>
                    <a:lnTo>
                      <a:pt x="38" y="82"/>
                    </a:lnTo>
                    <a:lnTo>
                      <a:pt x="38" y="80"/>
                    </a:lnTo>
                    <a:lnTo>
                      <a:pt x="40" y="80"/>
                    </a:lnTo>
                    <a:lnTo>
                      <a:pt x="40" y="80"/>
                    </a:lnTo>
                    <a:lnTo>
                      <a:pt x="40" y="76"/>
                    </a:lnTo>
                    <a:lnTo>
                      <a:pt x="40" y="76"/>
                    </a:lnTo>
                    <a:lnTo>
                      <a:pt x="44" y="74"/>
                    </a:lnTo>
                    <a:lnTo>
                      <a:pt x="48" y="72"/>
                    </a:lnTo>
                    <a:lnTo>
                      <a:pt x="60" y="74"/>
                    </a:lnTo>
                    <a:lnTo>
                      <a:pt x="60" y="74"/>
                    </a:lnTo>
                    <a:lnTo>
                      <a:pt x="62" y="68"/>
                    </a:lnTo>
                    <a:lnTo>
                      <a:pt x="64" y="68"/>
                    </a:lnTo>
                    <a:lnTo>
                      <a:pt x="64" y="68"/>
                    </a:lnTo>
                    <a:lnTo>
                      <a:pt x="64" y="70"/>
                    </a:lnTo>
                    <a:lnTo>
                      <a:pt x="64" y="72"/>
                    </a:lnTo>
                    <a:lnTo>
                      <a:pt x="64" y="72"/>
                    </a:lnTo>
                    <a:lnTo>
                      <a:pt x="68" y="72"/>
                    </a:lnTo>
                    <a:lnTo>
                      <a:pt x="68" y="72"/>
                    </a:lnTo>
                    <a:lnTo>
                      <a:pt x="68" y="76"/>
                    </a:lnTo>
                    <a:lnTo>
                      <a:pt x="66" y="78"/>
                    </a:lnTo>
                    <a:lnTo>
                      <a:pt x="66" y="78"/>
                    </a:lnTo>
                    <a:lnTo>
                      <a:pt x="70" y="78"/>
                    </a:lnTo>
                    <a:lnTo>
                      <a:pt x="70" y="78"/>
                    </a:lnTo>
                    <a:close/>
                    <a:moveTo>
                      <a:pt x="28" y="46"/>
                    </a:moveTo>
                    <a:lnTo>
                      <a:pt x="28" y="46"/>
                    </a:lnTo>
                    <a:lnTo>
                      <a:pt x="26" y="50"/>
                    </a:lnTo>
                    <a:lnTo>
                      <a:pt x="26" y="50"/>
                    </a:lnTo>
                    <a:lnTo>
                      <a:pt x="28" y="48"/>
                    </a:lnTo>
                    <a:lnTo>
                      <a:pt x="28" y="48"/>
                    </a:lnTo>
                    <a:lnTo>
                      <a:pt x="28" y="46"/>
                    </a:lnTo>
                    <a:lnTo>
                      <a:pt x="28"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9" name="Freeform 28">
                <a:extLst>
                  <a:ext uri="{FF2B5EF4-FFF2-40B4-BE49-F238E27FC236}">
                    <a16:creationId xmlns:a16="http://schemas.microsoft.com/office/drawing/2014/main" id="{6EE2F5B8-1EEE-784C-8594-B6525F975C46}"/>
                  </a:ext>
                </a:extLst>
              </p:cNvPr>
              <p:cNvSpPr>
                <a:spLocks/>
              </p:cNvSpPr>
              <p:nvPr/>
            </p:nvSpPr>
            <p:spPr bwMode="auto">
              <a:xfrm>
                <a:off x="6089250" y="3106134"/>
                <a:ext cx="107630" cy="236278"/>
              </a:xfrm>
              <a:custGeom>
                <a:avLst/>
                <a:gdLst>
                  <a:gd name="T0" fmla="*/ 55 w 55"/>
                  <a:gd name="T1" fmla="*/ 70 h 118"/>
                  <a:gd name="T2" fmla="*/ 49 w 55"/>
                  <a:gd name="T3" fmla="*/ 68 h 118"/>
                  <a:gd name="T4" fmla="*/ 42 w 55"/>
                  <a:gd name="T5" fmla="*/ 64 h 118"/>
                  <a:gd name="T6" fmla="*/ 42 w 55"/>
                  <a:gd name="T7" fmla="*/ 60 h 118"/>
                  <a:gd name="T8" fmla="*/ 42 w 55"/>
                  <a:gd name="T9" fmla="*/ 56 h 118"/>
                  <a:gd name="T10" fmla="*/ 49 w 55"/>
                  <a:gd name="T11" fmla="*/ 48 h 118"/>
                  <a:gd name="T12" fmla="*/ 49 w 55"/>
                  <a:gd name="T13" fmla="*/ 44 h 118"/>
                  <a:gd name="T14" fmla="*/ 51 w 55"/>
                  <a:gd name="T15" fmla="*/ 44 h 118"/>
                  <a:gd name="T16" fmla="*/ 49 w 55"/>
                  <a:gd name="T17" fmla="*/ 36 h 118"/>
                  <a:gd name="T18" fmla="*/ 51 w 55"/>
                  <a:gd name="T19" fmla="*/ 30 h 118"/>
                  <a:gd name="T20" fmla="*/ 46 w 55"/>
                  <a:gd name="T21" fmla="*/ 30 h 118"/>
                  <a:gd name="T22" fmla="*/ 46 w 55"/>
                  <a:gd name="T23" fmla="*/ 20 h 118"/>
                  <a:gd name="T24" fmla="*/ 46 w 55"/>
                  <a:gd name="T25" fmla="*/ 20 h 118"/>
                  <a:gd name="T26" fmla="*/ 53 w 55"/>
                  <a:gd name="T27" fmla="*/ 14 h 118"/>
                  <a:gd name="T28" fmla="*/ 55 w 55"/>
                  <a:gd name="T29" fmla="*/ 6 h 118"/>
                  <a:gd name="T30" fmla="*/ 49 w 55"/>
                  <a:gd name="T31" fmla="*/ 8 h 118"/>
                  <a:gd name="T32" fmla="*/ 44 w 55"/>
                  <a:gd name="T33" fmla="*/ 6 h 118"/>
                  <a:gd name="T34" fmla="*/ 42 w 55"/>
                  <a:gd name="T35" fmla="*/ 2 h 118"/>
                  <a:gd name="T36" fmla="*/ 40 w 55"/>
                  <a:gd name="T37" fmla="*/ 0 h 118"/>
                  <a:gd name="T38" fmla="*/ 38 w 55"/>
                  <a:gd name="T39" fmla="*/ 2 h 118"/>
                  <a:gd name="T40" fmla="*/ 38 w 55"/>
                  <a:gd name="T41" fmla="*/ 0 h 118"/>
                  <a:gd name="T42" fmla="*/ 28 w 55"/>
                  <a:gd name="T43" fmla="*/ 4 h 118"/>
                  <a:gd name="T44" fmla="*/ 18 w 55"/>
                  <a:gd name="T45" fmla="*/ 4 h 118"/>
                  <a:gd name="T46" fmla="*/ 8 w 55"/>
                  <a:gd name="T47" fmla="*/ 4 h 118"/>
                  <a:gd name="T48" fmla="*/ 8 w 55"/>
                  <a:gd name="T49" fmla="*/ 14 h 118"/>
                  <a:gd name="T50" fmla="*/ 10 w 55"/>
                  <a:gd name="T51" fmla="*/ 16 h 118"/>
                  <a:gd name="T52" fmla="*/ 12 w 55"/>
                  <a:gd name="T53" fmla="*/ 24 h 118"/>
                  <a:gd name="T54" fmla="*/ 12 w 55"/>
                  <a:gd name="T55" fmla="*/ 30 h 118"/>
                  <a:gd name="T56" fmla="*/ 14 w 55"/>
                  <a:gd name="T57" fmla="*/ 38 h 118"/>
                  <a:gd name="T58" fmla="*/ 12 w 55"/>
                  <a:gd name="T59" fmla="*/ 42 h 118"/>
                  <a:gd name="T60" fmla="*/ 10 w 55"/>
                  <a:gd name="T61" fmla="*/ 44 h 118"/>
                  <a:gd name="T62" fmla="*/ 8 w 55"/>
                  <a:gd name="T63" fmla="*/ 50 h 118"/>
                  <a:gd name="T64" fmla="*/ 4 w 55"/>
                  <a:gd name="T65" fmla="*/ 54 h 118"/>
                  <a:gd name="T66" fmla="*/ 0 w 55"/>
                  <a:gd name="T67" fmla="*/ 58 h 118"/>
                  <a:gd name="T68" fmla="*/ 2 w 55"/>
                  <a:gd name="T69" fmla="*/ 72 h 118"/>
                  <a:gd name="T70" fmla="*/ 4 w 55"/>
                  <a:gd name="T71" fmla="*/ 72 h 118"/>
                  <a:gd name="T72" fmla="*/ 8 w 55"/>
                  <a:gd name="T73" fmla="*/ 74 h 118"/>
                  <a:gd name="T74" fmla="*/ 10 w 55"/>
                  <a:gd name="T75" fmla="*/ 86 h 118"/>
                  <a:gd name="T76" fmla="*/ 22 w 55"/>
                  <a:gd name="T77" fmla="*/ 118 h 118"/>
                  <a:gd name="T78" fmla="*/ 26 w 55"/>
                  <a:gd name="T79" fmla="*/ 118 h 118"/>
                  <a:gd name="T80" fmla="*/ 30 w 55"/>
                  <a:gd name="T81" fmla="*/ 116 h 118"/>
                  <a:gd name="T82" fmla="*/ 30 w 55"/>
                  <a:gd name="T83" fmla="*/ 112 h 118"/>
                  <a:gd name="T84" fmla="*/ 34 w 55"/>
                  <a:gd name="T85" fmla="*/ 108 h 118"/>
                  <a:gd name="T86" fmla="*/ 34 w 55"/>
                  <a:gd name="T87" fmla="*/ 106 h 118"/>
                  <a:gd name="T88" fmla="*/ 34 w 55"/>
                  <a:gd name="T89" fmla="*/ 94 h 118"/>
                  <a:gd name="T90" fmla="*/ 34 w 55"/>
                  <a:gd name="T91" fmla="*/ 92 h 118"/>
                  <a:gd name="T92" fmla="*/ 38 w 55"/>
                  <a:gd name="T93" fmla="*/ 92 h 118"/>
                  <a:gd name="T94" fmla="*/ 44 w 55"/>
                  <a:gd name="T95" fmla="*/ 90 h 118"/>
                  <a:gd name="T96" fmla="*/ 49 w 55"/>
                  <a:gd name="T97" fmla="*/ 86 h 118"/>
                  <a:gd name="T98" fmla="*/ 51 w 55"/>
                  <a:gd name="T99" fmla="*/ 80 h 118"/>
                  <a:gd name="T100" fmla="*/ 55 w 55"/>
                  <a:gd name="T101"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 h="118">
                    <a:moveTo>
                      <a:pt x="55" y="70"/>
                    </a:moveTo>
                    <a:lnTo>
                      <a:pt x="55" y="70"/>
                    </a:lnTo>
                    <a:lnTo>
                      <a:pt x="49" y="68"/>
                    </a:lnTo>
                    <a:lnTo>
                      <a:pt x="49" y="68"/>
                    </a:lnTo>
                    <a:lnTo>
                      <a:pt x="44" y="66"/>
                    </a:lnTo>
                    <a:lnTo>
                      <a:pt x="42" y="64"/>
                    </a:lnTo>
                    <a:lnTo>
                      <a:pt x="42" y="64"/>
                    </a:lnTo>
                    <a:lnTo>
                      <a:pt x="42" y="60"/>
                    </a:lnTo>
                    <a:lnTo>
                      <a:pt x="42" y="56"/>
                    </a:lnTo>
                    <a:lnTo>
                      <a:pt x="42" y="56"/>
                    </a:lnTo>
                    <a:lnTo>
                      <a:pt x="49" y="48"/>
                    </a:lnTo>
                    <a:lnTo>
                      <a:pt x="49" y="48"/>
                    </a:lnTo>
                    <a:lnTo>
                      <a:pt x="49" y="44"/>
                    </a:lnTo>
                    <a:lnTo>
                      <a:pt x="49" y="44"/>
                    </a:lnTo>
                    <a:lnTo>
                      <a:pt x="51" y="44"/>
                    </a:lnTo>
                    <a:lnTo>
                      <a:pt x="51" y="44"/>
                    </a:lnTo>
                    <a:lnTo>
                      <a:pt x="51" y="40"/>
                    </a:lnTo>
                    <a:lnTo>
                      <a:pt x="49" y="36"/>
                    </a:lnTo>
                    <a:lnTo>
                      <a:pt x="49" y="36"/>
                    </a:lnTo>
                    <a:lnTo>
                      <a:pt x="51" y="30"/>
                    </a:lnTo>
                    <a:lnTo>
                      <a:pt x="51" y="30"/>
                    </a:lnTo>
                    <a:lnTo>
                      <a:pt x="46" y="30"/>
                    </a:lnTo>
                    <a:lnTo>
                      <a:pt x="46" y="30"/>
                    </a:lnTo>
                    <a:lnTo>
                      <a:pt x="46" y="20"/>
                    </a:lnTo>
                    <a:lnTo>
                      <a:pt x="46" y="20"/>
                    </a:lnTo>
                    <a:lnTo>
                      <a:pt x="46" y="20"/>
                    </a:lnTo>
                    <a:lnTo>
                      <a:pt x="46" y="20"/>
                    </a:lnTo>
                    <a:lnTo>
                      <a:pt x="53" y="14"/>
                    </a:lnTo>
                    <a:lnTo>
                      <a:pt x="55" y="8"/>
                    </a:lnTo>
                    <a:lnTo>
                      <a:pt x="55" y="6"/>
                    </a:lnTo>
                    <a:lnTo>
                      <a:pt x="53" y="6"/>
                    </a:lnTo>
                    <a:lnTo>
                      <a:pt x="49" y="8"/>
                    </a:lnTo>
                    <a:lnTo>
                      <a:pt x="49" y="8"/>
                    </a:lnTo>
                    <a:lnTo>
                      <a:pt x="44" y="6"/>
                    </a:lnTo>
                    <a:lnTo>
                      <a:pt x="44" y="6"/>
                    </a:lnTo>
                    <a:lnTo>
                      <a:pt x="42" y="2"/>
                    </a:lnTo>
                    <a:lnTo>
                      <a:pt x="40" y="0"/>
                    </a:lnTo>
                    <a:lnTo>
                      <a:pt x="40" y="0"/>
                    </a:lnTo>
                    <a:lnTo>
                      <a:pt x="40" y="2"/>
                    </a:lnTo>
                    <a:lnTo>
                      <a:pt x="38" y="2"/>
                    </a:lnTo>
                    <a:lnTo>
                      <a:pt x="38" y="0"/>
                    </a:lnTo>
                    <a:lnTo>
                      <a:pt x="38" y="0"/>
                    </a:lnTo>
                    <a:lnTo>
                      <a:pt x="32" y="0"/>
                    </a:lnTo>
                    <a:lnTo>
                      <a:pt x="28" y="4"/>
                    </a:lnTo>
                    <a:lnTo>
                      <a:pt x="28" y="4"/>
                    </a:lnTo>
                    <a:lnTo>
                      <a:pt x="18" y="4"/>
                    </a:lnTo>
                    <a:lnTo>
                      <a:pt x="8" y="4"/>
                    </a:lnTo>
                    <a:lnTo>
                      <a:pt x="8" y="4"/>
                    </a:lnTo>
                    <a:lnTo>
                      <a:pt x="8" y="10"/>
                    </a:lnTo>
                    <a:lnTo>
                      <a:pt x="8" y="14"/>
                    </a:lnTo>
                    <a:lnTo>
                      <a:pt x="10" y="16"/>
                    </a:lnTo>
                    <a:lnTo>
                      <a:pt x="10" y="16"/>
                    </a:lnTo>
                    <a:lnTo>
                      <a:pt x="12" y="20"/>
                    </a:lnTo>
                    <a:lnTo>
                      <a:pt x="12" y="24"/>
                    </a:lnTo>
                    <a:lnTo>
                      <a:pt x="12" y="24"/>
                    </a:lnTo>
                    <a:lnTo>
                      <a:pt x="12" y="30"/>
                    </a:lnTo>
                    <a:lnTo>
                      <a:pt x="14" y="38"/>
                    </a:lnTo>
                    <a:lnTo>
                      <a:pt x="14" y="38"/>
                    </a:lnTo>
                    <a:lnTo>
                      <a:pt x="14" y="40"/>
                    </a:lnTo>
                    <a:lnTo>
                      <a:pt x="12" y="42"/>
                    </a:lnTo>
                    <a:lnTo>
                      <a:pt x="12" y="44"/>
                    </a:lnTo>
                    <a:lnTo>
                      <a:pt x="10" y="44"/>
                    </a:lnTo>
                    <a:lnTo>
                      <a:pt x="10" y="44"/>
                    </a:lnTo>
                    <a:lnTo>
                      <a:pt x="8" y="50"/>
                    </a:lnTo>
                    <a:lnTo>
                      <a:pt x="4" y="54"/>
                    </a:lnTo>
                    <a:lnTo>
                      <a:pt x="4" y="54"/>
                    </a:lnTo>
                    <a:lnTo>
                      <a:pt x="0" y="54"/>
                    </a:lnTo>
                    <a:lnTo>
                      <a:pt x="0" y="58"/>
                    </a:lnTo>
                    <a:lnTo>
                      <a:pt x="0" y="58"/>
                    </a:lnTo>
                    <a:lnTo>
                      <a:pt x="2" y="72"/>
                    </a:lnTo>
                    <a:lnTo>
                      <a:pt x="2" y="72"/>
                    </a:lnTo>
                    <a:lnTo>
                      <a:pt x="4" y="72"/>
                    </a:lnTo>
                    <a:lnTo>
                      <a:pt x="6" y="72"/>
                    </a:lnTo>
                    <a:lnTo>
                      <a:pt x="8" y="74"/>
                    </a:lnTo>
                    <a:lnTo>
                      <a:pt x="8" y="74"/>
                    </a:lnTo>
                    <a:lnTo>
                      <a:pt x="10" y="86"/>
                    </a:lnTo>
                    <a:lnTo>
                      <a:pt x="18" y="88"/>
                    </a:lnTo>
                    <a:lnTo>
                      <a:pt x="22" y="118"/>
                    </a:lnTo>
                    <a:lnTo>
                      <a:pt x="26" y="118"/>
                    </a:lnTo>
                    <a:lnTo>
                      <a:pt x="26" y="118"/>
                    </a:lnTo>
                    <a:lnTo>
                      <a:pt x="28" y="116"/>
                    </a:lnTo>
                    <a:lnTo>
                      <a:pt x="30" y="116"/>
                    </a:lnTo>
                    <a:lnTo>
                      <a:pt x="30" y="112"/>
                    </a:lnTo>
                    <a:lnTo>
                      <a:pt x="30" y="112"/>
                    </a:lnTo>
                    <a:lnTo>
                      <a:pt x="32" y="110"/>
                    </a:lnTo>
                    <a:lnTo>
                      <a:pt x="34" y="108"/>
                    </a:lnTo>
                    <a:lnTo>
                      <a:pt x="34" y="106"/>
                    </a:lnTo>
                    <a:lnTo>
                      <a:pt x="34" y="106"/>
                    </a:lnTo>
                    <a:lnTo>
                      <a:pt x="32" y="98"/>
                    </a:lnTo>
                    <a:lnTo>
                      <a:pt x="34" y="94"/>
                    </a:lnTo>
                    <a:lnTo>
                      <a:pt x="34" y="94"/>
                    </a:lnTo>
                    <a:lnTo>
                      <a:pt x="34" y="92"/>
                    </a:lnTo>
                    <a:lnTo>
                      <a:pt x="38" y="92"/>
                    </a:lnTo>
                    <a:lnTo>
                      <a:pt x="38" y="92"/>
                    </a:lnTo>
                    <a:lnTo>
                      <a:pt x="42" y="90"/>
                    </a:lnTo>
                    <a:lnTo>
                      <a:pt x="44" y="90"/>
                    </a:lnTo>
                    <a:lnTo>
                      <a:pt x="49" y="86"/>
                    </a:lnTo>
                    <a:lnTo>
                      <a:pt x="49" y="86"/>
                    </a:lnTo>
                    <a:lnTo>
                      <a:pt x="51" y="82"/>
                    </a:lnTo>
                    <a:lnTo>
                      <a:pt x="51" y="80"/>
                    </a:lnTo>
                    <a:lnTo>
                      <a:pt x="51" y="78"/>
                    </a:lnTo>
                    <a:lnTo>
                      <a:pt x="55"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0" name="Freeform 29">
                <a:extLst>
                  <a:ext uri="{FF2B5EF4-FFF2-40B4-BE49-F238E27FC236}">
                    <a16:creationId xmlns:a16="http://schemas.microsoft.com/office/drawing/2014/main" id="{62364CB9-CDBF-0542-8ED9-D7B5116AD1D3}"/>
                  </a:ext>
                </a:extLst>
              </p:cNvPr>
              <p:cNvSpPr>
                <a:spLocks/>
              </p:cNvSpPr>
              <p:nvPr/>
            </p:nvSpPr>
            <p:spPr bwMode="auto">
              <a:xfrm>
                <a:off x="5893559" y="3987169"/>
                <a:ext cx="50880" cy="204239"/>
              </a:xfrm>
              <a:custGeom>
                <a:avLst/>
                <a:gdLst>
                  <a:gd name="T0" fmla="*/ 16 w 26"/>
                  <a:gd name="T1" fmla="*/ 100 h 102"/>
                  <a:gd name="T2" fmla="*/ 20 w 26"/>
                  <a:gd name="T3" fmla="*/ 94 h 102"/>
                  <a:gd name="T4" fmla="*/ 20 w 26"/>
                  <a:gd name="T5" fmla="*/ 100 h 102"/>
                  <a:gd name="T6" fmla="*/ 18 w 26"/>
                  <a:gd name="T7" fmla="*/ 102 h 102"/>
                  <a:gd name="T8" fmla="*/ 20 w 26"/>
                  <a:gd name="T9" fmla="*/ 102 h 102"/>
                  <a:gd name="T10" fmla="*/ 22 w 26"/>
                  <a:gd name="T11" fmla="*/ 98 h 102"/>
                  <a:gd name="T12" fmla="*/ 24 w 26"/>
                  <a:gd name="T13" fmla="*/ 98 h 102"/>
                  <a:gd name="T14" fmla="*/ 26 w 26"/>
                  <a:gd name="T15" fmla="*/ 98 h 102"/>
                  <a:gd name="T16" fmla="*/ 24 w 26"/>
                  <a:gd name="T17" fmla="*/ 90 h 102"/>
                  <a:gd name="T18" fmla="*/ 24 w 26"/>
                  <a:gd name="T19" fmla="*/ 86 h 102"/>
                  <a:gd name="T20" fmla="*/ 24 w 26"/>
                  <a:gd name="T21" fmla="*/ 84 h 102"/>
                  <a:gd name="T22" fmla="*/ 22 w 26"/>
                  <a:gd name="T23" fmla="*/ 78 h 102"/>
                  <a:gd name="T24" fmla="*/ 24 w 26"/>
                  <a:gd name="T25" fmla="*/ 68 h 102"/>
                  <a:gd name="T26" fmla="*/ 24 w 26"/>
                  <a:gd name="T27" fmla="*/ 64 h 102"/>
                  <a:gd name="T28" fmla="*/ 24 w 26"/>
                  <a:gd name="T29" fmla="*/ 58 h 102"/>
                  <a:gd name="T30" fmla="*/ 24 w 26"/>
                  <a:gd name="T31" fmla="*/ 46 h 102"/>
                  <a:gd name="T32" fmla="*/ 24 w 26"/>
                  <a:gd name="T33" fmla="*/ 38 h 102"/>
                  <a:gd name="T34" fmla="*/ 24 w 26"/>
                  <a:gd name="T35" fmla="*/ 36 h 102"/>
                  <a:gd name="T36" fmla="*/ 22 w 26"/>
                  <a:gd name="T37" fmla="*/ 28 h 102"/>
                  <a:gd name="T38" fmla="*/ 22 w 26"/>
                  <a:gd name="T39" fmla="*/ 22 h 102"/>
                  <a:gd name="T40" fmla="*/ 12 w 26"/>
                  <a:gd name="T41" fmla="*/ 16 h 102"/>
                  <a:gd name="T42" fmla="*/ 12 w 26"/>
                  <a:gd name="T43" fmla="*/ 2 h 102"/>
                  <a:gd name="T44" fmla="*/ 6 w 26"/>
                  <a:gd name="T45" fmla="*/ 2 h 102"/>
                  <a:gd name="T46" fmla="*/ 0 w 26"/>
                  <a:gd name="T47" fmla="*/ 0 h 102"/>
                  <a:gd name="T48" fmla="*/ 0 w 26"/>
                  <a:gd name="T49" fmla="*/ 12 h 102"/>
                  <a:gd name="T50" fmla="*/ 0 w 26"/>
                  <a:gd name="T51" fmla="*/ 14 h 102"/>
                  <a:gd name="T52" fmla="*/ 4 w 26"/>
                  <a:gd name="T53" fmla="*/ 22 h 102"/>
                  <a:gd name="T54" fmla="*/ 6 w 26"/>
                  <a:gd name="T55" fmla="*/ 28 h 102"/>
                  <a:gd name="T56" fmla="*/ 4 w 26"/>
                  <a:gd name="T57" fmla="*/ 34 h 102"/>
                  <a:gd name="T58" fmla="*/ 4 w 26"/>
                  <a:gd name="T59" fmla="*/ 38 h 102"/>
                  <a:gd name="T60" fmla="*/ 6 w 26"/>
                  <a:gd name="T61" fmla="*/ 40 h 102"/>
                  <a:gd name="T62" fmla="*/ 4 w 26"/>
                  <a:gd name="T63" fmla="*/ 46 h 102"/>
                  <a:gd name="T64" fmla="*/ 4 w 26"/>
                  <a:gd name="T65" fmla="*/ 52 h 102"/>
                  <a:gd name="T66" fmla="*/ 8 w 26"/>
                  <a:gd name="T67" fmla="*/ 56 h 102"/>
                  <a:gd name="T68" fmla="*/ 10 w 26"/>
                  <a:gd name="T69" fmla="*/ 60 h 102"/>
                  <a:gd name="T70" fmla="*/ 8 w 26"/>
                  <a:gd name="T71" fmla="*/ 74 h 102"/>
                  <a:gd name="T72" fmla="*/ 8 w 26"/>
                  <a:gd name="T73" fmla="*/ 80 h 102"/>
                  <a:gd name="T74" fmla="*/ 8 w 26"/>
                  <a:gd name="T75" fmla="*/ 82 h 102"/>
                  <a:gd name="T76" fmla="*/ 8 w 26"/>
                  <a:gd name="T77" fmla="*/ 84 h 102"/>
                  <a:gd name="T78" fmla="*/ 8 w 26"/>
                  <a:gd name="T79" fmla="*/ 84 h 102"/>
                  <a:gd name="T80" fmla="*/ 16 w 26"/>
                  <a:gd name="T81" fmla="*/ 10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102">
                    <a:moveTo>
                      <a:pt x="16" y="100"/>
                    </a:moveTo>
                    <a:lnTo>
                      <a:pt x="16" y="100"/>
                    </a:lnTo>
                    <a:lnTo>
                      <a:pt x="20" y="94"/>
                    </a:lnTo>
                    <a:lnTo>
                      <a:pt x="20" y="94"/>
                    </a:lnTo>
                    <a:lnTo>
                      <a:pt x="20" y="98"/>
                    </a:lnTo>
                    <a:lnTo>
                      <a:pt x="20" y="100"/>
                    </a:lnTo>
                    <a:lnTo>
                      <a:pt x="20" y="100"/>
                    </a:lnTo>
                    <a:lnTo>
                      <a:pt x="18" y="102"/>
                    </a:lnTo>
                    <a:lnTo>
                      <a:pt x="18" y="102"/>
                    </a:lnTo>
                    <a:lnTo>
                      <a:pt x="20" y="102"/>
                    </a:lnTo>
                    <a:lnTo>
                      <a:pt x="20" y="102"/>
                    </a:lnTo>
                    <a:lnTo>
                      <a:pt x="22" y="98"/>
                    </a:lnTo>
                    <a:lnTo>
                      <a:pt x="22" y="98"/>
                    </a:lnTo>
                    <a:lnTo>
                      <a:pt x="24" y="98"/>
                    </a:lnTo>
                    <a:lnTo>
                      <a:pt x="26" y="98"/>
                    </a:lnTo>
                    <a:lnTo>
                      <a:pt x="26" y="98"/>
                    </a:lnTo>
                    <a:lnTo>
                      <a:pt x="26" y="96"/>
                    </a:lnTo>
                    <a:lnTo>
                      <a:pt x="24" y="90"/>
                    </a:lnTo>
                    <a:lnTo>
                      <a:pt x="24" y="90"/>
                    </a:lnTo>
                    <a:lnTo>
                      <a:pt x="24" y="86"/>
                    </a:lnTo>
                    <a:lnTo>
                      <a:pt x="24" y="86"/>
                    </a:lnTo>
                    <a:lnTo>
                      <a:pt x="24" y="84"/>
                    </a:lnTo>
                    <a:lnTo>
                      <a:pt x="22" y="78"/>
                    </a:lnTo>
                    <a:lnTo>
                      <a:pt x="22" y="78"/>
                    </a:lnTo>
                    <a:lnTo>
                      <a:pt x="22" y="74"/>
                    </a:lnTo>
                    <a:lnTo>
                      <a:pt x="24" y="68"/>
                    </a:lnTo>
                    <a:lnTo>
                      <a:pt x="24" y="68"/>
                    </a:lnTo>
                    <a:lnTo>
                      <a:pt x="24" y="64"/>
                    </a:lnTo>
                    <a:lnTo>
                      <a:pt x="24" y="58"/>
                    </a:lnTo>
                    <a:lnTo>
                      <a:pt x="24" y="58"/>
                    </a:lnTo>
                    <a:lnTo>
                      <a:pt x="22" y="52"/>
                    </a:lnTo>
                    <a:lnTo>
                      <a:pt x="24" y="46"/>
                    </a:lnTo>
                    <a:lnTo>
                      <a:pt x="24" y="46"/>
                    </a:lnTo>
                    <a:lnTo>
                      <a:pt x="24" y="38"/>
                    </a:lnTo>
                    <a:lnTo>
                      <a:pt x="24" y="36"/>
                    </a:lnTo>
                    <a:lnTo>
                      <a:pt x="24" y="36"/>
                    </a:lnTo>
                    <a:lnTo>
                      <a:pt x="22" y="34"/>
                    </a:lnTo>
                    <a:lnTo>
                      <a:pt x="22" y="28"/>
                    </a:lnTo>
                    <a:lnTo>
                      <a:pt x="22" y="28"/>
                    </a:lnTo>
                    <a:lnTo>
                      <a:pt x="22" y="22"/>
                    </a:lnTo>
                    <a:lnTo>
                      <a:pt x="22" y="20"/>
                    </a:lnTo>
                    <a:lnTo>
                      <a:pt x="12" y="16"/>
                    </a:lnTo>
                    <a:lnTo>
                      <a:pt x="12" y="2"/>
                    </a:lnTo>
                    <a:lnTo>
                      <a:pt x="12" y="2"/>
                    </a:lnTo>
                    <a:lnTo>
                      <a:pt x="6" y="2"/>
                    </a:lnTo>
                    <a:lnTo>
                      <a:pt x="6" y="2"/>
                    </a:lnTo>
                    <a:lnTo>
                      <a:pt x="0" y="0"/>
                    </a:lnTo>
                    <a:lnTo>
                      <a:pt x="0" y="0"/>
                    </a:lnTo>
                    <a:lnTo>
                      <a:pt x="0" y="6"/>
                    </a:lnTo>
                    <a:lnTo>
                      <a:pt x="0" y="12"/>
                    </a:lnTo>
                    <a:lnTo>
                      <a:pt x="0" y="14"/>
                    </a:lnTo>
                    <a:lnTo>
                      <a:pt x="0" y="14"/>
                    </a:lnTo>
                    <a:lnTo>
                      <a:pt x="4" y="16"/>
                    </a:lnTo>
                    <a:lnTo>
                      <a:pt x="4" y="22"/>
                    </a:lnTo>
                    <a:lnTo>
                      <a:pt x="4" y="22"/>
                    </a:lnTo>
                    <a:lnTo>
                      <a:pt x="6" y="28"/>
                    </a:lnTo>
                    <a:lnTo>
                      <a:pt x="4" y="34"/>
                    </a:lnTo>
                    <a:lnTo>
                      <a:pt x="4" y="34"/>
                    </a:lnTo>
                    <a:lnTo>
                      <a:pt x="4" y="36"/>
                    </a:lnTo>
                    <a:lnTo>
                      <a:pt x="4" y="38"/>
                    </a:lnTo>
                    <a:lnTo>
                      <a:pt x="6" y="38"/>
                    </a:lnTo>
                    <a:lnTo>
                      <a:pt x="6" y="40"/>
                    </a:lnTo>
                    <a:lnTo>
                      <a:pt x="6" y="40"/>
                    </a:lnTo>
                    <a:lnTo>
                      <a:pt x="4" y="46"/>
                    </a:lnTo>
                    <a:lnTo>
                      <a:pt x="4" y="48"/>
                    </a:lnTo>
                    <a:lnTo>
                      <a:pt x="4" y="52"/>
                    </a:lnTo>
                    <a:lnTo>
                      <a:pt x="4" y="52"/>
                    </a:lnTo>
                    <a:lnTo>
                      <a:pt x="8" y="56"/>
                    </a:lnTo>
                    <a:lnTo>
                      <a:pt x="10" y="60"/>
                    </a:lnTo>
                    <a:lnTo>
                      <a:pt x="10" y="60"/>
                    </a:lnTo>
                    <a:lnTo>
                      <a:pt x="8" y="74"/>
                    </a:lnTo>
                    <a:lnTo>
                      <a:pt x="8" y="74"/>
                    </a:lnTo>
                    <a:lnTo>
                      <a:pt x="6" y="78"/>
                    </a:lnTo>
                    <a:lnTo>
                      <a:pt x="8" y="80"/>
                    </a:lnTo>
                    <a:lnTo>
                      <a:pt x="8" y="80"/>
                    </a:lnTo>
                    <a:lnTo>
                      <a:pt x="8" y="82"/>
                    </a:lnTo>
                    <a:lnTo>
                      <a:pt x="8" y="82"/>
                    </a:lnTo>
                    <a:lnTo>
                      <a:pt x="8" y="84"/>
                    </a:lnTo>
                    <a:lnTo>
                      <a:pt x="8" y="84"/>
                    </a:lnTo>
                    <a:lnTo>
                      <a:pt x="8" y="84"/>
                    </a:lnTo>
                    <a:lnTo>
                      <a:pt x="16" y="100"/>
                    </a:lnTo>
                    <a:lnTo>
                      <a:pt x="16"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1" name="Freeform 31">
                <a:extLst>
                  <a:ext uri="{FF2B5EF4-FFF2-40B4-BE49-F238E27FC236}">
                    <a16:creationId xmlns:a16="http://schemas.microsoft.com/office/drawing/2014/main" id="{9DF4553A-DB7C-E84C-A2F2-0DA42B3547DA}"/>
                  </a:ext>
                </a:extLst>
              </p:cNvPr>
              <p:cNvSpPr>
                <a:spLocks/>
              </p:cNvSpPr>
              <p:nvPr/>
            </p:nvSpPr>
            <p:spPr bwMode="auto">
              <a:xfrm>
                <a:off x="6678277" y="4443705"/>
                <a:ext cx="281794" cy="344404"/>
              </a:xfrm>
              <a:custGeom>
                <a:avLst/>
                <a:gdLst>
                  <a:gd name="T0" fmla="*/ 126 w 144"/>
                  <a:gd name="T1" fmla="*/ 54 h 172"/>
                  <a:gd name="T2" fmla="*/ 126 w 144"/>
                  <a:gd name="T3" fmla="*/ 58 h 172"/>
                  <a:gd name="T4" fmla="*/ 124 w 144"/>
                  <a:gd name="T5" fmla="*/ 68 h 172"/>
                  <a:gd name="T6" fmla="*/ 122 w 144"/>
                  <a:gd name="T7" fmla="*/ 74 h 172"/>
                  <a:gd name="T8" fmla="*/ 128 w 144"/>
                  <a:gd name="T9" fmla="*/ 86 h 172"/>
                  <a:gd name="T10" fmla="*/ 132 w 144"/>
                  <a:gd name="T11" fmla="*/ 96 h 172"/>
                  <a:gd name="T12" fmla="*/ 130 w 144"/>
                  <a:gd name="T13" fmla="*/ 122 h 172"/>
                  <a:gd name="T14" fmla="*/ 134 w 144"/>
                  <a:gd name="T15" fmla="*/ 136 h 172"/>
                  <a:gd name="T16" fmla="*/ 142 w 144"/>
                  <a:gd name="T17" fmla="*/ 146 h 172"/>
                  <a:gd name="T18" fmla="*/ 144 w 144"/>
                  <a:gd name="T19" fmla="*/ 150 h 172"/>
                  <a:gd name="T20" fmla="*/ 120 w 144"/>
                  <a:gd name="T21" fmla="*/ 160 h 172"/>
                  <a:gd name="T22" fmla="*/ 114 w 144"/>
                  <a:gd name="T23" fmla="*/ 164 h 172"/>
                  <a:gd name="T24" fmla="*/ 106 w 144"/>
                  <a:gd name="T25" fmla="*/ 164 h 172"/>
                  <a:gd name="T26" fmla="*/ 92 w 144"/>
                  <a:gd name="T27" fmla="*/ 170 h 172"/>
                  <a:gd name="T28" fmla="*/ 80 w 144"/>
                  <a:gd name="T29" fmla="*/ 172 h 172"/>
                  <a:gd name="T30" fmla="*/ 76 w 144"/>
                  <a:gd name="T31" fmla="*/ 166 h 172"/>
                  <a:gd name="T32" fmla="*/ 66 w 144"/>
                  <a:gd name="T33" fmla="*/ 170 h 172"/>
                  <a:gd name="T34" fmla="*/ 66 w 144"/>
                  <a:gd name="T35" fmla="*/ 166 h 172"/>
                  <a:gd name="T36" fmla="*/ 60 w 144"/>
                  <a:gd name="T37" fmla="*/ 134 h 172"/>
                  <a:gd name="T38" fmla="*/ 56 w 144"/>
                  <a:gd name="T39" fmla="*/ 130 h 172"/>
                  <a:gd name="T40" fmla="*/ 36 w 144"/>
                  <a:gd name="T41" fmla="*/ 126 h 172"/>
                  <a:gd name="T42" fmla="*/ 30 w 144"/>
                  <a:gd name="T43" fmla="*/ 122 h 172"/>
                  <a:gd name="T44" fmla="*/ 28 w 144"/>
                  <a:gd name="T45" fmla="*/ 114 h 172"/>
                  <a:gd name="T46" fmla="*/ 22 w 144"/>
                  <a:gd name="T47" fmla="*/ 110 h 172"/>
                  <a:gd name="T48" fmla="*/ 20 w 144"/>
                  <a:gd name="T49" fmla="*/ 104 h 172"/>
                  <a:gd name="T50" fmla="*/ 14 w 144"/>
                  <a:gd name="T51" fmla="*/ 96 h 172"/>
                  <a:gd name="T52" fmla="*/ 16 w 144"/>
                  <a:gd name="T53" fmla="*/ 84 h 172"/>
                  <a:gd name="T54" fmla="*/ 0 w 144"/>
                  <a:gd name="T55" fmla="*/ 72 h 172"/>
                  <a:gd name="T56" fmla="*/ 0 w 144"/>
                  <a:gd name="T57" fmla="*/ 60 h 172"/>
                  <a:gd name="T58" fmla="*/ 2 w 144"/>
                  <a:gd name="T59" fmla="*/ 58 h 172"/>
                  <a:gd name="T60" fmla="*/ 0 w 144"/>
                  <a:gd name="T61" fmla="*/ 54 h 172"/>
                  <a:gd name="T62" fmla="*/ 6 w 144"/>
                  <a:gd name="T63" fmla="*/ 52 h 172"/>
                  <a:gd name="T64" fmla="*/ 20 w 144"/>
                  <a:gd name="T65" fmla="*/ 36 h 172"/>
                  <a:gd name="T66" fmla="*/ 22 w 144"/>
                  <a:gd name="T67" fmla="*/ 30 h 172"/>
                  <a:gd name="T68" fmla="*/ 16 w 144"/>
                  <a:gd name="T69" fmla="*/ 24 h 172"/>
                  <a:gd name="T70" fmla="*/ 18 w 144"/>
                  <a:gd name="T71" fmla="*/ 16 h 172"/>
                  <a:gd name="T72" fmla="*/ 32 w 144"/>
                  <a:gd name="T73" fmla="*/ 0 h 172"/>
                  <a:gd name="T74" fmla="*/ 30 w 144"/>
                  <a:gd name="T75" fmla="*/ 16 h 172"/>
                  <a:gd name="T76" fmla="*/ 36 w 144"/>
                  <a:gd name="T77" fmla="*/ 26 h 172"/>
                  <a:gd name="T78" fmla="*/ 38 w 144"/>
                  <a:gd name="T79" fmla="*/ 20 h 172"/>
                  <a:gd name="T80" fmla="*/ 44 w 144"/>
                  <a:gd name="T81" fmla="*/ 18 h 172"/>
                  <a:gd name="T82" fmla="*/ 48 w 144"/>
                  <a:gd name="T83" fmla="*/ 16 h 172"/>
                  <a:gd name="T84" fmla="*/ 54 w 144"/>
                  <a:gd name="T85" fmla="*/ 26 h 172"/>
                  <a:gd name="T86" fmla="*/ 58 w 144"/>
                  <a:gd name="T87" fmla="*/ 18 h 172"/>
                  <a:gd name="T88" fmla="*/ 66 w 144"/>
                  <a:gd name="T89" fmla="*/ 14 h 172"/>
                  <a:gd name="T90" fmla="*/ 62 w 144"/>
                  <a:gd name="T91" fmla="*/ 12 h 172"/>
                  <a:gd name="T92" fmla="*/ 62 w 144"/>
                  <a:gd name="T93" fmla="*/ 10 h 172"/>
                  <a:gd name="T94" fmla="*/ 58 w 144"/>
                  <a:gd name="T95" fmla="*/ 8 h 172"/>
                  <a:gd name="T96" fmla="*/ 104 w 144"/>
                  <a:gd name="T97" fmla="*/ 20 h 172"/>
                  <a:gd name="T98" fmla="*/ 108 w 144"/>
                  <a:gd name="T99" fmla="*/ 32 h 172"/>
                  <a:gd name="T100" fmla="*/ 112 w 144"/>
                  <a:gd name="T101" fmla="*/ 3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72">
                    <a:moveTo>
                      <a:pt x="130" y="46"/>
                    </a:moveTo>
                    <a:lnTo>
                      <a:pt x="130" y="46"/>
                    </a:lnTo>
                    <a:lnTo>
                      <a:pt x="128" y="54"/>
                    </a:lnTo>
                    <a:lnTo>
                      <a:pt x="126" y="54"/>
                    </a:lnTo>
                    <a:lnTo>
                      <a:pt x="126" y="54"/>
                    </a:lnTo>
                    <a:lnTo>
                      <a:pt x="126" y="56"/>
                    </a:lnTo>
                    <a:lnTo>
                      <a:pt x="126" y="58"/>
                    </a:lnTo>
                    <a:lnTo>
                      <a:pt x="126" y="58"/>
                    </a:lnTo>
                    <a:lnTo>
                      <a:pt x="126" y="60"/>
                    </a:lnTo>
                    <a:lnTo>
                      <a:pt x="124" y="62"/>
                    </a:lnTo>
                    <a:lnTo>
                      <a:pt x="124" y="68"/>
                    </a:lnTo>
                    <a:lnTo>
                      <a:pt x="124" y="68"/>
                    </a:lnTo>
                    <a:lnTo>
                      <a:pt x="120" y="70"/>
                    </a:lnTo>
                    <a:lnTo>
                      <a:pt x="120" y="72"/>
                    </a:lnTo>
                    <a:lnTo>
                      <a:pt x="120" y="72"/>
                    </a:lnTo>
                    <a:lnTo>
                      <a:pt x="122" y="74"/>
                    </a:lnTo>
                    <a:lnTo>
                      <a:pt x="122" y="76"/>
                    </a:lnTo>
                    <a:lnTo>
                      <a:pt x="122" y="80"/>
                    </a:lnTo>
                    <a:lnTo>
                      <a:pt x="122" y="80"/>
                    </a:lnTo>
                    <a:lnTo>
                      <a:pt x="128" y="86"/>
                    </a:lnTo>
                    <a:lnTo>
                      <a:pt x="134" y="90"/>
                    </a:lnTo>
                    <a:lnTo>
                      <a:pt x="134" y="90"/>
                    </a:lnTo>
                    <a:lnTo>
                      <a:pt x="134" y="94"/>
                    </a:lnTo>
                    <a:lnTo>
                      <a:pt x="132" y="96"/>
                    </a:lnTo>
                    <a:lnTo>
                      <a:pt x="130" y="100"/>
                    </a:lnTo>
                    <a:lnTo>
                      <a:pt x="130" y="100"/>
                    </a:lnTo>
                    <a:lnTo>
                      <a:pt x="130" y="110"/>
                    </a:lnTo>
                    <a:lnTo>
                      <a:pt x="130" y="122"/>
                    </a:lnTo>
                    <a:lnTo>
                      <a:pt x="130" y="122"/>
                    </a:lnTo>
                    <a:lnTo>
                      <a:pt x="130" y="128"/>
                    </a:lnTo>
                    <a:lnTo>
                      <a:pt x="134" y="136"/>
                    </a:lnTo>
                    <a:lnTo>
                      <a:pt x="134" y="136"/>
                    </a:lnTo>
                    <a:lnTo>
                      <a:pt x="138" y="138"/>
                    </a:lnTo>
                    <a:lnTo>
                      <a:pt x="142" y="142"/>
                    </a:lnTo>
                    <a:lnTo>
                      <a:pt x="142" y="142"/>
                    </a:lnTo>
                    <a:lnTo>
                      <a:pt x="142" y="146"/>
                    </a:lnTo>
                    <a:lnTo>
                      <a:pt x="144" y="146"/>
                    </a:lnTo>
                    <a:lnTo>
                      <a:pt x="144" y="146"/>
                    </a:lnTo>
                    <a:lnTo>
                      <a:pt x="144" y="150"/>
                    </a:lnTo>
                    <a:lnTo>
                      <a:pt x="144" y="150"/>
                    </a:lnTo>
                    <a:lnTo>
                      <a:pt x="130" y="158"/>
                    </a:lnTo>
                    <a:lnTo>
                      <a:pt x="130" y="158"/>
                    </a:lnTo>
                    <a:lnTo>
                      <a:pt x="126" y="160"/>
                    </a:lnTo>
                    <a:lnTo>
                      <a:pt x="120" y="160"/>
                    </a:lnTo>
                    <a:lnTo>
                      <a:pt x="120" y="160"/>
                    </a:lnTo>
                    <a:lnTo>
                      <a:pt x="116" y="162"/>
                    </a:lnTo>
                    <a:lnTo>
                      <a:pt x="114" y="164"/>
                    </a:lnTo>
                    <a:lnTo>
                      <a:pt x="114" y="164"/>
                    </a:lnTo>
                    <a:lnTo>
                      <a:pt x="110" y="166"/>
                    </a:lnTo>
                    <a:lnTo>
                      <a:pt x="108" y="164"/>
                    </a:lnTo>
                    <a:lnTo>
                      <a:pt x="108" y="164"/>
                    </a:lnTo>
                    <a:lnTo>
                      <a:pt x="106" y="164"/>
                    </a:lnTo>
                    <a:lnTo>
                      <a:pt x="106" y="166"/>
                    </a:lnTo>
                    <a:lnTo>
                      <a:pt x="102" y="168"/>
                    </a:lnTo>
                    <a:lnTo>
                      <a:pt x="102" y="168"/>
                    </a:lnTo>
                    <a:lnTo>
                      <a:pt x="92" y="170"/>
                    </a:lnTo>
                    <a:lnTo>
                      <a:pt x="92" y="170"/>
                    </a:lnTo>
                    <a:lnTo>
                      <a:pt x="84" y="172"/>
                    </a:lnTo>
                    <a:lnTo>
                      <a:pt x="84" y="172"/>
                    </a:lnTo>
                    <a:lnTo>
                      <a:pt x="80" y="172"/>
                    </a:lnTo>
                    <a:lnTo>
                      <a:pt x="80" y="170"/>
                    </a:lnTo>
                    <a:lnTo>
                      <a:pt x="78" y="168"/>
                    </a:lnTo>
                    <a:lnTo>
                      <a:pt x="76" y="166"/>
                    </a:lnTo>
                    <a:lnTo>
                      <a:pt x="76" y="166"/>
                    </a:lnTo>
                    <a:lnTo>
                      <a:pt x="74" y="166"/>
                    </a:lnTo>
                    <a:lnTo>
                      <a:pt x="72" y="168"/>
                    </a:lnTo>
                    <a:lnTo>
                      <a:pt x="72" y="168"/>
                    </a:lnTo>
                    <a:lnTo>
                      <a:pt x="66" y="170"/>
                    </a:lnTo>
                    <a:lnTo>
                      <a:pt x="66" y="170"/>
                    </a:lnTo>
                    <a:lnTo>
                      <a:pt x="66" y="170"/>
                    </a:lnTo>
                    <a:lnTo>
                      <a:pt x="66" y="166"/>
                    </a:lnTo>
                    <a:lnTo>
                      <a:pt x="66" y="166"/>
                    </a:lnTo>
                    <a:lnTo>
                      <a:pt x="66" y="152"/>
                    </a:lnTo>
                    <a:lnTo>
                      <a:pt x="66" y="136"/>
                    </a:lnTo>
                    <a:lnTo>
                      <a:pt x="66" y="136"/>
                    </a:lnTo>
                    <a:lnTo>
                      <a:pt x="60" y="134"/>
                    </a:lnTo>
                    <a:lnTo>
                      <a:pt x="60" y="134"/>
                    </a:lnTo>
                    <a:lnTo>
                      <a:pt x="60" y="132"/>
                    </a:lnTo>
                    <a:lnTo>
                      <a:pt x="58" y="130"/>
                    </a:lnTo>
                    <a:lnTo>
                      <a:pt x="56" y="130"/>
                    </a:lnTo>
                    <a:lnTo>
                      <a:pt x="44" y="128"/>
                    </a:lnTo>
                    <a:lnTo>
                      <a:pt x="44" y="128"/>
                    </a:lnTo>
                    <a:lnTo>
                      <a:pt x="40" y="128"/>
                    </a:lnTo>
                    <a:lnTo>
                      <a:pt x="36" y="126"/>
                    </a:lnTo>
                    <a:lnTo>
                      <a:pt x="36" y="126"/>
                    </a:lnTo>
                    <a:lnTo>
                      <a:pt x="32" y="122"/>
                    </a:lnTo>
                    <a:lnTo>
                      <a:pt x="30" y="122"/>
                    </a:lnTo>
                    <a:lnTo>
                      <a:pt x="30" y="122"/>
                    </a:lnTo>
                    <a:lnTo>
                      <a:pt x="28" y="120"/>
                    </a:lnTo>
                    <a:lnTo>
                      <a:pt x="28" y="118"/>
                    </a:lnTo>
                    <a:lnTo>
                      <a:pt x="28" y="114"/>
                    </a:lnTo>
                    <a:lnTo>
                      <a:pt x="28" y="114"/>
                    </a:lnTo>
                    <a:lnTo>
                      <a:pt x="26" y="110"/>
                    </a:lnTo>
                    <a:lnTo>
                      <a:pt x="26" y="110"/>
                    </a:lnTo>
                    <a:lnTo>
                      <a:pt x="22" y="110"/>
                    </a:lnTo>
                    <a:lnTo>
                      <a:pt x="22" y="110"/>
                    </a:lnTo>
                    <a:lnTo>
                      <a:pt x="22" y="104"/>
                    </a:lnTo>
                    <a:lnTo>
                      <a:pt x="22" y="104"/>
                    </a:lnTo>
                    <a:lnTo>
                      <a:pt x="20" y="104"/>
                    </a:lnTo>
                    <a:lnTo>
                      <a:pt x="20" y="104"/>
                    </a:lnTo>
                    <a:lnTo>
                      <a:pt x="18" y="100"/>
                    </a:lnTo>
                    <a:lnTo>
                      <a:pt x="18" y="98"/>
                    </a:lnTo>
                    <a:lnTo>
                      <a:pt x="18" y="98"/>
                    </a:lnTo>
                    <a:lnTo>
                      <a:pt x="14" y="96"/>
                    </a:lnTo>
                    <a:lnTo>
                      <a:pt x="14" y="96"/>
                    </a:lnTo>
                    <a:lnTo>
                      <a:pt x="14" y="90"/>
                    </a:lnTo>
                    <a:lnTo>
                      <a:pt x="16" y="84"/>
                    </a:lnTo>
                    <a:lnTo>
                      <a:pt x="16" y="84"/>
                    </a:lnTo>
                    <a:lnTo>
                      <a:pt x="8" y="78"/>
                    </a:lnTo>
                    <a:lnTo>
                      <a:pt x="6" y="76"/>
                    </a:lnTo>
                    <a:lnTo>
                      <a:pt x="0" y="72"/>
                    </a:lnTo>
                    <a:lnTo>
                      <a:pt x="0" y="72"/>
                    </a:lnTo>
                    <a:lnTo>
                      <a:pt x="2" y="60"/>
                    </a:lnTo>
                    <a:lnTo>
                      <a:pt x="2" y="60"/>
                    </a:lnTo>
                    <a:lnTo>
                      <a:pt x="2" y="60"/>
                    </a:lnTo>
                    <a:lnTo>
                      <a:pt x="0" y="60"/>
                    </a:lnTo>
                    <a:lnTo>
                      <a:pt x="0" y="60"/>
                    </a:lnTo>
                    <a:lnTo>
                      <a:pt x="0" y="58"/>
                    </a:lnTo>
                    <a:lnTo>
                      <a:pt x="0" y="58"/>
                    </a:lnTo>
                    <a:lnTo>
                      <a:pt x="2" y="58"/>
                    </a:lnTo>
                    <a:lnTo>
                      <a:pt x="2" y="58"/>
                    </a:lnTo>
                    <a:lnTo>
                      <a:pt x="2" y="54"/>
                    </a:lnTo>
                    <a:lnTo>
                      <a:pt x="2" y="54"/>
                    </a:lnTo>
                    <a:lnTo>
                      <a:pt x="0" y="54"/>
                    </a:lnTo>
                    <a:lnTo>
                      <a:pt x="0" y="50"/>
                    </a:lnTo>
                    <a:lnTo>
                      <a:pt x="0" y="50"/>
                    </a:lnTo>
                    <a:lnTo>
                      <a:pt x="6" y="52"/>
                    </a:lnTo>
                    <a:lnTo>
                      <a:pt x="6" y="52"/>
                    </a:lnTo>
                    <a:lnTo>
                      <a:pt x="12" y="48"/>
                    </a:lnTo>
                    <a:lnTo>
                      <a:pt x="14" y="40"/>
                    </a:lnTo>
                    <a:lnTo>
                      <a:pt x="14" y="40"/>
                    </a:lnTo>
                    <a:lnTo>
                      <a:pt x="20" y="36"/>
                    </a:lnTo>
                    <a:lnTo>
                      <a:pt x="20" y="36"/>
                    </a:lnTo>
                    <a:lnTo>
                      <a:pt x="22" y="30"/>
                    </a:lnTo>
                    <a:lnTo>
                      <a:pt x="22" y="30"/>
                    </a:lnTo>
                    <a:lnTo>
                      <a:pt x="22" y="30"/>
                    </a:lnTo>
                    <a:lnTo>
                      <a:pt x="18" y="30"/>
                    </a:lnTo>
                    <a:lnTo>
                      <a:pt x="18" y="30"/>
                    </a:lnTo>
                    <a:lnTo>
                      <a:pt x="16" y="26"/>
                    </a:lnTo>
                    <a:lnTo>
                      <a:pt x="16" y="24"/>
                    </a:lnTo>
                    <a:lnTo>
                      <a:pt x="16" y="20"/>
                    </a:lnTo>
                    <a:lnTo>
                      <a:pt x="16" y="20"/>
                    </a:lnTo>
                    <a:lnTo>
                      <a:pt x="18" y="20"/>
                    </a:lnTo>
                    <a:lnTo>
                      <a:pt x="18" y="16"/>
                    </a:lnTo>
                    <a:lnTo>
                      <a:pt x="18" y="16"/>
                    </a:lnTo>
                    <a:lnTo>
                      <a:pt x="18" y="8"/>
                    </a:lnTo>
                    <a:lnTo>
                      <a:pt x="14" y="0"/>
                    </a:lnTo>
                    <a:lnTo>
                      <a:pt x="32" y="0"/>
                    </a:lnTo>
                    <a:lnTo>
                      <a:pt x="32" y="0"/>
                    </a:lnTo>
                    <a:lnTo>
                      <a:pt x="28" y="10"/>
                    </a:lnTo>
                    <a:lnTo>
                      <a:pt x="28" y="10"/>
                    </a:lnTo>
                    <a:lnTo>
                      <a:pt x="30" y="16"/>
                    </a:lnTo>
                    <a:lnTo>
                      <a:pt x="32" y="20"/>
                    </a:lnTo>
                    <a:lnTo>
                      <a:pt x="32" y="20"/>
                    </a:lnTo>
                    <a:lnTo>
                      <a:pt x="34" y="24"/>
                    </a:lnTo>
                    <a:lnTo>
                      <a:pt x="36" y="26"/>
                    </a:lnTo>
                    <a:lnTo>
                      <a:pt x="40" y="24"/>
                    </a:lnTo>
                    <a:lnTo>
                      <a:pt x="40" y="24"/>
                    </a:lnTo>
                    <a:lnTo>
                      <a:pt x="38" y="20"/>
                    </a:lnTo>
                    <a:lnTo>
                      <a:pt x="38" y="20"/>
                    </a:lnTo>
                    <a:lnTo>
                      <a:pt x="42" y="20"/>
                    </a:lnTo>
                    <a:lnTo>
                      <a:pt x="42" y="20"/>
                    </a:lnTo>
                    <a:lnTo>
                      <a:pt x="44" y="18"/>
                    </a:lnTo>
                    <a:lnTo>
                      <a:pt x="44" y="18"/>
                    </a:lnTo>
                    <a:lnTo>
                      <a:pt x="42" y="16"/>
                    </a:lnTo>
                    <a:lnTo>
                      <a:pt x="42" y="16"/>
                    </a:lnTo>
                    <a:lnTo>
                      <a:pt x="42" y="16"/>
                    </a:lnTo>
                    <a:lnTo>
                      <a:pt x="48" y="16"/>
                    </a:lnTo>
                    <a:lnTo>
                      <a:pt x="54" y="20"/>
                    </a:lnTo>
                    <a:lnTo>
                      <a:pt x="54" y="20"/>
                    </a:lnTo>
                    <a:lnTo>
                      <a:pt x="54" y="26"/>
                    </a:lnTo>
                    <a:lnTo>
                      <a:pt x="54" y="26"/>
                    </a:lnTo>
                    <a:lnTo>
                      <a:pt x="58" y="28"/>
                    </a:lnTo>
                    <a:lnTo>
                      <a:pt x="58" y="28"/>
                    </a:lnTo>
                    <a:lnTo>
                      <a:pt x="58" y="22"/>
                    </a:lnTo>
                    <a:lnTo>
                      <a:pt x="58" y="18"/>
                    </a:lnTo>
                    <a:lnTo>
                      <a:pt x="60" y="16"/>
                    </a:lnTo>
                    <a:lnTo>
                      <a:pt x="66" y="16"/>
                    </a:lnTo>
                    <a:lnTo>
                      <a:pt x="66" y="16"/>
                    </a:lnTo>
                    <a:lnTo>
                      <a:pt x="66" y="14"/>
                    </a:lnTo>
                    <a:lnTo>
                      <a:pt x="68" y="14"/>
                    </a:lnTo>
                    <a:lnTo>
                      <a:pt x="68" y="12"/>
                    </a:lnTo>
                    <a:lnTo>
                      <a:pt x="68" y="12"/>
                    </a:lnTo>
                    <a:lnTo>
                      <a:pt x="62" y="12"/>
                    </a:lnTo>
                    <a:lnTo>
                      <a:pt x="62" y="12"/>
                    </a:lnTo>
                    <a:lnTo>
                      <a:pt x="60" y="10"/>
                    </a:lnTo>
                    <a:lnTo>
                      <a:pt x="60" y="10"/>
                    </a:lnTo>
                    <a:lnTo>
                      <a:pt x="62" y="10"/>
                    </a:lnTo>
                    <a:lnTo>
                      <a:pt x="64" y="8"/>
                    </a:lnTo>
                    <a:lnTo>
                      <a:pt x="64" y="8"/>
                    </a:lnTo>
                    <a:lnTo>
                      <a:pt x="58" y="8"/>
                    </a:lnTo>
                    <a:lnTo>
                      <a:pt x="58" y="8"/>
                    </a:lnTo>
                    <a:lnTo>
                      <a:pt x="62" y="4"/>
                    </a:lnTo>
                    <a:lnTo>
                      <a:pt x="64" y="0"/>
                    </a:lnTo>
                    <a:lnTo>
                      <a:pt x="104" y="20"/>
                    </a:lnTo>
                    <a:lnTo>
                      <a:pt x="104" y="20"/>
                    </a:lnTo>
                    <a:lnTo>
                      <a:pt x="106" y="22"/>
                    </a:lnTo>
                    <a:lnTo>
                      <a:pt x="108" y="26"/>
                    </a:lnTo>
                    <a:lnTo>
                      <a:pt x="108" y="26"/>
                    </a:lnTo>
                    <a:lnTo>
                      <a:pt x="108" y="32"/>
                    </a:lnTo>
                    <a:lnTo>
                      <a:pt x="108" y="32"/>
                    </a:lnTo>
                    <a:lnTo>
                      <a:pt x="110" y="34"/>
                    </a:lnTo>
                    <a:lnTo>
                      <a:pt x="110" y="34"/>
                    </a:lnTo>
                    <a:lnTo>
                      <a:pt x="112" y="36"/>
                    </a:lnTo>
                    <a:lnTo>
                      <a:pt x="114" y="36"/>
                    </a:lnTo>
                    <a:lnTo>
                      <a:pt x="130"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2" name="Freeform 37">
                <a:extLst>
                  <a:ext uri="{FF2B5EF4-FFF2-40B4-BE49-F238E27FC236}">
                    <a16:creationId xmlns:a16="http://schemas.microsoft.com/office/drawing/2014/main" id="{FE2FE93F-4EC9-4743-9098-E1F007BFE87B}"/>
                  </a:ext>
                </a:extLst>
              </p:cNvPr>
              <p:cNvSpPr>
                <a:spLocks/>
              </p:cNvSpPr>
              <p:nvPr/>
            </p:nvSpPr>
            <p:spPr bwMode="auto">
              <a:xfrm>
                <a:off x="6705673" y="5248651"/>
                <a:ext cx="31310" cy="48057"/>
              </a:xfrm>
              <a:custGeom>
                <a:avLst/>
                <a:gdLst>
                  <a:gd name="T0" fmla="*/ 14 w 16"/>
                  <a:gd name="T1" fmla="*/ 14 h 24"/>
                  <a:gd name="T2" fmla="*/ 14 w 16"/>
                  <a:gd name="T3" fmla="*/ 14 h 24"/>
                  <a:gd name="T4" fmla="*/ 16 w 16"/>
                  <a:gd name="T5" fmla="*/ 6 h 24"/>
                  <a:gd name="T6" fmla="*/ 16 w 16"/>
                  <a:gd name="T7" fmla="*/ 6 h 24"/>
                  <a:gd name="T8" fmla="*/ 16 w 16"/>
                  <a:gd name="T9" fmla="*/ 4 h 24"/>
                  <a:gd name="T10" fmla="*/ 14 w 16"/>
                  <a:gd name="T11" fmla="*/ 2 h 24"/>
                  <a:gd name="T12" fmla="*/ 10 w 16"/>
                  <a:gd name="T13" fmla="*/ 0 h 24"/>
                  <a:gd name="T14" fmla="*/ 10 w 16"/>
                  <a:gd name="T15" fmla="*/ 0 h 24"/>
                  <a:gd name="T16" fmla="*/ 8 w 16"/>
                  <a:gd name="T17" fmla="*/ 0 h 24"/>
                  <a:gd name="T18" fmla="*/ 6 w 16"/>
                  <a:gd name="T19" fmla="*/ 2 h 24"/>
                  <a:gd name="T20" fmla="*/ 4 w 16"/>
                  <a:gd name="T21" fmla="*/ 0 h 24"/>
                  <a:gd name="T22" fmla="*/ 4 w 16"/>
                  <a:gd name="T23" fmla="*/ 0 h 24"/>
                  <a:gd name="T24" fmla="*/ 2 w 16"/>
                  <a:gd name="T25" fmla="*/ 0 h 24"/>
                  <a:gd name="T26" fmla="*/ 2 w 16"/>
                  <a:gd name="T27" fmla="*/ 2 h 24"/>
                  <a:gd name="T28" fmla="*/ 0 w 16"/>
                  <a:gd name="T29" fmla="*/ 8 h 24"/>
                  <a:gd name="T30" fmla="*/ 0 w 16"/>
                  <a:gd name="T31" fmla="*/ 8 h 24"/>
                  <a:gd name="T32" fmla="*/ 0 w 16"/>
                  <a:gd name="T33" fmla="*/ 12 h 24"/>
                  <a:gd name="T34" fmla="*/ 0 w 16"/>
                  <a:gd name="T35" fmla="*/ 16 h 24"/>
                  <a:gd name="T36" fmla="*/ 0 w 16"/>
                  <a:gd name="T37" fmla="*/ 16 h 24"/>
                  <a:gd name="T38" fmla="*/ 2 w 16"/>
                  <a:gd name="T39" fmla="*/ 18 h 24"/>
                  <a:gd name="T40" fmla="*/ 6 w 16"/>
                  <a:gd name="T41" fmla="*/ 20 h 24"/>
                  <a:gd name="T42" fmla="*/ 6 w 16"/>
                  <a:gd name="T43" fmla="*/ 20 h 24"/>
                  <a:gd name="T44" fmla="*/ 12 w 16"/>
                  <a:gd name="T45" fmla="*/ 22 h 24"/>
                  <a:gd name="T46" fmla="*/ 16 w 16"/>
                  <a:gd name="T47" fmla="*/ 24 h 24"/>
                  <a:gd name="T48" fmla="*/ 14 w 16"/>
                  <a:gd name="T4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4">
                    <a:moveTo>
                      <a:pt x="14" y="14"/>
                    </a:moveTo>
                    <a:lnTo>
                      <a:pt x="14" y="14"/>
                    </a:lnTo>
                    <a:lnTo>
                      <a:pt x="16" y="6"/>
                    </a:lnTo>
                    <a:lnTo>
                      <a:pt x="16" y="6"/>
                    </a:lnTo>
                    <a:lnTo>
                      <a:pt x="16" y="4"/>
                    </a:lnTo>
                    <a:lnTo>
                      <a:pt x="14" y="2"/>
                    </a:lnTo>
                    <a:lnTo>
                      <a:pt x="10" y="0"/>
                    </a:lnTo>
                    <a:lnTo>
                      <a:pt x="10" y="0"/>
                    </a:lnTo>
                    <a:lnTo>
                      <a:pt x="8" y="0"/>
                    </a:lnTo>
                    <a:lnTo>
                      <a:pt x="6" y="2"/>
                    </a:lnTo>
                    <a:lnTo>
                      <a:pt x="4" y="0"/>
                    </a:lnTo>
                    <a:lnTo>
                      <a:pt x="4" y="0"/>
                    </a:lnTo>
                    <a:lnTo>
                      <a:pt x="2" y="0"/>
                    </a:lnTo>
                    <a:lnTo>
                      <a:pt x="2" y="2"/>
                    </a:lnTo>
                    <a:lnTo>
                      <a:pt x="0" y="8"/>
                    </a:lnTo>
                    <a:lnTo>
                      <a:pt x="0" y="8"/>
                    </a:lnTo>
                    <a:lnTo>
                      <a:pt x="0" y="12"/>
                    </a:lnTo>
                    <a:lnTo>
                      <a:pt x="0" y="16"/>
                    </a:lnTo>
                    <a:lnTo>
                      <a:pt x="0" y="16"/>
                    </a:lnTo>
                    <a:lnTo>
                      <a:pt x="2" y="18"/>
                    </a:lnTo>
                    <a:lnTo>
                      <a:pt x="6" y="20"/>
                    </a:lnTo>
                    <a:lnTo>
                      <a:pt x="6" y="20"/>
                    </a:lnTo>
                    <a:lnTo>
                      <a:pt x="12" y="22"/>
                    </a:lnTo>
                    <a:lnTo>
                      <a:pt x="16" y="24"/>
                    </a:lnTo>
                    <a:lnTo>
                      <a:pt x="14"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3" name="Freeform 39">
                <a:extLst>
                  <a:ext uri="{FF2B5EF4-FFF2-40B4-BE49-F238E27FC236}">
                    <a16:creationId xmlns:a16="http://schemas.microsoft.com/office/drawing/2014/main" id="{4401BDF9-B1CD-704E-868E-384D3E24BC32}"/>
                  </a:ext>
                </a:extLst>
              </p:cNvPr>
              <p:cNvSpPr>
                <a:spLocks/>
              </p:cNvSpPr>
              <p:nvPr/>
            </p:nvSpPr>
            <p:spPr bwMode="auto">
              <a:xfrm>
                <a:off x="6466932" y="3594708"/>
                <a:ext cx="442260" cy="664780"/>
              </a:xfrm>
              <a:custGeom>
                <a:avLst/>
                <a:gdLst>
                  <a:gd name="T0" fmla="*/ 222 w 226"/>
                  <a:gd name="T1" fmla="*/ 80 h 332"/>
                  <a:gd name="T2" fmla="*/ 210 w 226"/>
                  <a:gd name="T3" fmla="*/ 68 h 332"/>
                  <a:gd name="T4" fmla="*/ 212 w 226"/>
                  <a:gd name="T5" fmla="*/ 52 h 332"/>
                  <a:gd name="T6" fmla="*/ 212 w 226"/>
                  <a:gd name="T7" fmla="*/ 34 h 332"/>
                  <a:gd name="T8" fmla="*/ 206 w 226"/>
                  <a:gd name="T9" fmla="*/ 18 h 332"/>
                  <a:gd name="T10" fmla="*/ 196 w 226"/>
                  <a:gd name="T11" fmla="*/ 12 h 332"/>
                  <a:gd name="T12" fmla="*/ 190 w 226"/>
                  <a:gd name="T13" fmla="*/ 0 h 332"/>
                  <a:gd name="T14" fmla="*/ 168 w 226"/>
                  <a:gd name="T15" fmla="*/ 22 h 332"/>
                  <a:gd name="T16" fmla="*/ 144 w 226"/>
                  <a:gd name="T17" fmla="*/ 20 h 332"/>
                  <a:gd name="T18" fmla="*/ 36 w 226"/>
                  <a:gd name="T19" fmla="*/ 126 h 332"/>
                  <a:gd name="T20" fmla="*/ 22 w 226"/>
                  <a:gd name="T21" fmla="*/ 126 h 332"/>
                  <a:gd name="T22" fmla="*/ 16 w 226"/>
                  <a:gd name="T23" fmla="*/ 134 h 332"/>
                  <a:gd name="T24" fmla="*/ 14 w 226"/>
                  <a:gd name="T25" fmla="*/ 144 h 332"/>
                  <a:gd name="T26" fmla="*/ 8 w 226"/>
                  <a:gd name="T27" fmla="*/ 160 h 332"/>
                  <a:gd name="T28" fmla="*/ 4 w 226"/>
                  <a:gd name="T29" fmla="*/ 168 h 332"/>
                  <a:gd name="T30" fmla="*/ 0 w 226"/>
                  <a:gd name="T31" fmla="*/ 176 h 332"/>
                  <a:gd name="T32" fmla="*/ 8 w 226"/>
                  <a:gd name="T33" fmla="*/ 178 h 332"/>
                  <a:gd name="T34" fmla="*/ 8 w 226"/>
                  <a:gd name="T35" fmla="*/ 186 h 332"/>
                  <a:gd name="T36" fmla="*/ 10 w 226"/>
                  <a:gd name="T37" fmla="*/ 198 h 332"/>
                  <a:gd name="T38" fmla="*/ 12 w 226"/>
                  <a:gd name="T39" fmla="*/ 208 h 332"/>
                  <a:gd name="T40" fmla="*/ 20 w 226"/>
                  <a:gd name="T41" fmla="*/ 226 h 332"/>
                  <a:gd name="T42" fmla="*/ 26 w 226"/>
                  <a:gd name="T43" fmla="*/ 236 h 332"/>
                  <a:gd name="T44" fmla="*/ 32 w 226"/>
                  <a:gd name="T45" fmla="*/ 254 h 332"/>
                  <a:gd name="T46" fmla="*/ 36 w 226"/>
                  <a:gd name="T47" fmla="*/ 260 h 332"/>
                  <a:gd name="T48" fmla="*/ 50 w 226"/>
                  <a:gd name="T49" fmla="*/ 266 h 332"/>
                  <a:gd name="T50" fmla="*/ 56 w 226"/>
                  <a:gd name="T51" fmla="*/ 274 h 332"/>
                  <a:gd name="T52" fmla="*/ 70 w 226"/>
                  <a:gd name="T53" fmla="*/ 286 h 332"/>
                  <a:gd name="T54" fmla="*/ 72 w 226"/>
                  <a:gd name="T55" fmla="*/ 294 h 332"/>
                  <a:gd name="T56" fmla="*/ 80 w 226"/>
                  <a:gd name="T57" fmla="*/ 310 h 332"/>
                  <a:gd name="T58" fmla="*/ 88 w 226"/>
                  <a:gd name="T59" fmla="*/ 310 h 332"/>
                  <a:gd name="T60" fmla="*/ 98 w 226"/>
                  <a:gd name="T61" fmla="*/ 314 h 332"/>
                  <a:gd name="T62" fmla="*/ 108 w 226"/>
                  <a:gd name="T63" fmla="*/ 314 h 332"/>
                  <a:gd name="T64" fmla="*/ 122 w 226"/>
                  <a:gd name="T65" fmla="*/ 326 h 332"/>
                  <a:gd name="T66" fmla="*/ 134 w 226"/>
                  <a:gd name="T67" fmla="*/ 332 h 332"/>
                  <a:gd name="T68" fmla="*/ 146 w 226"/>
                  <a:gd name="T69" fmla="*/ 324 h 332"/>
                  <a:gd name="T70" fmla="*/ 158 w 226"/>
                  <a:gd name="T71" fmla="*/ 326 h 332"/>
                  <a:gd name="T72" fmla="*/ 180 w 226"/>
                  <a:gd name="T73" fmla="*/ 316 h 332"/>
                  <a:gd name="T74" fmla="*/ 192 w 226"/>
                  <a:gd name="T75" fmla="*/ 314 h 332"/>
                  <a:gd name="T76" fmla="*/ 186 w 226"/>
                  <a:gd name="T77" fmla="*/ 310 h 332"/>
                  <a:gd name="T78" fmla="*/ 174 w 226"/>
                  <a:gd name="T79" fmla="*/ 298 h 332"/>
                  <a:gd name="T80" fmla="*/ 168 w 226"/>
                  <a:gd name="T81" fmla="*/ 284 h 332"/>
                  <a:gd name="T82" fmla="*/ 156 w 226"/>
                  <a:gd name="T83" fmla="*/ 270 h 332"/>
                  <a:gd name="T84" fmla="*/ 146 w 226"/>
                  <a:gd name="T85" fmla="*/ 268 h 332"/>
                  <a:gd name="T86" fmla="*/ 158 w 226"/>
                  <a:gd name="T87" fmla="*/ 258 h 332"/>
                  <a:gd name="T88" fmla="*/ 162 w 226"/>
                  <a:gd name="T89" fmla="*/ 250 h 332"/>
                  <a:gd name="T90" fmla="*/ 168 w 226"/>
                  <a:gd name="T91" fmla="*/ 222 h 332"/>
                  <a:gd name="T92" fmla="*/ 174 w 226"/>
                  <a:gd name="T93" fmla="*/ 206 h 332"/>
                  <a:gd name="T94" fmla="*/ 184 w 226"/>
                  <a:gd name="T95" fmla="*/ 192 h 332"/>
                  <a:gd name="T96" fmla="*/ 190 w 226"/>
                  <a:gd name="T97" fmla="*/ 176 h 332"/>
                  <a:gd name="T98" fmla="*/ 202 w 226"/>
                  <a:gd name="T99" fmla="*/ 156 h 332"/>
                  <a:gd name="T100" fmla="*/ 202 w 226"/>
                  <a:gd name="T101" fmla="*/ 130 h 332"/>
                  <a:gd name="T102" fmla="*/ 206 w 226"/>
                  <a:gd name="T103" fmla="*/ 112 h 332"/>
                  <a:gd name="T104" fmla="*/ 208 w 226"/>
                  <a:gd name="T105" fmla="*/ 100 h 332"/>
                  <a:gd name="T106" fmla="*/ 212 w 226"/>
                  <a:gd name="T107" fmla="*/ 94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6" h="332">
                    <a:moveTo>
                      <a:pt x="226" y="88"/>
                    </a:moveTo>
                    <a:lnTo>
                      <a:pt x="226" y="88"/>
                    </a:lnTo>
                    <a:lnTo>
                      <a:pt x="224" y="84"/>
                    </a:lnTo>
                    <a:lnTo>
                      <a:pt x="222" y="80"/>
                    </a:lnTo>
                    <a:lnTo>
                      <a:pt x="222" y="80"/>
                    </a:lnTo>
                    <a:lnTo>
                      <a:pt x="214" y="78"/>
                    </a:lnTo>
                    <a:lnTo>
                      <a:pt x="214" y="78"/>
                    </a:lnTo>
                    <a:lnTo>
                      <a:pt x="212" y="74"/>
                    </a:lnTo>
                    <a:lnTo>
                      <a:pt x="212" y="70"/>
                    </a:lnTo>
                    <a:lnTo>
                      <a:pt x="210" y="68"/>
                    </a:lnTo>
                    <a:lnTo>
                      <a:pt x="210" y="68"/>
                    </a:lnTo>
                    <a:lnTo>
                      <a:pt x="210" y="58"/>
                    </a:lnTo>
                    <a:lnTo>
                      <a:pt x="210" y="54"/>
                    </a:lnTo>
                    <a:lnTo>
                      <a:pt x="210" y="54"/>
                    </a:lnTo>
                    <a:lnTo>
                      <a:pt x="212" y="52"/>
                    </a:lnTo>
                    <a:lnTo>
                      <a:pt x="212" y="52"/>
                    </a:lnTo>
                    <a:lnTo>
                      <a:pt x="212" y="42"/>
                    </a:lnTo>
                    <a:lnTo>
                      <a:pt x="210" y="40"/>
                    </a:lnTo>
                    <a:lnTo>
                      <a:pt x="210" y="40"/>
                    </a:lnTo>
                    <a:lnTo>
                      <a:pt x="212" y="34"/>
                    </a:lnTo>
                    <a:lnTo>
                      <a:pt x="212" y="34"/>
                    </a:lnTo>
                    <a:lnTo>
                      <a:pt x="208" y="32"/>
                    </a:lnTo>
                    <a:lnTo>
                      <a:pt x="208" y="32"/>
                    </a:lnTo>
                    <a:lnTo>
                      <a:pt x="206" y="26"/>
                    </a:lnTo>
                    <a:lnTo>
                      <a:pt x="206" y="18"/>
                    </a:lnTo>
                    <a:lnTo>
                      <a:pt x="206" y="18"/>
                    </a:lnTo>
                    <a:lnTo>
                      <a:pt x="202" y="18"/>
                    </a:lnTo>
                    <a:lnTo>
                      <a:pt x="200" y="16"/>
                    </a:lnTo>
                    <a:lnTo>
                      <a:pt x="200" y="16"/>
                    </a:lnTo>
                    <a:lnTo>
                      <a:pt x="196" y="12"/>
                    </a:lnTo>
                    <a:lnTo>
                      <a:pt x="192" y="6"/>
                    </a:lnTo>
                    <a:lnTo>
                      <a:pt x="190" y="6"/>
                    </a:lnTo>
                    <a:lnTo>
                      <a:pt x="190" y="6"/>
                    </a:lnTo>
                    <a:lnTo>
                      <a:pt x="190" y="0"/>
                    </a:lnTo>
                    <a:lnTo>
                      <a:pt x="190" y="0"/>
                    </a:lnTo>
                    <a:lnTo>
                      <a:pt x="182" y="4"/>
                    </a:lnTo>
                    <a:lnTo>
                      <a:pt x="178" y="4"/>
                    </a:lnTo>
                    <a:lnTo>
                      <a:pt x="174" y="12"/>
                    </a:lnTo>
                    <a:lnTo>
                      <a:pt x="168" y="14"/>
                    </a:lnTo>
                    <a:lnTo>
                      <a:pt x="168" y="22"/>
                    </a:lnTo>
                    <a:lnTo>
                      <a:pt x="162" y="24"/>
                    </a:lnTo>
                    <a:lnTo>
                      <a:pt x="160" y="20"/>
                    </a:lnTo>
                    <a:lnTo>
                      <a:pt x="148" y="20"/>
                    </a:lnTo>
                    <a:lnTo>
                      <a:pt x="148" y="18"/>
                    </a:lnTo>
                    <a:lnTo>
                      <a:pt x="144" y="20"/>
                    </a:lnTo>
                    <a:lnTo>
                      <a:pt x="48" y="20"/>
                    </a:lnTo>
                    <a:lnTo>
                      <a:pt x="48" y="52"/>
                    </a:lnTo>
                    <a:lnTo>
                      <a:pt x="36" y="52"/>
                    </a:lnTo>
                    <a:lnTo>
                      <a:pt x="36" y="64"/>
                    </a:lnTo>
                    <a:lnTo>
                      <a:pt x="36" y="126"/>
                    </a:lnTo>
                    <a:lnTo>
                      <a:pt x="36" y="126"/>
                    </a:lnTo>
                    <a:lnTo>
                      <a:pt x="32" y="128"/>
                    </a:lnTo>
                    <a:lnTo>
                      <a:pt x="26" y="126"/>
                    </a:lnTo>
                    <a:lnTo>
                      <a:pt x="26" y="126"/>
                    </a:lnTo>
                    <a:lnTo>
                      <a:pt x="22" y="126"/>
                    </a:lnTo>
                    <a:lnTo>
                      <a:pt x="20" y="126"/>
                    </a:lnTo>
                    <a:lnTo>
                      <a:pt x="20" y="128"/>
                    </a:lnTo>
                    <a:lnTo>
                      <a:pt x="20" y="128"/>
                    </a:lnTo>
                    <a:lnTo>
                      <a:pt x="16" y="132"/>
                    </a:lnTo>
                    <a:lnTo>
                      <a:pt x="16" y="134"/>
                    </a:lnTo>
                    <a:lnTo>
                      <a:pt x="16" y="136"/>
                    </a:lnTo>
                    <a:lnTo>
                      <a:pt x="16" y="136"/>
                    </a:lnTo>
                    <a:lnTo>
                      <a:pt x="16" y="140"/>
                    </a:lnTo>
                    <a:lnTo>
                      <a:pt x="14" y="144"/>
                    </a:lnTo>
                    <a:lnTo>
                      <a:pt x="14" y="144"/>
                    </a:lnTo>
                    <a:lnTo>
                      <a:pt x="12" y="146"/>
                    </a:lnTo>
                    <a:lnTo>
                      <a:pt x="12" y="150"/>
                    </a:lnTo>
                    <a:lnTo>
                      <a:pt x="12" y="150"/>
                    </a:lnTo>
                    <a:lnTo>
                      <a:pt x="10" y="154"/>
                    </a:lnTo>
                    <a:lnTo>
                      <a:pt x="8" y="160"/>
                    </a:lnTo>
                    <a:lnTo>
                      <a:pt x="8" y="160"/>
                    </a:lnTo>
                    <a:lnTo>
                      <a:pt x="6" y="162"/>
                    </a:lnTo>
                    <a:lnTo>
                      <a:pt x="4" y="164"/>
                    </a:lnTo>
                    <a:lnTo>
                      <a:pt x="4" y="164"/>
                    </a:lnTo>
                    <a:lnTo>
                      <a:pt x="4" y="168"/>
                    </a:lnTo>
                    <a:lnTo>
                      <a:pt x="0" y="170"/>
                    </a:lnTo>
                    <a:lnTo>
                      <a:pt x="0" y="170"/>
                    </a:lnTo>
                    <a:lnTo>
                      <a:pt x="0" y="172"/>
                    </a:lnTo>
                    <a:lnTo>
                      <a:pt x="0" y="176"/>
                    </a:lnTo>
                    <a:lnTo>
                      <a:pt x="0" y="176"/>
                    </a:lnTo>
                    <a:lnTo>
                      <a:pt x="0" y="178"/>
                    </a:lnTo>
                    <a:lnTo>
                      <a:pt x="2" y="178"/>
                    </a:lnTo>
                    <a:lnTo>
                      <a:pt x="6" y="176"/>
                    </a:lnTo>
                    <a:lnTo>
                      <a:pt x="6" y="176"/>
                    </a:lnTo>
                    <a:lnTo>
                      <a:pt x="8" y="178"/>
                    </a:lnTo>
                    <a:lnTo>
                      <a:pt x="12" y="180"/>
                    </a:lnTo>
                    <a:lnTo>
                      <a:pt x="12" y="180"/>
                    </a:lnTo>
                    <a:lnTo>
                      <a:pt x="12" y="182"/>
                    </a:lnTo>
                    <a:lnTo>
                      <a:pt x="10" y="184"/>
                    </a:lnTo>
                    <a:lnTo>
                      <a:pt x="8" y="186"/>
                    </a:lnTo>
                    <a:lnTo>
                      <a:pt x="8" y="188"/>
                    </a:lnTo>
                    <a:lnTo>
                      <a:pt x="10" y="192"/>
                    </a:lnTo>
                    <a:lnTo>
                      <a:pt x="10" y="192"/>
                    </a:lnTo>
                    <a:lnTo>
                      <a:pt x="10" y="192"/>
                    </a:lnTo>
                    <a:lnTo>
                      <a:pt x="10" y="198"/>
                    </a:lnTo>
                    <a:lnTo>
                      <a:pt x="10" y="198"/>
                    </a:lnTo>
                    <a:lnTo>
                      <a:pt x="8" y="200"/>
                    </a:lnTo>
                    <a:lnTo>
                      <a:pt x="12" y="204"/>
                    </a:lnTo>
                    <a:lnTo>
                      <a:pt x="12" y="204"/>
                    </a:lnTo>
                    <a:lnTo>
                      <a:pt x="12" y="208"/>
                    </a:lnTo>
                    <a:lnTo>
                      <a:pt x="12" y="210"/>
                    </a:lnTo>
                    <a:lnTo>
                      <a:pt x="20" y="218"/>
                    </a:lnTo>
                    <a:lnTo>
                      <a:pt x="20" y="218"/>
                    </a:lnTo>
                    <a:lnTo>
                      <a:pt x="20" y="220"/>
                    </a:lnTo>
                    <a:lnTo>
                      <a:pt x="20" y="226"/>
                    </a:lnTo>
                    <a:lnTo>
                      <a:pt x="20" y="226"/>
                    </a:lnTo>
                    <a:lnTo>
                      <a:pt x="20" y="230"/>
                    </a:lnTo>
                    <a:lnTo>
                      <a:pt x="22" y="232"/>
                    </a:lnTo>
                    <a:lnTo>
                      <a:pt x="22" y="232"/>
                    </a:lnTo>
                    <a:lnTo>
                      <a:pt x="26" y="236"/>
                    </a:lnTo>
                    <a:lnTo>
                      <a:pt x="26" y="242"/>
                    </a:lnTo>
                    <a:lnTo>
                      <a:pt x="26" y="242"/>
                    </a:lnTo>
                    <a:lnTo>
                      <a:pt x="26" y="246"/>
                    </a:lnTo>
                    <a:lnTo>
                      <a:pt x="26" y="248"/>
                    </a:lnTo>
                    <a:lnTo>
                      <a:pt x="32" y="254"/>
                    </a:lnTo>
                    <a:lnTo>
                      <a:pt x="32" y="254"/>
                    </a:lnTo>
                    <a:lnTo>
                      <a:pt x="34" y="258"/>
                    </a:lnTo>
                    <a:lnTo>
                      <a:pt x="36" y="258"/>
                    </a:lnTo>
                    <a:lnTo>
                      <a:pt x="36" y="260"/>
                    </a:lnTo>
                    <a:lnTo>
                      <a:pt x="36" y="260"/>
                    </a:lnTo>
                    <a:lnTo>
                      <a:pt x="40" y="260"/>
                    </a:lnTo>
                    <a:lnTo>
                      <a:pt x="44" y="262"/>
                    </a:lnTo>
                    <a:lnTo>
                      <a:pt x="44" y="262"/>
                    </a:lnTo>
                    <a:lnTo>
                      <a:pt x="46" y="264"/>
                    </a:lnTo>
                    <a:lnTo>
                      <a:pt x="50" y="266"/>
                    </a:lnTo>
                    <a:lnTo>
                      <a:pt x="50" y="266"/>
                    </a:lnTo>
                    <a:lnTo>
                      <a:pt x="52" y="266"/>
                    </a:lnTo>
                    <a:lnTo>
                      <a:pt x="56" y="268"/>
                    </a:lnTo>
                    <a:lnTo>
                      <a:pt x="56" y="268"/>
                    </a:lnTo>
                    <a:lnTo>
                      <a:pt x="56" y="274"/>
                    </a:lnTo>
                    <a:lnTo>
                      <a:pt x="58" y="276"/>
                    </a:lnTo>
                    <a:lnTo>
                      <a:pt x="62" y="278"/>
                    </a:lnTo>
                    <a:lnTo>
                      <a:pt x="62" y="278"/>
                    </a:lnTo>
                    <a:lnTo>
                      <a:pt x="66" y="280"/>
                    </a:lnTo>
                    <a:lnTo>
                      <a:pt x="70" y="286"/>
                    </a:lnTo>
                    <a:lnTo>
                      <a:pt x="70" y="286"/>
                    </a:lnTo>
                    <a:lnTo>
                      <a:pt x="70" y="292"/>
                    </a:lnTo>
                    <a:lnTo>
                      <a:pt x="70" y="294"/>
                    </a:lnTo>
                    <a:lnTo>
                      <a:pt x="72" y="294"/>
                    </a:lnTo>
                    <a:lnTo>
                      <a:pt x="72" y="294"/>
                    </a:lnTo>
                    <a:lnTo>
                      <a:pt x="74" y="298"/>
                    </a:lnTo>
                    <a:lnTo>
                      <a:pt x="74" y="300"/>
                    </a:lnTo>
                    <a:lnTo>
                      <a:pt x="78" y="306"/>
                    </a:lnTo>
                    <a:lnTo>
                      <a:pt x="78" y="306"/>
                    </a:lnTo>
                    <a:lnTo>
                      <a:pt x="80" y="310"/>
                    </a:lnTo>
                    <a:lnTo>
                      <a:pt x="82" y="314"/>
                    </a:lnTo>
                    <a:lnTo>
                      <a:pt x="82" y="314"/>
                    </a:lnTo>
                    <a:lnTo>
                      <a:pt x="86" y="314"/>
                    </a:lnTo>
                    <a:lnTo>
                      <a:pt x="88" y="310"/>
                    </a:lnTo>
                    <a:lnTo>
                      <a:pt x="88" y="310"/>
                    </a:lnTo>
                    <a:lnTo>
                      <a:pt x="88" y="308"/>
                    </a:lnTo>
                    <a:lnTo>
                      <a:pt x="90" y="310"/>
                    </a:lnTo>
                    <a:lnTo>
                      <a:pt x="96" y="314"/>
                    </a:lnTo>
                    <a:lnTo>
                      <a:pt x="96" y="314"/>
                    </a:lnTo>
                    <a:lnTo>
                      <a:pt x="98" y="314"/>
                    </a:lnTo>
                    <a:lnTo>
                      <a:pt x="100" y="312"/>
                    </a:lnTo>
                    <a:lnTo>
                      <a:pt x="100" y="312"/>
                    </a:lnTo>
                    <a:lnTo>
                      <a:pt x="102" y="310"/>
                    </a:lnTo>
                    <a:lnTo>
                      <a:pt x="104" y="310"/>
                    </a:lnTo>
                    <a:lnTo>
                      <a:pt x="108" y="314"/>
                    </a:lnTo>
                    <a:lnTo>
                      <a:pt x="108" y="314"/>
                    </a:lnTo>
                    <a:lnTo>
                      <a:pt x="114" y="322"/>
                    </a:lnTo>
                    <a:lnTo>
                      <a:pt x="114" y="322"/>
                    </a:lnTo>
                    <a:lnTo>
                      <a:pt x="118" y="324"/>
                    </a:lnTo>
                    <a:lnTo>
                      <a:pt x="122" y="326"/>
                    </a:lnTo>
                    <a:lnTo>
                      <a:pt x="122" y="326"/>
                    </a:lnTo>
                    <a:lnTo>
                      <a:pt x="124" y="328"/>
                    </a:lnTo>
                    <a:lnTo>
                      <a:pt x="126" y="326"/>
                    </a:lnTo>
                    <a:lnTo>
                      <a:pt x="134" y="332"/>
                    </a:lnTo>
                    <a:lnTo>
                      <a:pt x="134" y="332"/>
                    </a:lnTo>
                    <a:lnTo>
                      <a:pt x="136" y="328"/>
                    </a:lnTo>
                    <a:lnTo>
                      <a:pt x="140" y="326"/>
                    </a:lnTo>
                    <a:lnTo>
                      <a:pt x="144" y="324"/>
                    </a:lnTo>
                    <a:lnTo>
                      <a:pt x="144" y="324"/>
                    </a:lnTo>
                    <a:lnTo>
                      <a:pt x="146" y="324"/>
                    </a:lnTo>
                    <a:lnTo>
                      <a:pt x="148" y="324"/>
                    </a:lnTo>
                    <a:lnTo>
                      <a:pt x="148" y="324"/>
                    </a:lnTo>
                    <a:lnTo>
                      <a:pt x="152" y="322"/>
                    </a:lnTo>
                    <a:lnTo>
                      <a:pt x="156" y="324"/>
                    </a:lnTo>
                    <a:lnTo>
                      <a:pt x="158" y="326"/>
                    </a:lnTo>
                    <a:lnTo>
                      <a:pt x="164" y="322"/>
                    </a:lnTo>
                    <a:lnTo>
                      <a:pt x="170" y="320"/>
                    </a:lnTo>
                    <a:lnTo>
                      <a:pt x="174" y="316"/>
                    </a:lnTo>
                    <a:lnTo>
                      <a:pt x="174" y="316"/>
                    </a:lnTo>
                    <a:lnTo>
                      <a:pt x="180" y="316"/>
                    </a:lnTo>
                    <a:lnTo>
                      <a:pt x="186" y="316"/>
                    </a:lnTo>
                    <a:lnTo>
                      <a:pt x="192" y="322"/>
                    </a:lnTo>
                    <a:lnTo>
                      <a:pt x="192" y="318"/>
                    </a:lnTo>
                    <a:lnTo>
                      <a:pt x="192" y="318"/>
                    </a:lnTo>
                    <a:lnTo>
                      <a:pt x="192" y="314"/>
                    </a:lnTo>
                    <a:lnTo>
                      <a:pt x="192" y="312"/>
                    </a:lnTo>
                    <a:lnTo>
                      <a:pt x="190" y="310"/>
                    </a:lnTo>
                    <a:lnTo>
                      <a:pt x="190" y="310"/>
                    </a:lnTo>
                    <a:lnTo>
                      <a:pt x="186" y="310"/>
                    </a:lnTo>
                    <a:lnTo>
                      <a:pt x="186" y="310"/>
                    </a:lnTo>
                    <a:lnTo>
                      <a:pt x="180" y="308"/>
                    </a:lnTo>
                    <a:lnTo>
                      <a:pt x="178" y="308"/>
                    </a:lnTo>
                    <a:lnTo>
                      <a:pt x="178" y="304"/>
                    </a:lnTo>
                    <a:lnTo>
                      <a:pt x="178" y="304"/>
                    </a:lnTo>
                    <a:lnTo>
                      <a:pt x="174" y="298"/>
                    </a:lnTo>
                    <a:lnTo>
                      <a:pt x="172" y="290"/>
                    </a:lnTo>
                    <a:lnTo>
                      <a:pt x="172" y="290"/>
                    </a:lnTo>
                    <a:lnTo>
                      <a:pt x="172" y="286"/>
                    </a:lnTo>
                    <a:lnTo>
                      <a:pt x="168" y="284"/>
                    </a:lnTo>
                    <a:lnTo>
                      <a:pt x="168" y="284"/>
                    </a:lnTo>
                    <a:lnTo>
                      <a:pt x="166" y="280"/>
                    </a:lnTo>
                    <a:lnTo>
                      <a:pt x="162" y="276"/>
                    </a:lnTo>
                    <a:lnTo>
                      <a:pt x="162" y="276"/>
                    </a:lnTo>
                    <a:lnTo>
                      <a:pt x="160" y="272"/>
                    </a:lnTo>
                    <a:lnTo>
                      <a:pt x="156" y="270"/>
                    </a:lnTo>
                    <a:lnTo>
                      <a:pt x="156" y="270"/>
                    </a:lnTo>
                    <a:lnTo>
                      <a:pt x="150" y="270"/>
                    </a:lnTo>
                    <a:lnTo>
                      <a:pt x="148" y="270"/>
                    </a:lnTo>
                    <a:lnTo>
                      <a:pt x="146" y="268"/>
                    </a:lnTo>
                    <a:lnTo>
                      <a:pt x="146" y="268"/>
                    </a:lnTo>
                    <a:lnTo>
                      <a:pt x="148" y="260"/>
                    </a:lnTo>
                    <a:lnTo>
                      <a:pt x="148" y="260"/>
                    </a:lnTo>
                    <a:lnTo>
                      <a:pt x="154" y="260"/>
                    </a:lnTo>
                    <a:lnTo>
                      <a:pt x="154" y="260"/>
                    </a:lnTo>
                    <a:lnTo>
                      <a:pt x="158" y="258"/>
                    </a:lnTo>
                    <a:lnTo>
                      <a:pt x="158" y="258"/>
                    </a:lnTo>
                    <a:lnTo>
                      <a:pt x="158" y="258"/>
                    </a:lnTo>
                    <a:lnTo>
                      <a:pt x="160" y="254"/>
                    </a:lnTo>
                    <a:lnTo>
                      <a:pt x="162" y="250"/>
                    </a:lnTo>
                    <a:lnTo>
                      <a:pt x="162" y="250"/>
                    </a:lnTo>
                    <a:lnTo>
                      <a:pt x="162" y="234"/>
                    </a:lnTo>
                    <a:lnTo>
                      <a:pt x="162" y="234"/>
                    </a:lnTo>
                    <a:lnTo>
                      <a:pt x="162" y="232"/>
                    </a:lnTo>
                    <a:lnTo>
                      <a:pt x="166" y="228"/>
                    </a:lnTo>
                    <a:lnTo>
                      <a:pt x="168" y="222"/>
                    </a:lnTo>
                    <a:lnTo>
                      <a:pt x="168" y="218"/>
                    </a:lnTo>
                    <a:lnTo>
                      <a:pt x="168" y="218"/>
                    </a:lnTo>
                    <a:lnTo>
                      <a:pt x="168" y="210"/>
                    </a:lnTo>
                    <a:lnTo>
                      <a:pt x="168" y="210"/>
                    </a:lnTo>
                    <a:lnTo>
                      <a:pt x="174" y="206"/>
                    </a:lnTo>
                    <a:lnTo>
                      <a:pt x="174" y="206"/>
                    </a:lnTo>
                    <a:lnTo>
                      <a:pt x="178" y="204"/>
                    </a:lnTo>
                    <a:lnTo>
                      <a:pt x="180" y="200"/>
                    </a:lnTo>
                    <a:lnTo>
                      <a:pt x="180" y="200"/>
                    </a:lnTo>
                    <a:lnTo>
                      <a:pt x="184" y="192"/>
                    </a:lnTo>
                    <a:lnTo>
                      <a:pt x="184" y="192"/>
                    </a:lnTo>
                    <a:lnTo>
                      <a:pt x="186" y="186"/>
                    </a:lnTo>
                    <a:lnTo>
                      <a:pt x="188" y="180"/>
                    </a:lnTo>
                    <a:lnTo>
                      <a:pt x="188" y="180"/>
                    </a:lnTo>
                    <a:lnTo>
                      <a:pt x="190" y="176"/>
                    </a:lnTo>
                    <a:lnTo>
                      <a:pt x="192" y="172"/>
                    </a:lnTo>
                    <a:lnTo>
                      <a:pt x="196" y="168"/>
                    </a:lnTo>
                    <a:lnTo>
                      <a:pt x="196" y="168"/>
                    </a:lnTo>
                    <a:lnTo>
                      <a:pt x="202" y="156"/>
                    </a:lnTo>
                    <a:lnTo>
                      <a:pt x="202" y="156"/>
                    </a:lnTo>
                    <a:lnTo>
                      <a:pt x="202" y="150"/>
                    </a:lnTo>
                    <a:lnTo>
                      <a:pt x="202" y="142"/>
                    </a:lnTo>
                    <a:lnTo>
                      <a:pt x="202" y="142"/>
                    </a:lnTo>
                    <a:lnTo>
                      <a:pt x="202" y="136"/>
                    </a:lnTo>
                    <a:lnTo>
                      <a:pt x="202" y="130"/>
                    </a:lnTo>
                    <a:lnTo>
                      <a:pt x="202" y="130"/>
                    </a:lnTo>
                    <a:lnTo>
                      <a:pt x="206" y="124"/>
                    </a:lnTo>
                    <a:lnTo>
                      <a:pt x="206" y="118"/>
                    </a:lnTo>
                    <a:lnTo>
                      <a:pt x="206" y="118"/>
                    </a:lnTo>
                    <a:lnTo>
                      <a:pt x="206" y="112"/>
                    </a:lnTo>
                    <a:lnTo>
                      <a:pt x="208" y="108"/>
                    </a:lnTo>
                    <a:lnTo>
                      <a:pt x="208" y="108"/>
                    </a:lnTo>
                    <a:lnTo>
                      <a:pt x="208" y="102"/>
                    </a:lnTo>
                    <a:lnTo>
                      <a:pt x="208" y="102"/>
                    </a:lnTo>
                    <a:lnTo>
                      <a:pt x="208" y="100"/>
                    </a:lnTo>
                    <a:lnTo>
                      <a:pt x="208" y="100"/>
                    </a:lnTo>
                    <a:lnTo>
                      <a:pt x="210" y="100"/>
                    </a:lnTo>
                    <a:lnTo>
                      <a:pt x="210" y="98"/>
                    </a:lnTo>
                    <a:lnTo>
                      <a:pt x="212" y="94"/>
                    </a:lnTo>
                    <a:lnTo>
                      <a:pt x="212" y="94"/>
                    </a:lnTo>
                    <a:lnTo>
                      <a:pt x="214" y="92"/>
                    </a:lnTo>
                    <a:lnTo>
                      <a:pt x="216" y="92"/>
                    </a:lnTo>
                    <a:lnTo>
                      <a:pt x="222" y="94"/>
                    </a:lnTo>
                    <a:lnTo>
                      <a:pt x="226" y="8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4" name="Freeform 43">
                <a:extLst>
                  <a:ext uri="{FF2B5EF4-FFF2-40B4-BE49-F238E27FC236}">
                    <a16:creationId xmlns:a16="http://schemas.microsoft.com/office/drawing/2014/main" id="{D52559BC-2EEE-404A-A6DA-E6BF03F7DC5E}"/>
                  </a:ext>
                </a:extLst>
              </p:cNvPr>
              <p:cNvSpPr>
                <a:spLocks/>
              </p:cNvSpPr>
              <p:nvPr/>
            </p:nvSpPr>
            <p:spPr bwMode="auto">
              <a:xfrm>
                <a:off x="6329949" y="5128510"/>
                <a:ext cx="422691" cy="436514"/>
              </a:xfrm>
              <a:custGeom>
                <a:avLst/>
                <a:gdLst>
                  <a:gd name="T0" fmla="*/ 34 w 216"/>
                  <a:gd name="T1" fmla="*/ 106 h 218"/>
                  <a:gd name="T2" fmla="*/ 26 w 216"/>
                  <a:gd name="T3" fmla="*/ 114 h 218"/>
                  <a:gd name="T4" fmla="*/ 12 w 216"/>
                  <a:gd name="T5" fmla="*/ 110 h 218"/>
                  <a:gd name="T6" fmla="*/ 12 w 216"/>
                  <a:gd name="T7" fmla="*/ 104 h 218"/>
                  <a:gd name="T8" fmla="*/ 2 w 216"/>
                  <a:gd name="T9" fmla="*/ 110 h 218"/>
                  <a:gd name="T10" fmla="*/ 8 w 216"/>
                  <a:gd name="T11" fmla="*/ 122 h 218"/>
                  <a:gd name="T12" fmla="*/ 8 w 216"/>
                  <a:gd name="T13" fmla="*/ 128 h 218"/>
                  <a:gd name="T14" fmla="*/ 16 w 216"/>
                  <a:gd name="T15" fmla="*/ 148 h 218"/>
                  <a:gd name="T16" fmla="*/ 22 w 216"/>
                  <a:gd name="T17" fmla="*/ 164 h 218"/>
                  <a:gd name="T18" fmla="*/ 16 w 216"/>
                  <a:gd name="T19" fmla="*/ 182 h 218"/>
                  <a:gd name="T20" fmla="*/ 18 w 216"/>
                  <a:gd name="T21" fmla="*/ 188 h 218"/>
                  <a:gd name="T22" fmla="*/ 16 w 216"/>
                  <a:gd name="T23" fmla="*/ 194 h 218"/>
                  <a:gd name="T24" fmla="*/ 20 w 216"/>
                  <a:gd name="T25" fmla="*/ 204 h 218"/>
                  <a:gd name="T26" fmla="*/ 22 w 216"/>
                  <a:gd name="T27" fmla="*/ 212 h 218"/>
                  <a:gd name="T28" fmla="*/ 26 w 216"/>
                  <a:gd name="T29" fmla="*/ 208 h 218"/>
                  <a:gd name="T30" fmla="*/ 30 w 216"/>
                  <a:gd name="T31" fmla="*/ 212 h 218"/>
                  <a:gd name="T32" fmla="*/ 44 w 216"/>
                  <a:gd name="T33" fmla="*/ 218 h 218"/>
                  <a:gd name="T34" fmla="*/ 56 w 216"/>
                  <a:gd name="T35" fmla="*/ 212 h 218"/>
                  <a:gd name="T36" fmla="*/ 72 w 216"/>
                  <a:gd name="T37" fmla="*/ 212 h 218"/>
                  <a:gd name="T38" fmla="*/ 78 w 216"/>
                  <a:gd name="T39" fmla="*/ 206 h 218"/>
                  <a:gd name="T40" fmla="*/ 84 w 216"/>
                  <a:gd name="T41" fmla="*/ 204 h 218"/>
                  <a:gd name="T42" fmla="*/ 96 w 216"/>
                  <a:gd name="T43" fmla="*/ 202 h 218"/>
                  <a:gd name="T44" fmla="*/ 112 w 216"/>
                  <a:gd name="T45" fmla="*/ 206 h 218"/>
                  <a:gd name="T46" fmla="*/ 124 w 216"/>
                  <a:gd name="T47" fmla="*/ 204 h 218"/>
                  <a:gd name="T48" fmla="*/ 130 w 216"/>
                  <a:gd name="T49" fmla="*/ 200 h 218"/>
                  <a:gd name="T50" fmla="*/ 140 w 216"/>
                  <a:gd name="T51" fmla="*/ 196 h 218"/>
                  <a:gd name="T52" fmla="*/ 154 w 216"/>
                  <a:gd name="T53" fmla="*/ 184 h 218"/>
                  <a:gd name="T54" fmla="*/ 160 w 216"/>
                  <a:gd name="T55" fmla="*/ 176 h 218"/>
                  <a:gd name="T56" fmla="*/ 172 w 216"/>
                  <a:gd name="T57" fmla="*/ 166 h 218"/>
                  <a:gd name="T58" fmla="*/ 176 w 216"/>
                  <a:gd name="T59" fmla="*/ 158 h 218"/>
                  <a:gd name="T60" fmla="*/ 186 w 216"/>
                  <a:gd name="T61" fmla="*/ 144 h 218"/>
                  <a:gd name="T62" fmla="*/ 194 w 216"/>
                  <a:gd name="T63" fmla="*/ 132 h 218"/>
                  <a:gd name="T64" fmla="*/ 210 w 216"/>
                  <a:gd name="T65" fmla="*/ 100 h 218"/>
                  <a:gd name="T66" fmla="*/ 206 w 216"/>
                  <a:gd name="T67" fmla="*/ 74 h 218"/>
                  <a:gd name="T68" fmla="*/ 198 w 216"/>
                  <a:gd name="T69" fmla="*/ 80 h 218"/>
                  <a:gd name="T70" fmla="*/ 192 w 216"/>
                  <a:gd name="T71" fmla="*/ 68 h 218"/>
                  <a:gd name="T72" fmla="*/ 196 w 216"/>
                  <a:gd name="T73" fmla="*/ 60 h 218"/>
                  <a:gd name="T74" fmla="*/ 202 w 216"/>
                  <a:gd name="T75" fmla="*/ 58 h 218"/>
                  <a:gd name="T76" fmla="*/ 200 w 216"/>
                  <a:gd name="T77" fmla="*/ 46 h 218"/>
                  <a:gd name="T78" fmla="*/ 200 w 216"/>
                  <a:gd name="T79" fmla="*/ 18 h 218"/>
                  <a:gd name="T80" fmla="*/ 202 w 216"/>
                  <a:gd name="T81" fmla="*/ 4 h 218"/>
                  <a:gd name="T82" fmla="*/ 188 w 216"/>
                  <a:gd name="T83" fmla="*/ 0 h 218"/>
                  <a:gd name="T84" fmla="*/ 178 w 216"/>
                  <a:gd name="T85" fmla="*/ 2 h 218"/>
                  <a:gd name="T86" fmla="*/ 170 w 216"/>
                  <a:gd name="T87" fmla="*/ 4 h 218"/>
                  <a:gd name="T88" fmla="*/ 162 w 216"/>
                  <a:gd name="T89" fmla="*/ 8 h 218"/>
                  <a:gd name="T90" fmla="*/ 148 w 216"/>
                  <a:gd name="T91" fmla="*/ 14 h 218"/>
                  <a:gd name="T92" fmla="*/ 136 w 216"/>
                  <a:gd name="T93" fmla="*/ 24 h 218"/>
                  <a:gd name="T94" fmla="*/ 132 w 216"/>
                  <a:gd name="T95" fmla="*/ 38 h 218"/>
                  <a:gd name="T96" fmla="*/ 124 w 216"/>
                  <a:gd name="T97" fmla="*/ 60 h 218"/>
                  <a:gd name="T98" fmla="*/ 112 w 216"/>
                  <a:gd name="T99" fmla="*/ 60 h 218"/>
                  <a:gd name="T100" fmla="*/ 102 w 216"/>
                  <a:gd name="T101" fmla="*/ 58 h 218"/>
                  <a:gd name="T102" fmla="*/ 92 w 216"/>
                  <a:gd name="T103" fmla="*/ 56 h 218"/>
                  <a:gd name="T104" fmla="*/ 88 w 216"/>
                  <a:gd name="T105" fmla="*/ 64 h 218"/>
                  <a:gd name="T106" fmla="*/ 70 w 216"/>
                  <a:gd name="T107" fmla="*/ 76 h 218"/>
                  <a:gd name="T108" fmla="*/ 58 w 216"/>
                  <a:gd name="T109" fmla="*/ 82 h 218"/>
                  <a:gd name="T110" fmla="*/ 52 w 216"/>
                  <a:gd name="T111" fmla="*/ 74 h 218"/>
                  <a:gd name="T112" fmla="*/ 48 w 216"/>
                  <a:gd name="T113" fmla="*/ 5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6" h="218">
                    <a:moveTo>
                      <a:pt x="42" y="54"/>
                    </a:moveTo>
                    <a:lnTo>
                      <a:pt x="40" y="106"/>
                    </a:lnTo>
                    <a:lnTo>
                      <a:pt x="40" y="106"/>
                    </a:lnTo>
                    <a:lnTo>
                      <a:pt x="38" y="106"/>
                    </a:lnTo>
                    <a:lnTo>
                      <a:pt x="34" y="106"/>
                    </a:lnTo>
                    <a:lnTo>
                      <a:pt x="32" y="108"/>
                    </a:lnTo>
                    <a:lnTo>
                      <a:pt x="32" y="108"/>
                    </a:lnTo>
                    <a:lnTo>
                      <a:pt x="30" y="112"/>
                    </a:lnTo>
                    <a:lnTo>
                      <a:pt x="26" y="114"/>
                    </a:lnTo>
                    <a:lnTo>
                      <a:pt x="26" y="114"/>
                    </a:lnTo>
                    <a:lnTo>
                      <a:pt x="24" y="114"/>
                    </a:lnTo>
                    <a:lnTo>
                      <a:pt x="20" y="114"/>
                    </a:lnTo>
                    <a:lnTo>
                      <a:pt x="20" y="114"/>
                    </a:lnTo>
                    <a:lnTo>
                      <a:pt x="14" y="114"/>
                    </a:lnTo>
                    <a:lnTo>
                      <a:pt x="12" y="110"/>
                    </a:lnTo>
                    <a:lnTo>
                      <a:pt x="12" y="110"/>
                    </a:lnTo>
                    <a:lnTo>
                      <a:pt x="12" y="108"/>
                    </a:lnTo>
                    <a:lnTo>
                      <a:pt x="12" y="106"/>
                    </a:lnTo>
                    <a:lnTo>
                      <a:pt x="12" y="106"/>
                    </a:lnTo>
                    <a:lnTo>
                      <a:pt x="12" y="104"/>
                    </a:lnTo>
                    <a:lnTo>
                      <a:pt x="12" y="104"/>
                    </a:lnTo>
                    <a:lnTo>
                      <a:pt x="8" y="104"/>
                    </a:lnTo>
                    <a:lnTo>
                      <a:pt x="6" y="106"/>
                    </a:lnTo>
                    <a:lnTo>
                      <a:pt x="6" y="106"/>
                    </a:lnTo>
                    <a:lnTo>
                      <a:pt x="2" y="110"/>
                    </a:lnTo>
                    <a:lnTo>
                      <a:pt x="0" y="112"/>
                    </a:lnTo>
                    <a:lnTo>
                      <a:pt x="0" y="112"/>
                    </a:lnTo>
                    <a:lnTo>
                      <a:pt x="4" y="120"/>
                    </a:lnTo>
                    <a:lnTo>
                      <a:pt x="4" y="120"/>
                    </a:lnTo>
                    <a:lnTo>
                      <a:pt x="8" y="122"/>
                    </a:lnTo>
                    <a:lnTo>
                      <a:pt x="8" y="122"/>
                    </a:lnTo>
                    <a:lnTo>
                      <a:pt x="6" y="124"/>
                    </a:lnTo>
                    <a:lnTo>
                      <a:pt x="6" y="126"/>
                    </a:lnTo>
                    <a:lnTo>
                      <a:pt x="8" y="128"/>
                    </a:lnTo>
                    <a:lnTo>
                      <a:pt x="8" y="128"/>
                    </a:lnTo>
                    <a:lnTo>
                      <a:pt x="10" y="136"/>
                    </a:lnTo>
                    <a:lnTo>
                      <a:pt x="10" y="144"/>
                    </a:lnTo>
                    <a:lnTo>
                      <a:pt x="10" y="144"/>
                    </a:lnTo>
                    <a:lnTo>
                      <a:pt x="12" y="146"/>
                    </a:lnTo>
                    <a:lnTo>
                      <a:pt x="16" y="148"/>
                    </a:lnTo>
                    <a:lnTo>
                      <a:pt x="16" y="148"/>
                    </a:lnTo>
                    <a:lnTo>
                      <a:pt x="20" y="160"/>
                    </a:lnTo>
                    <a:lnTo>
                      <a:pt x="20" y="160"/>
                    </a:lnTo>
                    <a:lnTo>
                      <a:pt x="22" y="164"/>
                    </a:lnTo>
                    <a:lnTo>
                      <a:pt x="22" y="164"/>
                    </a:lnTo>
                    <a:lnTo>
                      <a:pt x="22" y="174"/>
                    </a:lnTo>
                    <a:lnTo>
                      <a:pt x="20" y="182"/>
                    </a:lnTo>
                    <a:lnTo>
                      <a:pt x="16" y="180"/>
                    </a:lnTo>
                    <a:lnTo>
                      <a:pt x="16" y="180"/>
                    </a:lnTo>
                    <a:lnTo>
                      <a:pt x="16" y="182"/>
                    </a:lnTo>
                    <a:lnTo>
                      <a:pt x="14" y="182"/>
                    </a:lnTo>
                    <a:lnTo>
                      <a:pt x="14" y="182"/>
                    </a:lnTo>
                    <a:lnTo>
                      <a:pt x="16" y="188"/>
                    </a:lnTo>
                    <a:lnTo>
                      <a:pt x="18" y="188"/>
                    </a:lnTo>
                    <a:lnTo>
                      <a:pt x="18" y="188"/>
                    </a:lnTo>
                    <a:lnTo>
                      <a:pt x="16" y="192"/>
                    </a:lnTo>
                    <a:lnTo>
                      <a:pt x="16" y="192"/>
                    </a:lnTo>
                    <a:lnTo>
                      <a:pt x="16" y="192"/>
                    </a:lnTo>
                    <a:lnTo>
                      <a:pt x="16" y="192"/>
                    </a:lnTo>
                    <a:lnTo>
                      <a:pt x="16" y="194"/>
                    </a:lnTo>
                    <a:lnTo>
                      <a:pt x="16" y="194"/>
                    </a:lnTo>
                    <a:lnTo>
                      <a:pt x="16" y="194"/>
                    </a:lnTo>
                    <a:lnTo>
                      <a:pt x="18" y="196"/>
                    </a:lnTo>
                    <a:lnTo>
                      <a:pt x="20" y="198"/>
                    </a:lnTo>
                    <a:lnTo>
                      <a:pt x="20" y="204"/>
                    </a:lnTo>
                    <a:lnTo>
                      <a:pt x="20" y="204"/>
                    </a:lnTo>
                    <a:lnTo>
                      <a:pt x="18" y="206"/>
                    </a:lnTo>
                    <a:lnTo>
                      <a:pt x="18" y="206"/>
                    </a:lnTo>
                    <a:lnTo>
                      <a:pt x="22" y="212"/>
                    </a:lnTo>
                    <a:lnTo>
                      <a:pt x="22" y="212"/>
                    </a:lnTo>
                    <a:lnTo>
                      <a:pt x="24" y="212"/>
                    </a:lnTo>
                    <a:lnTo>
                      <a:pt x="24" y="212"/>
                    </a:lnTo>
                    <a:lnTo>
                      <a:pt x="24" y="208"/>
                    </a:lnTo>
                    <a:lnTo>
                      <a:pt x="24" y="208"/>
                    </a:lnTo>
                    <a:lnTo>
                      <a:pt x="26" y="208"/>
                    </a:lnTo>
                    <a:lnTo>
                      <a:pt x="28" y="210"/>
                    </a:lnTo>
                    <a:lnTo>
                      <a:pt x="28" y="212"/>
                    </a:lnTo>
                    <a:lnTo>
                      <a:pt x="28" y="212"/>
                    </a:lnTo>
                    <a:lnTo>
                      <a:pt x="30" y="212"/>
                    </a:lnTo>
                    <a:lnTo>
                      <a:pt x="30" y="212"/>
                    </a:lnTo>
                    <a:lnTo>
                      <a:pt x="30" y="212"/>
                    </a:lnTo>
                    <a:lnTo>
                      <a:pt x="34" y="212"/>
                    </a:lnTo>
                    <a:lnTo>
                      <a:pt x="36" y="214"/>
                    </a:lnTo>
                    <a:lnTo>
                      <a:pt x="40" y="216"/>
                    </a:lnTo>
                    <a:lnTo>
                      <a:pt x="44" y="218"/>
                    </a:lnTo>
                    <a:lnTo>
                      <a:pt x="44" y="218"/>
                    </a:lnTo>
                    <a:lnTo>
                      <a:pt x="46" y="216"/>
                    </a:lnTo>
                    <a:lnTo>
                      <a:pt x="46" y="216"/>
                    </a:lnTo>
                    <a:lnTo>
                      <a:pt x="56" y="212"/>
                    </a:lnTo>
                    <a:lnTo>
                      <a:pt x="56" y="212"/>
                    </a:lnTo>
                    <a:lnTo>
                      <a:pt x="56" y="208"/>
                    </a:lnTo>
                    <a:lnTo>
                      <a:pt x="56" y="208"/>
                    </a:lnTo>
                    <a:lnTo>
                      <a:pt x="64" y="208"/>
                    </a:lnTo>
                    <a:lnTo>
                      <a:pt x="72" y="212"/>
                    </a:lnTo>
                    <a:lnTo>
                      <a:pt x="72" y="212"/>
                    </a:lnTo>
                    <a:lnTo>
                      <a:pt x="74" y="210"/>
                    </a:lnTo>
                    <a:lnTo>
                      <a:pt x="76" y="206"/>
                    </a:lnTo>
                    <a:lnTo>
                      <a:pt x="76" y="206"/>
                    </a:lnTo>
                    <a:lnTo>
                      <a:pt x="76" y="206"/>
                    </a:lnTo>
                    <a:lnTo>
                      <a:pt x="78" y="206"/>
                    </a:lnTo>
                    <a:lnTo>
                      <a:pt x="80" y="206"/>
                    </a:lnTo>
                    <a:lnTo>
                      <a:pt x="80" y="206"/>
                    </a:lnTo>
                    <a:lnTo>
                      <a:pt x="82" y="204"/>
                    </a:lnTo>
                    <a:lnTo>
                      <a:pt x="84" y="204"/>
                    </a:lnTo>
                    <a:lnTo>
                      <a:pt x="84" y="204"/>
                    </a:lnTo>
                    <a:lnTo>
                      <a:pt x="90" y="206"/>
                    </a:lnTo>
                    <a:lnTo>
                      <a:pt x="90" y="206"/>
                    </a:lnTo>
                    <a:lnTo>
                      <a:pt x="92" y="204"/>
                    </a:lnTo>
                    <a:lnTo>
                      <a:pt x="94" y="204"/>
                    </a:lnTo>
                    <a:lnTo>
                      <a:pt x="96" y="202"/>
                    </a:lnTo>
                    <a:lnTo>
                      <a:pt x="96" y="202"/>
                    </a:lnTo>
                    <a:lnTo>
                      <a:pt x="102" y="206"/>
                    </a:lnTo>
                    <a:lnTo>
                      <a:pt x="106" y="206"/>
                    </a:lnTo>
                    <a:lnTo>
                      <a:pt x="112" y="206"/>
                    </a:lnTo>
                    <a:lnTo>
                      <a:pt x="112" y="206"/>
                    </a:lnTo>
                    <a:lnTo>
                      <a:pt x="114" y="204"/>
                    </a:lnTo>
                    <a:lnTo>
                      <a:pt x="114" y="204"/>
                    </a:lnTo>
                    <a:lnTo>
                      <a:pt x="118" y="204"/>
                    </a:lnTo>
                    <a:lnTo>
                      <a:pt x="124" y="204"/>
                    </a:lnTo>
                    <a:lnTo>
                      <a:pt x="124" y="204"/>
                    </a:lnTo>
                    <a:lnTo>
                      <a:pt x="124" y="200"/>
                    </a:lnTo>
                    <a:lnTo>
                      <a:pt x="126" y="198"/>
                    </a:lnTo>
                    <a:lnTo>
                      <a:pt x="126" y="198"/>
                    </a:lnTo>
                    <a:lnTo>
                      <a:pt x="128" y="198"/>
                    </a:lnTo>
                    <a:lnTo>
                      <a:pt x="130" y="200"/>
                    </a:lnTo>
                    <a:lnTo>
                      <a:pt x="130" y="200"/>
                    </a:lnTo>
                    <a:lnTo>
                      <a:pt x="134" y="200"/>
                    </a:lnTo>
                    <a:lnTo>
                      <a:pt x="136" y="198"/>
                    </a:lnTo>
                    <a:lnTo>
                      <a:pt x="140" y="196"/>
                    </a:lnTo>
                    <a:lnTo>
                      <a:pt x="140" y="196"/>
                    </a:lnTo>
                    <a:lnTo>
                      <a:pt x="144" y="196"/>
                    </a:lnTo>
                    <a:lnTo>
                      <a:pt x="144" y="196"/>
                    </a:lnTo>
                    <a:lnTo>
                      <a:pt x="152" y="188"/>
                    </a:lnTo>
                    <a:lnTo>
                      <a:pt x="152" y="188"/>
                    </a:lnTo>
                    <a:lnTo>
                      <a:pt x="154" y="184"/>
                    </a:lnTo>
                    <a:lnTo>
                      <a:pt x="156" y="184"/>
                    </a:lnTo>
                    <a:lnTo>
                      <a:pt x="156" y="184"/>
                    </a:lnTo>
                    <a:lnTo>
                      <a:pt x="158" y="180"/>
                    </a:lnTo>
                    <a:lnTo>
                      <a:pt x="160" y="176"/>
                    </a:lnTo>
                    <a:lnTo>
                      <a:pt x="160" y="176"/>
                    </a:lnTo>
                    <a:lnTo>
                      <a:pt x="164" y="174"/>
                    </a:lnTo>
                    <a:lnTo>
                      <a:pt x="164" y="174"/>
                    </a:lnTo>
                    <a:lnTo>
                      <a:pt x="170" y="166"/>
                    </a:lnTo>
                    <a:lnTo>
                      <a:pt x="170" y="166"/>
                    </a:lnTo>
                    <a:lnTo>
                      <a:pt x="172" y="166"/>
                    </a:lnTo>
                    <a:lnTo>
                      <a:pt x="176" y="164"/>
                    </a:lnTo>
                    <a:lnTo>
                      <a:pt x="176" y="164"/>
                    </a:lnTo>
                    <a:lnTo>
                      <a:pt x="176" y="160"/>
                    </a:lnTo>
                    <a:lnTo>
                      <a:pt x="176" y="158"/>
                    </a:lnTo>
                    <a:lnTo>
                      <a:pt x="176" y="158"/>
                    </a:lnTo>
                    <a:lnTo>
                      <a:pt x="184" y="154"/>
                    </a:lnTo>
                    <a:lnTo>
                      <a:pt x="184" y="154"/>
                    </a:lnTo>
                    <a:lnTo>
                      <a:pt x="184" y="148"/>
                    </a:lnTo>
                    <a:lnTo>
                      <a:pt x="186" y="144"/>
                    </a:lnTo>
                    <a:lnTo>
                      <a:pt x="186" y="144"/>
                    </a:lnTo>
                    <a:lnTo>
                      <a:pt x="190" y="142"/>
                    </a:lnTo>
                    <a:lnTo>
                      <a:pt x="190" y="142"/>
                    </a:lnTo>
                    <a:lnTo>
                      <a:pt x="192" y="138"/>
                    </a:lnTo>
                    <a:lnTo>
                      <a:pt x="194" y="132"/>
                    </a:lnTo>
                    <a:lnTo>
                      <a:pt x="194" y="132"/>
                    </a:lnTo>
                    <a:lnTo>
                      <a:pt x="196" y="126"/>
                    </a:lnTo>
                    <a:lnTo>
                      <a:pt x="202" y="122"/>
                    </a:lnTo>
                    <a:lnTo>
                      <a:pt x="212" y="116"/>
                    </a:lnTo>
                    <a:lnTo>
                      <a:pt x="212" y="116"/>
                    </a:lnTo>
                    <a:lnTo>
                      <a:pt x="210" y="100"/>
                    </a:lnTo>
                    <a:lnTo>
                      <a:pt x="210" y="100"/>
                    </a:lnTo>
                    <a:lnTo>
                      <a:pt x="214" y="100"/>
                    </a:lnTo>
                    <a:lnTo>
                      <a:pt x="214" y="100"/>
                    </a:lnTo>
                    <a:lnTo>
                      <a:pt x="216" y="76"/>
                    </a:lnTo>
                    <a:lnTo>
                      <a:pt x="206" y="74"/>
                    </a:lnTo>
                    <a:lnTo>
                      <a:pt x="208" y="84"/>
                    </a:lnTo>
                    <a:lnTo>
                      <a:pt x="208" y="84"/>
                    </a:lnTo>
                    <a:lnTo>
                      <a:pt x="204" y="82"/>
                    </a:lnTo>
                    <a:lnTo>
                      <a:pt x="198" y="80"/>
                    </a:lnTo>
                    <a:lnTo>
                      <a:pt x="198" y="80"/>
                    </a:lnTo>
                    <a:lnTo>
                      <a:pt x="194" y="78"/>
                    </a:lnTo>
                    <a:lnTo>
                      <a:pt x="192" y="76"/>
                    </a:lnTo>
                    <a:lnTo>
                      <a:pt x="192" y="76"/>
                    </a:lnTo>
                    <a:lnTo>
                      <a:pt x="192" y="72"/>
                    </a:lnTo>
                    <a:lnTo>
                      <a:pt x="192" y="68"/>
                    </a:lnTo>
                    <a:lnTo>
                      <a:pt x="192" y="68"/>
                    </a:lnTo>
                    <a:lnTo>
                      <a:pt x="194" y="62"/>
                    </a:lnTo>
                    <a:lnTo>
                      <a:pt x="194" y="60"/>
                    </a:lnTo>
                    <a:lnTo>
                      <a:pt x="196" y="60"/>
                    </a:lnTo>
                    <a:lnTo>
                      <a:pt x="196" y="60"/>
                    </a:lnTo>
                    <a:lnTo>
                      <a:pt x="198" y="62"/>
                    </a:lnTo>
                    <a:lnTo>
                      <a:pt x="200" y="60"/>
                    </a:lnTo>
                    <a:lnTo>
                      <a:pt x="202" y="60"/>
                    </a:lnTo>
                    <a:lnTo>
                      <a:pt x="202" y="60"/>
                    </a:lnTo>
                    <a:lnTo>
                      <a:pt x="202" y="58"/>
                    </a:lnTo>
                    <a:lnTo>
                      <a:pt x="200" y="54"/>
                    </a:lnTo>
                    <a:lnTo>
                      <a:pt x="200" y="54"/>
                    </a:lnTo>
                    <a:lnTo>
                      <a:pt x="200" y="50"/>
                    </a:lnTo>
                    <a:lnTo>
                      <a:pt x="200" y="46"/>
                    </a:lnTo>
                    <a:lnTo>
                      <a:pt x="200" y="46"/>
                    </a:lnTo>
                    <a:lnTo>
                      <a:pt x="202" y="40"/>
                    </a:lnTo>
                    <a:lnTo>
                      <a:pt x="202" y="32"/>
                    </a:lnTo>
                    <a:lnTo>
                      <a:pt x="202" y="32"/>
                    </a:lnTo>
                    <a:lnTo>
                      <a:pt x="200" y="24"/>
                    </a:lnTo>
                    <a:lnTo>
                      <a:pt x="200" y="18"/>
                    </a:lnTo>
                    <a:lnTo>
                      <a:pt x="200" y="18"/>
                    </a:lnTo>
                    <a:lnTo>
                      <a:pt x="202" y="14"/>
                    </a:lnTo>
                    <a:lnTo>
                      <a:pt x="202" y="10"/>
                    </a:lnTo>
                    <a:lnTo>
                      <a:pt x="202" y="4"/>
                    </a:lnTo>
                    <a:lnTo>
                      <a:pt x="202" y="4"/>
                    </a:lnTo>
                    <a:lnTo>
                      <a:pt x="200" y="2"/>
                    </a:lnTo>
                    <a:lnTo>
                      <a:pt x="194" y="2"/>
                    </a:lnTo>
                    <a:lnTo>
                      <a:pt x="194" y="2"/>
                    </a:lnTo>
                    <a:lnTo>
                      <a:pt x="190" y="0"/>
                    </a:lnTo>
                    <a:lnTo>
                      <a:pt x="188" y="0"/>
                    </a:lnTo>
                    <a:lnTo>
                      <a:pt x="188" y="0"/>
                    </a:lnTo>
                    <a:lnTo>
                      <a:pt x="186" y="0"/>
                    </a:lnTo>
                    <a:lnTo>
                      <a:pt x="180" y="0"/>
                    </a:lnTo>
                    <a:lnTo>
                      <a:pt x="180" y="0"/>
                    </a:lnTo>
                    <a:lnTo>
                      <a:pt x="178" y="2"/>
                    </a:lnTo>
                    <a:lnTo>
                      <a:pt x="176" y="0"/>
                    </a:lnTo>
                    <a:lnTo>
                      <a:pt x="174" y="0"/>
                    </a:lnTo>
                    <a:lnTo>
                      <a:pt x="174" y="0"/>
                    </a:lnTo>
                    <a:lnTo>
                      <a:pt x="172" y="2"/>
                    </a:lnTo>
                    <a:lnTo>
                      <a:pt x="170" y="4"/>
                    </a:lnTo>
                    <a:lnTo>
                      <a:pt x="166" y="6"/>
                    </a:lnTo>
                    <a:lnTo>
                      <a:pt x="166" y="6"/>
                    </a:lnTo>
                    <a:lnTo>
                      <a:pt x="164" y="6"/>
                    </a:lnTo>
                    <a:lnTo>
                      <a:pt x="162" y="6"/>
                    </a:lnTo>
                    <a:lnTo>
                      <a:pt x="162" y="8"/>
                    </a:lnTo>
                    <a:lnTo>
                      <a:pt x="160" y="8"/>
                    </a:lnTo>
                    <a:lnTo>
                      <a:pt x="160" y="8"/>
                    </a:lnTo>
                    <a:lnTo>
                      <a:pt x="154" y="12"/>
                    </a:lnTo>
                    <a:lnTo>
                      <a:pt x="148" y="14"/>
                    </a:lnTo>
                    <a:lnTo>
                      <a:pt x="148" y="14"/>
                    </a:lnTo>
                    <a:lnTo>
                      <a:pt x="144" y="16"/>
                    </a:lnTo>
                    <a:lnTo>
                      <a:pt x="142" y="18"/>
                    </a:lnTo>
                    <a:lnTo>
                      <a:pt x="140" y="22"/>
                    </a:lnTo>
                    <a:lnTo>
                      <a:pt x="136" y="24"/>
                    </a:lnTo>
                    <a:lnTo>
                      <a:pt x="136" y="24"/>
                    </a:lnTo>
                    <a:lnTo>
                      <a:pt x="134" y="26"/>
                    </a:lnTo>
                    <a:lnTo>
                      <a:pt x="134" y="32"/>
                    </a:lnTo>
                    <a:lnTo>
                      <a:pt x="132" y="36"/>
                    </a:lnTo>
                    <a:lnTo>
                      <a:pt x="132" y="38"/>
                    </a:lnTo>
                    <a:lnTo>
                      <a:pt x="132" y="38"/>
                    </a:lnTo>
                    <a:lnTo>
                      <a:pt x="126" y="40"/>
                    </a:lnTo>
                    <a:lnTo>
                      <a:pt x="124" y="40"/>
                    </a:lnTo>
                    <a:lnTo>
                      <a:pt x="124" y="40"/>
                    </a:lnTo>
                    <a:lnTo>
                      <a:pt x="124" y="60"/>
                    </a:lnTo>
                    <a:lnTo>
                      <a:pt x="124" y="60"/>
                    </a:lnTo>
                    <a:lnTo>
                      <a:pt x="122" y="62"/>
                    </a:lnTo>
                    <a:lnTo>
                      <a:pt x="120" y="62"/>
                    </a:lnTo>
                    <a:lnTo>
                      <a:pt x="116" y="60"/>
                    </a:lnTo>
                    <a:lnTo>
                      <a:pt x="116" y="60"/>
                    </a:lnTo>
                    <a:lnTo>
                      <a:pt x="112" y="60"/>
                    </a:lnTo>
                    <a:lnTo>
                      <a:pt x="108" y="60"/>
                    </a:lnTo>
                    <a:lnTo>
                      <a:pt x="106" y="60"/>
                    </a:lnTo>
                    <a:lnTo>
                      <a:pt x="106" y="60"/>
                    </a:lnTo>
                    <a:lnTo>
                      <a:pt x="104" y="58"/>
                    </a:lnTo>
                    <a:lnTo>
                      <a:pt x="102" y="58"/>
                    </a:lnTo>
                    <a:lnTo>
                      <a:pt x="100" y="60"/>
                    </a:lnTo>
                    <a:lnTo>
                      <a:pt x="98" y="60"/>
                    </a:lnTo>
                    <a:lnTo>
                      <a:pt x="98" y="60"/>
                    </a:lnTo>
                    <a:lnTo>
                      <a:pt x="96" y="56"/>
                    </a:lnTo>
                    <a:lnTo>
                      <a:pt x="92" y="56"/>
                    </a:lnTo>
                    <a:lnTo>
                      <a:pt x="92" y="56"/>
                    </a:lnTo>
                    <a:lnTo>
                      <a:pt x="90" y="58"/>
                    </a:lnTo>
                    <a:lnTo>
                      <a:pt x="88" y="60"/>
                    </a:lnTo>
                    <a:lnTo>
                      <a:pt x="88" y="64"/>
                    </a:lnTo>
                    <a:lnTo>
                      <a:pt x="88" y="64"/>
                    </a:lnTo>
                    <a:lnTo>
                      <a:pt x="86" y="66"/>
                    </a:lnTo>
                    <a:lnTo>
                      <a:pt x="82" y="70"/>
                    </a:lnTo>
                    <a:lnTo>
                      <a:pt x="74" y="74"/>
                    </a:lnTo>
                    <a:lnTo>
                      <a:pt x="74" y="74"/>
                    </a:lnTo>
                    <a:lnTo>
                      <a:pt x="70" y="76"/>
                    </a:lnTo>
                    <a:lnTo>
                      <a:pt x="62" y="80"/>
                    </a:lnTo>
                    <a:lnTo>
                      <a:pt x="62" y="80"/>
                    </a:lnTo>
                    <a:lnTo>
                      <a:pt x="60" y="80"/>
                    </a:lnTo>
                    <a:lnTo>
                      <a:pt x="58" y="82"/>
                    </a:lnTo>
                    <a:lnTo>
                      <a:pt x="58" y="82"/>
                    </a:lnTo>
                    <a:lnTo>
                      <a:pt x="56" y="82"/>
                    </a:lnTo>
                    <a:lnTo>
                      <a:pt x="56" y="82"/>
                    </a:lnTo>
                    <a:lnTo>
                      <a:pt x="54" y="82"/>
                    </a:lnTo>
                    <a:lnTo>
                      <a:pt x="52" y="80"/>
                    </a:lnTo>
                    <a:lnTo>
                      <a:pt x="52" y="74"/>
                    </a:lnTo>
                    <a:lnTo>
                      <a:pt x="52" y="74"/>
                    </a:lnTo>
                    <a:lnTo>
                      <a:pt x="54" y="70"/>
                    </a:lnTo>
                    <a:lnTo>
                      <a:pt x="52" y="62"/>
                    </a:lnTo>
                    <a:lnTo>
                      <a:pt x="52" y="62"/>
                    </a:lnTo>
                    <a:lnTo>
                      <a:pt x="48" y="58"/>
                    </a:lnTo>
                    <a:lnTo>
                      <a:pt x="46" y="56"/>
                    </a:lnTo>
                    <a:lnTo>
                      <a:pt x="42" y="54"/>
                    </a:lnTo>
                    <a:lnTo>
                      <a:pt x="42" y="5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5" name="Freeform 45">
                <a:extLst>
                  <a:ext uri="{FF2B5EF4-FFF2-40B4-BE49-F238E27FC236}">
                    <a16:creationId xmlns:a16="http://schemas.microsoft.com/office/drawing/2014/main" id="{5A2C1075-6234-B942-B311-5F65D25F7199}"/>
                  </a:ext>
                </a:extLst>
              </p:cNvPr>
              <p:cNvSpPr>
                <a:spLocks/>
              </p:cNvSpPr>
              <p:nvPr/>
            </p:nvSpPr>
            <p:spPr bwMode="auto">
              <a:xfrm>
                <a:off x="6987467" y="3995178"/>
                <a:ext cx="254398" cy="416490"/>
              </a:xfrm>
              <a:custGeom>
                <a:avLst/>
                <a:gdLst>
                  <a:gd name="T0" fmla="*/ 14 w 130"/>
                  <a:gd name="T1" fmla="*/ 202 h 208"/>
                  <a:gd name="T2" fmla="*/ 14 w 130"/>
                  <a:gd name="T3" fmla="*/ 200 h 208"/>
                  <a:gd name="T4" fmla="*/ 18 w 130"/>
                  <a:gd name="T5" fmla="*/ 196 h 208"/>
                  <a:gd name="T6" fmla="*/ 24 w 130"/>
                  <a:gd name="T7" fmla="*/ 188 h 208"/>
                  <a:gd name="T8" fmla="*/ 26 w 130"/>
                  <a:gd name="T9" fmla="*/ 184 h 208"/>
                  <a:gd name="T10" fmla="*/ 38 w 130"/>
                  <a:gd name="T11" fmla="*/ 172 h 208"/>
                  <a:gd name="T12" fmla="*/ 54 w 130"/>
                  <a:gd name="T13" fmla="*/ 164 h 208"/>
                  <a:gd name="T14" fmla="*/ 54 w 130"/>
                  <a:gd name="T15" fmla="*/ 160 h 208"/>
                  <a:gd name="T16" fmla="*/ 68 w 130"/>
                  <a:gd name="T17" fmla="*/ 148 h 208"/>
                  <a:gd name="T18" fmla="*/ 68 w 130"/>
                  <a:gd name="T19" fmla="*/ 144 h 208"/>
                  <a:gd name="T20" fmla="*/ 72 w 130"/>
                  <a:gd name="T21" fmla="*/ 144 h 208"/>
                  <a:gd name="T22" fmla="*/ 78 w 130"/>
                  <a:gd name="T23" fmla="*/ 134 h 208"/>
                  <a:gd name="T24" fmla="*/ 80 w 130"/>
                  <a:gd name="T25" fmla="*/ 130 h 208"/>
                  <a:gd name="T26" fmla="*/ 88 w 130"/>
                  <a:gd name="T27" fmla="*/ 126 h 208"/>
                  <a:gd name="T28" fmla="*/ 92 w 130"/>
                  <a:gd name="T29" fmla="*/ 112 h 208"/>
                  <a:gd name="T30" fmla="*/ 96 w 130"/>
                  <a:gd name="T31" fmla="*/ 106 h 208"/>
                  <a:gd name="T32" fmla="*/ 98 w 130"/>
                  <a:gd name="T33" fmla="*/ 98 h 208"/>
                  <a:gd name="T34" fmla="*/ 102 w 130"/>
                  <a:gd name="T35" fmla="*/ 88 h 208"/>
                  <a:gd name="T36" fmla="*/ 106 w 130"/>
                  <a:gd name="T37" fmla="*/ 78 h 208"/>
                  <a:gd name="T38" fmla="*/ 110 w 130"/>
                  <a:gd name="T39" fmla="*/ 68 h 208"/>
                  <a:gd name="T40" fmla="*/ 112 w 130"/>
                  <a:gd name="T41" fmla="*/ 62 h 208"/>
                  <a:gd name="T42" fmla="*/ 120 w 130"/>
                  <a:gd name="T43" fmla="*/ 48 h 208"/>
                  <a:gd name="T44" fmla="*/ 122 w 130"/>
                  <a:gd name="T45" fmla="*/ 42 h 208"/>
                  <a:gd name="T46" fmla="*/ 126 w 130"/>
                  <a:gd name="T47" fmla="*/ 26 h 208"/>
                  <a:gd name="T48" fmla="*/ 130 w 130"/>
                  <a:gd name="T49" fmla="*/ 2 h 208"/>
                  <a:gd name="T50" fmla="*/ 124 w 130"/>
                  <a:gd name="T51" fmla="*/ 0 h 208"/>
                  <a:gd name="T52" fmla="*/ 122 w 130"/>
                  <a:gd name="T53" fmla="*/ 2 h 208"/>
                  <a:gd name="T54" fmla="*/ 100 w 130"/>
                  <a:gd name="T55" fmla="*/ 8 h 208"/>
                  <a:gd name="T56" fmla="*/ 90 w 130"/>
                  <a:gd name="T57" fmla="*/ 10 h 208"/>
                  <a:gd name="T58" fmla="*/ 80 w 130"/>
                  <a:gd name="T59" fmla="*/ 12 h 208"/>
                  <a:gd name="T60" fmla="*/ 78 w 130"/>
                  <a:gd name="T61" fmla="*/ 16 h 208"/>
                  <a:gd name="T62" fmla="*/ 68 w 130"/>
                  <a:gd name="T63" fmla="*/ 20 h 208"/>
                  <a:gd name="T64" fmla="*/ 62 w 130"/>
                  <a:gd name="T65" fmla="*/ 16 h 208"/>
                  <a:gd name="T66" fmla="*/ 50 w 130"/>
                  <a:gd name="T67" fmla="*/ 18 h 208"/>
                  <a:gd name="T68" fmla="*/ 38 w 130"/>
                  <a:gd name="T69" fmla="*/ 18 h 208"/>
                  <a:gd name="T70" fmla="*/ 30 w 130"/>
                  <a:gd name="T71" fmla="*/ 14 h 208"/>
                  <a:gd name="T72" fmla="*/ 14 w 130"/>
                  <a:gd name="T73" fmla="*/ 20 h 208"/>
                  <a:gd name="T74" fmla="*/ 20 w 130"/>
                  <a:gd name="T75" fmla="*/ 26 h 208"/>
                  <a:gd name="T76" fmla="*/ 24 w 130"/>
                  <a:gd name="T77" fmla="*/ 34 h 208"/>
                  <a:gd name="T78" fmla="*/ 34 w 130"/>
                  <a:gd name="T79" fmla="*/ 42 h 208"/>
                  <a:gd name="T80" fmla="*/ 52 w 130"/>
                  <a:gd name="T81" fmla="*/ 112 h 208"/>
                  <a:gd name="T82" fmla="*/ 18 w 130"/>
                  <a:gd name="T83" fmla="*/ 116 h 208"/>
                  <a:gd name="T84" fmla="*/ 0 w 130"/>
                  <a:gd name="T85" fmla="*/ 142 h 208"/>
                  <a:gd name="T86" fmla="*/ 12 w 130"/>
                  <a:gd name="T87" fmla="*/ 20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0" h="208">
                    <a:moveTo>
                      <a:pt x="12" y="208"/>
                    </a:moveTo>
                    <a:lnTo>
                      <a:pt x="12" y="208"/>
                    </a:lnTo>
                    <a:lnTo>
                      <a:pt x="14" y="202"/>
                    </a:lnTo>
                    <a:lnTo>
                      <a:pt x="14" y="202"/>
                    </a:lnTo>
                    <a:lnTo>
                      <a:pt x="14" y="202"/>
                    </a:lnTo>
                    <a:lnTo>
                      <a:pt x="14" y="200"/>
                    </a:lnTo>
                    <a:lnTo>
                      <a:pt x="14" y="200"/>
                    </a:lnTo>
                    <a:lnTo>
                      <a:pt x="18" y="196"/>
                    </a:lnTo>
                    <a:lnTo>
                      <a:pt x="18" y="196"/>
                    </a:lnTo>
                    <a:lnTo>
                      <a:pt x="18" y="192"/>
                    </a:lnTo>
                    <a:lnTo>
                      <a:pt x="18" y="192"/>
                    </a:lnTo>
                    <a:lnTo>
                      <a:pt x="24" y="188"/>
                    </a:lnTo>
                    <a:lnTo>
                      <a:pt x="24" y="188"/>
                    </a:lnTo>
                    <a:lnTo>
                      <a:pt x="26" y="184"/>
                    </a:lnTo>
                    <a:lnTo>
                      <a:pt x="26" y="184"/>
                    </a:lnTo>
                    <a:lnTo>
                      <a:pt x="32" y="180"/>
                    </a:lnTo>
                    <a:lnTo>
                      <a:pt x="32" y="180"/>
                    </a:lnTo>
                    <a:lnTo>
                      <a:pt x="38" y="172"/>
                    </a:lnTo>
                    <a:lnTo>
                      <a:pt x="38" y="172"/>
                    </a:lnTo>
                    <a:lnTo>
                      <a:pt x="46" y="168"/>
                    </a:lnTo>
                    <a:lnTo>
                      <a:pt x="54" y="164"/>
                    </a:lnTo>
                    <a:lnTo>
                      <a:pt x="54" y="164"/>
                    </a:lnTo>
                    <a:lnTo>
                      <a:pt x="54" y="160"/>
                    </a:lnTo>
                    <a:lnTo>
                      <a:pt x="54" y="160"/>
                    </a:lnTo>
                    <a:lnTo>
                      <a:pt x="62" y="154"/>
                    </a:lnTo>
                    <a:lnTo>
                      <a:pt x="64" y="150"/>
                    </a:lnTo>
                    <a:lnTo>
                      <a:pt x="68" y="148"/>
                    </a:lnTo>
                    <a:lnTo>
                      <a:pt x="68" y="148"/>
                    </a:lnTo>
                    <a:lnTo>
                      <a:pt x="68" y="146"/>
                    </a:lnTo>
                    <a:lnTo>
                      <a:pt x="68" y="144"/>
                    </a:lnTo>
                    <a:lnTo>
                      <a:pt x="68" y="144"/>
                    </a:lnTo>
                    <a:lnTo>
                      <a:pt x="72" y="144"/>
                    </a:lnTo>
                    <a:lnTo>
                      <a:pt x="72" y="144"/>
                    </a:lnTo>
                    <a:lnTo>
                      <a:pt x="78" y="138"/>
                    </a:lnTo>
                    <a:lnTo>
                      <a:pt x="78" y="138"/>
                    </a:lnTo>
                    <a:lnTo>
                      <a:pt x="78" y="134"/>
                    </a:lnTo>
                    <a:lnTo>
                      <a:pt x="78" y="130"/>
                    </a:lnTo>
                    <a:lnTo>
                      <a:pt x="80" y="130"/>
                    </a:lnTo>
                    <a:lnTo>
                      <a:pt x="80" y="130"/>
                    </a:lnTo>
                    <a:lnTo>
                      <a:pt x="84" y="128"/>
                    </a:lnTo>
                    <a:lnTo>
                      <a:pt x="88" y="126"/>
                    </a:lnTo>
                    <a:lnTo>
                      <a:pt x="88" y="126"/>
                    </a:lnTo>
                    <a:lnTo>
                      <a:pt x="88" y="120"/>
                    </a:lnTo>
                    <a:lnTo>
                      <a:pt x="92" y="112"/>
                    </a:lnTo>
                    <a:lnTo>
                      <a:pt x="92" y="112"/>
                    </a:lnTo>
                    <a:lnTo>
                      <a:pt x="96" y="110"/>
                    </a:lnTo>
                    <a:lnTo>
                      <a:pt x="96" y="110"/>
                    </a:lnTo>
                    <a:lnTo>
                      <a:pt x="96" y="106"/>
                    </a:lnTo>
                    <a:lnTo>
                      <a:pt x="96" y="102"/>
                    </a:lnTo>
                    <a:lnTo>
                      <a:pt x="96" y="102"/>
                    </a:lnTo>
                    <a:lnTo>
                      <a:pt x="98" y="98"/>
                    </a:lnTo>
                    <a:lnTo>
                      <a:pt x="102" y="94"/>
                    </a:lnTo>
                    <a:lnTo>
                      <a:pt x="102" y="94"/>
                    </a:lnTo>
                    <a:lnTo>
                      <a:pt x="102" y="88"/>
                    </a:lnTo>
                    <a:lnTo>
                      <a:pt x="102" y="88"/>
                    </a:lnTo>
                    <a:lnTo>
                      <a:pt x="106" y="78"/>
                    </a:lnTo>
                    <a:lnTo>
                      <a:pt x="106" y="78"/>
                    </a:lnTo>
                    <a:lnTo>
                      <a:pt x="108" y="68"/>
                    </a:lnTo>
                    <a:lnTo>
                      <a:pt x="110" y="68"/>
                    </a:lnTo>
                    <a:lnTo>
                      <a:pt x="110" y="68"/>
                    </a:lnTo>
                    <a:lnTo>
                      <a:pt x="110" y="64"/>
                    </a:lnTo>
                    <a:lnTo>
                      <a:pt x="112" y="62"/>
                    </a:lnTo>
                    <a:lnTo>
                      <a:pt x="112" y="62"/>
                    </a:lnTo>
                    <a:lnTo>
                      <a:pt x="120" y="52"/>
                    </a:lnTo>
                    <a:lnTo>
                      <a:pt x="120" y="52"/>
                    </a:lnTo>
                    <a:lnTo>
                      <a:pt x="120" y="48"/>
                    </a:lnTo>
                    <a:lnTo>
                      <a:pt x="120" y="44"/>
                    </a:lnTo>
                    <a:lnTo>
                      <a:pt x="122" y="42"/>
                    </a:lnTo>
                    <a:lnTo>
                      <a:pt x="122" y="42"/>
                    </a:lnTo>
                    <a:lnTo>
                      <a:pt x="122" y="38"/>
                    </a:lnTo>
                    <a:lnTo>
                      <a:pt x="122" y="38"/>
                    </a:lnTo>
                    <a:lnTo>
                      <a:pt x="126" y="26"/>
                    </a:lnTo>
                    <a:lnTo>
                      <a:pt x="126" y="26"/>
                    </a:lnTo>
                    <a:lnTo>
                      <a:pt x="128" y="14"/>
                    </a:lnTo>
                    <a:lnTo>
                      <a:pt x="130" y="2"/>
                    </a:lnTo>
                    <a:lnTo>
                      <a:pt x="130" y="2"/>
                    </a:lnTo>
                    <a:lnTo>
                      <a:pt x="126" y="0"/>
                    </a:lnTo>
                    <a:lnTo>
                      <a:pt x="124" y="0"/>
                    </a:lnTo>
                    <a:lnTo>
                      <a:pt x="124" y="0"/>
                    </a:lnTo>
                    <a:lnTo>
                      <a:pt x="122" y="2"/>
                    </a:lnTo>
                    <a:lnTo>
                      <a:pt x="122" y="2"/>
                    </a:lnTo>
                    <a:lnTo>
                      <a:pt x="108" y="8"/>
                    </a:lnTo>
                    <a:lnTo>
                      <a:pt x="108" y="8"/>
                    </a:lnTo>
                    <a:lnTo>
                      <a:pt x="100" y="8"/>
                    </a:lnTo>
                    <a:lnTo>
                      <a:pt x="94" y="8"/>
                    </a:lnTo>
                    <a:lnTo>
                      <a:pt x="94" y="8"/>
                    </a:lnTo>
                    <a:lnTo>
                      <a:pt x="90" y="10"/>
                    </a:lnTo>
                    <a:lnTo>
                      <a:pt x="90" y="10"/>
                    </a:lnTo>
                    <a:lnTo>
                      <a:pt x="84" y="12"/>
                    </a:lnTo>
                    <a:lnTo>
                      <a:pt x="80" y="12"/>
                    </a:lnTo>
                    <a:lnTo>
                      <a:pt x="80" y="12"/>
                    </a:lnTo>
                    <a:lnTo>
                      <a:pt x="78" y="16"/>
                    </a:lnTo>
                    <a:lnTo>
                      <a:pt x="78" y="16"/>
                    </a:lnTo>
                    <a:lnTo>
                      <a:pt x="70" y="18"/>
                    </a:lnTo>
                    <a:lnTo>
                      <a:pt x="68" y="20"/>
                    </a:lnTo>
                    <a:lnTo>
                      <a:pt x="68" y="20"/>
                    </a:lnTo>
                    <a:lnTo>
                      <a:pt x="66" y="20"/>
                    </a:lnTo>
                    <a:lnTo>
                      <a:pt x="64" y="18"/>
                    </a:lnTo>
                    <a:lnTo>
                      <a:pt x="62" y="16"/>
                    </a:lnTo>
                    <a:lnTo>
                      <a:pt x="62" y="16"/>
                    </a:lnTo>
                    <a:lnTo>
                      <a:pt x="56" y="16"/>
                    </a:lnTo>
                    <a:lnTo>
                      <a:pt x="50" y="18"/>
                    </a:lnTo>
                    <a:lnTo>
                      <a:pt x="38" y="20"/>
                    </a:lnTo>
                    <a:lnTo>
                      <a:pt x="38" y="20"/>
                    </a:lnTo>
                    <a:lnTo>
                      <a:pt x="38" y="18"/>
                    </a:lnTo>
                    <a:lnTo>
                      <a:pt x="38" y="18"/>
                    </a:lnTo>
                    <a:lnTo>
                      <a:pt x="34" y="16"/>
                    </a:lnTo>
                    <a:lnTo>
                      <a:pt x="30" y="14"/>
                    </a:lnTo>
                    <a:lnTo>
                      <a:pt x="24" y="6"/>
                    </a:lnTo>
                    <a:lnTo>
                      <a:pt x="18" y="14"/>
                    </a:lnTo>
                    <a:lnTo>
                      <a:pt x="14" y="20"/>
                    </a:lnTo>
                    <a:lnTo>
                      <a:pt x="14" y="20"/>
                    </a:lnTo>
                    <a:lnTo>
                      <a:pt x="20" y="26"/>
                    </a:lnTo>
                    <a:lnTo>
                      <a:pt x="20" y="26"/>
                    </a:lnTo>
                    <a:lnTo>
                      <a:pt x="22" y="30"/>
                    </a:lnTo>
                    <a:lnTo>
                      <a:pt x="24" y="34"/>
                    </a:lnTo>
                    <a:lnTo>
                      <a:pt x="24" y="34"/>
                    </a:lnTo>
                    <a:lnTo>
                      <a:pt x="28" y="38"/>
                    </a:lnTo>
                    <a:lnTo>
                      <a:pt x="34" y="42"/>
                    </a:lnTo>
                    <a:lnTo>
                      <a:pt x="34" y="42"/>
                    </a:lnTo>
                    <a:lnTo>
                      <a:pt x="70" y="58"/>
                    </a:lnTo>
                    <a:lnTo>
                      <a:pt x="88" y="58"/>
                    </a:lnTo>
                    <a:lnTo>
                      <a:pt x="52" y="112"/>
                    </a:lnTo>
                    <a:lnTo>
                      <a:pt x="36" y="112"/>
                    </a:lnTo>
                    <a:lnTo>
                      <a:pt x="30" y="116"/>
                    </a:lnTo>
                    <a:lnTo>
                      <a:pt x="18" y="116"/>
                    </a:lnTo>
                    <a:lnTo>
                      <a:pt x="14" y="120"/>
                    </a:lnTo>
                    <a:lnTo>
                      <a:pt x="6" y="136"/>
                    </a:lnTo>
                    <a:lnTo>
                      <a:pt x="0" y="142"/>
                    </a:lnTo>
                    <a:lnTo>
                      <a:pt x="0" y="198"/>
                    </a:lnTo>
                    <a:lnTo>
                      <a:pt x="10" y="208"/>
                    </a:lnTo>
                    <a:lnTo>
                      <a:pt x="12" y="2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6" name="Freeform 49">
                <a:extLst>
                  <a:ext uri="{FF2B5EF4-FFF2-40B4-BE49-F238E27FC236}">
                    <a16:creationId xmlns:a16="http://schemas.microsoft.com/office/drawing/2014/main" id="{BC157136-FF58-2241-BAF9-E75B173E95E1}"/>
                  </a:ext>
                </a:extLst>
              </p:cNvPr>
              <p:cNvSpPr>
                <a:spLocks/>
              </p:cNvSpPr>
              <p:nvPr/>
            </p:nvSpPr>
            <p:spPr bwMode="auto">
              <a:xfrm>
                <a:off x="5541316" y="4039230"/>
                <a:ext cx="90018" cy="116137"/>
              </a:xfrm>
              <a:custGeom>
                <a:avLst/>
                <a:gdLst>
                  <a:gd name="T0" fmla="*/ 2 w 46"/>
                  <a:gd name="T1" fmla="*/ 18 h 58"/>
                  <a:gd name="T2" fmla="*/ 2 w 46"/>
                  <a:gd name="T3" fmla="*/ 26 h 58"/>
                  <a:gd name="T4" fmla="*/ 6 w 46"/>
                  <a:gd name="T5" fmla="*/ 34 h 58"/>
                  <a:gd name="T6" fmla="*/ 2 w 46"/>
                  <a:gd name="T7" fmla="*/ 34 h 58"/>
                  <a:gd name="T8" fmla="*/ 4 w 46"/>
                  <a:gd name="T9" fmla="*/ 36 h 58"/>
                  <a:gd name="T10" fmla="*/ 8 w 46"/>
                  <a:gd name="T11" fmla="*/ 38 h 58"/>
                  <a:gd name="T12" fmla="*/ 8 w 46"/>
                  <a:gd name="T13" fmla="*/ 48 h 58"/>
                  <a:gd name="T14" fmla="*/ 10 w 46"/>
                  <a:gd name="T15" fmla="*/ 48 h 58"/>
                  <a:gd name="T16" fmla="*/ 10 w 46"/>
                  <a:gd name="T17" fmla="*/ 46 h 58"/>
                  <a:gd name="T18" fmla="*/ 12 w 46"/>
                  <a:gd name="T19" fmla="*/ 46 h 58"/>
                  <a:gd name="T20" fmla="*/ 16 w 46"/>
                  <a:gd name="T21" fmla="*/ 54 h 58"/>
                  <a:gd name="T22" fmla="*/ 18 w 46"/>
                  <a:gd name="T23" fmla="*/ 56 h 58"/>
                  <a:gd name="T24" fmla="*/ 26 w 46"/>
                  <a:gd name="T25" fmla="*/ 58 h 58"/>
                  <a:gd name="T26" fmla="*/ 30 w 46"/>
                  <a:gd name="T27" fmla="*/ 48 h 58"/>
                  <a:gd name="T28" fmla="*/ 38 w 46"/>
                  <a:gd name="T29" fmla="*/ 40 h 58"/>
                  <a:gd name="T30" fmla="*/ 38 w 46"/>
                  <a:gd name="T31" fmla="*/ 36 h 58"/>
                  <a:gd name="T32" fmla="*/ 42 w 46"/>
                  <a:gd name="T33" fmla="*/ 34 h 58"/>
                  <a:gd name="T34" fmla="*/ 44 w 46"/>
                  <a:gd name="T35" fmla="*/ 32 h 58"/>
                  <a:gd name="T36" fmla="*/ 40 w 46"/>
                  <a:gd name="T37" fmla="*/ 30 h 58"/>
                  <a:gd name="T38" fmla="*/ 40 w 46"/>
                  <a:gd name="T39" fmla="*/ 26 h 58"/>
                  <a:gd name="T40" fmla="*/ 42 w 46"/>
                  <a:gd name="T41" fmla="*/ 22 h 58"/>
                  <a:gd name="T42" fmla="*/ 38 w 46"/>
                  <a:gd name="T43" fmla="*/ 16 h 58"/>
                  <a:gd name="T44" fmla="*/ 36 w 46"/>
                  <a:gd name="T45" fmla="*/ 12 h 58"/>
                  <a:gd name="T46" fmla="*/ 34 w 46"/>
                  <a:gd name="T47" fmla="*/ 10 h 58"/>
                  <a:gd name="T48" fmla="*/ 34 w 46"/>
                  <a:gd name="T49" fmla="*/ 4 h 58"/>
                  <a:gd name="T50" fmla="*/ 30 w 46"/>
                  <a:gd name="T51" fmla="*/ 2 h 58"/>
                  <a:gd name="T52" fmla="*/ 26 w 46"/>
                  <a:gd name="T53" fmla="*/ 2 h 58"/>
                  <a:gd name="T54" fmla="*/ 22 w 46"/>
                  <a:gd name="T55" fmla="*/ 2 h 58"/>
                  <a:gd name="T56" fmla="*/ 14 w 46"/>
                  <a:gd name="T57" fmla="*/ 0 h 58"/>
                  <a:gd name="T58" fmla="*/ 12 w 46"/>
                  <a:gd name="T59" fmla="*/ 4 h 58"/>
                  <a:gd name="T60" fmla="*/ 10 w 46"/>
                  <a:gd name="T61" fmla="*/ 12 h 58"/>
                  <a:gd name="T62" fmla="*/ 8 w 46"/>
                  <a:gd name="T63" fmla="*/ 14 h 58"/>
                  <a:gd name="T64" fmla="*/ 6 w 46"/>
                  <a:gd name="T65" fmla="*/ 18 h 58"/>
                  <a:gd name="T66" fmla="*/ 4 w 46"/>
                  <a:gd name="T67" fmla="*/ 20 h 58"/>
                  <a:gd name="T68" fmla="*/ 2 w 46"/>
                  <a:gd name="T69"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 h="58">
                    <a:moveTo>
                      <a:pt x="2" y="18"/>
                    </a:moveTo>
                    <a:lnTo>
                      <a:pt x="2" y="18"/>
                    </a:lnTo>
                    <a:lnTo>
                      <a:pt x="0" y="22"/>
                    </a:lnTo>
                    <a:lnTo>
                      <a:pt x="2" y="26"/>
                    </a:lnTo>
                    <a:lnTo>
                      <a:pt x="6" y="34"/>
                    </a:lnTo>
                    <a:lnTo>
                      <a:pt x="6" y="34"/>
                    </a:lnTo>
                    <a:lnTo>
                      <a:pt x="4" y="34"/>
                    </a:lnTo>
                    <a:lnTo>
                      <a:pt x="2" y="34"/>
                    </a:lnTo>
                    <a:lnTo>
                      <a:pt x="4" y="36"/>
                    </a:lnTo>
                    <a:lnTo>
                      <a:pt x="4" y="36"/>
                    </a:lnTo>
                    <a:lnTo>
                      <a:pt x="8" y="38"/>
                    </a:lnTo>
                    <a:lnTo>
                      <a:pt x="8" y="38"/>
                    </a:lnTo>
                    <a:lnTo>
                      <a:pt x="8" y="44"/>
                    </a:lnTo>
                    <a:lnTo>
                      <a:pt x="8" y="48"/>
                    </a:lnTo>
                    <a:lnTo>
                      <a:pt x="8" y="48"/>
                    </a:lnTo>
                    <a:lnTo>
                      <a:pt x="10" y="48"/>
                    </a:lnTo>
                    <a:lnTo>
                      <a:pt x="10" y="48"/>
                    </a:lnTo>
                    <a:lnTo>
                      <a:pt x="10" y="46"/>
                    </a:lnTo>
                    <a:lnTo>
                      <a:pt x="12" y="46"/>
                    </a:lnTo>
                    <a:lnTo>
                      <a:pt x="12" y="46"/>
                    </a:lnTo>
                    <a:lnTo>
                      <a:pt x="14" y="52"/>
                    </a:lnTo>
                    <a:lnTo>
                      <a:pt x="16" y="54"/>
                    </a:lnTo>
                    <a:lnTo>
                      <a:pt x="18" y="56"/>
                    </a:lnTo>
                    <a:lnTo>
                      <a:pt x="18" y="56"/>
                    </a:lnTo>
                    <a:lnTo>
                      <a:pt x="26" y="58"/>
                    </a:lnTo>
                    <a:lnTo>
                      <a:pt x="26" y="58"/>
                    </a:lnTo>
                    <a:lnTo>
                      <a:pt x="28" y="54"/>
                    </a:lnTo>
                    <a:lnTo>
                      <a:pt x="30" y="48"/>
                    </a:lnTo>
                    <a:lnTo>
                      <a:pt x="30" y="48"/>
                    </a:lnTo>
                    <a:lnTo>
                      <a:pt x="38" y="40"/>
                    </a:lnTo>
                    <a:lnTo>
                      <a:pt x="38" y="40"/>
                    </a:lnTo>
                    <a:lnTo>
                      <a:pt x="38" y="36"/>
                    </a:lnTo>
                    <a:lnTo>
                      <a:pt x="42" y="34"/>
                    </a:lnTo>
                    <a:lnTo>
                      <a:pt x="42" y="34"/>
                    </a:lnTo>
                    <a:lnTo>
                      <a:pt x="44" y="34"/>
                    </a:lnTo>
                    <a:lnTo>
                      <a:pt x="44" y="32"/>
                    </a:lnTo>
                    <a:lnTo>
                      <a:pt x="46" y="30"/>
                    </a:lnTo>
                    <a:lnTo>
                      <a:pt x="40" y="30"/>
                    </a:lnTo>
                    <a:lnTo>
                      <a:pt x="40" y="30"/>
                    </a:lnTo>
                    <a:lnTo>
                      <a:pt x="40" y="26"/>
                    </a:lnTo>
                    <a:lnTo>
                      <a:pt x="42" y="22"/>
                    </a:lnTo>
                    <a:lnTo>
                      <a:pt x="42" y="22"/>
                    </a:lnTo>
                    <a:lnTo>
                      <a:pt x="38" y="16"/>
                    </a:lnTo>
                    <a:lnTo>
                      <a:pt x="38" y="16"/>
                    </a:lnTo>
                    <a:lnTo>
                      <a:pt x="38" y="14"/>
                    </a:lnTo>
                    <a:lnTo>
                      <a:pt x="36" y="12"/>
                    </a:lnTo>
                    <a:lnTo>
                      <a:pt x="34" y="12"/>
                    </a:lnTo>
                    <a:lnTo>
                      <a:pt x="34" y="10"/>
                    </a:lnTo>
                    <a:lnTo>
                      <a:pt x="34" y="10"/>
                    </a:lnTo>
                    <a:lnTo>
                      <a:pt x="34" y="4"/>
                    </a:lnTo>
                    <a:lnTo>
                      <a:pt x="30" y="2"/>
                    </a:lnTo>
                    <a:lnTo>
                      <a:pt x="30" y="2"/>
                    </a:lnTo>
                    <a:lnTo>
                      <a:pt x="28" y="2"/>
                    </a:lnTo>
                    <a:lnTo>
                      <a:pt x="26" y="2"/>
                    </a:lnTo>
                    <a:lnTo>
                      <a:pt x="22" y="2"/>
                    </a:lnTo>
                    <a:lnTo>
                      <a:pt x="22" y="2"/>
                    </a:lnTo>
                    <a:lnTo>
                      <a:pt x="16" y="0"/>
                    </a:lnTo>
                    <a:lnTo>
                      <a:pt x="14" y="0"/>
                    </a:lnTo>
                    <a:lnTo>
                      <a:pt x="12" y="4"/>
                    </a:lnTo>
                    <a:lnTo>
                      <a:pt x="12" y="4"/>
                    </a:lnTo>
                    <a:lnTo>
                      <a:pt x="12" y="10"/>
                    </a:lnTo>
                    <a:lnTo>
                      <a:pt x="10" y="12"/>
                    </a:lnTo>
                    <a:lnTo>
                      <a:pt x="8" y="14"/>
                    </a:lnTo>
                    <a:lnTo>
                      <a:pt x="8" y="14"/>
                    </a:lnTo>
                    <a:lnTo>
                      <a:pt x="6" y="16"/>
                    </a:lnTo>
                    <a:lnTo>
                      <a:pt x="6" y="18"/>
                    </a:lnTo>
                    <a:lnTo>
                      <a:pt x="4" y="20"/>
                    </a:lnTo>
                    <a:lnTo>
                      <a:pt x="4" y="20"/>
                    </a:lnTo>
                    <a:lnTo>
                      <a:pt x="2" y="18"/>
                    </a:lnTo>
                    <a:lnTo>
                      <a:pt x="2"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7" name="Freeform 50">
                <a:extLst>
                  <a:ext uri="{FF2B5EF4-FFF2-40B4-BE49-F238E27FC236}">
                    <a16:creationId xmlns:a16="http://schemas.microsoft.com/office/drawing/2014/main" id="{4085C086-1D3F-BC4E-A3F0-18537D5C1A83}"/>
                  </a:ext>
                </a:extLst>
              </p:cNvPr>
              <p:cNvSpPr>
                <a:spLocks/>
              </p:cNvSpPr>
              <p:nvPr/>
            </p:nvSpPr>
            <p:spPr bwMode="auto">
              <a:xfrm>
                <a:off x="5439558" y="3810961"/>
                <a:ext cx="152639" cy="156184"/>
              </a:xfrm>
              <a:custGeom>
                <a:avLst/>
                <a:gdLst>
                  <a:gd name="T0" fmla="*/ 14 w 78"/>
                  <a:gd name="T1" fmla="*/ 8 h 78"/>
                  <a:gd name="T2" fmla="*/ 12 w 78"/>
                  <a:gd name="T3" fmla="*/ 16 h 78"/>
                  <a:gd name="T4" fmla="*/ 12 w 78"/>
                  <a:gd name="T5" fmla="*/ 26 h 78"/>
                  <a:gd name="T6" fmla="*/ 8 w 78"/>
                  <a:gd name="T7" fmla="*/ 34 h 78"/>
                  <a:gd name="T8" fmla="*/ 4 w 78"/>
                  <a:gd name="T9" fmla="*/ 34 h 78"/>
                  <a:gd name="T10" fmla="*/ 4 w 78"/>
                  <a:gd name="T11" fmla="*/ 38 h 78"/>
                  <a:gd name="T12" fmla="*/ 4 w 78"/>
                  <a:gd name="T13" fmla="*/ 40 h 78"/>
                  <a:gd name="T14" fmla="*/ 0 w 78"/>
                  <a:gd name="T15" fmla="*/ 40 h 78"/>
                  <a:gd name="T16" fmla="*/ 4 w 78"/>
                  <a:gd name="T17" fmla="*/ 44 h 78"/>
                  <a:gd name="T18" fmla="*/ 6 w 78"/>
                  <a:gd name="T19" fmla="*/ 56 h 78"/>
                  <a:gd name="T20" fmla="*/ 10 w 78"/>
                  <a:gd name="T21" fmla="*/ 58 h 78"/>
                  <a:gd name="T22" fmla="*/ 12 w 78"/>
                  <a:gd name="T23" fmla="*/ 56 h 78"/>
                  <a:gd name="T24" fmla="*/ 16 w 78"/>
                  <a:gd name="T25" fmla="*/ 56 h 78"/>
                  <a:gd name="T26" fmla="*/ 22 w 78"/>
                  <a:gd name="T27" fmla="*/ 56 h 78"/>
                  <a:gd name="T28" fmla="*/ 24 w 78"/>
                  <a:gd name="T29" fmla="*/ 54 h 78"/>
                  <a:gd name="T30" fmla="*/ 26 w 78"/>
                  <a:gd name="T31" fmla="*/ 54 h 78"/>
                  <a:gd name="T32" fmla="*/ 32 w 78"/>
                  <a:gd name="T33" fmla="*/ 56 h 78"/>
                  <a:gd name="T34" fmla="*/ 38 w 78"/>
                  <a:gd name="T35" fmla="*/ 54 h 78"/>
                  <a:gd name="T36" fmla="*/ 48 w 78"/>
                  <a:gd name="T37" fmla="*/ 54 h 78"/>
                  <a:gd name="T38" fmla="*/ 52 w 78"/>
                  <a:gd name="T39" fmla="*/ 54 h 78"/>
                  <a:gd name="T40" fmla="*/ 54 w 78"/>
                  <a:gd name="T41" fmla="*/ 56 h 78"/>
                  <a:gd name="T42" fmla="*/ 48 w 78"/>
                  <a:gd name="T43" fmla="*/ 62 h 78"/>
                  <a:gd name="T44" fmla="*/ 26 w 78"/>
                  <a:gd name="T45" fmla="*/ 64 h 78"/>
                  <a:gd name="T46" fmla="*/ 24 w 78"/>
                  <a:gd name="T47" fmla="*/ 64 h 78"/>
                  <a:gd name="T48" fmla="*/ 22 w 78"/>
                  <a:gd name="T49" fmla="*/ 66 h 78"/>
                  <a:gd name="T50" fmla="*/ 10 w 78"/>
                  <a:gd name="T51" fmla="*/ 68 h 78"/>
                  <a:gd name="T52" fmla="*/ 10 w 78"/>
                  <a:gd name="T53" fmla="*/ 70 h 78"/>
                  <a:gd name="T54" fmla="*/ 12 w 78"/>
                  <a:gd name="T55" fmla="*/ 70 h 78"/>
                  <a:gd name="T56" fmla="*/ 10 w 78"/>
                  <a:gd name="T57" fmla="*/ 74 h 78"/>
                  <a:gd name="T58" fmla="*/ 20 w 78"/>
                  <a:gd name="T59" fmla="*/ 76 h 78"/>
                  <a:gd name="T60" fmla="*/ 26 w 78"/>
                  <a:gd name="T61" fmla="*/ 72 h 78"/>
                  <a:gd name="T62" fmla="*/ 48 w 78"/>
                  <a:gd name="T63" fmla="*/ 72 h 78"/>
                  <a:gd name="T64" fmla="*/ 52 w 78"/>
                  <a:gd name="T65" fmla="*/ 74 h 78"/>
                  <a:gd name="T66" fmla="*/ 58 w 78"/>
                  <a:gd name="T67" fmla="*/ 74 h 78"/>
                  <a:gd name="T68" fmla="*/ 66 w 78"/>
                  <a:gd name="T69" fmla="*/ 76 h 78"/>
                  <a:gd name="T70" fmla="*/ 68 w 78"/>
                  <a:gd name="T71" fmla="*/ 76 h 78"/>
                  <a:gd name="T72" fmla="*/ 78 w 78"/>
                  <a:gd name="T73" fmla="*/ 74 h 78"/>
                  <a:gd name="T74" fmla="*/ 76 w 78"/>
                  <a:gd name="T75" fmla="*/ 64 h 78"/>
                  <a:gd name="T76" fmla="*/ 76 w 78"/>
                  <a:gd name="T77" fmla="*/ 62 h 78"/>
                  <a:gd name="T78" fmla="*/ 72 w 78"/>
                  <a:gd name="T79" fmla="*/ 58 h 78"/>
                  <a:gd name="T80" fmla="*/ 70 w 78"/>
                  <a:gd name="T81" fmla="*/ 54 h 78"/>
                  <a:gd name="T82" fmla="*/ 72 w 78"/>
                  <a:gd name="T83" fmla="*/ 48 h 78"/>
                  <a:gd name="T84" fmla="*/ 72 w 78"/>
                  <a:gd name="T85" fmla="*/ 42 h 78"/>
                  <a:gd name="T86" fmla="*/ 72 w 78"/>
                  <a:gd name="T87" fmla="*/ 40 h 78"/>
                  <a:gd name="T88" fmla="*/ 72 w 78"/>
                  <a:gd name="T89" fmla="*/ 34 h 78"/>
                  <a:gd name="T90" fmla="*/ 68 w 78"/>
                  <a:gd name="T91" fmla="*/ 28 h 78"/>
                  <a:gd name="T92" fmla="*/ 68 w 78"/>
                  <a:gd name="T93" fmla="*/ 28 h 78"/>
                  <a:gd name="T94" fmla="*/ 62 w 78"/>
                  <a:gd name="T95" fmla="*/ 28 h 78"/>
                  <a:gd name="T96" fmla="*/ 60 w 78"/>
                  <a:gd name="T97" fmla="*/ 26 h 78"/>
                  <a:gd name="T98" fmla="*/ 60 w 78"/>
                  <a:gd name="T99" fmla="*/ 18 h 78"/>
                  <a:gd name="T100" fmla="*/ 58 w 78"/>
                  <a:gd name="T101" fmla="*/ 16 h 78"/>
                  <a:gd name="T102" fmla="*/ 52 w 78"/>
                  <a:gd name="T103" fmla="*/ 16 h 78"/>
                  <a:gd name="T104" fmla="*/ 52 w 78"/>
                  <a:gd name="T105" fmla="*/ 14 h 78"/>
                  <a:gd name="T106" fmla="*/ 48 w 78"/>
                  <a:gd name="T107" fmla="*/ 6 h 78"/>
                  <a:gd name="T108" fmla="*/ 44 w 78"/>
                  <a:gd name="T109" fmla="*/ 2 h 78"/>
                  <a:gd name="T110" fmla="*/ 40 w 78"/>
                  <a:gd name="T111" fmla="*/ 2 h 78"/>
                  <a:gd name="T112" fmla="*/ 30 w 78"/>
                  <a:gd name="T113" fmla="*/ 2 h 78"/>
                  <a:gd name="T114" fmla="*/ 26 w 78"/>
                  <a:gd name="T115" fmla="*/ 0 h 78"/>
                  <a:gd name="T116" fmla="*/ 24 w 78"/>
                  <a:gd name="T117" fmla="*/ 2 h 78"/>
                  <a:gd name="T118" fmla="*/ 22 w 78"/>
                  <a:gd name="T119" fmla="*/ 4 h 78"/>
                  <a:gd name="T120" fmla="*/ 18 w 78"/>
                  <a:gd name="T121" fmla="*/ 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 h="78">
                    <a:moveTo>
                      <a:pt x="14" y="8"/>
                    </a:moveTo>
                    <a:lnTo>
                      <a:pt x="14" y="8"/>
                    </a:lnTo>
                    <a:lnTo>
                      <a:pt x="12" y="16"/>
                    </a:lnTo>
                    <a:lnTo>
                      <a:pt x="12" y="16"/>
                    </a:lnTo>
                    <a:lnTo>
                      <a:pt x="12" y="22"/>
                    </a:lnTo>
                    <a:lnTo>
                      <a:pt x="12" y="26"/>
                    </a:lnTo>
                    <a:lnTo>
                      <a:pt x="8" y="34"/>
                    </a:lnTo>
                    <a:lnTo>
                      <a:pt x="8" y="34"/>
                    </a:lnTo>
                    <a:lnTo>
                      <a:pt x="6" y="34"/>
                    </a:lnTo>
                    <a:lnTo>
                      <a:pt x="4" y="34"/>
                    </a:lnTo>
                    <a:lnTo>
                      <a:pt x="4" y="34"/>
                    </a:lnTo>
                    <a:lnTo>
                      <a:pt x="4" y="38"/>
                    </a:lnTo>
                    <a:lnTo>
                      <a:pt x="4" y="40"/>
                    </a:lnTo>
                    <a:lnTo>
                      <a:pt x="4" y="40"/>
                    </a:lnTo>
                    <a:lnTo>
                      <a:pt x="2" y="40"/>
                    </a:lnTo>
                    <a:lnTo>
                      <a:pt x="0" y="40"/>
                    </a:lnTo>
                    <a:lnTo>
                      <a:pt x="4" y="44"/>
                    </a:lnTo>
                    <a:lnTo>
                      <a:pt x="4" y="44"/>
                    </a:lnTo>
                    <a:lnTo>
                      <a:pt x="6" y="50"/>
                    </a:lnTo>
                    <a:lnTo>
                      <a:pt x="6" y="56"/>
                    </a:lnTo>
                    <a:lnTo>
                      <a:pt x="6" y="56"/>
                    </a:lnTo>
                    <a:lnTo>
                      <a:pt x="10" y="58"/>
                    </a:lnTo>
                    <a:lnTo>
                      <a:pt x="10" y="58"/>
                    </a:lnTo>
                    <a:lnTo>
                      <a:pt x="12" y="56"/>
                    </a:lnTo>
                    <a:lnTo>
                      <a:pt x="16" y="56"/>
                    </a:lnTo>
                    <a:lnTo>
                      <a:pt x="16" y="56"/>
                    </a:lnTo>
                    <a:lnTo>
                      <a:pt x="18" y="56"/>
                    </a:lnTo>
                    <a:lnTo>
                      <a:pt x="22" y="56"/>
                    </a:lnTo>
                    <a:lnTo>
                      <a:pt x="22" y="56"/>
                    </a:lnTo>
                    <a:lnTo>
                      <a:pt x="24" y="54"/>
                    </a:lnTo>
                    <a:lnTo>
                      <a:pt x="26" y="54"/>
                    </a:lnTo>
                    <a:lnTo>
                      <a:pt x="26" y="54"/>
                    </a:lnTo>
                    <a:lnTo>
                      <a:pt x="30" y="56"/>
                    </a:lnTo>
                    <a:lnTo>
                      <a:pt x="32" y="56"/>
                    </a:lnTo>
                    <a:lnTo>
                      <a:pt x="38" y="54"/>
                    </a:lnTo>
                    <a:lnTo>
                      <a:pt x="38" y="54"/>
                    </a:lnTo>
                    <a:lnTo>
                      <a:pt x="48" y="54"/>
                    </a:lnTo>
                    <a:lnTo>
                      <a:pt x="48" y="54"/>
                    </a:lnTo>
                    <a:lnTo>
                      <a:pt x="52" y="54"/>
                    </a:lnTo>
                    <a:lnTo>
                      <a:pt x="52" y="54"/>
                    </a:lnTo>
                    <a:lnTo>
                      <a:pt x="54" y="56"/>
                    </a:lnTo>
                    <a:lnTo>
                      <a:pt x="54" y="56"/>
                    </a:lnTo>
                    <a:lnTo>
                      <a:pt x="52" y="62"/>
                    </a:lnTo>
                    <a:lnTo>
                      <a:pt x="48" y="62"/>
                    </a:lnTo>
                    <a:lnTo>
                      <a:pt x="48" y="62"/>
                    </a:lnTo>
                    <a:lnTo>
                      <a:pt x="26" y="64"/>
                    </a:lnTo>
                    <a:lnTo>
                      <a:pt x="26" y="64"/>
                    </a:lnTo>
                    <a:lnTo>
                      <a:pt x="24" y="64"/>
                    </a:lnTo>
                    <a:lnTo>
                      <a:pt x="22" y="64"/>
                    </a:lnTo>
                    <a:lnTo>
                      <a:pt x="22" y="66"/>
                    </a:lnTo>
                    <a:lnTo>
                      <a:pt x="10" y="68"/>
                    </a:lnTo>
                    <a:lnTo>
                      <a:pt x="10" y="68"/>
                    </a:lnTo>
                    <a:lnTo>
                      <a:pt x="10" y="70"/>
                    </a:lnTo>
                    <a:lnTo>
                      <a:pt x="10" y="70"/>
                    </a:lnTo>
                    <a:lnTo>
                      <a:pt x="12" y="70"/>
                    </a:lnTo>
                    <a:lnTo>
                      <a:pt x="12" y="70"/>
                    </a:lnTo>
                    <a:lnTo>
                      <a:pt x="10" y="72"/>
                    </a:lnTo>
                    <a:lnTo>
                      <a:pt x="10" y="74"/>
                    </a:lnTo>
                    <a:lnTo>
                      <a:pt x="14" y="78"/>
                    </a:lnTo>
                    <a:lnTo>
                      <a:pt x="20" y="76"/>
                    </a:lnTo>
                    <a:lnTo>
                      <a:pt x="26" y="72"/>
                    </a:lnTo>
                    <a:lnTo>
                      <a:pt x="26" y="72"/>
                    </a:lnTo>
                    <a:lnTo>
                      <a:pt x="36" y="72"/>
                    </a:lnTo>
                    <a:lnTo>
                      <a:pt x="48" y="72"/>
                    </a:lnTo>
                    <a:lnTo>
                      <a:pt x="48" y="72"/>
                    </a:lnTo>
                    <a:lnTo>
                      <a:pt x="52" y="74"/>
                    </a:lnTo>
                    <a:lnTo>
                      <a:pt x="58" y="74"/>
                    </a:lnTo>
                    <a:lnTo>
                      <a:pt x="58" y="74"/>
                    </a:lnTo>
                    <a:lnTo>
                      <a:pt x="62" y="74"/>
                    </a:lnTo>
                    <a:lnTo>
                      <a:pt x="66" y="76"/>
                    </a:lnTo>
                    <a:lnTo>
                      <a:pt x="66" y="76"/>
                    </a:lnTo>
                    <a:lnTo>
                      <a:pt x="68" y="76"/>
                    </a:lnTo>
                    <a:lnTo>
                      <a:pt x="72" y="76"/>
                    </a:lnTo>
                    <a:lnTo>
                      <a:pt x="78" y="74"/>
                    </a:lnTo>
                    <a:lnTo>
                      <a:pt x="78" y="74"/>
                    </a:lnTo>
                    <a:lnTo>
                      <a:pt x="76" y="64"/>
                    </a:lnTo>
                    <a:lnTo>
                      <a:pt x="76" y="64"/>
                    </a:lnTo>
                    <a:lnTo>
                      <a:pt x="76" y="62"/>
                    </a:lnTo>
                    <a:lnTo>
                      <a:pt x="72" y="58"/>
                    </a:lnTo>
                    <a:lnTo>
                      <a:pt x="72" y="58"/>
                    </a:lnTo>
                    <a:lnTo>
                      <a:pt x="70" y="56"/>
                    </a:lnTo>
                    <a:lnTo>
                      <a:pt x="70" y="54"/>
                    </a:lnTo>
                    <a:lnTo>
                      <a:pt x="70" y="54"/>
                    </a:lnTo>
                    <a:lnTo>
                      <a:pt x="72" y="48"/>
                    </a:lnTo>
                    <a:lnTo>
                      <a:pt x="72" y="44"/>
                    </a:lnTo>
                    <a:lnTo>
                      <a:pt x="72" y="42"/>
                    </a:lnTo>
                    <a:lnTo>
                      <a:pt x="72" y="42"/>
                    </a:lnTo>
                    <a:lnTo>
                      <a:pt x="72" y="40"/>
                    </a:lnTo>
                    <a:lnTo>
                      <a:pt x="70" y="38"/>
                    </a:lnTo>
                    <a:lnTo>
                      <a:pt x="72" y="34"/>
                    </a:lnTo>
                    <a:lnTo>
                      <a:pt x="72" y="34"/>
                    </a:lnTo>
                    <a:lnTo>
                      <a:pt x="68" y="28"/>
                    </a:lnTo>
                    <a:lnTo>
                      <a:pt x="68" y="28"/>
                    </a:lnTo>
                    <a:lnTo>
                      <a:pt x="68" y="28"/>
                    </a:lnTo>
                    <a:lnTo>
                      <a:pt x="64" y="28"/>
                    </a:lnTo>
                    <a:lnTo>
                      <a:pt x="62" y="28"/>
                    </a:lnTo>
                    <a:lnTo>
                      <a:pt x="60" y="26"/>
                    </a:lnTo>
                    <a:lnTo>
                      <a:pt x="60" y="26"/>
                    </a:lnTo>
                    <a:lnTo>
                      <a:pt x="60" y="20"/>
                    </a:lnTo>
                    <a:lnTo>
                      <a:pt x="60" y="18"/>
                    </a:lnTo>
                    <a:lnTo>
                      <a:pt x="58" y="16"/>
                    </a:lnTo>
                    <a:lnTo>
                      <a:pt x="58" y="16"/>
                    </a:lnTo>
                    <a:lnTo>
                      <a:pt x="54" y="16"/>
                    </a:lnTo>
                    <a:lnTo>
                      <a:pt x="52" y="16"/>
                    </a:lnTo>
                    <a:lnTo>
                      <a:pt x="52" y="14"/>
                    </a:lnTo>
                    <a:lnTo>
                      <a:pt x="52" y="14"/>
                    </a:lnTo>
                    <a:lnTo>
                      <a:pt x="50" y="8"/>
                    </a:lnTo>
                    <a:lnTo>
                      <a:pt x="48" y="6"/>
                    </a:lnTo>
                    <a:lnTo>
                      <a:pt x="48" y="6"/>
                    </a:lnTo>
                    <a:lnTo>
                      <a:pt x="44" y="2"/>
                    </a:lnTo>
                    <a:lnTo>
                      <a:pt x="44" y="2"/>
                    </a:lnTo>
                    <a:lnTo>
                      <a:pt x="40" y="2"/>
                    </a:lnTo>
                    <a:lnTo>
                      <a:pt x="40" y="2"/>
                    </a:lnTo>
                    <a:lnTo>
                      <a:pt x="30" y="2"/>
                    </a:lnTo>
                    <a:lnTo>
                      <a:pt x="30" y="2"/>
                    </a:lnTo>
                    <a:lnTo>
                      <a:pt x="26" y="0"/>
                    </a:lnTo>
                    <a:lnTo>
                      <a:pt x="24" y="0"/>
                    </a:lnTo>
                    <a:lnTo>
                      <a:pt x="24" y="2"/>
                    </a:lnTo>
                    <a:lnTo>
                      <a:pt x="24" y="2"/>
                    </a:lnTo>
                    <a:lnTo>
                      <a:pt x="22" y="4"/>
                    </a:lnTo>
                    <a:lnTo>
                      <a:pt x="20" y="4"/>
                    </a:lnTo>
                    <a:lnTo>
                      <a:pt x="18" y="6"/>
                    </a:lnTo>
                    <a:lnTo>
                      <a:pt x="14"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8" name="Freeform 52">
                <a:extLst>
                  <a:ext uri="{FF2B5EF4-FFF2-40B4-BE49-F238E27FC236}">
                    <a16:creationId xmlns:a16="http://schemas.microsoft.com/office/drawing/2014/main" id="{D8020824-04E7-1547-B7E8-0F6DC42A84B4}"/>
                  </a:ext>
                </a:extLst>
              </p:cNvPr>
              <p:cNvSpPr>
                <a:spLocks/>
              </p:cNvSpPr>
              <p:nvPr/>
            </p:nvSpPr>
            <p:spPr bwMode="auto">
              <a:xfrm>
                <a:off x="6650880" y="4443705"/>
                <a:ext cx="62621" cy="52060"/>
              </a:xfrm>
              <a:custGeom>
                <a:avLst/>
                <a:gdLst>
                  <a:gd name="T0" fmla="*/ 2 w 32"/>
                  <a:gd name="T1" fmla="*/ 12 h 26"/>
                  <a:gd name="T2" fmla="*/ 2 w 32"/>
                  <a:gd name="T3" fmla="*/ 12 h 26"/>
                  <a:gd name="T4" fmla="*/ 2 w 32"/>
                  <a:gd name="T5" fmla="*/ 12 h 26"/>
                  <a:gd name="T6" fmla="*/ 2 w 32"/>
                  <a:gd name="T7" fmla="*/ 12 h 26"/>
                  <a:gd name="T8" fmla="*/ 0 w 32"/>
                  <a:gd name="T9" fmla="*/ 14 h 26"/>
                  <a:gd name="T10" fmla="*/ 0 w 32"/>
                  <a:gd name="T11" fmla="*/ 16 h 26"/>
                  <a:gd name="T12" fmla="*/ 0 w 32"/>
                  <a:gd name="T13" fmla="*/ 16 h 26"/>
                  <a:gd name="T14" fmla="*/ 0 w 32"/>
                  <a:gd name="T15" fmla="*/ 18 h 26"/>
                  <a:gd name="T16" fmla="*/ 2 w 32"/>
                  <a:gd name="T17" fmla="*/ 20 h 26"/>
                  <a:gd name="T18" fmla="*/ 6 w 32"/>
                  <a:gd name="T19" fmla="*/ 22 h 26"/>
                  <a:gd name="T20" fmla="*/ 6 w 32"/>
                  <a:gd name="T21" fmla="*/ 22 h 26"/>
                  <a:gd name="T22" fmla="*/ 8 w 32"/>
                  <a:gd name="T23" fmla="*/ 20 h 26"/>
                  <a:gd name="T24" fmla="*/ 10 w 32"/>
                  <a:gd name="T25" fmla="*/ 18 h 26"/>
                  <a:gd name="T26" fmla="*/ 12 w 32"/>
                  <a:gd name="T27" fmla="*/ 20 h 26"/>
                  <a:gd name="T28" fmla="*/ 12 w 32"/>
                  <a:gd name="T29" fmla="*/ 20 h 26"/>
                  <a:gd name="T30" fmla="*/ 14 w 32"/>
                  <a:gd name="T31" fmla="*/ 26 h 26"/>
                  <a:gd name="T32" fmla="*/ 14 w 32"/>
                  <a:gd name="T33" fmla="*/ 26 h 26"/>
                  <a:gd name="T34" fmla="*/ 18 w 32"/>
                  <a:gd name="T35" fmla="*/ 24 h 26"/>
                  <a:gd name="T36" fmla="*/ 18 w 32"/>
                  <a:gd name="T37" fmla="*/ 24 h 26"/>
                  <a:gd name="T38" fmla="*/ 20 w 32"/>
                  <a:gd name="T39" fmla="*/ 22 h 26"/>
                  <a:gd name="T40" fmla="*/ 20 w 32"/>
                  <a:gd name="T41" fmla="*/ 20 h 26"/>
                  <a:gd name="T42" fmla="*/ 20 w 32"/>
                  <a:gd name="T43" fmla="*/ 18 h 26"/>
                  <a:gd name="T44" fmla="*/ 22 w 32"/>
                  <a:gd name="T45" fmla="*/ 18 h 26"/>
                  <a:gd name="T46" fmla="*/ 22 w 32"/>
                  <a:gd name="T47" fmla="*/ 18 h 26"/>
                  <a:gd name="T48" fmla="*/ 28 w 32"/>
                  <a:gd name="T49" fmla="*/ 20 h 26"/>
                  <a:gd name="T50" fmla="*/ 30 w 32"/>
                  <a:gd name="T51" fmla="*/ 20 h 26"/>
                  <a:gd name="T52" fmla="*/ 30 w 32"/>
                  <a:gd name="T53" fmla="*/ 20 h 26"/>
                  <a:gd name="T54" fmla="*/ 32 w 32"/>
                  <a:gd name="T55" fmla="*/ 20 h 26"/>
                  <a:gd name="T56" fmla="*/ 32 w 32"/>
                  <a:gd name="T57" fmla="*/ 16 h 26"/>
                  <a:gd name="T58" fmla="*/ 32 w 32"/>
                  <a:gd name="T59" fmla="*/ 16 h 26"/>
                  <a:gd name="T60" fmla="*/ 32 w 32"/>
                  <a:gd name="T61" fmla="*/ 8 h 26"/>
                  <a:gd name="T62" fmla="*/ 28 w 32"/>
                  <a:gd name="T63" fmla="*/ 0 h 26"/>
                  <a:gd name="T64" fmla="*/ 28 w 32"/>
                  <a:gd name="T65" fmla="*/ 0 h 26"/>
                  <a:gd name="T66" fmla="*/ 26 w 32"/>
                  <a:gd name="T67" fmla="*/ 2 h 26"/>
                  <a:gd name="T68" fmla="*/ 22 w 32"/>
                  <a:gd name="T69" fmla="*/ 4 h 26"/>
                  <a:gd name="T70" fmla="*/ 22 w 32"/>
                  <a:gd name="T71" fmla="*/ 4 h 26"/>
                  <a:gd name="T72" fmla="*/ 18 w 32"/>
                  <a:gd name="T73" fmla="*/ 6 h 26"/>
                  <a:gd name="T74" fmla="*/ 14 w 32"/>
                  <a:gd name="T75" fmla="*/ 4 h 26"/>
                  <a:gd name="T76" fmla="*/ 14 w 32"/>
                  <a:gd name="T77" fmla="*/ 4 h 26"/>
                  <a:gd name="T78" fmla="*/ 6 w 32"/>
                  <a:gd name="T79" fmla="*/ 0 h 26"/>
                  <a:gd name="T80" fmla="*/ 6 w 32"/>
                  <a:gd name="T81" fmla="*/ 0 h 26"/>
                  <a:gd name="T82" fmla="*/ 6 w 32"/>
                  <a:gd name="T83" fmla="*/ 2 h 26"/>
                  <a:gd name="T84" fmla="*/ 6 w 32"/>
                  <a:gd name="T85" fmla="*/ 2 h 26"/>
                  <a:gd name="T86" fmla="*/ 8 w 32"/>
                  <a:gd name="T87" fmla="*/ 4 h 26"/>
                  <a:gd name="T88" fmla="*/ 6 w 32"/>
                  <a:gd name="T89" fmla="*/ 12 h 26"/>
                  <a:gd name="T90" fmla="*/ 6 w 32"/>
                  <a:gd name="T91" fmla="*/ 12 h 26"/>
                  <a:gd name="T92" fmla="*/ 2 w 32"/>
                  <a:gd name="T93" fmla="*/ 12 h 26"/>
                  <a:gd name="T94" fmla="*/ 2 w 32"/>
                  <a:gd name="T95"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 h="26">
                    <a:moveTo>
                      <a:pt x="2" y="12"/>
                    </a:moveTo>
                    <a:lnTo>
                      <a:pt x="2" y="12"/>
                    </a:lnTo>
                    <a:lnTo>
                      <a:pt x="2" y="12"/>
                    </a:lnTo>
                    <a:lnTo>
                      <a:pt x="2" y="12"/>
                    </a:lnTo>
                    <a:lnTo>
                      <a:pt x="0" y="14"/>
                    </a:lnTo>
                    <a:lnTo>
                      <a:pt x="0" y="16"/>
                    </a:lnTo>
                    <a:lnTo>
                      <a:pt x="0" y="16"/>
                    </a:lnTo>
                    <a:lnTo>
                      <a:pt x="0" y="18"/>
                    </a:lnTo>
                    <a:lnTo>
                      <a:pt x="2" y="20"/>
                    </a:lnTo>
                    <a:lnTo>
                      <a:pt x="6" y="22"/>
                    </a:lnTo>
                    <a:lnTo>
                      <a:pt x="6" y="22"/>
                    </a:lnTo>
                    <a:lnTo>
                      <a:pt x="8" y="20"/>
                    </a:lnTo>
                    <a:lnTo>
                      <a:pt x="10" y="18"/>
                    </a:lnTo>
                    <a:lnTo>
                      <a:pt x="12" y="20"/>
                    </a:lnTo>
                    <a:lnTo>
                      <a:pt x="12" y="20"/>
                    </a:lnTo>
                    <a:lnTo>
                      <a:pt x="14" y="26"/>
                    </a:lnTo>
                    <a:lnTo>
                      <a:pt x="14" y="26"/>
                    </a:lnTo>
                    <a:lnTo>
                      <a:pt x="18" y="24"/>
                    </a:lnTo>
                    <a:lnTo>
                      <a:pt x="18" y="24"/>
                    </a:lnTo>
                    <a:lnTo>
                      <a:pt x="20" y="22"/>
                    </a:lnTo>
                    <a:lnTo>
                      <a:pt x="20" y="20"/>
                    </a:lnTo>
                    <a:lnTo>
                      <a:pt x="20" y="18"/>
                    </a:lnTo>
                    <a:lnTo>
                      <a:pt x="22" y="18"/>
                    </a:lnTo>
                    <a:lnTo>
                      <a:pt x="22" y="18"/>
                    </a:lnTo>
                    <a:lnTo>
                      <a:pt x="28" y="20"/>
                    </a:lnTo>
                    <a:lnTo>
                      <a:pt x="30" y="20"/>
                    </a:lnTo>
                    <a:lnTo>
                      <a:pt x="30" y="20"/>
                    </a:lnTo>
                    <a:lnTo>
                      <a:pt x="32" y="20"/>
                    </a:lnTo>
                    <a:lnTo>
                      <a:pt x="32" y="16"/>
                    </a:lnTo>
                    <a:lnTo>
                      <a:pt x="32" y="16"/>
                    </a:lnTo>
                    <a:lnTo>
                      <a:pt x="32" y="8"/>
                    </a:lnTo>
                    <a:lnTo>
                      <a:pt x="28" y="0"/>
                    </a:lnTo>
                    <a:lnTo>
                      <a:pt x="28" y="0"/>
                    </a:lnTo>
                    <a:lnTo>
                      <a:pt x="26" y="2"/>
                    </a:lnTo>
                    <a:lnTo>
                      <a:pt x="22" y="4"/>
                    </a:lnTo>
                    <a:lnTo>
                      <a:pt x="22" y="4"/>
                    </a:lnTo>
                    <a:lnTo>
                      <a:pt x="18" y="6"/>
                    </a:lnTo>
                    <a:lnTo>
                      <a:pt x="14" y="4"/>
                    </a:lnTo>
                    <a:lnTo>
                      <a:pt x="14" y="4"/>
                    </a:lnTo>
                    <a:lnTo>
                      <a:pt x="6" y="0"/>
                    </a:lnTo>
                    <a:lnTo>
                      <a:pt x="6" y="0"/>
                    </a:lnTo>
                    <a:lnTo>
                      <a:pt x="6" y="2"/>
                    </a:lnTo>
                    <a:lnTo>
                      <a:pt x="6" y="2"/>
                    </a:lnTo>
                    <a:lnTo>
                      <a:pt x="8" y="4"/>
                    </a:lnTo>
                    <a:lnTo>
                      <a:pt x="6" y="12"/>
                    </a:lnTo>
                    <a:lnTo>
                      <a:pt x="6" y="12"/>
                    </a:lnTo>
                    <a:lnTo>
                      <a:pt x="2" y="12"/>
                    </a:lnTo>
                    <a:lnTo>
                      <a:pt x="2"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9" name="Freeform 124">
                <a:extLst>
                  <a:ext uri="{FF2B5EF4-FFF2-40B4-BE49-F238E27FC236}">
                    <a16:creationId xmlns:a16="http://schemas.microsoft.com/office/drawing/2014/main" id="{196F4F3D-35E1-4F43-8E45-ABCF72AEA319}"/>
                  </a:ext>
                </a:extLst>
              </p:cNvPr>
              <p:cNvSpPr>
                <a:spLocks/>
              </p:cNvSpPr>
              <p:nvPr/>
            </p:nvSpPr>
            <p:spPr bwMode="auto">
              <a:xfrm>
                <a:off x="5964008" y="3903069"/>
                <a:ext cx="318975" cy="336395"/>
              </a:xfrm>
              <a:custGeom>
                <a:avLst/>
                <a:gdLst>
                  <a:gd name="T0" fmla="*/ 80 w 163"/>
                  <a:gd name="T1" fmla="*/ 150 h 168"/>
                  <a:gd name="T2" fmla="*/ 78 w 163"/>
                  <a:gd name="T3" fmla="*/ 142 h 168"/>
                  <a:gd name="T4" fmla="*/ 80 w 163"/>
                  <a:gd name="T5" fmla="*/ 138 h 168"/>
                  <a:gd name="T6" fmla="*/ 86 w 163"/>
                  <a:gd name="T7" fmla="*/ 130 h 168"/>
                  <a:gd name="T8" fmla="*/ 96 w 163"/>
                  <a:gd name="T9" fmla="*/ 126 h 168"/>
                  <a:gd name="T10" fmla="*/ 102 w 163"/>
                  <a:gd name="T11" fmla="*/ 128 h 168"/>
                  <a:gd name="T12" fmla="*/ 106 w 163"/>
                  <a:gd name="T13" fmla="*/ 136 h 168"/>
                  <a:gd name="T14" fmla="*/ 113 w 163"/>
                  <a:gd name="T15" fmla="*/ 128 h 168"/>
                  <a:gd name="T16" fmla="*/ 113 w 163"/>
                  <a:gd name="T17" fmla="*/ 122 h 168"/>
                  <a:gd name="T18" fmla="*/ 119 w 163"/>
                  <a:gd name="T19" fmla="*/ 110 h 168"/>
                  <a:gd name="T20" fmla="*/ 125 w 163"/>
                  <a:gd name="T21" fmla="*/ 98 h 168"/>
                  <a:gd name="T22" fmla="*/ 127 w 163"/>
                  <a:gd name="T23" fmla="*/ 90 h 168"/>
                  <a:gd name="T24" fmla="*/ 141 w 163"/>
                  <a:gd name="T25" fmla="*/ 80 h 168"/>
                  <a:gd name="T26" fmla="*/ 141 w 163"/>
                  <a:gd name="T27" fmla="*/ 72 h 168"/>
                  <a:gd name="T28" fmla="*/ 143 w 163"/>
                  <a:gd name="T29" fmla="*/ 66 h 168"/>
                  <a:gd name="T30" fmla="*/ 147 w 163"/>
                  <a:gd name="T31" fmla="*/ 56 h 168"/>
                  <a:gd name="T32" fmla="*/ 151 w 163"/>
                  <a:gd name="T33" fmla="*/ 50 h 168"/>
                  <a:gd name="T34" fmla="*/ 157 w 163"/>
                  <a:gd name="T35" fmla="*/ 42 h 168"/>
                  <a:gd name="T36" fmla="*/ 163 w 163"/>
                  <a:gd name="T37" fmla="*/ 30 h 168"/>
                  <a:gd name="T38" fmla="*/ 159 w 163"/>
                  <a:gd name="T39" fmla="*/ 14 h 168"/>
                  <a:gd name="T40" fmla="*/ 141 w 163"/>
                  <a:gd name="T41" fmla="*/ 6 h 168"/>
                  <a:gd name="T42" fmla="*/ 129 w 163"/>
                  <a:gd name="T43" fmla="*/ 10 h 168"/>
                  <a:gd name="T44" fmla="*/ 106 w 163"/>
                  <a:gd name="T45" fmla="*/ 8 h 168"/>
                  <a:gd name="T46" fmla="*/ 98 w 163"/>
                  <a:gd name="T47" fmla="*/ 14 h 168"/>
                  <a:gd name="T48" fmla="*/ 84 w 163"/>
                  <a:gd name="T49" fmla="*/ 14 h 168"/>
                  <a:gd name="T50" fmla="*/ 76 w 163"/>
                  <a:gd name="T51" fmla="*/ 8 h 168"/>
                  <a:gd name="T52" fmla="*/ 62 w 163"/>
                  <a:gd name="T53" fmla="*/ 12 h 168"/>
                  <a:gd name="T54" fmla="*/ 54 w 163"/>
                  <a:gd name="T55" fmla="*/ 6 h 168"/>
                  <a:gd name="T56" fmla="*/ 46 w 163"/>
                  <a:gd name="T57" fmla="*/ 0 h 168"/>
                  <a:gd name="T58" fmla="*/ 34 w 163"/>
                  <a:gd name="T59" fmla="*/ 2 h 168"/>
                  <a:gd name="T60" fmla="*/ 20 w 163"/>
                  <a:gd name="T61" fmla="*/ 16 h 168"/>
                  <a:gd name="T62" fmla="*/ 10 w 163"/>
                  <a:gd name="T63" fmla="*/ 36 h 168"/>
                  <a:gd name="T64" fmla="*/ 10 w 163"/>
                  <a:gd name="T65" fmla="*/ 44 h 168"/>
                  <a:gd name="T66" fmla="*/ 14 w 163"/>
                  <a:gd name="T67" fmla="*/ 52 h 168"/>
                  <a:gd name="T68" fmla="*/ 12 w 163"/>
                  <a:gd name="T69" fmla="*/ 62 h 168"/>
                  <a:gd name="T70" fmla="*/ 10 w 163"/>
                  <a:gd name="T71" fmla="*/ 66 h 168"/>
                  <a:gd name="T72" fmla="*/ 8 w 163"/>
                  <a:gd name="T73" fmla="*/ 78 h 168"/>
                  <a:gd name="T74" fmla="*/ 6 w 163"/>
                  <a:gd name="T75" fmla="*/ 84 h 168"/>
                  <a:gd name="T76" fmla="*/ 4 w 163"/>
                  <a:gd name="T77" fmla="*/ 88 h 168"/>
                  <a:gd name="T78" fmla="*/ 2 w 163"/>
                  <a:gd name="T79" fmla="*/ 94 h 168"/>
                  <a:gd name="T80" fmla="*/ 2 w 163"/>
                  <a:gd name="T81" fmla="*/ 112 h 168"/>
                  <a:gd name="T82" fmla="*/ 4 w 163"/>
                  <a:gd name="T83" fmla="*/ 122 h 168"/>
                  <a:gd name="T84" fmla="*/ 12 w 163"/>
                  <a:gd name="T85" fmla="*/ 130 h 168"/>
                  <a:gd name="T86" fmla="*/ 26 w 163"/>
                  <a:gd name="T87" fmla="*/ 132 h 168"/>
                  <a:gd name="T88" fmla="*/ 34 w 163"/>
                  <a:gd name="T89" fmla="*/ 142 h 168"/>
                  <a:gd name="T90" fmla="*/ 40 w 163"/>
                  <a:gd name="T91" fmla="*/ 146 h 168"/>
                  <a:gd name="T92" fmla="*/ 42 w 163"/>
                  <a:gd name="T93" fmla="*/ 152 h 168"/>
                  <a:gd name="T94" fmla="*/ 46 w 163"/>
                  <a:gd name="T95" fmla="*/ 168 h 168"/>
                  <a:gd name="T96" fmla="*/ 58 w 163"/>
                  <a:gd name="T97" fmla="*/ 166 h 168"/>
                  <a:gd name="T98" fmla="*/ 64 w 163"/>
                  <a:gd name="T99" fmla="*/ 164 h 168"/>
                  <a:gd name="T100" fmla="*/ 68 w 163"/>
                  <a:gd name="T101" fmla="*/ 164 h 168"/>
                  <a:gd name="T102" fmla="*/ 74 w 163"/>
                  <a:gd name="T103" fmla="*/ 160 h 168"/>
                  <a:gd name="T104" fmla="*/ 76 w 163"/>
                  <a:gd name="T105" fmla="*/ 16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 h="168">
                    <a:moveTo>
                      <a:pt x="78" y="160"/>
                    </a:moveTo>
                    <a:lnTo>
                      <a:pt x="78" y="156"/>
                    </a:lnTo>
                    <a:lnTo>
                      <a:pt x="80" y="150"/>
                    </a:lnTo>
                    <a:lnTo>
                      <a:pt x="80" y="150"/>
                    </a:lnTo>
                    <a:lnTo>
                      <a:pt x="78" y="148"/>
                    </a:lnTo>
                    <a:lnTo>
                      <a:pt x="78" y="146"/>
                    </a:lnTo>
                    <a:lnTo>
                      <a:pt x="78" y="146"/>
                    </a:lnTo>
                    <a:lnTo>
                      <a:pt x="78" y="142"/>
                    </a:lnTo>
                    <a:lnTo>
                      <a:pt x="78" y="142"/>
                    </a:lnTo>
                    <a:lnTo>
                      <a:pt x="78" y="142"/>
                    </a:lnTo>
                    <a:lnTo>
                      <a:pt x="80" y="140"/>
                    </a:lnTo>
                    <a:lnTo>
                      <a:pt x="80" y="138"/>
                    </a:lnTo>
                    <a:lnTo>
                      <a:pt x="82" y="132"/>
                    </a:lnTo>
                    <a:lnTo>
                      <a:pt x="82" y="132"/>
                    </a:lnTo>
                    <a:lnTo>
                      <a:pt x="84" y="130"/>
                    </a:lnTo>
                    <a:lnTo>
                      <a:pt x="86" y="130"/>
                    </a:lnTo>
                    <a:lnTo>
                      <a:pt x="92" y="128"/>
                    </a:lnTo>
                    <a:lnTo>
                      <a:pt x="92" y="128"/>
                    </a:lnTo>
                    <a:lnTo>
                      <a:pt x="96" y="126"/>
                    </a:lnTo>
                    <a:lnTo>
                      <a:pt x="96" y="126"/>
                    </a:lnTo>
                    <a:lnTo>
                      <a:pt x="96" y="126"/>
                    </a:lnTo>
                    <a:lnTo>
                      <a:pt x="102" y="128"/>
                    </a:lnTo>
                    <a:lnTo>
                      <a:pt x="102" y="128"/>
                    </a:lnTo>
                    <a:lnTo>
                      <a:pt x="102" y="128"/>
                    </a:lnTo>
                    <a:lnTo>
                      <a:pt x="104" y="130"/>
                    </a:lnTo>
                    <a:lnTo>
                      <a:pt x="102" y="136"/>
                    </a:lnTo>
                    <a:lnTo>
                      <a:pt x="102" y="136"/>
                    </a:lnTo>
                    <a:lnTo>
                      <a:pt x="106" y="136"/>
                    </a:lnTo>
                    <a:lnTo>
                      <a:pt x="108" y="134"/>
                    </a:lnTo>
                    <a:lnTo>
                      <a:pt x="110" y="130"/>
                    </a:lnTo>
                    <a:lnTo>
                      <a:pt x="113" y="128"/>
                    </a:lnTo>
                    <a:lnTo>
                      <a:pt x="113" y="128"/>
                    </a:lnTo>
                    <a:lnTo>
                      <a:pt x="115" y="126"/>
                    </a:lnTo>
                    <a:lnTo>
                      <a:pt x="115" y="126"/>
                    </a:lnTo>
                    <a:lnTo>
                      <a:pt x="113" y="122"/>
                    </a:lnTo>
                    <a:lnTo>
                      <a:pt x="113" y="122"/>
                    </a:lnTo>
                    <a:lnTo>
                      <a:pt x="115" y="116"/>
                    </a:lnTo>
                    <a:lnTo>
                      <a:pt x="117" y="112"/>
                    </a:lnTo>
                    <a:lnTo>
                      <a:pt x="117" y="112"/>
                    </a:lnTo>
                    <a:lnTo>
                      <a:pt x="119" y="110"/>
                    </a:lnTo>
                    <a:lnTo>
                      <a:pt x="123" y="106"/>
                    </a:lnTo>
                    <a:lnTo>
                      <a:pt x="123" y="106"/>
                    </a:lnTo>
                    <a:lnTo>
                      <a:pt x="123" y="102"/>
                    </a:lnTo>
                    <a:lnTo>
                      <a:pt x="125" y="98"/>
                    </a:lnTo>
                    <a:lnTo>
                      <a:pt x="125" y="98"/>
                    </a:lnTo>
                    <a:lnTo>
                      <a:pt x="127" y="94"/>
                    </a:lnTo>
                    <a:lnTo>
                      <a:pt x="127" y="90"/>
                    </a:lnTo>
                    <a:lnTo>
                      <a:pt x="127" y="90"/>
                    </a:lnTo>
                    <a:lnTo>
                      <a:pt x="129" y="86"/>
                    </a:lnTo>
                    <a:lnTo>
                      <a:pt x="131" y="84"/>
                    </a:lnTo>
                    <a:lnTo>
                      <a:pt x="131" y="84"/>
                    </a:lnTo>
                    <a:lnTo>
                      <a:pt x="141" y="80"/>
                    </a:lnTo>
                    <a:lnTo>
                      <a:pt x="141" y="80"/>
                    </a:lnTo>
                    <a:lnTo>
                      <a:pt x="143" y="78"/>
                    </a:lnTo>
                    <a:lnTo>
                      <a:pt x="143" y="76"/>
                    </a:lnTo>
                    <a:lnTo>
                      <a:pt x="141" y="72"/>
                    </a:lnTo>
                    <a:lnTo>
                      <a:pt x="141" y="72"/>
                    </a:lnTo>
                    <a:lnTo>
                      <a:pt x="141" y="70"/>
                    </a:lnTo>
                    <a:lnTo>
                      <a:pt x="143" y="66"/>
                    </a:lnTo>
                    <a:lnTo>
                      <a:pt x="143" y="66"/>
                    </a:lnTo>
                    <a:lnTo>
                      <a:pt x="145" y="64"/>
                    </a:lnTo>
                    <a:lnTo>
                      <a:pt x="147" y="60"/>
                    </a:lnTo>
                    <a:lnTo>
                      <a:pt x="147" y="60"/>
                    </a:lnTo>
                    <a:lnTo>
                      <a:pt x="147" y="56"/>
                    </a:lnTo>
                    <a:lnTo>
                      <a:pt x="147" y="56"/>
                    </a:lnTo>
                    <a:lnTo>
                      <a:pt x="147" y="54"/>
                    </a:lnTo>
                    <a:lnTo>
                      <a:pt x="147" y="54"/>
                    </a:lnTo>
                    <a:lnTo>
                      <a:pt x="151" y="50"/>
                    </a:lnTo>
                    <a:lnTo>
                      <a:pt x="153" y="46"/>
                    </a:lnTo>
                    <a:lnTo>
                      <a:pt x="153" y="46"/>
                    </a:lnTo>
                    <a:lnTo>
                      <a:pt x="155" y="44"/>
                    </a:lnTo>
                    <a:lnTo>
                      <a:pt x="157" y="42"/>
                    </a:lnTo>
                    <a:lnTo>
                      <a:pt x="157" y="42"/>
                    </a:lnTo>
                    <a:lnTo>
                      <a:pt x="159" y="42"/>
                    </a:lnTo>
                    <a:lnTo>
                      <a:pt x="161" y="38"/>
                    </a:lnTo>
                    <a:lnTo>
                      <a:pt x="163" y="30"/>
                    </a:lnTo>
                    <a:lnTo>
                      <a:pt x="163" y="30"/>
                    </a:lnTo>
                    <a:lnTo>
                      <a:pt x="161" y="28"/>
                    </a:lnTo>
                    <a:lnTo>
                      <a:pt x="159" y="26"/>
                    </a:lnTo>
                    <a:lnTo>
                      <a:pt x="159" y="14"/>
                    </a:lnTo>
                    <a:lnTo>
                      <a:pt x="153" y="0"/>
                    </a:lnTo>
                    <a:lnTo>
                      <a:pt x="143" y="4"/>
                    </a:lnTo>
                    <a:lnTo>
                      <a:pt x="143" y="4"/>
                    </a:lnTo>
                    <a:lnTo>
                      <a:pt x="141" y="6"/>
                    </a:lnTo>
                    <a:lnTo>
                      <a:pt x="139" y="8"/>
                    </a:lnTo>
                    <a:lnTo>
                      <a:pt x="137" y="10"/>
                    </a:lnTo>
                    <a:lnTo>
                      <a:pt x="137" y="10"/>
                    </a:lnTo>
                    <a:lnTo>
                      <a:pt x="129" y="10"/>
                    </a:lnTo>
                    <a:lnTo>
                      <a:pt x="121" y="10"/>
                    </a:lnTo>
                    <a:lnTo>
                      <a:pt x="121" y="10"/>
                    </a:lnTo>
                    <a:lnTo>
                      <a:pt x="113" y="8"/>
                    </a:lnTo>
                    <a:lnTo>
                      <a:pt x="106" y="8"/>
                    </a:lnTo>
                    <a:lnTo>
                      <a:pt x="106" y="8"/>
                    </a:lnTo>
                    <a:lnTo>
                      <a:pt x="100" y="10"/>
                    </a:lnTo>
                    <a:lnTo>
                      <a:pt x="98" y="14"/>
                    </a:lnTo>
                    <a:lnTo>
                      <a:pt x="98" y="14"/>
                    </a:lnTo>
                    <a:lnTo>
                      <a:pt x="96" y="14"/>
                    </a:lnTo>
                    <a:lnTo>
                      <a:pt x="94" y="14"/>
                    </a:lnTo>
                    <a:lnTo>
                      <a:pt x="84" y="14"/>
                    </a:lnTo>
                    <a:lnTo>
                      <a:pt x="84" y="14"/>
                    </a:lnTo>
                    <a:lnTo>
                      <a:pt x="78" y="12"/>
                    </a:lnTo>
                    <a:lnTo>
                      <a:pt x="78" y="10"/>
                    </a:lnTo>
                    <a:lnTo>
                      <a:pt x="78" y="10"/>
                    </a:lnTo>
                    <a:lnTo>
                      <a:pt x="76" y="8"/>
                    </a:lnTo>
                    <a:lnTo>
                      <a:pt x="72" y="8"/>
                    </a:lnTo>
                    <a:lnTo>
                      <a:pt x="68" y="12"/>
                    </a:lnTo>
                    <a:lnTo>
                      <a:pt x="68" y="12"/>
                    </a:lnTo>
                    <a:lnTo>
                      <a:pt x="62" y="12"/>
                    </a:lnTo>
                    <a:lnTo>
                      <a:pt x="58" y="12"/>
                    </a:lnTo>
                    <a:lnTo>
                      <a:pt x="58" y="12"/>
                    </a:lnTo>
                    <a:lnTo>
                      <a:pt x="56" y="8"/>
                    </a:lnTo>
                    <a:lnTo>
                      <a:pt x="54" y="6"/>
                    </a:lnTo>
                    <a:lnTo>
                      <a:pt x="52" y="4"/>
                    </a:lnTo>
                    <a:lnTo>
                      <a:pt x="52" y="4"/>
                    </a:lnTo>
                    <a:lnTo>
                      <a:pt x="48" y="2"/>
                    </a:lnTo>
                    <a:lnTo>
                      <a:pt x="46" y="0"/>
                    </a:lnTo>
                    <a:lnTo>
                      <a:pt x="46" y="0"/>
                    </a:lnTo>
                    <a:lnTo>
                      <a:pt x="40" y="2"/>
                    </a:lnTo>
                    <a:lnTo>
                      <a:pt x="34" y="2"/>
                    </a:lnTo>
                    <a:lnTo>
                      <a:pt x="34" y="2"/>
                    </a:lnTo>
                    <a:lnTo>
                      <a:pt x="20" y="10"/>
                    </a:lnTo>
                    <a:lnTo>
                      <a:pt x="20" y="10"/>
                    </a:lnTo>
                    <a:lnTo>
                      <a:pt x="20" y="16"/>
                    </a:lnTo>
                    <a:lnTo>
                      <a:pt x="20" y="16"/>
                    </a:lnTo>
                    <a:lnTo>
                      <a:pt x="18" y="22"/>
                    </a:lnTo>
                    <a:lnTo>
                      <a:pt x="14" y="24"/>
                    </a:lnTo>
                    <a:lnTo>
                      <a:pt x="10" y="36"/>
                    </a:lnTo>
                    <a:lnTo>
                      <a:pt x="10" y="36"/>
                    </a:lnTo>
                    <a:lnTo>
                      <a:pt x="10" y="38"/>
                    </a:lnTo>
                    <a:lnTo>
                      <a:pt x="10" y="42"/>
                    </a:lnTo>
                    <a:lnTo>
                      <a:pt x="10" y="44"/>
                    </a:lnTo>
                    <a:lnTo>
                      <a:pt x="10" y="44"/>
                    </a:lnTo>
                    <a:lnTo>
                      <a:pt x="8" y="46"/>
                    </a:lnTo>
                    <a:lnTo>
                      <a:pt x="12" y="48"/>
                    </a:lnTo>
                    <a:lnTo>
                      <a:pt x="12" y="48"/>
                    </a:lnTo>
                    <a:lnTo>
                      <a:pt x="14" y="52"/>
                    </a:lnTo>
                    <a:lnTo>
                      <a:pt x="12" y="56"/>
                    </a:lnTo>
                    <a:lnTo>
                      <a:pt x="12" y="56"/>
                    </a:lnTo>
                    <a:lnTo>
                      <a:pt x="12" y="60"/>
                    </a:lnTo>
                    <a:lnTo>
                      <a:pt x="12" y="62"/>
                    </a:lnTo>
                    <a:lnTo>
                      <a:pt x="14" y="64"/>
                    </a:lnTo>
                    <a:lnTo>
                      <a:pt x="12" y="64"/>
                    </a:lnTo>
                    <a:lnTo>
                      <a:pt x="12" y="64"/>
                    </a:lnTo>
                    <a:lnTo>
                      <a:pt x="10" y="66"/>
                    </a:lnTo>
                    <a:lnTo>
                      <a:pt x="10" y="70"/>
                    </a:lnTo>
                    <a:lnTo>
                      <a:pt x="10" y="70"/>
                    </a:lnTo>
                    <a:lnTo>
                      <a:pt x="10" y="74"/>
                    </a:lnTo>
                    <a:lnTo>
                      <a:pt x="8" y="78"/>
                    </a:lnTo>
                    <a:lnTo>
                      <a:pt x="8" y="78"/>
                    </a:lnTo>
                    <a:lnTo>
                      <a:pt x="6" y="80"/>
                    </a:lnTo>
                    <a:lnTo>
                      <a:pt x="6" y="84"/>
                    </a:lnTo>
                    <a:lnTo>
                      <a:pt x="6" y="84"/>
                    </a:lnTo>
                    <a:lnTo>
                      <a:pt x="6" y="88"/>
                    </a:lnTo>
                    <a:lnTo>
                      <a:pt x="6" y="88"/>
                    </a:lnTo>
                    <a:lnTo>
                      <a:pt x="4" y="88"/>
                    </a:lnTo>
                    <a:lnTo>
                      <a:pt x="4" y="88"/>
                    </a:lnTo>
                    <a:lnTo>
                      <a:pt x="2" y="88"/>
                    </a:lnTo>
                    <a:lnTo>
                      <a:pt x="2" y="90"/>
                    </a:lnTo>
                    <a:lnTo>
                      <a:pt x="2" y="94"/>
                    </a:lnTo>
                    <a:lnTo>
                      <a:pt x="2" y="94"/>
                    </a:lnTo>
                    <a:lnTo>
                      <a:pt x="2" y="98"/>
                    </a:lnTo>
                    <a:lnTo>
                      <a:pt x="2" y="102"/>
                    </a:lnTo>
                    <a:lnTo>
                      <a:pt x="0" y="108"/>
                    </a:lnTo>
                    <a:lnTo>
                      <a:pt x="2" y="112"/>
                    </a:lnTo>
                    <a:lnTo>
                      <a:pt x="2" y="112"/>
                    </a:lnTo>
                    <a:lnTo>
                      <a:pt x="4" y="116"/>
                    </a:lnTo>
                    <a:lnTo>
                      <a:pt x="4" y="122"/>
                    </a:lnTo>
                    <a:lnTo>
                      <a:pt x="4" y="122"/>
                    </a:lnTo>
                    <a:lnTo>
                      <a:pt x="2" y="132"/>
                    </a:lnTo>
                    <a:lnTo>
                      <a:pt x="2" y="132"/>
                    </a:lnTo>
                    <a:lnTo>
                      <a:pt x="12" y="130"/>
                    </a:lnTo>
                    <a:lnTo>
                      <a:pt x="12" y="130"/>
                    </a:lnTo>
                    <a:lnTo>
                      <a:pt x="10" y="132"/>
                    </a:lnTo>
                    <a:lnTo>
                      <a:pt x="10" y="132"/>
                    </a:lnTo>
                    <a:lnTo>
                      <a:pt x="18" y="132"/>
                    </a:lnTo>
                    <a:lnTo>
                      <a:pt x="26" y="132"/>
                    </a:lnTo>
                    <a:lnTo>
                      <a:pt x="26" y="132"/>
                    </a:lnTo>
                    <a:lnTo>
                      <a:pt x="30" y="136"/>
                    </a:lnTo>
                    <a:lnTo>
                      <a:pt x="34" y="142"/>
                    </a:lnTo>
                    <a:lnTo>
                      <a:pt x="34" y="142"/>
                    </a:lnTo>
                    <a:lnTo>
                      <a:pt x="38" y="142"/>
                    </a:lnTo>
                    <a:lnTo>
                      <a:pt x="38" y="142"/>
                    </a:lnTo>
                    <a:lnTo>
                      <a:pt x="38" y="146"/>
                    </a:lnTo>
                    <a:lnTo>
                      <a:pt x="40" y="146"/>
                    </a:lnTo>
                    <a:lnTo>
                      <a:pt x="40" y="146"/>
                    </a:lnTo>
                    <a:lnTo>
                      <a:pt x="42" y="152"/>
                    </a:lnTo>
                    <a:lnTo>
                      <a:pt x="42" y="152"/>
                    </a:lnTo>
                    <a:lnTo>
                      <a:pt x="42" y="152"/>
                    </a:lnTo>
                    <a:lnTo>
                      <a:pt x="42" y="152"/>
                    </a:lnTo>
                    <a:lnTo>
                      <a:pt x="38" y="154"/>
                    </a:lnTo>
                    <a:lnTo>
                      <a:pt x="38" y="154"/>
                    </a:lnTo>
                    <a:lnTo>
                      <a:pt x="46" y="168"/>
                    </a:lnTo>
                    <a:lnTo>
                      <a:pt x="46" y="168"/>
                    </a:lnTo>
                    <a:lnTo>
                      <a:pt x="58" y="168"/>
                    </a:lnTo>
                    <a:lnTo>
                      <a:pt x="58" y="166"/>
                    </a:lnTo>
                    <a:lnTo>
                      <a:pt x="58" y="166"/>
                    </a:lnTo>
                    <a:lnTo>
                      <a:pt x="60" y="166"/>
                    </a:lnTo>
                    <a:lnTo>
                      <a:pt x="62" y="166"/>
                    </a:lnTo>
                    <a:lnTo>
                      <a:pt x="64" y="164"/>
                    </a:lnTo>
                    <a:lnTo>
                      <a:pt x="64" y="164"/>
                    </a:lnTo>
                    <a:lnTo>
                      <a:pt x="64" y="166"/>
                    </a:lnTo>
                    <a:lnTo>
                      <a:pt x="66" y="166"/>
                    </a:lnTo>
                    <a:lnTo>
                      <a:pt x="66" y="166"/>
                    </a:lnTo>
                    <a:lnTo>
                      <a:pt x="68" y="164"/>
                    </a:lnTo>
                    <a:lnTo>
                      <a:pt x="70" y="160"/>
                    </a:lnTo>
                    <a:lnTo>
                      <a:pt x="70" y="160"/>
                    </a:lnTo>
                    <a:lnTo>
                      <a:pt x="74" y="160"/>
                    </a:lnTo>
                    <a:lnTo>
                      <a:pt x="74" y="160"/>
                    </a:lnTo>
                    <a:lnTo>
                      <a:pt x="76" y="164"/>
                    </a:lnTo>
                    <a:lnTo>
                      <a:pt x="76" y="164"/>
                    </a:lnTo>
                    <a:lnTo>
                      <a:pt x="76" y="162"/>
                    </a:lnTo>
                    <a:lnTo>
                      <a:pt x="76" y="160"/>
                    </a:lnTo>
                    <a:lnTo>
                      <a:pt x="78" y="160"/>
                    </a:lnTo>
                    <a:lnTo>
                      <a:pt x="78"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0" name="Freeform 125">
                <a:extLst>
                  <a:ext uri="{FF2B5EF4-FFF2-40B4-BE49-F238E27FC236}">
                    <a16:creationId xmlns:a16="http://schemas.microsoft.com/office/drawing/2014/main" id="{0B1016F3-AECE-AC45-9C82-0BD8DDDC1127}"/>
                  </a:ext>
                </a:extLst>
              </p:cNvPr>
              <p:cNvSpPr>
                <a:spLocks/>
              </p:cNvSpPr>
              <p:nvPr/>
            </p:nvSpPr>
            <p:spPr bwMode="auto">
              <a:xfrm>
                <a:off x="5889645" y="3586699"/>
                <a:ext cx="420734" cy="388457"/>
              </a:xfrm>
              <a:custGeom>
                <a:avLst/>
                <a:gdLst>
                  <a:gd name="T0" fmla="*/ 191 w 215"/>
                  <a:gd name="T1" fmla="*/ 16 h 194"/>
                  <a:gd name="T2" fmla="*/ 159 w 215"/>
                  <a:gd name="T3" fmla="*/ 0 h 194"/>
                  <a:gd name="T4" fmla="*/ 78 w 215"/>
                  <a:gd name="T5" fmla="*/ 68 h 194"/>
                  <a:gd name="T6" fmla="*/ 60 w 215"/>
                  <a:gd name="T7" fmla="*/ 110 h 194"/>
                  <a:gd name="T8" fmla="*/ 56 w 215"/>
                  <a:gd name="T9" fmla="*/ 114 h 194"/>
                  <a:gd name="T10" fmla="*/ 56 w 215"/>
                  <a:gd name="T11" fmla="*/ 120 h 194"/>
                  <a:gd name="T12" fmla="*/ 46 w 215"/>
                  <a:gd name="T13" fmla="*/ 124 h 194"/>
                  <a:gd name="T14" fmla="*/ 40 w 215"/>
                  <a:gd name="T15" fmla="*/ 128 h 194"/>
                  <a:gd name="T16" fmla="*/ 28 w 215"/>
                  <a:gd name="T17" fmla="*/ 130 h 194"/>
                  <a:gd name="T18" fmla="*/ 14 w 215"/>
                  <a:gd name="T19" fmla="*/ 134 h 194"/>
                  <a:gd name="T20" fmla="*/ 10 w 215"/>
                  <a:gd name="T21" fmla="*/ 134 h 194"/>
                  <a:gd name="T22" fmla="*/ 4 w 215"/>
                  <a:gd name="T23" fmla="*/ 138 h 194"/>
                  <a:gd name="T24" fmla="*/ 0 w 215"/>
                  <a:gd name="T25" fmla="*/ 142 h 194"/>
                  <a:gd name="T26" fmla="*/ 14 w 215"/>
                  <a:gd name="T27" fmla="*/ 154 h 194"/>
                  <a:gd name="T28" fmla="*/ 20 w 215"/>
                  <a:gd name="T29" fmla="*/ 172 h 194"/>
                  <a:gd name="T30" fmla="*/ 22 w 215"/>
                  <a:gd name="T31" fmla="*/ 170 h 194"/>
                  <a:gd name="T32" fmla="*/ 24 w 215"/>
                  <a:gd name="T33" fmla="*/ 172 h 194"/>
                  <a:gd name="T34" fmla="*/ 24 w 215"/>
                  <a:gd name="T35" fmla="*/ 176 h 194"/>
                  <a:gd name="T36" fmla="*/ 26 w 215"/>
                  <a:gd name="T37" fmla="*/ 192 h 194"/>
                  <a:gd name="T38" fmla="*/ 32 w 215"/>
                  <a:gd name="T39" fmla="*/ 184 h 194"/>
                  <a:gd name="T40" fmla="*/ 38 w 215"/>
                  <a:gd name="T41" fmla="*/ 186 h 194"/>
                  <a:gd name="T42" fmla="*/ 40 w 215"/>
                  <a:gd name="T43" fmla="*/ 188 h 194"/>
                  <a:gd name="T44" fmla="*/ 48 w 215"/>
                  <a:gd name="T45" fmla="*/ 194 h 194"/>
                  <a:gd name="T46" fmla="*/ 52 w 215"/>
                  <a:gd name="T47" fmla="*/ 182 h 194"/>
                  <a:gd name="T48" fmla="*/ 58 w 215"/>
                  <a:gd name="T49" fmla="*/ 174 h 194"/>
                  <a:gd name="T50" fmla="*/ 58 w 215"/>
                  <a:gd name="T51" fmla="*/ 168 h 194"/>
                  <a:gd name="T52" fmla="*/ 72 w 215"/>
                  <a:gd name="T53" fmla="*/ 160 h 194"/>
                  <a:gd name="T54" fmla="*/ 78 w 215"/>
                  <a:gd name="T55" fmla="*/ 160 h 194"/>
                  <a:gd name="T56" fmla="*/ 84 w 215"/>
                  <a:gd name="T57" fmla="*/ 158 h 194"/>
                  <a:gd name="T58" fmla="*/ 90 w 215"/>
                  <a:gd name="T59" fmla="*/ 162 h 194"/>
                  <a:gd name="T60" fmla="*/ 92 w 215"/>
                  <a:gd name="T61" fmla="*/ 164 h 194"/>
                  <a:gd name="T62" fmla="*/ 96 w 215"/>
                  <a:gd name="T63" fmla="*/ 170 h 194"/>
                  <a:gd name="T64" fmla="*/ 100 w 215"/>
                  <a:gd name="T65" fmla="*/ 170 h 194"/>
                  <a:gd name="T66" fmla="*/ 106 w 215"/>
                  <a:gd name="T67" fmla="*/ 170 h 194"/>
                  <a:gd name="T68" fmla="*/ 114 w 215"/>
                  <a:gd name="T69" fmla="*/ 166 h 194"/>
                  <a:gd name="T70" fmla="*/ 116 w 215"/>
                  <a:gd name="T71" fmla="*/ 168 h 194"/>
                  <a:gd name="T72" fmla="*/ 122 w 215"/>
                  <a:gd name="T73" fmla="*/ 172 h 194"/>
                  <a:gd name="T74" fmla="*/ 132 w 215"/>
                  <a:gd name="T75" fmla="*/ 172 h 194"/>
                  <a:gd name="T76" fmla="*/ 136 w 215"/>
                  <a:gd name="T77" fmla="*/ 172 h 194"/>
                  <a:gd name="T78" fmla="*/ 138 w 215"/>
                  <a:gd name="T79" fmla="*/ 168 h 194"/>
                  <a:gd name="T80" fmla="*/ 144 w 215"/>
                  <a:gd name="T81" fmla="*/ 166 h 194"/>
                  <a:gd name="T82" fmla="*/ 159 w 215"/>
                  <a:gd name="T83" fmla="*/ 168 h 194"/>
                  <a:gd name="T84" fmla="*/ 167 w 215"/>
                  <a:gd name="T85" fmla="*/ 168 h 194"/>
                  <a:gd name="T86" fmla="*/ 175 w 215"/>
                  <a:gd name="T87" fmla="*/ 168 h 194"/>
                  <a:gd name="T88" fmla="*/ 179 w 215"/>
                  <a:gd name="T89" fmla="*/ 164 h 194"/>
                  <a:gd name="T90" fmla="*/ 189 w 215"/>
                  <a:gd name="T91" fmla="*/ 158 h 194"/>
                  <a:gd name="T92" fmla="*/ 211 w 215"/>
                  <a:gd name="T93" fmla="*/ 126 h 194"/>
                  <a:gd name="T94" fmla="*/ 209 w 215"/>
                  <a:gd name="T95" fmla="*/ 100 h 194"/>
                  <a:gd name="T96" fmla="*/ 211 w 215"/>
                  <a:gd name="T97" fmla="*/ 70 h 194"/>
                  <a:gd name="T98" fmla="*/ 215 w 215"/>
                  <a:gd name="T99" fmla="*/ 56 h 194"/>
                  <a:gd name="T100" fmla="*/ 215 w 215"/>
                  <a:gd name="T101" fmla="*/ 52 h 194"/>
                  <a:gd name="T102" fmla="*/ 209 w 215"/>
                  <a:gd name="T103" fmla="*/ 4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5" h="194">
                    <a:moveTo>
                      <a:pt x="201" y="8"/>
                    </a:moveTo>
                    <a:lnTo>
                      <a:pt x="191" y="16"/>
                    </a:lnTo>
                    <a:lnTo>
                      <a:pt x="191" y="18"/>
                    </a:lnTo>
                    <a:lnTo>
                      <a:pt x="159" y="0"/>
                    </a:lnTo>
                    <a:lnTo>
                      <a:pt x="86" y="54"/>
                    </a:lnTo>
                    <a:lnTo>
                      <a:pt x="78" y="68"/>
                    </a:lnTo>
                    <a:lnTo>
                      <a:pt x="58" y="72"/>
                    </a:lnTo>
                    <a:lnTo>
                      <a:pt x="60" y="110"/>
                    </a:lnTo>
                    <a:lnTo>
                      <a:pt x="56" y="114"/>
                    </a:lnTo>
                    <a:lnTo>
                      <a:pt x="56" y="114"/>
                    </a:lnTo>
                    <a:lnTo>
                      <a:pt x="56" y="120"/>
                    </a:lnTo>
                    <a:lnTo>
                      <a:pt x="56" y="120"/>
                    </a:lnTo>
                    <a:lnTo>
                      <a:pt x="54" y="124"/>
                    </a:lnTo>
                    <a:lnTo>
                      <a:pt x="46" y="124"/>
                    </a:lnTo>
                    <a:lnTo>
                      <a:pt x="46" y="124"/>
                    </a:lnTo>
                    <a:lnTo>
                      <a:pt x="40" y="128"/>
                    </a:lnTo>
                    <a:lnTo>
                      <a:pt x="28" y="130"/>
                    </a:lnTo>
                    <a:lnTo>
                      <a:pt x="28" y="130"/>
                    </a:lnTo>
                    <a:lnTo>
                      <a:pt x="22" y="132"/>
                    </a:lnTo>
                    <a:lnTo>
                      <a:pt x="14" y="134"/>
                    </a:lnTo>
                    <a:lnTo>
                      <a:pt x="14" y="134"/>
                    </a:lnTo>
                    <a:lnTo>
                      <a:pt x="10" y="134"/>
                    </a:lnTo>
                    <a:lnTo>
                      <a:pt x="6" y="134"/>
                    </a:lnTo>
                    <a:lnTo>
                      <a:pt x="4" y="138"/>
                    </a:lnTo>
                    <a:lnTo>
                      <a:pt x="2" y="136"/>
                    </a:lnTo>
                    <a:lnTo>
                      <a:pt x="0" y="142"/>
                    </a:lnTo>
                    <a:lnTo>
                      <a:pt x="4" y="148"/>
                    </a:lnTo>
                    <a:lnTo>
                      <a:pt x="14" y="154"/>
                    </a:lnTo>
                    <a:lnTo>
                      <a:pt x="14" y="158"/>
                    </a:lnTo>
                    <a:lnTo>
                      <a:pt x="20" y="172"/>
                    </a:lnTo>
                    <a:lnTo>
                      <a:pt x="20" y="172"/>
                    </a:lnTo>
                    <a:lnTo>
                      <a:pt x="22" y="170"/>
                    </a:lnTo>
                    <a:lnTo>
                      <a:pt x="24" y="172"/>
                    </a:lnTo>
                    <a:lnTo>
                      <a:pt x="24" y="172"/>
                    </a:lnTo>
                    <a:lnTo>
                      <a:pt x="24" y="172"/>
                    </a:lnTo>
                    <a:lnTo>
                      <a:pt x="24" y="176"/>
                    </a:lnTo>
                    <a:lnTo>
                      <a:pt x="22" y="178"/>
                    </a:lnTo>
                    <a:lnTo>
                      <a:pt x="26" y="192"/>
                    </a:lnTo>
                    <a:lnTo>
                      <a:pt x="32" y="184"/>
                    </a:lnTo>
                    <a:lnTo>
                      <a:pt x="32" y="184"/>
                    </a:lnTo>
                    <a:lnTo>
                      <a:pt x="34" y="184"/>
                    </a:lnTo>
                    <a:lnTo>
                      <a:pt x="38" y="186"/>
                    </a:lnTo>
                    <a:lnTo>
                      <a:pt x="38" y="186"/>
                    </a:lnTo>
                    <a:lnTo>
                      <a:pt x="40" y="188"/>
                    </a:lnTo>
                    <a:lnTo>
                      <a:pt x="40" y="190"/>
                    </a:lnTo>
                    <a:lnTo>
                      <a:pt x="48" y="194"/>
                    </a:lnTo>
                    <a:lnTo>
                      <a:pt x="52" y="182"/>
                    </a:lnTo>
                    <a:lnTo>
                      <a:pt x="52" y="182"/>
                    </a:lnTo>
                    <a:lnTo>
                      <a:pt x="56" y="180"/>
                    </a:lnTo>
                    <a:lnTo>
                      <a:pt x="58" y="174"/>
                    </a:lnTo>
                    <a:lnTo>
                      <a:pt x="58" y="174"/>
                    </a:lnTo>
                    <a:lnTo>
                      <a:pt x="58" y="168"/>
                    </a:lnTo>
                    <a:lnTo>
                      <a:pt x="58" y="168"/>
                    </a:lnTo>
                    <a:lnTo>
                      <a:pt x="72" y="160"/>
                    </a:lnTo>
                    <a:lnTo>
                      <a:pt x="72" y="160"/>
                    </a:lnTo>
                    <a:lnTo>
                      <a:pt x="78" y="160"/>
                    </a:lnTo>
                    <a:lnTo>
                      <a:pt x="84" y="158"/>
                    </a:lnTo>
                    <a:lnTo>
                      <a:pt x="84" y="158"/>
                    </a:lnTo>
                    <a:lnTo>
                      <a:pt x="86" y="160"/>
                    </a:lnTo>
                    <a:lnTo>
                      <a:pt x="90" y="162"/>
                    </a:lnTo>
                    <a:lnTo>
                      <a:pt x="90" y="162"/>
                    </a:lnTo>
                    <a:lnTo>
                      <a:pt x="92" y="164"/>
                    </a:lnTo>
                    <a:lnTo>
                      <a:pt x="94" y="166"/>
                    </a:lnTo>
                    <a:lnTo>
                      <a:pt x="96" y="170"/>
                    </a:lnTo>
                    <a:lnTo>
                      <a:pt x="96" y="170"/>
                    </a:lnTo>
                    <a:lnTo>
                      <a:pt x="100" y="170"/>
                    </a:lnTo>
                    <a:lnTo>
                      <a:pt x="106" y="170"/>
                    </a:lnTo>
                    <a:lnTo>
                      <a:pt x="106" y="170"/>
                    </a:lnTo>
                    <a:lnTo>
                      <a:pt x="110" y="166"/>
                    </a:lnTo>
                    <a:lnTo>
                      <a:pt x="114" y="166"/>
                    </a:lnTo>
                    <a:lnTo>
                      <a:pt x="116" y="168"/>
                    </a:lnTo>
                    <a:lnTo>
                      <a:pt x="116" y="168"/>
                    </a:lnTo>
                    <a:lnTo>
                      <a:pt x="116" y="170"/>
                    </a:lnTo>
                    <a:lnTo>
                      <a:pt x="122" y="172"/>
                    </a:lnTo>
                    <a:lnTo>
                      <a:pt x="122" y="172"/>
                    </a:lnTo>
                    <a:lnTo>
                      <a:pt x="132" y="172"/>
                    </a:lnTo>
                    <a:lnTo>
                      <a:pt x="134" y="172"/>
                    </a:lnTo>
                    <a:lnTo>
                      <a:pt x="136" y="172"/>
                    </a:lnTo>
                    <a:lnTo>
                      <a:pt x="136" y="172"/>
                    </a:lnTo>
                    <a:lnTo>
                      <a:pt x="138" y="168"/>
                    </a:lnTo>
                    <a:lnTo>
                      <a:pt x="144" y="166"/>
                    </a:lnTo>
                    <a:lnTo>
                      <a:pt x="144" y="166"/>
                    </a:lnTo>
                    <a:lnTo>
                      <a:pt x="151" y="166"/>
                    </a:lnTo>
                    <a:lnTo>
                      <a:pt x="159" y="168"/>
                    </a:lnTo>
                    <a:lnTo>
                      <a:pt x="159" y="168"/>
                    </a:lnTo>
                    <a:lnTo>
                      <a:pt x="167" y="168"/>
                    </a:lnTo>
                    <a:lnTo>
                      <a:pt x="175" y="168"/>
                    </a:lnTo>
                    <a:lnTo>
                      <a:pt x="175" y="168"/>
                    </a:lnTo>
                    <a:lnTo>
                      <a:pt x="177" y="166"/>
                    </a:lnTo>
                    <a:lnTo>
                      <a:pt x="179" y="164"/>
                    </a:lnTo>
                    <a:lnTo>
                      <a:pt x="181" y="162"/>
                    </a:lnTo>
                    <a:lnTo>
                      <a:pt x="189" y="158"/>
                    </a:lnTo>
                    <a:lnTo>
                      <a:pt x="189" y="144"/>
                    </a:lnTo>
                    <a:lnTo>
                      <a:pt x="211" y="126"/>
                    </a:lnTo>
                    <a:lnTo>
                      <a:pt x="211" y="126"/>
                    </a:lnTo>
                    <a:lnTo>
                      <a:pt x="209" y="100"/>
                    </a:lnTo>
                    <a:lnTo>
                      <a:pt x="211" y="70"/>
                    </a:lnTo>
                    <a:lnTo>
                      <a:pt x="211" y="70"/>
                    </a:lnTo>
                    <a:lnTo>
                      <a:pt x="211" y="62"/>
                    </a:lnTo>
                    <a:lnTo>
                      <a:pt x="215" y="56"/>
                    </a:lnTo>
                    <a:lnTo>
                      <a:pt x="215" y="56"/>
                    </a:lnTo>
                    <a:lnTo>
                      <a:pt x="215" y="52"/>
                    </a:lnTo>
                    <a:lnTo>
                      <a:pt x="213" y="48"/>
                    </a:lnTo>
                    <a:lnTo>
                      <a:pt x="209" y="42"/>
                    </a:lnTo>
                    <a:lnTo>
                      <a:pt x="201"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1" name="Freeform 131">
                <a:extLst>
                  <a:ext uri="{FF2B5EF4-FFF2-40B4-BE49-F238E27FC236}">
                    <a16:creationId xmlns:a16="http://schemas.microsoft.com/office/drawing/2014/main" id="{E9E116AF-5E08-3140-B9C2-AD0E05CD1166}"/>
                  </a:ext>
                </a:extLst>
              </p:cNvPr>
              <p:cNvSpPr>
                <a:spLocks/>
              </p:cNvSpPr>
              <p:nvPr/>
            </p:nvSpPr>
            <p:spPr bwMode="auto">
              <a:xfrm>
                <a:off x="6208620" y="4948298"/>
                <a:ext cx="348328" cy="408481"/>
              </a:xfrm>
              <a:custGeom>
                <a:avLst/>
                <a:gdLst>
                  <a:gd name="T0" fmla="*/ 2 w 178"/>
                  <a:gd name="T1" fmla="*/ 8 h 204"/>
                  <a:gd name="T2" fmla="*/ 0 w 178"/>
                  <a:gd name="T3" fmla="*/ 20 h 204"/>
                  <a:gd name="T4" fmla="*/ 6 w 178"/>
                  <a:gd name="T5" fmla="*/ 26 h 204"/>
                  <a:gd name="T6" fmla="*/ 12 w 178"/>
                  <a:gd name="T7" fmla="*/ 36 h 204"/>
                  <a:gd name="T8" fmla="*/ 16 w 178"/>
                  <a:gd name="T9" fmla="*/ 44 h 204"/>
                  <a:gd name="T10" fmla="*/ 18 w 178"/>
                  <a:gd name="T11" fmla="*/ 54 h 204"/>
                  <a:gd name="T12" fmla="*/ 22 w 178"/>
                  <a:gd name="T13" fmla="*/ 70 h 204"/>
                  <a:gd name="T14" fmla="*/ 26 w 178"/>
                  <a:gd name="T15" fmla="*/ 70 h 204"/>
                  <a:gd name="T16" fmla="*/ 28 w 178"/>
                  <a:gd name="T17" fmla="*/ 82 h 204"/>
                  <a:gd name="T18" fmla="*/ 32 w 178"/>
                  <a:gd name="T19" fmla="*/ 86 h 204"/>
                  <a:gd name="T20" fmla="*/ 36 w 178"/>
                  <a:gd name="T21" fmla="*/ 90 h 204"/>
                  <a:gd name="T22" fmla="*/ 36 w 178"/>
                  <a:gd name="T23" fmla="*/ 92 h 204"/>
                  <a:gd name="T24" fmla="*/ 38 w 178"/>
                  <a:gd name="T25" fmla="*/ 96 h 204"/>
                  <a:gd name="T26" fmla="*/ 36 w 178"/>
                  <a:gd name="T27" fmla="*/ 102 h 204"/>
                  <a:gd name="T28" fmla="*/ 36 w 178"/>
                  <a:gd name="T29" fmla="*/ 110 h 204"/>
                  <a:gd name="T30" fmla="*/ 36 w 178"/>
                  <a:gd name="T31" fmla="*/ 112 h 204"/>
                  <a:gd name="T32" fmla="*/ 38 w 178"/>
                  <a:gd name="T33" fmla="*/ 122 h 204"/>
                  <a:gd name="T34" fmla="*/ 36 w 178"/>
                  <a:gd name="T35" fmla="*/ 126 h 204"/>
                  <a:gd name="T36" fmla="*/ 42 w 178"/>
                  <a:gd name="T37" fmla="*/ 138 h 204"/>
                  <a:gd name="T38" fmla="*/ 40 w 178"/>
                  <a:gd name="T39" fmla="*/ 150 h 204"/>
                  <a:gd name="T40" fmla="*/ 42 w 178"/>
                  <a:gd name="T41" fmla="*/ 156 h 204"/>
                  <a:gd name="T42" fmla="*/ 42 w 178"/>
                  <a:gd name="T43" fmla="*/ 170 h 204"/>
                  <a:gd name="T44" fmla="*/ 44 w 178"/>
                  <a:gd name="T45" fmla="*/ 170 h 204"/>
                  <a:gd name="T46" fmla="*/ 48 w 178"/>
                  <a:gd name="T47" fmla="*/ 186 h 204"/>
                  <a:gd name="T48" fmla="*/ 58 w 178"/>
                  <a:gd name="T49" fmla="*/ 192 h 204"/>
                  <a:gd name="T50" fmla="*/ 60 w 178"/>
                  <a:gd name="T51" fmla="*/ 200 h 204"/>
                  <a:gd name="T52" fmla="*/ 62 w 178"/>
                  <a:gd name="T53" fmla="*/ 202 h 204"/>
                  <a:gd name="T54" fmla="*/ 68 w 178"/>
                  <a:gd name="T55" fmla="*/ 196 h 204"/>
                  <a:gd name="T56" fmla="*/ 74 w 178"/>
                  <a:gd name="T57" fmla="*/ 194 h 204"/>
                  <a:gd name="T58" fmla="*/ 74 w 178"/>
                  <a:gd name="T59" fmla="*/ 198 h 204"/>
                  <a:gd name="T60" fmla="*/ 76 w 178"/>
                  <a:gd name="T61" fmla="*/ 204 h 204"/>
                  <a:gd name="T62" fmla="*/ 86 w 178"/>
                  <a:gd name="T63" fmla="*/ 204 h 204"/>
                  <a:gd name="T64" fmla="*/ 92 w 178"/>
                  <a:gd name="T65" fmla="*/ 202 h 204"/>
                  <a:gd name="T66" fmla="*/ 96 w 178"/>
                  <a:gd name="T67" fmla="*/ 196 h 204"/>
                  <a:gd name="T68" fmla="*/ 104 w 178"/>
                  <a:gd name="T69" fmla="*/ 144 h 204"/>
                  <a:gd name="T70" fmla="*/ 120 w 178"/>
                  <a:gd name="T71" fmla="*/ 26 h 204"/>
                  <a:gd name="T72" fmla="*/ 160 w 178"/>
                  <a:gd name="T73" fmla="*/ 24 h 204"/>
                  <a:gd name="T74" fmla="*/ 164 w 178"/>
                  <a:gd name="T75" fmla="*/ 22 h 204"/>
                  <a:gd name="T76" fmla="*/ 168 w 178"/>
                  <a:gd name="T77" fmla="*/ 22 h 204"/>
                  <a:gd name="T78" fmla="*/ 172 w 178"/>
                  <a:gd name="T79" fmla="*/ 20 h 204"/>
                  <a:gd name="T80" fmla="*/ 178 w 178"/>
                  <a:gd name="T81" fmla="*/ 18 h 204"/>
                  <a:gd name="T82" fmla="*/ 174 w 178"/>
                  <a:gd name="T83" fmla="*/ 14 h 204"/>
                  <a:gd name="T84" fmla="*/ 168 w 178"/>
                  <a:gd name="T85" fmla="*/ 12 h 204"/>
                  <a:gd name="T86" fmla="*/ 122 w 178"/>
                  <a:gd name="T87" fmla="*/ 20 h 204"/>
                  <a:gd name="T88" fmla="*/ 112 w 178"/>
                  <a:gd name="T89" fmla="*/ 16 h 204"/>
                  <a:gd name="T90" fmla="*/ 106 w 178"/>
                  <a:gd name="T91" fmla="*/ 16 h 204"/>
                  <a:gd name="T92" fmla="*/ 102 w 178"/>
                  <a:gd name="T93" fmla="*/ 16 h 204"/>
                  <a:gd name="T94" fmla="*/ 96 w 178"/>
                  <a:gd name="T95" fmla="*/ 14 h 204"/>
                  <a:gd name="T96" fmla="*/ 92 w 178"/>
                  <a:gd name="T97" fmla="*/ 12 h 204"/>
                  <a:gd name="T98" fmla="*/ 88 w 178"/>
                  <a:gd name="T99" fmla="*/ 10 h 204"/>
                  <a:gd name="T100" fmla="*/ 26 w 178"/>
                  <a:gd name="T101" fmla="*/ 4 h 204"/>
                  <a:gd name="T102" fmla="*/ 18 w 178"/>
                  <a:gd name="T103" fmla="*/ 0 h 204"/>
                  <a:gd name="T104" fmla="*/ 14 w 178"/>
                  <a:gd name="T105" fmla="*/ 2 h 204"/>
                  <a:gd name="T106" fmla="*/ 10 w 178"/>
                  <a:gd name="T107" fmla="*/ 4 h 204"/>
                  <a:gd name="T108" fmla="*/ 0 w 178"/>
                  <a:gd name="T109" fmla="*/ 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8" h="204">
                    <a:moveTo>
                      <a:pt x="0" y="4"/>
                    </a:moveTo>
                    <a:lnTo>
                      <a:pt x="0" y="4"/>
                    </a:lnTo>
                    <a:lnTo>
                      <a:pt x="2" y="8"/>
                    </a:lnTo>
                    <a:lnTo>
                      <a:pt x="2" y="8"/>
                    </a:lnTo>
                    <a:lnTo>
                      <a:pt x="0" y="12"/>
                    </a:lnTo>
                    <a:lnTo>
                      <a:pt x="0" y="20"/>
                    </a:lnTo>
                    <a:lnTo>
                      <a:pt x="0" y="24"/>
                    </a:lnTo>
                    <a:lnTo>
                      <a:pt x="0" y="24"/>
                    </a:lnTo>
                    <a:lnTo>
                      <a:pt x="6" y="26"/>
                    </a:lnTo>
                    <a:lnTo>
                      <a:pt x="6" y="26"/>
                    </a:lnTo>
                    <a:lnTo>
                      <a:pt x="12" y="36"/>
                    </a:lnTo>
                    <a:lnTo>
                      <a:pt x="12" y="36"/>
                    </a:lnTo>
                    <a:lnTo>
                      <a:pt x="16" y="38"/>
                    </a:lnTo>
                    <a:lnTo>
                      <a:pt x="16" y="38"/>
                    </a:lnTo>
                    <a:lnTo>
                      <a:pt x="16" y="44"/>
                    </a:lnTo>
                    <a:lnTo>
                      <a:pt x="14" y="46"/>
                    </a:lnTo>
                    <a:lnTo>
                      <a:pt x="14" y="46"/>
                    </a:lnTo>
                    <a:lnTo>
                      <a:pt x="18" y="54"/>
                    </a:lnTo>
                    <a:lnTo>
                      <a:pt x="18" y="54"/>
                    </a:lnTo>
                    <a:lnTo>
                      <a:pt x="18" y="60"/>
                    </a:lnTo>
                    <a:lnTo>
                      <a:pt x="22" y="70"/>
                    </a:lnTo>
                    <a:lnTo>
                      <a:pt x="22" y="70"/>
                    </a:lnTo>
                    <a:lnTo>
                      <a:pt x="26" y="70"/>
                    </a:lnTo>
                    <a:lnTo>
                      <a:pt x="26" y="70"/>
                    </a:lnTo>
                    <a:lnTo>
                      <a:pt x="28" y="74"/>
                    </a:lnTo>
                    <a:lnTo>
                      <a:pt x="28" y="76"/>
                    </a:lnTo>
                    <a:lnTo>
                      <a:pt x="28" y="82"/>
                    </a:lnTo>
                    <a:lnTo>
                      <a:pt x="30" y="82"/>
                    </a:lnTo>
                    <a:lnTo>
                      <a:pt x="30" y="82"/>
                    </a:lnTo>
                    <a:lnTo>
                      <a:pt x="32" y="86"/>
                    </a:lnTo>
                    <a:lnTo>
                      <a:pt x="32" y="86"/>
                    </a:lnTo>
                    <a:lnTo>
                      <a:pt x="36" y="90"/>
                    </a:lnTo>
                    <a:lnTo>
                      <a:pt x="36" y="90"/>
                    </a:lnTo>
                    <a:lnTo>
                      <a:pt x="36" y="92"/>
                    </a:lnTo>
                    <a:lnTo>
                      <a:pt x="36" y="92"/>
                    </a:lnTo>
                    <a:lnTo>
                      <a:pt x="36" y="92"/>
                    </a:lnTo>
                    <a:lnTo>
                      <a:pt x="36" y="94"/>
                    </a:lnTo>
                    <a:lnTo>
                      <a:pt x="38" y="96"/>
                    </a:lnTo>
                    <a:lnTo>
                      <a:pt x="38" y="96"/>
                    </a:lnTo>
                    <a:lnTo>
                      <a:pt x="34" y="100"/>
                    </a:lnTo>
                    <a:lnTo>
                      <a:pt x="34" y="100"/>
                    </a:lnTo>
                    <a:lnTo>
                      <a:pt x="36" y="102"/>
                    </a:lnTo>
                    <a:lnTo>
                      <a:pt x="36" y="102"/>
                    </a:lnTo>
                    <a:lnTo>
                      <a:pt x="36" y="104"/>
                    </a:lnTo>
                    <a:lnTo>
                      <a:pt x="36" y="110"/>
                    </a:lnTo>
                    <a:lnTo>
                      <a:pt x="36" y="110"/>
                    </a:lnTo>
                    <a:lnTo>
                      <a:pt x="38" y="112"/>
                    </a:lnTo>
                    <a:lnTo>
                      <a:pt x="36" y="112"/>
                    </a:lnTo>
                    <a:lnTo>
                      <a:pt x="36" y="112"/>
                    </a:lnTo>
                    <a:lnTo>
                      <a:pt x="38" y="122"/>
                    </a:lnTo>
                    <a:lnTo>
                      <a:pt x="38" y="122"/>
                    </a:lnTo>
                    <a:lnTo>
                      <a:pt x="36" y="124"/>
                    </a:lnTo>
                    <a:lnTo>
                      <a:pt x="36" y="126"/>
                    </a:lnTo>
                    <a:lnTo>
                      <a:pt x="36" y="126"/>
                    </a:lnTo>
                    <a:lnTo>
                      <a:pt x="38" y="132"/>
                    </a:lnTo>
                    <a:lnTo>
                      <a:pt x="42" y="138"/>
                    </a:lnTo>
                    <a:lnTo>
                      <a:pt x="42" y="138"/>
                    </a:lnTo>
                    <a:lnTo>
                      <a:pt x="42" y="148"/>
                    </a:lnTo>
                    <a:lnTo>
                      <a:pt x="42" y="148"/>
                    </a:lnTo>
                    <a:lnTo>
                      <a:pt x="40" y="150"/>
                    </a:lnTo>
                    <a:lnTo>
                      <a:pt x="40" y="150"/>
                    </a:lnTo>
                    <a:lnTo>
                      <a:pt x="40" y="152"/>
                    </a:lnTo>
                    <a:lnTo>
                      <a:pt x="42" y="156"/>
                    </a:lnTo>
                    <a:lnTo>
                      <a:pt x="42" y="156"/>
                    </a:lnTo>
                    <a:lnTo>
                      <a:pt x="42" y="162"/>
                    </a:lnTo>
                    <a:lnTo>
                      <a:pt x="42" y="170"/>
                    </a:lnTo>
                    <a:lnTo>
                      <a:pt x="42" y="170"/>
                    </a:lnTo>
                    <a:lnTo>
                      <a:pt x="44" y="170"/>
                    </a:lnTo>
                    <a:lnTo>
                      <a:pt x="44" y="170"/>
                    </a:lnTo>
                    <a:lnTo>
                      <a:pt x="46" y="180"/>
                    </a:lnTo>
                    <a:lnTo>
                      <a:pt x="46" y="180"/>
                    </a:lnTo>
                    <a:lnTo>
                      <a:pt x="48" y="186"/>
                    </a:lnTo>
                    <a:lnTo>
                      <a:pt x="54" y="192"/>
                    </a:lnTo>
                    <a:lnTo>
                      <a:pt x="54" y="192"/>
                    </a:lnTo>
                    <a:lnTo>
                      <a:pt x="58" y="192"/>
                    </a:lnTo>
                    <a:lnTo>
                      <a:pt x="58" y="192"/>
                    </a:lnTo>
                    <a:lnTo>
                      <a:pt x="60" y="196"/>
                    </a:lnTo>
                    <a:lnTo>
                      <a:pt x="60" y="200"/>
                    </a:lnTo>
                    <a:lnTo>
                      <a:pt x="60" y="200"/>
                    </a:lnTo>
                    <a:lnTo>
                      <a:pt x="62" y="202"/>
                    </a:lnTo>
                    <a:lnTo>
                      <a:pt x="62" y="202"/>
                    </a:lnTo>
                    <a:lnTo>
                      <a:pt x="64" y="200"/>
                    </a:lnTo>
                    <a:lnTo>
                      <a:pt x="68" y="196"/>
                    </a:lnTo>
                    <a:lnTo>
                      <a:pt x="68" y="196"/>
                    </a:lnTo>
                    <a:lnTo>
                      <a:pt x="70" y="194"/>
                    </a:lnTo>
                    <a:lnTo>
                      <a:pt x="74" y="194"/>
                    </a:lnTo>
                    <a:lnTo>
                      <a:pt x="74" y="194"/>
                    </a:lnTo>
                    <a:lnTo>
                      <a:pt x="74" y="196"/>
                    </a:lnTo>
                    <a:lnTo>
                      <a:pt x="74" y="196"/>
                    </a:lnTo>
                    <a:lnTo>
                      <a:pt x="74" y="198"/>
                    </a:lnTo>
                    <a:lnTo>
                      <a:pt x="74" y="200"/>
                    </a:lnTo>
                    <a:lnTo>
                      <a:pt x="74" y="200"/>
                    </a:lnTo>
                    <a:lnTo>
                      <a:pt x="76" y="204"/>
                    </a:lnTo>
                    <a:lnTo>
                      <a:pt x="82" y="204"/>
                    </a:lnTo>
                    <a:lnTo>
                      <a:pt x="82" y="204"/>
                    </a:lnTo>
                    <a:lnTo>
                      <a:pt x="86" y="204"/>
                    </a:lnTo>
                    <a:lnTo>
                      <a:pt x="88" y="204"/>
                    </a:lnTo>
                    <a:lnTo>
                      <a:pt x="88" y="204"/>
                    </a:lnTo>
                    <a:lnTo>
                      <a:pt x="92" y="202"/>
                    </a:lnTo>
                    <a:lnTo>
                      <a:pt x="94" y="198"/>
                    </a:lnTo>
                    <a:lnTo>
                      <a:pt x="94" y="198"/>
                    </a:lnTo>
                    <a:lnTo>
                      <a:pt x="96" y="196"/>
                    </a:lnTo>
                    <a:lnTo>
                      <a:pt x="100" y="196"/>
                    </a:lnTo>
                    <a:lnTo>
                      <a:pt x="102" y="196"/>
                    </a:lnTo>
                    <a:lnTo>
                      <a:pt x="104" y="144"/>
                    </a:lnTo>
                    <a:lnTo>
                      <a:pt x="104" y="84"/>
                    </a:lnTo>
                    <a:lnTo>
                      <a:pt x="120" y="84"/>
                    </a:lnTo>
                    <a:lnTo>
                      <a:pt x="120" y="26"/>
                    </a:lnTo>
                    <a:lnTo>
                      <a:pt x="130" y="26"/>
                    </a:lnTo>
                    <a:lnTo>
                      <a:pt x="160" y="24"/>
                    </a:lnTo>
                    <a:lnTo>
                      <a:pt x="160" y="24"/>
                    </a:lnTo>
                    <a:lnTo>
                      <a:pt x="162" y="24"/>
                    </a:lnTo>
                    <a:lnTo>
                      <a:pt x="164" y="24"/>
                    </a:lnTo>
                    <a:lnTo>
                      <a:pt x="164" y="22"/>
                    </a:lnTo>
                    <a:lnTo>
                      <a:pt x="164" y="22"/>
                    </a:lnTo>
                    <a:lnTo>
                      <a:pt x="166" y="20"/>
                    </a:lnTo>
                    <a:lnTo>
                      <a:pt x="168" y="22"/>
                    </a:lnTo>
                    <a:lnTo>
                      <a:pt x="170" y="22"/>
                    </a:lnTo>
                    <a:lnTo>
                      <a:pt x="172" y="20"/>
                    </a:lnTo>
                    <a:lnTo>
                      <a:pt x="172" y="20"/>
                    </a:lnTo>
                    <a:lnTo>
                      <a:pt x="174" y="18"/>
                    </a:lnTo>
                    <a:lnTo>
                      <a:pt x="176" y="18"/>
                    </a:lnTo>
                    <a:lnTo>
                      <a:pt x="178" y="18"/>
                    </a:lnTo>
                    <a:lnTo>
                      <a:pt x="178" y="18"/>
                    </a:lnTo>
                    <a:lnTo>
                      <a:pt x="176" y="16"/>
                    </a:lnTo>
                    <a:lnTo>
                      <a:pt x="174" y="14"/>
                    </a:lnTo>
                    <a:lnTo>
                      <a:pt x="174" y="14"/>
                    </a:lnTo>
                    <a:lnTo>
                      <a:pt x="172" y="12"/>
                    </a:lnTo>
                    <a:lnTo>
                      <a:pt x="168" y="12"/>
                    </a:lnTo>
                    <a:lnTo>
                      <a:pt x="152" y="14"/>
                    </a:lnTo>
                    <a:lnTo>
                      <a:pt x="122" y="20"/>
                    </a:lnTo>
                    <a:lnTo>
                      <a:pt x="122" y="20"/>
                    </a:lnTo>
                    <a:lnTo>
                      <a:pt x="118" y="18"/>
                    </a:lnTo>
                    <a:lnTo>
                      <a:pt x="112" y="16"/>
                    </a:lnTo>
                    <a:lnTo>
                      <a:pt x="112" y="16"/>
                    </a:lnTo>
                    <a:lnTo>
                      <a:pt x="110" y="16"/>
                    </a:lnTo>
                    <a:lnTo>
                      <a:pt x="110" y="16"/>
                    </a:lnTo>
                    <a:lnTo>
                      <a:pt x="106" y="16"/>
                    </a:lnTo>
                    <a:lnTo>
                      <a:pt x="106" y="16"/>
                    </a:lnTo>
                    <a:lnTo>
                      <a:pt x="104" y="16"/>
                    </a:lnTo>
                    <a:lnTo>
                      <a:pt x="102" y="16"/>
                    </a:lnTo>
                    <a:lnTo>
                      <a:pt x="100" y="14"/>
                    </a:lnTo>
                    <a:lnTo>
                      <a:pt x="96" y="14"/>
                    </a:lnTo>
                    <a:lnTo>
                      <a:pt x="96" y="14"/>
                    </a:lnTo>
                    <a:lnTo>
                      <a:pt x="94" y="14"/>
                    </a:lnTo>
                    <a:lnTo>
                      <a:pt x="92" y="14"/>
                    </a:lnTo>
                    <a:lnTo>
                      <a:pt x="92" y="12"/>
                    </a:lnTo>
                    <a:lnTo>
                      <a:pt x="90" y="12"/>
                    </a:lnTo>
                    <a:lnTo>
                      <a:pt x="90" y="12"/>
                    </a:lnTo>
                    <a:lnTo>
                      <a:pt x="88" y="10"/>
                    </a:lnTo>
                    <a:lnTo>
                      <a:pt x="86" y="8"/>
                    </a:lnTo>
                    <a:lnTo>
                      <a:pt x="84" y="6"/>
                    </a:lnTo>
                    <a:lnTo>
                      <a:pt x="26" y="4"/>
                    </a:lnTo>
                    <a:lnTo>
                      <a:pt x="26" y="4"/>
                    </a:lnTo>
                    <a:lnTo>
                      <a:pt x="22" y="2"/>
                    </a:lnTo>
                    <a:lnTo>
                      <a:pt x="18" y="0"/>
                    </a:lnTo>
                    <a:lnTo>
                      <a:pt x="18" y="0"/>
                    </a:lnTo>
                    <a:lnTo>
                      <a:pt x="16" y="2"/>
                    </a:lnTo>
                    <a:lnTo>
                      <a:pt x="14" y="2"/>
                    </a:lnTo>
                    <a:lnTo>
                      <a:pt x="12" y="4"/>
                    </a:lnTo>
                    <a:lnTo>
                      <a:pt x="10" y="4"/>
                    </a:lnTo>
                    <a:lnTo>
                      <a:pt x="10" y="4"/>
                    </a:lnTo>
                    <a:lnTo>
                      <a:pt x="4" y="4"/>
                    </a:lnTo>
                    <a:lnTo>
                      <a:pt x="0" y="4"/>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2" name="Freeform 133">
                <a:extLst>
                  <a:ext uri="{FF2B5EF4-FFF2-40B4-BE49-F238E27FC236}">
                    <a16:creationId xmlns:a16="http://schemas.microsoft.com/office/drawing/2014/main" id="{F8DCFF97-1BC0-3743-87F5-F052F1B3E2AA}"/>
                  </a:ext>
                </a:extLst>
              </p:cNvPr>
              <p:cNvSpPr>
                <a:spLocks/>
              </p:cNvSpPr>
              <p:nvPr/>
            </p:nvSpPr>
            <p:spPr bwMode="auto">
              <a:xfrm>
                <a:off x="6690018" y="4748063"/>
                <a:ext cx="277880" cy="532625"/>
              </a:xfrm>
              <a:custGeom>
                <a:avLst/>
                <a:gdLst>
                  <a:gd name="T0" fmla="*/ 66 w 142"/>
                  <a:gd name="T1" fmla="*/ 50 h 266"/>
                  <a:gd name="T2" fmla="*/ 72 w 142"/>
                  <a:gd name="T3" fmla="*/ 62 h 266"/>
                  <a:gd name="T4" fmla="*/ 72 w 142"/>
                  <a:gd name="T5" fmla="*/ 76 h 266"/>
                  <a:gd name="T6" fmla="*/ 66 w 142"/>
                  <a:gd name="T7" fmla="*/ 82 h 266"/>
                  <a:gd name="T8" fmla="*/ 66 w 142"/>
                  <a:gd name="T9" fmla="*/ 96 h 266"/>
                  <a:gd name="T10" fmla="*/ 60 w 142"/>
                  <a:gd name="T11" fmla="*/ 102 h 266"/>
                  <a:gd name="T12" fmla="*/ 56 w 142"/>
                  <a:gd name="T13" fmla="*/ 94 h 266"/>
                  <a:gd name="T14" fmla="*/ 48 w 142"/>
                  <a:gd name="T15" fmla="*/ 80 h 266"/>
                  <a:gd name="T16" fmla="*/ 48 w 142"/>
                  <a:gd name="T17" fmla="*/ 64 h 266"/>
                  <a:gd name="T18" fmla="*/ 36 w 142"/>
                  <a:gd name="T19" fmla="*/ 66 h 266"/>
                  <a:gd name="T20" fmla="*/ 0 w 142"/>
                  <a:gd name="T21" fmla="*/ 66 h 266"/>
                  <a:gd name="T22" fmla="*/ 4 w 142"/>
                  <a:gd name="T23" fmla="*/ 74 h 266"/>
                  <a:gd name="T24" fmla="*/ 16 w 142"/>
                  <a:gd name="T25" fmla="*/ 88 h 266"/>
                  <a:gd name="T26" fmla="*/ 32 w 142"/>
                  <a:gd name="T27" fmla="*/ 98 h 266"/>
                  <a:gd name="T28" fmla="*/ 32 w 142"/>
                  <a:gd name="T29" fmla="*/ 106 h 266"/>
                  <a:gd name="T30" fmla="*/ 32 w 142"/>
                  <a:gd name="T31" fmla="*/ 122 h 266"/>
                  <a:gd name="T32" fmla="*/ 30 w 142"/>
                  <a:gd name="T33" fmla="*/ 136 h 266"/>
                  <a:gd name="T34" fmla="*/ 32 w 142"/>
                  <a:gd name="T35" fmla="*/ 144 h 266"/>
                  <a:gd name="T36" fmla="*/ 30 w 142"/>
                  <a:gd name="T37" fmla="*/ 154 h 266"/>
                  <a:gd name="T38" fmla="*/ 30 w 142"/>
                  <a:gd name="T39" fmla="*/ 168 h 266"/>
                  <a:gd name="T40" fmla="*/ 34 w 142"/>
                  <a:gd name="T41" fmla="*/ 170 h 266"/>
                  <a:gd name="T42" fmla="*/ 18 w 142"/>
                  <a:gd name="T43" fmla="*/ 194 h 266"/>
                  <a:gd name="T44" fmla="*/ 16 w 142"/>
                  <a:gd name="T45" fmla="*/ 214 h 266"/>
                  <a:gd name="T46" fmla="*/ 16 w 142"/>
                  <a:gd name="T47" fmla="*/ 236 h 266"/>
                  <a:gd name="T48" fmla="*/ 18 w 142"/>
                  <a:gd name="T49" fmla="*/ 250 h 266"/>
                  <a:gd name="T50" fmla="*/ 24 w 142"/>
                  <a:gd name="T51" fmla="*/ 256 h 266"/>
                  <a:gd name="T52" fmla="*/ 34 w 142"/>
                  <a:gd name="T53" fmla="*/ 258 h 266"/>
                  <a:gd name="T54" fmla="*/ 28 w 142"/>
                  <a:gd name="T55" fmla="*/ 252 h 266"/>
                  <a:gd name="T56" fmla="*/ 64 w 142"/>
                  <a:gd name="T57" fmla="*/ 234 h 266"/>
                  <a:gd name="T58" fmla="*/ 68 w 142"/>
                  <a:gd name="T59" fmla="*/ 224 h 266"/>
                  <a:gd name="T60" fmla="*/ 68 w 142"/>
                  <a:gd name="T61" fmla="*/ 194 h 266"/>
                  <a:gd name="T62" fmla="*/ 62 w 142"/>
                  <a:gd name="T63" fmla="*/ 168 h 266"/>
                  <a:gd name="T64" fmla="*/ 58 w 142"/>
                  <a:gd name="T65" fmla="*/ 148 h 266"/>
                  <a:gd name="T66" fmla="*/ 68 w 142"/>
                  <a:gd name="T67" fmla="*/ 138 h 266"/>
                  <a:gd name="T68" fmla="*/ 76 w 142"/>
                  <a:gd name="T69" fmla="*/ 128 h 266"/>
                  <a:gd name="T70" fmla="*/ 88 w 142"/>
                  <a:gd name="T71" fmla="*/ 118 h 266"/>
                  <a:gd name="T72" fmla="*/ 102 w 142"/>
                  <a:gd name="T73" fmla="*/ 114 h 266"/>
                  <a:gd name="T74" fmla="*/ 116 w 142"/>
                  <a:gd name="T75" fmla="*/ 108 h 266"/>
                  <a:gd name="T76" fmla="*/ 126 w 142"/>
                  <a:gd name="T77" fmla="*/ 98 h 266"/>
                  <a:gd name="T78" fmla="*/ 130 w 142"/>
                  <a:gd name="T79" fmla="*/ 90 h 266"/>
                  <a:gd name="T80" fmla="*/ 136 w 142"/>
                  <a:gd name="T81" fmla="*/ 78 h 266"/>
                  <a:gd name="T82" fmla="*/ 138 w 142"/>
                  <a:gd name="T83" fmla="*/ 72 h 266"/>
                  <a:gd name="T84" fmla="*/ 138 w 142"/>
                  <a:gd name="T85" fmla="*/ 62 h 266"/>
                  <a:gd name="T86" fmla="*/ 142 w 142"/>
                  <a:gd name="T87" fmla="*/ 46 h 266"/>
                  <a:gd name="T88" fmla="*/ 140 w 142"/>
                  <a:gd name="T89" fmla="*/ 38 h 266"/>
                  <a:gd name="T90" fmla="*/ 136 w 142"/>
                  <a:gd name="T91" fmla="*/ 6 h 266"/>
                  <a:gd name="T92" fmla="*/ 124 w 142"/>
                  <a:gd name="T93" fmla="*/ 6 h 266"/>
                  <a:gd name="T94" fmla="*/ 108 w 142"/>
                  <a:gd name="T95" fmla="*/ 12 h 266"/>
                  <a:gd name="T96" fmla="*/ 100 w 142"/>
                  <a:gd name="T97" fmla="*/ 12 h 266"/>
                  <a:gd name="T98" fmla="*/ 86 w 142"/>
                  <a:gd name="T99" fmla="*/ 18 h 266"/>
                  <a:gd name="T100" fmla="*/ 72 w 142"/>
                  <a:gd name="T101" fmla="*/ 16 h 266"/>
                  <a:gd name="T102" fmla="*/ 66 w 142"/>
                  <a:gd name="T103" fmla="*/ 16 h 266"/>
                  <a:gd name="T104" fmla="*/ 58 w 142"/>
                  <a:gd name="T105" fmla="*/ 26 h 266"/>
                  <a:gd name="T106" fmla="*/ 60 w 142"/>
                  <a:gd name="T107" fmla="*/ 3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2" h="266">
                    <a:moveTo>
                      <a:pt x="62" y="44"/>
                    </a:moveTo>
                    <a:lnTo>
                      <a:pt x="62" y="44"/>
                    </a:lnTo>
                    <a:lnTo>
                      <a:pt x="64" y="46"/>
                    </a:lnTo>
                    <a:lnTo>
                      <a:pt x="64" y="46"/>
                    </a:lnTo>
                    <a:lnTo>
                      <a:pt x="66" y="50"/>
                    </a:lnTo>
                    <a:lnTo>
                      <a:pt x="68" y="56"/>
                    </a:lnTo>
                    <a:lnTo>
                      <a:pt x="68" y="56"/>
                    </a:lnTo>
                    <a:lnTo>
                      <a:pt x="70" y="60"/>
                    </a:lnTo>
                    <a:lnTo>
                      <a:pt x="72" y="62"/>
                    </a:lnTo>
                    <a:lnTo>
                      <a:pt x="72" y="62"/>
                    </a:lnTo>
                    <a:lnTo>
                      <a:pt x="74" y="62"/>
                    </a:lnTo>
                    <a:lnTo>
                      <a:pt x="74" y="66"/>
                    </a:lnTo>
                    <a:lnTo>
                      <a:pt x="72" y="72"/>
                    </a:lnTo>
                    <a:lnTo>
                      <a:pt x="72" y="72"/>
                    </a:lnTo>
                    <a:lnTo>
                      <a:pt x="72" y="76"/>
                    </a:lnTo>
                    <a:lnTo>
                      <a:pt x="74" y="80"/>
                    </a:lnTo>
                    <a:lnTo>
                      <a:pt x="74" y="80"/>
                    </a:lnTo>
                    <a:lnTo>
                      <a:pt x="72" y="82"/>
                    </a:lnTo>
                    <a:lnTo>
                      <a:pt x="70" y="84"/>
                    </a:lnTo>
                    <a:lnTo>
                      <a:pt x="66" y="82"/>
                    </a:lnTo>
                    <a:lnTo>
                      <a:pt x="66" y="82"/>
                    </a:lnTo>
                    <a:lnTo>
                      <a:pt x="64" y="84"/>
                    </a:lnTo>
                    <a:lnTo>
                      <a:pt x="64" y="88"/>
                    </a:lnTo>
                    <a:lnTo>
                      <a:pt x="66" y="96"/>
                    </a:lnTo>
                    <a:lnTo>
                      <a:pt x="66" y="96"/>
                    </a:lnTo>
                    <a:lnTo>
                      <a:pt x="66" y="98"/>
                    </a:lnTo>
                    <a:lnTo>
                      <a:pt x="66" y="100"/>
                    </a:lnTo>
                    <a:lnTo>
                      <a:pt x="62" y="102"/>
                    </a:lnTo>
                    <a:lnTo>
                      <a:pt x="62" y="102"/>
                    </a:lnTo>
                    <a:lnTo>
                      <a:pt x="60" y="102"/>
                    </a:lnTo>
                    <a:lnTo>
                      <a:pt x="60" y="100"/>
                    </a:lnTo>
                    <a:lnTo>
                      <a:pt x="60" y="96"/>
                    </a:lnTo>
                    <a:lnTo>
                      <a:pt x="60" y="96"/>
                    </a:lnTo>
                    <a:lnTo>
                      <a:pt x="56" y="94"/>
                    </a:lnTo>
                    <a:lnTo>
                      <a:pt x="56" y="94"/>
                    </a:lnTo>
                    <a:lnTo>
                      <a:pt x="48" y="86"/>
                    </a:lnTo>
                    <a:lnTo>
                      <a:pt x="48" y="86"/>
                    </a:lnTo>
                    <a:lnTo>
                      <a:pt x="46" y="84"/>
                    </a:lnTo>
                    <a:lnTo>
                      <a:pt x="48" y="80"/>
                    </a:lnTo>
                    <a:lnTo>
                      <a:pt x="48" y="80"/>
                    </a:lnTo>
                    <a:lnTo>
                      <a:pt x="50" y="74"/>
                    </a:lnTo>
                    <a:lnTo>
                      <a:pt x="50" y="70"/>
                    </a:lnTo>
                    <a:lnTo>
                      <a:pt x="50" y="70"/>
                    </a:lnTo>
                    <a:lnTo>
                      <a:pt x="48" y="66"/>
                    </a:lnTo>
                    <a:lnTo>
                      <a:pt x="48" y="64"/>
                    </a:lnTo>
                    <a:lnTo>
                      <a:pt x="48" y="64"/>
                    </a:lnTo>
                    <a:lnTo>
                      <a:pt x="38" y="66"/>
                    </a:lnTo>
                    <a:lnTo>
                      <a:pt x="38" y="66"/>
                    </a:lnTo>
                    <a:lnTo>
                      <a:pt x="38" y="66"/>
                    </a:lnTo>
                    <a:lnTo>
                      <a:pt x="36" y="66"/>
                    </a:lnTo>
                    <a:lnTo>
                      <a:pt x="36" y="62"/>
                    </a:lnTo>
                    <a:lnTo>
                      <a:pt x="36" y="62"/>
                    </a:lnTo>
                    <a:lnTo>
                      <a:pt x="32" y="58"/>
                    </a:lnTo>
                    <a:lnTo>
                      <a:pt x="30" y="56"/>
                    </a:lnTo>
                    <a:lnTo>
                      <a:pt x="0" y="66"/>
                    </a:lnTo>
                    <a:lnTo>
                      <a:pt x="0" y="66"/>
                    </a:lnTo>
                    <a:lnTo>
                      <a:pt x="2" y="70"/>
                    </a:lnTo>
                    <a:lnTo>
                      <a:pt x="4" y="72"/>
                    </a:lnTo>
                    <a:lnTo>
                      <a:pt x="4" y="74"/>
                    </a:lnTo>
                    <a:lnTo>
                      <a:pt x="4" y="74"/>
                    </a:lnTo>
                    <a:lnTo>
                      <a:pt x="2" y="84"/>
                    </a:lnTo>
                    <a:lnTo>
                      <a:pt x="2" y="84"/>
                    </a:lnTo>
                    <a:lnTo>
                      <a:pt x="8" y="84"/>
                    </a:lnTo>
                    <a:lnTo>
                      <a:pt x="8" y="84"/>
                    </a:lnTo>
                    <a:lnTo>
                      <a:pt x="16" y="88"/>
                    </a:lnTo>
                    <a:lnTo>
                      <a:pt x="16" y="88"/>
                    </a:lnTo>
                    <a:lnTo>
                      <a:pt x="24" y="92"/>
                    </a:lnTo>
                    <a:lnTo>
                      <a:pt x="24" y="92"/>
                    </a:lnTo>
                    <a:lnTo>
                      <a:pt x="28" y="94"/>
                    </a:lnTo>
                    <a:lnTo>
                      <a:pt x="32" y="98"/>
                    </a:lnTo>
                    <a:lnTo>
                      <a:pt x="32" y="98"/>
                    </a:lnTo>
                    <a:lnTo>
                      <a:pt x="34" y="102"/>
                    </a:lnTo>
                    <a:lnTo>
                      <a:pt x="34" y="104"/>
                    </a:lnTo>
                    <a:lnTo>
                      <a:pt x="34" y="104"/>
                    </a:lnTo>
                    <a:lnTo>
                      <a:pt x="32" y="106"/>
                    </a:lnTo>
                    <a:lnTo>
                      <a:pt x="30" y="110"/>
                    </a:lnTo>
                    <a:lnTo>
                      <a:pt x="30" y="110"/>
                    </a:lnTo>
                    <a:lnTo>
                      <a:pt x="30" y="116"/>
                    </a:lnTo>
                    <a:lnTo>
                      <a:pt x="32" y="122"/>
                    </a:lnTo>
                    <a:lnTo>
                      <a:pt x="32" y="122"/>
                    </a:lnTo>
                    <a:lnTo>
                      <a:pt x="36" y="128"/>
                    </a:lnTo>
                    <a:lnTo>
                      <a:pt x="36" y="128"/>
                    </a:lnTo>
                    <a:lnTo>
                      <a:pt x="32" y="134"/>
                    </a:lnTo>
                    <a:lnTo>
                      <a:pt x="32" y="134"/>
                    </a:lnTo>
                    <a:lnTo>
                      <a:pt x="30" y="136"/>
                    </a:lnTo>
                    <a:lnTo>
                      <a:pt x="30" y="138"/>
                    </a:lnTo>
                    <a:lnTo>
                      <a:pt x="30" y="140"/>
                    </a:lnTo>
                    <a:lnTo>
                      <a:pt x="30" y="140"/>
                    </a:lnTo>
                    <a:lnTo>
                      <a:pt x="32" y="142"/>
                    </a:lnTo>
                    <a:lnTo>
                      <a:pt x="32" y="144"/>
                    </a:lnTo>
                    <a:lnTo>
                      <a:pt x="32" y="144"/>
                    </a:lnTo>
                    <a:lnTo>
                      <a:pt x="30" y="148"/>
                    </a:lnTo>
                    <a:lnTo>
                      <a:pt x="30" y="148"/>
                    </a:lnTo>
                    <a:lnTo>
                      <a:pt x="30" y="154"/>
                    </a:lnTo>
                    <a:lnTo>
                      <a:pt x="30" y="154"/>
                    </a:lnTo>
                    <a:lnTo>
                      <a:pt x="30" y="156"/>
                    </a:lnTo>
                    <a:lnTo>
                      <a:pt x="30" y="160"/>
                    </a:lnTo>
                    <a:lnTo>
                      <a:pt x="32" y="164"/>
                    </a:lnTo>
                    <a:lnTo>
                      <a:pt x="32" y="164"/>
                    </a:lnTo>
                    <a:lnTo>
                      <a:pt x="30" y="168"/>
                    </a:lnTo>
                    <a:lnTo>
                      <a:pt x="30" y="168"/>
                    </a:lnTo>
                    <a:lnTo>
                      <a:pt x="30" y="168"/>
                    </a:lnTo>
                    <a:lnTo>
                      <a:pt x="32" y="170"/>
                    </a:lnTo>
                    <a:lnTo>
                      <a:pt x="32" y="170"/>
                    </a:lnTo>
                    <a:lnTo>
                      <a:pt x="34" y="170"/>
                    </a:lnTo>
                    <a:lnTo>
                      <a:pt x="34" y="172"/>
                    </a:lnTo>
                    <a:lnTo>
                      <a:pt x="34" y="172"/>
                    </a:lnTo>
                    <a:lnTo>
                      <a:pt x="28" y="182"/>
                    </a:lnTo>
                    <a:lnTo>
                      <a:pt x="18" y="194"/>
                    </a:lnTo>
                    <a:lnTo>
                      <a:pt x="18" y="194"/>
                    </a:lnTo>
                    <a:lnTo>
                      <a:pt x="18" y="200"/>
                    </a:lnTo>
                    <a:lnTo>
                      <a:pt x="18" y="204"/>
                    </a:lnTo>
                    <a:lnTo>
                      <a:pt x="16" y="208"/>
                    </a:lnTo>
                    <a:lnTo>
                      <a:pt x="16" y="208"/>
                    </a:lnTo>
                    <a:lnTo>
                      <a:pt x="16" y="214"/>
                    </a:lnTo>
                    <a:lnTo>
                      <a:pt x="18" y="222"/>
                    </a:lnTo>
                    <a:lnTo>
                      <a:pt x="18" y="222"/>
                    </a:lnTo>
                    <a:lnTo>
                      <a:pt x="18" y="230"/>
                    </a:lnTo>
                    <a:lnTo>
                      <a:pt x="16" y="236"/>
                    </a:lnTo>
                    <a:lnTo>
                      <a:pt x="16" y="236"/>
                    </a:lnTo>
                    <a:lnTo>
                      <a:pt x="16" y="240"/>
                    </a:lnTo>
                    <a:lnTo>
                      <a:pt x="16" y="244"/>
                    </a:lnTo>
                    <a:lnTo>
                      <a:pt x="16" y="244"/>
                    </a:lnTo>
                    <a:lnTo>
                      <a:pt x="18" y="248"/>
                    </a:lnTo>
                    <a:lnTo>
                      <a:pt x="18" y="250"/>
                    </a:lnTo>
                    <a:lnTo>
                      <a:pt x="18" y="250"/>
                    </a:lnTo>
                    <a:lnTo>
                      <a:pt x="22" y="252"/>
                    </a:lnTo>
                    <a:lnTo>
                      <a:pt x="24" y="254"/>
                    </a:lnTo>
                    <a:lnTo>
                      <a:pt x="24" y="256"/>
                    </a:lnTo>
                    <a:lnTo>
                      <a:pt x="24" y="256"/>
                    </a:lnTo>
                    <a:lnTo>
                      <a:pt x="22" y="264"/>
                    </a:lnTo>
                    <a:lnTo>
                      <a:pt x="32" y="266"/>
                    </a:lnTo>
                    <a:lnTo>
                      <a:pt x="32" y="266"/>
                    </a:lnTo>
                    <a:lnTo>
                      <a:pt x="34" y="258"/>
                    </a:lnTo>
                    <a:lnTo>
                      <a:pt x="34" y="258"/>
                    </a:lnTo>
                    <a:lnTo>
                      <a:pt x="30" y="258"/>
                    </a:lnTo>
                    <a:lnTo>
                      <a:pt x="28" y="256"/>
                    </a:lnTo>
                    <a:lnTo>
                      <a:pt x="28" y="256"/>
                    </a:lnTo>
                    <a:lnTo>
                      <a:pt x="28" y="252"/>
                    </a:lnTo>
                    <a:lnTo>
                      <a:pt x="28" y="252"/>
                    </a:lnTo>
                    <a:lnTo>
                      <a:pt x="32" y="248"/>
                    </a:lnTo>
                    <a:lnTo>
                      <a:pt x="38" y="246"/>
                    </a:lnTo>
                    <a:lnTo>
                      <a:pt x="48" y="242"/>
                    </a:lnTo>
                    <a:lnTo>
                      <a:pt x="58" y="236"/>
                    </a:lnTo>
                    <a:lnTo>
                      <a:pt x="64" y="234"/>
                    </a:lnTo>
                    <a:lnTo>
                      <a:pt x="68" y="230"/>
                    </a:lnTo>
                    <a:lnTo>
                      <a:pt x="68" y="230"/>
                    </a:lnTo>
                    <a:lnTo>
                      <a:pt x="70" y="228"/>
                    </a:lnTo>
                    <a:lnTo>
                      <a:pt x="70" y="228"/>
                    </a:lnTo>
                    <a:lnTo>
                      <a:pt x="68" y="224"/>
                    </a:lnTo>
                    <a:lnTo>
                      <a:pt x="68" y="220"/>
                    </a:lnTo>
                    <a:lnTo>
                      <a:pt x="68" y="220"/>
                    </a:lnTo>
                    <a:lnTo>
                      <a:pt x="68" y="208"/>
                    </a:lnTo>
                    <a:lnTo>
                      <a:pt x="68" y="194"/>
                    </a:lnTo>
                    <a:lnTo>
                      <a:pt x="68" y="194"/>
                    </a:lnTo>
                    <a:lnTo>
                      <a:pt x="62" y="182"/>
                    </a:lnTo>
                    <a:lnTo>
                      <a:pt x="62" y="182"/>
                    </a:lnTo>
                    <a:lnTo>
                      <a:pt x="62" y="174"/>
                    </a:lnTo>
                    <a:lnTo>
                      <a:pt x="62" y="168"/>
                    </a:lnTo>
                    <a:lnTo>
                      <a:pt x="62" y="168"/>
                    </a:lnTo>
                    <a:lnTo>
                      <a:pt x="58" y="166"/>
                    </a:lnTo>
                    <a:lnTo>
                      <a:pt x="58" y="166"/>
                    </a:lnTo>
                    <a:lnTo>
                      <a:pt x="56" y="158"/>
                    </a:lnTo>
                    <a:lnTo>
                      <a:pt x="58" y="148"/>
                    </a:lnTo>
                    <a:lnTo>
                      <a:pt x="58" y="148"/>
                    </a:lnTo>
                    <a:lnTo>
                      <a:pt x="64" y="146"/>
                    </a:lnTo>
                    <a:lnTo>
                      <a:pt x="64" y="146"/>
                    </a:lnTo>
                    <a:lnTo>
                      <a:pt x="66" y="142"/>
                    </a:lnTo>
                    <a:lnTo>
                      <a:pt x="68" y="138"/>
                    </a:lnTo>
                    <a:lnTo>
                      <a:pt x="68" y="138"/>
                    </a:lnTo>
                    <a:lnTo>
                      <a:pt x="70" y="136"/>
                    </a:lnTo>
                    <a:lnTo>
                      <a:pt x="74" y="136"/>
                    </a:lnTo>
                    <a:lnTo>
                      <a:pt x="74" y="136"/>
                    </a:lnTo>
                    <a:lnTo>
                      <a:pt x="76" y="132"/>
                    </a:lnTo>
                    <a:lnTo>
                      <a:pt x="76" y="128"/>
                    </a:lnTo>
                    <a:lnTo>
                      <a:pt x="76" y="120"/>
                    </a:lnTo>
                    <a:lnTo>
                      <a:pt x="76" y="120"/>
                    </a:lnTo>
                    <a:lnTo>
                      <a:pt x="88" y="120"/>
                    </a:lnTo>
                    <a:lnTo>
                      <a:pt x="88" y="120"/>
                    </a:lnTo>
                    <a:lnTo>
                      <a:pt x="88" y="118"/>
                    </a:lnTo>
                    <a:lnTo>
                      <a:pt x="88" y="118"/>
                    </a:lnTo>
                    <a:lnTo>
                      <a:pt x="96" y="118"/>
                    </a:lnTo>
                    <a:lnTo>
                      <a:pt x="96" y="116"/>
                    </a:lnTo>
                    <a:lnTo>
                      <a:pt x="96" y="116"/>
                    </a:lnTo>
                    <a:lnTo>
                      <a:pt x="102" y="114"/>
                    </a:lnTo>
                    <a:lnTo>
                      <a:pt x="102" y="114"/>
                    </a:lnTo>
                    <a:lnTo>
                      <a:pt x="104" y="110"/>
                    </a:lnTo>
                    <a:lnTo>
                      <a:pt x="104" y="110"/>
                    </a:lnTo>
                    <a:lnTo>
                      <a:pt x="110" y="110"/>
                    </a:lnTo>
                    <a:lnTo>
                      <a:pt x="116" y="108"/>
                    </a:lnTo>
                    <a:lnTo>
                      <a:pt x="116" y="108"/>
                    </a:lnTo>
                    <a:lnTo>
                      <a:pt x="120" y="104"/>
                    </a:lnTo>
                    <a:lnTo>
                      <a:pt x="122" y="100"/>
                    </a:lnTo>
                    <a:lnTo>
                      <a:pt x="122" y="100"/>
                    </a:lnTo>
                    <a:lnTo>
                      <a:pt x="126" y="98"/>
                    </a:lnTo>
                    <a:lnTo>
                      <a:pt x="130" y="96"/>
                    </a:lnTo>
                    <a:lnTo>
                      <a:pt x="130" y="96"/>
                    </a:lnTo>
                    <a:lnTo>
                      <a:pt x="130" y="92"/>
                    </a:lnTo>
                    <a:lnTo>
                      <a:pt x="130" y="90"/>
                    </a:lnTo>
                    <a:lnTo>
                      <a:pt x="130" y="90"/>
                    </a:lnTo>
                    <a:lnTo>
                      <a:pt x="136" y="86"/>
                    </a:lnTo>
                    <a:lnTo>
                      <a:pt x="136" y="86"/>
                    </a:lnTo>
                    <a:lnTo>
                      <a:pt x="136" y="84"/>
                    </a:lnTo>
                    <a:lnTo>
                      <a:pt x="136" y="82"/>
                    </a:lnTo>
                    <a:lnTo>
                      <a:pt x="136" y="78"/>
                    </a:lnTo>
                    <a:lnTo>
                      <a:pt x="136" y="78"/>
                    </a:lnTo>
                    <a:lnTo>
                      <a:pt x="140" y="76"/>
                    </a:lnTo>
                    <a:lnTo>
                      <a:pt x="140" y="76"/>
                    </a:lnTo>
                    <a:lnTo>
                      <a:pt x="140" y="72"/>
                    </a:lnTo>
                    <a:lnTo>
                      <a:pt x="138" y="72"/>
                    </a:lnTo>
                    <a:lnTo>
                      <a:pt x="138" y="72"/>
                    </a:lnTo>
                    <a:lnTo>
                      <a:pt x="136" y="68"/>
                    </a:lnTo>
                    <a:lnTo>
                      <a:pt x="136" y="66"/>
                    </a:lnTo>
                    <a:lnTo>
                      <a:pt x="136" y="66"/>
                    </a:lnTo>
                    <a:lnTo>
                      <a:pt x="138" y="62"/>
                    </a:lnTo>
                    <a:lnTo>
                      <a:pt x="138" y="56"/>
                    </a:lnTo>
                    <a:lnTo>
                      <a:pt x="140" y="50"/>
                    </a:lnTo>
                    <a:lnTo>
                      <a:pt x="140" y="46"/>
                    </a:lnTo>
                    <a:lnTo>
                      <a:pt x="140" y="46"/>
                    </a:lnTo>
                    <a:lnTo>
                      <a:pt x="142" y="46"/>
                    </a:lnTo>
                    <a:lnTo>
                      <a:pt x="142" y="44"/>
                    </a:lnTo>
                    <a:lnTo>
                      <a:pt x="142" y="44"/>
                    </a:lnTo>
                    <a:lnTo>
                      <a:pt x="142" y="44"/>
                    </a:lnTo>
                    <a:lnTo>
                      <a:pt x="140" y="42"/>
                    </a:lnTo>
                    <a:lnTo>
                      <a:pt x="140" y="38"/>
                    </a:lnTo>
                    <a:lnTo>
                      <a:pt x="140" y="32"/>
                    </a:lnTo>
                    <a:lnTo>
                      <a:pt x="140" y="32"/>
                    </a:lnTo>
                    <a:lnTo>
                      <a:pt x="138" y="18"/>
                    </a:lnTo>
                    <a:lnTo>
                      <a:pt x="138" y="10"/>
                    </a:lnTo>
                    <a:lnTo>
                      <a:pt x="136" y="6"/>
                    </a:lnTo>
                    <a:lnTo>
                      <a:pt x="136" y="6"/>
                    </a:lnTo>
                    <a:lnTo>
                      <a:pt x="138" y="0"/>
                    </a:lnTo>
                    <a:lnTo>
                      <a:pt x="138" y="0"/>
                    </a:lnTo>
                    <a:lnTo>
                      <a:pt x="124" y="6"/>
                    </a:lnTo>
                    <a:lnTo>
                      <a:pt x="124" y="6"/>
                    </a:lnTo>
                    <a:lnTo>
                      <a:pt x="120" y="8"/>
                    </a:lnTo>
                    <a:lnTo>
                      <a:pt x="114" y="8"/>
                    </a:lnTo>
                    <a:lnTo>
                      <a:pt x="114" y="8"/>
                    </a:lnTo>
                    <a:lnTo>
                      <a:pt x="110" y="10"/>
                    </a:lnTo>
                    <a:lnTo>
                      <a:pt x="108" y="12"/>
                    </a:lnTo>
                    <a:lnTo>
                      <a:pt x="108" y="12"/>
                    </a:lnTo>
                    <a:lnTo>
                      <a:pt x="104" y="14"/>
                    </a:lnTo>
                    <a:lnTo>
                      <a:pt x="102" y="12"/>
                    </a:lnTo>
                    <a:lnTo>
                      <a:pt x="102" y="12"/>
                    </a:lnTo>
                    <a:lnTo>
                      <a:pt x="100" y="12"/>
                    </a:lnTo>
                    <a:lnTo>
                      <a:pt x="100" y="14"/>
                    </a:lnTo>
                    <a:lnTo>
                      <a:pt x="96" y="16"/>
                    </a:lnTo>
                    <a:lnTo>
                      <a:pt x="96" y="16"/>
                    </a:lnTo>
                    <a:lnTo>
                      <a:pt x="86" y="18"/>
                    </a:lnTo>
                    <a:lnTo>
                      <a:pt x="86" y="18"/>
                    </a:lnTo>
                    <a:lnTo>
                      <a:pt x="78" y="20"/>
                    </a:lnTo>
                    <a:lnTo>
                      <a:pt x="78" y="20"/>
                    </a:lnTo>
                    <a:lnTo>
                      <a:pt x="74" y="20"/>
                    </a:lnTo>
                    <a:lnTo>
                      <a:pt x="74" y="18"/>
                    </a:lnTo>
                    <a:lnTo>
                      <a:pt x="72" y="16"/>
                    </a:lnTo>
                    <a:lnTo>
                      <a:pt x="70" y="14"/>
                    </a:lnTo>
                    <a:lnTo>
                      <a:pt x="70" y="14"/>
                    </a:lnTo>
                    <a:lnTo>
                      <a:pt x="68" y="14"/>
                    </a:lnTo>
                    <a:lnTo>
                      <a:pt x="66" y="16"/>
                    </a:lnTo>
                    <a:lnTo>
                      <a:pt x="66" y="16"/>
                    </a:lnTo>
                    <a:lnTo>
                      <a:pt x="60" y="18"/>
                    </a:lnTo>
                    <a:lnTo>
                      <a:pt x="60" y="18"/>
                    </a:lnTo>
                    <a:lnTo>
                      <a:pt x="58" y="22"/>
                    </a:lnTo>
                    <a:lnTo>
                      <a:pt x="58" y="26"/>
                    </a:lnTo>
                    <a:lnTo>
                      <a:pt x="58" y="26"/>
                    </a:lnTo>
                    <a:lnTo>
                      <a:pt x="62" y="30"/>
                    </a:lnTo>
                    <a:lnTo>
                      <a:pt x="62" y="30"/>
                    </a:lnTo>
                    <a:lnTo>
                      <a:pt x="60" y="34"/>
                    </a:lnTo>
                    <a:lnTo>
                      <a:pt x="60" y="38"/>
                    </a:lnTo>
                    <a:lnTo>
                      <a:pt x="60" y="38"/>
                    </a:lnTo>
                    <a:lnTo>
                      <a:pt x="62" y="44"/>
                    </a:lnTo>
                    <a:lnTo>
                      <a:pt x="62"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3" name="Freeform 134">
                <a:extLst>
                  <a:ext uri="{FF2B5EF4-FFF2-40B4-BE49-F238E27FC236}">
                    <a16:creationId xmlns:a16="http://schemas.microsoft.com/office/drawing/2014/main" id="{55785575-F014-A140-A9C2-90B61BA6DDD4}"/>
                  </a:ext>
                </a:extLst>
              </p:cNvPr>
              <p:cNvSpPr>
                <a:spLocks/>
              </p:cNvSpPr>
              <p:nvPr/>
            </p:nvSpPr>
            <p:spPr bwMode="auto">
              <a:xfrm>
                <a:off x="5572628" y="3150185"/>
                <a:ext cx="293535" cy="300353"/>
              </a:xfrm>
              <a:custGeom>
                <a:avLst/>
                <a:gdLst>
                  <a:gd name="T0" fmla="*/ 136 w 150"/>
                  <a:gd name="T1" fmla="*/ 14 h 150"/>
                  <a:gd name="T2" fmla="*/ 130 w 150"/>
                  <a:gd name="T3" fmla="*/ 8 h 150"/>
                  <a:gd name="T4" fmla="*/ 126 w 150"/>
                  <a:gd name="T5" fmla="*/ 10 h 150"/>
                  <a:gd name="T6" fmla="*/ 118 w 150"/>
                  <a:gd name="T7" fmla="*/ 12 h 150"/>
                  <a:gd name="T8" fmla="*/ 108 w 150"/>
                  <a:gd name="T9" fmla="*/ 12 h 150"/>
                  <a:gd name="T10" fmla="*/ 100 w 150"/>
                  <a:gd name="T11" fmla="*/ 12 h 150"/>
                  <a:gd name="T12" fmla="*/ 96 w 150"/>
                  <a:gd name="T13" fmla="*/ 0 h 150"/>
                  <a:gd name="T14" fmla="*/ 86 w 150"/>
                  <a:gd name="T15" fmla="*/ 6 h 150"/>
                  <a:gd name="T16" fmla="*/ 84 w 150"/>
                  <a:gd name="T17" fmla="*/ 14 h 150"/>
                  <a:gd name="T18" fmla="*/ 82 w 150"/>
                  <a:gd name="T19" fmla="*/ 22 h 150"/>
                  <a:gd name="T20" fmla="*/ 76 w 150"/>
                  <a:gd name="T21" fmla="*/ 30 h 150"/>
                  <a:gd name="T22" fmla="*/ 74 w 150"/>
                  <a:gd name="T23" fmla="*/ 36 h 150"/>
                  <a:gd name="T24" fmla="*/ 58 w 150"/>
                  <a:gd name="T25" fmla="*/ 48 h 150"/>
                  <a:gd name="T26" fmla="*/ 46 w 150"/>
                  <a:gd name="T27" fmla="*/ 54 h 150"/>
                  <a:gd name="T28" fmla="*/ 40 w 150"/>
                  <a:gd name="T29" fmla="*/ 68 h 150"/>
                  <a:gd name="T30" fmla="*/ 34 w 150"/>
                  <a:gd name="T31" fmla="*/ 76 h 150"/>
                  <a:gd name="T32" fmla="*/ 34 w 150"/>
                  <a:gd name="T33" fmla="*/ 86 h 150"/>
                  <a:gd name="T34" fmla="*/ 36 w 150"/>
                  <a:gd name="T35" fmla="*/ 110 h 150"/>
                  <a:gd name="T36" fmla="*/ 32 w 150"/>
                  <a:gd name="T37" fmla="*/ 118 h 150"/>
                  <a:gd name="T38" fmla="*/ 22 w 150"/>
                  <a:gd name="T39" fmla="*/ 134 h 150"/>
                  <a:gd name="T40" fmla="*/ 18 w 150"/>
                  <a:gd name="T41" fmla="*/ 134 h 150"/>
                  <a:gd name="T42" fmla="*/ 10 w 150"/>
                  <a:gd name="T43" fmla="*/ 144 h 150"/>
                  <a:gd name="T44" fmla="*/ 0 w 150"/>
                  <a:gd name="T45" fmla="*/ 150 h 150"/>
                  <a:gd name="T46" fmla="*/ 58 w 150"/>
                  <a:gd name="T47" fmla="*/ 134 h 150"/>
                  <a:gd name="T48" fmla="*/ 62 w 150"/>
                  <a:gd name="T49" fmla="*/ 130 h 150"/>
                  <a:gd name="T50" fmla="*/ 72 w 150"/>
                  <a:gd name="T51" fmla="*/ 120 h 150"/>
                  <a:gd name="T52" fmla="*/ 86 w 150"/>
                  <a:gd name="T53" fmla="*/ 116 h 150"/>
                  <a:gd name="T54" fmla="*/ 92 w 150"/>
                  <a:gd name="T55" fmla="*/ 112 h 150"/>
                  <a:gd name="T56" fmla="*/ 100 w 150"/>
                  <a:gd name="T57" fmla="*/ 108 h 150"/>
                  <a:gd name="T58" fmla="*/ 110 w 150"/>
                  <a:gd name="T59" fmla="*/ 104 h 150"/>
                  <a:gd name="T60" fmla="*/ 120 w 150"/>
                  <a:gd name="T61" fmla="*/ 88 h 150"/>
                  <a:gd name="T62" fmla="*/ 128 w 150"/>
                  <a:gd name="T63" fmla="*/ 84 h 150"/>
                  <a:gd name="T64" fmla="*/ 132 w 150"/>
                  <a:gd name="T65" fmla="*/ 76 h 150"/>
                  <a:gd name="T66" fmla="*/ 134 w 150"/>
                  <a:gd name="T67" fmla="*/ 72 h 150"/>
                  <a:gd name="T68" fmla="*/ 138 w 150"/>
                  <a:gd name="T69" fmla="*/ 68 h 150"/>
                  <a:gd name="T70" fmla="*/ 148 w 150"/>
                  <a:gd name="T71" fmla="*/ 60 h 150"/>
                  <a:gd name="T72" fmla="*/ 148 w 150"/>
                  <a:gd name="T73" fmla="*/ 56 h 150"/>
                  <a:gd name="T74" fmla="*/ 144 w 150"/>
                  <a:gd name="T75" fmla="*/ 48 h 150"/>
                  <a:gd name="T76" fmla="*/ 142 w 150"/>
                  <a:gd name="T77" fmla="*/ 40 h 150"/>
                  <a:gd name="T78" fmla="*/ 138 w 150"/>
                  <a:gd name="T79" fmla="*/ 34 h 150"/>
                  <a:gd name="T80" fmla="*/ 140 w 150"/>
                  <a:gd name="T81" fmla="*/ 24 h 150"/>
                  <a:gd name="T82" fmla="*/ 138 w 150"/>
                  <a:gd name="T83" fmla="*/ 16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150">
                    <a:moveTo>
                      <a:pt x="136" y="14"/>
                    </a:moveTo>
                    <a:lnTo>
                      <a:pt x="136" y="14"/>
                    </a:lnTo>
                    <a:lnTo>
                      <a:pt x="136" y="14"/>
                    </a:lnTo>
                    <a:lnTo>
                      <a:pt x="130" y="12"/>
                    </a:lnTo>
                    <a:lnTo>
                      <a:pt x="130" y="12"/>
                    </a:lnTo>
                    <a:lnTo>
                      <a:pt x="130" y="8"/>
                    </a:lnTo>
                    <a:lnTo>
                      <a:pt x="128" y="8"/>
                    </a:lnTo>
                    <a:lnTo>
                      <a:pt x="128" y="8"/>
                    </a:lnTo>
                    <a:lnTo>
                      <a:pt x="126" y="10"/>
                    </a:lnTo>
                    <a:lnTo>
                      <a:pt x="124" y="12"/>
                    </a:lnTo>
                    <a:lnTo>
                      <a:pt x="124" y="12"/>
                    </a:lnTo>
                    <a:lnTo>
                      <a:pt x="118" y="12"/>
                    </a:lnTo>
                    <a:lnTo>
                      <a:pt x="112" y="12"/>
                    </a:lnTo>
                    <a:lnTo>
                      <a:pt x="112" y="12"/>
                    </a:lnTo>
                    <a:lnTo>
                      <a:pt x="108" y="12"/>
                    </a:lnTo>
                    <a:lnTo>
                      <a:pt x="104" y="14"/>
                    </a:lnTo>
                    <a:lnTo>
                      <a:pt x="104" y="14"/>
                    </a:lnTo>
                    <a:lnTo>
                      <a:pt x="100" y="12"/>
                    </a:lnTo>
                    <a:lnTo>
                      <a:pt x="98" y="8"/>
                    </a:lnTo>
                    <a:lnTo>
                      <a:pt x="96" y="0"/>
                    </a:lnTo>
                    <a:lnTo>
                      <a:pt x="96" y="0"/>
                    </a:lnTo>
                    <a:lnTo>
                      <a:pt x="92" y="0"/>
                    </a:lnTo>
                    <a:lnTo>
                      <a:pt x="92" y="0"/>
                    </a:lnTo>
                    <a:lnTo>
                      <a:pt x="86" y="6"/>
                    </a:lnTo>
                    <a:lnTo>
                      <a:pt x="86" y="6"/>
                    </a:lnTo>
                    <a:lnTo>
                      <a:pt x="86" y="10"/>
                    </a:lnTo>
                    <a:lnTo>
                      <a:pt x="84" y="14"/>
                    </a:lnTo>
                    <a:lnTo>
                      <a:pt x="82" y="16"/>
                    </a:lnTo>
                    <a:lnTo>
                      <a:pt x="82" y="16"/>
                    </a:lnTo>
                    <a:lnTo>
                      <a:pt x="82" y="22"/>
                    </a:lnTo>
                    <a:lnTo>
                      <a:pt x="82" y="22"/>
                    </a:lnTo>
                    <a:lnTo>
                      <a:pt x="80" y="26"/>
                    </a:lnTo>
                    <a:lnTo>
                      <a:pt x="76" y="30"/>
                    </a:lnTo>
                    <a:lnTo>
                      <a:pt x="76" y="30"/>
                    </a:lnTo>
                    <a:lnTo>
                      <a:pt x="74" y="36"/>
                    </a:lnTo>
                    <a:lnTo>
                      <a:pt x="74" y="36"/>
                    </a:lnTo>
                    <a:lnTo>
                      <a:pt x="68" y="42"/>
                    </a:lnTo>
                    <a:lnTo>
                      <a:pt x="58" y="48"/>
                    </a:lnTo>
                    <a:lnTo>
                      <a:pt x="58" y="48"/>
                    </a:lnTo>
                    <a:lnTo>
                      <a:pt x="54" y="48"/>
                    </a:lnTo>
                    <a:lnTo>
                      <a:pt x="54" y="48"/>
                    </a:lnTo>
                    <a:lnTo>
                      <a:pt x="46" y="54"/>
                    </a:lnTo>
                    <a:lnTo>
                      <a:pt x="40" y="60"/>
                    </a:lnTo>
                    <a:lnTo>
                      <a:pt x="40" y="60"/>
                    </a:lnTo>
                    <a:lnTo>
                      <a:pt x="40" y="68"/>
                    </a:lnTo>
                    <a:lnTo>
                      <a:pt x="40" y="68"/>
                    </a:lnTo>
                    <a:lnTo>
                      <a:pt x="38" y="72"/>
                    </a:lnTo>
                    <a:lnTo>
                      <a:pt x="34" y="76"/>
                    </a:lnTo>
                    <a:lnTo>
                      <a:pt x="34" y="76"/>
                    </a:lnTo>
                    <a:lnTo>
                      <a:pt x="34" y="80"/>
                    </a:lnTo>
                    <a:lnTo>
                      <a:pt x="34" y="86"/>
                    </a:lnTo>
                    <a:lnTo>
                      <a:pt x="36" y="96"/>
                    </a:lnTo>
                    <a:lnTo>
                      <a:pt x="36" y="106"/>
                    </a:lnTo>
                    <a:lnTo>
                      <a:pt x="36" y="110"/>
                    </a:lnTo>
                    <a:lnTo>
                      <a:pt x="34" y="116"/>
                    </a:lnTo>
                    <a:lnTo>
                      <a:pt x="34" y="116"/>
                    </a:lnTo>
                    <a:lnTo>
                      <a:pt x="32" y="118"/>
                    </a:lnTo>
                    <a:lnTo>
                      <a:pt x="32" y="118"/>
                    </a:lnTo>
                    <a:lnTo>
                      <a:pt x="26" y="126"/>
                    </a:lnTo>
                    <a:lnTo>
                      <a:pt x="22" y="134"/>
                    </a:lnTo>
                    <a:lnTo>
                      <a:pt x="22" y="134"/>
                    </a:lnTo>
                    <a:lnTo>
                      <a:pt x="18" y="134"/>
                    </a:lnTo>
                    <a:lnTo>
                      <a:pt x="18" y="134"/>
                    </a:lnTo>
                    <a:lnTo>
                      <a:pt x="14" y="140"/>
                    </a:lnTo>
                    <a:lnTo>
                      <a:pt x="10" y="144"/>
                    </a:lnTo>
                    <a:lnTo>
                      <a:pt x="10" y="144"/>
                    </a:lnTo>
                    <a:lnTo>
                      <a:pt x="4" y="146"/>
                    </a:lnTo>
                    <a:lnTo>
                      <a:pt x="4" y="146"/>
                    </a:lnTo>
                    <a:lnTo>
                      <a:pt x="0" y="150"/>
                    </a:lnTo>
                    <a:lnTo>
                      <a:pt x="58" y="148"/>
                    </a:lnTo>
                    <a:lnTo>
                      <a:pt x="58" y="134"/>
                    </a:lnTo>
                    <a:lnTo>
                      <a:pt x="58" y="134"/>
                    </a:lnTo>
                    <a:lnTo>
                      <a:pt x="58" y="134"/>
                    </a:lnTo>
                    <a:lnTo>
                      <a:pt x="62" y="130"/>
                    </a:lnTo>
                    <a:lnTo>
                      <a:pt x="62" y="130"/>
                    </a:lnTo>
                    <a:lnTo>
                      <a:pt x="68" y="122"/>
                    </a:lnTo>
                    <a:lnTo>
                      <a:pt x="68" y="122"/>
                    </a:lnTo>
                    <a:lnTo>
                      <a:pt x="72" y="120"/>
                    </a:lnTo>
                    <a:lnTo>
                      <a:pt x="78" y="118"/>
                    </a:lnTo>
                    <a:lnTo>
                      <a:pt x="78" y="118"/>
                    </a:lnTo>
                    <a:lnTo>
                      <a:pt x="86" y="116"/>
                    </a:lnTo>
                    <a:lnTo>
                      <a:pt x="90" y="114"/>
                    </a:lnTo>
                    <a:lnTo>
                      <a:pt x="92" y="112"/>
                    </a:lnTo>
                    <a:lnTo>
                      <a:pt x="92" y="112"/>
                    </a:lnTo>
                    <a:lnTo>
                      <a:pt x="96" y="108"/>
                    </a:lnTo>
                    <a:lnTo>
                      <a:pt x="100" y="108"/>
                    </a:lnTo>
                    <a:lnTo>
                      <a:pt x="100" y="108"/>
                    </a:lnTo>
                    <a:lnTo>
                      <a:pt x="106" y="106"/>
                    </a:lnTo>
                    <a:lnTo>
                      <a:pt x="110" y="104"/>
                    </a:lnTo>
                    <a:lnTo>
                      <a:pt x="110" y="104"/>
                    </a:lnTo>
                    <a:lnTo>
                      <a:pt x="114" y="100"/>
                    </a:lnTo>
                    <a:lnTo>
                      <a:pt x="116" y="94"/>
                    </a:lnTo>
                    <a:lnTo>
                      <a:pt x="120" y="88"/>
                    </a:lnTo>
                    <a:lnTo>
                      <a:pt x="120" y="88"/>
                    </a:lnTo>
                    <a:lnTo>
                      <a:pt x="122" y="88"/>
                    </a:lnTo>
                    <a:lnTo>
                      <a:pt x="128" y="84"/>
                    </a:lnTo>
                    <a:lnTo>
                      <a:pt x="128" y="84"/>
                    </a:lnTo>
                    <a:lnTo>
                      <a:pt x="132" y="80"/>
                    </a:lnTo>
                    <a:lnTo>
                      <a:pt x="132" y="76"/>
                    </a:lnTo>
                    <a:lnTo>
                      <a:pt x="132" y="76"/>
                    </a:lnTo>
                    <a:lnTo>
                      <a:pt x="132" y="74"/>
                    </a:lnTo>
                    <a:lnTo>
                      <a:pt x="134" y="72"/>
                    </a:lnTo>
                    <a:lnTo>
                      <a:pt x="136" y="70"/>
                    </a:lnTo>
                    <a:lnTo>
                      <a:pt x="138" y="68"/>
                    </a:lnTo>
                    <a:lnTo>
                      <a:pt x="138" y="68"/>
                    </a:lnTo>
                    <a:lnTo>
                      <a:pt x="140" y="66"/>
                    </a:lnTo>
                    <a:lnTo>
                      <a:pt x="142" y="64"/>
                    </a:lnTo>
                    <a:lnTo>
                      <a:pt x="148" y="60"/>
                    </a:lnTo>
                    <a:lnTo>
                      <a:pt x="148" y="60"/>
                    </a:lnTo>
                    <a:lnTo>
                      <a:pt x="150" y="58"/>
                    </a:lnTo>
                    <a:lnTo>
                      <a:pt x="148" y="56"/>
                    </a:lnTo>
                    <a:lnTo>
                      <a:pt x="146" y="52"/>
                    </a:lnTo>
                    <a:lnTo>
                      <a:pt x="146" y="52"/>
                    </a:lnTo>
                    <a:lnTo>
                      <a:pt x="144" y="48"/>
                    </a:lnTo>
                    <a:lnTo>
                      <a:pt x="144" y="42"/>
                    </a:lnTo>
                    <a:lnTo>
                      <a:pt x="144" y="42"/>
                    </a:lnTo>
                    <a:lnTo>
                      <a:pt x="142" y="40"/>
                    </a:lnTo>
                    <a:lnTo>
                      <a:pt x="140" y="38"/>
                    </a:lnTo>
                    <a:lnTo>
                      <a:pt x="140" y="38"/>
                    </a:lnTo>
                    <a:lnTo>
                      <a:pt x="138" y="34"/>
                    </a:lnTo>
                    <a:lnTo>
                      <a:pt x="138" y="34"/>
                    </a:lnTo>
                    <a:lnTo>
                      <a:pt x="140" y="28"/>
                    </a:lnTo>
                    <a:lnTo>
                      <a:pt x="140" y="24"/>
                    </a:lnTo>
                    <a:lnTo>
                      <a:pt x="140" y="24"/>
                    </a:lnTo>
                    <a:lnTo>
                      <a:pt x="140" y="20"/>
                    </a:lnTo>
                    <a:lnTo>
                      <a:pt x="138" y="16"/>
                    </a:lnTo>
                    <a:lnTo>
                      <a:pt x="136" y="14"/>
                    </a:lnTo>
                    <a:lnTo>
                      <a:pt x="136"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4" name="Freeform 139">
                <a:extLst>
                  <a:ext uri="{FF2B5EF4-FFF2-40B4-BE49-F238E27FC236}">
                    <a16:creationId xmlns:a16="http://schemas.microsoft.com/office/drawing/2014/main" id="{909E5D3E-F8DB-A14D-8FE5-539696661A39}"/>
                  </a:ext>
                </a:extLst>
              </p:cNvPr>
              <p:cNvSpPr>
                <a:spLocks/>
              </p:cNvSpPr>
              <p:nvPr/>
            </p:nvSpPr>
            <p:spPr bwMode="auto">
              <a:xfrm>
                <a:off x="5451299" y="3470561"/>
                <a:ext cx="324846" cy="408481"/>
              </a:xfrm>
              <a:custGeom>
                <a:avLst/>
                <a:gdLst>
                  <a:gd name="T0" fmla="*/ 12 w 166"/>
                  <a:gd name="T1" fmla="*/ 176 h 204"/>
                  <a:gd name="T2" fmla="*/ 14 w 166"/>
                  <a:gd name="T3" fmla="*/ 174 h 204"/>
                  <a:gd name="T4" fmla="*/ 18 w 166"/>
                  <a:gd name="T5" fmla="*/ 172 h 204"/>
                  <a:gd name="T6" fmla="*/ 18 w 166"/>
                  <a:gd name="T7" fmla="*/ 170 h 204"/>
                  <a:gd name="T8" fmla="*/ 24 w 166"/>
                  <a:gd name="T9" fmla="*/ 172 h 204"/>
                  <a:gd name="T10" fmla="*/ 34 w 166"/>
                  <a:gd name="T11" fmla="*/ 172 h 204"/>
                  <a:gd name="T12" fmla="*/ 38 w 166"/>
                  <a:gd name="T13" fmla="*/ 172 h 204"/>
                  <a:gd name="T14" fmla="*/ 42 w 166"/>
                  <a:gd name="T15" fmla="*/ 176 h 204"/>
                  <a:gd name="T16" fmla="*/ 44 w 166"/>
                  <a:gd name="T17" fmla="*/ 178 h 204"/>
                  <a:gd name="T18" fmla="*/ 46 w 166"/>
                  <a:gd name="T19" fmla="*/ 184 h 204"/>
                  <a:gd name="T20" fmla="*/ 48 w 166"/>
                  <a:gd name="T21" fmla="*/ 186 h 204"/>
                  <a:gd name="T22" fmla="*/ 52 w 166"/>
                  <a:gd name="T23" fmla="*/ 186 h 204"/>
                  <a:gd name="T24" fmla="*/ 54 w 166"/>
                  <a:gd name="T25" fmla="*/ 190 h 204"/>
                  <a:gd name="T26" fmla="*/ 54 w 166"/>
                  <a:gd name="T27" fmla="*/ 196 h 204"/>
                  <a:gd name="T28" fmla="*/ 58 w 166"/>
                  <a:gd name="T29" fmla="*/ 198 h 204"/>
                  <a:gd name="T30" fmla="*/ 62 w 166"/>
                  <a:gd name="T31" fmla="*/ 198 h 204"/>
                  <a:gd name="T32" fmla="*/ 66 w 166"/>
                  <a:gd name="T33" fmla="*/ 204 h 204"/>
                  <a:gd name="T34" fmla="*/ 68 w 166"/>
                  <a:gd name="T35" fmla="*/ 204 h 204"/>
                  <a:gd name="T36" fmla="*/ 70 w 166"/>
                  <a:gd name="T37" fmla="*/ 202 h 204"/>
                  <a:gd name="T38" fmla="*/ 72 w 166"/>
                  <a:gd name="T39" fmla="*/ 198 h 204"/>
                  <a:gd name="T40" fmla="*/ 72 w 166"/>
                  <a:gd name="T41" fmla="*/ 194 h 204"/>
                  <a:gd name="T42" fmla="*/ 74 w 166"/>
                  <a:gd name="T43" fmla="*/ 188 h 204"/>
                  <a:gd name="T44" fmla="*/ 84 w 166"/>
                  <a:gd name="T45" fmla="*/ 190 h 204"/>
                  <a:gd name="T46" fmla="*/ 90 w 166"/>
                  <a:gd name="T47" fmla="*/ 190 h 204"/>
                  <a:gd name="T48" fmla="*/ 92 w 166"/>
                  <a:gd name="T49" fmla="*/ 190 h 204"/>
                  <a:gd name="T50" fmla="*/ 96 w 166"/>
                  <a:gd name="T51" fmla="*/ 190 h 204"/>
                  <a:gd name="T52" fmla="*/ 96 w 166"/>
                  <a:gd name="T53" fmla="*/ 188 h 204"/>
                  <a:gd name="T54" fmla="*/ 96 w 166"/>
                  <a:gd name="T55" fmla="*/ 182 h 204"/>
                  <a:gd name="T56" fmla="*/ 100 w 166"/>
                  <a:gd name="T57" fmla="*/ 182 h 204"/>
                  <a:gd name="T58" fmla="*/ 150 w 166"/>
                  <a:gd name="T59" fmla="*/ 184 h 204"/>
                  <a:gd name="T60" fmla="*/ 154 w 166"/>
                  <a:gd name="T61" fmla="*/ 176 h 204"/>
                  <a:gd name="T62" fmla="*/ 154 w 166"/>
                  <a:gd name="T63" fmla="*/ 172 h 204"/>
                  <a:gd name="T64" fmla="*/ 150 w 166"/>
                  <a:gd name="T65" fmla="*/ 170 h 204"/>
                  <a:gd name="T66" fmla="*/ 166 w 166"/>
                  <a:gd name="T67" fmla="*/ 34 h 204"/>
                  <a:gd name="T68" fmla="*/ 120 w 166"/>
                  <a:gd name="T69" fmla="*/ 24 h 204"/>
                  <a:gd name="T70" fmla="*/ 70 w 166"/>
                  <a:gd name="T71" fmla="*/ 60 h 204"/>
                  <a:gd name="T72" fmla="*/ 62 w 166"/>
                  <a:gd name="T73" fmla="*/ 62 h 204"/>
                  <a:gd name="T74" fmla="*/ 54 w 166"/>
                  <a:gd name="T75" fmla="*/ 66 h 204"/>
                  <a:gd name="T76" fmla="*/ 54 w 166"/>
                  <a:gd name="T77" fmla="*/ 70 h 204"/>
                  <a:gd name="T78" fmla="*/ 4 w 166"/>
                  <a:gd name="T79" fmla="*/ 98 h 204"/>
                  <a:gd name="T80" fmla="*/ 4 w 166"/>
                  <a:gd name="T81" fmla="*/ 98 h 204"/>
                  <a:gd name="T82" fmla="*/ 0 w 166"/>
                  <a:gd name="T83" fmla="*/ 102 h 204"/>
                  <a:gd name="T84" fmla="*/ 4 w 166"/>
                  <a:gd name="T85" fmla="*/ 108 h 204"/>
                  <a:gd name="T86" fmla="*/ 8 w 166"/>
                  <a:gd name="T87" fmla="*/ 114 h 204"/>
                  <a:gd name="T88" fmla="*/ 8 w 166"/>
                  <a:gd name="T89" fmla="*/ 116 h 204"/>
                  <a:gd name="T90" fmla="*/ 6 w 166"/>
                  <a:gd name="T91" fmla="*/ 120 h 204"/>
                  <a:gd name="T92" fmla="*/ 8 w 166"/>
                  <a:gd name="T93" fmla="*/ 122 h 204"/>
                  <a:gd name="T94" fmla="*/ 8 w 166"/>
                  <a:gd name="T95" fmla="*/ 128 h 204"/>
                  <a:gd name="T96" fmla="*/ 8 w 166"/>
                  <a:gd name="T97" fmla="*/ 128 h 204"/>
                  <a:gd name="T98" fmla="*/ 6 w 166"/>
                  <a:gd name="T99" fmla="*/ 136 h 204"/>
                  <a:gd name="T100" fmla="*/ 8 w 166"/>
                  <a:gd name="T101" fmla="*/ 140 h 204"/>
                  <a:gd name="T102" fmla="*/ 10 w 166"/>
                  <a:gd name="T103" fmla="*/ 142 h 204"/>
                  <a:gd name="T104" fmla="*/ 10 w 166"/>
                  <a:gd name="T105" fmla="*/ 154 h 204"/>
                  <a:gd name="T106" fmla="*/ 12 w 166"/>
                  <a:gd name="T107" fmla="*/ 156 h 204"/>
                  <a:gd name="T108" fmla="*/ 12 w 166"/>
                  <a:gd name="T109" fmla="*/ 158 h 204"/>
                  <a:gd name="T110" fmla="*/ 10 w 166"/>
                  <a:gd name="T111" fmla="*/ 162 h 204"/>
                  <a:gd name="T112" fmla="*/ 10 w 166"/>
                  <a:gd name="T113" fmla="*/ 170 h 204"/>
                  <a:gd name="T114" fmla="*/ 8 w 166"/>
                  <a:gd name="T115" fmla="*/ 17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6" h="204">
                    <a:moveTo>
                      <a:pt x="8" y="178"/>
                    </a:moveTo>
                    <a:lnTo>
                      <a:pt x="12" y="176"/>
                    </a:lnTo>
                    <a:lnTo>
                      <a:pt x="12" y="176"/>
                    </a:lnTo>
                    <a:lnTo>
                      <a:pt x="14" y="174"/>
                    </a:lnTo>
                    <a:lnTo>
                      <a:pt x="16" y="174"/>
                    </a:lnTo>
                    <a:lnTo>
                      <a:pt x="18" y="172"/>
                    </a:lnTo>
                    <a:lnTo>
                      <a:pt x="18" y="172"/>
                    </a:lnTo>
                    <a:lnTo>
                      <a:pt x="18" y="170"/>
                    </a:lnTo>
                    <a:lnTo>
                      <a:pt x="20" y="170"/>
                    </a:lnTo>
                    <a:lnTo>
                      <a:pt x="24" y="172"/>
                    </a:lnTo>
                    <a:lnTo>
                      <a:pt x="24" y="172"/>
                    </a:lnTo>
                    <a:lnTo>
                      <a:pt x="34" y="172"/>
                    </a:lnTo>
                    <a:lnTo>
                      <a:pt x="34" y="172"/>
                    </a:lnTo>
                    <a:lnTo>
                      <a:pt x="38" y="172"/>
                    </a:lnTo>
                    <a:lnTo>
                      <a:pt x="38" y="172"/>
                    </a:lnTo>
                    <a:lnTo>
                      <a:pt x="42" y="176"/>
                    </a:lnTo>
                    <a:lnTo>
                      <a:pt x="42" y="176"/>
                    </a:lnTo>
                    <a:lnTo>
                      <a:pt x="44" y="178"/>
                    </a:lnTo>
                    <a:lnTo>
                      <a:pt x="46" y="184"/>
                    </a:lnTo>
                    <a:lnTo>
                      <a:pt x="46" y="184"/>
                    </a:lnTo>
                    <a:lnTo>
                      <a:pt x="46" y="186"/>
                    </a:lnTo>
                    <a:lnTo>
                      <a:pt x="48" y="186"/>
                    </a:lnTo>
                    <a:lnTo>
                      <a:pt x="52" y="186"/>
                    </a:lnTo>
                    <a:lnTo>
                      <a:pt x="52" y="186"/>
                    </a:lnTo>
                    <a:lnTo>
                      <a:pt x="54" y="188"/>
                    </a:lnTo>
                    <a:lnTo>
                      <a:pt x="54" y="190"/>
                    </a:lnTo>
                    <a:lnTo>
                      <a:pt x="54" y="196"/>
                    </a:lnTo>
                    <a:lnTo>
                      <a:pt x="54" y="196"/>
                    </a:lnTo>
                    <a:lnTo>
                      <a:pt x="56" y="198"/>
                    </a:lnTo>
                    <a:lnTo>
                      <a:pt x="58" y="198"/>
                    </a:lnTo>
                    <a:lnTo>
                      <a:pt x="62" y="198"/>
                    </a:lnTo>
                    <a:lnTo>
                      <a:pt x="62" y="198"/>
                    </a:lnTo>
                    <a:lnTo>
                      <a:pt x="62" y="198"/>
                    </a:lnTo>
                    <a:lnTo>
                      <a:pt x="66" y="204"/>
                    </a:lnTo>
                    <a:lnTo>
                      <a:pt x="66" y="204"/>
                    </a:lnTo>
                    <a:lnTo>
                      <a:pt x="68" y="204"/>
                    </a:lnTo>
                    <a:lnTo>
                      <a:pt x="70" y="202"/>
                    </a:lnTo>
                    <a:lnTo>
                      <a:pt x="70" y="202"/>
                    </a:lnTo>
                    <a:lnTo>
                      <a:pt x="72" y="200"/>
                    </a:lnTo>
                    <a:lnTo>
                      <a:pt x="72" y="198"/>
                    </a:lnTo>
                    <a:lnTo>
                      <a:pt x="72" y="194"/>
                    </a:lnTo>
                    <a:lnTo>
                      <a:pt x="72" y="194"/>
                    </a:lnTo>
                    <a:lnTo>
                      <a:pt x="74" y="190"/>
                    </a:lnTo>
                    <a:lnTo>
                      <a:pt x="74" y="188"/>
                    </a:lnTo>
                    <a:lnTo>
                      <a:pt x="74" y="188"/>
                    </a:lnTo>
                    <a:lnTo>
                      <a:pt x="84" y="190"/>
                    </a:lnTo>
                    <a:lnTo>
                      <a:pt x="84" y="190"/>
                    </a:lnTo>
                    <a:lnTo>
                      <a:pt x="90" y="190"/>
                    </a:lnTo>
                    <a:lnTo>
                      <a:pt x="92" y="190"/>
                    </a:lnTo>
                    <a:lnTo>
                      <a:pt x="92" y="190"/>
                    </a:lnTo>
                    <a:lnTo>
                      <a:pt x="94" y="190"/>
                    </a:lnTo>
                    <a:lnTo>
                      <a:pt x="96" y="190"/>
                    </a:lnTo>
                    <a:lnTo>
                      <a:pt x="96" y="188"/>
                    </a:lnTo>
                    <a:lnTo>
                      <a:pt x="96" y="188"/>
                    </a:lnTo>
                    <a:lnTo>
                      <a:pt x="94" y="184"/>
                    </a:lnTo>
                    <a:lnTo>
                      <a:pt x="96" y="182"/>
                    </a:lnTo>
                    <a:lnTo>
                      <a:pt x="96" y="182"/>
                    </a:lnTo>
                    <a:lnTo>
                      <a:pt x="100" y="182"/>
                    </a:lnTo>
                    <a:lnTo>
                      <a:pt x="102" y="184"/>
                    </a:lnTo>
                    <a:lnTo>
                      <a:pt x="150" y="184"/>
                    </a:lnTo>
                    <a:lnTo>
                      <a:pt x="150" y="184"/>
                    </a:lnTo>
                    <a:lnTo>
                      <a:pt x="154" y="176"/>
                    </a:lnTo>
                    <a:lnTo>
                      <a:pt x="154" y="176"/>
                    </a:lnTo>
                    <a:lnTo>
                      <a:pt x="154" y="172"/>
                    </a:lnTo>
                    <a:lnTo>
                      <a:pt x="152" y="172"/>
                    </a:lnTo>
                    <a:lnTo>
                      <a:pt x="150" y="170"/>
                    </a:lnTo>
                    <a:lnTo>
                      <a:pt x="142" y="34"/>
                    </a:lnTo>
                    <a:lnTo>
                      <a:pt x="166" y="34"/>
                    </a:lnTo>
                    <a:lnTo>
                      <a:pt x="120" y="0"/>
                    </a:lnTo>
                    <a:lnTo>
                      <a:pt x="120" y="24"/>
                    </a:lnTo>
                    <a:lnTo>
                      <a:pt x="70" y="24"/>
                    </a:lnTo>
                    <a:lnTo>
                      <a:pt x="70" y="60"/>
                    </a:lnTo>
                    <a:lnTo>
                      <a:pt x="70" y="60"/>
                    </a:lnTo>
                    <a:lnTo>
                      <a:pt x="62" y="62"/>
                    </a:lnTo>
                    <a:lnTo>
                      <a:pt x="56" y="64"/>
                    </a:lnTo>
                    <a:lnTo>
                      <a:pt x="54" y="66"/>
                    </a:lnTo>
                    <a:lnTo>
                      <a:pt x="54" y="70"/>
                    </a:lnTo>
                    <a:lnTo>
                      <a:pt x="54" y="70"/>
                    </a:lnTo>
                    <a:lnTo>
                      <a:pt x="54" y="96"/>
                    </a:lnTo>
                    <a:lnTo>
                      <a:pt x="4" y="98"/>
                    </a:lnTo>
                    <a:lnTo>
                      <a:pt x="4" y="98"/>
                    </a:lnTo>
                    <a:lnTo>
                      <a:pt x="4" y="98"/>
                    </a:lnTo>
                    <a:lnTo>
                      <a:pt x="0" y="102"/>
                    </a:lnTo>
                    <a:lnTo>
                      <a:pt x="0" y="102"/>
                    </a:lnTo>
                    <a:lnTo>
                      <a:pt x="4" y="108"/>
                    </a:lnTo>
                    <a:lnTo>
                      <a:pt x="4" y="108"/>
                    </a:lnTo>
                    <a:lnTo>
                      <a:pt x="6" y="112"/>
                    </a:lnTo>
                    <a:lnTo>
                      <a:pt x="8" y="114"/>
                    </a:lnTo>
                    <a:lnTo>
                      <a:pt x="8" y="116"/>
                    </a:lnTo>
                    <a:lnTo>
                      <a:pt x="8" y="116"/>
                    </a:lnTo>
                    <a:lnTo>
                      <a:pt x="8" y="118"/>
                    </a:lnTo>
                    <a:lnTo>
                      <a:pt x="6" y="120"/>
                    </a:lnTo>
                    <a:lnTo>
                      <a:pt x="6" y="120"/>
                    </a:lnTo>
                    <a:lnTo>
                      <a:pt x="8" y="122"/>
                    </a:lnTo>
                    <a:lnTo>
                      <a:pt x="8" y="128"/>
                    </a:lnTo>
                    <a:lnTo>
                      <a:pt x="8" y="128"/>
                    </a:lnTo>
                    <a:lnTo>
                      <a:pt x="8" y="128"/>
                    </a:lnTo>
                    <a:lnTo>
                      <a:pt x="8" y="128"/>
                    </a:lnTo>
                    <a:lnTo>
                      <a:pt x="6" y="130"/>
                    </a:lnTo>
                    <a:lnTo>
                      <a:pt x="6" y="136"/>
                    </a:lnTo>
                    <a:lnTo>
                      <a:pt x="6" y="136"/>
                    </a:lnTo>
                    <a:lnTo>
                      <a:pt x="8" y="140"/>
                    </a:lnTo>
                    <a:lnTo>
                      <a:pt x="10" y="142"/>
                    </a:lnTo>
                    <a:lnTo>
                      <a:pt x="10" y="142"/>
                    </a:lnTo>
                    <a:lnTo>
                      <a:pt x="10" y="148"/>
                    </a:lnTo>
                    <a:lnTo>
                      <a:pt x="10" y="154"/>
                    </a:lnTo>
                    <a:lnTo>
                      <a:pt x="10" y="154"/>
                    </a:lnTo>
                    <a:lnTo>
                      <a:pt x="12" y="156"/>
                    </a:lnTo>
                    <a:lnTo>
                      <a:pt x="12" y="158"/>
                    </a:lnTo>
                    <a:lnTo>
                      <a:pt x="12" y="158"/>
                    </a:lnTo>
                    <a:lnTo>
                      <a:pt x="10" y="158"/>
                    </a:lnTo>
                    <a:lnTo>
                      <a:pt x="10" y="162"/>
                    </a:lnTo>
                    <a:lnTo>
                      <a:pt x="10" y="162"/>
                    </a:lnTo>
                    <a:lnTo>
                      <a:pt x="10" y="170"/>
                    </a:lnTo>
                    <a:lnTo>
                      <a:pt x="10" y="170"/>
                    </a:lnTo>
                    <a:lnTo>
                      <a:pt x="8" y="178"/>
                    </a:lnTo>
                    <a:lnTo>
                      <a:pt x="8" y="17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5" name="Freeform 140">
                <a:extLst>
                  <a:ext uri="{FF2B5EF4-FFF2-40B4-BE49-F238E27FC236}">
                    <a16:creationId xmlns:a16="http://schemas.microsoft.com/office/drawing/2014/main" id="{0C77B37B-A32A-6643-8103-CF5B3802E207}"/>
                  </a:ext>
                </a:extLst>
              </p:cNvPr>
              <p:cNvSpPr>
                <a:spLocks/>
              </p:cNvSpPr>
              <p:nvPr/>
            </p:nvSpPr>
            <p:spPr bwMode="auto">
              <a:xfrm>
                <a:off x="5576541" y="3538642"/>
                <a:ext cx="430518" cy="520612"/>
              </a:xfrm>
              <a:custGeom>
                <a:avLst/>
                <a:gdLst>
                  <a:gd name="T0" fmla="*/ 88 w 220"/>
                  <a:gd name="T1" fmla="*/ 232 h 260"/>
                  <a:gd name="T2" fmla="*/ 92 w 220"/>
                  <a:gd name="T3" fmla="*/ 226 h 260"/>
                  <a:gd name="T4" fmla="*/ 92 w 220"/>
                  <a:gd name="T5" fmla="*/ 216 h 260"/>
                  <a:gd name="T6" fmla="*/ 98 w 220"/>
                  <a:gd name="T7" fmla="*/ 210 h 260"/>
                  <a:gd name="T8" fmla="*/ 104 w 220"/>
                  <a:gd name="T9" fmla="*/ 202 h 260"/>
                  <a:gd name="T10" fmla="*/ 108 w 220"/>
                  <a:gd name="T11" fmla="*/ 194 h 260"/>
                  <a:gd name="T12" fmla="*/ 122 w 220"/>
                  <a:gd name="T13" fmla="*/ 188 h 260"/>
                  <a:gd name="T14" fmla="*/ 130 w 220"/>
                  <a:gd name="T15" fmla="*/ 176 h 260"/>
                  <a:gd name="T16" fmla="*/ 136 w 220"/>
                  <a:gd name="T17" fmla="*/ 172 h 260"/>
                  <a:gd name="T18" fmla="*/ 142 w 220"/>
                  <a:gd name="T19" fmla="*/ 162 h 260"/>
                  <a:gd name="T20" fmla="*/ 148 w 220"/>
                  <a:gd name="T21" fmla="*/ 158 h 260"/>
                  <a:gd name="T22" fmla="*/ 154 w 220"/>
                  <a:gd name="T23" fmla="*/ 156 h 260"/>
                  <a:gd name="T24" fmla="*/ 158 w 220"/>
                  <a:gd name="T25" fmla="*/ 156 h 260"/>
                  <a:gd name="T26" fmla="*/ 166 w 220"/>
                  <a:gd name="T27" fmla="*/ 158 h 260"/>
                  <a:gd name="T28" fmla="*/ 174 w 220"/>
                  <a:gd name="T29" fmla="*/ 158 h 260"/>
                  <a:gd name="T30" fmla="*/ 200 w 220"/>
                  <a:gd name="T31" fmla="*/ 152 h 260"/>
                  <a:gd name="T32" fmla="*/ 216 w 220"/>
                  <a:gd name="T33" fmla="*/ 144 h 260"/>
                  <a:gd name="T34" fmla="*/ 218 w 220"/>
                  <a:gd name="T35" fmla="*/ 96 h 260"/>
                  <a:gd name="T36" fmla="*/ 206 w 220"/>
                  <a:gd name="T37" fmla="*/ 98 h 260"/>
                  <a:gd name="T38" fmla="*/ 204 w 220"/>
                  <a:gd name="T39" fmla="*/ 90 h 260"/>
                  <a:gd name="T40" fmla="*/ 204 w 220"/>
                  <a:gd name="T41" fmla="*/ 80 h 260"/>
                  <a:gd name="T42" fmla="*/ 196 w 220"/>
                  <a:gd name="T43" fmla="*/ 74 h 260"/>
                  <a:gd name="T44" fmla="*/ 186 w 220"/>
                  <a:gd name="T45" fmla="*/ 64 h 260"/>
                  <a:gd name="T46" fmla="*/ 86 w 220"/>
                  <a:gd name="T47" fmla="*/ 136 h 260"/>
                  <a:gd name="T48" fmla="*/ 90 w 220"/>
                  <a:gd name="T49" fmla="*/ 142 h 260"/>
                  <a:gd name="T50" fmla="*/ 36 w 220"/>
                  <a:gd name="T51" fmla="*/ 148 h 260"/>
                  <a:gd name="T52" fmla="*/ 32 w 220"/>
                  <a:gd name="T53" fmla="*/ 154 h 260"/>
                  <a:gd name="T54" fmla="*/ 28 w 220"/>
                  <a:gd name="T55" fmla="*/ 156 h 260"/>
                  <a:gd name="T56" fmla="*/ 20 w 220"/>
                  <a:gd name="T57" fmla="*/ 156 h 260"/>
                  <a:gd name="T58" fmla="*/ 8 w 220"/>
                  <a:gd name="T59" fmla="*/ 160 h 260"/>
                  <a:gd name="T60" fmla="*/ 6 w 220"/>
                  <a:gd name="T61" fmla="*/ 168 h 260"/>
                  <a:gd name="T62" fmla="*/ 2 w 220"/>
                  <a:gd name="T63" fmla="*/ 170 h 260"/>
                  <a:gd name="T64" fmla="*/ 2 w 220"/>
                  <a:gd name="T65" fmla="*/ 178 h 260"/>
                  <a:gd name="T66" fmla="*/ 0 w 220"/>
                  <a:gd name="T67" fmla="*/ 190 h 260"/>
                  <a:gd name="T68" fmla="*/ 6 w 220"/>
                  <a:gd name="T69" fmla="*/ 198 h 260"/>
                  <a:gd name="T70" fmla="*/ 8 w 220"/>
                  <a:gd name="T71" fmla="*/ 216 h 260"/>
                  <a:gd name="T72" fmla="*/ 16 w 220"/>
                  <a:gd name="T73" fmla="*/ 214 h 260"/>
                  <a:gd name="T74" fmla="*/ 22 w 220"/>
                  <a:gd name="T75" fmla="*/ 216 h 260"/>
                  <a:gd name="T76" fmla="*/ 28 w 220"/>
                  <a:gd name="T77" fmla="*/ 214 h 260"/>
                  <a:gd name="T78" fmla="*/ 38 w 220"/>
                  <a:gd name="T79" fmla="*/ 214 h 260"/>
                  <a:gd name="T80" fmla="*/ 40 w 220"/>
                  <a:gd name="T81" fmla="*/ 222 h 260"/>
                  <a:gd name="T82" fmla="*/ 38 w 220"/>
                  <a:gd name="T83" fmla="*/ 232 h 260"/>
                  <a:gd name="T84" fmla="*/ 42 w 220"/>
                  <a:gd name="T85" fmla="*/ 238 h 260"/>
                  <a:gd name="T86" fmla="*/ 36 w 220"/>
                  <a:gd name="T87" fmla="*/ 246 h 260"/>
                  <a:gd name="T88" fmla="*/ 40 w 220"/>
                  <a:gd name="T89" fmla="*/ 248 h 260"/>
                  <a:gd name="T90" fmla="*/ 44 w 220"/>
                  <a:gd name="T91" fmla="*/ 248 h 260"/>
                  <a:gd name="T92" fmla="*/ 52 w 220"/>
                  <a:gd name="T93" fmla="*/ 252 h 260"/>
                  <a:gd name="T94" fmla="*/ 58 w 220"/>
                  <a:gd name="T95" fmla="*/ 258 h 260"/>
                  <a:gd name="T96" fmla="*/ 64 w 220"/>
                  <a:gd name="T97" fmla="*/ 258 h 260"/>
                  <a:gd name="T98" fmla="*/ 72 w 220"/>
                  <a:gd name="T99" fmla="*/ 256 h 260"/>
                  <a:gd name="T100" fmla="*/ 76 w 220"/>
                  <a:gd name="T101" fmla="*/ 248 h 260"/>
                  <a:gd name="T102" fmla="*/ 82 w 220"/>
                  <a:gd name="T103" fmla="*/ 252 h 260"/>
                  <a:gd name="T104" fmla="*/ 88 w 220"/>
                  <a:gd name="T105" fmla="*/ 24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60">
                    <a:moveTo>
                      <a:pt x="88" y="242"/>
                    </a:moveTo>
                    <a:lnTo>
                      <a:pt x="88" y="242"/>
                    </a:lnTo>
                    <a:lnTo>
                      <a:pt x="88" y="236"/>
                    </a:lnTo>
                    <a:lnTo>
                      <a:pt x="88" y="232"/>
                    </a:lnTo>
                    <a:lnTo>
                      <a:pt x="90" y="230"/>
                    </a:lnTo>
                    <a:lnTo>
                      <a:pt x="90" y="230"/>
                    </a:lnTo>
                    <a:lnTo>
                      <a:pt x="92" y="228"/>
                    </a:lnTo>
                    <a:lnTo>
                      <a:pt x="92" y="226"/>
                    </a:lnTo>
                    <a:lnTo>
                      <a:pt x="92" y="222"/>
                    </a:lnTo>
                    <a:lnTo>
                      <a:pt x="92" y="222"/>
                    </a:lnTo>
                    <a:lnTo>
                      <a:pt x="92" y="218"/>
                    </a:lnTo>
                    <a:lnTo>
                      <a:pt x="92" y="216"/>
                    </a:lnTo>
                    <a:lnTo>
                      <a:pt x="92" y="216"/>
                    </a:lnTo>
                    <a:lnTo>
                      <a:pt x="94" y="214"/>
                    </a:lnTo>
                    <a:lnTo>
                      <a:pt x="98" y="210"/>
                    </a:lnTo>
                    <a:lnTo>
                      <a:pt x="98" y="210"/>
                    </a:lnTo>
                    <a:lnTo>
                      <a:pt x="100" y="212"/>
                    </a:lnTo>
                    <a:lnTo>
                      <a:pt x="100" y="212"/>
                    </a:lnTo>
                    <a:lnTo>
                      <a:pt x="100" y="212"/>
                    </a:lnTo>
                    <a:lnTo>
                      <a:pt x="104" y="202"/>
                    </a:lnTo>
                    <a:lnTo>
                      <a:pt x="104" y="202"/>
                    </a:lnTo>
                    <a:lnTo>
                      <a:pt x="106" y="196"/>
                    </a:lnTo>
                    <a:lnTo>
                      <a:pt x="108" y="194"/>
                    </a:lnTo>
                    <a:lnTo>
                      <a:pt x="108" y="194"/>
                    </a:lnTo>
                    <a:lnTo>
                      <a:pt x="114" y="192"/>
                    </a:lnTo>
                    <a:lnTo>
                      <a:pt x="120" y="190"/>
                    </a:lnTo>
                    <a:lnTo>
                      <a:pt x="120" y="190"/>
                    </a:lnTo>
                    <a:lnTo>
                      <a:pt x="122" y="188"/>
                    </a:lnTo>
                    <a:lnTo>
                      <a:pt x="124" y="184"/>
                    </a:lnTo>
                    <a:lnTo>
                      <a:pt x="124" y="184"/>
                    </a:lnTo>
                    <a:lnTo>
                      <a:pt x="126" y="180"/>
                    </a:lnTo>
                    <a:lnTo>
                      <a:pt x="130" y="176"/>
                    </a:lnTo>
                    <a:lnTo>
                      <a:pt x="130" y="176"/>
                    </a:lnTo>
                    <a:lnTo>
                      <a:pt x="134" y="174"/>
                    </a:lnTo>
                    <a:lnTo>
                      <a:pt x="136" y="172"/>
                    </a:lnTo>
                    <a:lnTo>
                      <a:pt x="136" y="172"/>
                    </a:lnTo>
                    <a:lnTo>
                      <a:pt x="136" y="172"/>
                    </a:lnTo>
                    <a:lnTo>
                      <a:pt x="138" y="166"/>
                    </a:lnTo>
                    <a:lnTo>
                      <a:pt x="138" y="164"/>
                    </a:lnTo>
                    <a:lnTo>
                      <a:pt x="142" y="162"/>
                    </a:lnTo>
                    <a:lnTo>
                      <a:pt x="142" y="162"/>
                    </a:lnTo>
                    <a:lnTo>
                      <a:pt x="146" y="162"/>
                    </a:lnTo>
                    <a:lnTo>
                      <a:pt x="148" y="158"/>
                    </a:lnTo>
                    <a:lnTo>
                      <a:pt x="148" y="158"/>
                    </a:lnTo>
                    <a:lnTo>
                      <a:pt x="150" y="154"/>
                    </a:lnTo>
                    <a:lnTo>
                      <a:pt x="152" y="154"/>
                    </a:lnTo>
                    <a:lnTo>
                      <a:pt x="154" y="156"/>
                    </a:lnTo>
                    <a:lnTo>
                      <a:pt x="154" y="156"/>
                    </a:lnTo>
                    <a:lnTo>
                      <a:pt x="154" y="156"/>
                    </a:lnTo>
                    <a:lnTo>
                      <a:pt x="156" y="156"/>
                    </a:lnTo>
                    <a:lnTo>
                      <a:pt x="158" y="154"/>
                    </a:lnTo>
                    <a:lnTo>
                      <a:pt x="158" y="156"/>
                    </a:lnTo>
                    <a:lnTo>
                      <a:pt x="158" y="156"/>
                    </a:lnTo>
                    <a:lnTo>
                      <a:pt x="162" y="160"/>
                    </a:lnTo>
                    <a:lnTo>
                      <a:pt x="164" y="162"/>
                    </a:lnTo>
                    <a:lnTo>
                      <a:pt x="166" y="158"/>
                    </a:lnTo>
                    <a:lnTo>
                      <a:pt x="166" y="158"/>
                    </a:lnTo>
                    <a:lnTo>
                      <a:pt x="170" y="158"/>
                    </a:lnTo>
                    <a:lnTo>
                      <a:pt x="174" y="158"/>
                    </a:lnTo>
                    <a:lnTo>
                      <a:pt x="174" y="158"/>
                    </a:lnTo>
                    <a:lnTo>
                      <a:pt x="182" y="156"/>
                    </a:lnTo>
                    <a:lnTo>
                      <a:pt x="188" y="154"/>
                    </a:lnTo>
                    <a:lnTo>
                      <a:pt x="188" y="154"/>
                    </a:lnTo>
                    <a:lnTo>
                      <a:pt x="200" y="152"/>
                    </a:lnTo>
                    <a:lnTo>
                      <a:pt x="206" y="148"/>
                    </a:lnTo>
                    <a:lnTo>
                      <a:pt x="214" y="148"/>
                    </a:lnTo>
                    <a:lnTo>
                      <a:pt x="214" y="148"/>
                    </a:lnTo>
                    <a:lnTo>
                      <a:pt x="216" y="144"/>
                    </a:lnTo>
                    <a:lnTo>
                      <a:pt x="216" y="144"/>
                    </a:lnTo>
                    <a:lnTo>
                      <a:pt x="216" y="138"/>
                    </a:lnTo>
                    <a:lnTo>
                      <a:pt x="220" y="134"/>
                    </a:lnTo>
                    <a:lnTo>
                      <a:pt x="218" y="96"/>
                    </a:lnTo>
                    <a:lnTo>
                      <a:pt x="218" y="96"/>
                    </a:lnTo>
                    <a:lnTo>
                      <a:pt x="212" y="98"/>
                    </a:lnTo>
                    <a:lnTo>
                      <a:pt x="206" y="98"/>
                    </a:lnTo>
                    <a:lnTo>
                      <a:pt x="206" y="98"/>
                    </a:lnTo>
                    <a:lnTo>
                      <a:pt x="206" y="98"/>
                    </a:lnTo>
                    <a:lnTo>
                      <a:pt x="206" y="96"/>
                    </a:lnTo>
                    <a:lnTo>
                      <a:pt x="204" y="90"/>
                    </a:lnTo>
                    <a:lnTo>
                      <a:pt x="204" y="90"/>
                    </a:lnTo>
                    <a:lnTo>
                      <a:pt x="204" y="88"/>
                    </a:lnTo>
                    <a:lnTo>
                      <a:pt x="204" y="84"/>
                    </a:lnTo>
                    <a:lnTo>
                      <a:pt x="204" y="84"/>
                    </a:lnTo>
                    <a:lnTo>
                      <a:pt x="204" y="80"/>
                    </a:lnTo>
                    <a:lnTo>
                      <a:pt x="204" y="78"/>
                    </a:lnTo>
                    <a:lnTo>
                      <a:pt x="200" y="76"/>
                    </a:lnTo>
                    <a:lnTo>
                      <a:pt x="200" y="76"/>
                    </a:lnTo>
                    <a:lnTo>
                      <a:pt x="196" y="74"/>
                    </a:lnTo>
                    <a:lnTo>
                      <a:pt x="190" y="70"/>
                    </a:lnTo>
                    <a:lnTo>
                      <a:pt x="190" y="70"/>
                    </a:lnTo>
                    <a:lnTo>
                      <a:pt x="186" y="66"/>
                    </a:lnTo>
                    <a:lnTo>
                      <a:pt x="186" y="64"/>
                    </a:lnTo>
                    <a:lnTo>
                      <a:pt x="102" y="0"/>
                    </a:lnTo>
                    <a:lnTo>
                      <a:pt x="78" y="0"/>
                    </a:lnTo>
                    <a:lnTo>
                      <a:pt x="86" y="136"/>
                    </a:lnTo>
                    <a:lnTo>
                      <a:pt x="86" y="136"/>
                    </a:lnTo>
                    <a:lnTo>
                      <a:pt x="88" y="138"/>
                    </a:lnTo>
                    <a:lnTo>
                      <a:pt x="90" y="138"/>
                    </a:lnTo>
                    <a:lnTo>
                      <a:pt x="90" y="142"/>
                    </a:lnTo>
                    <a:lnTo>
                      <a:pt x="90" y="142"/>
                    </a:lnTo>
                    <a:lnTo>
                      <a:pt x="86" y="150"/>
                    </a:lnTo>
                    <a:lnTo>
                      <a:pt x="38" y="150"/>
                    </a:lnTo>
                    <a:lnTo>
                      <a:pt x="38" y="150"/>
                    </a:lnTo>
                    <a:lnTo>
                      <a:pt x="36" y="148"/>
                    </a:lnTo>
                    <a:lnTo>
                      <a:pt x="32" y="148"/>
                    </a:lnTo>
                    <a:lnTo>
                      <a:pt x="32" y="148"/>
                    </a:lnTo>
                    <a:lnTo>
                      <a:pt x="30" y="150"/>
                    </a:lnTo>
                    <a:lnTo>
                      <a:pt x="32" y="154"/>
                    </a:lnTo>
                    <a:lnTo>
                      <a:pt x="32" y="154"/>
                    </a:lnTo>
                    <a:lnTo>
                      <a:pt x="32" y="156"/>
                    </a:lnTo>
                    <a:lnTo>
                      <a:pt x="30" y="156"/>
                    </a:lnTo>
                    <a:lnTo>
                      <a:pt x="28" y="156"/>
                    </a:lnTo>
                    <a:lnTo>
                      <a:pt x="28" y="156"/>
                    </a:lnTo>
                    <a:lnTo>
                      <a:pt x="26" y="156"/>
                    </a:lnTo>
                    <a:lnTo>
                      <a:pt x="20" y="156"/>
                    </a:lnTo>
                    <a:lnTo>
                      <a:pt x="20" y="156"/>
                    </a:lnTo>
                    <a:lnTo>
                      <a:pt x="10" y="154"/>
                    </a:lnTo>
                    <a:lnTo>
                      <a:pt x="10" y="154"/>
                    </a:lnTo>
                    <a:lnTo>
                      <a:pt x="10" y="156"/>
                    </a:lnTo>
                    <a:lnTo>
                      <a:pt x="8" y="160"/>
                    </a:lnTo>
                    <a:lnTo>
                      <a:pt x="8" y="160"/>
                    </a:lnTo>
                    <a:lnTo>
                      <a:pt x="8" y="164"/>
                    </a:lnTo>
                    <a:lnTo>
                      <a:pt x="8" y="166"/>
                    </a:lnTo>
                    <a:lnTo>
                      <a:pt x="6" y="168"/>
                    </a:lnTo>
                    <a:lnTo>
                      <a:pt x="6" y="168"/>
                    </a:lnTo>
                    <a:lnTo>
                      <a:pt x="4" y="170"/>
                    </a:lnTo>
                    <a:lnTo>
                      <a:pt x="2" y="170"/>
                    </a:lnTo>
                    <a:lnTo>
                      <a:pt x="2" y="170"/>
                    </a:lnTo>
                    <a:lnTo>
                      <a:pt x="0" y="174"/>
                    </a:lnTo>
                    <a:lnTo>
                      <a:pt x="2" y="176"/>
                    </a:lnTo>
                    <a:lnTo>
                      <a:pt x="2" y="178"/>
                    </a:lnTo>
                    <a:lnTo>
                      <a:pt x="2" y="178"/>
                    </a:lnTo>
                    <a:lnTo>
                      <a:pt x="2" y="180"/>
                    </a:lnTo>
                    <a:lnTo>
                      <a:pt x="2" y="184"/>
                    </a:lnTo>
                    <a:lnTo>
                      <a:pt x="0" y="190"/>
                    </a:lnTo>
                    <a:lnTo>
                      <a:pt x="0" y="190"/>
                    </a:lnTo>
                    <a:lnTo>
                      <a:pt x="0" y="192"/>
                    </a:lnTo>
                    <a:lnTo>
                      <a:pt x="2" y="194"/>
                    </a:lnTo>
                    <a:lnTo>
                      <a:pt x="2" y="194"/>
                    </a:lnTo>
                    <a:lnTo>
                      <a:pt x="6" y="198"/>
                    </a:lnTo>
                    <a:lnTo>
                      <a:pt x="6" y="200"/>
                    </a:lnTo>
                    <a:lnTo>
                      <a:pt x="6" y="200"/>
                    </a:lnTo>
                    <a:lnTo>
                      <a:pt x="8" y="210"/>
                    </a:lnTo>
                    <a:lnTo>
                      <a:pt x="8" y="216"/>
                    </a:lnTo>
                    <a:lnTo>
                      <a:pt x="12" y="216"/>
                    </a:lnTo>
                    <a:lnTo>
                      <a:pt x="12" y="216"/>
                    </a:lnTo>
                    <a:lnTo>
                      <a:pt x="12" y="214"/>
                    </a:lnTo>
                    <a:lnTo>
                      <a:pt x="16" y="214"/>
                    </a:lnTo>
                    <a:lnTo>
                      <a:pt x="16" y="214"/>
                    </a:lnTo>
                    <a:lnTo>
                      <a:pt x="20" y="216"/>
                    </a:lnTo>
                    <a:lnTo>
                      <a:pt x="22" y="216"/>
                    </a:lnTo>
                    <a:lnTo>
                      <a:pt x="22" y="216"/>
                    </a:lnTo>
                    <a:lnTo>
                      <a:pt x="24" y="214"/>
                    </a:lnTo>
                    <a:lnTo>
                      <a:pt x="26" y="212"/>
                    </a:lnTo>
                    <a:lnTo>
                      <a:pt x="26" y="212"/>
                    </a:lnTo>
                    <a:lnTo>
                      <a:pt x="28" y="214"/>
                    </a:lnTo>
                    <a:lnTo>
                      <a:pt x="30" y="214"/>
                    </a:lnTo>
                    <a:lnTo>
                      <a:pt x="32" y="214"/>
                    </a:lnTo>
                    <a:lnTo>
                      <a:pt x="32" y="214"/>
                    </a:lnTo>
                    <a:lnTo>
                      <a:pt x="38" y="214"/>
                    </a:lnTo>
                    <a:lnTo>
                      <a:pt x="38" y="216"/>
                    </a:lnTo>
                    <a:lnTo>
                      <a:pt x="38" y="216"/>
                    </a:lnTo>
                    <a:lnTo>
                      <a:pt x="40" y="222"/>
                    </a:lnTo>
                    <a:lnTo>
                      <a:pt x="40" y="222"/>
                    </a:lnTo>
                    <a:lnTo>
                      <a:pt x="40" y="226"/>
                    </a:lnTo>
                    <a:lnTo>
                      <a:pt x="38" y="228"/>
                    </a:lnTo>
                    <a:lnTo>
                      <a:pt x="38" y="230"/>
                    </a:lnTo>
                    <a:lnTo>
                      <a:pt x="38" y="232"/>
                    </a:lnTo>
                    <a:lnTo>
                      <a:pt x="38" y="232"/>
                    </a:lnTo>
                    <a:lnTo>
                      <a:pt x="40" y="234"/>
                    </a:lnTo>
                    <a:lnTo>
                      <a:pt x="42" y="238"/>
                    </a:lnTo>
                    <a:lnTo>
                      <a:pt x="42" y="238"/>
                    </a:lnTo>
                    <a:lnTo>
                      <a:pt x="42" y="240"/>
                    </a:lnTo>
                    <a:lnTo>
                      <a:pt x="44" y="240"/>
                    </a:lnTo>
                    <a:lnTo>
                      <a:pt x="48" y="240"/>
                    </a:lnTo>
                    <a:lnTo>
                      <a:pt x="36" y="246"/>
                    </a:lnTo>
                    <a:lnTo>
                      <a:pt x="36" y="246"/>
                    </a:lnTo>
                    <a:lnTo>
                      <a:pt x="38" y="246"/>
                    </a:lnTo>
                    <a:lnTo>
                      <a:pt x="40" y="248"/>
                    </a:lnTo>
                    <a:lnTo>
                      <a:pt x="40" y="248"/>
                    </a:lnTo>
                    <a:lnTo>
                      <a:pt x="42" y="246"/>
                    </a:lnTo>
                    <a:lnTo>
                      <a:pt x="44" y="246"/>
                    </a:lnTo>
                    <a:lnTo>
                      <a:pt x="44" y="248"/>
                    </a:lnTo>
                    <a:lnTo>
                      <a:pt x="44" y="248"/>
                    </a:lnTo>
                    <a:lnTo>
                      <a:pt x="46" y="250"/>
                    </a:lnTo>
                    <a:lnTo>
                      <a:pt x="48" y="250"/>
                    </a:lnTo>
                    <a:lnTo>
                      <a:pt x="50" y="250"/>
                    </a:lnTo>
                    <a:lnTo>
                      <a:pt x="52" y="252"/>
                    </a:lnTo>
                    <a:lnTo>
                      <a:pt x="52" y="252"/>
                    </a:lnTo>
                    <a:lnTo>
                      <a:pt x="54" y="256"/>
                    </a:lnTo>
                    <a:lnTo>
                      <a:pt x="58" y="258"/>
                    </a:lnTo>
                    <a:lnTo>
                      <a:pt x="58" y="258"/>
                    </a:lnTo>
                    <a:lnTo>
                      <a:pt x="62" y="260"/>
                    </a:lnTo>
                    <a:lnTo>
                      <a:pt x="62" y="260"/>
                    </a:lnTo>
                    <a:lnTo>
                      <a:pt x="62" y="260"/>
                    </a:lnTo>
                    <a:lnTo>
                      <a:pt x="64" y="258"/>
                    </a:lnTo>
                    <a:lnTo>
                      <a:pt x="68" y="256"/>
                    </a:lnTo>
                    <a:lnTo>
                      <a:pt x="68" y="256"/>
                    </a:lnTo>
                    <a:lnTo>
                      <a:pt x="70" y="254"/>
                    </a:lnTo>
                    <a:lnTo>
                      <a:pt x="72" y="256"/>
                    </a:lnTo>
                    <a:lnTo>
                      <a:pt x="72" y="258"/>
                    </a:lnTo>
                    <a:lnTo>
                      <a:pt x="74" y="250"/>
                    </a:lnTo>
                    <a:lnTo>
                      <a:pt x="76" y="248"/>
                    </a:lnTo>
                    <a:lnTo>
                      <a:pt x="76" y="248"/>
                    </a:lnTo>
                    <a:lnTo>
                      <a:pt x="78" y="250"/>
                    </a:lnTo>
                    <a:lnTo>
                      <a:pt x="80" y="252"/>
                    </a:lnTo>
                    <a:lnTo>
                      <a:pt x="82" y="252"/>
                    </a:lnTo>
                    <a:lnTo>
                      <a:pt x="82" y="252"/>
                    </a:lnTo>
                    <a:lnTo>
                      <a:pt x="84" y="250"/>
                    </a:lnTo>
                    <a:lnTo>
                      <a:pt x="86" y="248"/>
                    </a:lnTo>
                    <a:lnTo>
                      <a:pt x="86" y="246"/>
                    </a:lnTo>
                    <a:lnTo>
                      <a:pt x="88" y="2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6" name="Freeform 142">
                <a:extLst>
                  <a:ext uri="{FF2B5EF4-FFF2-40B4-BE49-F238E27FC236}">
                    <a16:creationId xmlns:a16="http://schemas.microsoft.com/office/drawing/2014/main" id="{03553A66-5DC3-3A41-B4DB-76876773A85D}"/>
                  </a:ext>
                </a:extLst>
              </p:cNvPr>
              <p:cNvSpPr>
                <a:spLocks/>
              </p:cNvSpPr>
              <p:nvPr/>
            </p:nvSpPr>
            <p:spPr bwMode="auto">
              <a:xfrm>
                <a:off x="6744812" y="4700007"/>
                <a:ext cx="90018" cy="252296"/>
              </a:xfrm>
              <a:custGeom>
                <a:avLst/>
                <a:gdLst>
                  <a:gd name="T0" fmla="*/ 8 w 46"/>
                  <a:gd name="T1" fmla="*/ 0 h 126"/>
                  <a:gd name="T2" fmla="*/ 12 w 46"/>
                  <a:gd name="T3" fmla="*/ 6 h 126"/>
                  <a:gd name="T4" fmla="*/ 14 w 46"/>
                  <a:gd name="T5" fmla="*/ 12 h 126"/>
                  <a:gd name="T6" fmla="*/ 14 w 46"/>
                  <a:gd name="T7" fmla="*/ 16 h 126"/>
                  <a:gd name="T8" fmla="*/ 12 w 46"/>
                  <a:gd name="T9" fmla="*/ 24 h 126"/>
                  <a:gd name="T10" fmla="*/ 8 w 46"/>
                  <a:gd name="T11" fmla="*/ 28 h 126"/>
                  <a:gd name="T12" fmla="*/ 8 w 46"/>
                  <a:gd name="T13" fmla="*/ 34 h 126"/>
                  <a:gd name="T14" fmla="*/ 8 w 46"/>
                  <a:gd name="T15" fmla="*/ 42 h 126"/>
                  <a:gd name="T16" fmla="*/ 12 w 46"/>
                  <a:gd name="T17" fmla="*/ 44 h 126"/>
                  <a:gd name="T18" fmla="*/ 10 w 46"/>
                  <a:gd name="T19" fmla="*/ 48 h 126"/>
                  <a:gd name="T20" fmla="*/ 2 w 46"/>
                  <a:gd name="T21" fmla="*/ 54 h 126"/>
                  <a:gd name="T22" fmla="*/ 2 w 46"/>
                  <a:gd name="T23" fmla="*/ 64 h 126"/>
                  <a:gd name="T24" fmla="*/ 0 w 46"/>
                  <a:gd name="T25" fmla="*/ 72 h 126"/>
                  <a:gd name="T26" fmla="*/ 2 w 46"/>
                  <a:gd name="T27" fmla="*/ 80 h 126"/>
                  <a:gd name="T28" fmla="*/ 8 w 46"/>
                  <a:gd name="T29" fmla="*/ 86 h 126"/>
                  <a:gd name="T30" fmla="*/ 10 w 46"/>
                  <a:gd name="T31" fmla="*/ 90 h 126"/>
                  <a:gd name="T32" fmla="*/ 20 w 46"/>
                  <a:gd name="T33" fmla="*/ 88 h 126"/>
                  <a:gd name="T34" fmla="*/ 22 w 46"/>
                  <a:gd name="T35" fmla="*/ 94 h 126"/>
                  <a:gd name="T36" fmla="*/ 20 w 46"/>
                  <a:gd name="T37" fmla="*/ 104 h 126"/>
                  <a:gd name="T38" fmla="*/ 20 w 46"/>
                  <a:gd name="T39" fmla="*/ 110 h 126"/>
                  <a:gd name="T40" fmla="*/ 32 w 46"/>
                  <a:gd name="T41" fmla="*/ 120 h 126"/>
                  <a:gd name="T42" fmla="*/ 32 w 46"/>
                  <a:gd name="T43" fmla="*/ 126 h 126"/>
                  <a:gd name="T44" fmla="*/ 38 w 46"/>
                  <a:gd name="T45" fmla="*/ 124 h 126"/>
                  <a:gd name="T46" fmla="*/ 38 w 46"/>
                  <a:gd name="T47" fmla="*/ 120 h 126"/>
                  <a:gd name="T48" fmla="*/ 38 w 46"/>
                  <a:gd name="T49" fmla="*/ 106 h 126"/>
                  <a:gd name="T50" fmla="*/ 44 w 46"/>
                  <a:gd name="T51" fmla="*/ 106 h 126"/>
                  <a:gd name="T52" fmla="*/ 44 w 46"/>
                  <a:gd name="T53" fmla="*/ 100 h 126"/>
                  <a:gd name="T54" fmla="*/ 46 w 46"/>
                  <a:gd name="T55" fmla="*/ 90 h 126"/>
                  <a:gd name="T56" fmla="*/ 44 w 46"/>
                  <a:gd name="T57" fmla="*/ 86 h 126"/>
                  <a:gd name="T58" fmla="*/ 40 w 46"/>
                  <a:gd name="T59" fmla="*/ 80 h 126"/>
                  <a:gd name="T60" fmla="*/ 36 w 46"/>
                  <a:gd name="T61" fmla="*/ 70 h 126"/>
                  <a:gd name="T62" fmla="*/ 34 w 46"/>
                  <a:gd name="T63" fmla="*/ 70 h 126"/>
                  <a:gd name="T64" fmla="*/ 36 w 46"/>
                  <a:gd name="T65" fmla="*/ 72 h 126"/>
                  <a:gd name="T66" fmla="*/ 32 w 46"/>
                  <a:gd name="T67" fmla="*/ 74 h 126"/>
                  <a:gd name="T68" fmla="*/ 30 w 46"/>
                  <a:gd name="T69" fmla="*/ 74 h 126"/>
                  <a:gd name="T70" fmla="*/ 30 w 46"/>
                  <a:gd name="T71" fmla="*/ 66 h 126"/>
                  <a:gd name="T72" fmla="*/ 26 w 46"/>
                  <a:gd name="T73" fmla="*/ 64 h 126"/>
                  <a:gd name="T74" fmla="*/ 26 w 46"/>
                  <a:gd name="T75" fmla="*/ 58 h 126"/>
                  <a:gd name="T76" fmla="*/ 26 w 46"/>
                  <a:gd name="T77" fmla="*/ 54 h 126"/>
                  <a:gd name="T78" fmla="*/ 24 w 46"/>
                  <a:gd name="T79" fmla="*/ 48 h 126"/>
                  <a:gd name="T80" fmla="*/ 22 w 46"/>
                  <a:gd name="T81" fmla="*/ 42 h 126"/>
                  <a:gd name="T82" fmla="*/ 26 w 46"/>
                  <a:gd name="T83" fmla="*/ 32 h 126"/>
                  <a:gd name="T84" fmla="*/ 24 w 46"/>
                  <a:gd name="T85" fmla="*/ 10 h 126"/>
                  <a:gd name="T86" fmla="*/ 22 w 46"/>
                  <a:gd name="T87" fmla="*/ 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 h="126">
                    <a:moveTo>
                      <a:pt x="24" y="2"/>
                    </a:moveTo>
                    <a:lnTo>
                      <a:pt x="22" y="2"/>
                    </a:lnTo>
                    <a:lnTo>
                      <a:pt x="8" y="0"/>
                    </a:lnTo>
                    <a:lnTo>
                      <a:pt x="8" y="0"/>
                    </a:lnTo>
                    <a:lnTo>
                      <a:pt x="10" y="2"/>
                    </a:lnTo>
                    <a:lnTo>
                      <a:pt x="12" y="6"/>
                    </a:lnTo>
                    <a:lnTo>
                      <a:pt x="12" y="6"/>
                    </a:lnTo>
                    <a:lnTo>
                      <a:pt x="14" y="8"/>
                    </a:lnTo>
                    <a:lnTo>
                      <a:pt x="14" y="12"/>
                    </a:lnTo>
                    <a:lnTo>
                      <a:pt x="14" y="14"/>
                    </a:lnTo>
                    <a:lnTo>
                      <a:pt x="14" y="16"/>
                    </a:lnTo>
                    <a:lnTo>
                      <a:pt x="14" y="16"/>
                    </a:lnTo>
                    <a:lnTo>
                      <a:pt x="16" y="18"/>
                    </a:lnTo>
                    <a:lnTo>
                      <a:pt x="14" y="20"/>
                    </a:lnTo>
                    <a:lnTo>
                      <a:pt x="12" y="24"/>
                    </a:lnTo>
                    <a:lnTo>
                      <a:pt x="12" y="24"/>
                    </a:lnTo>
                    <a:lnTo>
                      <a:pt x="8" y="26"/>
                    </a:lnTo>
                    <a:lnTo>
                      <a:pt x="8" y="28"/>
                    </a:lnTo>
                    <a:lnTo>
                      <a:pt x="8" y="30"/>
                    </a:lnTo>
                    <a:lnTo>
                      <a:pt x="8" y="30"/>
                    </a:lnTo>
                    <a:lnTo>
                      <a:pt x="8" y="34"/>
                    </a:lnTo>
                    <a:lnTo>
                      <a:pt x="8" y="40"/>
                    </a:lnTo>
                    <a:lnTo>
                      <a:pt x="8" y="40"/>
                    </a:lnTo>
                    <a:lnTo>
                      <a:pt x="8" y="42"/>
                    </a:lnTo>
                    <a:lnTo>
                      <a:pt x="10" y="42"/>
                    </a:lnTo>
                    <a:lnTo>
                      <a:pt x="10" y="42"/>
                    </a:lnTo>
                    <a:lnTo>
                      <a:pt x="12" y="44"/>
                    </a:lnTo>
                    <a:lnTo>
                      <a:pt x="12" y="44"/>
                    </a:lnTo>
                    <a:lnTo>
                      <a:pt x="12" y="46"/>
                    </a:lnTo>
                    <a:lnTo>
                      <a:pt x="10" y="48"/>
                    </a:lnTo>
                    <a:lnTo>
                      <a:pt x="4" y="52"/>
                    </a:lnTo>
                    <a:lnTo>
                      <a:pt x="4" y="52"/>
                    </a:lnTo>
                    <a:lnTo>
                      <a:pt x="2" y="54"/>
                    </a:lnTo>
                    <a:lnTo>
                      <a:pt x="2" y="58"/>
                    </a:lnTo>
                    <a:lnTo>
                      <a:pt x="2" y="64"/>
                    </a:lnTo>
                    <a:lnTo>
                      <a:pt x="2" y="64"/>
                    </a:lnTo>
                    <a:lnTo>
                      <a:pt x="2" y="66"/>
                    </a:lnTo>
                    <a:lnTo>
                      <a:pt x="2" y="68"/>
                    </a:lnTo>
                    <a:lnTo>
                      <a:pt x="0" y="72"/>
                    </a:lnTo>
                    <a:lnTo>
                      <a:pt x="0" y="72"/>
                    </a:lnTo>
                    <a:lnTo>
                      <a:pt x="2" y="80"/>
                    </a:lnTo>
                    <a:lnTo>
                      <a:pt x="2" y="80"/>
                    </a:lnTo>
                    <a:lnTo>
                      <a:pt x="4" y="82"/>
                    </a:lnTo>
                    <a:lnTo>
                      <a:pt x="8" y="86"/>
                    </a:lnTo>
                    <a:lnTo>
                      <a:pt x="8" y="86"/>
                    </a:lnTo>
                    <a:lnTo>
                      <a:pt x="8" y="90"/>
                    </a:lnTo>
                    <a:lnTo>
                      <a:pt x="10" y="90"/>
                    </a:lnTo>
                    <a:lnTo>
                      <a:pt x="10" y="90"/>
                    </a:lnTo>
                    <a:lnTo>
                      <a:pt x="10" y="90"/>
                    </a:lnTo>
                    <a:lnTo>
                      <a:pt x="20" y="88"/>
                    </a:lnTo>
                    <a:lnTo>
                      <a:pt x="20" y="88"/>
                    </a:lnTo>
                    <a:lnTo>
                      <a:pt x="20" y="90"/>
                    </a:lnTo>
                    <a:lnTo>
                      <a:pt x="22" y="94"/>
                    </a:lnTo>
                    <a:lnTo>
                      <a:pt x="22" y="94"/>
                    </a:lnTo>
                    <a:lnTo>
                      <a:pt x="22" y="98"/>
                    </a:lnTo>
                    <a:lnTo>
                      <a:pt x="20" y="104"/>
                    </a:lnTo>
                    <a:lnTo>
                      <a:pt x="20" y="104"/>
                    </a:lnTo>
                    <a:lnTo>
                      <a:pt x="18" y="108"/>
                    </a:lnTo>
                    <a:lnTo>
                      <a:pt x="20" y="110"/>
                    </a:lnTo>
                    <a:lnTo>
                      <a:pt x="20" y="110"/>
                    </a:lnTo>
                    <a:lnTo>
                      <a:pt x="28" y="118"/>
                    </a:lnTo>
                    <a:lnTo>
                      <a:pt x="28" y="118"/>
                    </a:lnTo>
                    <a:lnTo>
                      <a:pt x="32" y="120"/>
                    </a:lnTo>
                    <a:lnTo>
                      <a:pt x="32" y="120"/>
                    </a:lnTo>
                    <a:lnTo>
                      <a:pt x="32" y="124"/>
                    </a:lnTo>
                    <a:lnTo>
                      <a:pt x="32" y="126"/>
                    </a:lnTo>
                    <a:lnTo>
                      <a:pt x="34" y="126"/>
                    </a:lnTo>
                    <a:lnTo>
                      <a:pt x="34" y="126"/>
                    </a:lnTo>
                    <a:lnTo>
                      <a:pt x="38" y="124"/>
                    </a:lnTo>
                    <a:lnTo>
                      <a:pt x="38" y="122"/>
                    </a:lnTo>
                    <a:lnTo>
                      <a:pt x="38" y="120"/>
                    </a:lnTo>
                    <a:lnTo>
                      <a:pt x="38" y="120"/>
                    </a:lnTo>
                    <a:lnTo>
                      <a:pt x="36" y="112"/>
                    </a:lnTo>
                    <a:lnTo>
                      <a:pt x="36" y="108"/>
                    </a:lnTo>
                    <a:lnTo>
                      <a:pt x="38" y="106"/>
                    </a:lnTo>
                    <a:lnTo>
                      <a:pt x="38" y="106"/>
                    </a:lnTo>
                    <a:lnTo>
                      <a:pt x="42" y="108"/>
                    </a:lnTo>
                    <a:lnTo>
                      <a:pt x="44" y="106"/>
                    </a:lnTo>
                    <a:lnTo>
                      <a:pt x="46" y="104"/>
                    </a:lnTo>
                    <a:lnTo>
                      <a:pt x="46" y="104"/>
                    </a:lnTo>
                    <a:lnTo>
                      <a:pt x="44" y="100"/>
                    </a:lnTo>
                    <a:lnTo>
                      <a:pt x="44" y="96"/>
                    </a:lnTo>
                    <a:lnTo>
                      <a:pt x="44" y="96"/>
                    </a:lnTo>
                    <a:lnTo>
                      <a:pt x="46" y="90"/>
                    </a:lnTo>
                    <a:lnTo>
                      <a:pt x="46" y="86"/>
                    </a:lnTo>
                    <a:lnTo>
                      <a:pt x="44" y="86"/>
                    </a:lnTo>
                    <a:lnTo>
                      <a:pt x="44" y="86"/>
                    </a:lnTo>
                    <a:lnTo>
                      <a:pt x="42" y="84"/>
                    </a:lnTo>
                    <a:lnTo>
                      <a:pt x="40" y="80"/>
                    </a:lnTo>
                    <a:lnTo>
                      <a:pt x="40" y="80"/>
                    </a:lnTo>
                    <a:lnTo>
                      <a:pt x="38" y="74"/>
                    </a:lnTo>
                    <a:lnTo>
                      <a:pt x="36" y="70"/>
                    </a:lnTo>
                    <a:lnTo>
                      <a:pt x="36" y="70"/>
                    </a:lnTo>
                    <a:lnTo>
                      <a:pt x="34" y="68"/>
                    </a:lnTo>
                    <a:lnTo>
                      <a:pt x="34" y="68"/>
                    </a:lnTo>
                    <a:lnTo>
                      <a:pt x="34" y="70"/>
                    </a:lnTo>
                    <a:lnTo>
                      <a:pt x="34" y="70"/>
                    </a:lnTo>
                    <a:lnTo>
                      <a:pt x="36" y="72"/>
                    </a:lnTo>
                    <a:lnTo>
                      <a:pt x="36" y="72"/>
                    </a:lnTo>
                    <a:lnTo>
                      <a:pt x="36" y="76"/>
                    </a:lnTo>
                    <a:lnTo>
                      <a:pt x="36" y="76"/>
                    </a:lnTo>
                    <a:lnTo>
                      <a:pt x="32" y="74"/>
                    </a:lnTo>
                    <a:lnTo>
                      <a:pt x="32" y="74"/>
                    </a:lnTo>
                    <a:lnTo>
                      <a:pt x="30" y="74"/>
                    </a:lnTo>
                    <a:lnTo>
                      <a:pt x="30" y="74"/>
                    </a:lnTo>
                    <a:lnTo>
                      <a:pt x="30" y="74"/>
                    </a:lnTo>
                    <a:lnTo>
                      <a:pt x="30" y="70"/>
                    </a:lnTo>
                    <a:lnTo>
                      <a:pt x="30" y="66"/>
                    </a:lnTo>
                    <a:lnTo>
                      <a:pt x="30" y="66"/>
                    </a:lnTo>
                    <a:lnTo>
                      <a:pt x="26" y="64"/>
                    </a:lnTo>
                    <a:lnTo>
                      <a:pt x="26" y="64"/>
                    </a:lnTo>
                    <a:lnTo>
                      <a:pt x="26" y="60"/>
                    </a:lnTo>
                    <a:lnTo>
                      <a:pt x="26" y="58"/>
                    </a:lnTo>
                    <a:lnTo>
                      <a:pt x="26" y="58"/>
                    </a:lnTo>
                    <a:lnTo>
                      <a:pt x="26" y="58"/>
                    </a:lnTo>
                    <a:lnTo>
                      <a:pt x="28" y="56"/>
                    </a:lnTo>
                    <a:lnTo>
                      <a:pt x="26" y="54"/>
                    </a:lnTo>
                    <a:lnTo>
                      <a:pt x="24" y="52"/>
                    </a:lnTo>
                    <a:lnTo>
                      <a:pt x="24" y="52"/>
                    </a:lnTo>
                    <a:lnTo>
                      <a:pt x="24" y="48"/>
                    </a:lnTo>
                    <a:lnTo>
                      <a:pt x="26" y="42"/>
                    </a:lnTo>
                    <a:lnTo>
                      <a:pt x="26" y="42"/>
                    </a:lnTo>
                    <a:lnTo>
                      <a:pt x="22" y="42"/>
                    </a:lnTo>
                    <a:lnTo>
                      <a:pt x="22" y="42"/>
                    </a:lnTo>
                    <a:lnTo>
                      <a:pt x="22" y="38"/>
                    </a:lnTo>
                    <a:lnTo>
                      <a:pt x="26" y="32"/>
                    </a:lnTo>
                    <a:lnTo>
                      <a:pt x="26" y="32"/>
                    </a:lnTo>
                    <a:lnTo>
                      <a:pt x="26" y="22"/>
                    </a:lnTo>
                    <a:lnTo>
                      <a:pt x="24" y="10"/>
                    </a:lnTo>
                    <a:lnTo>
                      <a:pt x="24" y="10"/>
                    </a:lnTo>
                    <a:lnTo>
                      <a:pt x="24" y="6"/>
                    </a:lnTo>
                    <a:lnTo>
                      <a:pt x="22" y="2"/>
                    </a:lnTo>
                    <a:lnTo>
                      <a:pt x="24" y="2"/>
                    </a:lnTo>
                    <a:lnTo>
                      <a:pt x="24"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7" name="Freeform 143">
                <a:extLst>
                  <a:ext uri="{FF2B5EF4-FFF2-40B4-BE49-F238E27FC236}">
                    <a16:creationId xmlns:a16="http://schemas.microsoft.com/office/drawing/2014/main" id="{885C3DAA-3DCC-0449-BA4B-8F0F78DFE2FD}"/>
                  </a:ext>
                </a:extLst>
              </p:cNvPr>
              <p:cNvSpPr>
                <a:spLocks/>
              </p:cNvSpPr>
              <p:nvPr/>
            </p:nvSpPr>
            <p:spPr bwMode="auto">
              <a:xfrm>
                <a:off x="7018778" y="4804128"/>
                <a:ext cx="199604" cy="444522"/>
              </a:xfrm>
              <a:custGeom>
                <a:avLst/>
                <a:gdLst>
                  <a:gd name="T0" fmla="*/ 78 w 102"/>
                  <a:gd name="T1" fmla="*/ 6 h 222"/>
                  <a:gd name="T2" fmla="*/ 72 w 102"/>
                  <a:gd name="T3" fmla="*/ 24 h 222"/>
                  <a:gd name="T4" fmla="*/ 68 w 102"/>
                  <a:gd name="T5" fmla="*/ 26 h 222"/>
                  <a:gd name="T6" fmla="*/ 66 w 102"/>
                  <a:gd name="T7" fmla="*/ 36 h 222"/>
                  <a:gd name="T8" fmla="*/ 66 w 102"/>
                  <a:gd name="T9" fmla="*/ 40 h 222"/>
                  <a:gd name="T10" fmla="*/ 62 w 102"/>
                  <a:gd name="T11" fmla="*/ 46 h 222"/>
                  <a:gd name="T12" fmla="*/ 56 w 102"/>
                  <a:gd name="T13" fmla="*/ 44 h 222"/>
                  <a:gd name="T14" fmla="*/ 54 w 102"/>
                  <a:gd name="T15" fmla="*/ 54 h 222"/>
                  <a:gd name="T16" fmla="*/ 46 w 102"/>
                  <a:gd name="T17" fmla="*/ 56 h 222"/>
                  <a:gd name="T18" fmla="*/ 36 w 102"/>
                  <a:gd name="T19" fmla="*/ 56 h 222"/>
                  <a:gd name="T20" fmla="*/ 34 w 102"/>
                  <a:gd name="T21" fmla="*/ 60 h 222"/>
                  <a:gd name="T22" fmla="*/ 24 w 102"/>
                  <a:gd name="T23" fmla="*/ 64 h 222"/>
                  <a:gd name="T24" fmla="*/ 20 w 102"/>
                  <a:gd name="T25" fmla="*/ 70 h 222"/>
                  <a:gd name="T26" fmla="*/ 16 w 102"/>
                  <a:gd name="T27" fmla="*/ 76 h 222"/>
                  <a:gd name="T28" fmla="*/ 10 w 102"/>
                  <a:gd name="T29" fmla="*/ 82 h 222"/>
                  <a:gd name="T30" fmla="*/ 14 w 102"/>
                  <a:gd name="T31" fmla="*/ 100 h 222"/>
                  <a:gd name="T32" fmla="*/ 18 w 102"/>
                  <a:gd name="T33" fmla="*/ 114 h 222"/>
                  <a:gd name="T34" fmla="*/ 18 w 102"/>
                  <a:gd name="T35" fmla="*/ 124 h 222"/>
                  <a:gd name="T36" fmla="*/ 14 w 102"/>
                  <a:gd name="T37" fmla="*/ 132 h 222"/>
                  <a:gd name="T38" fmla="*/ 8 w 102"/>
                  <a:gd name="T39" fmla="*/ 136 h 222"/>
                  <a:gd name="T40" fmla="*/ 2 w 102"/>
                  <a:gd name="T41" fmla="*/ 150 h 222"/>
                  <a:gd name="T42" fmla="*/ 2 w 102"/>
                  <a:gd name="T43" fmla="*/ 156 h 222"/>
                  <a:gd name="T44" fmla="*/ 4 w 102"/>
                  <a:gd name="T45" fmla="*/ 184 h 222"/>
                  <a:gd name="T46" fmla="*/ 8 w 102"/>
                  <a:gd name="T47" fmla="*/ 188 h 222"/>
                  <a:gd name="T48" fmla="*/ 12 w 102"/>
                  <a:gd name="T49" fmla="*/ 204 h 222"/>
                  <a:gd name="T50" fmla="*/ 20 w 102"/>
                  <a:gd name="T51" fmla="*/ 216 h 222"/>
                  <a:gd name="T52" fmla="*/ 30 w 102"/>
                  <a:gd name="T53" fmla="*/ 222 h 222"/>
                  <a:gd name="T54" fmla="*/ 40 w 102"/>
                  <a:gd name="T55" fmla="*/ 218 h 222"/>
                  <a:gd name="T56" fmla="*/ 52 w 102"/>
                  <a:gd name="T57" fmla="*/ 212 h 222"/>
                  <a:gd name="T58" fmla="*/ 54 w 102"/>
                  <a:gd name="T59" fmla="*/ 208 h 222"/>
                  <a:gd name="T60" fmla="*/ 60 w 102"/>
                  <a:gd name="T61" fmla="*/ 184 h 222"/>
                  <a:gd name="T62" fmla="*/ 68 w 102"/>
                  <a:gd name="T63" fmla="*/ 162 h 222"/>
                  <a:gd name="T64" fmla="*/ 70 w 102"/>
                  <a:gd name="T65" fmla="*/ 156 h 222"/>
                  <a:gd name="T66" fmla="*/ 74 w 102"/>
                  <a:gd name="T67" fmla="*/ 148 h 222"/>
                  <a:gd name="T68" fmla="*/ 76 w 102"/>
                  <a:gd name="T69" fmla="*/ 132 h 222"/>
                  <a:gd name="T70" fmla="*/ 80 w 102"/>
                  <a:gd name="T71" fmla="*/ 118 h 222"/>
                  <a:gd name="T72" fmla="*/ 84 w 102"/>
                  <a:gd name="T73" fmla="*/ 108 h 222"/>
                  <a:gd name="T74" fmla="*/ 88 w 102"/>
                  <a:gd name="T75" fmla="*/ 98 h 222"/>
                  <a:gd name="T76" fmla="*/ 88 w 102"/>
                  <a:gd name="T77" fmla="*/ 82 h 222"/>
                  <a:gd name="T78" fmla="*/ 92 w 102"/>
                  <a:gd name="T79" fmla="*/ 78 h 222"/>
                  <a:gd name="T80" fmla="*/ 94 w 102"/>
                  <a:gd name="T81" fmla="*/ 74 h 222"/>
                  <a:gd name="T82" fmla="*/ 90 w 102"/>
                  <a:gd name="T83" fmla="*/ 64 h 222"/>
                  <a:gd name="T84" fmla="*/ 90 w 102"/>
                  <a:gd name="T85" fmla="*/ 52 h 222"/>
                  <a:gd name="T86" fmla="*/ 98 w 102"/>
                  <a:gd name="T87" fmla="*/ 60 h 222"/>
                  <a:gd name="T88" fmla="*/ 102 w 102"/>
                  <a:gd name="T89" fmla="*/ 40 h 222"/>
                  <a:gd name="T90" fmla="*/ 98 w 102"/>
                  <a:gd name="T91" fmla="*/ 28 h 222"/>
                  <a:gd name="T92" fmla="*/ 96 w 102"/>
                  <a:gd name="T93" fmla="*/ 18 h 222"/>
                  <a:gd name="T94" fmla="*/ 92 w 102"/>
                  <a:gd name="T95" fmla="*/ 8 h 222"/>
                  <a:gd name="T96" fmla="*/ 86 w 102"/>
                  <a:gd name="T97" fmla="*/ 4 h 222"/>
                  <a:gd name="T98" fmla="*/ 84 w 102"/>
                  <a:gd name="T99" fmla="*/ 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222">
                    <a:moveTo>
                      <a:pt x="82" y="0"/>
                    </a:moveTo>
                    <a:lnTo>
                      <a:pt x="82" y="0"/>
                    </a:lnTo>
                    <a:lnTo>
                      <a:pt x="78" y="6"/>
                    </a:lnTo>
                    <a:lnTo>
                      <a:pt x="78" y="6"/>
                    </a:lnTo>
                    <a:lnTo>
                      <a:pt x="78" y="16"/>
                    </a:lnTo>
                    <a:lnTo>
                      <a:pt x="78" y="24"/>
                    </a:lnTo>
                    <a:lnTo>
                      <a:pt x="78" y="24"/>
                    </a:lnTo>
                    <a:lnTo>
                      <a:pt x="72" y="24"/>
                    </a:lnTo>
                    <a:lnTo>
                      <a:pt x="72" y="26"/>
                    </a:lnTo>
                    <a:lnTo>
                      <a:pt x="72" y="26"/>
                    </a:lnTo>
                    <a:lnTo>
                      <a:pt x="70" y="28"/>
                    </a:lnTo>
                    <a:lnTo>
                      <a:pt x="68" y="26"/>
                    </a:lnTo>
                    <a:lnTo>
                      <a:pt x="68" y="26"/>
                    </a:lnTo>
                    <a:lnTo>
                      <a:pt x="68" y="36"/>
                    </a:lnTo>
                    <a:lnTo>
                      <a:pt x="68" y="36"/>
                    </a:lnTo>
                    <a:lnTo>
                      <a:pt x="66" y="36"/>
                    </a:lnTo>
                    <a:lnTo>
                      <a:pt x="66" y="36"/>
                    </a:lnTo>
                    <a:lnTo>
                      <a:pt x="66" y="38"/>
                    </a:lnTo>
                    <a:lnTo>
                      <a:pt x="66" y="40"/>
                    </a:lnTo>
                    <a:lnTo>
                      <a:pt x="66" y="40"/>
                    </a:lnTo>
                    <a:lnTo>
                      <a:pt x="64" y="40"/>
                    </a:lnTo>
                    <a:lnTo>
                      <a:pt x="64" y="40"/>
                    </a:lnTo>
                    <a:lnTo>
                      <a:pt x="62" y="46"/>
                    </a:lnTo>
                    <a:lnTo>
                      <a:pt x="62" y="46"/>
                    </a:lnTo>
                    <a:lnTo>
                      <a:pt x="58" y="42"/>
                    </a:lnTo>
                    <a:lnTo>
                      <a:pt x="58" y="42"/>
                    </a:lnTo>
                    <a:lnTo>
                      <a:pt x="56" y="44"/>
                    </a:lnTo>
                    <a:lnTo>
                      <a:pt x="56" y="44"/>
                    </a:lnTo>
                    <a:lnTo>
                      <a:pt x="56" y="50"/>
                    </a:lnTo>
                    <a:lnTo>
                      <a:pt x="56" y="54"/>
                    </a:lnTo>
                    <a:lnTo>
                      <a:pt x="56" y="54"/>
                    </a:lnTo>
                    <a:lnTo>
                      <a:pt x="54" y="54"/>
                    </a:lnTo>
                    <a:lnTo>
                      <a:pt x="54" y="52"/>
                    </a:lnTo>
                    <a:lnTo>
                      <a:pt x="54" y="52"/>
                    </a:lnTo>
                    <a:lnTo>
                      <a:pt x="50" y="54"/>
                    </a:lnTo>
                    <a:lnTo>
                      <a:pt x="46" y="56"/>
                    </a:lnTo>
                    <a:lnTo>
                      <a:pt x="44" y="58"/>
                    </a:lnTo>
                    <a:lnTo>
                      <a:pt x="44" y="58"/>
                    </a:lnTo>
                    <a:lnTo>
                      <a:pt x="36" y="56"/>
                    </a:lnTo>
                    <a:lnTo>
                      <a:pt x="36" y="56"/>
                    </a:lnTo>
                    <a:lnTo>
                      <a:pt x="36" y="58"/>
                    </a:lnTo>
                    <a:lnTo>
                      <a:pt x="36" y="60"/>
                    </a:lnTo>
                    <a:lnTo>
                      <a:pt x="36" y="60"/>
                    </a:lnTo>
                    <a:lnTo>
                      <a:pt x="34" y="60"/>
                    </a:lnTo>
                    <a:lnTo>
                      <a:pt x="32" y="60"/>
                    </a:lnTo>
                    <a:lnTo>
                      <a:pt x="30" y="62"/>
                    </a:lnTo>
                    <a:lnTo>
                      <a:pt x="30" y="62"/>
                    </a:lnTo>
                    <a:lnTo>
                      <a:pt x="24" y="64"/>
                    </a:lnTo>
                    <a:lnTo>
                      <a:pt x="24" y="64"/>
                    </a:lnTo>
                    <a:lnTo>
                      <a:pt x="22" y="68"/>
                    </a:lnTo>
                    <a:lnTo>
                      <a:pt x="22" y="68"/>
                    </a:lnTo>
                    <a:lnTo>
                      <a:pt x="20" y="70"/>
                    </a:lnTo>
                    <a:lnTo>
                      <a:pt x="16" y="72"/>
                    </a:lnTo>
                    <a:lnTo>
                      <a:pt x="16" y="72"/>
                    </a:lnTo>
                    <a:lnTo>
                      <a:pt x="16" y="72"/>
                    </a:lnTo>
                    <a:lnTo>
                      <a:pt x="16" y="76"/>
                    </a:lnTo>
                    <a:lnTo>
                      <a:pt x="16" y="76"/>
                    </a:lnTo>
                    <a:lnTo>
                      <a:pt x="14" y="78"/>
                    </a:lnTo>
                    <a:lnTo>
                      <a:pt x="10" y="82"/>
                    </a:lnTo>
                    <a:lnTo>
                      <a:pt x="10" y="82"/>
                    </a:lnTo>
                    <a:lnTo>
                      <a:pt x="10" y="88"/>
                    </a:lnTo>
                    <a:lnTo>
                      <a:pt x="12" y="92"/>
                    </a:lnTo>
                    <a:lnTo>
                      <a:pt x="14" y="100"/>
                    </a:lnTo>
                    <a:lnTo>
                      <a:pt x="14" y="100"/>
                    </a:lnTo>
                    <a:lnTo>
                      <a:pt x="16" y="106"/>
                    </a:lnTo>
                    <a:lnTo>
                      <a:pt x="16" y="112"/>
                    </a:lnTo>
                    <a:lnTo>
                      <a:pt x="16" y="112"/>
                    </a:lnTo>
                    <a:lnTo>
                      <a:pt x="18" y="114"/>
                    </a:lnTo>
                    <a:lnTo>
                      <a:pt x="18" y="114"/>
                    </a:lnTo>
                    <a:lnTo>
                      <a:pt x="18" y="120"/>
                    </a:lnTo>
                    <a:lnTo>
                      <a:pt x="18" y="124"/>
                    </a:lnTo>
                    <a:lnTo>
                      <a:pt x="18" y="124"/>
                    </a:lnTo>
                    <a:lnTo>
                      <a:pt x="16" y="126"/>
                    </a:lnTo>
                    <a:lnTo>
                      <a:pt x="16" y="126"/>
                    </a:lnTo>
                    <a:lnTo>
                      <a:pt x="16" y="130"/>
                    </a:lnTo>
                    <a:lnTo>
                      <a:pt x="14" y="132"/>
                    </a:lnTo>
                    <a:lnTo>
                      <a:pt x="14" y="132"/>
                    </a:lnTo>
                    <a:lnTo>
                      <a:pt x="12" y="134"/>
                    </a:lnTo>
                    <a:lnTo>
                      <a:pt x="8" y="136"/>
                    </a:lnTo>
                    <a:lnTo>
                      <a:pt x="8" y="136"/>
                    </a:lnTo>
                    <a:lnTo>
                      <a:pt x="8" y="140"/>
                    </a:lnTo>
                    <a:lnTo>
                      <a:pt x="8" y="142"/>
                    </a:lnTo>
                    <a:lnTo>
                      <a:pt x="8" y="144"/>
                    </a:lnTo>
                    <a:lnTo>
                      <a:pt x="2" y="150"/>
                    </a:lnTo>
                    <a:lnTo>
                      <a:pt x="2" y="150"/>
                    </a:lnTo>
                    <a:lnTo>
                      <a:pt x="2" y="152"/>
                    </a:lnTo>
                    <a:lnTo>
                      <a:pt x="2" y="156"/>
                    </a:lnTo>
                    <a:lnTo>
                      <a:pt x="2" y="156"/>
                    </a:lnTo>
                    <a:lnTo>
                      <a:pt x="0" y="160"/>
                    </a:lnTo>
                    <a:lnTo>
                      <a:pt x="0" y="160"/>
                    </a:lnTo>
                    <a:lnTo>
                      <a:pt x="0" y="172"/>
                    </a:lnTo>
                    <a:lnTo>
                      <a:pt x="4" y="184"/>
                    </a:lnTo>
                    <a:lnTo>
                      <a:pt x="4" y="184"/>
                    </a:lnTo>
                    <a:lnTo>
                      <a:pt x="8" y="186"/>
                    </a:lnTo>
                    <a:lnTo>
                      <a:pt x="8" y="186"/>
                    </a:lnTo>
                    <a:lnTo>
                      <a:pt x="8" y="188"/>
                    </a:lnTo>
                    <a:lnTo>
                      <a:pt x="6" y="190"/>
                    </a:lnTo>
                    <a:lnTo>
                      <a:pt x="8" y="192"/>
                    </a:lnTo>
                    <a:lnTo>
                      <a:pt x="8" y="192"/>
                    </a:lnTo>
                    <a:lnTo>
                      <a:pt x="12" y="204"/>
                    </a:lnTo>
                    <a:lnTo>
                      <a:pt x="12" y="210"/>
                    </a:lnTo>
                    <a:lnTo>
                      <a:pt x="16" y="214"/>
                    </a:lnTo>
                    <a:lnTo>
                      <a:pt x="16" y="214"/>
                    </a:lnTo>
                    <a:lnTo>
                      <a:pt x="20" y="216"/>
                    </a:lnTo>
                    <a:lnTo>
                      <a:pt x="26" y="218"/>
                    </a:lnTo>
                    <a:lnTo>
                      <a:pt x="26" y="218"/>
                    </a:lnTo>
                    <a:lnTo>
                      <a:pt x="30" y="222"/>
                    </a:lnTo>
                    <a:lnTo>
                      <a:pt x="30" y="222"/>
                    </a:lnTo>
                    <a:lnTo>
                      <a:pt x="34" y="222"/>
                    </a:lnTo>
                    <a:lnTo>
                      <a:pt x="36" y="222"/>
                    </a:lnTo>
                    <a:lnTo>
                      <a:pt x="40" y="218"/>
                    </a:lnTo>
                    <a:lnTo>
                      <a:pt x="40" y="218"/>
                    </a:lnTo>
                    <a:lnTo>
                      <a:pt x="46" y="216"/>
                    </a:lnTo>
                    <a:lnTo>
                      <a:pt x="50" y="214"/>
                    </a:lnTo>
                    <a:lnTo>
                      <a:pt x="52" y="212"/>
                    </a:lnTo>
                    <a:lnTo>
                      <a:pt x="52" y="212"/>
                    </a:lnTo>
                    <a:lnTo>
                      <a:pt x="52" y="208"/>
                    </a:lnTo>
                    <a:lnTo>
                      <a:pt x="52" y="208"/>
                    </a:lnTo>
                    <a:lnTo>
                      <a:pt x="54" y="208"/>
                    </a:lnTo>
                    <a:lnTo>
                      <a:pt x="54" y="208"/>
                    </a:lnTo>
                    <a:lnTo>
                      <a:pt x="58" y="194"/>
                    </a:lnTo>
                    <a:lnTo>
                      <a:pt x="58" y="194"/>
                    </a:lnTo>
                    <a:lnTo>
                      <a:pt x="60" y="184"/>
                    </a:lnTo>
                    <a:lnTo>
                      <a:pt x="60" y="184"/>
                    </a:lnTo>
                    <a:lnTo>
                      <a:pt x="66" y="176"/>
                    </a:lnTo>
                    <a:lnTo>
                      <a:pt x="66" y="176"/>
                    </a:lnTo>
                    <a:lnTo>
                      <a:pt x="66" y="170"/>
                    </a:lnTo>
                    <a:lnTo>
                      <a:pt x="68" y="162"/>
                    </a:lnTo>
                    <a:lnTo>
                      <a:pt x="70" y="160"/>
                    </a:lnTo>
                    <a:lnTo>
                      <a:pt x="70" y="160"/>
                    </a:lnTo>
                    <a:lnTo>
                      <a:pt x="70" y="156"/>
                    </a:lnTo>
                    <a:lnTo>
                      <a:pt x="70" y="156"/>
                    </a:lnTo>
                    <a:lnTo>
                      <a:pt x="70" y="152"/>
                    </a:lnTo>
                    <a:lnTo>
                      <a:pt x="70" y="152"/>
                    </a:lnTo>
                    <a:lnTo>
                      <a:pt x="74" y="148"/>
                    </a:lnTo>
                    <a:lnTo>
                      <a:pt x="74" y="148"/>
                    </a:lnTo>
                    <a:lnTo>
                      <a:pt x="74" y="142"/>
                    </a:lnTo>
                    <a:lnTo>
                      <a:pt x="74" y="142"/>
                    </a:lnTo>
                    <a:lnTo>
                      <a:pt x="76" y="132"/>
                    </a:lnTo>
                    <a:lnTo>
                      <a:pt x="76" y="132"/>
                    </a:lnTo>
                    <a:lnTo>
                      <a:pt x="76" y="128"/>
                    </a:lnTo>
                    <a:lnTo>
                      <a:pt x="76" y="124"/>
                    </a:lnTo>
                    <a:lnTo>
                      <a:pt x="76" y="124"/>
                    </a:lnTo>
                    <a:lnTo>
                      <a:pt x="80" y="118"/>
                    </a:lnTo>
                    <a:lnTo>
                      <a:pt x="80" y="118"/>
                    </a:lnTo>
                    <a:lnTo>
                      <a:pt x="80" y="112"/>
                    </a:lnTo>
                    <a:lnTo>
                      <a:pt x="80" y="112"/>
                    </a:lnTo>
                    <a:lnTo>
                      <a:pt x="84" y="108"/>
                    </a:lnTo>
                    <a:lnTo>
                      <a:pt x="84" y="108"/>
                    </a:lnTo>
                    <a:lnTo>
                      <a:pt x="84" y="102"/>
                    </a:lnTo>
                    <a:lnTo>
                      <a:pt x="84" y="102"/>
                    </a:lnTo>
                    <a:lnTo>
                      <a:pt x="88" y="98"/>
                    </a:lnTo>
                    <a:lnTo>
                      <a:pt x="88" y="98"/>
                    </a:lnTo>
                    <a:lnTo>
                      <a:pt x="88" y="90"/>
                    </a:lnTo>
                    <a:lnTo>
                      <a:pt x="88" y="86"/>
                    </a:lnTo>
                    <a:lnTo>
                      <a:pt x="88" y="82"/>
                    </a:lnTo>
                    <a:lnTo>
                      <a:pt x="88" y="82"/>
                    </a:lnTo>
                    <a:lnTo>
                      <a:pt x="92" y="80"/>
                    </a:lnTo>
                    <a:lnTo>
                      <a:pt x="92" y="78"/>
                    </a:lnTo>
                    <a:lnTo>
                      <a:pt x="92" y="78"/>
                    </a:lnTo>
                    <a:lnTo>
                      <a:pt x="92" y="78"/>
                    </a:lnTo>
                    <a:lnTo>
                      <a:pt x="92" y="76"/>
                    </a:lnTo>
                    <a:lnTo>
                      <a:pt x="92" y="74"/>
                    </a:lnTo>
                    <a:lnTo>
                      <a:pt x="94" y="74"/>
                    </a:lnTo>
                    <a:lnTo>
                      <a:pt x="94" y="74"/>
                    </a:lnTo>
                    <a:lnTo>
                      <a:pt x="94" y="68"/>
                    </a:lnTo>
                    <a:lnTo>
                      <a:pt x="94" y="68"/>
                    </a:lnTo>
                    <a:lnTo>
                      <a:pt x="90" y="64"/>
                    </a:lnTo>
                    <a:lnTo>
                      <a:pt x="90" y="64"/>
                    </a:lnTo>
                    <a:lnTo>
                      <a:pt x="88" y="52"/>
                    </a:lnTo>
                    <a:lnTo>
                      <a:pt x="88" y="52"/>
                    </a:lnTo>
                    <a:lnTo>
                      <a:pt x="90" y="52"/>
                    </a:lnTo>
                    <a:lnTo>
                      <a:pt x="92" y="52"/>
                    </a:lnTo>
                    <a:lnTo>
                      <a:pt x="92" y="52"/>
                    </a:lnTo>
                    <a:lnTo>
                      <a:pt x="96" y="60"/>
                    </a:lnTo>
                    <a:lnTo>
                      <a:pt x="98" y="60"/>
                    </a:lnTo>
                    <a:lnTo>
                      <a:pt x="98" y="60"/>
                    </a:lnTo>
                    <a:lnTo>
                      <a:pt x="100" y="50"/>
                    </a:lnTo>
                    <a:lnTo>
                      <a:pt x="102" y="46"/>
                    </a:lnTo>
                    <a:lnTo>
                      <a:pt x="102" y="40"/>
                    </a:lnTo>
                    <a:lnTo>
                      <a:pt x="102" y="40"/>
                    </a:lnTo>
                    <a:lnTo>
                      <a:pt x="98" y="34"/>
                    </a:lnTo>
                    <a:lnTo>
                      <a:pt x="98" y="34"/>
                    </a:lnTo>
                    <a:lnTo>
                      <a:pt x="98" y="28"/>
                    </a:lnTo>
                    <a:lnTo>
                      <a:pt x="98" y="28"/>
                    </a:lnTo>
                    <a:lnTo>
                      <a:pt x="98" y="26"/>
                    </a:lnTo>
                    <a:lnTo>
                      <a:pt x="98" y="26"/>
                    </a:lnTo>
                    <a:lnTo>
                      <a:pt x="96" y="18"/>
                    </a:lnTo>
                    <a:lnTo>
                      <a:pt x="94" y="10"/>
                    </a:lnTo>
                    <a:lnTo>
                      <a:pt x="94" y="10"/>
                    </a:lnTo>
                    <a:lnTo>
                      <a:pt x="92" y="8"/>
                    </a:lnTo>
                    <a:lnTo>
                      <a:pt x="92" y="8"/>
                    </a:lnTo>
                    <a:lnTo>
                      <a:pt x="88" y="8"/>
                    </a:lnTo>
                    <a:lnTo>
                      <a:pt x="88" y="8"/>
                    </a:lnTo>
                    <a:lnTo>
                      <a:pt x="86" y="4"/>
                    </a:lnTo>
                    <a:lnTo>
                      <a:pt x="86" y="4"/>
                    </a:lnTo>
                    <a:lnTo>
                      <a:pt x="84" y="4"/>
                    </a:lnTo>
                    <a:lnTo>
                      <a:pt x="84" y="4"/>
                    </a:lnTo>
                    <a:lnTo>
                      <a:pt x="84" y="2"/>
                    </a:lnTo>
                    <a:lnTo>
                      <a:pt x="84" y="2"/>
                    </a:lnTo>
                    <a:lnTo>
                      <a:pt x="84" y="0"/>
                    </a:lnTo>
                    <a:lnTo>
                      <a:pt x="8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8" name="Freeform 148">
                <a:extLst>
                  <a:ext uri="{FF2B5EF4-FFF2-40B4-BE49-F238E27FC236}">
                    <a16:creationId xmlns:a16="http://schemas.microsoft.com/office/drawing/2014/main" id="{F7865C2E-6F18-5B43-AD19-DA81AA9EAA2A}"/>
                  </a:ext>
                </a:extLst>
              </p:cNvPr>
              <p:cNvSpPr>
                <a:spLocks/>
              </p:cNvSpPr>
              <p:nvPr/>
            </p:nvSpPr>
            <p:spPr bwMode="auto">
              <a:xfrm>
                <a:off x="6116646" y="3246298"/>
                <a:ext cx="444216" cy="476560"/>
              </a:xfrm>
              <a:custGeom>
                <a:avLst/>
                <a:gdLst>
                  <a:gd name="T0" fmla="*/ 37 w 227"/>
                  <a:gd name="T1" fmla="*/ 8 h 238"/>
                  <a:gd name="T2" fmla="*/ 35 w 227"/>
                  <a:gd name="T3" fmla="*/ 16 h 238"/>
                  <a:gd name="T4" fmla="*/ 28 w 227"/>
                  <a:gd name="T5" fmla="*/ 20 h 238"/>
                  <a:gd name="T6" fmla="*/ 20 w 227"/>
                  <a:gd name="T7" fmla="*/ 22 h 238"/>
                  <a:gd name="T8" fmla="*/ 18 w 227"/>
                  <a:gd name="T9" fmla="*/ 28 h 238"/>
                  <a:gd name="T10" fmla="*/ 20 w 227"/>
                  <a:gd name="T11" fmla="*/ 38 h 238"/>
                  <a:gd name="T12" fmla="*/ 16 w 227"/>
                  <a:gd name="T13" fmla="*/ 42 h 238"/>
                  <a:gd name="T14" fmla="*/ 12 w 227"/>
                  <a:gd name="T15" fmla="*/ 48 h 238"/>
                  <a:gd name="T16" fmla="*/ 6 w 227"/>
                  <a:gd name="T17" fmla="*/ 50 h 238"/>
                  <a:gd name="T18" fmla="*/ 8 w 227"/>
                  <a:gd name="T19" fmla="*/ 54 h 238"/>
                  <a:gd name="T20" fmla="*/ 12 w 227"/>
                  <a:gd name="T21" fmla="*/ 90 h 238"/>
                  <a:gd name="T22" fmla="*/ 8 w 227"/>
                  <a:gd name="T23" fmla="*/ 94 h 238"/>
                  <a:gd name="T24" fmla="*/ 8 w 227"/>
                  <a:gd name="T25" fmla="*/ 96 h 238"/>
                  <a:gd name="T26" fmla="*/ 8 w 227"/>
                  <a:gd name="T27" fmla="*/ 100 h 238"/>
                  <a:gd name="T28" fmla="*/ 8 w 227"/>
                  <a:gd name="T29" fmla="*/ 116 h 238"/>
                  <a:gd name="T30" fmla="*/ 0 w 227"/>
                  <a:gd name="T31" fmla="*/ 124 h 238"/>
                  <a:gd name="T32" fmla="*/ 4 w 227"/>
                  <a:gd name="T33" fmla="*/ 130 h 238"/>
                  <a:gd name="T34" fmla="*/ 10 w 227"/>
                  <a:gd name="T35" fmla="*/ 140 h 238"/>
                  <a:gd name="T36" fmla="*/ 12 w 227"/>
                  <a:gd name="T37" fmla="*/ 148 h 238"/>
                  <a:gd name="T38" fmla="*/ 18 w 227"/>
                  <a:gd name="T39" fmla="*/ 156 h 238"/>
                  <a:gd name="T40" fmla="*/ 28 w 227"/>
                  <a:gd name="T41" fmla="*/ 158 h 238"/>
                  <a:gd name="T42" fmla="*/ 35 w 227"/>
                  <a:gd name="T43" fmla="*/ 164 h 238"/>
                  <a:gd name="T44" fmla="*/ 39 w 227"/>
                  <a:gd name="T45" fmla="*/ 166 h 238"/>
                  <a:gd name="T46" fmla="*/ 75 w 227"/>
                  <a:gd name="T47" fmla="*/ 186 h 238"/>
                  <a:gd name="T48" fmla="*/ 215 w 227"/>
                  <a:gd name="T49" fmla="*/ 238 h 238"/>
                  <a:gd name="T50" fmla="*/ 227 w 227"/>
                  <a:gd name="T51" fmla="*/ 194 h 238"/>
                  <a:gd name="T52" fmla="*/ 223 w 227"/>
                  <a:gd name="T53" fmla="*/ 68 h 238"/>
                  <a:gd name="T54" fmla="*/ 221 w 227"/>
                  <a:gd name="T55" fmla="*/ 60 h 238"/>
                  <a:gd name="T56" fmla="*/ 223 w 227"/>
                  <a:gd name="T57" fmla="*/ 50 h 238"/>
                  <a:gd name="T58" fmla="*/ 225 w 227"/>
                  <a:gd name="T59" fmla="*/ 44 h 238"/>
                  <a:gd name="T60" fmla="*/ 221 w 227"/>
                  <a:gd name="T61" fmla="*/ 32 h 238"/>
                  <a:gd name="T62" fmla="*/ 215 w 227"/>
                  <a:gd name="T63" fmla="*/ 26 h 238"/>
                  <a:gd name="T64" fmla="*/ 215 w 227"/>
                  <a:gd name="T65" fmla="*/ 24 h 238"/>
                  <a:gd name="T66" fmla="*/ 201 w 227"/>
                  <a:gd name="T67" fmla="*/ 24 h 238"/>
                  <a:gd name="T68" fmla="*/ 201 w 227"/>
                  <a:gd name="T69" fmla="*/ 18 h 238"/>
                  <a:gd name="T70" fmla="*/ 197 w 227"/>
                  <a:gd name="T71" fmla="*/ 16 h 238"/>
                  <a:gd name="T72" fmla="*/ 191 w 227"/>
                  <a:gd name="T73" fmla="*/ 14 h 238"/>
                  <a:gd name="T74" fmla="*/ 181 w 227"/>
                  <a:gd name="T75" fmla="*/ 10 h 238"/>
                  <a:gd name="T76" fmla="*/ 175 w 227"/>
                  <a:gd name="T77" fmla="*/ 10 h 238"/>
                  <a:gd name="T78" fmla="*/ 167 w 227"/>
                  <a:gd name="T79" fmla="*/ 16 h 238"/>
                  <a:gd name="T80" fmla="*/ 163 w 227"/>
                  <a:gd name="T81" fmla="*/ 16 h 238"/>
                  <a:gd name="T82" fmla="*/ 159 w 227"/>
                  <a:gd name="T83" fmla="*/ 24 h 238"/>
                  <a:gd name="T84" fmla="*/ 159 w 227"/>
                  <a:gd name="T85" fmla="*/ 32 h 238"/>
                  <a:gd name="T86" fmla="*/ 153 w 227"/>
                  <a:gd name="T87" fmla="*/ 48 h 238"/>
                  <a:gd name="T88" fmla="*/ 151 w 227"/>
                  <a:gd name="T89" fmla="*/ 52 h 238"/>
                  <a:gd name="T90" fmla="*/ 121 w 227"/>
                  <a:gd name="T91" fmla="*/ 44 h 238"/>
                  <a:gd name="T92" fmla="*/ 117 w 227"/>
                  <a:gd name="T93" fmla="*/ 44 h 238"/>
                  <a:gd name="T94" fmla="*/ 109 w 227"/>
                  <a:gd name="T95" fmla="*/ 42 h 238"/>
                  <a:gd name="T96" fmla="*/ 103 w 227"/>
                  <a:gd name="T97" fmla="*/ 40 h 238"/>
                  <a:gd name="T98" fmla="*/ 91 w 227"/>
                  <a:gd name="T99" fmla="*/ 28 h 238"/>
                  <a:gd name="T100" fmla="*/ 91 w 227"/>
                  <a:gd name="T101" fmla="*/ 24 h 238"/>
                  <a:gd name="T102" fmla="*/ 87 w 227"/>
                  <a:gd name="T103" fmla="*/ 22 h 238"/>
                  <a:gd name="T104" fmla="*/ 81 w 227"/>
                  <a:gd name="T105" fmla="*/ 18 h 238"/>
                  <a:gd name="T106" fmla="*/ 77 w 227"/>
                  <a:gd name="T107" fmla="*/ 16 h 238"/>
                  <a:gd name="T108" fmla="*/ 67 w 227"/>
                  <a:gd name="T109" fmla="*/ 12 h 238"/>
                  <a:gd name="T110" fmla="*/ 67 w 227"/>
                  <a:gd name="T111" fmla="*/ 12 h 238"/>
                  <a:gd name="T112" fmla="*/ 53 w 227"/>
                  <a:gd name="T113" fmla="*/ 12 h 238"/>
                  <a:gd name="T114" fmla="*/ 49 w 227"/>
                  <a:gd name="T115" fmla="*/ 8 h 238"/>
                  <a:gd name="T116" fmla="*/ 43 w 227"/>
                  <a:gd name="T117" fmla="*/ 6 h 238"/>
                  <a:gd name="T118" fmla="*/ 41 w 227"/>
                  <a:gd name="T119"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7" h="238">
                    <a:moveTo>
                      <a:pt x="41" y="0"/>
                    </a:moveTo>
                    <a:lnTo>
                      <a:pt x="37" y="8"/>
                    </a:lnTo>
                    <a:lnTo>
                      <a:pt x="37" y="8"/>
                    </a:lnTo>
                    <a:lnTo>
                      <a:pt x="37" y="10"/>
                    </a:lnTo>
                    <a:lnTo>
                      <a:pt x="37" y="12"/>
                    </a:lnTo>
                    <a:lnTo>
                      <a:pt x="35" y="16"/>
                    </a:lnTo>
                    <a:lnTo>
                      <a:pt x="35" y="16"/>
                    </a:lnTo>
                    <a:lnTo>
                      <a:pt x="30" y="20"/>
                    </a:lnTo>
                    <a:lnTo>
                      <a:pt x="28" y="20"/>
                    </a:lnTo>
                    <a:lnTo>
                      <a:pt x="24" y="22"/>
                    </a:lnTo>
                    <a:lnTo>
                      <a:pt x="24" y="22"/>
                    </a:lnTo>
                    <a:lnTo>
                      <a:pt x="20" y="22"/>
                    </a:lnTo>
                    <a:lnTo>
                      <a:pt x="20" y="24"/>
                    </a:lnTo>
                    <a:lnTo>
                      <a:pt x="20" y="24"/>
                    </a:lnTo>
                    <a:lnTo>
                      <a:pt x="18" y="28"/>
                    </a:lnTo>
                    <a:lnTo>
                      <a:pt x="20" y="36"/>
                    </a:lnTo>
                    <a:lnTo>
                      <a:pt x="20" y="36"/>
                    </a:lnTo>
                    <a:lnTo>
                      <a:pt x="20" y="38"/>
                    </a:lnTo>
                    <a:lnTo>
                      <a:pt x="18" y="40"/>
                    </a:lnTo>
                    <a:lnTo>
                      <a:pt x="16" y="42"/>
                    </a:lnTo>
                    <a:lnTo>
                      <a:pt x="16" y="42"/>
                    </a:lnTo>
                    <a:lnTo>
                      <a:pt x="16" y="46"/>
                    </a:lnTo>
                    <a:lnTo>
                      <a:pt x="14" y="46"/>
                    </a:lnTo>
                    <a:lnTo>
                      <a:pt x="12" y="48"/>
                    </a:lnTo>
                    <a:lnTo>
                      <a:pt x="12" y="48"/>
                    </a:lnTo>
                    <a:lnTo>
                      <a:pt x="10" y="48"/>
                    </a:lnTo>
                    <a:lnTo>
                      <a:pt x="6" y="50"/>
                    </a:lnTo>
                    <a:lnTo>
                      <a:pt x="6" y="50"/>
                    </a:lnTo>
                    <a:lnTo>
                      <a:pt x="6" y="52"/>
                    </a:lnTo>
                    <a:lnTo>
                      <a:pt x="8" y="54"/>
                    </a:lnTo>
                    <a:lnTo>
                      <a:pt x="8" y="56"/>
                    </a:lnTo>
                    <a:lnTo>
                      <a:pt x="8" y="84"/>
                    </a:lnTo>
                    <a:lnTo>
                      <a:pt x="12" y="90"/>
                    </a:lnTo>
                    <a:lnTo>
                      <a:pt x="12" y="90"/>
                    </a:lnTo>
                    <a:lnTo>
                      <a:pt x="10" y="92"/>
                    </a:lnTo>
                    <a:lnTo>
                      <a:pt x="8" y="94"/>
                    </a:lnTo>
                    <a:lnTo>
                      <a:pt x="8" y="94"/>
                    </a:lnTo>
                    <a:lnTo>
                      <a:pt x="8" y="94"/>
                    </a:lnTo>
                    <a:lnTo>
                      <a:pt x="8" y="96"/>
                    </a:lnTo>
                    <a:lnTo>
                      <a:pt x="10" y="96"/>
                    </a:lnTo>
                    <a:lnTo>
                      <a:pt x="8" y="100"/>
                    </a:lnTo>
                    <a:lnTo>
                      <a:pt x="8" y="100"/>
                    </a:lnTo>
                    <a:lnTo>
                      <a:pt x="10" y="106"/>
                    </a:lnTo>
                    <a:lnTo>
                      <a:pt x="8" y="116"/>
                    </a:lnTo>
                    <a:lnTo>
                      <a:pt x="8" y="116"/>
                    </a:lnTo>
                    <a:lnTo>
                      <a:pt x="6" y="120"/>
                    </a:lnTo>
                    <a:lnTo>
                      <a:pt x="4" y="122"/>
                    </a:lnTo>
                    <a:lnTo>
                      <a:pt x="0" y="124"/>
                    </a:lnTo>
                    <a:lnTo>
                      <a:pt x="0" y="124"/>
                    </a:lnTo>
                    <a:lnTo>
                      <a:pt x="4" y="130"/>
                    </a:lnTo>
                    <a:lnTo>
                      <a:pt x="4" y="130"/>
                    </a:lnTo>
                    <a:lnTo>
                      <a:pt x="6" y="134"/>
                    </a:lnTo>
                    <a:lnTo>
                      <a:pt x="10" y="140"/>
                    </a:lnTo>
                    <a:lnTo>
                      <a:pt x="10" y="140"/>
                    </a:lnTo>
                    <a:lnTo>
                      <a:pt x="12" y="144"/>
                    </a:lnTo>
                    <a:lnTo>
                      <a:pt x="12" y="148"/>
                    </a:lnTo>
                    <a:lnTo>
                      <a:pt x="12" y="148"/>
                    </a:lnTo>
                    <a:lnTo>
                      <a:pt x="14" y="154"/>
                    </a:lnTo>
                    <a:lnTo>
                      <a:pt x="16" y="156"/>
                    </a:lnTo>
                    <a:lnTo>
                      <a:pt x="18" y="156"/>
                    </a:lnTo>
                    <a:lnTo>
                      <a:pt x="18" y="156"/>
                    </a:lnTo>
                    <a:lnTo>
                      <a:pt x="28" y="158"/>
                    </a:lnTo>
                    <a:lnTo>
                      <a:pt x="28" y="158"/>
                    </a:lnTo>
                    <a:lnTo>
                      <a:pt x="30" y="162"/>
                    </a:lnTo>
                    <a:lnTo>
                      <a:pt x="32" y="164"/>
                    </a:lnTo>
                    <a:lnTo>
                      <a:pt x="35" y="164"/>
                    </a:lnTo>
                    <a:lnTo>
                      <a:pt x="35" y="164"/>
                    </a:lnTo>
                    <a:lnTo>
                      <a:pt x="37" y="164"/>
                    </a:lnTo>
                    <a:lnTo>
                      <a:pt x="39" y="166"/>
                    </a:lnTo>
                    <a:lnTo>
                      <a:pt x="43" y="170"/>
                    </a:lnTo>
                    <a:lnTo>
                      <a:pt x="75" y="188"/>
                    </a:lnTo>
                    <a:lnTo>
                      <a:pt x="75" y="186"/>
                    </a:lnTo>
                    <a:lnTo>
                      <a:pt x="85" y="178"/>
                    </a:lnTo>
                    <a:lnTo>
                      <a:pt x="99" y="168"/>
                    </a:lnTo>
                    <a:lnTo>
                      <a:pt x="215" y="238"/>
                    </a:lnTo>
                    <a:lnTo>
                      <a:pt x="215" y="226"/>
                    </a:lnTo>
                    <a:lnTo>
                      <a:pt x="227" y="226"/>
                    </a:lnTo>
                    <a:lnTo>
                      <a:pt x="227" y="194"/>
                    </a:lnTo>
                    <a:lnTo>
                      <a:pt x="227" y="74"/>
                    </a:lnTo>
                    <a:lnTo>
                      <a:pt x="227" y="74"/>
                    </a:lnTo>
                    <a:lnTo>
                      <a:pt x="223" y="68"/>
                    </a:lnTo>
                    <a:lnTo>
                      <a:pt x="223" y="68"/>
                    </a:lnTo>
                    <a:lnTo>
                      <a:pt x="221" y="66"/>
                    </a:lnTo>
                    <a:lnTo>
                      <a:pt x="221" y="60"/>
                    </a:lnTo>
                    <a:lnTo>
                      <a:pt x="221" y="60"/>
                    </a:lnTo>
                    <a:lnTo>
                      <a:pt x="221" y="54"/>
                    </a:lnTo>
                    <a:lnTo>
                      <a:pt x="223" y="50"/>
                    </a:lnTo>
                    <a:lnTo>
                      <a:pt x="223" y="50"/>
                    </a:lnTo>
                    <a:lnTo>
                      <a:pt x="225" y="48"/>
                    </a:lnTo>
                    <a:lnTo>
                      <a:pt x="225" y="44"/>
                    </a:lnTo>
                    <a:lnTo>
                      <a:pt x="221" y="38"/>
                    </a:lnTo>
                    <a:lnTo>
                      <a:pt x="221" y="38"/>
                    </a:lnTo>
                    <a:lnTo>
                      <a:pt x="221" y="32"/>
                    </a:lnTo>
                    <a:lnTo>
                      <a:pt x="221" y="28"/>
                    </a:lnTo>
                    <a:lnTo>
                      <a:pt x="221" y="28"/>
                    </a:lnTo>
                    <a:lnTo>
                      <a:pt x="215" y="26"/>
                    </a:lnTo>
                    <a:lnTo>
                      <a:pt x="215" y="26"/>
                    </a:lnTo>
                    <a:lnTo>
                      <a:pt x="215" y="24"/>
                    </a:lnTo>
                    <a:lnTo>
                      <a:pt x="215" y="24"/>
                    </a:lnTo>
                    <a:lnTo>
                      <a:pt x="207" y="22"/>
                    </a:lnTo>
                    <a:lnTo>
                      <a:pt x="201" y="24"/>
                    </a:lnTo>
                    <a:lnTo>
                      <a:pt x="201" y="24"/>
                    </a:lnTo>
                    <a:lnTo>
                      <a:pt x="201" y="20"/>
                    </a:lnTo>
                    <a:lnTo>
                      <a:pt x="201" y="18"/>
                    </a:lnTo>
                    <a:lnTo>
                      <a:pt x="201" y="18"/>
                    </a:lnTo>
                    <a:lnTo>
                      <a:pt x="197" y="18"/>
                    </a:lnTo>
                    <a:lnTo>
                      <a:pt x="197" y="18"/>
                    </a:lnTo>
                    <a:lnTo>
                      <a:pt x="197" y="16"/>
                    </a:lnTo>
                    <a:lnTo>
                      <a:pt x="197" y="14"/>
                    </a:lnTo>
                    <a:lnTo>
                      <a:pt x="197" y="14"/>
                    </a:lnTo>
                    <a:lnTo>
                      <a:pt x="191" y="14"/>
                    </a:lnTo>
                    <a:lnTo>
                      <a:pt x="191" y="14"/>
                    </a:lnTo>
                    <a:lnTo>
                      <a:pt x="181" y="10"/>
                    </a:lnTo>
                    <a:lnTo>
                      <a:pt x="181" y="10"/>
                    </a:lnTo>
                    <a:lnTo>
                      <a:pt x="177" y="8"/>
                    </a:lnTo>
                    <a:lnTo>
                      <a:pt x="175" y="10"/>
                    </a:lnTo>
                    <a:lnTo>
                      <a:pt x="175" y="10"/>
                    </a:lnTo>
                    <a:lnTo>
                      <a:pt x="171" y="12"/>
                    </a:lnTo>
                    <a:lnTo>
                      <a:pt x="171" y="12"/>
                    </a:lnTo>
                    <a:lnTo>
                      <a:pt x="167" y="16"/>
                    </a:lnTo>
                    <a:lnTo>
                      <a:pt x="167" y="16"/>
                    </a:lnTo>
                    <a:lnTo>
                      <a:pt x="163" y="16"/>
                    </a:lnTo>
                    <a:lnTo>
                      <a:pt x="163" y="16"/>
                    </a:lnTo>
                    <a:lnTo>
                      <a:pt x="161" y="20"/>
                    </a:lnTo>
                    <a:lnTo>
                      <a:pt x="159" y="24"/>
                    </a:lnTo>
                    <a:lnTo>
                      <a:pt x="159" y="24"/>
                    </a:lnTo>
                    <a:lnTo>
                      <a:pt x="155" y="26"/>
                    </a:lnTo>
                    <a:lnTo>
                      <a:pt x="155" y="26"/>
                    </a:lnTo>
                    <a:lnTo>
                      <a:pt x="159" y="32"/>
                    </a:lnTo>
                    <a:lnTo>
                      <a:pt x="161" y="38"/>
                    </a:lnTo>
                    <a:lnTo>
                      <a:pt x="159" y="42"/>
                    </a:lnTo>
                    <a:lnTo>
                      <a:pt x="153" y="48"/>
                    </a:lnTo>
                    <a:lnTo>
                      <a:pt x="153" y="48"/>
                    </a:lnTo>
                    <a:lnTo>
                      <a:pt x="151" y="52"/>
                    </a:lnTo>
                    <a:lnTo>
                      <a:pt x="151" y="52"/>
                    </a:lnTo>
                    <a:lnTo>
                      <a:pt x="143" y="52"/>
                    </a:lnTo>
                    <a:lnTo>
                      <a:pt x="135" y="50"/>
                    </a:lnTo>
                    <a:lnTo>
                      <a:pt x="121" y="44"/>
                    </a:lnTo>
                    <a:lnTo>
                      <a:pt x="121" y="44"/>
                    </a:lnTo>
                    <a:lnTo>
                      <a:pt x="117" y="44"/>
                    </a:lnTo>
                    <a:lnTo>
                      <a:pt x="117" y="44"/>
                    </a:lnTo>
                    <a:lnTo>
                      <a:pt x="115" y="42"/>
                    </a:lnTo>
                    <a:lnTo>
                      <a:pt x="115" y="42"/>
                    </a:lnTo>
                    <a:lnTo>
                      <a:pt x="109" y="42"/>
                    </a:lnTo>
                    <a:lnTo>
                      <a:pt x="107" y="42"/>
                    </a:lnTo>
                    <a:lnTo>
                      <a:pt x="103" y="40"/>
                    </a:lnTo>
                    <a:lnTo>
                      <a:pt x="103" y="40"/>
                    </a:lnTo>
                    <a:lnTo>
                      <a:pt x="97" y="34"/>
                    </a:lnTo>
                    <a:lnTo>
                      <a:pt x="91" y="28"/>
                    </a:lnTo>
                    <a:lnTo>
                      <a:pt x="91" y="28"/>
                    </a:lnTo>
                    <a:lnTo>
                      <a:pt x="91" y="28"/>
                    </a:lnTo>
                    <a:lnTo>
                      <a:pt x="91" y="28"/>
                    </a:lnTo>
                    <a:lnTo>
                      <a:pt x="91" y="24"/>
                    </a:lnTo>
                    <a:lnTo>
                      <a:pt x="89" y="22"/>
                    </a:lnTo>
                    <a:lnTo>
                      <a:pt x="89" y="22"/>
                    </a:lnTo>
                    <a:lnTo>
                      <a:pt x="87" y="22"/>
                    </a:lnTo>
                    <a:lnTo>
                      <a:pt x="85" y="20"/>
                    </a:lnTo>
                    <a:lnTo>
                      <a:pt x="85" y="20"/>
                    </a:lnTo>
                    <a:lnTo>
                      <a:pt x="81" y="18"/>
                    </a:lnTo>
                    <a:lnTo>
                      <a:pt x="81" y="18"/>
                    </a:lnTo>
                    <a:lnTo>
                      <a:pt x="77" y="18"/>
                    </a:lnTo>
                    <a:lnTo>
                      <a:pt x="77" y="16"/>
                    </a:lnTo>
                    <a:lnTo>
                      <a:pt x="77" y="16"/>
                    </a:lnTo>
                    <a:lnTo>
                      <a:pt x="71" y="14"/>
                    </a:lnTo>
                    <a:lnTo>
                      <a:pt x="67" y="12"/>
                    </a:lnTo>
                    <a:lnTo>
                      <a:pt x="67" y="12"/>
                    </a:lnTo>
                    <a:lnTo>
                      <a:pt x="67" y="12"/>
                    </a:lnTo>
                    <a:lnTo>
                      <a:pt x="67" y="12"/>
                    </a:lnTo>
                    <a:lnTo>
                      <a:pt x="59" y="12"/>
                    </a:lnTo>
                    <a:lnTo>
                      <a:pt x="57" y="12"/>
                    </a:lnTo>
                    <a:lnTo>
                      <a:pt x="53" y="12"/>
                    </a:lnTo>
                    <a:lnTo>
                      <a:pt x="53" y="12"/>
                    </a:lnTo>
                    <a:lnTo>
                      <a:pt x="51" y="10"/>
                    </a:lnTo>
                    <a:lnTo>
                      <a:pt x="49" y="8"/>
                    </a:lnTo>
                    <a:lnTo>
                      <a:pt x="49" y="8"/>
                    </a:lnTo>
                    <a:lnTo>
                      <a:pt x="43" y="6"/>
                    </a:lnTo>
                    <a:lnTo>
                      <a:pt x="43" y="6"/>
                    </a:lnTo>
                    <a:lnTo>
                      <a:pt x="41" y="4"/>
                    </a:lnTo>
                    <a:lnTo>
                      <a:pt x="41" y="2"/>
                    </a:lnTo>
                    <a:lnTo>
                      <a:pt x="41"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9" name="Freeform 149">
                <a:extLst>
                  <a:ext uri="{FF2B5EF4-FFF2-40B4-BE49-F238E27FC236}">
                    <a16:creationId xmlns:a16="http://schemas.microsoft.com/office/drawing/2014/main" id="{A3E02A4F-ED70-4044-84F5-C6B0B7686876}"/>
                  </a:ext>
                </a:extLst>
              </p:cNvPr>
              <p:cNvSpPr>
                <a:spLocks/>
              </p:cNvSpPr>
              <p:nvPr/>
            </p:nvSpPr>
            <p:spPr bwMode="auto">
              <a:xfrm>
                <a:off x="5592197" y="4087287"/>
                <a:ext cx="113501" cy="152179"/>
              </a:xfrm>
              <a:custGeom>
                <a:avLst/>
                <a:gdLst>
                  <a:gd name="T0" fmla="*/ 2 w 58"/>
                  <a:gd name="T1" fmla="*/ 34 h 76"/>
                  <a:gd name="T2" fmla="*/ 6 w 58"/>
                  <a:gd name="T3" fmla="*/ 40 h 76"/>
                  <a:gd name="T4" fmla="*/ 10 w 58"/>
                  <a:gd name="T5" fmla="*/ 46 h 76"/>
                  <a:gd name="T6" fmla="*/ 12 w 58"/>
                  <a:gd name="T7" fmla="*/ 46 h 76"/>
                  <a:gd name="T8" fmla="*/ 12 w 58"/>
                  <a:gd name="T9" fmla="*/ 48 h 76"/>
                  <a:gd name="T10" fmla="*/ 24 w 58"/>
                  <a:gd name="T11" fmla="*/ 56 h 76"/>
                  <a:gd name="T12" fmla="*/ 26 w 58"/>
                  <a:gd name="T13" fmla="*/ 62 h 76"/>
                  <a:gd name="T14" fmla="*/ 38 w 58"/>
                  <a:gd name="T15" fmla="*/ 72 h 76"/>
                  <a:gd name="T16" fmla="*/ 44 w 58"/>
                  <a:gd name="T17" fmla="*/ 72 h 76"/>
                  <a:gd name="T18" fmla="*/ 48 w 58"/>
                  <a:gd name="T19" fmla="*/ 76 h 76"/>
                  <a:gd name="T20" fmla="*/ 52 w 58"/>
                  <a:gd name="T21" fmla="*/ 76 h 76"/>
                  <a:gd name="T22" fmla="*/ 54 w 58"/>
                  <a:gd name="T23" fmla="*/ 72 h 76"/>
                  <a:gd name="T24" fmla="*/ 52 w 58"/>
                  <a:gd name="T25" fmla="*/ 68 h 76"/>
                  <a:gd name="T26" fmla="*/ 54 w 58"/>
                  <a:gd name="T27" fmla="*/ 66 h 76"/>
                  <a:gd name="T28" fmla="*/ 56 w 58"/>
                  <a:gd name="T29" fmla="*/ 62 h 76"/>
                  <a:gd name="T30" fmla="*/ 56 w 58"/>
                  <a:gd name="T31" fmla="*/ 58 h 76"/>
                  <a:gd name="T32" fmla="*/ 56 w 58"/>
                  <a:gd name="T33" fmla="*/ 54 h 76"/>
                  <a:gd name="T34" fmla="*/ 54 w 58"/>
                  <a:gd name="T35" fmla="*/ 54 h 76"/>
                  <a:gd name="T36" fmla="*/ 50 w 58"/>
                  <a:gd name="T37" fmla="*/ 46 h 76"/>
                  <a:gd name="T38" fmla="*/ 48 w 58"/>
                  <a:gd name="T39" fmla="*/ 42 h 76"/>
                  <a:gd name="T40" fmla="*/ 46 w 58"/>
                  <a:gd name="T41" fmla="*/ 38 h 76"/>
                  <a:gd name="T42" fmla="*/ 36 w 58"/>
                  <a:gd name="T43" fmla="*/ 36 h 76"/>
                  <a:gd name="T44" fmla="*/ 44 w 58"/>
                  <a:gd name="T45" fmla="*/ 26 h 76"/>
                  <a:gd name="T46" fmla="*/ 44 w 58"/>
                  <a:gd name="T47" fmla="*/ 22 h 76"/>
                  <a:gd name="T48" fmla="*/ 42 w 58"/>
                  <a:gd name="T49" fmla="*/ 16 h 76"/>
                  <a:gd name="T50" fmla="*/ 42 w 58"/>
                  <a:gd name="T51" fmla="*/ 14 h 76"/>
                  <a:gd name="T52" fmla="*/ 38 w 58"/>
                  <a:gd name="T53" fmla="*/ 14 h 76"/>
                  <a:gd name="T54" fmla="*/ 32 w 58"/>
                  <a:gd name="T55" fmla="*/ 22 h 76"/>
                  <a:gd name="T56" fmla="*/ 28 w 58"/>
                  <a:gd name="T57" fmla="*/ 20 h 76"/>
                  <a:gd name="T58" fmla="*/ 32 w 58"/>
                  <a:gd name="T59" fmla="*/ 12 h 76"/>
                  <a:gd name="T60" fmla="*/ 32 w 58"/>
                  <a:gd name="T61" fmla="*/ 10 h 76"/>
                  <a:gd name="T62" fmla="*/ 28 w 58"/>
                  <a:gd name="T63" fmla="*/ 0 h 76"/>
                  <a:gd name="T64" fmla="*/ 26 w 58"/>
                  <a:gd name="T65" fmla="*/ 6 h 76"/>
                  <a:gd name="T66" fmla="*/ 22 w 58"/>
                  <a:gd name="T67" fmla="*/ 6 h 76"/>
                  <a:gd name="T68" fmla="*/ 20 w 58"/>
                  <a:gd name="T69" fmla="*/ 6 h 76"/>
                  <a:gd name="T70" fmla="*/ 18 w 58"/>
                  <a:gd name="T71" fmla="*/ 10 h 76"/>
                  <a:gd name="T72" fmla="*/ 16 w 58"/>
                  <a:gd name="T73" fmla="*/ 10 h 76"/>
                  <a:gd name="T74" fmla="*/ 12 w 58"/>
                  <a:gd name="T75" fmla="*/ 16 h 76"/>
                  <a:gd name="T76" fmla="*/ 4 w 58"/>
                  <a:gd name="T77" fmla="*/ 24 h 76"/>
                  <a:gd name="T78" fmla="*/ 2 w 58"/>
                  <a:gd name="T79" fmla="*/ 30 h 76"/>
                  <a:gd name="T80" fmla="*/ 2 w 58"/>
                  <a:gd name="T81" fmla="*/ 3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76">
                    <a:moveTo>
                      <a:pt x="2" y="34"/>
                    </a:moveTo>
                    <a:lnTo>
                      <a:pt x="2" y="34"/>
                    </a:lnTo>
                    <a:lnTo>
                      <a:pt x="4" y="38"/>
                    </a:lnTo>
                    <a:lnTo>
                      <a:pt x="6" y="40"/>
                    </a:lnTo>
                    <a:lnTo>
                      <a:pt x="10" y="46"/>
                    </a:lnTo>
                    <a:lnTo>
                      <a:pt x="10" y="46"/>
                    </a:lnTo>
                    <a:lnTo>
                      <a:pt x="12" y="46"/>
                    </a:lnTo>
                    <a:lnTo>
                      <a:pt x="12" y="46"/>
                    </a:lnTo>
                    <a:lnTo>
                      <a:pt x="12" y="48"/>
                    </a:lnTo>
                    <a:lnTo>
                      <a:pt x="12" y="48"/>
                    </a:lnTo>
                    <a:lnTo>
                      <a:pt x="22" y="56"/>
                    </a:lnTo>
                    <a:lnTo>
                      <a:pt x="24" y="56"/>
                    </a:lnTo>
                    <a:lnTo>
                      <a:pt x="24" y="56"/>
                    </a:lnTo>
                    <a:lnTo>
                      <a:pt x="26" y="62"/>
                    </a:lnTo>
                    <a:lnTo>
                      <a:pt x="38" y="72"/>
                    </a:lnTo>
                    <a:lnTo>
                      <a:pt x="38" y="72"/>
                    </a:lnTo>
                    <a:lnTo>
                      <a:pt x="44" y="72"/>
                    </a:lnTo>
                    <a:lnTo>
                      <a:pt x="44" y="72"/>
                    </a:lnTo>
                    <a:lnTo>
                      <a:pt x="46" y="74"/>
                    </a:lnTo>
                    <a:lnTo>
                      <a:pt x="48" y="76"/>
                    </a:lnTo>
                    <a:lnTo>
                      <a:pt x="48" y="76"/>
                    </a:lnTo>
                    <a:lnTo>
                      <a:pt x="52" y="76"/>
                    </a:lnTo>
                    <a:lnTo>
                      <a:pt x="52" y="76"/>
                    </a:lnTo>
                    <a:lnTo>
                      <a:pt x="54" y="72"/>
                    </a:lnTo>
                    <a:lnTo>
                      <a:pt x="54" y="72"/>
                    </a:lnTo>
                    <a:lnTo>
                      <a:pt x="52" y="68"/>
                    </a:lnTo>
                    <a:lnTo>
                      <a:pt x="52" y="68"/>
                    </a:lnTo>
                    <a:lnTo>
                      <a:pt x="54" y="66"/>
                    </a:lnTo>
                    <a:lnTo>
                      <a:pt x="54" y="66"/>
                    </a:lnTo>
                    <a:lnTo>
                      <a:pt x="56" y="62"/>
                    </a:lnTo>
                    <a:lnTo>
                      <a:pt x="56" y="58"/>
                    </a:lnTo>
                    <a:lnTo>
                      <a:pt x="56" y="58"/>
                    </a:lnTo>
                    <a:lnTo>
                      <a:pt x="58" y="54"/>
                    </a:lnTo>
                    <a:lnTo>
                      <a:pt x="56" y="54"/>
                    </a:lnTo>
                    <a:lnTo>
                      <a:pt x="56" y="54"/>
                    </a:lnTo>
                    <a:lnTo>
                      <a:pt x="54" y="54"/>
                    </a:lnTo>
                    <a:lnTo>
                      <a:pt x="52" y="52"/>
                    </a:lnTo>
                    <a:lnTo>
                      <a:pt x="50" y="46"/>
                    </a:lnTo>
                    <a:lnTo>
                      <a:pt x="50" y="46"/>
                    </a:lnTo>
                    <a:lnTo>
                      <a:pt x="48" y="42"/>
                    </a:lnTo>
                    <a:lnTo>
                      <a:pt x="46" y="38"/>
                    </a:lnTo>
                    <a:lnTo>
                      <a:pt x="46" y="38"/>
                    </a:lnTo>
                    <a:lnTo>
                      <a:pt x="36" y="36"/>
                    </a:lnTo>
                    <a:lnTo>
                      <a:pt x="36" y="36"/>
                    </a:lnTo>
                    <a:lnTo>
                      <a:pt x="40" y="32"/>
                    </a:lnTo>
                    <a:lnTo>
                      <a:pt x="44" y="26"/>
                    </a:lnTo>
                    <a:lnTo>
                      <a:pt x="44" y="26"/>
                    </a:lnTo>
                    <a:lnTo>
                      <a:pt x="44" y="22"/>
                    </a:lnTo>
                    <a:lnTo>
                      <a:pt x="44" y="20"/>
                    </a:lnTo>
                    <a:lnTo>
                      <a:pt x="42" y="16"/>
                    </a:lnTo>
                    <a:lnTo>
                      <a:pt x="42" y="16"/>
                    </a:lnTo>
                    <a:lnTo>
                      <a:pt x="42" y="14"/>
                    </a:lnTo>
                    <a:lnTo>
                      <a:pt x="40" y="12"/>
                    </a:lnTo>
                    <a:lnTo>
                      <a:pt x="38" y="14"/>
                    </a:lnTo>
                    <a:lnTo>
                      <a:pt x="38" y="14"/>
                    </a:lnTo>
                    <a:lnTo>
                      <a:pt x="32" y="22"/>
                    </a:lnTo>
                    <a:lnTo>
                      <a:pt x="28" y="20"/>
                    </a:lnTo>
                    <a:lnTo>
                      <a:pt x="28" y="20"/>
                    </a:lnTo>
                    <a:lnTo>
                      <a:pt x="30" y="16"/>
                    </a:lnTo>
                    <a:lnTo>
                      <a:pt x="32" y="12"/>
                    </a:lnTo>
                    <a:lnTo>
                      <a:pt x="32" y="10"/>
                    </a:lnTo>
                    <a:lnTo>
                      <a:pt x="32" y="10"/>
                    </a:lnTo>
                    <a:lnTo>
                      <a:pt x="28" y="0"/>
                    </a:lnTo>
                    <a:lnTo>
                      <a:pt x="28" y="0"/>
                    </a:lnTo>
                    <a:lnTo>
                      <a:pt x="28" y="2"/>
                    </a:lnTo>
                    <a:lnTo>
                      <a:pt x="26" y="6"/>
                    </a:lnTo>
                    <a:lnTo>
                      <a:pt x="26" y="6"/>
                    </a:lnTo>
                    <a:lnTo>
                      <a:pt x="22" y="6"/>
                    </a:lnTo>
                    <a:lnTo>
                      <a:pt x="20" y="6"/>
                    </a:lnTo>
                    <a:lnTo>
                      <a:pt x="20" y="6"/>
                    </a:lnTo>
                    <a:lnTo>
                      <a:pt x="18" y="8"/>
                    </a:lnTo>
                    <a:lnTo>
                      <a:pt x="18" y="10"/>
                    </a:lnTo>
                    <a:lnTo>
                      <a:pt x="16" y="10"/>
                    </a:lnTo>
                    <a:lnTo>
                      <a:pt x="16" y="10"/>
                    </a:lnTo>
                    <a:lnTo>
                      <a:pt x="12" y="12"/>
                    </a:lnTo>
                    <a:lnTo>
                      <a:pt x="12" y="16"/>
                    </a:lnTo>
                    <a:lnTo>
                      <a:pt x="12" y="16"/>
                    </a:lnTo>
                    <a:lnTo>
                      <a:pt x="4" y="24"/>
                    </a:lnTo>
                    <a:lnTo>
                      <a:pt x="4" y="24"/>
                    </a:lnTo>
                    <a:lnTo>
                      <a:pt x="2" y="30"/>
                    </a:lnTo>
                    <a:lnTo>
                      <a:pt x="0" y="34"/>
                    </a:lnTo>
                    <a:lnTo>
                      <a:pt x="2"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0" name="Freeform 155">
                <a:extLst>
                  <a:ext uri="{FF2B5EF4-FFF2-40B4-BE49-F238E27FC236}">
                    <a16:creationId xmlns:a16="http://schemas.microsoft.com/office/drawing/2014/main" id="{FB4B9BBE-B813-8348-A199-3623818E25CC}"/>
                  </a:ext>
                </a:extLst>
              </p:cNvPr>
              <p:cNvSpPr>
                <a:spLocks noEditPoints="1"/>
              </p:cNvSpPr>
              <p:nvPr/>
            </p:nvSpPr>
            <p:spPr bwMode="auto">
              <a:xfrm>
                <a:off x="6787864" y="4227452"/>
                <a:ext cx="227000" cy="308362"/>
              </a:xfrm>
              <a:custGeom>
                <a:avLst/>
                <a:gdLst>
                  <a:gd name="T0" fmla="*/ 6 w 116"/>
                  <a:gd name="T1" fmla="*/ 88 h 154"/>
                  <a:gd name="T2" fmla="*/ 10 w 116"/>
                  <a:gd name="T3" fmla="*/ 90 h 154"/>
                  <a:gd name="T4" fmla="*/ 14 w 116"/>
                  <a:gd name="T5" fmla="*/ 88 h 154"/>
                  <a:gd name="T6" fmla="*/ 12 w 116"/>
                  <a:gd name="T7" fmla="*/ 90 h 154"/>
                  <a:gd name="T8" fmla="*/ 12 w 116"/>
                  <a:gd name="T9" fmla="*/ 98 h 154"/>
                  <a:gd name="T10" fmla="*/ 8 w 116"/>
                  <a:gd name="T11" fmla="*/ 100 h 154"/>
                  <a:gd name="T12" fmla="*/ 48 w 116"/>
                  <a:gd name="T13" fmla="*/ 128 h 154"/>
                  <a:gd name="T14" fmla="*/ 52 w 116"/>
                  <a:gd name="T15" fmla="*/ 134 h 154"/>
                  <a:gd name="T16" fmla="*/ 52 w 116"/>
                  <a:gd name="T17" fmla="*/ 140 h 154"/>
                  <a:gd name="T18" fmla="*/ 56 w 116"/>
                  <a:gd name="T19" fmla="*/ 144 h 154"/>
                  <a:gd name="T20" fmla="*/ 74 w 116"/>
                  <a:gd name="T21" fmla="*/ 154 h 154"/>
                  <a:gd name="T22" fmla="*/ 76 w 116"/>
                  <a:gd name="T23" fmla="*/ 146 h 154"/>
                  <a:gd name="T24" fmla="*/ 80 w 116"/>
                  <a:gd name="T25" fmla="*/ 138 h 154"/>
                  <a:gd name="T26" fmla="*/ 86 w 116"/>
                  <a:gd name="T27" fmla="*/ 126 h 154"/>
                  <a:gd name="T28" fmla="*/ 92 w 116"/>
                  <a:gd name="T29" fmla="*/ 124 h 154"/>
                  <a:gd name="T30" fmla="*/ 98 w 116"/>
                  <a:gd name="T31" fmla="*/ 114 h 154"/>
                  <a:gd name="T32" fmla="*/ 104 w 116"/>
                  <a:gd name="T33" fmla="*/ 112 h 154"/>
                  <a:gd name="T34" fmla="*/ 106 w 116"/>
                  <a:gd name="T35" fmla="*/ 102 h 154"/>
                  <a:gd name="T36" fmla="*/ 112 w 116"/>
                  <a:gd name="T37" fmla="*/ 98 h 154"/>
                  <a:gd name="T38" fmla="*/ 110 w 116"/>
                  <a:gd name="T39" fmla="*/ 94 h 154"/>
                  <a:gd name="T40" fmla="*/ 102 w 116"/>
                  <a:gd name="T41" fmla="*/ 26 h 154"/>
                  <a:gd name="T42" fmla="*/ 116 w 116"/>
                  <a:gd name="T43" fmla="*/ 4 h 154"/>
                  <a:gd name="T44" fmla="*/ 102 w 116"/>
                  <a:gd name="T45" fmla="*/ 4 h 154"/>
                  <a:gd name="T46" fmla="*/ 98 w 116"/>
                  <a:gd name="T47" fmla="*/ 0 h 154"/>
                  <a:gd name="T48" fmla="*/ 92 w 116"/>
                  <a:gd name="T49" fmla="*/ 4 h 154"/>
                  <a:gd name="T50" fmla="*/ 86 w 116"/>
                  <a:gd name="T51" fmla="*/ 4 h 154"/>
                  <a:gd name="T52" fmla="*/ 84 w 116"/>
                  <a:gd name="T53" fmla="*/ 8 h 154"/>
                  <a:gd name="T54" fmla="*/ 72 w 116"/>
                  <a:gd name="T55" fmla="*/ 8 h 154"/>
                  <a:gd name="T56" fmla="*/ 62 w 116"/>
                  <a:gd name="T57" fmla="*/ 6 h 154"/>
                  <a:gd name="T58" fmla="*/ 54 w 116"/>
                  <a:gd name="T59" fmla="*/ 6 h 154"/>
                  <a:gd name="T60" fmla="*/ 48 w 116"/>
                  <a:gd name="T61" fmla="*/ 6 h 154"/>
                  <a:gd name="T62" fmla="*/ 40 w 116"/>
                  <a:gd name="T63" fmla="*/ 8 h 154"/>
                  <a:gd name="T64" fmla="*/ 22 w 116"/>
                  <a:gd name="T65" fmla="*/ 0 h 154"/>
                  <a:gd name="T66" fmla="*/ 10 w 116"/>
                  <a:gd name="T67" fmla="*/ 0 h 154"/>
                  <a:gd name="T68" fmla="*/ 0 w 116"/>
                  <a:gd name="T69" fmla="*/ 10 h 154"/>
                  <a:gd name="T70" fmla="*/ 4 w 116"/>
                  <a:gd name="T71" fmla="*/ 14 h 154"/>
                  <a:gd name="T72" fmla="*/ 6 w 116"/>
                  <a:gd name="T73" fmla="*/ 16 h 154"/>
                  <a:gd name="T74" fmla="*/ 6 w 116"/>
                  <a:gd name="T75" fmla="*/ 24 h 154"/>
                  <a:gd name="T76" fmla="*/ 8 w 116"/>
                  <a:gd name="T77" fmla="*/ 34 h 154"/>
                  <a:gd name="T78" fmla="*/ 10 w 116"/>
                  <a:gd name="T79" fmla="*/ 44 h 154"/>
                  <a:gd name="T80" fmla="*/ 8 w 116"/>
                  <a:gd name="T81" fmla="*/ 50 h 154"/>
                  <a:gd name="T82" fmla="*/ 4 w 116"/>
                  <a:gd name="T83" fmla="*/ 56 h 154"/>
                  <a:gd name="T84" fmla="*/ 2 w 116"/>
                  <a:gd name="T85" fmla="*/ 66 h 154"/>
                  <a:gd name="T86" fmla="*/ 2 w 116"/>
                  <a:gd name="T87" fmla="*/ 74 h 154"/>
                  <a:gd name="T88" fmla="*/ 4 w 116"/>
                  <a:gd name="T89" fmla="*/ 80 h 154"/>
                  <a:gd name="T90" fmla="*/ 4 w 116"/>
                  <a:gd name="T91" fmla="*/ 84 h 154"/>
                  <a:gd name="T92" fmla="*/ 30 w 116"/>
                  <a:gd name="T93" fmla="*/ 6 h 154"/>
                  <a:gd name="T94" fmla="*/ 34 w 116"/>
                  <a:gd name="T95" fmla="*/ 8 h 154"/>
                  <a:gd name="T96" fmla="*/ 34 w 116"/>
                  <a:gd name="T97" fmla="*/ 24 h 154"/>
                  <a:gd name="T98" fmla="*/ 40 w 116"/>
                  <a:gd name="T99" fmla="*/ 32 h 154"/>
                  <a:gd name="T100" fmla="*/ 38 w 116"/>
                  <a:gd name="T101" fmla="*/ 40 h 154"/>
                  <a:gd name="T102" fmla="*/ 32 w 116"/>
                  <a:gd name="T103" fmla="*/ 30 h 154"/>
                  <a:gd name="T104" fmla="*/ 30 w 116"/>
                  <a:gd name="T105" fmla="*/ 24 h 154"/>
                  <a:gd name="T106" fmla="*/ 28 w 116"/>
                  <a:gd name="T107" fmla="*/ 1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54">
                    <a:moveTo>
                      <a:pt x="4" y="86"/>
                    </a:moveTo>
                    <a:lnTo>
                      <a:pt x="4" y="86"/>
                    </a:lnTo>
                    <a:lnTo>
                      <a:pt x="6" y="88"/>
                    </a:lnTo>
                    <a:lnTo>
                      <a:pt x="8" y="90"/>
                    </a:lnTo>
                    <a:lnTo>
                      <a:pt x="10" y="90"/>
                    </a:lnTo>
                    <a:lnTo>
                      <a:pt x="10" y="90"/>
                    </a:lnTo>
                    <a:lnTo>
                      <a:pt x="12" y="88"/>
                    </a:lnTo>
                    <a:lnTo>
                      <a:pt x="12" y="88"/>
                    </a:lnTo>
                    <a:lnTo>
                      <a:pt x="14" y="88"/>
                    </a:lnTo>
                    <a:lnTo>
                      <a:pt x="16" y="88"/>
                    </a:lnTo>
                    <a:lnTo>
                      <a:pt x="16" y="88"/>
                    </a:lnTo>
                    <a:lnTo>
                      <a:pt x="12" y="90"/>
                    </a:lnTo>
                    <a:lnTo>
                      <a:pt x="12" y="90"/>
                    </a:lnTo>
                    <a:lnTo>
                      <a:pt x="12" y="94"/>
                    </a:lnTo>
                    <a:lnTo>
                      <a:pt x="12" y="98"/>
                    </a:lnTo>
                    <a:lnTo>
                      <a:pt x="12" y="98"/>
                    </a:lnTo>
                    <a:lnTo>
                      <a:pt x="8" y="100"/>
                    </a:lnTo>
                    <a:lnTo>
                      <a:pt x="8" y="100"/>
                    </a:lnTo>
                    <a:lnTo>
                      <a:pt x="8" y="104"/>
                    </a:lnTo>
                    <a:lnTo>
                      <a:pt x="8" y="108"/>
                    </a:lnTo>
                    <a:lnTo>
                      <a:pt x="48" y="128"/>
                    </a:lnTo>
                    <a:lnTo>
                      <a:pt x="48" y="128"/>
                    </a:lnTo>
                    <a:lnTo>
                      <a:pt x="50" y="130"/>
                    </a:lnTo>
                    <a:lnTo>
                      <a:pt x="52" y="134"/>
                    </a:lnTo>
                    <a:lnTo>
                      <a:pt x="52" y="134"/>
                    </a:lnTo>
                    <a:lnTo>
                      <a:pt x="52" y="140"/>
                    </a:lnTo>
                    <a:lnTo>
                      <a:pt x="52" y="140"/>
                    </a:lnTo>
                    <a:lnTo>
                      <a:pt x="54" y="142"/>
                    </a:lnTo>
                    <a:lnTo>
                      <a:pt x="54" y="142"/>
                    </a:lnTo>
                    <a:lnTo>
                      <a:pt x="56" y="144"/>
                    </a:lnTo>
                    <a:lnTo>
                      <a:pt x="58" y="144"/>
                    </a:lnTo>
                    <a:lnTo>
                      <a:pt x="74" y="154"/>
                    </a:lnTo>
                    <a:lnTo>
                      <a:pt x="74" y="154"/>
                    </a:lnTo>
                    <a:lnTo>
                      <a:pt x="78" y="152"/>
                    </a:lnTo>
                    <a:lnTo>
                      <a:pt x="78" y="152"/>
                    </a:lnTo>
                    <a:lnTo>
                      <a:pt x="76" y="146"/>
                    </a:lnTo>
                    <a:lnTo>
                      <a:pt x="76" y="142"/>
                    </a:lnTo>
                    <a:lnTo>
                      <a:pt x="78" y="138"/>
                    </a:lnTo>
                    <a:lnTo>
                      <a:pt x="80" y="138"/>
                    </a:lnTo>
                    <a:lnTo>
                      <a:pt x="80" y="138"/>
                    </a:lnTo>
                    <a:lnTo>
                      <a:pt x="82" y="132"/>
                    </a:lnTo>
                    <a:lnTo>
                      <a:pt x="86" y="126"/>
                    </a:lnTo>
                    <a:lnTo>
                      <a:pt x="86" y="126"/>
                    </a:lnTo>
                    <a:lnTo>
                      <a:pt x="88" y="126"/>
                    </a:lnTo>
                    <a:lnTo>
                      <a:pt x="92" y="124"/>
                    </a:lnTo>
                    <a:lnTo>
                      <a:pt x="92" y="124"/>
                    </a:lnTo>
                    <a:lnTo>
                      <a:pt x="96" y="120"/>
                    </a:lnTo>
                    <a:lnTo>
                      <a:pt x="98" y="114"/>
                    </a:lnTo>
                    <a:lnTo>
                      <a:pt x="98" y="114"/>
                    </a:lnTo>
                    <a:lnTo>
                      <a:pt x="100" y="114"/>
                    </a:lnTo>
                    <a:lnTo>
                      <a:pt x="104" y="112"/>
                    </a:lnTo>
                    <a:lnTo>
                      <a:pt x="104" y="112"/>
                    </a:lnTo>
                    <a:lnTo>
                      <a:pt x="104" y="108"/>
                    </a:lnTo>
                    <a:lnTo>
                      <a:pt x="106" y="102"/>
                    </a:lnTo>
                    <a:lnTo>
                      <a:pt x="106" y="102"/>
                    </a:lnTo>
                    <a:lnTo>
                      <a:pt x="112" y="98"/>
                    </a:lnTo>
                    <a:lnTo>
                      <a:pt x="112" y="98"/>
                    </a:lnTo>
                    <a:lnTo>
                      <a:pt x="110" y="96"/>
                    </a:lnTo>
                    <a:lnTo>
                      <a:pt x="110" y="94"/>
                    </a:lnTo>
                    <a:lnTo>
                      <a:pt x="110" y="94"/>
                    </a:lnTo>
                    <a:lnTo>
                      <a:pt x="112" y="92"/>
                    </a:lnTo>
                    <a:lnTo>
                      <a:pt x="102" y="82"/>
                    </a:lnTo>
                    <a:lnTo>
                      <a:pt x="102" y="26"/>
                    </a:lnTo>
                    <a:lnTo>
                      <a:pt x="108" y="20"/>
                    </a:lnTo>
                    <a:lnTo>
                      <a:pt x="116" y="4"/>
                    </a:lnTo>
                    <a:lnTo>
                      <a:pt x="116" y="4"/>
                    </a:lnTo>
                    <a:lnTo>
                      <a:pt x="110" y="4"/>
                    </a:lnTo>
                    <a:lnTo>
                      <a:pt x="106" y="6"/>
                    </a:lnTo>
                    <a:lnTo>
                      <a:pt x="102" y="4"/>
                    </a:lnTo>
                    <a:lnTo>
                      <a:pt x="102" y="4"/>
                    </a:lnTo>
                    <a:lnTo>
                      <a:pt x="98" y="2"/>
                    </a:lnTo>
                    <a:lnTo>
                      <a:pt x="98" y="0"/>
                    </a:lnTo>
                    <a:lnTo>
                      <a:pt x="98" y="0"/>
                    </a:lnTo>
                    <a:lnTo>
                      <a:pt x="94" y="2"/>
                    </a:lnTo>
                    <a:lnTo>
                      <a:pt x="92" y="4"/>
                    </a:lnTo>
                    <a:lnTo>
                      <a:pt x="88" y="4"/>
                    </a:lnTo>
                    <a:lnTo>
                      <a:pt x="88" y="4"/>
                    </a:lnTo>
                    <a:lnTo>
                      <a:pt x="86" y="4"/>
                    </a:lnTo>
                    <a:lnTo>
                      <a:pt x="84" y="4"/>
                    </a:lnTo>
                    <a:lnTo>
                      <a:pt x="84" y="8"/>
                    </a:lnTo>
                    <a:lnTo>
                      <a:pt x="84" y="8"/>
                    </a:lnTo>
                    <a:lnTo>
                      <a:pt x="76" y="8"/>
                    </a:lnTo>
                    <a:lnTo>
                      <a:pt x="76" y="8"/>
                    </a:lnTo>
                    <a:lnTo>
                      <a:pt x="72" y="8"/>
                    </a:lnTo>
                    <a:lnTo>
                      <a:pt x="68" y="8"/>
                    </a:lnTo>
                    <a:lnTo>
                      <a:pt x="68" y="8"/>
                    </a:lnTo>
                    <a:lnTo>
                      <a:pt x="62" y="6"/>
                    </a:lnTo>
                    <a:lnTo>
                      <a:pt x="58" y="6"/>
                    </a:lnTo>
                    <a:lnTo>
                      <a:pt x="58" y="6"/>
                    </a:lnTo>
                    <a:lnTo>
                      <a:pt x="54" y="6"/>
                    </a:lnTo>
                    <a:lnTo>
                      <a:pt x="50" y="8"/>
                    </a:lnTo>
                    <a:lnTo>
                      <a:pt x="48" y="6"/>
                    </a:lnTo>
                    <a:lnTo>
                      <a:pt x="48" y="6"/>
                    </a:lnTo>
                    <a:lnTo>
                      <a:pt x="46" y="6"/>
                    </a:lnTo>
                    <a:lnTo>
                      <a:pt x="44" y="6"/>
                    </a:lnTo>
                    <a:lnTo>
                      <a:pt x="40" y="8"/>
                    </a:lnTo>
                    <a:lnTo>
                      <a:pt x="40" y="8"/>
                    </a:lnTo>
                    <a:lnTo>
                      <a:pt x="28" y="6"/>
                    </a:lnTo>
                    <a:lnTo>
                      <a:pt x="22" y="0"/>
                    </a:lnTo>
                    <a:lnTo>
                      <a:pt x="16" y="0"/>
                    </a:lnTo>
                    <a:lnTo>
                      <a:pt x="16" y="0"/>
                    </a:lnTo>
                    <a:lnTo>
                      <a:pt x="10" y="0"/>
                    </a:lnTo>
                    <a:lnTo>
                      <a:pt x="6" y="4"/>
                    </a:lnTo>
                    <a:lnTo>
                      <a:pt x="0" y="6"/>
                    </a:lnTo>
                    <a:lnTo>
                      <a:pt x="0" y="10"/>
                    </a:lnTo>
                    <a:lnTo>
                      <a:pt x="0" y="10"/>
                    </a:lnTo>
                    <a:lnTo>
                      <a:pt x="4" y="14"/>
                    </a:lnTo>
                    <a:lnTo>
                      <a:pt x="4" y="14"/>
                    </a:lnTo>
                    <a:lnTo>
                      <a:pt x="6" y="14"/>
                    </a:lnTo>
                    <a:lnTo>
                      <a:pt x="6" y="16"/>
                    </a:lnTo>
                    <a:lnTo>
                      <a:pt x="6" y="16"/>
                    </a:lnTo>
                    <a:lnTo>
                      <a:pt x="8" y="18"/>
                    </a:lnTo>
                    <a:lnTo>
                      <a:pt x="8" y="20"/>
                    </a:lnTo>
                    <a:lnTo>
                      <a:pt x="6" y="24"/>
                    </a:lnTo>
                    <a:lnTo>
                      <a:pt x="6" y="24"/>
                    </a:lnTo>
                    <a:lnTo>
                      <a:pt x="4" y="30"/>
                    </a:lnTo>
                    <a:lnTo>
                      <a:pt x="8" y="34"/>
                    </a:lnTo>
                    <a:lnTo>
                      <a:pt x="8" y="34"/>
                    </a:lnTo>
                    <a:lnTo>
                      <a:pt x="10" y="38"/>
                    </a:lnTo>
                    <a:lnTo>
                      <a:pt x="10" y="44"/>
                    </a:lnTo>
                    <a:lnTo>
                      <a:pt x="10" y="44"/>
                    </a:lnTo>
                    <a:lnTo>
                      <a:pt x="8" y="50"/>
                    </a:lnTo>
                    <a:lnTo>
                      <a:pt x="8" y="50"/>
                    </a:lnTo>
                    <a:lnTo>
                      <a:pt x="6" y="52"/>
                    </a:lnTo>
                    <a:lnTo>
                      <a:pt x="4" y="54"/>
                    </a:lnTo>
                    <a:lnTo>
                      <a:pt x="4" y="56"/>
                    </a:lnTo>
                    <a:lnTo>
                      <a:pt x="4" y="56"/>
                    </a:lnTo>
                    <a:lnTo>
                      <a:pt x="4" y="62"/>
                    </a:lnTo>
                    <a:lnTo>
                      <a:pt x="2" y="66"/>
                    </a:lnTo>
                    <a:lnTo>
                      <a:pt x="2" y="66"/>
                    </a:lnTo>
                    <a:lnTo>
                      <a:pt x="2" y="70"/>
                    </a:lnTo>
                    <a:lnTo>
                      <a:pt x="2" y="74"/>
                    </a:lnTo>
                    <a:lnTo>
                      <a:pt x="4" y="78"/>
                    </a:lnTo>
                    <a:lnTo>
                      <a:pt x="4" y="80"/>
                    </a:lnTo>
                    <a:lnTo>
                      <a:pt x="4" y="80"/>
                    </a:lnTo>
                    <a:lnTo>
                      <a:pt x="2" y="82"/>
                    </a:lnTo>
                    <a:lnTo>
                      <a:pt x="4" y="84"/>
                    </a:lnTo>
                    <a:lnTo>
                      <a:pt x="4" y="84"/>
                    </a:lnTo>
                    <a:lnTo>
                      <a:pt x="4" y="86"/>
                    </a:lnTo>
                    <a:lnTo>
                      <a:pt x="4" y="86"/>
                    </a:lnTo>
                    <a:close/>
                    <a:moveTo>
                      <a:pt x="30" y="6"/>
                    </a:moveTo>
                    <a:lnTo>
                      <a:pt x="30" y="6"/>
                    </a:lnTo>
                    <a:lnTo>
                      <a:pt x="34" y="8"/>
                    </a:lnTo>
                    <a:lnTo>
                      <a:pt x="34" y="8"/>
                    </a:lnTo>
                    <a:lnTo>
                      <a:pt x="34" y="16"/>
                    </a:lnTo>
                    <a:lnTo>
                      <a:pt x="34" y="24"/>
                    </a:lnTo>
                    <a:lnTo>
                      <a:pt x="34" y="24"/>
                    </a:lnTo>
                    <a:lnTo>
                      <a:pt x="38" y="28"/>
                    </a:lnTo>
                    <a:lnTo>
                      <a:pt x="40" y="32"/>
                    </a:lnTo>
                    <a:lnTo>
                      <a:pt x="40" y="32"/>
                    </a:lnTo>
                    <a:lnTo>
                      <a:pt x="42" y="40"/>
                    </a:lnTo>
                    <a:lnTo>
                      <a:pt x="38" y="40"/>
                    </a:lnTo>
                    <a:lnTo>
                      <a:pt x="38" y="40"/>
                    </a:lnTo>
                    <a:lnTo>
                      <a:pt x="36" y="32"/>
                    </a:lnTo>
                    <a:lnTo>
                      <a:pt x="36" y="32"/>
                    </a:lnTo>
                    <a:lnTo>
                      <a:pt x="32" y="30"/>
                    </a:lnTo>
                    <a:lnTo>
                      <a:pt x="30" y="26"/>
                    </a:lnTo>
                    <a:lnTo>
                      <a:pt x="30" y="26"/>
                    </a:lnTo>
                    <a:lnTo>
                      <a:pt x="30" y="24"/>
                    </a:lnTo>
                    <a:lnTo>
                      <a:pt x="28" y="24"/>
                    </a:lnTo>
                    <a:lnTo>
                      <a:pt x="28" y="24"/>
                    </a:lnTo>
                    <a:lnTo>
                      <a:pt x="28" y="14"/>
                    </a:lnTo>
                    <a:lnTo>
                      <a:pt x="30" y="6"/>
                    </a:lnTo>
                    <a:lnTo>
                      <a:pt x="30"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1" name="Freeform 161">
                <a:extLst>
                  <a:ext uri="{FF2B5EF4-FFF2-40B4-BE49-F238E27FC236}">
                    <a16:creationId xmlns:a16="http://schemas.microsoft.com/office/drawing/2014/main" id="{1C061F17-F2B7-884A-A2AB-06C873B72219}"/>
                  </a:ext>
                </a:extLst>
              </p:cNvPr>
              <p:cNvSpPr>
                <a:spLocks/>
              </p:cNvSpPr>
              <p:nvPr/>
            </p:nvSpPr>
            <p:spPr bwMode="auto">
              <a:xfrm>
                <a:off x="5662645" y="4023211"/>
                <a:ext cx="172207" cy="216255"/>
              </a:xfrm>
              <a:custGeom>
                <a:avLst/>
                <a:gdLst>
                  <a:gd name="T0" fmla="*/ 18 w 88"/>
                  <a:gd name="T1" fmla="*/ 108 h 108"/>
                  <a:gd name="T2" fmla="*/ 36 w 88"/>
                  <a:gd name="T3" fmla="*/ 100 h 108"/>
                  <a:gd name="T4" fmla="*/ 40 w 88"/>
                  <a:gd name="T5" fmla="*/ 94 h 108"/>
                  <a:gd name="T6" fmla="*/ 50 w 88"/>
                  <a:gd name="T7" fmla="*/ 94 h 108"/>
                  <a:gd name="T8" fmla="*/ 60 w 88"/>
                  <a:gd name="T9" fmla="*/ 94 h 108"/>
                  <a:gd name="T10" fmla="*/ 70 w 88"/>
                  <a:gd name="T11" fmla="*/ 100 h 108"/>
                  <a:gd name="T12" fmla="*/ 74 w 88"/>
                  <a:gd name="T13" fmla="*/ 92 h 108"/>
                  <a:gd name="T14" fmla="*/ 74 w 88"/>
                  <a:gd name="T15" fmla="*/ 88 h 108"/>
                  <a:gd name="T16" fmla="*/ 72 w 88"/>
                  <a:gd name="T17" fmla="*/ 76 h 108"/>
                  <a:gd name="T18" fmla="*/ 74 w 88"/>
                  <a:gd name="T19" fmla="*/ 66 h 108"/>
                  <a:gd name="T20" fmla="*/ 78 w 88"/>
                  <a:gd name="T21" fmla="*/ 56 h 108"/>
                  <a:gd name="T22" fmla="*/ 82 w 88"/>
                  <a:gd name="T23" fmla="*/ 46 h 108"/>
                  <a:gd name="T24" fmla="*/ 86 w 88"/>
                  <a:gd name="T25" fmla="*/ 38 h 108"/>
                  <a:gd name="T26" fmla="*/ 88 w 88"/>
                  <a:gd name="T27" fmla="*/ 26 h 108"/>
                  <a:gd name="T28" fmla="*/ 86 w 88"/>
                  <a:gd name="T29" fmla="*/ 20 h 108"/>
                  <a:gd name="T30" fmla="*/ 84 w 88"/>
                  <a:gd name="T31" fmla="*/ 18 h 108"/>
                  <a:gd name="T32" fmla="*/ 84 w 88"/>
                  <a:gd name="T33" fmla="*/ 12 h 108"/>
                  <a:gd name="T34" fmla="*/ 84 w 88"/>
                  <a:gd name="T35" fmla="*/ 8 h 108"/>
                  <a:gd name="T36" fmla="*/ 74 w 88"/>
                  <a:gd name="T37" fmla="*/ 10 h 108"/>
                  <a:gd name="T38" fmla="*/ 72 w 88"/>
                  <a:gd name="T39" fmla="*/ 6 h 108"/>
                  <a:gd name="T40" fmla="*/ 66 w 88"/>
                  <a:gd name="T41" fmla="*/ 2 h 108"/>
                  <a:gd name="T42" fmla="*/ 56 w 88"/>
                  <a:gd name="T43" fmla="*/ 4 h 108"/>
                  <a:gd name="T44" fmla="*/ 44 w 88"/>
                  <a:gd name="T45" fmla="*/ 0 h 108"/>
                  <a:gd name="T46" fmla="*/ 42 w 88"/>
                  <a:gd name="T47" fmla="*/ 4 h 108"/>
                  <a:gd name="T48" fmla="*/ 40 w 88"/>
                  <a:gd name="T49" fmla="*/ 8 h 108"/>
                  <a:gd name="T50" fmla="*/ 38 w 88"/>
                  <a:gd name="T51" fmla="*/ 10 h 108"/>
                  <a:gd name="T52" fmla="*/ 34 w 88"/>
                  <a:gd name="T53" fmla="*/ 8 h 108"/>
                  <a:gd name="T54" fmla="*/ 30 w 88"/>
                  <a:gd name="T55" fmla="*/ 8 h 108"/>
                  <a:gd name="T56" fmla="*/ 28 w 88"/>
                  <a:gd name="T57" fmla="*/ 16 h 108"/>
                  <a:gd name="T58" fmla="*/ 26 w 88"/>
                  <a:gd name="T59" fmla="*/ 12 h 108"/>
                  <a:gd name="T60" fmla="*/ 24 w 88"/>
                  <a:gd name="T61" fmla="*/ 14 h 108"/>
                  <a:gd name="T62" fmla="*/ 18 w 88"/>
                  <a:gd name="T63" fmla="*/ 18 h 108"/>
                  <a:gd name="T64" fmla="*/ 16 w 88"/>
                  <a:gd name="T65" fmla="*/ 22 h 108"/>
                  <a:gd name="T66" fmla="*/ 14 w 88"/>
                  <a:gd name="T67" fmla="*/ 26 h 108"/>
                  <a:gd name="T68" fmla="*/ 18 w 88"/>
                  <a:gd name="T69" fmla="*/ 30 h 108"/>
                  <a:gd name="T70" fmla="*/ 18 w 88"/>
                  <a:gd name="T71" fmla="*/ 34 h 108"/>
                  <a:gd name="T72" fmla="*/ 16 w 88"/>
                  <a:gd name="T73" fmla="*/ 36 h 108"/>
                  <a:gd name="T74" fmla="*/ 10 w 88"/>
                  <a:gd name="T75" fmla="*/ 38 h 108"/>
                  <a:gd name="T76" fmla="*/ 10 w 88"/>
                  <a:gd name="T77" fmla="*/ 40 h 108"/>
                  <a:gd name="T78" fmla="*/ 6 w 88"/>
                  <a:gd name="T79" fmla="*/ 48 h 108"/>
                  <a:gd name="T80" fmla="*/ 8 w 88"/>
                  <a:gd name="T81" fmla="*/ 52 h 108"/>
                  <a:gd name="T82" fmla="*/ 8 w 88"/>
                  <a:gd name="T83" fmla="*/ 58 h 108"/>
                  <a:gd name="T84" fmla="*/ 4 w 88"/>
                  <a:gd name="T85" fmla="*/ 64 h 108"/>
                  <a:gd name="T86" fmla="*/ 0 w 88"/>
                  <a:gd name="T87" fmla="*/ 68 h 108"/>
                  <a:gd name="T88" fmla="*/ 10 w 88"/>
                  <a:gd name="T89" fmla="*/ 70 h 108"/>
                  <a:gd name="T90" fmla="*/ 14 w 88"/>
                  <a:gd name="T91" fmla="*/ 78 h 108"/>
                  <a:gd name="T92" fmla="*/ 16 w 88"/>
                  <a:gd name="T93" fmla="*/ 84 h 108"/>
                  <a:gd name="T94" fmla="*/ 20 w 88"/>
                  <a:gd name="T95" fmla="*/ 86 h 108"/>
                  <a:gd name="T96" fmla="*/ 22 w 88"/>
                  <a:gd name="T97" fmla="*/ 86 h 108"/>
                  <a:gd name="T98" fmla="*/ 20 w 88"/>
                  <a:gd name="T99" fmla="*/ 90 h 108"/>
                  <a:gd name="T100" fmla="*/ 18 w 88"/>
                  <a:gd name="T101" fmla="*/ 98 h 108"/>
                  <a:gd name="T102" fmla="*/ 16 w 88"/>
                  <a:gd name="T103" fmla="*/ 100 h 108"/>
                  <a:gd name="T104" fmla="*/ 18 w 88"/>
                  <a:gd name="T105" fmla="*/ 104 h 108"/>
                  <a:gd name="T106" fmla="*/ 16 w 88"/>
                  <a:gd name="T10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8" h="108">
                    <a:moveTo>
                      <a:pt x="18" y="108"/>
                    </a:moveTo>
                    <a:lnTo>
                      <a:pt x="18" y="108"/>
                    </a:lnTo>
                    <a:lnTo>
                      <a:pt x="28" y="104"/>
                    </a:lnTo>
                    <a:lnTo>
                      <a:pt x="36" y="100"/>
                    </a:lnTo>
                    <a:lnTo>
                      <a:pt x="36" y="100"/>
                    </a:lnTo>
                    <a:lnTo>
                      <a:pt x="40" y="94"/>
                    </a:lnTo>
                    <a:lnTo>
                      <a:pt x="40" y="94"/>
                    </a:lnTo>
                    <a:lnTo>
                      <a:pt x="50" y="94"/>
                    </a:lnTo>
                    <a:lnTo>
                      <a:pt x="60" y="94"/>
                    </a:lnTo>
                    <a:lnTo>
                      <a:pt x="60" y="94"/>
                    </a:lnTo>
                    <a:lnTo>
                      <a:pt x="66" y="96"/>
                    </a:lnTo>
                    <a:lnTo>
                      <a:pt x="70" y="100"/>
                    </a:lnTo>
                    <a:lnTo>
                      <a:pt x="70" y="100"/>
                    </a:lnTo>
                    <a:lnTo>
                      <a:pt x="74" y="92"/>
                    </a:lnTo>
                    <a:lnTo>
                      <a:pt x="74" y="92"/>
                    </a:lnTo>
                    <a:lnTo>
                      <a:pt x="74" y="88"/>
                    </a:lnTo>
                    <a:lnTo>
                      <a:pt x="72" y="86"/>
                    </a:lnTo>
                    <a:lnTo>
                      <a:pt x="72" y="76"/>
                    </a:lnTo>
                    <a:lnTo>
                      <a:pt x="74" y="66"/>
                    </a:lnTo>
                    <a:lnTo>
                      <a:pt x="74" y="66"/>
                    </a:lnTo>
                    <a:lnTo>
                      <a:pt x="78" y="56"/>
                    </a:lnTo>
                    <a:lnTo>
                      <a:pt x="78" y="56"/>
                    </a:lnTo>
                    <a:lnTo>
                      <a:pt x="82" y="46"/>
                    </a:lnTo>
                    <a:lnTo>
                      <a:pt x="82" y="46"/>
                    </a:lnTo>
                    <a:lnTo>
                      <a:pt x="84" y="40"/>
                    </a:lnTo>
                    <a:lnTo>
                      <a:pt x="86" y="38"/>
                    </a:lnTo>
                    <a:lnTo>
                      <a:pt x="86" y="38"/>
                    </a:lnTo>
                    <a:lnTo>
                      <a:pt x="88" y="26"/>
                    </a:lnTo>
                    <a:lnTo>
                      <a:pt x="88" y="26"/>
                    </a:lnTo>
                    <a:lnTo>
                      <a:pt x="86" y="20"/>
                    </a:lnTo>
                    <a:lnTo>
                      <a:pt x="84" y="20"/>
                    </a:lnTo>
                    <a:lnTo>
                      <a:pt x="84" y="18"/>
                    </a:lnTo>
                    <a:lnTo>
                      <a:pt x="84" y="18"/>
                    </a:lnTo>
                    <a:lnTo>
                      <a:pt x="84" y="12"/>
                    </a:lnTo>
                    <a:lnTo>
                      <a:pt x="84" y="8"/>
                    </a:lnTo>
                    <a:lnTo>
                      <a:pt x="84" y="8"/>
                    </a:lnTo>
                    <a:lnTo>
                      <a:pt x="74" y="10"/>
                    </a:lnTo>
                    <a:lnTo>
                      <a:pt x="74" y="10"/>
                    </a:lnTo>
                    <a:lnTo>
                      <a:pt x="72" y="8"/>
                    </a:lnTo>
                    <a:lnTo>
                      <a:pt x="72" y="6"/>
                    </a:lnTo>
                    <a:lnTo>
                      <a:pt x="72" y="2"/>
                    </a:lnTo>
                    <a:lnTo>
                      <a:pt x="66" y="2"/>
                    </a:lnTo>
                    <a:lnTo>
                      <a:pt x="62" y="6"/>
                    </a:lnTo>
                    <a:lnTo>
                      <a:pt x="56" y="4"/>
                    </a:lnTo>
                    <a:lnTo>
                      <a:pt x="56" y="0"/>
                    </a:lnTo>
                    <a:lnTo>
                      <a:pt x="44" y="0"/>
                    </a:lnTo>
                    <a:lnTo>
                      <a:pt x="42" y="4"/>
                    </a:lnTo>
                    <a:lnTo>
                      <a:pt x="42" y="4"/>
                    </a:lnTo>
                    <a:lnTo>
                      <a:pt x="42" y="6"/>
                    </a:lnTo>
                    <a:lnTo>
                      <a:pt x="40" y="8"/>
                    </a:lnTo>
                    <a:lnTo>
                      <a:pt x="38" y="10"/>
                    </a:lnTo>
                    <a:lnTo>
                      <a:pt x="38" y="10"/>
                    </a:lnTo>
                    <a:lnTo>
                      <a:pt x="36" y="10"/>
                    </a:lnTo>
                    <a:lnTo>
                      <a:pt x="34" y="8"/>
                    </a:lnTo>
                    <a:lnTo>
                      <a:pt x="32" y="6"/>
                    </a:lnTo>
                    <a:lnTo>
                      <a:pt x="30" y="8"/>
                    </a:lnTo>
                    <a:lnTo>
                      <a:pt x="28" y="16"/>
                    </a:lnTo>
                    <a:lnTo>
                      <a:pt x="28" y="16"/>
                    </a:lnTo>
                    <a:lnTo>
                      <a:pt x="28" y="14"/>
                    </a:lnTo>
                    <a:lnTo>
                      <a:pt x="26" y="12"/>
                    </a:lnTo>
                    <a:lnTo>
                      <a:pt x="24" y="14"/>
                    </a:lnTo>
                    <a:lnTo>
                      <a:pt x="24" y="14"/>
                    </a:lnTo>
                    <a:lnTo>
                      <a:pt x="20" y="16"/>
                    </a:lnTo>
                    <a:lnTo>
                      <a:pt x="18" y="18"/>
                    </a:lnTo>
                    <a:lnTo>
                      <a:pt x="18" y="18"/>
                    </a:lnTo>
                    <a:lnTo>
                      <a:pt x="16" y="22"/>
                    </a:lnTo>
                    <a:lnTo>
                      <a:pt x="14" y="24"/>
                    </a:lnTo>
                    <a:lnTo>
                      <a:pt x="14" y="26"/>
                    </a:lnTo>
                    <a:lnTo>
                      <a:pt x="14" y="26"/>
                    </a:lnTo>
                    <a:lnTo>
                      <a:pt x="18" y="30"/>
                    </a:lnTo>
                    <a:lnTo>
                      <a:pt x="18" y="32"/>
                    </a:lnTo>
                    <a:lnTo>
                      <a:pt x="18" y="34"/>
                    </a:lnTo>
                    <a:lnTo>
                      <a:pt x="18" y="34"/>
                    </a:lnTo>
                    <a:lnTo>
                      <a:pt x="16" y="36"/>
                    </a:lnTo>
                    <a:lnTo>
                      <a:pt x="12" y="38"/>
                    </a:lnTo>
                    <a:lnTo>
                      <a:pt x="10" y="38"/>
                    </a:lnTo>
                    <a:lnTo>
                      <a:pt x="10" y="40"/>
                    </a:lnTo>
                    <a:lnTo>
                      <a:pt x="10" y="40"/>
                    </a:lnTo>
                    <a:lnTo>
                      <a:pt x="10" y="44"/>
                    </a:lnTo>
                    <a:lnTo>
                      <a:pt x="6" y="48"/>
                    </a:lnTo>
                    <a:lnTo>
                      <a:pt x="6" y="48"/>
                    </a:lnTo>
                    <a:lnTo>
                      <a:pt x="8" y="52"/>
                    </a:lnTo>
                    <a:lnTo>
                      <a:pt x="8" y="54"/>
                    </a:lnTo>
                    <a:lnTo>
                      <a:pt x="8" y="58"/>
                    </a:lnTo>
                    <a:lnTo>
                      <a:pt x="8" y="58"/>
                    </a:lnTo>
                    <a:lnTo>
                      <a:pt x="4" y="64"/>
                    </a:lnTo>
                    <a:lnTo>
                      <a:pt x="0" y="68"/>
                    </a:lnTo>
                    <a:lnTo>
                      <a:pt x="0" y="68"/>
                    </a:lnTo>
                    <a:lnTo>
                      <a:pt x="10" y="70"/>
                    </a:lnTo>
                    <a:lnTo>
                      <a:pt x="10" y="70"/>
                    </a:lnTo>
                    <a:lnTo>
                      <a:pt x="12" y="74"/>
                    </a:lnTo>
                    <a:lnTo>
                      <a:pt x="14" y="78"/>
                    </a:lnTo>
                    <a:lnTo>
                      <a:pt x="14" y="78"/>
                    </a:lnTo>
                    <a:lnTo>
                      <a:pt x="16" y="84"/>
                    </a:lnTo>
                    <a:lnTo>
                      <a:pt x="18" y="86"/>
                    </a:lnTo>
                    <a:lnTo>
                      <a:pt x="20" y="86"/>
                    </a:lnTo>
                    <a:lnTo>
                      <a:pt x="20" y="86"/>
                    </a:lnTo>
                    <a:lnTo>
                      <a:pt x="22" y="86"/>
                    </a:lnTo>
                    <a:lnTo>
                      <a:pt x="20" y="90"/>
                    </a:lnTo>
                    <a:lnTo>
                      <a:pt x="20" y="90"/>
                    </a:lnTo>
                    <a:lnTo>
                      <a:pt x="20" y="94"/>
                    </a:lnTo>
                    <a:lnTo>
                      <a:pt x="18" y="98"/>
                    </a:lnTo>
                    <a:lnTo>
                      <a:pt x="18" y="98"/>
                    </a:lnTo>
                    <a:lnTo>
                      <a:pt x="16" y="100"/>
                    </a:lnTo>
                    <a:lnTo>
                      <a:pt x="16" y="100"/>
                    </a:lnTo>
                    <a:lnTo>
                      <a:pt x="18" y="104"/>
                    </a:lnTo>
                    <a:lnTo>
                      <a:pt x="18" y="104"/>
                    </a:lnTo>
                    <a:lnTo>
                      <a:pt x="16" y="108"/>
                    </a:lnTo>
                    <a:lnTo>
                      <a:pt x="18" y="1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2" name="Freeform 178">
                <a:extLst>
                  <a:ext uri="{FF2B5EF4-FFF2-40B4-BE49-F238E27FC236}">
                    <a16:creationId xmlns:a16="http://schemas.microsoft.com/office/drawing/2014/main" id="{451C581C-CEE2-5C4C-8B52-5EB64DA40A89}"/>
                  </a:ext>
                </a:extLst>
              </p:cNvPr>
              <p:cNvSpPr>
                <a:spLocks/>
              </p:cNvSpPr>
              <p:nvPr/>
            </p:nvSpPr>
            <p:spPr bwMode="auto">
              <a:xfrm>
                <a:off x="5466954" y="3955132"/>
                <a:ext cx="66534" cy="56066"/>
              </a:xfrm>
              <a:custGeom>
                <a:avLst/>
                <a:gdLst>
                  <a:gd name="T0" fmla="*/ 20 w 34"/>
                  <a:gd name="T1" fmla="*/ 28 h 28"/>
                  <a:gd name="T2" fmla="*/ 20 w 34"/>
                  <a:gd name="T3" fmla="*/ 28 h 28"/>
                  <a:gd name="T4" fmla="*/ 20 w 34"/>
                  <a:gd name="T5" fmla="*/ 24 h 28"/>
                  <a:gd name="T6" fmla="*/ 20 w 34"/>
                  <a:gd name="T7" fmla="*/ 24 h 28"/>
                  <a:gd name="T8" fmla="*/ 26 w 34"/>
                  <a:gd name="T9" fmla="*/ 24 h 28"/>
                  <a:gd name="T10" fmla="*/ 26 w 34"/>
                  <a:gd name="T11" fmla="*/ 24 h 28"/>
                  <a:gd name="T12" fmla="*/ 30 w 34"/>
                  <a:gd name="T13" fmla="*/ 22 h 28"/>
                  <a:gd name="T14" fmla="*/ 32 w 34"/>
                  <a:gd name="T15" fmla="*/ 20 h 28"/>
                  <a:gd name="T16" fmla="*/ 32 w 34"/>
                  <a:gd name="T17" fmla="*/ 20 h 28"/>
                  <a:gd name="T18" fmla="*/ 32 w 34"/>
                  <a:gd name="T19" fmla="*/ 18 h 28"/>
                  <a:gd name="T20" fmla="*/ 32 w 34"/>
                  <a:gd name="T21" fmla="*/ 14 h 28"/>
                  <a:gd name="T22" fmla="*/ 32 w 34"/>
                  <a:gd name="T23" fmla="*/ 14 h 28"/>
                  <a:gd name="T24" fmla="*/ 32 w 34"/>
                  <a:gd name="T25" fmla="*/ 14 h 28"/>
                  <a:gd name="T26" fmla="*/ 30 w 34"/>
                  <a:gd name="T27" fmla="*/ 12 h 28"/>
                  <a:gd name="T28" fmla="*/ 30 w 34"/>
                  <a:gd name="T29" fmla="*/ 10 h 28"/>
                  <a:gd name="T30" fmla="*/ 34 w 34"/>
                  <a:gd name="T31" fmla="*/ 8 h 28"/>
                  <a:gd name="T32" fmla="*/ 34 w 34"/>
                  <a:gd name="T33" fmla="*/ 8 h 28"/>
                  <a:gd name="T34" fmla="*/ 34 w 34"/>
                  <a:gd name="T35" fmla="*/ 8 h 28"/>
                  <a:gd name="T36" fmla="*/ 34 w 34"/>
                  <a:gd name="T37" fmla="*/ 4 h 28"/>
                  <a:gd name="T38" fmla="*/ 34 w 34"/>
                  <a:gd name="T39" fmla="*/ 0 h 28"/>
                  <a:gd name="T40" fmla="*/ 34 w 34"/>
                  <a:gd name="T41" fmla="*/ 0 h 28"/>
                  <a:gd name="T42" fmla="*/ 22 w 34"/>
                  <a:gd name="T43" fmla="*/ 0 h 28"/>
                  <a:gd name="T44" fmla="*/ 12 w 34"/>
                  <a:gd name="T45" fmla="*/ 0 h 28"/>
                  <a:gd name="T46" fmla="*/ 6 w 34"/>
                  <a:gd name="T47" fmla="*/ 4 h 28"/>
                  <a:gd name="T48" fmla="*/ 0 w 34"/>
                  <a:gd name="T49" fmla="*/ 6 h 28"/>
                  <a:gd name="T50" fmla="*/ 0 w 34"/>
                  <a:gd name="T51" fmla="*/ 6 h 28"/>
                  <a:gd name="T52" fmla="*/ 0 w 34"/>
                  <a:gd name="T53" fmla="*/ 6 h 28"/>
                  <a:gd name="T54" fmla="*/ 0 w 34"/>
                  <a:gd name="T55" fmla="*/ 8 h 28"/>
                  <a:gd name="T56" fmla="*/ 0 w 34"/>
                  <a:gd name="T57" fmla="*/ 8 h 28"/>
                  <a:gd name="T58" fmla="*/ 0 w 34"/>
                  <a:gd name="T59" fmla="*/ 8 h 28"/>
                  <a:gd name="T60" fmla="*/ 4 w 34"/>
                  <a:gd name="T61" fmla="*/ 12 h 28"/>
                  <a:gd name="T62" fmla="*/ 12 w 34"/>
                  <a:gd name="T63" fmla="*/ 16 h 28"/>
                  <a:gd name="T64" fmla="*/ 12 w 34"/>
                  <a:gd name="T65" fmla="*/ 16 h 28"/>
                  <a:gd name="T66" fmla="*/ 12 w 34"/>
                  <a:gd name="T67" fmla="*/ 24 h 28"/>
                  <a:gd name="T68" fmla="*/ 12 w 34"/>
                  <a:gd name="T69" fmla="*/ 24 h 28"/>
                  <a:gd name="T70" fmla="*/ 14 w 34"/>
                  <a:gd name="T71" fmla="*/ 24 h 28"/>
                  <a:gd name="T72" fmla="*/ 16 w 34"/>
                  <a:gd name="T73" fmla="*/ 26 h 28"/>
                  <a:gd name="T74" fmla="*/ 16 w 34"/>
                  <a:gd name="T75" fmla="*/ 26 h 28"/>
                  <a:gd name="T76" fmla="*/ 18 w 34"/>
                  <a:gd name="T77" fmla="*/ 28 h 28"/>
                  <a:gd name="T78" fmla="*/ 18 w 34"/>
                  <a:gd name="T79" fmla="*/ 28 h 28"/>
                  <a:gd name="T80" fmla="*/ 20 w 34"/>
                  <a:gd name="T81" fmla="*/ 28 h 28"/>
                  <a:gd name="T82" fmla="*/ 20 w 34"/>
                  <a:gd name="T8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 h="28">
                    <a:moveTo>
                      <a:pt x="20" y="28"/>
                    </a:moveTo>
                    <a:lnTo>
                      <a:pt x="20" y="28"/>
                    </a:lnTo>
                    <a:lnTo>
                      <a:pt x="20" y="24"/>
                    </a:lnTo>
                    <a:lnTo>
                      <a:pt x="20" y="24"/>
                    </a:lnTo>
                    <a:lnTo>
                      <a:pt x="26" y="24"/>
                    </a:lnTo>
                    <a:lnTo>
                      <a:pt x="26" y="24"/>
                    </a:lnTo>
                    <a:lnTo>
                      <a:pt x="30" y="22"/>
                    </a:lnTo>
                    <a:lnTo>
                      <a:pt x="32" y="20"/>
                    </a:lnTo>
                    <a:lnTo>
                      <a:pt x="32" y="20"/>
                    </a:lnTo>
                    <a:lnTo>
                      <a:pt x="32" y="18"/>
                    </a:lnTo>
                    <a:lnTo>
                      <a:pt x="32" y="14"/>
                    </a:lnTo>
                    <a:lnTo>
                      <a:pt x="32" y="14"/>
                    </a:lnTo>
                    <a:lnTo>
                      <a:pt x="32" y="14"/>
                    </a:lnTo>
                    <a:lnTo>
                      <a:pt x="30" y="12"/>
                    </a:lnTo>
                    <a:lnTo>
                      <a:pt x="30" y="10"/>
                    </a:lnTo>
                    <a:lnTo>
                      <a:pt x="34" y="8"/>
                    </a:lnTo>
                    <a:lnTo>
                      <a:pt x="34" y="8"/>
                    </a:lnTo>
                    <a:lnTo>
                      <a:pt x="34" y="8"/>
                    </a:lnTo>
                    <a:lnTo>
                      <a:pt x="34" y="4"/>
                    </a:lnTo>
                    <a:lnTo>
                      <a:pt x="34" y="0"/>
                    </a:lnTo>
                    <a:lnTo>
                      <a:pt x="34" y="0"/>
                    </a:lnTo>
                    <a:lnTo>
                      <a:pt x="22" y="0"/>
                    </a:lnTo>
                    <a:lnTo>
                      <a:pt x="12" y="0"/>
                    </a:lnTo>
                    <a:lnTo>
                      <a:pt x="6" y="4"/>
                    </a:lnTo>
                    <a:lnTo>
                      <a:pt x="0" y="6"/>
                    </a:lnTo>
                    <a:lnTo>
                      <a:pt x="0" y="6"/>
                    </a:lnTo>
                    <a:lnTo>
                      <a:pt x="0" y="6"/>
                    </a:lnTo>
                    <a:lnTo>
                      <a:pt x="0" y="8"/>
                    </a:lnTo>
                    <a:lnTo>
                      <a:pt x="0" y="8"/>
                    </a:lnTo>
                    <a:lnTo>
                      <a:pt x="0" y="8"/>
                    </a:lnTo>
                    <a:lnTo>
                      <a:pt x="4" y="12"/>
                    </a:lnTo>
                    <a:lnTo>
                      <a:pt x="12" y="16"/>
                    </a:lnTo>
                    <a:lnTo>
                      <a:pt x="12" y="16"/>
                    </a:lnTo>
                    <a:lnTo>
                      <a:pt x="12" y="24"/>
                    </a:lnTo>
                    <a:lnTo>
                      <a:pt x="12" y="24"/>
                    </a:lnTo>
                    <a:lnTo>
                      <a:pt x="14" y="24"/>
                    </a:lnTo>
                    <a:lnTo>
                      <a:pt x="16" y="26"/>
                    </a:lnTo>
                    <a:lnTo>
                      <a:pt x="16" y="26"/>
                    </a:lnTo>
                    <a:lnTo>
                      <a:pt x="18" y="28"/>
                    </a:lnTo>
                    <a:lnTo>
                      <a:pt x="18" y="28"/>
                    </a:lnTo>
                    <a:lnTo>
                      <a:pt x="20" y="28"/>
                    </a:lnTo>
                    <a:lnTo>
                      <a:pt x="20"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3" name="Freeform 179">
                <a:extLst>
                  <a:ext uri="{FF2B5EF4-FFF2-40B4-BE49-F238E27FC236}">
                    <a16:creationId xmlns:a16="http://schemas.microsoft.com/office/drawing/2014/main" id="{05B908C9-C6E6-2048-B603-A8A6F5BD190A}"/>
                  </a:ext>
                </a:extLst>
              </p:cNvPr>
              <p:cNvSpPr>
                <a:spLocks/>
              </p:cNvSpPr>
              <p:nvPr/>
            </p:nvSpPr>
            <p:spPr bwMode="auto">
              <a:xfrm>
                <a:off x="5506094" y="3955132"/>
                <a:ext cx="191776" cy="176207"/>
              </a:xfrm>
              <a:custGeom>
                <a:avLst/>
                <a:gdLst>
                  <a:gd name="T0" fmla="*/ 22 w 98"/>
                  <a:gd name="T1" fmla="*/ 62 h 88"/>
                  <a:gd name="T2" fmla="*/ 24 w 98"/>
                  <a:gd name="T3" fmla="*/ 58 h 88"/>
                  <a:gd name="T4" fmla="*/ 28 w 98"/>
                  <a:gd name="T5" fmla="*/ 54 h 88"/>
                  <a:gd name="T6" fmla="*/ 30 w 98"/>
                  <a:gd name="T7" fmla="*/ 46 h 88"/>
                  <a:gd name="T8" fmla="*/ 40 w 98"/>
                  <a:gd name="T9" fmla="*/ 44 h 88"/>
                  <a:gd name="T10" fmla="*/ 46 w 98"/>
                  <a:gd name="T11" fmla="*/ 44 h 88"/>
                  <a:gd name="T12" fmla="*/ 52 w 98"/>
                  <a:gd name="T13" fmla="*/ 46 h 88"/>
                  <a:gd name="T14" fmla="*/ 52 w 98"/>
                  <a:gd name="T15" fmla="*/ 54 h 88"/>
                  <a:gd name="T16" fmla="*/ 56 w 98"/>
                  <a:gd name="T17" fmla="*/ 58 h 88"/>
                  <a:gd name="T18" fmla="*/ 60 w 98"/>
                  <a:gd name="T19" fmla="*/ 64 h 88"/>
                  <a:gd name="T20" fmla="*/ 64 w 98"/>
                  <a:gd name="T21" fmla="*/ 72 h 88"/>
                  <a:gd name="T22" fmla="*/ 70 w 98"/>
                  <a:gd name="T23" fmla="*/ 72 h 88"/>
                  <a:gd name="T24" fmla="*/ 72 w 98"/>
                  <a:gd name="T25" fmla="*/ 66 h 88"/>
                  <a:gd name="T26" fmla="*/ 76 w 98"/>
                  <a:gd name="T27" fmla="*/ 76 h 88"/>
                  <a:gd name="T28" fmla="*/ 72 w 98"/>
                  <a:gd name="T29" fmla="*/ 86 h 88"/>
                  <a:gd name="T30" fmla="*/ 82 w 98"/>
                  <a:gd name="T31" fmla="*/ 80 h 88"/>
                  <a:gd name="T32" fmla="*/ 86 w 98"/>
                  <a:gd name="T33" fmla="*/ 80 h 88"/>
                  <a:gd name="T34" fmla="*/ 90 w 98"/>
                  <a:gd name="T35" fmla="*/ 78 h 88"/>
                  <a:gd name="T36" fmla="*/ 90 w 98"/>
                  <a:gd name="T37" fmla="*/ 72 h 88"/>
                  <a:gd name="T38" fmla="*/ 98 w 98"/>
                  <a:gd name="T39" fmla="*/ 68 h 88"/>
                  <a:gd name="T40" fmla="*/ 98 w 98"/>
                  <a:gd name="T41" fmla="*/ 64 h 88"/>
                  <a:gd name="T42" fmla="*/ 94 w 98"/>
                  <a:gd name="T43" fmla="*/ 58 h 88"/>
                  <a:gd name="T44" fmla="*/ 98 w 98"/>
                  <a:gd name="T45" fmla="*/ 52 h 88"/>
                  <a:gd name="T46" fmla="*/ 94 w 98"/>
                  <a:gd name="T47" fmla="*/ 50 h 88"/>
                  <a:gd name="T48" fmla="*/ 88 w 98"/>
                  <a:gd name="T49" fmla="*/ 44 h 88"/>
                  <a:gd name="T50" fmla="*/ 82 w 98"/>
                  <a:gd name="T51" fmla="*/ 42 h 88"/>
                  <a:gd name="T52" fmla="*/ 80 w 98"/>
                  <a:gd name="T53" fmla="*/ 38 h 88"/>
                  <a:gd name="T54" fmla="*/ 76 w 98"/>
                  <a:gd name="T55" fmla="*/ 40 h 88"/>
                  <a:gd name="T56" fmla="*/ 84 w 98"/>
                  <a:gd name="T57" fmla="*/ 32 h 88"/>
                  <a:gd name="T58" fmla="*/ 78 w 98"/>
                  <a:gd name="T59" fmla="*/ 32 h 88"/>
                  <a:gd name="T60" fmla="*/ 76 w 98"/>
                  <a:gd name="T61" fmla="*/ 26 h 88"/>
                  <a:gd name="T62" fmla="*/ 74 w 98"/>
                  <a:gd name="T63" fmla="*/ 22 h 88"/>
                  <a:gd name="T64" fmla="*/ 76 w 98"/>
                  <a:gd name="T65" fmla="*/ 14 h 88"/>
                  <a:gd name="T66" fmla="*/ 74 w 98"/>
                  <a:gd name="T67" fmla="*/ 8 h 88"/>
                  <a:gd name="T68" fmla="*/ 68 w 98"/>
                  <a:gd name="T69" fmla="*/ 6 h 88"/>
                  <a:gd name="T70" fmla="*/ 62 w 98"/>
                  <a:gd name="T71" fmla="*/ 4 h 88"/>
                  <a:gd name="T72" fmla="*/ 58 w 98"/>
                  <a:gd name="T73" fmla="*/ 8 h 88"/>
                  <a:gd name="T74" fmla="*/ 52 w 98"/>
                  <a:gd name="T75" fmla="*/ 6 h 88"/>
                  <a:gd name="T76" fmla="*/ 48 w 98"/>
                  <a:gd name="T77" fmla="*/ 8 h 88"/>
                  <a:gd name="T78" fmla="*/ 44 w 98"/>
                  <a:gd name="T79" fmla="*/ 2 h 88"/>
                  <a:gd name="T80" fmla="*/ 32 w 98"/>
                  <a:gd name="T81" fmla="*/ 4 h 88"/>
                  <a:gd name="T82" fmla="*/ 24 w 98"/>
                  <a:gd name="T83" fmla="*/ 2 h 88"/>
                  <a:gd name="T84" fmla="*/ 14 w 98"/>
                  <a:gd name="T85" fmla="*/ 0 h 88"/>
                  <a:gd name="T86" fmla="*/ 14 w 98"/>
                  <a:gd name="T87" fmla="*/ 8 h 88"/>
                  <a:gd name="T88" fmla="*/ 10 w 98"/>
                  <a:gd name="T89" fmla="*/ 10 h 88"/>
                  <a:gd name="T90" fmla="*/ 12 w 98"/>
                  <a:gd name="T91" fmla="*/ 14 h 88"/>
                  <a:gd name="T92" fmla="*/ 12 w 98"/>
                  <a:gd name="T93" fmla="*/ 20 h 88"/>
                  <a:gd name="T94" fmla="*/ 6 w 98"/>
                  <a:gd name="T95" fmla="*/ 24 h 88"/>
                  <a:gd name="T96" fmla="*/ 0 w 98"/>
                  <a:gd name="T97" fmla="*/ 24 h 88"/>
                  <a:gd name="T98" fmla="*/ 0 w 98"/>
                  <a:gd name="T99" fmla="*/ 30 h 88"/>
                  <a:gd name="T100" fmla="*/ 4 w 98"/>
                  <a:gd name="T101" fmla="*/ 34 h 88"/>
                  <a:gd name="T102" fmla="*/ 4 w 98"/>
                  <a:gd name="T103" fmla="*/ 38 h 88"/>
                  <a:gd name="T104" fmla="*/ 6 w 98"/>
                  <a:gd name="T105" fmla="*/ 42 h 88"/>
                  <a:gd name="T106" fmla="*/ 12 w 98"/>
                  <a:gd name="T107" fmla="*/ 44 h 88"/>
                  <a:gd name="T108" fmla="*/ 14 w 98"/>
                  <a:gd name="T109"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8" h="88">
                    <a:moveTo>
                      <a:pt x="20" y="60"/>
                    </a:moveTo>
                    <a:lnTo>
                      <a:pt x="20" y="60"/>
                    </a:lnTo>
                    <a:lnTo>
                      <a:pt x="22" y="62"/>
                    </a:lnTo>
                    <a:lnTo>
                      <a:pt x="22" y="62"/>
                    </a:lnTo>
                    <a:lnTo>
                      <a:pt x="24" y="60"/>
                    </a:lnTo>
                    <a:lnTo>
                      <a:pt x="24" y="58"/>
                    </a:lnTo>
                    <a:lnTo>
                      <a:pt x="26" y="56"/>
                    </a:lnTo>
                    <a:lnTo>
                      <a:pt x="26" y="56"/>
                    </a:lnTo>
                    <a:lnTo>
                      <a:pt x="28" y="54"/>
                    </a:lnTo>
                    <a:lnTo>
                      <a:pt x="30" y="52"/>
                    </a:lnTo>
                    <a:lnTo>
                      <a:pt x="30" y="46"/>
                    </a:lnTo>
                    <a:lnTo>
                      <a:pt x="30" y="46"/>
                    </a:lnTo>
                    <a:lnTo>
                      <a:pt x="32" y="42"/>
                    </a:lnTo>
                    <a:lnTo>
                      <a:pt x="34" y="42"/>
                    </a:lnTo>
                    <a:lnTo>
                      <a:pt x="40" y="44"/>
                    </a:lnTo>
                    <a:lnTo>
                      <a:pt x="40" y="44"/>
                    </a:lnTo>
                    <a:lnTo>
                      <a:pt x="44" y="44"/>
                    </a:lnTo>
                    <a:lnTo>
                      <a:pt x="46" y="44"/>
                    </a:lnTo>
                    <a:lnTo>
                      <a:pt x="48" y="44"/>
                    </a:lnTo>
                    <a:lnTo>
                      <a:pt x="48" y="44"/>
                    </a:lnTo>
                    <a:lnTo>
                      <a:pt x="52" y="46"/>
                    </a:lnTo>
                    <a:lnTo>
                      <a:pt x="52" y="52"/>
                    </a:lnTo>
                    <a:lnTo>
                      <a:pt x="52" y="52"/>
                    </a:lnTo>
                    <a:lnTo>
                      <a:pt x="52" y="54"/>
                    </a:lnTo>
                    <a:lnTo>
                      <a:pt x="54" y="54"/>
                    </a:lnTo>
                    <a:lnTo>
                      <a:pt x="56" y="56"/>
                    </a:lnTo>
                    <a:lnTo>
                      <a:pt x="56" y="58"/>
                    </a:lnTo>
                    <a:lnTo>
                      <a:pt x="56" y="58"/>
                    </a:lnTo>
                    <a:lnTo>
                      <a:pt x="60" y="64"/>
                    </a:lnTo>
                    <a:lnTo>
                      <a:pt x="60" y="64"/>
                    </a:lnTo>
                    <a:lnTo>
                      <a:pt x="58" y="68"/>
                    </a:lnTo>
                    <a:lnTo>
                      <a:pt x="58" y="72"/>
                    </a:lnTo>
                    <a:lnTo>
                      <a:pt x="64" y="72"/>
                    </a:lnTo>
                    <a:lnTo>
                      <a:pt x="64" y="72"/>
                    </a:lnTo>
                    <a:lnTo>
                      <a:pt x="66" y="72"/>
                    </a:lnTo>
                    <a:lnTo>
                      <a:pt x="70" y="72"/>
                    </a:lnTo>
                    <a:lnTo>
                      <a:pt x="70" y="72"/>
                    </a:lnTo>
                    <a:lnTo>
                      <a:pt x="72" y="68"/>
                    </a:lnTo>
                    <a:lnTo>
                      <a:pt x="72" y="66"/>
                    </a:lnTo>
                    <a:lnTo>
                      <a:pt x="72" y="66"/>
                    </a:lnTo>
                    <a:lnTo>
                      <a:pt x="76" y="76"/>
                    </a:lnTo>
                    <a:lnTo>
                      <a:pt x="76" y="76"/>
                    </a:lnTo>
                    <a:lnTo>
                      <a:pt x="76" y="78"/>
                    </a:lnTo>
                    <a:lnTo>
                      <a:pt x="74" y="82"/>
                    </a:lnTo>
                    <a:lnTo>
                      <a:pt x="72" y="86"/>
                    </a:lnTo>
                    <a:lnTo>
                      <a:pt x="76" y="88"/>
                    </a:lnTo>
                    <a:lnTo>
                      <a:pt x="76" y="88"/>
                    </a:lnTo>
                    <a:lnTo>
                      <a:pt x="82" y="80"/>
                    </a:lnTo>
                    <a:lnTo>
                      <a:pt x="82" y="80"/>
                    </a:lnTo>
                    <a:lnTo>
                      <a:pt x="84" y="78"/>
                    </a:lnTo>
                    <a:lnTo>
                      <a:pt x="86" y="80"/>
                    </a:lnTo>
                    <a:lnTo>
                      <a:pt x="86" y="82"/>
                    </a:lnTo>
                    <a:lnTo>
                      <a:pt x="90" y="78"/>
                    </a:lnTo>
                    <a:lnTo>
                      <a:pt x="90" y="78"/>
                    </a:lnTo>
                    <a:lnTo>
                      <a:pt x="90" y="74"/>
                    </a:lnTo>
                    <a:lnTo>
                      <a:pt x="90" y="74"/>
                    </a:lnTo>
                    <a:lnTo>
                      <a:pt x="90" y="72"/>
                    </a:lnTo>
                    <a:lnTo>
                      <a:pt x="92" y="72"/>
                    </a:lnTo>
                    <a:lnTo>
                      <a:pt x="96" y="70"/>
                    </a:lnTo>
                    <a:lnTo>
                      <a:pt x="98" y="68"/>
                    </a:lnTo>
                    <a:lnTo>
                      <a:pt x="98" y="68"/>
                    </a:lnTo>
                    <a:lnTo>
                      <a:pt x="98" y="66"/>
                    </a:lnTo>
                    <a:lnTo>
                      <a:pt x="98" y="64"/>
                    </a:lnTo>
                    <a:lnTo>
                      <a:pt x="94" y="60"/>
                    </a:lnTo>
                    <a:lnTo>
                      <a:pt x="94" y="60"/>
                    </a:lnTo>
                    <a:lnTo>
                      <a:pt x="94" y="58"/>
                    </a:lnTo>
                    <a:lnTo>
                      <a:pt x="96" y="56"/>
                    </a:lnTo>
                    <a:lnTo>
                      <a:pt x="98" y="52"/>
                    </a:lnTo>
                    <a:lnTo>
                      <a:pt x="98" y="52"/>
                    </a:lnTo>
                    <a:lnTo>
                      <a:pt x="98" y="52"/>
                    </a:lnTo>
                    <a:lnTo>
                      <a:pt x="94" y="50"/>
                    </a:lnTo>
                    <a:lnTo>
                      <a:pt x="94" y="50"/>
                    </a:lnTo>
                    <a:lnTo>
                      <a:pt x="90" y="48"/>
                    </a:lnTo>
                    <a:lnTo>
                      <a:pt x="88" y="44"/>
                    </a:lnTo>
                    <a:lnTo>
                      <a:pt x="88" y="44"/>
                    </a:lnTo>
                    <a:lnTo>
                      <a:pt x="86" y="42"/>
                    </a:lnTo>
                    <a:lnTo>
                      <a:pt x="84" y="42"/>
                    </a:lnTo>
                    <a:lnTo>
                      <a:pt x="82" y="42"/>
                    </a:lnTo>
                    <a:lnTo>
                      <a:pt x="80" y="40"/>
                    </a:lnTo>
                    <a:lnTo>
                      <a:pt x="80" y="40"/>
                    </a:lnTo>
                    <a:lnTo>
                      <a:pt x="80" y="38"/>
                    </a:lnTo>
                    <a:lnTo>
                      <a:pt x="78" y="38"/>
                    </a:lnTo>
                    <a:lnTo>
                      <a:pt x="76" y="40"/>
                    </a:lnTo>
                    <a:lnTo>
                      <a:pt x="76" y="40"/>
                    </a:lnTo>
                    <a:lnTo>
                      <a:pt x="74" y="38"/>
                    </a:lnTo>
                    <a:lnTo>
                      <a:pt x="72" y="38"/>
                    </a:lnTo>
                    <a:lnTo>
                      <a:pt x="84" y="32"/>
                    </a:lnTo>
                    <a:lnTo>
                      <a:pt x="84" y="32"/>
                    </a:lnTo>
                    <a:lnTo>
                      <a:pt x="80" y="32"/>
                    </a:lnTo>
                    <a:lnTo>
                      <a:pt x="78" y="32"/>
                    </a:lnTo>
                    <a:lnTo>
                      <a:pt x="78" y="30"/>
                    </a:lnTo>
                    <a:lnTo>
                      <a:pt x="78" y="30"/>
                    </a:lnTo>
                    <a:lnTo>
                      <a:pt x="76" y="26"/>
                    </a:lnTo>
                    <a:lnTo>
                      <a:pt x="74" y="24"/>
                    </a:lnTo>
                    <a:lnTo>
                      <a:pt x="74" y="24"/>
                    </a:lnTo>
                    <a:lnTo>
                      <a:pt x="74" y="22"/>
                    </a:lnTo>
                    <a:lnTo>
                      <a:pt x="74" y="20"/>
                    </a:lnTo>
                    <a:lnTo>
                      <a:pt x="76" y="18"/>
                    </a:lnTo>
                    <a:lnTo>
                      <a:pt x="76" y="14"/>
                    </a:lnTo>
                    <a:lnTo>
                      <a:pt x="76" y="14"/>
                    </a:lnTo>
                    <a:lnTo>
                      <a:pt x="74" y="8"/>
                    </a:lnTo>
                    <a:lnTo>
                      <a:pt x="74" y="8"/>
                    </a:lnTo>
                    <a:lnTo>
                      <a:pt x="74" y="6"/>
                    </a:lnTo>
                    <a:lnTo>
                      <a:pt x="68" y="6"/>
                    </a:lnTo>
                    <a:lnTo>
                      <a:pt x="68" y="6"/>
                    </a:lnTo>
                    <a:lnTo>
                      <a:pt x="66" y="6"/>
                    </a:lnTo>
                    <a:lnTo>
                      <a:pt x="64" y="6"/>
                    </a:lnTo>
                    <a:lnTo>
                      <a:pt x="62" y="4"/>
                    </a:lnTo>
                    <a:lnTo>
                      <a:pt x="62" y="4"/>
                    </a:lnTo>
                    <a:lnTo>
                      <a:pt x="60" y="6"/>
                    </a:lnTo>
                    <a:lnTo>
                      <a:pt x="58" y="8"/>
                    </a:lnTo>
                    <a:lnTo>
                      <a:pt x="58" y="8"/>
                    </a:lnTo>
                    <a:lnTo>
                      <a:pt x="56" y="8"/>
                    </a:lnTo>
                    <a:lnTo>
                      <a:pt x="52" y="6"/>
                    </a:lnTo>
                    <a:lnTo>
                      <a:pt x="52" y="6"/>
                    </a:lnTo>
                    <a:lnTo>
                      <a:pt x="48" y="6"/>
                    </a:lnTo>
                    <a:lnTo>
                      <a:pt x="48" y="8"/>
                    </a:lnTo>
                    <a:lnTo>
                      <a:pt x="44" y="8"/>
                    </a:lnTo>
                    <a:lnTo>
                      <a:pt x="44" y="2"/>
                    </a:lnTo>
                    <a:lnTo>
                      <a:pt x="44" y="2"/>
                    </a:lnTo>
                    <a:lnTo>
                      <a:pt x="38" y="4"/>
                    </a:lnTo>
                    <a:lnTo>
                      <a:pt x="34" y="4"/>
                    </a:lnTo>
                    <a:lnTo>
                      <a:pt x="32" y="4"/>
                    </a:lnTo>
                    <a:lnTo>
                      <a:pt x="32" y="4"/>
                    </a:lnTo>
                    <a:lnTo>
                      <a:pt x="28" y="2"/>
                    </a:lnTo>
                    <a:lnTo>
                      <a:pt x="24" y="2"/>
                    </a:lnTo>
                    <a:lnTo>
                      <a:pt x="24" y="2"/>
                    </a:lnTo>
                    <a:lnTo>
                      <a:pt x="18" y="2"/>
                    </a:lnTo>
                    <a:lnTo>
                      <a:pt x="14" y="0"/>
                    </a:lnTo>
                    <a:lnTo>
                      <a:pt x="14" y="0"/>
                    </a:lnTo>
                    <a:lnTo>
                      <a:pt x="14" y="4"/>
                    </a:lnTo>
                    <a:lnTo>
                      <a:pt x="14" y="8"/>
                    </a:lnTo>
                    <a:lnTo>
                      <a:pt x="14" y="8"/>
                    </a:lnTo>
                    <a:lnTo>
                      <a:pt x="14" y="8"/>
                    </a:lnTo>
                    <a:lnTo>
                      <a:pt x="10" y="10"/>
                    </a:lnTo>
                    <a:lnTo>
                      <a:pt x="10" y="12"/>
                    </a:lnTo>
                    <a:lnTo>
                      <a:pt x="12" y="14"/>
                    </a:lnTo>
                    <a:lnTo>
                      <a:pt x="12" y="14"/>
                    </a:lnTo>
                    <a:lnTo>
                      <a:pt x="12" y="14"/>
                    </a:lnTo>
                    <a:lnTo>
                      <a:pt x="12" y="18"/>
                    </a:lnTo>
                    <a:lnTo>
                      <a:pt x="12" y="20"/>
                    </a:lnTo>
                    <a:lnTo>
                      <a:pt x="12" y="20"/>
                    </a:lnTo>
                    <a:lnTo>
                      <a:pt x="10" y="22"/>
                    </a:lnTo>
                    <a:lnTo>
                      <a:pt x="6" y="24"/>
                    </a:lnTo>
                    <a:lnTo>
                      <a:pt x="6" y="24"/>
                    </a:lnTo>
                    <a:lnTo>
                      <a:pt x="0" y="24"/>
                    </a:lnTo>
                    <a:lnTo>
                      <a:pt x="0" y="24"/>
                    </a:lnTo>
                    <a:lnTo>
                      <a:pt x="0" y="28"/>
                    </a:lnTo>
                    <a:lnTo>
                      <a:pt x="0" y="28"/>
                    </a:lnTo>
                    <a:lnTo>
                      <a:pt x="0" y="30"/>
                    </a:lnTo>
                    <a:lnTo>
                      <a:pt x="0" y="30"/>
                    </a:lnTo>
                    <a:lnTo>
                      <a:pt x="4" y="34"/>
                    </a:lnTo>
                    <a:lnTo>
                      <a:pt x="4" y="34"/>
                    </a:lnTo>
                    <a:lnTo>
                      <a:pt x="4" y="36"/>
                    </a:lnTo>
                    <a:lnTo>
                      <a:pt x="4" y="38"/>
                    </a:lnTo>
                    <a:lnTo>
                      <a:pt x="4" y="38"/>
                    </a:lnTo>
                    <a:lnTo>
                      <a:pt x="6" y="40"/>
                    </a:lnTo>
                    <a:lnTo>
                      <a:pt x="6" y="42"/>
                    </a:lnTo>
                    <a:lnTo>
                      <a:pt x="6" y="42"/>
                    </a:lnTo>
                    <a:lnTo>
                      <a:pt x="10" y="44"/>
                    </a:lnTo>
                    <a:lnTo>
                      <a:pt x="12" y="44"/>
                    </a:lnTo>
                    <a:lnTo>
                      <a:pt x="12" y="44"/>
                    </a:lnTo>
                    <a:lnTo>
                      <a:pt x="12" y="52"/>
                    </a:lnTo>
                    <a:lnTo>
                      <a:pt x="12" y="56"/>
                    </a:lnTo>
                    <a:lnTo>
                      <a:pt x="14" y="58"/>
                    </a:lnTo>
                    <a:lnTo>
                      <a:pt x="20" y="60"/>
                    </a:lnTo>
                    <a:lnTo>
                      <a:pt x="20"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4" name="Freeform 182">
                <a:extLst>
                  <a:ext uri="{FF2B5EF4-FFF2-40B4-BE49-F238E27FC236}">
                    <a16:creationId xmlns:a16="http://schemas.microsoft.com/office/drawing/2014/main" id="{A4339384-1D7C-7944-A834-38752D023CC0}"/>
                  </a:ext>
                </a:extLst>
              </p:cNvPr>
              <p:cNvSpPr>
                <a:spLocks/>
              </p:cNvSpPr>
              <p:nvPr/>
            </p:nvSpPr>
            <p:spPr bwMode="auto">
              <a:xfrm>
                <a:off x="5799629" y="3987169"/>
                <a:ext cx="125241" cy="236278"/>
              </a:xfrm>
              <a:custGeom>
                <a:avLst/>
                <a:gdLst>
                  <a:gd name="T0" fmla="*/ 64 w 64"/>
                  <a:gd name="T1" fmla="*/ 100 h 118"/>
                  <a:gd name="T2" fmla="*/ 56 w 64"/>
                  <a:gd name="T3" fmla="*/ 84 h 118"/>
                  <a:gd name="T4" fmla="*/ 56 w 64"/>
                  <a:gd name="T5" fmla="*/ 82 h 118"/>
                  <a:gd name="T6" fmla="*/ 56 w 64"/>
                  <a:gd name="T7" fmla="*/ 80 h 118"/>
                  <a:gd name="T8" fmla="*/ 54 w 64"/>
                  <a:gd name="T9" fmla="*/ 78 h 118"/>
                  <a:gd name="T10" fmla="*/ 56 w 64"/>
                  <a:gd name="T11" fmla="*/ 74 h 118"/>
                  <a:gd name="T12" fmla="*/ 58 w 64"/>
                  <a:gd name="T13" fmla="*/ 60 h 118"/>
                  <a:gd name="T14" fmla="*/ 52 w 64"/>
                  <a:gd name="T15" fmla="*/ 52 h 118"/>
                  <a:gd name="T16" fmla="*/ 52 w 64"/>
                  <a:gd name="T17" fmla="*/ 48 h 118"/>
                  <a:gd name="T18" fmla="*/ 54 w 64"/>
                  <a:gd name="T19" fmla="*/ 40 h 118"/>
                  <a:gd name="T20" fmla="*/ 54 w 64"/>
                  <a:gd name="T21" fmla="*/ 38 h 118"/>
                  <a:gd name="T22" fmla="*/ 52 w 64"/>
                  <a:gd name="T23" fmla="*/ 36 h 118"/>
                  <a:gd name="T24" fmla="*/ 52 w 64"/>
                  <a:gd name="T25" fmla="*/ 34 h 118"/>
                  <a:gd name="T26" fmla="*/ 52 w 64"/>
                  <a:gd name="T27" fmla="*/ 22 h 118"/>
                  <a:gd name="T28" fmla="*/ 52 w 64"/>
                  <a:gd name="T29" fmla="*/ 16 h 118"/>
                  <a:gd name="T30" fmla="*/ 48 w 64"/>
                  <a:gd name="T31" fmla="*/ 14 h 118"/>
                  <a:gd name="T32" fmla="*/ 48 w 64"/>
                  <a:gd name="T33" fmla="*/ 6 h 118"/>
                  <a:gd name="T34" fmla="*/ 38 w 64"/>
                  <a:gd name="T35" fmla="*/ 0 h 118"/>
                  <a:gd name="T36" fmla="*/ 38 w 64"/>
                  <a:gd name="T37" fmla="*/ 2 h 118"/>
                  <a:gd name="T38" fmla="*/ 18 w 64"/>
                  <a:gd name="T39" fmla="*/ 2 h 118"/>
                  <a:gd name="T40" fmla="*/ 14 w 64"/>
                  <a:gd name="T41" fmla="*/ 4 h 118"/>
                  <a:gd name="T42" fmla="*/ 14 w 64"/>
                  <a:gd name="T43" fmla="*/ 8 h 118"/>
                  <a:gd name="T44" fmla="*/ 16 w 64"/>
                  <a:gd name="T45" fmla="*/ 18 h 118"/>
                  <a:gd name="T46" fmla="*/ 14 w 64"/>
                  <a:gd name="T47" fmla="*/ 26 h 118"/>
                  <a:gd name="T48" fmla="*/ 14 w 64"/>
                  <a:gd name="T49" fmla="*/ 30 h 118"/>
                  <a:gd name="T50" fmla="*/ 14 w 64"/>
                  <a:gd name="T51" fmla="*/ 36 h 118"/>
                  <a:gd name="T52" fmla="*/ 16 w 64"/>
                  <a:gd name="T53" fmla="*/ 38 h 118"/>
                  <a:gd name="T54" fmla="*/ 18 w 64"/>
                  <a:gd name="T55" fmla="*/ 44 h 118"/>
                  <a:gd name="T56" fmla="*/ 16 w 64"/>
                  <a:gd name="T57" fmla="*/ 56 h 118"/>
                  <a:gd name="T58" fmla="*/ 12 w 64"/>
                  <a:gd name="T59" fmla="*/ 64 h 118"/>
                  <a:gd name="T60" fmla="*/ 8 w 64"/>
                  <a:gd name="T61" fmla="*/ 74 h 118"/>
                  <a:gd name="T62" fmla="*/ 4 w 64"/>
                  <a:gd name="T63" fmla="*/ 84 h 118"/>
                  <a:gd name="T64" fmla="*/ 2 w 64"/>
                  <a:gd name="T65" fmla="*/ 104 h 118"/>
                  <a:gd name="T66" fmla="*/ 4 w 64"/>
                  <a:gd name="T67" fmla="*/ 106 h 118"/>
                  <a:gd name="T68" fmla="*/ 4 w 64"/>
                  <a:gd name="T69" fmla="*/ 110 h 118"/>
                  <a:gd name="T70" fmla="*/ 0 w 64"/>
                  <a:gd name="T71" fmla="*/ 118 h 118"/>
                  <a:gd name="T72" fmla="*/ 10 w 64"/>
                  <a:gd name="T73" fmla="*/ 118 h 118"/>
                  <a:gd name="T74" fmla="*/ 14 w 64"/>
                  <a:gd name="T75" fmla="*/ 116 h 118"/>
                  <a:gd name="T76" fmla="*/ 18 w 64"/>
                  <a:gd name="T77" fmla="*/ 112 h 118"/>
                  <a:gd name="T78" fmla="*/ 28 w 64"/>
                  <a:gd name="T79" fmla="*/ 112 h 118"/>
                  <a:gd name="T80" fmla="*/ 36 w 64"/>
                  <a:gd name="T81" fmla="*/ 106 h 118"/>
                  <a:gd name="T82" fmla="*/ 46 w 64"/>
                  <a:gd name="T83" fmla="*/ 106 h 118"/>
                  <a:gd name="T84" fmla="*/ 52 w 64"/>
                  <a:gd name="T85" fmla="*/ 104 h 118"/>
                  <a:gd name="T86" fmla="*/ 58 w 64"/>
                  <a:gd name="T87" fmla="*/ 104 h 118"/>
                  <a:gd name="T88" fmla="*/ 58 w 64"/>
                  <a:gd name="T89" fmla="*/ 98 h 118"/>
                  <a:gd name="T90" fmla="*/ 54 w 64"/>
                  <a:gd name="T91" fmla="*/ 94 h 118"/>
                  <a:gd name="T92" fmla="*/ 58 w 64"/>
                  <a:gd name="T93" fmla="*/ 94 h 118"/>
                  <a:gd name="T94" fmla="*/ 60 w 64"/>
                  <a:gd name="T95" fmla="*/ 100 h 118"/>
                  <a:gd name="T96" fmla="*/ 64 w 64"/>
                  <a:gd name="T97" fmla="*/ 10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118">
                    <a:moveTo>
                      <a:pt x="64" y="100"/>
                    </a:moveTo>
                    <a:lnTo>
                      <a:pt x="64" y="100"/>
                    </a:lnTo>
                    <a:lnTo>
                      <a:pt x="56" y="84"/>
                    </a:lnTo>
                    <a:lnTo>
                      <a:pt x="56" y="84"/>
                    </a:lnTo>
                    <a:lnTo>
                      <a:pt x="56" y="84"/>
                    </a:lnTo>
                    <a:lnTo>
                      <a:pt x="56" y="82"/>
                    </a:lnTo>
                    <a:lnTo>
                      <a:pt x="56" y="82"/>
                    </a:lnTo>
                    <a:lnTo>
                      <a:pt x="56" y="80"/>
                    </a:lnTo>
                    <a:lnTo>
                      <a:pt x="56" y="80"/>
                    </a:lnTo>
                    <a:lnTo>
                      <a:pt x="54" y="78"/>
                    </a:lnTo>
                    <a:lnTo>
                      <a:pt x="56" y="74"/>
                    </a:lnTo>
                    <a:lnTo>
                      <a:pt x="56" y="74"/>
                    </a:lnTo>
                    <a:lnTo>
                      <a:pt x="58" y="60"/>
                    </a:lnTo>
                    <a:lnTo>
                      <a:pt x="58" y="60"/>
                    </a:lnTo>
                    <a:lnTo>
                      <a:pt x="56" y="56"/>
                    </a:lnTo>
                    <a:lnTo>
                      <a:pt x="52" y="52"/>
                    </a:lnTo>
                    <a:lnTo>
                      <a:pt x="52" y="52"/>
                    </a:lnTo>
                    <a:lnTo>
                      <a:pt x="52" y="48"/>
                    </a:lnTo>
                    <a:lnTo>
                      <a:pt x="52" y="46"/>
                    </a:lnTo>
                    <a:lnTo>
                      <a:pt x="54" y="40"/>
                    </a:lnTo>
                    <a:lnTo>
                      <a:pt x="54" y="40"/>
                    </a:lnTo>
                    <a:lnTo>
                      <a:pt x="54" y="38"/>
                    </a:lnTo>
                    <a:lnTo>
                      <a:pt x="52" y="38"/>
                    </a:lnTo>
                    <a:lnTo>
                      <a:pt x="52" y="36"/>
                    </a:lnTo>
                    <a:lnTo>
                      <a:pt x="52" y="34"/>
                    </a:lnTo>
                    <a:lnTo>
                      <a:pt x="52" y="34"/>
                    </a:lnTo>
                    <a:lnTo>
                      <a:pt x="54" y="28"/>
                    </a:lnTo>
                    <a:lnTo>
                      <a:pt x="52" y="22"/>
                    </a:lnTo>
                    <a:lnTo>
                      <a:pt x="52" y="22"/>
                    </a:lnTo>
                    <a:lnTo>
                      <a:pt x="52" y="16"/>
                    </a:lnTo>
                    <a:lnTo>
                      <a:pt x="48" y="14"/>
                    </a:lnTo>
                    <a:lnTo>
                      <a:pt x="48" y="14"/>
                    </a:lnTo>
                    <a:lnTo>
                      <a:pt x="48" y="12"/>
                    </a:lnTo>
                    <a:lnTo>
                      <a:pt x="48" y="6"/>
                    </a:lnTo>
                    <a:lnTo>
                      <a:pt x="48" y="0"/>
                    </a:lnTo>
                    <a:lnTo>
                      <a:pt x="38" y="0"/>
                    </a:lnTo>
                    <a:lnTo>
                      <a:pt x="38" y="2"/>
                    </a:lnTo>
                    <a:lnTo>
                      <a:pt x="38" y="2"/>
                    </a:lnTo>
                    <a:lnTo>
                      <a:pt x="28" y="2"/>
                    </a:lnTo>
                    <a:lnTo>
                      <a:pt x="18" y="2"/>
                    </a:lnTo>
                    <a:lnTo>
                      <a:pt x="18" y="2"/>
                    </a:lnTo>
                    <a:lnTo>
                      <a:pt x="14" y="4"/>
                    </a:lnTo>
                    <a:lnTo>
                      <a:pt x="14" y="8"/>
                    </a:lnTo>
                    <a:lnTo>
                      <a:pt x="14" y="8"/>
                    </a:lnTo>
                    <a:lnTo>
                      <a:pt x="14" y="14"/>
                    </a:lnTo>
                    <a:lnTo>
                      <a:pt x="16" y="18"/>
                    </a:lnTo>
                    <a:lnTo>
                      <a:pt x="16" y="18"/>
                    </a:lnTo>
                    <a:lnTo>
                      <a:pt x="14" y="26"/>
                    </a:lnTo>
                    <a:lnTo>
                      <a:pt x="14" y="26"/>
                    </a:lnTo>
                    <a:lnTo>
                      <a:pt x="14" y="30"/>
                    </a:lnTo>
                    <a:lnTo>
                      <a:pt x="14" y="36"/>
                    </a:lnTo>
                    <a:lnTo>
                      <a:pt x="14" y="36"/>
                    </a:lnTo>
                    <a:lnTo>
                      <a:pt x="14" y="38"/>
                    </a:lnTo>
                    <a:lnTo>
                      <a:pt x="16" y="38"/>
                    </a:lnTo>
                    <a:lnTo>
                      <a:pt x="18" y="44"/>
                    </a:lnTo>
                    <a:lnTo>
                      <a:pt x="18" y="44"/>
                    </a:lnTo>
                    <a:lnTo>
                      <a:pt x="16" y="56"/>
                    </a:lnTo>
                    <a:lnTo>
                      <a:pt x="16" y="56"/>
                    </a:lnTo>
                    <a:lnTo>
                      <a:pt x="14" y="58"/>
                    </a:lnTo>
                    <a:lnTo>
                      <a:pt x="12" y="64"/>
                    </a:lnTo>
                    <a:lnTo>
                      <a:pt x="12" y="64"/>
                    </a:lnTo>
                    <a:lnTo>
                      <a:pt x="8" y="74"/>
                    </a:lnTo>
                    <a:lnTo>
                      <a:pt x="8" y="74"/>
                    </a:lnTo>
                    <a:lnTo>
                      <a:pt x="4" y="84"/>
                    </a:lnTo>
                    <a:lnTo>
                      <a:pt x="2" y="94"/>
                    </a:lnTo>
                    <a:lnTo>
                      <a:pt x="2" y="104"/>
                    </a:lnTo>
                    <a:lnTo>
                      <a:pt x="2" y="104"/>
                    </a:lnTo>
                    <a:lnTo>
                      <a:pt x="4" y="106"/>
                    </a:lnTo>
                    <a:lnTo>
                      <a:pt x="4" y="110"/>
                    </a:lnTo>
                    <a:lnTo>
                      <a:pt x="4" y="110"/>
                    </a:lnTo>
                    <a:lnTo>
                      <a:pt x="0" y="118"/>
                    </a:lnTo>
                    <a:lnTo>
                      <a:pt x="0" y="118"/>
                    </a:lnTo>
                    <a:lnTo>
                      <a:pt x="4" y="118"/>
                    </a:lnTo>
                    <a:lnTo>
                      <a:pt x="10" y="118"/>
                    </a:lnTo>
                    <a:lnTo>
                      <a:pt x="10" y="118"/>
                    </a:lnTo>
                    <a:lnTo>
                      <a:pt x="14" y="116"/>
                    </a:lnTo>
                    <a:lnTo>
                      <a:pt x="18" y="112"/>
                    </a:lnTo>
                    <a:lnTo>
                      <a:pt x="18" y="112"/>
                    </a:lnTo>
                    <a:lnTo>
                      <a:pt x="28" y="112"/>
                    </a:lnTo>
                    <a:lnTo>
                      <a:pt x="28" y="112"/>
                    </a:lnTo>
                    <a:lnTo>
                      <a:pt x="32" y="108"/>
                    </a:lnTo>
                    <a:lnTo>
                      <a:pt x="36" y="106"/>
                    </a:lnTo>
                    <a:lnTo>
                      <a:pt x="36" y="106"/>
                    </a:lnTo>
                    <a:lnTo>
                      <a:pt x="46" y="106"/>
                    </a:lnTo>
                    <a:lnTo>
                      <a:pt x="46" y="106"/>
                    </a:lnTo>
                    <a:lnTo>
                      <a:pt x="52" y="104"/>
                    </a:lnTo>
                    <a:lnTo>
                      <a:pt x="52" y="104"/>
                    </a:lnTo>
                    <a:lnTo>
                      <a:pt x="58" y="104"/>
                    </a:lnTo>
                    <a:lnTo>
                      <a:pt x="58" y="104"/>
                    </a:lnTo>
                    <a:lnTo>
                      <a:pt x="58" y="98"/>
                    </a:lnTo>
                    <a:lnTo>
                      <a:pt x="58" y="98"/>
                    </a:lnTo>
                    <a:lnTo>
                      <a:pt x="54" y="94"/>
                    </a:lnTo>
                    <a:lnTo>
                      <a:pt x="54" y="94"/>
                    </a:lnTo>
                    <a:lnTo>
                      <a:pt x="58" y="94"/>
                    </a:lnTo>
                    <a:lnTo>
                      <a:pt x="58" y="94"/>
                    </a:lnTo>
                    <a:lnTo>
                      <a:pt x="60" y="100"/>
                    </a:lnTo>
                    <a:lnTo>
                      <a:pt x="60" y="100"/>
                    </a:lnTo>
                    <a:lnTo>
                      <a:pt x="64" y="100"/>
                    </a:lnTo>
                    <a:lnTo>
                      <a:pt x="64"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5" name="Freeform 185">
                <a:extLst>
                  <a:ext uri="{FF2B5EF4-FFF2-40B4-BE49-F238E27FC236}">
                    <a16:creationId xmlns:a16="http://schemas.microsoft.com/office/drawing/2014/main" id="{AB9EE16D-8C80-2E44-A866-498C33670AB8}"/>
                  </a:ext>
                </a:extLst>
              </p:cNvPr>
              <p:cNvSpPr>
                <a:spLocks/>
              </p:cNvSpPr>
              <p:nvPr/>
            </p:nvSpPr>
            <p:spPr bwMode="auto">
              <a:xfrm>
                <a:off x="5459127" y="3919089"/>
                <a:ext cx="86104" cy="28033"/>
              </a:xfrm>
              <a:custGeom>
                <a:avLst/>
                <a:gdLst>
                  <a:gd name="T0" fmla="*/ 0 w 44"/>
                  <a:gd name="T1" fmla="*/ 14 h 14"/>
                  <a:gd name="T2" fmla="*/ 12 w 44"/>
                  <a:gd name="T3" fmla="*/ 12 h 14"/>
                  <a:gd name="T4" fmla="*/ 12 w 44"/>
                  <a:gd name="T5" fmla="*/ 12 h 14"/>
                  <a:gd name="T6" fmla="*/ 12 w 44"/>
                  <a:gd name="T7" fmla="*/ 10 h 14"/>
                  <a:gd name="T8" fmla="*/ 14 w 44"/>
                  <a:gd name="T9" fmla="*/ 10 h 14"/>
                  <a:gd name="T10" fmla="*/ 16 w 44"/>
                  <a:gd name="T11" fmla="*/ 10 h 14"/>
                  <a:gd name="T12" fmla="*/ 16 w 44"/>
                  <a:gd name="T13" fmla="*/ 10 h 14"/>
                  <a:gd name="T14" fmla="*/ 38 w 44"/>
                  <a:gd name="T15" fmla="*/ 8 h 14"/>
                  <a:gd name="T16" fmla="*/ 38 w 44"/>
                  <a:gd name="T17" fmla="*/ 8 h 14"/>
                  <a:gd name="T18" fmla="*/ 42 w 44"/>
                  <a:gd name="T19" fmla="*/ 8 h 14"/>
                  <a:gd name="T20" fmla="*/ 44 w 44"/>
                  <a:gd name="T21" fmla="*/ 2 h 14"/>
                  <a:gd name="T22" fmla="*/ 44 w 44"/>
                  <a:gd name="T23" fmla="*/ 2 h 14"/>
                  <a:gd name="T24" fmla="*/ 42 w 44"/>
                  <a:gd name="T25" fmla="*/ 0 h 14"/>
                  <a:gd name="T26" fmla="*/ 42 w 44"/>
                  <a:gd name="T27" fmla="*/ 0 h 14"/>
                  <a:gd name="T28" fmla="*/ 38 w 44"/>
                  <a:gd name="T29" fmla="*/ 0 h 14"/>
                  <a:gd name="T30" fmla="*/ 38 w 44"/>
                  <a:gd name="T31" fmla="*/ 0 h 14"/>
                  <a:gd name="T32" fmla="*/ 28 w 44"/>
                  <a:gd name="T33" fmla="*/ 0 h 14"/>
                  <a:gd name="T34" fmla="*/ 28 w 44"/>
                  <a:gd name="T35" fmla="*/ 0 h 14"/>
                  <a:gd name="T36" fmla="*/ 22 w 44"/>
                  <a:gd name="T37" fmla="*/ 2 h 14"/>
                  <a:gd name="T38" fmla="*/ 20 w 44"/>
                  <a:gd name="T39" fmla="*/ 2 h 14"/>
                  <a:gd name="T40" fmla="*/ 16 w 44"/>
                  <a:gd name="T41" fmla="*/ 0 h 14"/>
                  <a:gd name="T42" fmla="*/ 16 w 44"/>
                  <a:gd name="T43" fmla="*/ 0 h 14"/>
                  <a:gd name="T44" fmla="*/ 14 w 44"/>
                  <a:gd name="T45" fmla="*/ 0 h 14"/>
                  <a:gd name="T46" fmla="*/ 12 w 44"/>
                  <a:gd name="T47" fmla="*/ 2 h 14"/>
                  <a:gd name="T48" fmla="*/ 12 w 44"/>
                  <a:gd name="T49" fmla="*/ 2 h 14"/>
                  <a:gd name="T50" fmla="*/ 8 w 44"/>
                  <a:gd name="T51" fmla="*/ 2 h 14"/>
                  <a:gd name="T52" fmla="*/ 6 w 44"/>
                  <a:gd name="T53" fmla="*/ 2 h 14"/>
                  <a:gd name="T54" fmla="*/ 6 w 44"/>
                  <a:gd name="T55" fmla="*/ 2 h 14"/>
                  <a:gd name="T56" fmla="*/ 2 w 44"/>
                  <a:gd name="T57" fmla="*/ 2 h 14"/>
                  <a:gd name="T58" fmla="*/ 0 w 44"/>
                  <a:gd name="T59" fmla="*/ 4 h 14"/>
                  <a:gd name="T60" fmla="*/ 0 w 44"/>
                  <a:gd name="T61" fmla="*/ 6 h 14"/>
                  <a:gd name="T62" fmla="*/ 0 w 44"/>
                  <a:gd name="T63" fmla="*/ 6 h 14"/>
                  <a:gd name="T64" fmla="*/ 2 w 44"/>
                  <a:gd name="T65" fmla="*/ 8 h 14"/>
                  <a:gd name="T66" fmla="*/ 2 w 44"/>
                  <a:gd name="T67" fmla="*/ 8 h 14"/>
                  <a:gd name="T68" fmla="*/ 0 w 44"/>
                  <a:gd name="T69" fmla="*/ 10 h 14"/>
                  <a:gd name="T70" fmla="*/ 0 w 44"/>
                  <a:gd name="T71" fmla="*/ 10 h 14"/>
                  <a:gd name="T72" fmla="*/ 0 w 44"/>
                  <a:gd name="T73" fmla="*/ 10 h 14"/>
                  <a:gd name="T74" fmla="*/ 0 w 44"/>
                  <a:gd name="T75" fmla="*/ 14 h 14"/>
                  <a:gd name="T76" fmla="*/ 0 w 44"/>
                  <a:gd name="T7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14">
                    <a:moveTo>
                      <a:pt x="0" y="14"/>
                    </a:moveTo>
                    <a:lnTo>
                      <a:pt x="12" y="12"/>
                    </a:lnTo>
                    <a:lnTo>
                      <a:pt x="12" y="12"/>
                    </a:lnTo>
                    <a:lnTo>
                      <a:pt x="12" y="10"/>
                    </a:lnTo>
                    <a:lnTo>
                      <a:pt x="14" y="10"/>
                    </a:lnTo>
                    <a:lnTo>
                      <a:pt x="16" y="10"/>
                    </a:lnTo>
                    <a:lnTo>
                      <a:pt x="16" y="10"/>
                    </a:lnTo>
                    <a:lnTo>
                      <a:pt x="38" y="8"/>
                    </a:lnTo>
                    <a:lnTo>
                      <a:pt x="38" y="8"/>
                    </a:lnTo>
                    <a:lnTo>
                      <a:pt x="42" y="8"/>
                    </a:lnTo>
                    <a:lnTo>
                      <a:pt x="44" y="2"/>
                    </a:lnTo>
                    <a:lnTo>
                      <a:pt x="44" y="2"/>
                    </a:lnTo>
                    <a:lnTo>
                      <a:pt x="42" y="0"/>
                    </a:lnTo>
                    <a:lnTo>
                      <a:pt x="42" y="0"/>
                    </a:lnTo>
                    <a:lnTo>
                      <a:pt x="38" y="0"/>
                    </a:lnTo>
                    <a:lnTo>
                      <a:pt x="38" y="0"/>
                    </a:lnTo>
                    <a:lnTo>
                      <a:pt x="28" y="0"/>
                    </a:lnTo>
                    <a:lnTo>
                      <a:pt x="28" y="0"/>
                    </a:lnTo>
                    <a:lnTo>
                      <a:pt x="22" y="2"/>
                    </a:lnTo>
                    <a:lnTo>
                      <a:pt x="20" y="2"/>
                    </a:lnTo>
                    <a:lnTo>
                      <a:pt x="16" y="0"/>
                    </a:lnTo>
                    <a:lnTo>
                      <a:pt x="16" y="0"/>
                    </a:lnTo>
                    <a:lnTo>
                      <a:pt x="14" y="0"/>
                    </a:lnTo>
                    <a:lnTo>
                      <a:pt x="12" y="2"/>
                    </a:lnTo>
                    <a:lnTo>
                      <a:pt x="12" y="2"/>
                    </a:lnTo>
                    <a:lnTo>
                      <a:pt x="8" y="2"/>
                    </a:lnTo>
                    <a:lnTo>
                      <a:pt x="6" y="2"/>
                    </a:lnTo>
                    <a:lnTo>
                      <a:pt x="6" y="2"/>
                    </a:lnTo>
                    <a:lnTo>
                      <a:pt x="2" y="2"/>
                    </a:lnTo>
                    <a:lnTo>
                      <a:pt x="0" y="4"/>
                    </a:lnTo>
                    <a:lnTo>
                      <a:pt x="0" y="6"/>
                    </a:lnTo>
                    <a:lnTo>
                      <a:pt x="0" y="6"/>
                    </a:lnTo>
                    <a:lnTo>
                      <a:pt x="2" y="8"/>
                    </a:lnTo>
                    <a:lnTo>
                      <a:pt x="2" y="8"/>
                    </a:lnTo>
                    <a:lnTo>
                      <a:pt x="0" y="10"/>
                    </a:lnTo>
                    <a:lnTo>
                      <a:pt x="0" y="10"/>
                    </a:lnTo>
                    <a:lnTo>
                      <a:pt x="0" y="10"/>
                    </a:lnTo>
                    <a:lnTo>
                      <a:pt x="0" y="14"/>
                    </a:lnTo>
                    <a:lnTo>
                      <a:pt x="0"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6" name="Freeform 186">
                <a:extLst>
                  <a:ext uri="{FF2B5EF4-FFF2-40B4-BE49-F238E27FC236}">
                    <a16:creationId xmlns:a16="http://schemas.microsoft.com/office/drawing/2014/main" id="{EA8AAC5C-1875-7F48-958E-53606C9D7F89}"/>
                  </a:ext>
                </a:extLst>
              </p:cNvPr>
              <p:cNvSpPr>
                <a:spLocks/>
              </p:cNvSpPr>
              <p:nvPr/>
            </p:nvSpPr>
            <p:spPr bwMode="auto">
              <a:xfrm>
                <a:off x="6128387" y="4291526"/>
                <a:ext cx="158509" cy="216255"/>
              </a:xfrm>
              <a:custGeom>
                <a:avLst/>
                <a:gdLst>
                  <a:gd name="T0" fmla="*/ 31 w 81"/>
                  <a:gd name="T1" fmla="*/ 104 h 108"/>
                  <a:gd name="T2" fmla="*/ 35 w 81"/>
                  <a:gd name="T3" fmla="*/ 98 h 108"/>
                  <a:gd name="T4" fmla="*/ 43 w 81"/>
                  <a:gd name="T5" fmla="*/ 102 h 108"/>
                  <a:gd name="T6" fmla="*/ 45 w 81"/>
                  <a:gd name="T7" fmla="*/ 96 h 108"/>
                  <a:gd name="T8" fmla="*/ 43 w 81"/>
                  <a:gd name="T9" fmla="*/ 88 h 108"/>
                  <a:gd name="T10" fmla="*/ 45 w 81"/>
                  <a:gd name="T11" fmla="*/ 84 h 108"/>
                  <a:gd name="T12" fmla="*/ 43 w 81"/>
                  <a:gd name="T13" fmla="*/ 78 h 108"/>
                  <a:gd name="T14" fmla="*/ 51 w 81"/>
                  <a:gd name="T15" fmla="*/ 78 h 108"/>
                  <a:gd name="T16" fmla="*/ 51 w 81"/>
                  <a:gd name="T17" fmla="*/ 74 h 108"/>
                  <a:gd name="T18" fmla="*/ 57 w 81"/>
                  <a:gd name="T19" fmla="*/ 76 h 108"/>
                  <a:gd name="T20" fmla="*/ 61 w 81"/>
                  <a:gd name="T21" fmla="*/ 76 h 108"/>
                  <a:gd name="T22" fmla="*/ 69 w 81"/>
                  <a:gd name="T23" fmla="*/ 76 h 108"/>
                  <a:gd name="T24" fmla="*/ 73 w 81"/>
                  <a:gd name="T25" fmla="*/ 82 h 108"/>
                  <a:gd name="T26" fmla="*/ 77 w 81"/>
                  <a:gd name="T27" fmla="*/ 76 h 108"/>
                  <a:gd name="T28" fmla="*/ 73 w 81"/>
                  <a:gd name="T29" fmla="*/ 68 h 108"/>
                  <a:gd name="T30" fmla="*/ 73 w 81"/>
                  <a:gd name="T31" fmla="*/ 66 h 108"/>
                  <a:gd name="T32" fmla="*/ 75 w 81"/>
                  <a:gd name="T33" fmla="*/ 60 h 108"/>
                  <a:gd name="T34" fmla="*/ 73 w 81"/>
                  <a:gd name="T35" fmla="*/ 54 h 108"/>
                  <a:gd name="T36" fmla="*/ 73 w 81"/>
                  <a:gd name="T37" fmla="*/ 46 h 108"/>
                  <a:gd name="T38" fmla="*/ 67 w 81"/>
                  <a:gd name="T39" fmla="*/ 40 h 108"/>
                  <a:gd name="T40" fmla="*/ 69 w 81"/>
                  <a:gd name="T41" fmla="*/ 38 h 108"/>
                  <a:gd name="T42" fmla="*/ 67 w 81"/>
                  <a:gd name="T43" fmla="*/ 32 h 108"/>
                  <a:gd name="T44" fmla="*/ 73 w 81"/>
                  <a:gd name="T45" fmla="*/ 26 h 108"/>
                  <a:gd name="T46" fmla="*/ 81 w 81"/>
                  <a:gd name="T47" fmla="*/ 16 h 108"/>
                  <a:gd name="T48" fmla="*/ 73 w 81"/>
                  <a:gd name="T49" fmla="*/ 14 h 108"/>
                  <a:gd name="T50" fmla="*/ 65 w 81"/>
                  <a:gd name="T51" fmla="*/ 16 h 108"/>
                  <a:gd name="T52" fmla="*/ 63 w 81"/>
                  <a:gd name="T53" fmla="*/ 10 h 108"/>
                  <a:gd name="T54" fmla="*/ 63 w 81"/>
                  <a:gd name="T55" fmla="*/ 0 h 108"/>
                  <a:gd name="T56" fmla="*/ 53 w 81"/>
                  <a:gd name="T57" fmla="*/ 0 h 108"/>
                  <a:gd name="T58" fmla="*/ 45 w 81"/>
                  <a:gd name="T59" fmla="*/ 0 h 108"/>
                  <a:gd name="T60" fmla="*/ 39 w 81"/>
                  <a:gd name="T61" fmla="*/ 2 h 108"/>
                  <a:gd name="T62" fmla="*/ 10 w 81"/>
                  <a:gd name="T63" fmla="*/ 20 h 108"/>
                  <a:gd name="T64" fmla="*/ 8 w 81"/>
                  <a:gd name="T65" fmla="*/ 24 h 108"/>
                  <a:gd name="T66" fmla="*/ 8 w 81"/>
                  <a:gd name="T67" fmla="*/ 28 h 108"/>
                  <a:gd name="T68" fmla="*/ 12 w 81"/>
                  <a:gd name="T69" fmla="*/ 38 h 108"/>
                  <a:gd name="T70" fmla="*/ 6 w 81"/>
                  <a:gd name="T71" fmla="*/ 38 h 108"/>
                  <a:gd name="T72" fmla="*/ 8 w 81"/>
                  <a:gd name="T73" fmla="*/ 42 h 108"/>
                  <a:gd name="T74" fmla="*/ 6 w 81"/>
                  <a:gd name="T75" fmla="*/ 44 h 108"/>
                  <a:gd name="T76" fmla="*/ 8 w 81"/>
                  <a:gd name="T77" fmla="*/ 46 h 108"/>
                  <a:gd name="T78" fmla="*/ 4 w 81"/>
                  <a:gd name="T79" fmla="*/ 60 h 108"/>
                  <a:gd name="T80" fmla="*/ 0 w 81"/>
                  <a:gd name="T81" fmla="*/ 64 h 108"/>
                  <a:gd name="T82" fmla="*/ 4 w 81"/>
                  <a:gd name="T83" fmla="*/ 66 h 108"/>
                  <a:gd name="T84" fmla="*/ 4 w 81"/>
                  <a:gd name="T85" fmla="*/ 70 h 108"/>
                  <a:gd name="T86" fmla="*/ 8 w 81"/>
                  <a:gd name="T87" fmla="*/ 74 h 108"/>
                  <a:gd name="T88" fmla="*/ 10 w 81"/>
                  <a:gd name="T89" fmla="*/ 76 h 108"/>
                  <a:gd name="T90" fmla="*/ 6 w 81"/>
                  <a:gd name="T91" fmla="*/ 76 h 108"/>
                  <a:gd name="T92" fmla="*/ 26 w 81"/>
                  <a:gd name="T93" fmla="*/ 98 h 108"/>
                  <a:gd name="T94" fmla="*/ 26 w 81"/>
                  <a:gd name="T95" fmla="*/ 104 h 108"/>
                  <a:gd name="T96" fmla="*/ 31 w 81"/>
                  <a:gd name="T9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 h="108">
                    <a:moveTo>
                      <a:pt x="31" y="108"/>
                    </a:moveTo>
                    <a:lnTo>
                      <a:pt x="31" y="108"/>
                    </a:lnTo>
                    <a:lnTo>
                      <a:pt x="31" y="104"/>
                    </a:lnTo>
                    <a:lnTo>
                      <a:pt x="33" y="100"/>
                    </a:lnTo>
                    <a:lnTo>
                      <a:pt x="35" y="98"/>
                    </a:lnTo>
                    <a:lnTo>
                      <a:pt x="35" y="98"/>
                    </a:lnTo>
                    <a:lnTo>
                      <a:pt x="39" y="100"/>
                    </a:lnTo>
                    <a:lnTo>
                      <a:pt x="43" y="102"/>
                    </a:lnTo>
                    <a:lnTo>
                      <a:pt x="43" y="102"/>
                    </a:lnTo>
                    <a:lnTo>
                      <a:pt x="45" y="102"/>
                    </a:lnTo>
                    <a:lnTo>
                      <a:pt x="47" y="100"/>
                    </a:lnTo>
                    <a:lnTo>
                      <a:pt x="45" y="96"/>
                    </a:lnTo>
                    <a:lnTo>
                      <a:pt x="45" y="96"/>
                    </a:lnTo>
                    <a:lnTo>
                      <a:pt x="43" y="90"/>
                    </a:lnTo>
                    <a:lnTo>
                      <a:pt x="43" y="88"/>
                    </a:lnTo>
                    <a:lnTo>
                      <a:pt x="43" y="86"/>
                    </a:lnTo>
                    <a:lnTo>
                      <a:pt x="43" y="86"/>
                    </a:lnTo>
                    <a:lnTo>
                      <a:pt x="45" y="84"/>
                    </a:lnTo>
                    <a:lnTo>
                      <a:pt x="43" y="82"/>
                    </a:lnTo>
                    <a:lnTo>
                      <a:pt x="43" y="82"/>
                    </a:lnTo>
                    <a:lnTo>
                      <a:pt x="43" y="78"/>
                    </a:lnTo>
                    <a:lnTo>
                      <a:pt x="45" y="78"/>
                    </a:lnTo>
                    <a:lnTo>
                      <a:pt x="51" y="78"/>
                    </a:lnTo>
                    <a:lnTo>
                      <a:pt x="51" y="78"/>
                    </a:lnTo>
                    <a:lnTo>
                      <a:pt x="53" y="78"/>
                    </a:lnTo>
                    <a:lnTo>
                      <a:pt x="51" y="74"/>
                    </a:lnTo>
                    <a:lnTo>
                      <a:pt x="51" y="74"/>
                    </a:lnTo>
                    <a:lnTo>
                      <a:pt x="53" y="74"/>
                    </a:lnTo>
                    <a:lnTo>
                      <a:pt x="53" y="74"/>
                    </a:lnTo>
                    <a:lnTo>
                      <a:pt x="57" y="76"/>
                    </a:lnTo>
                    <a:lnTo>
                      <a:pt x="57" y="78"/>
                    </a:lnTo>
                    <a:lnTo>
                      <a:pt x="57" y="78"/>
                    </a:lnTo>
                    <a:lnTo>
                      <a:pt x="61" y="76"/>
                    </a:lnTo>
                    <a:lnTo>
                      <a:pt x="67" y="76"/>
                    </a:lnTo>
                    <a:lnTo>
                      <a:pt x="67" y="76"/>
                    </a:lnTo>
                    <a:lnTo>
                      <a:pt x="69" y="76"/>
                    </a:lnTo>
                    <a:lnTo>
                      <a:pt x="69" y="78"/>
                    </a:lnTo>
                    <a:lnTo>
                      <a:pt x="73" y="82"/>
                    </a:lnTo>
                    <a:lnTo>
                      <a:pt x="73" y="82"/>
                    </a:lnTo>
                    <a:lnTo>
                      <a:pt x="75" y="84"/>
                    </a:lnTo>
                    <a:lnTo>
                      <a:pt x="75" y="82"/>
                    </a:lnTo>
                    <a:lnTo>
                      <a:pt x="77" y="76"/>
                    </a:lnTo>
                    <a:lnTo>
                      <a:pt x="77" y="76"/>
                    </a:lnTo>
                    <a:lnTo>
                      <a:pt x="77" y="70"/>
                    </a:lnTo>
                    <a:lnTo>
                      <a:pt x="73" y="68"/>
                    </a:lnTo>
                    <a:lnTo>
                      <a:pt x="73" y="68"/>
                    </a:lnTo>
                    <a:lnTo>
                      <a:pt x="73" y="66"/>
                    </a:lnTo>
                    <a:lnTo>
                      <a:pt x="73" y="66"/>
                    </a:lnTo>
                    <a:lnTo>
                      <a:pt x="75" y="64"/>
                    </a:lnTo>
                    <a:lnTo>
                      <a:pt x="75" y="60"/>
                    </a:lnTo>
                    <a:lnTo>
                      <a:pt x="75" y="60"/>
                    </a:lnTo>
                    <a:lnTo>
                      <a:pt x="73" y="58"/>
                    </a:lnTo>
                    <a:lnTo>
                      <a:pt x="73" y="54"/>
                    </a:lnTo>
                    <a:lnTo>
                      <a:pt x="73" y="54"/>
                    </a:lnTo>
                    <a:lnTo>
                      <a:pt x="73" y="50"/>
                    </a:lnTo>
                    <a:lnTo>
                      <a:pt x="73" y="46"/>
                    </a:lnTo>
                    <a:lnTo>
                      <a:pt x="73" y="46"/>
                    </a:lnTo>
                    <a:lnTo>
                      <a:pt x="71" y="42"/>
                    </a:lnTo>
                    <a:lnTo>
                      <a:pt x="67" y="40"/>
                    </a:lnTo>
                    <a:lnTo>
                      <a:pt x="67" y="40"/>
                    </a:lnTo>
                    <a:lnTo>
                      <a:pt x="67" y="40"/>
                    </a:lnTo>
                    <a:lnTo>
                      <a:pt x="67" y="38"/>
                    </a:lnTo>
                    <a:lnTo>
                      <a:pt x="69" y="38"/>
                    </a:lnTo>
                    <a:lnTo>
                      <a:pt x="69" y="38"/>
                    </a:lnTo>
                    <a:lnTo>
                      <a:pt x="67" y="32"/>
                    </a:lnTo>
                    <a:lnTo>
                      <a:pt x="67" y="32"/>
                    </a:lnTo>
                    <a:lnTo>
                      <a:pt x="69" y="28"/>
                    </a:lnTo>
                    <a:lnTo>
                      <a:pt x="73" y="26"/>
                    </a:lnTo>
                    <a:lnTo>
                      <a:pt x="73" y="26"/>
                    </a:lnTo>
                    <a:lnTo>
                      <a:pt x="77" y="26"/>
                    </a:lnTo>
                    <a:lnTo>
                      <a:pt x="79" y="26"/>
                    </a:lnTo>
                    <a:lnTo>
                      <a:pt x="81" y="16"/>
                    </a:lnTo>
                    <a:lnTo>
                      <a:pt x="81" y="16"/>
                    </a:lnTo>
                    <a:lnTo>
                      <a:pt x="73" y="14"/>
                    </a:lnTo>
                    <a:lnTo>
                      <a:pt x="73" y="14"/>
                    </a:lnTo>
                    <a:lnTo>
                      <a:pt x="69" y="14"/>
                    </a:lnTo>
                    <a:lnTo>
                      <a:pt x="65" y="16"/>
                    </a:lnTo>
                    <a:lnTo>
                      <a:pt x="65" y="16"/>
                    </a:lnTo>
                    <a:lnTo>
                      <a:pt x="63" y="16"/>
                    </a:lnTo>
                    <a:lnTo>
                      <a:pt x="63" y="14"/>
                    </a:lnTo>
                    <a:lnTo>
                      <a:pt x="63" y="10"/>
                    </a:lnTo>
                    <a:lnTo>
                      <a:pt x="63" y="10"/>
                    </a:lnTo>
                    <a:lnTo>
                      <a:pt x="63" y="0"/>
                    </a:lnTo>
                    <a:lnTo>
                      <a:pt x="63" y="0"/>
                    </a:lnTo>
                    <a:lnTo>
                      <a:pt x="59" y="0"/>
                    </a:lnTo>
                    <a:lnTo>
                      <a:pt x="53" y="0"/>
                    </a:lnTo>
                    <a:lnTo>
                      <a:pt x="53" y="0"/>
                    </a:lnTo>
                    <a:lnTo>
                      <a:pt x="51" y="0"/>
                    </a:lnTo>
                    <a:lnTo>
                      <a:pt x="49" y="0"/>
                    </a:lnTo>
                    <a:lnTo>
                      <a:pt x="45" y="0"/>
                    </a:lnTo>
                    <a:lnTo>
                      <a:pt x="45" y="0"/>
                    </a:lnTo>
                    <a:lnTo>
                      <a:pt x="41" y="2"/>
                    </a:lnTo>
                    <a:lnTo>
                      <a:pt x="39" y="2"/>
                    </a:lnTo>
                    <a:lnTo>
                      <a:pt x="37" y="22"/>
                    </a:lnTo>
                    <a:lnTo>
                      <a:pt x="10" y="20"/>
                    </a:lnTo>
                    <a:lnTo>
                      <a:pt x="10" y="20"/>
                    </a:lnTo>
                    <a:lnTo>
                      <a:pt x="8" y="22"/>
                    </a:lnTo>
                    <a:lnTo>
                      <a:pt x="8" y="22"/>
                    </a:lnTo>
                    <a:lnTo>
                      <a:pt x="8" y="24"/>
                    </a:lnTo>
                    <a:lnTo>
                      <a:pt x="8" y="24"/>
                    </a:lnTo>
                    <a:lnTo>
                      <a:pt x="8" y="28"/>
                    </a:lnTo>
                    <a:lnTo>
                      <a:pt x="8" y="28"/>
                    </a:lnTo>
                    <a:lnTo>
                      <a:pt x="10" y="30"/>
                    </a:lnTo>
                    <a:lnTo>
                      <a:pt x="10" y="30"/>
                    </a:lnTo>
                    <a:lnTo>
                      <a:pt x="12" y="38"/>
                    </a:lnTo>
                    <a:lnTo>
                      <a:pt x="12" y="38"/>
                    </a:lnTo>
                    <a:lnTo>
                      <a:pt x="6" y="38"/>
                    </a:lnTo>
                    <a:lnTo>
                      <a:pt x="6" y="38"/>
                    </a:lnTo>
                    <a:lnTo>
                      <a:pt x="6" y="40"/>
                    </a:lnTo>
                    <a:lnTo>
                      <a:pt x="6" y="40"/>
                    </a:lnTo>
                    <a:lnTo>
                      <a:pt x="8" y="42"/>
                    </a:lnTo>
                    <a:lnTo>
                      <a:pt x="10" y="42"/>
                    </a:lnTo>
                    <a:lnTo>
                      <a:pt x="8" y="44"/>
                    </a:lnTo>
                    <a:lnTo>
                      <a:pt x="6" y="44"/>
                    </a:lnTo>
                    <a:lnTo>
                      <a:pt x="6" y="44"/>
                    </a:lnTo>
                    <a:lnTo>
                      <a:pt x="8" y="46"/>
                    </a:lnTo>
                    <a:lnTo>
                      <a:pt x="8" y="46"/>
                    </a:lnTo>
                    <a:lnTo>
                      <a:pt x="6" y="54"/>
                    </a:lnTo>
                    <a:lnTo>
                      <a:pt x="4" y="60"/>
                    </a:lnTo>
                    <a:lnTo>
                      <a:pt x="4" y="60"/>
                    </a:lnTo>
                    <a:lnTo>
                      <a:pt x="0" y="60"/>
                    </a:lnTo>
                    <a:lnTo>
                      <a:pt x="0" y="60"/>
                    </a:lnTo>
                    <a:lnTo>
                      <a:pt x="0" y="64"/>
                    </a:lnTo>
                    <a:lnTo>
                      <a:pt x="0" y="64"/>
                    </a:lnTo>
                    <a:lnTo>
                      <a:pt x="4" y="66"/>
                    </a:lnTo>
                    <a:lnTo>
                      <a:pt x="4" y="66"/>
                    </a:lnTo>
                    <a:lnTo>
                      <a:pt x="2" y="68"/>
                    </a:lnTo>
                    <a:lnTo>
                      <a:pt x="4" y="70"/>
                    </a:lnTo>
                    <a:lnTo>
                      <a:pt x="4" y="70"/>
                    </a:lnTo>
                    <a:lnTo>
                      <a:pt x="8" y="70"/>
                    </a:lnTo>
                    <a:lnTo>
                      <a:pt x="8" y="70"/>
                    </a:lnTo>
                    <a:lnTo>
                      <a:pt x="8" y="74"/>
                    </a:lnTo>
                    <a:lnTo>
                      <a:pt x="8" y="74"/>
                    </a:lnTo>
                    <a:lnTo>
                      <a:pt x="10" y="74"/>
                    </a:lnTo>
                    <a:lnTo>
                      <a:pt x="10" y="76"/>
                    </a:lnTo>
                    <a:lnTo>
                      <a:pt x="10" y="76"/>
                    </a:lnTo>
                    <a:lnTo>
                      <a:pt x="6" y="76"/>
                    </a:lnTo>
                    <a:lnTo>
                      <a:pt x="6" y="76"/>
                    </a:lnTo>
                    <a:lnTo>
                      <a:pt x="6" y="78"/>
                    </a:lnTo>
                    <a:lnTo>
                      <a:pt x="6" y="78"/>
                    </a:lnTo>
                    <a:lnTo>
                      <a:pt x="26" y="98"/>
                    </a:lnTo>
                    <a:lnTo>
                      <a:pt x="26" y="98"/>
                    </a:lnTo>
                    <a:lnTo>
                      <a:pt x="26" y="100"/>
                    </a:lnTo>
                    <a:lnTo>
                      <a:pt x="26" y="104"/>
                    </a:lnTo>
                    <a:lnTo>
                      <a:pt x="26" y="104"/>
                    </a:lnTo>
                    <a:lnTo>
                      <a:pt x="29" y="106"/>
                    </a:lnTo>
                    <a:lnTo>
                      <a:pt x="31" y="108"/>
                    </a:lnTo>
                    <a:lnTo>
                      <a:pt x="31" y="1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7" name="Freeform 193">
                <a:extLst>
                  <a:ext uri="{FF2B5EF4-FFF2-40B4-BE49-F238E27FC236}">
                    <a16:creationId xmlns:a16="http://schemas.microsoft.com/office/drawing/2014/main" id="{493A380F-5591-814A-A1FC-75B0DBAFB4C6}"/>
                  </a:ext>
                </a:extLst>
              </p:cNvPr>
              <p:cNvSpPr>
                <a:spLocks/>
              </p:cNvSpPr>
              <p:nvPr/>
            </p:nvSpPr>
            <p:spPr bwMode="auto">
              <a:xfrm>
                <a:off x="6870053" y="3999183"/>
                <a:ext cx="15656" cy="20024"/>
              </a:xfrm>
              <a:custGeom>
                <a:avLst/>
                <a:gdLst>
                  <a:gd name="T0" fmla="*/ 6 w 8"/>
                  <a:gd name="T1" fmla="*/ 0 h 10"/>
                  <a:gd name="T2" fmla="*/ 6 w 8"/>
                  <a:gd name="T3" fmla="*/ 0 h 10"/>
                  <a:gd name="T4" fmla="*/ 8 w 8"/>
                  <a:gd name="T5" fmla="*/ 2 h 10"/>
                  <a:gd name="T6" fmla="*/ 8 w 8"/>
                  <a:gd name="T7" fmla="*/ 2 h 10"/>
                  <a:gd name="T8" fmla="*/ 8 w 8"/>
                  <a:gd name="T9" fmla="*/ 6 h 10"/>
                  <a:gd name="T10" fmla="*/ 4 w 8"/>
                  <a:gd name="T11" fmla="*/ 10 h 10"/>
                  <a:gd name="T12" fmla="*/ 4 w 8"/>
                  <a:gd name="T13" fmla="*/ 10 h 10"/>
                  <a:gd name="T14" fmla="*/ 0 w 8"/>
                  <a:gd name="T15" fmla="*/ 6 h 10"/>
                  <a:gd name="T16" fmla="*/ 0 w 8"/>
                  <a:gd name="T17" fmla="*/ 2 h 10"/>
                  <a:gd name="T18" fmla="*/ 0 w 8"/>
                  <a:gd name="T19" fmla="*/ 0 h 10"/>
                  <a:gd name="T20" fmla="*/ 6 w 8"/>
                  <a:gd name="T21" fmla="*/ 0 h 10"/>
                  <a:gd name="T22" fmla="*/ 6 w 8"/>
                  <a:gd name="T2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10">
                    <a:moveTo>
                      <a:pt x="6" y="0"/>
                    </a:moveTo>
                    <a:lnTo>
                      <a:pt x="6" y="0"/>
                    </a:lnTo>
                    <a:lnTo>
                      <a:pt x="8" y="2"/>
                    </a:lnTo>
                    <a:lnTo>
                      <a:pt x="8" y="2"/>
                    </a:lnTo>
                    <a:lnTo>
                      <a:pt x="8" y="6"/>
                    </a:lnTo>
                    <a:lnTo>
                      <a:pt x="4" y="10"/>
                    </a:lnTo>
                    <a:lnTo>
                      <a:pt x="4" y="10"/>
                    </a:lnTo>
                    <a:lnTo>
                      <a:pt x="0" y="6"/>
                    </a:lnTo>
                    <a:lnTo>
                      <a:pt x="0" y="2"/>
                    </a:lnTo>
                    <a:lnTo>
                      <a:pt x="0" y="0"/>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8" name="Freeform 194">
                <a:extLst>
                  <a:ext uri="{FF2B5EF4-FFF2-40B4-BE49-F238E27FC236}">
                    <a16:creationId xmlns:a16="http://schemas.microsoft.com/office/drawing/2014/main" id="{C41DFCD9-6A18-2D4E-89E4-1F4B7B86CF56}"/>
                  </a:ext>
                </a:extLst>
              </p:cNvPr>
              <p:cNvSpPr>
                <a:spLocks/>
              </p:cNvSpPr>
              <p:nvPr/>
            </p:nvSpPr>
            <p:spPr bwMode="auto">
              <a:xfrm>
                <a:off x="6752639" y="3887051"/>
                <a:ext cx="407036" cy="356419"/>
              </a:xfrm>
              <a:custGeom>
                <a:avLst/>
                <a:gdLst>
                  <a:gd name="T0" fmla="*/ 134 w 208"/>
                  <a:gd name="T1" fmla="*/ 74 h 178"/>
                  <a:gd name="T2" fmla="*/ 142 w 208"/>
                  <a:gd name="T3" fmla="*/ 84 h 178"/>
                  <a:gd name="T4" fmla="*/ 148 w 208"/>
                  <a:gd name="T5" fmla="*/ 92 h 178"/>
                  <a:gd name="T6" fmla="*/ 190 w 208"/>
                  <a:gd name="T7" fmla="*/ 112 h 178"/>
                  <a:gd name="T8" fmla="*/ 156 w 208"/>
                  <a:gd name="T9" fmla="*/ 166 h 178"/>
                  <a:gd name="T10" fmla="*/ 134 w 208"/>
                  <a:gd name="T11" fmla="*/ 174 h 178"/>
                  <a:gd name="T12" fmla="*/ 124 w 208"/>
                  <a:gd name="T13" fmla="*/ 176 h 178"/>
                  <a:gd name="T14" fmla="*/ 116 w 208"/>
                  <a:gd name="T15" fmla="*/ 172 h 178"/>
                  <a:gd name="T16" fmla="*/ 112 w 208"/>
                  <a:gd name="T17" fmla="*/ 172 h 178"/>
                  <a:gd name="T18" fmla="*/ 106 w 208"/>
                  <a:gd name="T19" fmla="*/ 174 h 178"/>
                  <a:gd name="T20" fmla="*/ 102 w 208"/>
                  <a:gd name="T21" fmla="*/ 178 h 178"/>
                  <a:gd name="T22" fmla="*/ 94 w 208"/>
                  <a:gd name="T23" fmla="*/ 178 h 178"/>
                  <a:gd name="T24" fmla="*/ 86 w 208"/>
                  <a:gd name="T25" fmla="*/ 178 h 178"/>
                  <a:gd name="T26" fmla="*/ 76 w 208"/>
                  <a:gd name="T27" fmla="*/ 176 h 178"/>
                  <a:gd name="T28" fmla="*/ 66 w 208"/>
                  <a:gd name="T29" fmla="*/ 176 h 178"/>
                  <a:gd name="T30" fmla="*/ 62 w 208"/>
                  <a:gd name="T31" fmla="*/ 176 h 178"/>
                  <a:gd name="T32" fmla="*/ 48 w 208"/>
                  <a:gd name="T33" fmla="*/ 176 h 178"/>
                  <a:gd name="T34" fmla="*/ 46 w 208"/>
                  <a:gd name="T35" fmla="*/ 168 h 178"/>
                  <a:gd name="T36" fmla="*/ 44 w 208"/>
                  <a:gd name="T37" fmla="*/ 164 h 178"/>
                  <a:gd name="T38" fmla="*/ 34 w 208"/>
                  <a:gd name="T39" fmla="*/ 162 h 178"/>
                  <a:gd name="T40" fmla="*/ 32 w 208"/>
                  <a:gd name="T41" fmla="*/ 158 h 178"/>
                  <a:gd name="T42" fmla="*/ 26 w 208"/>
                  <a:gd name="T43" fmla="*/ 144 h 178"/>
                  <a:gd name="T44" fmla="*/ 22 w 208"/>
                  <a:gd name="T45" fmla="*/ 138 h 178"/>
                  <a:gd name="T46" fmla="*/ 16 w 208"/>
                  <a:gd name="T47" fmla="*/ 130 h 178"/>
                  <a:gd name="T48" fmla="*/ 10 w 208"/>
                  <a:gd name="T49" fmla="*/ 124 h 178"/>
                  <a:gd name="T50" fmla="*/ 0 w 208"/>
                  <a:gd name="T51" fmla="*/ 122 h 178"/>
                  <a:gd name="T52" fmla="*/ 2 w 208"/>
                  <a:gd name="T53" fmla="*/ 114 h 178"/>
                  <a:gd name="T54" fmla="*/ 12 w 208"/>
                  <a:gd name="T55" fmla="*/ 112 h 178"/>
                  <a:gd name="T56" fmla="*/ 14 w 208"/>
                  <a:gd name="T57" fmla="*/ 108 h 178"/>
                  <a:gd name="T58" fmla="*/ 16 w 208"/>
                  <a:gd name="T59" fmla="*/ 88 h 178"/>
                  <a:gd name="T60" fmla="*/ 20 w 208"/>
                  <a:gd name="T61" fmla="*/ 82 h 178"/>
                  <a:gd name="T62" fmla="*/ 22 w 208"/>
                  <a:gd name="T63" fmla="*/ 72 h 178"/>
                  <a:gd name="T64" fmla="*/ 28 w 208"/>
                  <a:gd name="T65" fmla="*/ 60 h 178"/>
                  <a:gd name="T66" fmla="*/ 34 w 208"/>
                  <a:gd name="T67" fmla="*/ 54 h 178"/>
                  <a:gd name="T68" fmla="*/ 38 w 208"/>
                  <a:gd name="T69" fmla="*/ 46 h 178"/>
                  <a:gd name="T70" fmla="*/ 42 w 208"/>
                  <a:gd name="T71" fmla="*/ 34 h 178"/>
                  <a:gd name="T72" fmla="*/ 50 w 208"/>
                  <a:gd name="T73" fmla="*/ 22 h 178"/>
                  <a:gd name="T74" fmla="*/ 64 w 208"/>
                  <a:gd name="T75" fmla="*/ 8 h 178"/>
                  <a:gd name="T76" fmla="*/ 68 w 208"/>
                  <a:gd name="T77" fmla="*/ 8 h 178"/>
                  <a:gd name="T78" fmla="*/ 72 w 208"/>
                  <a:gd name="T79" fmla="*/ 12 h 178"/>
                  <a:gd name="T80" fmla="*/ 76 w 208"/>
                  <a:gd name="T81" fmla="*/ 0 h 178"/>
                  <a:gd name="T82" fmla="*/ 84 w 208"/>
                  <a:gd name="T83" fmla="*/ 4 h 178"/>
                  <a:gd name="T84" fmla="*/ 88 w 208"/>
                  <a:gd name="T85" fmla="*/ 8 h 178"/>
                  <a:gd name="T86" fmla="*/ 94 w 208"/>
                  <a:gd name="T87" fmla="*/ 8 h 178"/>
                  <a:gd name="T88" fmla="*/ 102 w 208"/>
                  <a:gd name="T89" fmla="*/ 12 h 178"/>
                  <a:gd name="T90" fmla="*/ 114 w 208"/>
                  <a:gd name="T91" fmla="*/ 18 h 178"/>
                  <a:gd name="T92" fmla="*/ 122 w 208"/>
                  <a:gd name="T93" fmla="*/ 30 h 178"/>
                  <a:gd name="T94" fmla="*/ 130 w 208"/>
                  <a:gd name="T95" fmla="*/ 38 h 178"/>
                  <a:gd name="T96" fmla="*/ 124 w 208"/>
                  <a:gd name="T97" fmla="*/ 48 h 178"/>
                  <a:gd name="T98" fmla="*/ 122 w 208"/>
                  <a:gd name="T99" fmla="*/ 56 h 178"/>
                  <a:gd name="T100" fmla="*/ 120 w 208"/>
                  <a:gd name="T101" fmla="*/ 64 h 178"/>
                  <a:gd name="T102" fmla="*/ 128 w 208"/>
                  <a:gd name="T103" fmla="*/ 68 h 178"/>
                  <a:gd name="T104" fmla="*/ 138 w 208"/>
                  <a:gd name="T105" fmla="*/ 6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8" h="178">
                    <a:moveTo>
                      <a:pt x="138" y="68"/>
                    </a:moveTo>
                    <a:lnTo>
                      <a:pt x="134" y="74"/>
                    </a:lnTo>
                    <a:lnTo>
                      <a:pt x="134" y="74"/>
                    </a:lnTo>
                    <a:lnTo>
                      <a:pt x="140" y="80"/>
                    </a:lnTo>
                    <a:lnTo>
                      <a:pt x="140" y="80"/>
                    </a:lnTo>
                    <a:lnTo>
                      <a:pt x="142" y="84"/>
                    </a:lnTo>
                    <a:lnTo>
                      <a:pt x="144" y="88"/>
                    </a:lnTo>
                    <a:lnTo>
                      <a:pt x="144" y="88"/>
                    </a:lnTo>
                    <a:lnTo>
                      <a:pt x="148" y="92"/>
                    </a:lnTo>
                    <a:lnTo>
                      <a:pt x="154" y="96"/>
                    </a:lnTo>
                    <a:lnTo>
                      <a:pt x="154" y="96"/>
                    </a:lnTo>
                    <a:lnTo>
                      <a:pt x="190" y="112"/>
                    </a:lnTo>
                    <a:lnTo>
                      <a:pt x="208" y="112"/>
                    </a:lnTo>
                    <a:lnTo>
                      <a:pt x="172" y="166"/>
                    </a:lnTo>
                    <a:lnTo>
                      <a:pt x="156" y="166"/>
                    </a:lnTo>
                    <a:lnTo>
                      <a:pt x="150" y="170"/>
                    </a:lnTo>
                    <a:lnTo>
                      <a:pt x="138" y="170"/>
                    </a:lnTo>
                    <a:lnTo>
                      <a:pt x="134" y="174"/>
                    </a:lnTo>
                    <a:lnTo>
                      <a:pt x="134" y="174"/>
                    </a:lnTo>
                    <a:lnTo>
                      <a:pt x="128" y="174"/>
                    </a:lnTo>
                    <a:lnTo>
                      <a:pt x="124" y="176"/>
                    </a:lnTo>
                    <a:lnTo>
                      <a:pt x="120" y="174"/>
                    </a:lnTo>
                    <a:lnTo>
                      <a:pt x="120" y="174"/>
                    </a:lnTo>
                    <a:lnTo>
                      <a:pt x="116" y="172"/>
                    </a:lnTo>
                    <a:lnTo>
                      <a:pt x="116" y="170"/>
                    </a:lnTo>
                    <a:lnTo>
                      <a:pt x="116" y="170"/>
                    </a:lnTo>
                    <a:lnTo>
                      <a:pt x="112" y="172"/>
                    </a:lnTo>
                    <a:lnTo>
                      <a:pt x="110" y="174"/>
                    </a:lnTo>
                    <a:lnTo>
                      <a:pt x="106" y="174"/>
                    </a:lnTo>
                    <a:lnTo>
                      <a:pt x="106" y="174"/>
                    </a:lnTo>
                    <a:lnTo>
                      <a:pt x="104" y="174"/>
                    </a:lnTo>
                    <a:lnTo>
                      <a:pt x="102" y="174"/>
                    </a:lnTo>
                    <a:lnTo>
                      <a:pt x="102" y="178"/>
                    </a:lnTo>
                    <a:lnTo>
                      <a:pt x="102" y="178"/>
                    </a:lnTo>
                    <a:lnTo>
                      <a:pt x="94" y="178"/>
                    </a:lnTo>
                    <a:lnTo>
                      <a:pt x="94" y="178"/>
                    </a:lnTo>
                    <a:lnTo>
                      <a:pt x="90" y="178"/>
                    </a:lnTo>
                    <a:lnTo>
                      <a:pt x="86" y="178"/>
                    </a:lnTo>
                    <a:lnTo>
                      <a:pt x="86" y="178"/>
                    </a:lnTo>
                    <a:lnTo>
                      <a:pt x="80" y="176"/>
                    </a:lnTo>
                    <a:lnTo>
                      <a:pt x="76" y="176"/>
                    </a:lnTo>
                    <a:lnTo>
                      <a:pt x="76" y="176"/>
                    </a:lnTo>
                    <a:lnTo>
                      <a:pt x="72" y="176"/>
                    </a:lnTo>
                    <a:lnTo>
                      <a:pt x="68" y="178"/>
                    </a:lnTo>
                    <a:lnTo>
                      <a:pt x="66" y="176"/>
                    </a:lnTo>
                    <a:lnTo>
                      <a:pt x="66" y="176"/>
                    </a:lnTo>
                    <a:lnTo>
                      <a:pt x="64" y="176"/>
                    </a:lnTo>
                    <a:lnTo>
                      <a:pt x="62" y="176"/>
                    </a:lnTo>
                    <a:lnTo>
                      <a:pt x="58" y="178"/>
                    </a:lnTo>
                    <a:lnTo>
                      <a:pt x="58" y="178"/>
                    </a:lnTo>
                    <a:lnTo>
                      <a:pt x="48" y="176"/>
                    </a:lnTo>
                    <a:lnTo>
                      <a:pt x="46" y="172"/>
                    </a:lnTo>
                    <a:lnTo>
                      <a:pt x="46" y="172"/>
                    </a:lnTo>
                    <a:lnTo>
                      <a:pt x="46" y="168"/>
                    </a:lnTo>
                    <a:lnTo>
                      <a:pt x="46" y="166"/>
                    </a:lnTo>
                    <a:lnTo>
                      <a:pt x="44" y="164"/>
                    </a:lnTo>
                    <a:lnTo>
                      <a:pt x="44" y="164"/>
                    </a:lnTo>
                    <a:lnTo>
                      <a:pt x="40" y="164"/>
                    </a:lnTo>
                    <a:lnTo>
                      <a:pt x="40" y="164"/>
                    </a:lnTo>
                    <a:lnTo>
                      <a:pt x="34" y="162"/>
                    </a:lnTo>
                    <a:lnTo>
                      <a:pt x="32" y="162"/>
                    </a:lnTo>
                    <a:lnTo>
                      <a:pt x="32" y="158"/>
                    </a:lnTo>
                    <a:lnTo>
                      <a:pt x="32" y="158"/>
                    </a:lnTo>
                    <a:lnTo>
                      <a:pt x="28" y="152"/>
                    </a:lnTo>
                    <a:lnTo>
                      <a:pt x="26" y="144"/>
                    </a:lnTo>
                    <a:lnTo>
                      <a:pt x="26" y="144"/>
                    </a:lnTo>
                    <a:lnTo>
                      <a:pt x="26" y="140"/>
                    </a:lnTo>
                    <a:lnTo>
                      <a:pt x="22" y="138"/>
                    </a:lnTo>
                    <a:lnTo>
                      <a:pt x="22" y="138"/>
                    </a:lnTo>
                    <a:lnTo>
                      <a:pt x="20" y="134"/>
                    </a:lnTo>
                    <a:lnTo>
                      <a:pt x="16" y="130"/>
                    </a:lnTo>
                    <a:lnTo>
                      <a:pt x="16" y="130"/>
                    </a:lnTo>
                    <a:lnTo>
                      <a:pt x="14" y="126"/>
                    </a:lnTo>
                    <a:lnTo>
                      <a:pt x="10" y="124"/>
                    </a:lnTo>
                    <a:lnTo>
                      <a:pt x="10" y="124"/>
                    </a:lnTo>
                    <a:lnTo>
                      <a:pt x="4" y="124"/>
                    </a:lnTo>
                    <a:lnTo>
                      <a:pt x="2" y="124"/>
                    </a:lnTo>
                    <a:lnTo>
                      <a:pt x="0" y="122"/>
                    </a:lnTo>
                    <a:lnTo>
                      <a:pt x="0" y="122"/>
                    </a:lnTo>
                    <a:lnTo>
                      <a:pt x="2" y="114"/>
                    </a:lnTo>
                    <a:lnTo>
                      <a:pt x="2" y="114"/>
                    </a:lnTo>
                    <a:lnTo>
                      <a:pt x="8" y="114"/>
                    </a:lnTo>
                    <a:lnTo>
                      <a:pt x="8" y="114"/>
                    </a:lnTo>
                    <a:lnTo>
                      <a:pt x="12" y="112"/>
                    </a:lnTo>
                    <a:lnTo>
                      <a:pt x="12" y="112"/>
                    </a:lnTo>
                    <a:lnTo>
                      <a:pt x="12" y="112"/>
                    </a:lnTo>
                    <a:lnTo>
                      <a:pt x="14" y="108"/>
                    </a:lnTo>
                    <a:lnTo>
                      <a:pt x="16" y="104"/>
                    </a:lnTo>
                    <a:lnTo>
                      <a:pt x="16" y="104"/>
                    </a:lnTo>
                    <a:lnTo>
                      <a:pt x="16" y="88"/>
                    </a:lnTo>
                    <a:lnTo>
                      <a:pt x="16" y="88"/>
                    </a:lnTo>
                    <a:lnTo>
                      <a:pt x="16" y="86"/>
                    </a:lnTo>
                    <a:lnTo>
                      <a:pt x="20" y="82"/>
                    </a:lnTo>
                    <a:lnTo>
                      <a:pt x="22" y="76"/>
                    </a:lnTo>
                    <a:lnTo>
                      <a:pt x="22" y="72"/>
                    </a:lnTo>
                    <a:lnTo>
                      <a:pt x="22" y="72"/>
                    </a:lnTo>
                    <a:lnTo>
                      <a:pt x="22" y="64"/>
                    </a:lnTo>
                    <a:lnTo>
                      <a:pt x="22" y="64"/>
                    </a:lnTo>
                    <a:lnTo>
                      <a:pt x="28" y="60"/>
                    </a:lnTo>
                    <a:lnTo>
                      <a:pt x="28" y="60"/>
                    </a:lnTo>
                    <a:lnTo>
                      <a:pt x="32" y="58"/>
                    </a:lnTo>
                    <a:lnTo>
                      <a:pt x="34" y="54"/>
                    </a:lnTo>
                    <a:lnTo>
                      <a:pt x="34" y="54"/>
                    </a:lnTo>
                    <a:lnTo>
                      <a:pt x="38" y="46"/>
                    </a:lnTo>
                    <a:lnTo>
                      <a:pt x="38" y="46"/>
                    </a:lnTo>
                    <a:lnTo>
                      <a:pt x="40" y="40"/>
                    </a:lnTo>
                    <a:lnTo>
                      <a:pt x="42" y="34"/>
                    </a:lnTo>
                    <a:lnTo>
                      <a:pt x="42" y="34"/>
                    </a:lnTo>
                    <a:lnTo>
                      <a:pt x="44" y="30"/>
                    </a:lnTo>
                    <a:lnTo>
                      <a:pt x="46" y="26"/>
                    </a:lnTo>
                    <a:lnTo>
                      <a:pt x="50" y="22"/>
                    </a:lnTo>
                    <a:lnTo>
                      <a:pt x="50" y="22"/>
                    </a:lnTo>
                    <a:lnTo>
                      <a:pt x="56" y="10"/>
                    </a:lnTo>
                    <a:lnTo>
                      <a:pt x="64" y="8"/>
                    </a:lnTo>
                    <a:lnTo>
                      <a:pt x="64" y="8"/>
                    </a:lnTo>
                    <a:lnTo>
                      <a:pt x="66" y="8"/>
                    </a:lnTo>
                    <a:lnTo>
                      <a:pt x="68" y="8"/>
                    </a:lnTo>
                    <a:lnTo>
                      <a:pt x="70" y="8"/>
                    </a:lnTo>
                    <a:lnTo>
                      <a:pt x="70" y="8"/>
                    </a:lnTo>
                    <a:lnTo>
                      <a:pt x="72" y="12"/>
                    </a:lnTo>
                    <a:lnTo>
                      <a:pt x="76" y="0"/>
                    </a:lnTo>
                    <a:lnTo>
                      <a:pt x="76" y="0"/>
                    </a:lnTo>
                    <a:lnTo>
                      <a:pt x="76" y="0"/>
                    </a:lnTo>
                    <a:lnTo>
                      <a:pt x="80" y="0"/>
                    </a:lnTo>
                    <a:lnTo>
                      <a:pt x="80" y="0"/>
                    </a:lnTo>
                    <a:lnTo>
                      <a:pt x="84" y="4"/>
                    </a:lnTo>
                    <a:lnTo>
                      <a:pt x="86" y="6"/>
                    </a:lnTo>
                    <a:lnTo>
                      <a:pt x="88" y="8"/>
                    </a:lnTo>
                    <a:lnTo>
                      <a:pt x="88" y="8"/>
                    </a:lnTo>
                    <a:lnTo>
                      <a:pt x="92" y="6"/>
                    </a:lnTo>
                    <a:lnTo>
                      <a:pt x="94" y="6"/>
                    </a:lnTo>
                    <a:lnTo>
                      <a:pt x="94" y="8"/>
                    </a:lnTo>
                    <a:lnTo>
                      <a:pt x="94" y="8"/>
                    </a:lnTo>
                    <a:lnTo>
                      <a:pt x="98" y="10"/>
                    </a:lnTo>
                    <a:lnTo>
                      <a:pt x="102" y="12"/>
                    </a:lnTo>
                    <a:lnTo>
                      <a:pt x="110" y="14"/>
                    </a:lnTo>
                    <a:lnTo>
                      <a:pt x="110" y="14"/>
                    </a:lnTo>
                    <a:lnTo>
                      <a:pt x="114" y="18"/>
                    </a:lnTo>
                    <a:lnTo>
                      <a:pt x="118" y="22"/>
                    </a:lnTo>
                    <a:lnTo>
                      <a:pt x="118" y="22"/>
                    </a:lnTo>
                    <a:lnTo>
                      <a:pt x="122" y="30"/>
                    </a:lnTo>
                    <a:lnTo>
                      <a:pt x="124" y="34"/>
                    </a:lnTo>
                    <a:lnTo>
                      <a:pt x="124" y="34"/>
                    </a:lnTo>
                    <a:lnTo>
                      <a:pt x="130" y="38"/>
                    </a:lnTo>
                    <a:lnTo>
                      <a:pt x="130" y="38"/>
                    </a:lnTo>
                    <a:lnTo>
                      <a:pt x="126" y="44"/>
                    </a:lnTo>
                    <a:lnTo>
                      <a:pt x="124" y="48"/>
                    </a:lnTo>
                    <a:lnTo>
                      <a:pt x="124" y="52"/>
                    </a:lnTo>
                    <a:lnTo>
                      <a:pt x="124" y="52"/>
                    </a:lnTo>
                    <a:lnTo>
                      <a:pt x="122" y="56"/>
                    </a:lnTo>
                    <a:lnTo>
                      <a:pt x="122" y="58"/>
                    </a:lnTo>
                    <a:lnTo>
                      <a:pt x="120" y="62"/>
                    </a:lnTo>
                    <a:lnTo>
                      <a:pt x="120" y="64"/>
                    </a:lnTo>
                    <a:lnTo>
                      <a:pt x="120" y="64"/>
                    </a:lnTo>
                    <a:lnTo>
                      <a:pt x="124" y="68"/>
                    </a:lnTo>
                    <a:lnTo>
                      <a:pt x="128" y="68"/>
                    </a:lnTo>
                    <a:lnTo>
                      <a:pt x="128" y="68"/>
                    </a:lnTo>
                    <a:lnTo>
                      <a:pt x="132" y="66"/>
                    </a:lnTo>
                    <a:lnTo>
                      <a:pt x="138" y="6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9" name="Freeform 196">
                <a:extLst>
                  <a:ext uri="{FF2B5EF4-FFF2-40B4-BE49-F238E27FC236}">
                    <a16:creationId xmlns:a16="http://schemas.microsoft.com/office/drawing/2014/main" id="{B1C0089A-A16E-6346-8632-66D9C0387F7B}"/>
                  </a:ext>
                </a:extLst>
              </p:cNvPr>
              <p:cNvSpPr>
                <a:spLocks/>
              </p:cNvSpPr>
              <p:nvPr/>
            </p:nvSpPr>
            <p:spPr bwMode="auto">
              <a:xfrm>
                <a:off x="6862226" y="3770914"/>
                <a:ext cx="164380" cy="196231"/>
              </a:xfrm>
              <a:custGeom>
                <a:avLst/>
                <a:gdLst>
                  <a:gd name="T0" fmla="*/ 22 w 84"/>
                  <a:gd name="T1" fmla="*/ 6 h 98"/>
                  <a:gd name="T2" fmla="*/ 14 w 84"/>
                  <a:gd name="T3" fmla="*/ 4 h 98"/>
                  <a:gd name="T4" fmla="*/ 10 w 84"/>
                  <a:gd name="T5" fmla="*/ 6 h 98"/>
                  <a:gd name="T6" fmla="*/ 10 w 84"/>
                  <a:gd name="T7" fmla="*/ 10 h 98"/>
                  <a:gd name="T8" fmla="*/ 8 w 84"/>
                  <a:gd name="T9" fmla="*/ 12 h 98"/>
                  <a:gd name="T10" fmla="*/ 6 w 84"/>
                  <a:gd name="T11" fmla="*/ 12 h 98"/>
                  <a:gd name="T12" fmla="*/ 6 w 84"/>
                  <a:gd name="T13" fmla="*/ 18 h 98"/>
                  <a:gd name="T14" fmla="*/ 4 w 84"/>
                  <a:gd name="T15" fmla="*/ 24 h 98"/>
                  <a:gd name="T16" fmla="*/ 4 w 84"/>
                  <a:gd name="T17" fmla="*/ 30 h 98"/>
                  <a:gd name="T18" fmla="*/ 0 w 84"/>
                  <a:gd name="T19" fmla="*/ 42 h 98"/>
                  <a:gd name="T20" fmla="*/ 0 w 84"/>
                  <a:gd name="T21" fmla="*/ 48 h 98"/>
                  <a:gd name="T22" fmla="*/ 0 w 84"/>
                  <a:gd name="T23" fmla="*/ 52 h 98"/>
                  <a:gd name="T24" fmla="*/ 0 w 84"/>
                  <a:gd name="T25" fmla="*/ 68 h 98"/>
                  <a:gd name="T26" fmla="*/ 8 w 84"/>
                  <a:gd name="T27" fmla="*/ 66 h 98"/>
                  <a:gd name="T28" fmla="*/ 12 w 84"/>
                  <a:gd name="T29" fmla="*/ 64 h 98"/>
                  <a:gd name="T30" fmla="*/ 14 w 84"/>
                  <a:gd name="T31" fmla="*/ 66 h 98"/>
                  <a:gd name="T32" fmla="*/ 18 w 84"/>
                  <a:gd name="T33" fmla="*/ 58 h 98"/>
                  <a:gd name="T34" fmla="*/ 20 w 84"/>
                  <a:gd name="T35" fmla="*/ 56 h 98"/>
                  <a:gd name="T36" fmla="*/ 24 w 84"/>
                  <a:gd name="T37" fmla="*/ 58 h 98"/>
                  <a:gd name="T38" fmla="*/ 30 w 84"/>
                  <a:gd name="T39" fmla="*/ 64 h 98"/>
                  <a:gd name="T40" fmla="*/ 32 w 84"/>
                  <a:gd name="T41" fmla="*/ 66 h 98"/>
                  <a:gd name="T42" fmla="*/ 38 w 84"/>
                  <a:gd name="T43" fmla="*/ 64 h 98"/>
                  <a:gd name="T44" fmla="*/ 38 w 84"/>
                  <a:gd name="T45" fmla="*/ 66 h 98"/>
                  <a:gd name="T46" fmla="*/ 46 w 84"/>
                  <a:gd name="T47" fmla="*/ 70 h 98"/>
                  <a:gd name="T48" fmla="*/ 54 w 84"/>
                  <a:gd name="T49" fmla="*/ 72 h 98"/>
                  <a:gd name="T50" fmla="*/ 62 w 84"/>
                  <a:gd name="T51" fmla="*/ 82 h 98"/>
                  <a:gd name="T52" fmla="*/ 66 w 84"/>
                  <a:gd name="T53" fmla="*/ 88 h 98"/>
                  <a:gd name="T54" fmla="*/ 68 w 84"/>
                  <a:gd name="T55" fmla="*/ 92 h 98"/>
                  <a:gd name="T56" fmla="*/ 76 w 84"/>
                  <a:gd name="T57" fmla="*/ 94 h 98"/>
                  <a:gd name="T58" fmla="*/ 84 w 84"/>
                  <a:gd name="T59" fmla="*/ 92 h 98"/>
                  <a:gd name="T60" fmla="*/ 78 w 84"/>
                  <a:gd name="T61" fmla="*/ 86 h 98"/>
                  <a:gd name="T62" fmla="*/ 76 w 84"/>
                  <a:gd name="T63" fmla="*/ 86 h 98"/>
                  <a:gd name="T64" fmla="*/ 74 w 84"/>
                  <a:gd name="T65" fmla="*/ 76 h 98"/>
                  <a:gd name="T66" fmla="*/ 70 w 84"/>
                  <a:gd name="T67" fmla="*/ 74 h 98"/>
                  <a:gd name="T68" fmla="*/ 64 w 84"/>
                  <a:gd name="T69" fmla="*/ 72 h 98"/>
                  <a:gd name="T70" fmla="*/ 60 w 84"/>
                  <a:gd name="T71" fmla="*/ 60 h 98"/>
                  <a:gd name="T72" fmla="*/ 58 w 84"/>
                  <a:gd name="T73" fmla="*/ 58 h 98"/>
                  <a:gd name="T74" fmla="*/ 52 w 84"/>
                  <a:gd name="T75" fmla="*/ 52 h 98"/>
                  <a:gd name="T76" fmla="*/ 48 w 84"/>
                  <a:gd name="T77" fmla="*/ 52 h 98"/>
                  <a:gd name="T78" fmla="*/ 46 w 84"/>
                  <a:gd name="T79" fmla="*/ 52 h 98"/>
                  <a:gd name="T80" fmla="*/ 44 w 84"/>
                  <a:gd name="T81" fmla="*/ 46 h 98"/>
                  <a:gd name="T82" fmla="*/ 42 w 84"/>
                  <a:gd name="T83" fmla="*/ 46 h 98"/>
                  <a:gd name="T84" fmla="*/ 42 w 84"/>
                  <a:gd name="T85" fmla="*/ 48 h 98"/>
                  <a:gd name="T86" fmla="*/ 38 w 84"/>
                  <a:gd name="T87" fmla="*/ 44 h 98"/>
                  <a:gd name="T88" fmla="*/ 38 w 84"/>
                  <a:gd name="T89" fmla="*/ 38 h 98"/>
                  <a:gd name="T90" fmla="*/ 34 w 84"/>
                  <a:gd name="T91" fmla="*/ 22 h 98"/>
                  <a:gd name="T92" fmla="*/ 36 w 84"/>
                  <a:gd name="T93" fmla="*/ 16 h 98"/>
                  <a:gd name="T94" fmla="*/ 32 w 84"/>
                  <a:gd name="T95" fmla="*/ 10 h 98"/>
                  <a:gd name="T96" fmla="*/ 32 w 84"/>
                  <a:gd name="T97" fmla="*/ 4 h 98"/>
                  <a:gd name="T98" fmla="*/ 28 w 84"/>
                  <a:gd name="T99" fmla="*/ 2 h 98"/>
                  <a:gd name="T100" fmla="*/ 26 w 84"/>
                  <a:gd name="T10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4" h="98">
                    <a:moveTo>
                      <a:pt x="26" y="0"/>
                    </a:moveTo>
                    <a:lnTo>
                      <a:pt x="22" y="6"/>
                    </a:lnTo>
                    <a:lnTo>
                      <a:pt x="14" y="4"/>
                    </a:lnTo>
                    <a:lnTo>
                      <a:pt x="14" y="4"/>
                    </a:lnTo>
                    <a:lnTo>
                      <a:pt x="12" y="4"/>
                    </a:lnTo>
                    <a:lnTo>
                      <a:pt x="10" y="6"/>
                    </a:lnTo>
                    <a:lnTo>
                      <a:pt x="10" y="6"/>
                    </a:lnTo>
                    <a:lnTo>
                      <a:pt x="10" y="10"/>
                    </a:lnTo>
                    <a:lnTo>
                      <a:pt x="8" y="12"/>
                    </a:lnTo>
                    <a:lnTo>
                      <a:pt x="8" y="12"/>
                    </a:lnTo>
                    <a:lnTo>
                      <a:pt x="8" y="12"/>
                    </a:lnTo>
                    <a:lnTo>
                      <a:pt x="6" y="12"/>
                    </a:lnTo>
                    <a:lnTo>
                      <a:pt x="6" y="14"/>
                    </a:lnTo>
                    <a:lnTo>
                      <a:pt x="6" y="18"/>
                    </a:lnTo>
                    <a:lnTo>
                      <a:pt x="6" y="18"/>
                    </a:lnTo>
                    <a:lnTo>
                      <a:pt x="4" y="24"/>
                    </a:lnTo>
                    <a:lnTo>
                      <a:pt x="4" y="30"/>
                    </a:lnTo>
                    <a:lnTo>
                      <a:pt x="4" y="30"/>
                    </a:lnTo>
                    <a:lnTo>
                      <a:pt x="4" y="36"/>
                    </a:lnTo>
                    <a:lnTo>
                      <a:pt x="0" y="42"/>
                    </a:lnTo>
                    <a:lnTo>
                      <a:pt x="0" y="42"/>
                    </a:lnTo>
                    <a:lnTo>
                      <a:pt x="0" y="48"/>
                    </a:lnTo>
                    <a:lnTo>
                      <a:pt x="0" y="52"/>
                    </a:lnTo>
                    <a:lnTo>
                      <a:pt x="0" y="52"/>
                    </a:lnTo>
                    <a:lnTo>
                      <a:pt x="0" y="62"/>
                    </a:lnTo>
                    <a:lnTo>
                      <a:pt x="0" y="68"/>
                    </a:lnTo>
                    <a:lnTo>
                      <a:pt x="8" y="66"/>
                    </a:lnTo>
                    <a:lnTo>
                      <a:pt x="8" y="66"/>
                    </a:lnTo>
                    <a:lnTo>
                      <a:pt x="10" y="64"/>
                    </a:lnTo>
                    <a:lnTo>
                      <a:pt x="12" y="64"/>
                    </a:lnTo>
                    <a:lnTo>
                      <a:pt x="14" y="66"/>
                    </a:lnTo>
                    <a:lnTo>
                      <a:pt x="14" y="66"/>
                    </a:lnTo>
                    <a:lnTo>
                      <a:pt x="16" y="70"/>
                    </a:lnTo>
                    <a:lnTo>
                      <a:pt x="18" y="58"/>
                    </a:lnTo>
                    <a:lnTo>
                      <a:pt x="18" y="58"/>
                    </a:lnTo>
                    <a:lnTo>
                      <a:pt x="20" y="56"/>
                    </a:lnTo>
                    <a:lnTo>
                      <a:pt x="24" y="58"/>
                    </a:lnTo>
                    <a:lnTo>
                      <a:pt x="24" y="58"/>
                    </a:lnTo>
                    <a:lnTo>
                      <a:pt x="28" y="62"/>
                    </a:lnTo>
                    <a:lnTo>
                      <a:pt x="30" y="64"/>
                    </a:lnTo>
                    <a:lnTo>
                      <a:pt x="32" y="66"/>
                    </a:lnTo>
                    <a:lnTo>
                      <a:pt x="32" y="66"/>
                    </a:lnTo>
                    <a:lnTo>
                      <a:pt x="36" y="64"/>
                    </a:lnTo>
                    <a:lnTo>
                      <a:pt x="38" y="64"/>
                    </a:lnTo>
                    <a:lnTo>
                      <a:pt x="38" y="66"/>
                    </a:lnTo>
                    <a:lnTo>
                      <a:pt x="38" y="66"/>
                    </a:lnTo>
                    <a:lnTo>
                      <a:pt x="42" y="68"/>
                    </a:lnTo>
                    <a:lnTo>
                      <a:pt x="46" y="70"/>
                    </a:lnTo>
                    <a:lnTo>
                      <a:pt x="54" y="72"/>
                    </a:lnTo>
                    <a:lnTo>
                      <a:pt x="54" y="72"/>
                    </a:lnTo>
                    <a:lnTo>
                      <a:pt x="58" y="76"/>
                    </a:lnTo>
                    <a:lnTo>
                      <a:pt x="62" y="82"/>
                    </a:lnTo>
                    <a:lnTo>
                      <a:pt x="62" y="82"/>
                    </a:lnTo>
                    <a:lnTo>
                      <a:pt x="66" y="88"/>
                    </a:lnTo>
                    <a:lnTo>
                      <a:pt x="68" y="92"/>
                    </a:lnTo>
                    <a:lnTo>
                      <a:pt x="68" y="92"/>
                    </a:lnTo>
                    <a:lnTo>
                      <a:pt x="74" y="96"/>
                    </a:lnTo>
                    <a:lnTo>
                      <a:pt x="76" y="94"/>
                    </a:lnTo>
                    <a:lnTo>
                      <a:pt x="80" y="98"/>
                    </a:lnTo>
                    <a:lnTo>
                      <a:pt x="84" y="92"/>
                    </a:lnTo>
                    <a:lnTo>
                      <a:pt x="84" y="90"/>
                    </a:lnTo>
                    <a:lnTo>
                      <a:pt x="78" y="86"/>
                    </a:lnTo>
                    <a:lnTo>
                      <a:pt x="76" y="86"/>
                    </a:lnTo>
                    <a:lnTo>
                      <a:pt x="76" y="86"/>
                    </a:lnTo>
                    <a:lnTo>
                      <a:pt x="74" y="82"/>
                    </a:lnTo>
                    <a:lnTo>
                      <a:pt x="74" y="76"/>
                    </a:lnTo>
                    <a:lnTo>
                      <a:pt x="74" y="76"/>
                    </a:lnTo>
                    <a:lnTo>
                      <a:pt x="70" y="74"/>
                    </a:lnTo>
                    <a:lnTo>
                      <a:pt x="64" y="72"/>
                    </a:lnTo>
                    <a:lnTo>
                      <a:pt x="64" y="72"/>
                    </a:lnTo>
                    <a:lnTo>
                      <a:pt x="62" y="66"/>
                    </a:lnTo>
                    <a:lnTo>
                      <a:pt x="60" y="60"/>
                    </a:lnTo>
                    <a:lnTo>
                      <a:pt x="60" y="60"/>
                    </a:lnTo>
                    <a:lnTo>
                      <a:pt x="58" y="58"/>
                    </a:lnTo>
                    <a:lnTo>
                      <a:pt x="52" y="58"/>
                    </a:lnTo>
                    <a:lnTo>
                      <a:pt x="52" y="52"/>
                    </a:lnTo>
                    <a:lnTo>
                      <a:pt x="52" y="52"/>
                    </a:lnTo>
                    <a:lnTo>
                      <a:pt x="48" y="52"/>
                    </a:lnTo>
                    <a:lnTo>
                      <a:pt x="46" y="52"/>
                    </a:lnTo>
                    <a:lnTo>
                      <a:pt x="46" y="52"/>
                    </a:lnTo>
                    <a:lnTo>
                      <a:pt x="46" y="48"/>
                    </a:lnTo>
                    <a:lnTo>
                      <a:pt x="44" y="46"/>
                    </a:lnTo>
                    <a:lnTo>
                      <a:pt x="44" y="46"/>
                    </a:lnTo>
                    <a:lnTo>
                      <a:pt x="42" y="46"/>
                    </a:lnTo>
                    <a:lnTo>
                      <a:pt x="42" y="48"/>
                    </a:lnTo>
                    <a:lnTo>
                      <a:pt x="42" y="48"/>
                    </a:lnTo>
                    <a:lnTo>
                      <a:pt x="38" y="44"/>
                    </a:lnTo>
                    <a:lnTo>
                      <a:pt x="38" y="44"/>
                    </a:lnTo>
                    <a:lnTo>
                      <a:pt x="38" y="38"/>
                    </a:lnTo>
                    <a:lnTo>
                      <a:pt x="38" y="38"/>
                    </a:lnTo>
                    <a:lnTo>
                      <a:pt x="34" y="22"/>
                    </a:lnTo>
                    <a:lnTo>
                      <a:pt x="34" y="22"/>
                    </a:lnTo>
                    <a:lnTo>
                      <a:pt x="34" y="18"/>
                    </a:lnTo>
                    <a:lnTo>
                      <a:pt x="36" y="16"/>
                    </a:lnTo>
                    <a:lnTo>
                      <a:pt x="36" y="16"/>
                    </a:lnTo>
                    <a:lnTo>
                      <a:pt x="32" y="10"/>
                    </a:lnTo>
                    <a:lnTo>
                      <a:pt x="32" y="10"/>
                    </a:lnTo>
                    <a:lnTo>
                      <a:pt x="32" y="4"/>
                    </a:lnTo>
                    <a:lnTo>
                      <a:pt x="32" y="4"/>
                    </a:lnTo>
                    <a:lnTo>
                      <a:pt x="28" y="2"/>
                    </a:lnTo>
                    <a:lnTo>
                      <a:pt x="26" y="0"/>
                    </a:lnTo>
                    <a:lnTo>
                      <a:pt x="2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0" name="Freeform 197">
                <a:extLst>
                  <a:ext uri="{FF2B5EF4-FFF2-40B4-BE49-F238E27FC236}">
                    <a16:creationId xmlns:a16="http://schemas.microsoft.com/office/drawing/2014/main" id="{2F5D9314-9B4B-1F40-B14E-6B935D0A05B1}"/>
                  </a:ext>
                </a:extLst>
              </p:cNvPr>
              <p:cNvSpPr>
                <a:spLocks/>
              </p:cNvSpPr>
              <p:nvPr/>
            </p:nvSpPr>
            <p:spPr bwMode="auto">
              <a:xfrm>
                <a:off x="6147957" y="4295532"/>
                <a:ext cx="56750" cy="40047"/>
              </a:xfrm>
              <a:custGeom>
                <a:avLst/>
                <a:gdLst>
                  <a:gd name="T0" fmla="*/ 4 w 29"/>
                  <a:gd name="T1" fmla="*/ 0 h 20"/>
                  <a:gd name="T2" fmla="*/ 4 w 29"/>
                  <a:gd name="T3" fmla="*/ 0 h 20"/>
                  <a:gd name="T4" fmla="*/ 4 w 29"/>
                  <a:gd name="T5" fmla="*/ 4 h 20"/>
                  <a:gd name="T6" fmla="*/ 2 w 29"/>
                  <a:gd name="T7" fmla="*/ 4 h 20"/>
                  <a:gd name="T8" fmla="*/ 2 w 29"/>
                  <a:gd name="T9" fmla="*/ 4 h 20"/>
                  <a:gd name="T10" fmla="*/ 2 w 29"/>
                  <a:gd name="T11" fmla="*/ 8 h 20"/>
                  <a:gd name="T12" fmla="*/ 2 w 29"/>
                  <a:gd name="T13" fmla="*/ 14 h 20"/>
                  <a:gd name="T14" fmla="*/ 2 w 29"/>
                  <a:gd name="T15" fmla="*/ 14 h 20"/>
                  <a:gd name="T16" fmla="*/ 0 w 29"/>
                  <a:gd name="T17" fmla="*/ 18 h 20"/>
                  <a:gd name="T18" fmla="*/ 27 w 29"/>
                  <a:gd name="T19" fmla="*/ 20 h 20"/>
                  <a:gd name="T20" fmla="*/ 29 w 29"/>
                  <a:gd name="T21" fmla="*/ 0 h 20"/>
                  <a:gd name="T22" fmla="*/ 4 w 29"/>
                  <a:gd name="T23"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0">
                    <a:moveTo>
                      <a:pt x="4" y="0"/>
                    </a:moveTo>
                    <a:lnTo>
                      <a:pt x="4" y="0"/>
                    </a:lnTo>
                    <a:lnTo>
                      <a:pt x="4" y="4"/>
                    </a:lnTo>
                    <a:lnTo>
                      <a:pt x="2" y="4"/>
                    </a:lnTo>
                    <a:lnTo>
                      <a:pt x="2" y="4"/>
                    </a:lnTo>
                    <a:lnTo>
                      <a:pt x="2" y="8"/>
                    </a:lnTo>
                    <a:lnTo>
                      <a:pt x="2" y="14"/>
                    </a:lnTo>
                    <a:lnTo>
                      <a:pt x="2" y="14"/>
                    </a:lnTo>
                    <a:lnTo>
                      <a:pt x="0" y="18"/>
                    </a:lnTo>
                    <a:lnTo>
                      <a:pt x="27" y="20"/>
                    </a:lnTo>
                    <a:lnTo>
                      <a:pt x="29"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1" name="Freeform 199">
                <a:extLst>
                  <a:ext uri="{FF2B5EF4-FFF2-40B4-BE49-F238E27FC236}">
                    <a16:creationId xmlns:a16="http://schemas.microsoft.com/office/drawing/2014/main" id="{427C854A-8260-CA45-8AAD-A768E99CC688}"/>
                  </a:ext>
                </a:extLst>
              </p:cNvPr>
              <p:cNvSpPr>
                <a:spLocks/>
              </p:cNvSpPr>
              <p:nvPr/>
            </p:nvSpPr>
            <p:spPr bwMode="auto">
              <a:xfrm>
                <a:off x="6549122" y="3298360"/>
                <a:ext cx="289621" cy="344404"/>
              </a:xfrm>
              <a:custGeom>
                <a:avLst/>
                <a:gdLst>
                  <a:gd name="T0" fmla="*/ 146 w 148"/>
                  <a:gd name="T1" fmla="*/ 146 h 172"/>
                  <a:gd name="T2" fmla="*/ 144 w 148"/>
                  <a:gd name="T3" fmla="*/ 136 h 172"/>
                  <a:gd name="T4" fmla="*/ 144 w 148"/>
                  <a:gd name="T5" fmla="*/ 130 h 172"/>
                  <a:gd name="T6" fmla="*/ 144 w 148"/>
                  <a:gd name="T7" fmla="*/ 126 h 172"/>
                  <a:gd name="T8" fmla="*/ 132 w 148"/>
                  <a:gd name="T9" fmla="*/ 108 h 172"/>
                  <a:gd name="T10" fmla="*/ 128 w 148"/>
                  <a:gd name="T11" fmla="*/ 102 h 172"/>
                  <a:gd name="T12" fmla="*/ 124 w 148"/>
                  <a:gd name="T13" fmla="*/ 88 h 172"/>
                  <a:gd name="T14" fmla="*/ 122 w 148"/>
                  <a:gd name="T15" fmla="*/ 80 h 172"/>
                  <a:gd name="T16" fmla="*/ 118 w 148"/>
                  <a:gd name="T17" fmla="*/ 78 h 172"/>
                  <a:gd name="T18" fmla="*/ 118 w 148"/>
                  <a:gd name="T19" fmla="*/ 68 h 172"/>
                  <a:gd name="T20" fmla="*/ 110 w 148"/>
                  <a:gd name="T21" fmla="*/ 58 h 172"/>
                  <a:gd name="T22" fmla="*/ 108 w 148"/>
                  <a:gd name="T23" fmla="*/ 46 h 172"/>
                  <a:gd name="T24" fmla="*/ 114 w 148"/>
                  <a:gd name="T25" fmla="*/ 52 h 172"/>
                  <a:gd name="T26" fmla="*/ 116 w 148"/>
                  <a:gd name="T27" fmla="*/ 62 h 172"/>
                  <a:gd name="T28" fmla="*/ 124 w 148"/>
                  <a:gd name="T29" fmla="*/ 70 h 172"/>
                  <a:gd name="T30" fmla="*/ 136 w 148"/>
                  <a:gd name="T31" fmla="*/ 58 h 172"/>
                  <a:gd name="T32" fmla="*/ 138 w 148"/>
                  <a:gd name="T33" fmla="*/ 50 h 172"/>
                  <a:gd name="T34" fmla="*/ 132 w 148"/>
                  <a:gd name="T35" fmla="*/ 14 h 172"/>
                  <a:gd name="T36" fmla="*/ 126 w 148"/>
                  <a:gd name="T37" fmla="*/ 12 h 172"/>
                  <a:gd name="T38" fmla="*/ 118 w 148"/>
                  <a:gd name="T39" fmla="*/ 14 h 172"/>
                  <a:gd name="T40" fmla="*/ 112 w 148"/>
                  <a:gd name="T41" fmla="*/ 14 h 172"/>
                  <a:gd name="T42" fmla="*/ 108 w 148"/>
                  <a:gd name="T43" fmla="*/ 12 h 172"/>
                  <a:gd name="T44" fmla="*/ 100 w 148"/>
                  <a:gd name="T45" fmla="*/ 14 h 172"/>
                  <a:gd name="T46" fmla="*/ 96 w 148"/>
                  <a:gd name="T47" fmla="*/ 14 h 172"/>
                  <a:gd name="T48" fmla="*/ 96 w 148"/>
                  <a:gd name="T49" fmla="*/ 10 h 172"/>
                  <a:gd name="T50" fmla="*/ 92 w 148"/>
                  <a:gd name="T51" fmla="*/ 10 h 172"/>
                  <a:gd name="T52" fmla="*/ 90 w 148"/>
                  <a:gd name="T53" fmla="*/ 12 h 172"/>
                  <a:gd name="T54" fmla="*/ 90 w 148"/>
                  <a:gd name="T55" fmla="*/ 16 h 172"/>
                  <a:gd name="T56" fmla="*/ 86 w 148"/>
                  <a:gd name="T57" fmla="*/ 16 h 172"/>
                  <a:gd name="T58" fmla="*/ 88 w 148"/>
                  <a:gd name="T59" fmla="*/ 12 h 172"/>
                  <a:gd name="T60" fmla="*/ 76 w 148"/>
                  <a:gd name="T61" fmla="*/ 12 h 172"/>
                  <a:gd name="T62" fmla="*/ 72 w 148"/>
                  <a:gd name="T63" fmla="*/ 18 h 172"/>
                  <a:gd name="T64" fmla="*/ 64 w 148"/>
                  <a:gd name="T65" fmla="*/ 18 h 172"/>
                  <a:gd name="T66" fmla="*/ 54 w 148"/>
                  <a:gd name="T67" fmla="*/ 14 h 172"/>
                  <a:gd name="T68" fmla="*/ 38 w 148"/>
                  <a:gd name="T69" fmla="*/ 16 h 172"/>
                  <a:gd name="T70" fmla="*/ 30 w 148"/>
                  <a:gd name="T71" fmla="*/ 12 h 172"/>
                  <a:gd name="T72" fmla="*/ 28 w 148"/>
                  <a:gd name="T73" fmla="*/ 8 h 172"/>
                  <a:gd name="T74" fmla="*/ 10 w 148"/>
                  <a:gd name="T75" fmla="*/ 8 h 172"/>
                  <a:gd name="T76" fmla="*/ 4 w 148"/>
                  <a:gd name="T77" fmla="*/ 0 h 172"/>
                  <a:gd name="T78" fmla="*/ 0 w 148"/>
                  <a:gd name="T79" fmla="*/ 6 h 172"/>
                  <a:gd name="T80" fmla="*/ 4 w 148"/>
                  <a:gd name="T81" fmla="*/ 18 h 172"/>
                  <a:gd name="T82" fmla="*/ 2 w 148"/>
                  <a:gd name="T83" fmla="*/ 24 h 172"/>
                  <a:gd name="T84" fmla="*/ 0 w 148"/>
                  <a:gd name="T85" fmla="*/ 34 h 172"/>
                  <a:gd name="T86" fmla="*/ 2 w 148"/>
                  <a:gd name="T87" fmla="*/ 42 h 172"/>
                  <a:gd name="T88" fmla="*/ 102 w 148"/>
                  <a:gd name="T89" fmla="*/ 168 h 172"/>
                  <a:gd name="T90" fmla="*/ 118 w 148"/>
                  <a:gd name="T91" fmla="*/ 168 h 172"/>
                  <a:gd name="T92" fmla="*/ 126 w 148"/>
                  <a:gd name="T93" fmla="*/ 162 h 172"/>
                  <a:gd name="T94" fmla="*/ 140 w 148"/>
                  <a:gd name="T95" fmla="*/ 15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72">
                    <a:moveTo>
                      <a:pt x="148" y="148"/>
                    </a:moveTo>
                    <a:lnTo>
                      <a:pt x="148" y="148"/>
                    </a:lnTo>
                    <a:lnTo>
                      <a:pt x="146" y="146"/>
                    </a:lnTo>
                    <a:lnTo>
                      <a:pt x="146" y="146"/>
                    </a:lnTo>
                    <a:lnTo>
                      <a:pt x="144" y="136"/>
                    </a:lnTo>
                    <a:lnTo>
                      <a:pt x="144" y="136"/>
                    </a:lnTo>
                    <a:lnTo>
                      <a:pt x="148" y="134"/>
                    </a:lnTo>
                    <a:lnTo>
                      <a:pt x="148" y="134"/>
                    </a:lnTo>
                    <a:lnTo>
                      <a:pt x="144" y="130"/>
                    </a:lnTo>
                    <a:lnTo>
                      <a:pt x="144" y="130"/>
                    </a:lnTo>
                    <a:lnTo>
                      <a:pt x="144" y="126"/>
                    </a:lnTo>
                    <a:lnTo>
                      <a:pt x="144" y="126"/>
                    </a:lnTo>
                    <a:lnTo>
                      <a:pt x="136" y="110"/>
                    </a:lnTo>
                    <a:lnTo>
                      <a:pt x="136" y="110"/>
                    </a:lnTo>
                    <a:lnTo>
                      <a:pt x="132" y="108"/>
                    </a:lnTo>
                    <a:lnTo>
                      <a:pt x="132" y="108"/>
                    </a:lnTo>
                    <a:lnTo>
                      <a:pt x="128" y="102"/>
                    </a:lnTo>
                    <a:lnTo>
                      <a:pt x="128" y="102"/>
                    </a:lnTo>
                    <a:lnTo>
                      <a:pt x="126" y="94"/>
                    </a:lnTo>
                    <a:lnTo>
                      <a:pt x="124" y="88"/>
                    </a:lnTo>
                    <a:lnTo>
                      <a:pt x="124" y="88"/>
                    </a:lnTo>
                    <a:lnTo>
                      <a:pt x="122" y="82"/>
                    </a:lnTo>
                    <a:lnTo>
                      <a:pt x="122" y="82"/>
                    </a:lnTo>
                    <a:lnTo>
                      <a:pt x="122" y="80"/>
                    </a:lnTo>
                    <a:lnTo>
                      <a:pt x="122" y="80"/>
                    </a:lnTo>
                    <a:lnTo>
                      <a:pt x="118" y="78"/>
                    </a:lnTo>
                    <a:lnTo>
                      <a:pt x="118" y="78"/>
                    </a:lnTo>
                    <a:lnTo>
                      <a:pt x="118" y="72"/>
                    </a:lnTo>
                    <a:lnTo>
                      <a:pt x="118" y="68"/>
                    </a:lnTo>
                    <a:lnTo>
                      <a:pt x="118" y="68"/>
                    </a:lnTo>
                    <a:lnTo>
                      <a:pt x="114" y="64"/>
                    </a:lnTo>
                    <a:lnTo>
                      <a:pt x="114" y="64"/>
                    </a:lnTo>
                    <a:lnTo>
                      <a:pt x="110" y="58"/>
                    </a:lnTo>
                    <a:lnTo>
                      <a:pt x="106" y="50"/>
                    </a:lnTo>
                    <a:lnTo>
                      <a:pt x="106" y="50"/>
                    </a:lnTo>
                    <a:lnTo>
                      <a:pt x="108" y="46"/>
                    </a:lnTo>
                    <a:lnTo>
                      <a:pt x="108" y="46"/>
                    </a:lnTo>
                    <a:lnTo>
                      <a:pt x="112" y="48"/>
                    </a:lnTo>
                    <a:lnTo>
                      <a:pt x="114" y="52"/>
                    </a:lnTo>
                    <a:lnTo>
                      <a:pt x="114" y="52"/>
                    </a:lnTo>
                    <a:lnTo>
                      <a:pt x="116" y="58"/>
                    </a:lnTo>
                    <a:lnTo>
                      <a:pt x="116" y="62"/>
                    </a:lnTo>
                    <a:lnTo>
                      <a:pt x="116" y="62"/>
                    </a:lnTo>
                    <a:lnTo>
                      <a:pt x="124" y="70"/>
                    </a:lnTo>
                    <a:lnTo>
                      <a:pt x="124" y="70"/>
                    </a:lnTo>
                    <a:lnTo>
                      <a:pt x="130" y="70"/>
                    </a:lnTo>
                    <a:lnTo>
                      <a:pt x="130" y="70"/>
                    </a:lnTo>
                    <a:lnTo>
                      <a:pt x="136" y="58"/>
                    </a:lnTo>
                    <a:lnTo>
                      <a:pt x="136" y="58"/>
                    </a:lnTo>
                    <a:lnTo>
                      <a:pt x="138" y="50"/>
                    </a:lnTo>
                    <a:lnTo>
                      <a:pt x="138" y="50"/>
                    </a:lnTo>
                    <a:lnTo>
                      <a:pt x="136" y="44"/>
                    </a:lnTo>
                    <a:lnTo>
                      <a:pt x="134" y="22"/>
                    </a:lnTo>
                    <a:lnTo>
                      <a:pt x="132" y="14"/>
                    </a:lnTo>
                    <a:lnTo>
                      <a:pt x="130" y="12"/>
                    </a:lnTo>
                    <a:lnTo>
                      <a:pt x="130" y="12"/>
                    </a:lnTo>
                    <a:lnTo>
                      <a:pt x="126" y="12"/>
                    </a:lnTo>
                    <a:lnTo>
                      <a:pt x="122" y="12"/>
                    </a:lnTo>
                    <a:lnTo>
                      <a:pt x="122" y="12"/>
                    </a:lnTo>
                    <a:lnTo>
                      <a:pt x="118" y="14"/>
                    </a:lnTo>
                    <a:lnTo>
                      <a:pt x="112" y="16"/>
                    </a:lnTo>
                    <a:lnTo>
                      <a:pt x="112" y="16"/>
                    </a:lnTo>
                    <a:lnTo>
                      <a:pt x="112" y="14"/>
                    </a:lnTo>
                    <a:lnTo>
                      <a:pt x="112" y="12"/>
                    </a:lnTo>
                    <a:lnTo>
                      <a:pt x="108" y="12"/>
                    </a:lnTo>
                    <a:lnTo>
                      <a:pt x="108" y="12"/>
                    </a:lnTo>
                    <a:lnTo>
                      <a:pt x="104" y="14"/>
                    </a:lnTo>
                    <a:lnTo>
                      <a:pt x="102" y="16"/>
                    </a:lnTo>
                    <a:lnTo>
                      <a:pt x="100" y="14"/>
                    </a:lnTo>
                    <a:lnTo>
                      <a:pt x="100" y="14"/>
                    </a:lnTo>
                    <a:lnTo>
                      <a:pt x="96" y="14"/>
                    </a:lnTo>
                    <a:lnTo>
                      <a:pt x="96" y="14"/>
                    </a:lnTo>
                    <a:lnTo>
                      <a:pt x="94" y="12"/>
                    </a:lnTo>
                    <a:lnTo>
                      <a:pt x="96" y="12"/>
                    </a:lnTo>
                    <a:lnTo>
                      <a:pt x="96" y="10"/>
                    </a:lnTo>
                    <a:lnTo>
                      <a:pt x="96" y="10"/>
                    </a:lnTo>
                    <a:lnTo>
                      <a:pt x="92" y="10"/>
                    </a:lnTo>
                    <a:lnTo>
                      <a:pt x="92" y="10"/>
                    </a:lnTo>
                    <a:lnTo>
                      <a:pt x="90" y="10"/>
                    </a:lnTo>
                    <a:lnTo>
                      <a:pt x="88" y="12"/>
                    </a:lnTo>
                    <a:lnTo>
                      <a:pt x="90" y="12"/>
                    </a:lnTo>
                    <a:lnTo>
                      <a:pt x="90" y="12"/>
                    </a:lnTo>
                    <a:lnTo>
                      <a:pt x="90" y="14"/>
                    </a:lnTo>
                    <a:lnTo>
                      <a:pt x="90" y="16"/>
                    </a:lnTo>
                    <a:lnTo>
                      <a:pt x="90" y="18"/>
                    </a:lnTo>
                    <a:lnTo>
                      <a:pt x="86" y="16"/>
                    </a:lnTo>
                    <a:lnTo>
                      <a:pt x="86" y="16"/>
                    </a:lnTo>
                    <a:lnTo>
                      <a:pt x="86" y="14"/>
                    </a:lnTo>
                    <a:lnTo>
                      <a:pt x="88" y="12"/>
                    </a:lnTo>
                    <a:lnTo>
                      <a:pt x="88" y="12"/>
                    </a:lnTo>
                    <a:lnTo>
                      <a:pt x="82" y="14"/>
                    </a:lnTo>
                    <a:lnTo>
                      <a:pt x="76" y="12"/>
                    </a:lnTo>
                    <a:lnTo>
                      <a:pt x="76" y="12"/>
                    </a:lnTo>
                    <a:lnTo>
                      <a:pt x="74" y="18"/>
                    </a:lnTo>
                    <a:lnTo>
                      <a:pt x="74" y="18"/>
                    </a:lnTo>
                    <a:lnTo>
                      <a:pt x="72" y="18"/>
                    </a:lnTo>
                    <a:lnTo>
                      <a:pt x="68" y="16"/>
                    </a:lnTo>
                    <a:lnTo>
                      <a:pt x="68" y="16"/>
                    </a:lnTo>
                    <a:lnTo>
                      <a:pt x="64" y="18"/>
                    </a:lnTo>
                    <a:lnTo>
                      <a:pt x="58" y="18"/>
                    </a:lnTo>
                    <a:lnTo>
                      <a:pt x="58" y="18"/>
                    </a:lnTo>
                    <a:lnTo>
                      <a:pt x="54" y="14"/>
                    </a:lnTo>
                    <a:lnTo>
                      <a:pt x="54" y="14"/>
                    </a:lnTo>
                    <a:lnTo>
                      <a:pt x="46" y="16"/>
                    </a:lnTo>
                    <a:lnTo>
                      <a:pt x="38" y="16"/>
                    </a:lnTo>
                    <a:lnTo>
                      <a:pt x="38" y="14"/>
                    </a:lnTo>
                    <a:lnTo>
                      <a:pt x="38" y="14"/>
                    </a:lnTo>
                    <a:lnTo>
                      <a:pt x="30" y="12"/>
                    </a:lnTo>
                    <a:lnTo>
                      <a:pt x="30" y="12"/>
                    </a:lnTo>
                    <a:lnTo>
                      <a:pt x="28" y="8"/>
                    </a:lnTo>
                    <a:lnTo>
                      <a:pt x="28" y="8"/>
                    </a:lnTo>
                    <a:lnTo>
                      <a:pt x="22" y="6"/>
                    </a:lnTo>
                    <a:lnTo>
                      <a:pt x="18" y="6"/>
                    </a:lnTo>
                    <a:lnTo>
                      <a:pt x="10" y="8"/>
                    </a:lnTo>
                    <a:lnTo>
                      <a:pt x="6" y="2"/>
                    </a:lnTo>
                    <a:lnTo>
                      <a:pt x="6" y="2"/>
                    </a:lnTo>
                    <a:lnTo>
                      <a:pt x="4" y="0"/>
                    </a:lnTo>
                    <a:lnTo>
                      <a:pt x="0" y="2"/>
                    </a:lnTo>
                    <a:lnTo>
                      <a:pt x="0" y="2"/>
                    </a:lnTo>
                    <a:lnTo>
                      <a:pt x="0" y="6"/>
                    </a:lnTo>
                    <a:lnTo>
                      <a:pt x="0" y="12"/>
                    </a:lnTo>
                    <a:lnTo>
                      <a:pt x="0" y="12"/>
                    </a:lnTo>
                    <a:lnTo>
                      <a:pt x="4" y="18"/>
                    </a:lnTo>
                    <a:lnTo>
                      <a:pt x="4" y="22"/>
                    </a:lnTo>
                    <a:lnTo>
                      <a:pt x="2" y="24"/>
                    </a:lnTo>
                    <a:lnTo>
                      <a:pt x="2" y="24"/>
                    </a:lnTo>
                    <a:lnTo>
                      <a:pt x="0" y="28"/>
                    </a:lnTo>
                    <a:lnTo>
                      <a:pt x="0" y="34"/>
                    </a:lnTo>
                    <a:lnTo>
                      <a:pt x="0" y="34"/>
                    </a:lnTo>
                    <a:lnTo>
                      <a:pt x="0" y="40"/>
                    </a:lnTo>
                    <a:lnTo>
                      <a:pt x="2" y="42"/>
                    </a:lnTo>
                    <a:lnTo>
                      <a:pt x="2" y="42"/>
                    </a:lnTo>
                    <a:lnTo>
                      <a:pt x="6" y="48"/>
                    </a:lnTo>
                    <a:lnTo>
                      <a:pt x="6" y="168"/>
                    </a:lnTo>
                    <a:lnTo>
                      <a:pt x="102" y="168"/>
                    </a:lnTo>
                    <a:lnTo>
                      <a:pt x="106" y="166"/>
                    </a:lnTo>
                    <a:lnTo>
                      <a:pt x="106" y="168"/>
                    </a:lnTo>
                    <a:lnTo>
                      <a:pt x="118" y="168"/>
                    </a:lnTo>
                    <a:lnTo>
                      <a:pt x="120" y="172"/>
                    </a:lnTo>
                    <a:lnTo>
                      <a:pt x="126" y="170"/>
                    </a:lnTo>
                    <a:lnTo>
                      <a:pt x="126" y="162"/>
                    </a:lnTo>
                    <a:lnTo>
                      <a:pt x="132" y="160"/>
                    </a:lnTo>
                    <a:lnTo>
                      <a:pt x="136" y="152"/>
                    </a:lnTo>
                    <a:lnTo>
                      <a:pt x="140" y="152"/>
                    </a:lnTo>
                    <a:lnTo>
                      <a:pt x="148" y="14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2" name="Freeform 202">
                <a:extLst>
                  <a:ext uri="{FF2B5EF4-FFF2-40B4-BE49-F238E27FC236}">
                    <a16:creationId xmlns:a16="http://schemas.microsoft.com/office/drawing/2014/main" id="{AF1B13F5-120A-E94C-9C87-54AC80E75B64}"/>
                  </a:ext>
                </a:extLst>
              </p:cNvPr>
              <p:cNvSpPr>
                <a:spLocks/>
              </p:cNvSpPr>
              <p:nvPr/>
            </p:nvSpPr>
            <p:spPr bwMode="auto">
              <a:xfrm>
                <a:off x="6987467" y="3955132"/>
                <a:ext cx="50880" cy="68081"/>
              </a:xfrm>
              <a:custGeom>
                <a:avLst/>
                <a:gdLst>
                  <a:gd name="T0" fmla="*/ 24 w 26"/>
                  <a:gd name="T1" fmla="*/ 26 h 34"/>
                  <a:gd name="T2" fmla="*/ 24 w 26"/>
                  <a:gd name="T3" fmla="*/ 26 h 34"/>
                  <a:gd name="T4" fmla="*/ 22 w 26"/>
                  <a:gd name="T5" fmla="*/ 22 h 34"/>
                  <a:gd name="T6" fmla="*/ 22 w 26"/>
                  <a:gd name="T7" fmla="*/ 22 h 34"/>
                  <a:gd name="T8" fmla="*/ 20 w 26"/>
                  <a:gd name="T9" fmla="*/ 22 h 34"/>
                  <a:gd name="T10" fmla="*/ 20 w 26"/>
                  <a:gd name="T11" fmla="*/ 20 h 34"/>
                  <a:gd name="T12" fmla="*/ 20 w 26"/>
                  <a:gd name="T13" fmla="*/ 20 h 34"/>
                  <a:gd name="T14" fmla="*/ 26 w 26"/>
                  <a:gd name="T15" fmla="*/ 14 h 34"/>
                  <a:gd name="T16" fmla="*/ 26 w 26"/>
                  <a:gd name="T17" fmla="*/ 8 h 34"/>
                  <a:gd name="T18" fmla="*/ 26 w 26"/>
                  <a:gd name="T19" fmla="*/ 4 h 34"/>
                  <a:gd name="T20" fmla="*/ 22 w 26"/>
                  <a:gd name="T21" fmla="*/ 0 h 34"/>
                  <a:gd name="T22" fmla="*/ 16 w 26"/>
                  <a:gd name="T23" fmla="*/ 6 h 34"/>
                  <a:gd name="T24" fmla="*/ 12 w 26"/>
                  <a:gd name="T25" fmla="*/ 2 h 34"/>
                  <a:gd name="T26" fmla="*/ 10 w 26"/>
                  <a:gd name="T27" fmla="*/ 4 h 34"/>
                  <a:gd name="T28" fmla="*/ 10 w 26"/>
                  <a:gd name="T29" fmla="*/ 4 h 34"/>
                  <a:gd name="T30" fmla="*/ 6 w 26"/>
                  <a:gd name="T31" fmla="*/ 10 h 34"/>
                  <a:gd name="T32" fmla="*/ 4 w 26"/>
                  <a:gd name="T33" fmla="*/ 14 h 34"/>
                  <a:gd name="T34" fmla="*/ 4 w 26"/>
                  <a:gd name="T35" fmla="*/ 18 h 34"/>
                  <a:gd name="T36" fmla="*/ 4 w 26"/>
                  <a:gd name="T37" fmla="*/ 18 h 34"/>
                  <a:gd name="T38" fmla="*/ 2 w 26"/>
                  <a:gd name="T39" fmla="*/ 22 h 34"/>
                  <a:gd name="T40" fmla="*/ 2 w 26"/>
                  <a:gd name="T41" fmla="*/ 24 h 34"/>
                  <a:gd name="T42" fmla="*/ 0 w 26"/>
                  <a:gd name="T43" fmla="*/ 28 h 34"/>
                  <a:gd name="T44" fmla="*/ 0 w 26"/>
                  <a:gd name="T45" fmla="*/ 30 h 34"/>
                  <a:gd name="T46" fmla="*/ 0 w 26"/>
                  <a:gd name="T47" fmla="*/ 30 h 34"/>
                  <a:gd name="T48" fmla="*/ 4 w 26"/>
                  <a:gd name="T49" fmla="*/ 34 h 34"/>
                  <a:gd name="T50" fmla="*/ 8 w 26"/>
                  <a:gd name="T51" fmla="*/ 34 h 34"/>
                  <a:gd name="T52" fmla="*/ 8 w 26"/>
                  <a:gd name="T53" fmla="*/ 34 h 34"/>
                  <a:gd name="T54" fmla="*/ 12 w 26"/>
                  <a:gd name="T55" fmla="*/ 32 h 34"/>
                  <a:gd name="T56" fmla="*/ 18 w 26"/>
                  <a:gd name="T57" fmla="*/ 34 h 34"/>
                  <a:gd name="T58" fmla="*/ 24 w 26"/>
                  <a:gd name="T59"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 h="34">
                    <a:moveTo>
                      <a:pt x="24" y="26"/>
                    </a:moveTo>
                    <a:lnTo>
                      <a:pt x="24" y="26"/>
                    </a:lnTo>
                    <a:lnTo>
                      <a:pt x="22" y="22"/>
                    </a:lnTo>
                    <a:lnTo>
                      <a:pt x="22" y="22"/>
                    </a:lnTo>
                    <a:lnTo>
                      <a:pt x="20" y="22"/>
                    </a:lnTo>
                    <a:lnTo>
                      <a:pt x="20" y="20"/>
                    </a:lnTo>
                    <a:lnTo>
                      <a:pt x="20" y="20"/>
                    </a:lnTo>
                    <a:lnTo>
                      <a:pt x="26" y="14"/>
                    </a:lnTo>
                    <a:lnTo>
                      <a:pt x="26" y="8"/>
                    </a:lnTo>
                    <a:lnTo>
                      <a:pt x="26" y="4"/>
                    </a:lnTo>
                    <a:lnTo>
                      <a:pt x="22" y="0"/>
                    </a:lnTo>
                    <a:lnTo>
                      <a:pt x="16" y="6"/>
                    </a:lnTo>
                    <a:lnTo>
                      <a:pt x="12" y="2"/>
                    </a:lnTo>
                    <a:lnTo>
                      <a:pt x="10" y="4"/>
                    </a:lnTo>
                    <a:lnTo>
                      <a:pt x="10" y="4"/>
                    </a:lnTo>
                    <a:lnTo>
                      <a:pt x="6" y="10"/>
                    </a:lnTo>
                    <a:lnTo>
                      <a:pt x="4" y="14"/>
                    </a:lnTo>
                    <a:lnTo>
                      <a:pt x="4" y="18"/>
                    </a:lnTo>
                    <a:lnTo>
                      <a:pt x="4" y="18"/>
                    </a:lnTo>
                    <a:lnTo>
                      <a:pt x="2" y="22"/>
                    </a:lnTo>
                    <a:lnTo>
                      <a:pt x="2" y="24"/>
                    </a:lnTo>
                    <a:lnTo>
                      <a:pt x="0" y="28"/>
                    </a:lnTo>
                    <a:lnTo>
                      <a:pt x="0" y="30"/>
                    </a:lnTo>
                    <a:lnTo>
                      <a:pt x="0" y="30"/>
                    </a:lnTo>
                    <a:lnTo>
                      <a:pt x="4" y="34"/>
                    </a:lnTo>
                    <a:lnTo>
                      <a:pt x="8" y="34"/>
                    </a:lnTo>
                    <a:lnTo>
                      <a:pt x="8" y="34"/>
                    </a:lnTo>
                    <a:lnTo>
                      <a:pt x="12" y="32"/>
                    </a:lnTo>
                    <a:lnTo>
                      <a:pt x="18" y="34"/>
                    </a:lnTo>
                    <a:lnTo>
                      <a:pt x="24"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3" name="Freeform 490">
                <a:extLst>
                  <a:ext uri="{FF2B5EF4-FFF2-40B4-BE49-F238E27FC236}">
                    <a16:creationId xmlns:a16="http://schemas.microsoft.com/office/drawing/2014/main" id="{3986A086-CA07-A349-BF6D-639153609178}"/>
                  </a:ext>
                </a:extLst>
              </p:cNvPr>
              <p:cNvSpPr>
                <a:spLocks/>
              </p:cNvSpPr>
              <p:nvPr/>
            </p:nvSpPr>
            <p:spPr bwMode="auto">
              <a:xfrm>
                <a:off x="6187977" y="4251479"/>
                <a:ext cx="196876" cy="280329"/>
              </a:xfrm>
              <a:custGeom>
                <a:avLst/>
                <a:gdLst>
                  <a:gd name="T0" fmla="*/ 12 w 100"/>
                  <a:gd name="T1" fmla="*/ 136 h 140"/>
                  <a:gd name="T2" fmla="*/ 20 w 100"/>
                  <a:gd name="T3" fmla="*/ 136 h 140"/>
                  <a:gd name="T4" fmla="*/ 20 w 100"/>
                  <a:gd name="T5" fmla="*/ 132 h 140"/>
                  <a:gd name="T6" fmla="*/ 26 w 100"/>
                  <a:gd name="T7" fmla="*/ 134 h 140"/>
                  <a:gd name="T8" fmla="*/ 30 w 100"/>
                  <a:gd name="T9" fmla="*/ 134 h 140"/>
                  <a:gd name="T10" fmla="*/ 34 w 100"/>
                  <a:gd name="T11" fmla="*/ 132 h 140"/>
                  <a:gd name="T12" fmla="*/ 40 w 100"/>
                  <a:gd name="T13" fmla="*/ 132 h 140"/>
                  <a:gd name="T14" fmla="*/ 40 w 100"/>
                  <a:gd name="T15" fmla="*/ 126 h 140"/>
                  <a:gd name="T16" fmla="*/ 48 w 100"/>
                  <a:gd name="T17" fmla="*/ 128 h 140"/>
                  <a:gd name="T18" fmla="*/ 52 w 100"/>
                  <a:gd name="T19" fmla="*/ 140 h 140"/>
                  <a:gd name="T20" fmla="*/ 70 w 100"/>
                  <a:gd name="T21" fmla="*/ 130 h 140"/>
                  <a:gd name="T22" fmla="*/ 74 w 100"/>
                  <a:gd name="T23" fmla="*/ 114 h 140"/>
                  <a:gd name="T24" fmla="*/ 76 w 100"/>
                  <a:gd name="T25" fmla="*/ 100 h 140"/>
                  <a:gd name="T26" fmla="*/ 80 w 100"/>
                  <a:gd name="T27" fmla="*/ 84 h 140"/>
                  <a:gd name="T28" fmla="*/ 86 w 100"/>
                  <a:gd name="T29" fmla="*/ 74 h 140"/>
                  <a:gd name="T30" fmla="*/ 92 w 100"/>
                  <a:gd name="T31" fmla="*/ 56 h 140"/>
                  <a:gd name="T32" fmla="*/ 92 w 100"/>
                  <a:gd name="T33" fmla="*/ 36 h 140"/>
                  <a:gd name="T34" fmla="*/ 94 w 100"/>
                  <a:gd name="T35" fmla="*/ 20 h 140"/>
                  <a:gd name="T36" fmla="*/ 100 w 100"/>
                  <a:gd name="T37" fmla="*/ 0 h 140"/>
                  <a:gd name="T38" fmla="*/ 90 w 100"/>
                  <a:gd name="T39" fmla="*/ 4 h 140"/>
                  <a:gd name="T40" fmla="*/ 84 w 100"/>
                  <a:gd name="T41" fmla="*/ 2 h 140"/>
                  <a:gd name="T42" fmla="*/ 80 w 100"/>
                  <a:gd name="T43" fmla="*/ 8 h 140"/>
                  <a:gd name="T44" fmla="*/ 74 w 100"/>
                  <a:gd name="T45" fmla="*/ 12 h 140"/>
                  <a:gd name="T46" fmla="*/ 70 w 100"/>
                  <a:gd name="T47" fmla="*/ 20 h 140"/>
                  <a:gd name="T48" fmla="*/ 72 w 100"/>
                  <a:gd name="T49" fmla="*/ 26 h 140"/>
                  <a:gd name="T50" fmla="*/ 58 w 100"/>
                  <a:gd name="T51" fmla="*/ 24 h 140"/>
                  <a:gd name="T52" fmla="*/ 52 w 100"/>
                  <a:gd name="T53" fmla="*/ 22 h 140"/>
                  <a:gd name="T54" fmla="*/ 42 w 100"/>
                  <a:gd name="T55" fmla="*/ 20 h 140"/>
                  <a:gd name="T56" fmla="*/ 32 w 100"/>
                  <a:gd name="T57" fmla="*/ 30 h 140"/>
                  <a:gd name="T58" fmla="*/ 32 w 100"/>
                  <a:gd name="T59" fmla="*/ 36 h 140"/>
                  <a:gd name="T60" fmla="*/ 38 w 100"/>
                  <a:gd name="T61" fmla="*/ 34 h 140"/>
                  <a:gd name="T62" fmla="*/ 50 w 100"/>
                  <a:gd name="T63" fmla="*/ 36 h 140"/>
                  <a:gd name="T64" fmla="*/ 46 w 100"/>
                  <a:gd name="T65" fmla="*/ 46 h 140"/>
                  <a:gd name="T66" fmla="*/ 38 w 100"/>
                  <a:gd name="T67" fmla="*/ 48 h 140"/>
                  <a:gd name="T68" fmla="*/ 38 w 100"/>
                  <a:gd name="T69" fmla="*/ 58 h 140"/>
                  <a:gd name="T70" fmla="*/ 36 w 100"/>
                  <a:gd name="T71" fmla="*/ 60 h 140"/>
                  <a:gd name="T72" fmla="*/ 40 w 100"/>
                  <a:gd name="T73" fmla="*/ 62 h 140"/>
                  <a:gd name="T74" fmla="*/ 42 w 100"/>
                  <a:gd name="T75" fmla="*/ 70 h 140"/>
                  <a:gd name="T76" fmla="*/ 42 w 100"/>
                  <a:gd name="T77" fmla="*/ 78 h 140"/>
                  <a:gd name="T78" fmla="*/ 44 w 100"/>
                  <a:gd name="T79" fmla="*/ 84 h 140"/>
                  <a:gd name="T80" fmla="*/ 42 w 100"/>
                  <a:gd name="T81" fmla="*/ 88 h 140"/>
                  <a:gd name="T82" fmla="*/ 46 w 100"/>
                  <a:gd name="T83" fmla="*/ 96 h 140"/>
                  <a:gd name="T84" fmla="*/ 44 w 100"/>
                  <a:gd name="T85" fmla="*/ 104 h 140"/>
                  <a:gd name="T86" fmla="*/ 38 w 100"/>
                  <a:gd name="T87" fmla="*/ 98 h 140"/>
                  <a:gd name="T88" fmla="*/ 36 w 100"/>
                  <a:gd name="T89" fmla="*/ 96 h 140"/>
                  <a:gd name="T90" fmla="*/ 26 w 100"/>
                  <a:gd name="T91" fmla="*/ 98 h 140"/>
                  <a:gd name="T92" fmla="*/ 22 w 100"/>
                  <a:gd name="T93" fmla="*/ 94 h 140"/>
                  <a:gd name="T94" fmla="*/ 22 w 100"/>
                  <a:gd name="T95" fmla="*/ 98 h 140"/>
                  <a:gd name="T96" fmla="*/ 14 w 100"/>
                  <a:gd name="T97" fmla="*/ 98 h 140"/>
                  <a:gd name="T98" fmla="*/ 12 w 100"/>
                  <a:gd name="T99" fmla="*/ 102 h 140"/>
                  <a:gd name="T100" fmla="*/ 12 w 100"/>
                  <a:gd name="T101" fmla="*/ 106 h 140"/>
                  <a:gd name="T102" fmla="*/ 14 w 100"/>
                  <a:gd name="T103" fmla="*/ 116 h 140"/>
                  <a:gd name="T104" fmla="*/ 14 w 100"/>
                  <a:gd name="T105" fmla="*/ 122 h 140"/>
                  <a:gd name="T106" fmla="*/ 8 w 100"/>
                  <a:gd name="T107" fmla="*/ 120 h 140"/>
                  <a:gd name="T108" fmla="*/ 2 w 100"/>
                  <a:gd name="T109" fmla="*/ 120 h 140"/>
                  <a:gd name="T110" fmla="*/ 0 w 100"/>
                  <a:gd name="T111" fmla="*/ 128 h 140"/>
                  <a:gd name="T112" fmla="*/ 6 w 100"/>
                  <a:gd name="T113" fmla="*/ 134 h 140"/>
                  <a:gd name="T114" fmla="*/ 8 w 100"/>
                  <a:gd name="T115" fmla="*/ 13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0" h="140">
                    <a:moveTo>
                      <a:pt x="12" y="138"/>
                    </a:moveTo>
                    <a:lnTo>
                      <a:pt x="12" y="138"/>
                    </a:lnTo>
                    <a:lnTo>
                      <a:pt x="12" y="136"/>
                    </a:lnTo>
                    <a:lnTo>
                      <a:pt x="16" y="136"/>
                    </a:lnTo>
                    <a:lnTo>
                      <a:pt x="16" y="136"/>
                    </a:lnTo>
                    <a:lnTo>
                      <a:pt x="20" y="136"/>
                    </a:lnTo>
                    <a:lnTo>
                      <a:pt x="18" y="134"/>
                    </a:lnTo>
                    <a:lnTo>
                      <a:pt x="20" y="132"/>
                    </a:lnTo>
                    <a:lnTo>
                      <a:pt x="20" y="132"/>
                    </a:lnTo>
                    <a:lnTo>
                      <a:pt x="22" y="132"/>
                    </a:lnTo>
                    <a:lnTo>
                      <a:pt x="24" y="132"/>
                    </a:lnTo>
                    <a:lnTo>
                      <a:pt x="26" y="134"/>
                    </a:lnTo>
                    <a:lnTo>
                      <a:pt x="26" y="134"/>
                    </a:lnTo>
                    <a:lnTo>
                      <a:pt x="28" y="134"/>
                    </a:lnTo>
                    <a:lnTo>
                      <a:pt x="30" y="134"/>
                    </a:lnTo>
                    <a:lnTo>
                      <a:pt x="30" y="134"/>
                    </a:lnTo>
                    <a:lnTo>
                      <a:pt x="32" y="132"/>
                    </a:lnTo>
                    <a:lnTo>
                      <a:pt x="34" y="132"/>
                    </a:lnTo>
                    <a:lnTo>
                      <a:pt x="38" y="134"/>
                    </a:lnTo>
                    <a:lnTo>
                      <a:pt x="38" y="134"/>
                    </a:lnTo>
                    <a:lnTo>
                      <a:pt x="40" y="132"/>
                    </a:lnTo>
                    <a:lnTo>
                      <a:pt x="40" y="130"/>
                    </a:lnTo>
                    <a:lnTo>
                      <a:pt x="40" y="126"/>
                    </a:lnTo>
                    <a:lnTo>
                      <a:pt x="40" y="126"/>
                    </a:lnTo>
                    <a:lnTo>
                      <a:pt x="44" y="128"/>
                    </a:lnTo>
                    <a:lnTo>
                      <a:pt x="44" y="128"/>
                    </a:lnTo>
                    <a:lnTo>
                      <a:pt x="48" y="128"/>
                    </a:lnTo>
                    <a:lnTo>
                      <a:pt x="50" y="126"/>
                    </a:lnTo>
                    <a:lnTo>
                      <a:pt x="50" y="136"/>
                    </a:lnTo>
                    <a:lnTo>
                      <a:pt x="52" y="140"/>
                    </a:lnTo>
                    <a:lnTo>
                      <a:pt x="56" y="138"/>
                    </a:lnTo>
                    <a:lnTo>
                      <a:pt x="64" y="136"/>
                    </a:lnTo>
                    <a:lnTo>
                      <a:pt x="70" y="130"/>
                    </a:lnTo>
                    <a:lnTo>
                      <a:pt x="70" y="126"/>
                    </a:lnTo>
                    <a:lnTo>
                      <a:pt x="74" y="120"/>
                    </a:lnTo>
                    <a:lnTo>
                      <a:pt x="74" y="114"/>
                    </a:lnTo>
                    <a:lnTo>
                      <a:pt x="76" y="110"/>
                    </a:lnTo>
                    <a:lnTo>
                      <a:pt x="76" y="106"/>
                    </a:lnTo>
                    <a:lnTo>
                      <a:pt x="76" y="100"/>
                    </a:lnTo>
                    <a:lnTo>
                      <a:pt x="78" y="96"/>
                    </a:lnTo>
                    <a:lnTo>
                      <a:pt x="80" y="90"/>
                    </a:lnTo>
                    <a:lnTo>
                      <a:pt x="80" y="84"/>
                    </a:lnTo>
                    <a:lnTo>
                      <a:pt x="84" y="80"/>
                    </a:lnTo>
                    <a:lnTo>
                      <a:pt x="84" y="82"/>
                    </a:lnTo>
                    <a:lnTo>
                      <a:pt x="86" y="74"/>
                    </a:lnTo>
                    <a:lnTo>
                      <a:pt x="86" y="68"/>
                    </a:lnTo>
                    <a:lnTo>
                      <a:pt x="90" y="62"/>
                    </a:lnTo>
                    <a:lnTo>
                      <a:pt x="92" y="56"/>
                    </a:lnTo>
                    <a:lnTo>
                      <a:pt x="92" y="48"/>
                    </a:lnTo>
                    <a:lnTo>
                      <a:pt x="92" y="42"/>
                    </a:lnTo>
                    <a:lnTo>
                      <a:pt x="92" y="36"/>
                    </a:lnTo>
                    <a:lnTo>
                      <a:pt x="92" y="30"/>
                    </a:lnTo>
                    <a:lnTo>
                      <a:pt x="94" y="24"/>
                    </a:lnTo>
                    <a:lnTo>
                      <a:pt x="94" y="20"/>
                    </a:lnTo>
                    <a:lnTo>
                      <a:pt x="98" y="16"/>
                    </a:lnTo>
                    <a:lnTo>
                      <a:pt x="100" y="10"/>
                    </a:lnTo>
                    <a:lnTo>
                      <a:pt x="100" y="0"/>
                    </a:lnTo>
                    <a:lnTo>
                      <a:pt x="100" y="0"/>
                    </a:lnTo>
                    <a:lnTo>
                      <a:pt x="90" y="4"/>
                    </a:lnTo>
                    <a:lnTo>
                      <a:pt x="90" y="4"/>
                    </a:lnTo>
                    <a:lnTo>
                      <a:pt x="88" y="4"/>
                    </a:lnTo>
                    <a:lnTo>
                      <a:pt x="84" y="2"/>
                    </a:lnTo>
                    <a:lnTo>
                      <a:pt x="84" y="2"/>
                    </a:lnTo>
                    <a:lnTo>
                      <a:pt x="80" y="4"/>
                    </a:lnTo>
                    <a:lnTo>
                      <a:pt x="80" y="8"/>
                    </a:lnTo>
                    <a:lnTo>
                      <a:pt x="80" y="8"/>
                    </a:lnTo>
                    <a:lnTo>
                      <a:pt x="78" y="10"/>
                    </a:lnTo>
                    <a:lnTo>
                      <a:pt x="76" y="12"/>
                    </a:lnTo>
                    <a:lnTo>
                      <a:pt x="74" y="12"/>
                    </a:lnTo>
                    <a:lnTo>
                      <a:pt x="74" y="12"/>
                    </a:lnTo>
                    <a:lnTo>
                      <a:pt x="72" y="14"/>
                    </a:lnTo>
                    <a:lnTo>
                      <a:pt x="70" y="20"/>
                    </a:lnTo>
                    <a:lnTo>
                      <a:pt x="70" y="20"/>
                    </a:lnTo>
                    <a:lnTo>
                      <a:pt x="72" y="26"/>
                    </a:lnTo>
                    <a:lnTo>
                      <a:pt x="72" y="26"/>
                    </a:lnTo>
                    <a:lnTo>
                      <a:pt x="66" y="24"/>
                    </a:lnTo>
                    <a:lnTo>
                      <a:pt x="66" y="24"/>
                    </a:lnTo>
                    <a:lnTo>
                      <a:pt x="58" y="24"/>
                    </a:lnTo>
                    <a:lnTo>
                      <a:pt x="58" y="24"/>
                    </a:lnTo>
                    <a:lnTo>
                      <a:pt x="54" y="24"/>
                    </a:lnTo>
                    <a:lnTo>
                      <a:pt x="52" y="22"/>
                    </a:lnTo>
                    <a:lnTo>
                      <a:pt x="52" y="22"/>
                    </a:lnTo>
                    <a:lnTo>
                      <a:pt x="48" y="20"/>
                    </a:lnTo>
                    <a:lnTo>
                      <a:pt x="42" y="20"/>
                    </a:lnTo>
                    <a:lnTo>
                      <a:pt x="32" y="20"/>
                    </a:lnTo>
                    <a:lnTo>
                      <a:pt x="32" y="20"/>
                    </a:lnTo>
                    <a:lnTo>
                      <a:pt x="32" y="30"/>
                    </a:lnTo>
                    <a:lnTo>
                      <a:pt x="32" y="30"/>
                    </a:lnTo>
                    <a:lnTo>
                      <a:pt x="32" y="34"/>
                    </a:lnTo>
                    <a:lnTo>
                      <a:pt x="32" y="36"/>
                    </a:lnTo>
                    <a:lnTo>
                      <a:pt x="34" y="36"/>
                    </a:lnTo>
                    <a:lnTo>
                      <a:pt x="34" y="36"/>
                    </a:lnTo>
                    <a:lnTo>
                      <a:pt x="38" y="34"/>
                    </a:lnTo>
                    <a:lnTo>
                      <a:pt x="42" y="34"/>
                    </a:lnTo>
                    <a:lnTo>
                      <a:pt x="42" y="34"/>
                    </a:lnTo>
                    <a:lnTo>
                      <a:pt x="50" y="36"/>
                    </a:lnTo>
                    <a:lnTo>
                      <a:pt x="48" y="46"/>
                    </a:lnTo>
                    <a:lnTo>
                      <a:pt x="48" y="46"/>
                    </a:lnTo>
                    <a:lnTo>
                      <a:pt x="46" y="46"/>
                    </a:lnTo>
                    <a:lnTo>
                      <a:pt x="42" y="46"/>
                    </a:lnTo>
                    <a:lnTo>
                      <a:pt x="42" y="46"/>
                    </a:lnTo>
                    <a:lnTo>
                      <a:pt x="38" y="48"/>
                    </a:lnTo>
                    <a:lnTo>
                      <a:pt x="36" y="52"/>
                    </a:lnTo>
                    <a:lnTo>
                      <a:pt x="36" y="52"/>
                    </a:lnTo>
                    <a:lnTo>
                      <a:pt x="38" y="58"/>
                    </a:lnTo>
                    <a:lnTo>
                      <a:pt x="38" y="58"/>
                    </a:lnTo>
                    <a:lnTo>
                      <a:pt x="36" y="58"/>
                    </a:lnTo>
                    <a:lnTo>
                      <a:pt x="36" y="60"/>
                    </a:lnTo>
                    <a:lnTo>
                      <a:pt x="36" y="60"/>
                    </a:lnTo>
                    <a:lnTo>
                      <a:pt x="36" y="60"/>
                    </a:lnTo>
                    <a:lnTo>
                      <a:pt x="40" y="62"/>
                    </a:lnTo>
                    <a:lnTo>
                      <a:pt x="42" y="66"/>
                    </a:lnTo>
                    <a:lnTo>
                      <a:pt x="42" y="66"/>
                    </a:lnTo>
                    <a:lnTo>
                      <a:pt x="42" y="70"/>
                    </a:lnTo>
                    <a:lnTo>
                      <a:pt x="42" y="74"/>
                    </a:lnTo>
                    <a:lnTo>
                      <a:pt x="42" y="74"/>
                    </a:lnTo>
                    <a:lnTo>
                      <a:pt x="42" y="78"/>
                    </a:lnTo>
                    <a:lnTo>
                      <a:pt x="44" y="80"/>
                    </a:lnTo>
                    <a:lnTo>
                      <a:pt x="44" y="80"/>
                    </a:lnTo>
                    <a:lnTo>
                      <a:pt x="44" y="84"/>
                    </a:lnTo>
                    <a:lnTo>
                      <a:pt x="42" y="86"/>
                    </a:lnTo>
                    <a:lnTo>
                      <a:pt x="42" y="86"/>
                    </a:lnTo>
                    <a:lnTo>
                      <a:pt x="42" y="88"/>
                    </a:lnTo>
                    <a:lnTo>
                      <a:pt x="42" y="88"/>
                    </a:lnTo>
                    <a:lnTo>
                      <a:pt x="46" y="90"/>
                    </a:lnTo>
                    <a:lnTo>
                      <a:pt x="46" y="96"/>
                    </a:lnTo>
                    <a:lnTo>
                      <a:pt x="46" y="96"/>
                    </a:lnTo>
                    <a:lnTo>
                      <a:pt x="44" y="102"/>
                    </a:lnTo>
                    <a:lnTo>
                      <a:pt x="44" y="104"/>
                    </a:lnTo>
                    <a:lnTo>
                      <a:pt x="42" y="102"/>
                    </a:lnTo>
                    <a:lnTo>
                      <a:pt x="42" y="102"/>
                    </a:lnTo>
                    <a:lnTo>
                      <a:pt x="38" y="98"/>
                    </a:lnTo>
                    <a:lnTo>
                      <a:pt x="38" y="96"/>
                    </a:lnTo>
                    <a:lnTo>
                      <a:pt x="36" y="96"/>
                    </a:lnTo>
                    <a:lnTo>
                      <a:pt x="36" y="96"/>
                    </a:lnTo>
                    <a:lnTo>
                      <a:pt x="30" y="96"/>
                    </a:lnTo>
                    <a:lnTo>
                      <a:pt x="26" y="98"/>
                    </a:lnTo>
                    <a:lnTo>
                      <a:pt x="26" y="98"/>
                    </a:lnTo>
                    <a:lnTo>
                      <a:pt x="26" y="96"/>
                    </a:lnTo>
                    <a:lnTo>
                      <a:pt x="22" y="94"/>
                    </a:lnTo>
                    <a:lnTo>
                      <a:pt x="22" y="94"/>
                    </a:lnTo>
                    <a:lnTo>
                      <a:pt x="20" y="94"/>
                    </a:lnTo>
                    <a:lnTo>
                      <a:pt x="20" y="94"/>
                    </a:lnTo>
                    <a:lnTo>
                      <a:pt x="22" y="98"/>
                    </a:lnTo>
                    <a:lnTo>
                      <a:pt x="20" y="98"/>
                    </a:lnTo>
                    <a:lnTo>
                      <a:pt x="20" y="98"/>
                    </a:lnTo>
                    <a:lnTo>
                      <a:pt x="14" y="98"/>
                    </a:lnTo>
                    <a:lnTo>
                      <a:pt x="12" y="98"/>
                    </a:lnTo>
                    <a:lnTo>
                      <a:pt x="12" y="102"/>
                    </a:lnTo>
                    <a:lnTo>
                      <a:pt x="12" y="102"/>
                    </a:lnTo>
                    <a:lnTo>
                      <a:pt x="14" y="104"/>
                    </a:lnTo>
                    <a:lnTo>
                      <a:pt x="12" y="106"/>
                    </a:lnTo>
                    <a:lnTo>
                      <a:pt x="12" y="106"/>
                    </a:lnTo>
                    <a:lnTo>
                      <a:pt x="12" y="108"/>
                    </a:lnTo>
                    <a:lnTo>
                      <a:pt x="12" y="110"/>
                    </a:lnTo>
                    <a:lnTo>
                      <a:pt x="14" y="116"/>
                    </a:lnTo>
                    <a:lnTo>
                      <a:pt x="14" y="116"/>
                    </a:lnTo>
                    <a:lnTo>
                      <a:pt x="16" y="120"/>
                    </a:lnTo>
                    <a:lnTo>
                      <a:pt x="14" y="122"/>
                    </a:lnTo>
                    <a:lnTo>
                      <a:pt x="12" y="122"/>
                    </a:lnTo>
                    <a:lnTo>
                      <a:pt x="12" y="122"/>
                    </a:lnTo>
                    <a:lnTo>
                      <a:pt x="8" y="120"/>
                    </a:lnTo>
                    <a:lnTo>
                      <a:pt x="4" y="118"/>
                    </a:lnTo>
                    <a:lnTo>
                      <a:pt x="4" y="118"/>
                    </a:lnTo>
                    <a:lnTo>
                      <a:pt x="2" y="120"/>
                    </a:lnTo>
                    <a:lnTo>
                      <a:pt x="0" y="124"/>
                    </a:lnTo>
                    <a:lnTo>
                      <a:pt x="0" y="128"/>
                    </a:lnTo>
                    <a:lnTo>
                      <a:pt x="0" y="128"/>
                    </a:lnTo>
                    <a:lnTo>
                      <a:pt x="2" y="130"/>
                    </a:lnTo>
                    <a:lnTo>
                      <a:pt x="6" y="132"/>
                    </a:lnTo>
                    <a:lnTo>
                      <a:pt x="6" y="134"/>
                    </a:lnTo>
                    <a:lnTo>
                      <a:pt x="8" y="134"/>
                    </a:lnTo>
                    <a:lnTo>
                      <a:pt x="8" y="134"/>
                    </a:lnTo>
                    <a:lnTo>
                      <a:pt x="8" y="138"/>
                    </a:lnTo>
                    <a:lnTo>
                      <a:pt x="12" y="13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4" name="Freeform 216">
                <a:extLst>
                  <a:ext uri="{FF2B5EF4-FFF2-40B4-BE49-F238E27FC236}">
                    <a16:creationId xmlns:a16="http://schemas.microsoft.com/office/drawing/2014/main" id="{D536A1B1-3DEF-7544-B9CD-FA8CB70A24C5}"/>
                  </a:ext>
                </a:extLst>
              </p:cNvPr>
              <p:cNvSpPr>
                <a:spLocks noEditPoints="1"/>
              </p:cNvSpPr>
              <p:nvPr/>
            </p:nvSpPr>
            <p:spPr bwMode="auto">
              <a:xfrm>
                <a:off x="6258419" y="3582693"/>
                <a:ext cx="278155" cy="548645"/>
              </a:xfrm>
              <a:custGeom>
                <a:avLst/>
                <a:gdLst>
                  <a:gd name="T0" fmla="*/ 18 w 142"/>
                  <a:gd name="T1" fmla="*/ 182 h 274"/>
                  <a:gd name="T2" fmla="*/ 18 w 142"/>
                  <a:gd name="T3" fmla="*/ 188 h 274"/>
                  <a:gd name="T4" fmla="*/ 22 w 142"/>
                  <a:gd name="T5" fmla="*/ 194 h 274"/>
                  <a:gd name="T6" fmla="*/ 22 w 142"/>
                  <a:gd name="T7" fmla="*/ 202 h 274"/>
                  <a:gd name="T8" fmla="*/ 18 w 142"/>
                  <a:gd name="T9" fmla="*/ 208 h 274"/>
                  <a:gd name="T10" fmla="*/ 22 w 142"/>
                  <a:gd name="T11" fmla="*/ 218 h 274"/>
                  <a:gd name="T12" fmla="*/ 24 w 142"/>
                  <a:gd name="T13" fmla="*/ 226 h 274"/>
                  <a:gd name="T14" fmla="*/ 24 w 142"/>
                  <a:gd name="T15" fmla="*/ 232 h 274"/>
                  <a:gd name="T16" fmla="*/ 12 w 142"/>
                  <a:gd name="T17" fmla="*/ 232 h 274"/>
                  <a:gd name="T18" fmla="*/ 6 w 142"/>
                  <a:gd name="T19" fmla="*/ 238 h 274"/>
                  <a:gd name="T20" fmla="*/ 6 w 142"/>
                  <a:gd name="T21" fmla="*/ 242 h 274"/>
                  <a:gd name="T22" fmla="*/ 18 w 142"/>
                  <a:gd name="T23" fmla="*/ 260 h 274"/>
                  <a:gd name="T24" fmla="*/ 22 w 142"/>
                  <a:gd name="T25" fmla="*/ 274 h 274"/>
                  <a:gd name="T26" fmla="*/ 32 w 142"/>
                  <a:gd name="T27" fmla="*/ 268 h 274"/>
                  <a:gd name="T28" fmla="*/ 38 w 142"/>
                  <a:gd name="T29" fmla="*/ 270 h 274"/>
                  <a:gd name="T30" fmla="*/ 60 w 142"/>
                  <a:gd name="T31" fmla="*/ 266 h 274"/>
                  <a:gd name="T32" fmla="*/ 70 w 142"/>
                  <a:gd name="T33" fmla="*/ 256 h 274"/>
                  <a:gd name="T34" fmla="*/ 74 w 142"/>
                  <a:gd name="T35" fmla="*/ 254 h 274"/>
                  <a:gd name="T36" fmla="*/ 72 w 142"/>
                  <a:gd name="T37" fmla="*/ 246 h 274"/>
                  <a:gd name="T38" fmla="*/ 78 w 142"/>
                  <a:gd name="T39" fmla="*/ 242 h 274"/>
                  <a:gd name="T40" fmla="*/ 86 w 142"/>
                  <a:gd name="T41" fmla="*/ 240 h 274"/>
                  <a:gd name="T42" fmla="*/ 94 w 142"/>
                  <a:gd name="T43" fmla="*/ 236 h 274"/>
                  <a:gd name="T44" fmla="*/ 100 w 142"/>
                  <a:gd name="T45" fmla="*/ 230 h 274"/>
                  <a:gd name="T46" fmla="*/ 108 w 142"/>
                  <a:gd name="T47" fmla="*/ 226 h 274"/>
                  <a:gd name="T48" fmla="*/ 112 w 142"/>
                  <a:gd name="T49" fmla="*/ 220 h 274"/>
                  <a:gd name="T50" fmla="*/ 118 w 142"/>
                  <a:gd name="T51" fmla="*/ 216 h 274"/>
                  <a:gd name="T52" fmla="*/ 118 w 142"/>
                  <a:gd name="T53" fmla="*/ 210 h 274"/>
                  <a:gd name="T54" fmla="*/ 116 w 142"/>
                  <a:gd name="T55" fmla="*/ 204 h 274"/>
                  <a:gd name="T56" fmla="*/ 116 w 142"/>
                  <a:gd name="T57" fmla="*/ 198 h 274"/>
                  <a:gd name="T58" fmla="*/ 114 w 142"/>
                  <a:gd name="T59" fmla="*/ 192 h 274"/>
                  <a:gd name="T60" fmla="*/ 118 w 142"/>
                  <a:gd name="T61" fmla="*/ 186 h 274"/>
                  <a:gd name="T62" fmla="*/ 112 w 142"/>
                  <a:gd name="T63" fmla="*/ 182 h 274"/>
                  <a:gd name="T64" fmla="*/ 106 w 142"/>
                  <a:gd name="T65" fmla="*/ 184 h 274"/>
                  <a:gd name="T66" fmla="*/ 106 w 142"/>
                  <a:gd name="T67" fmla="*/ 178 h 274"/>
                  <a:gd name="T68" fmla="*/ 110 w 142"/>
                  <a:gd name="T69" fmla="*/ 174 h 274"/>
                  <a:gd name="T70" fmla="*/ 112 w 142"/>
                  <a:gd name="T71" fmla="*/ 168 h 274"/>
                  <a:gd name="T72" fmla="*/ 116 w 142"/>
                  <a:gd name="T73" fmla="*/ 160 h 274"/>
                  <a:gd name="T74" fmla="*/ 118 w 142"/>
                  <a:gd name="T75" fmla="*/ 152 h 274"/>
                  <a:gd name="T76" fmla="*/ 122 w 142"/>
                  <a:gd name="T77" fmla="*/ 146 h 274"/>
                  <a:gd name="T78" fmla="*/ 122 w 142"/>
                  <a:gd name="T79" fmla="*/ 140 h 274"/>
                  <a:gd name="T80" fmla="*/ 126 w 142"/>
                  <a:gd name="T81" fmla="*/ 134 h 274"/>
                  <a:gd name="T82" fmla="*/ 132 w 142"/>
                  <a:gd name="T83" fmla="*/ 132 h 274"/>
                  <a:gd name="T84" fmla="*/ 142 w 142"/>
                  <a:gd name="T85" fmla="*/ 132 h 274"/>
                  <a:gd name="T86" fmla="*/ 12 w 142"/>
                  <a:gd name="T87" fmla="*/ 10 h 274"/>
                  <a:gd name="T88" fmla="*/ 24 w 142"/>
                  <a:gd name="T89" fmla="*/ 50 h 274"/>
                  <a:gd name="T90" fmla="*/ 26 w 142"/>
                  <a:gd name="T91" fmla="*/ 58 h 274"/>
                  <a:gd name="T92" fmla="*/ 22 w 142"/>
                  <a:gd name="T93" fmla="*/ 72 h 274"/>
                  <a:gd name="T94" fmla="*/ 0 w 142"/>
                  <a:gd name="T95" fmla="*/ 146 h 274"/>
                  <a:gd name="T96" fmla="*/ 2 w 142"/>
                  <a:gd name="T97" fmla="*/ 160 h 274"/>
                  <a:gd name="T98" fmla="*/ 6 w 142"/>
                  <a:gd name="T99" fmla="*/ 160 h 274"/>
                  <a:gd name="T100" fmla="*/ 14 w 142"/>
                  <a:gd name="T101" fmla="*/ 168 h 274"/>
                  <a:gd name="T102" fmla="*/ 24 w 142"/>
                  <a:gd name="T103" fmla="*/ 168 h 274"/>
                  <a:gd name="T104" fmla="*/ 24 w 142"/>
                  <a:gd name="T105" fmla="*/ 174 h 274"/>
                  <a:gd name="T106" fmla="*/ 20 w 142"/>
                  <a:gd name="T107" fmla="*/ 172 h 274"/>
                  <a:gd name="T108" fmla="*/ 10 w 142"/>
                  <a:gd name="T109" fmla="*/ 174 h 274"/>
                  <a:gd name="T110" fmla="*/ 2 w 142"/>
                  <a:gd name="T111" fmla="*/ 16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2" h="274">
                    <a:moveTo>
                      <a:pt x="8" y="174"/>
                    </a:moveTo>
                    <a:lnTo>
                      <a:pt x="8" y="174"/>
                    </a:lnTo>
                    <a:lnTo>
                      <a:pt x="18" y="182"/>
                    </a:lnTo>
                    <a:lnTo>
                      <a:pt x="18" y="182"/>
                    </a:lnTo>
                    <a:lnTo>
                      <a:pt x="18" y="186"/>
                    </a:lnTo>
                    <a:lnTo>
                      <a:pt x="18" y="188"/>
                    </a:lnTo>
                    <a:lnTo>
                      <a:pt x="18" y="190"/>
                    </a:lnTo>
                    <a:lnTo>
                      <a:pt x="18" y="190"/>
                    </a:lnTo>
                    <a:lnTo>
                      <a:pt x="22" y="194"/>
                    </a:lnTo>
                    <a:lnTo>
                      <a:pt x="22" y="198"/>
                    </a:lnTo>
                    <a:lnTo>
                      <a:pt x="22" y="198"/>
                    </a:lnTo>
                    <a:lnTo>
                      <a:pt x="22" y="202"/>
                    </a:lnTo>
                    <a:lnTo>
                      <a:pt x="22" y="202"/>
                    </a:lnTo>
                    <a:lnTo>
                      <a:pt x="20" y="204"/>
                    </a:lnTo>
                    <a:lnTo>
                      <a:pt x="18" y="208"/>
                    </a:lnTo>
                    <a:lnTo>
                      <a:pt x="18" y="208"/>
                    </a:lnTo>
                    <a:lnTo>
                      <a:pt x="20" y="214"/>
                    </a:lnTo>
                    <a:lnTo>
                      <a:pt x="22" y="218"/>
                    </a:lnTo>
                    <a:lnTo>
                      <a:pt x="22" y="218"/>
                    </a:lnTo>
                    <a:lnTo>
                      <a:pt x="22" y="222"/>
                    </a:lnTo>
                    <a:lnTo>
                      <a:pt x="24" y="226"/>
                    </a:lnTo>
                    <a:lnTo>
                      <a:pt x="24" y="226"/>
                    </a:lnTo>
                    <a:lnTo>
                      <a:pt x="24" y="230"/>
                    </a:lnTo>
                    <a:lnTo>
                      <a:pt x="24" y="232"/>
                    </a:lnTo>
                    <a:lnTo>
                      <a:pt x="24" y="232"/>
                    </a:lnTo>
                    <a:lnTo>
                      <a:pt x="18" y="232"/>
                    </a:lnTo>
                    <a:lnTo>
                      <a:pt x="12" y="232"/>
                    </a:lnTo>
                    <a:lnTo>
                      <a:pt x="8" y="234"/>
                    </a:lnTo>
                    <a:lnTo>
                      <a:pt x="8" y="234"/>
                    </a:lnTo>
                    <a:lnTo>
                      <a:pt x="6" y="238"/>
                    </a:lnTo>
                    <a:lnTo>
                      <a:pt x="6" y="240"/>
                    </a:lnTo>
                    <a:lnTo>
                      <a:pt x="6" y="242"/>
                    </a:lnTo>
                    <a:lnTo>
                      <a:pt x="6" y="242"/>
                    </a:lnTo>
                    <a:lnTo>
                      <a:pt x="16" y="254"/>
                    </a:lnTo>
                    <a:lnTo>
                      <a:pt x="16" y="254"/>
                    </a:lnTo>
                    <a:lnTo>
                      <a:pt x="18" y="260"/>
                    </a:lnTo>
                    <a:lnTo>
                      <a:pt x="20" y="266"/>
                    </a:lnTo>
                    <a:lnTo>
                      <a:pt x="16" y="274"/>
                    </a:lnTo>
                    <a:lnTo>
                      <a:pt x="22" y="274"/>
                    </a:lnTo>
                    <a:lnTo>
                      <a:pt x="28" y="274"/>
                    </a:lnTo>
                    <a:lnTo>
                      <a:pt x="32" y="268"/>
                    </a:lnTo>
                    <a:lnTo>
                      <a:pt x="32" y="268"/>
                    </a:lnTo>
                    <a:lnTo>
                      <a:pt x="34" y="270"/>
                    </a:lnTo>
                    <a:lnTo>
                      <a:pt x="38" y="270"/>
                    </a:lnTo>
                    <a:lnTo>
                      <a:pt x="38" y="270"/>
                    </a:lnTo>
                    <a:lnTo>
                      <a:pt x="54" y="268"/>
                    </a:lnTo>
                    <a:lnTo>
                      <a:pt x="54" y="268"/>
                    </a:lnTo>
                    <a:lnTo>
                      <a:pt x="60" y="266"/>
                    </a:lnTo>
                    <a:lnTo>
                      <a:pt x="64" y="260"/>
                    </a:lnTo>
                    <a:lnTo>
                      <a:pt x="64" y="260"/>
                    </a:lnTo>
                    <a:lnTo>
                      <a:pt x="70" y="256"/>
                    </a:lnTo>
                    <a:lnTo>
                      <a:pt x="74" y="254"/>
                    </a:lnTo>
                    <a:lnTo>
                      <a:pt x="74" y="254"/>
                    </a:lnTo>
                    <a:lnTo>
                      <a:pt x="74" y="254"/>
                    </a:lnTo>
                    <a:lnTo>
                      <a:pt x="72" y="252"/>
                    </a:lnTo>
                    <a:lnTo>
                      <a:pt x="70" y="250"/>
                    </a:lnTo>
                    <a:lnTo>
                      <a:pt x="72" y="246"/>
                    </a:lnTo>
                    <a:lnTo>
                      <a:pt x="72" y="246"/>
                    </a:lnTo>
                    <a:lnTo>
                      <a:pt x="74" y="244"/>
                    </a:lnTo>
                    <a:lnTo>
                      <a:pt x="78" y="242"/>
                    </a:lnTo>
                    <a:lnTo>
                      <a:pt x="84" y="242"/>
                    </a:lnTo>
                    <a:lnTo>
                      <a:pt x="86" y="240"/>
                    </a:lnTo>
                    <a:lnTo>
                      <a:pt x="86" y="240"/>
                    </a:lnTo>
                    <a:lnTo>
                      <a:pt x="90" y="238"/>
                    </a:lnTo>
                    <a:lnTo>
                      <a:pt x="94" y="236"/>
                    </a:lnTo>
                    <a:lnTo>
                      <a:pt x="94" y="236"/>
                    </a:lnTo>
                    <a:lnTo>
                      <a:pt x="96" y="236"/>
                    </a:lnTo>
                    <a:lnTo>
                      <a:pt x="98" y="234"/>
                    </a:lnTo>
                    <a:lnTo>
                      <a:pt x="100" y="230"/>
                    </a:lnTo>
                    <a:lnTo>
                      <a:pt x="100" y="230"/>
                    </a:lnTo>
                    <a:lnTo>
                      <a:pt x="108" y="226"/>
                    </a:lnTo>
                    <a:lnTo>
                      <a:pt x="108" y="226"/>
                    </a:lnTo>
                    <a:lnTo>
                      <a:pt x="110" y="224"/>
                    </a:lnTo>
                    <a:lnTo>
                      <a:pt x="112" y="220"/>
                    </a:lnTo>
                    <a:lnTo>
                      <a:pt x="112" y="220"/>
                    </a:lnTo>
                    <a:lnTo>
                      <a:pt x="114" y="218"/>
                    </a:lnTo>
                    <a:lnTo>
                      <a:pt x="116" y="216"/>
                    </a:lnTo>
                    <a:lnTo>
                      <a:pt x="118" y="216"/>
                    </a:lnTo>
                    <a:lnTo>
                      <a:pt x="118" y="216"/>
                    </a:lnTo>
                    <a:lnTo>
                      <a:pt x="118" y="214"/>
                    </a:lnTo>
                    <a:lnTo>
                      <a:pt x="118" y="210"/>
                    </a:lnTo>
                    <a:lnTo>
                      <a:pt x="118" y="210"/>
                    </a:lnTo>
                    <a:lnTo>
                      <a:pt x="114" y="206"/>
                    </a:lnTo>
                    <a:lnTo>
                      <a:pt x="116" y="204"/>
                    </a:lnTo>
                    <a:lnTo>
                      <a:pt x="116" y="204"/>
                    </a:lnTo>
                    <a:lnTo>
                      <a:pt x="116" y="198"/>
                    </a:lnTo>
                    <a:lnTo>
                      <a:pt x="116" y="198"/>
                    </a:lnTo>
                    <a:lnTo>
                      <a:pt x="114" y="194"/>
                    </a:lnTo>
                    <a:lnTo>
                      <a:pt x="114" y="194"/>
                    </a:lnTo>
                    <a:lnTo>
                      <a:pt x="114" y="192"/>
                    </a:lnTo>
                    <a:lnTo>
                      <a:pt x="116" y="190"/>
                    </a:lnTo>
                    <a:lnTo>
                      <a:pt x="118" y="188"/>
                    </a:lnTo>
                    <a:lnTo>
                      <a:pt x="118" y="186"/>
                    </a:lnTo>
                    <a:lnTo>
                      <a:pt x="118" y="186"/>
                    </a:lnTo>
                    <a:lnTo>
                      <a:pt x="114" y="184"/>
                    </a:lnTo>
                    <a:lnTo>
                      <a:pt x="112" y="182"/>
                    </a:lnTo>
                    <a:lnTo>
                      <a:pt x="112" y="182"/>
                    </a:lnTo>
                    <a:lnTo>
                      <a:pt x="108" y="184"/>
                    </a:lnTo>
                    <a:lnTo>
                      <a:pt x="106" y="184"/>
                    </a:lnTo>
                    <a:lnTo>
                      <a:pt x="106" y="182"/>
                    </a:lnTo>
                    <a:lnTo>
                      <a:pt x="106" y="182"/>
                    </a:lnTo>
                    <a:lnTo>
                      <a:pt x="106" y="178"/>
                    </a:lnTo>
                    <a:lnTo>
                      <a:pt x="106" y="176"/>
                    </a:lnTo>
                    <a:lnTo>
                      <a:pt x="106" y="176"/>
                    </a:lnTo>
                    <a:lnTo>
                      <a:pt x="110" y="174"/>
                    </a:lnTo>
                    <a:lnTo>
                      <a:pt x="110" y="170"/>
                    </a:lnTo>
                    <a:lnTo>
                      <a:pt x="110" y="170"/>
                    </a:lnTo>
                    <a:lnTo>
                      <a:pt x="112" y="168"/>
                    </a:lnTo>
                    <a:lnTo>
                      <a:pt x="114" y="166"/>
                    </a:lnTo>
                    <a:lnTo>
                      <a:pt x="114" y="166"/>
                    </a:lnTo>
                    <a:lnTo>
                      <a:pt x="116" y="160"/>
                    </a:lnTo>
                    <a:lnTo>
                      <a:pt x="118" y="156"/>
                    </a:lnTo>
                    <a:lnTo>
                      <a:pt x="118" y="156"/>
                    </a:lnTo>
                    <a:lnTo>
                      <a:pt x="118" y="152"/>
                    </a:lnTo>
                    <a:lnTo>
                      <a:pt x="120" y="150"/>
                    </a:lnTo>
                    <a:lnTo>
                      <a:pt x="120" y="150"/>
                    </a:lnTo>
                    <a:lnTo>
                      <a:pt x="122" y="146"/>
                    </a:lnTo>
                    <a:lnTo>
                      <a:pt x="122" y="142"/>
                    </a:lnTo>
                    <a:lnTo>
                      <a:pt x="122" y="142"/>
                    </a:lnTo>
                    <a:lnTo>
                      <a:pt x="122" y="140"/>
                    </a:lnTo>
                    <a:lnTo>
                      <a:pt x="122" y="138"/>
                    </a:lnTo>
                    <a:lnTo>
                      <a:pt x="126" y="134"/>
                    </a:lnTo>
                    <a:lnTo>
                      <a:pt x="126" y="134"/>
                    </a:lnTo>
                    <a:lnTo>
                      <a:pt x="126" y="132"/>
                    </a:lnTo>
                    <a:lnTo>
                      <a:pt x="128" y="132"/>
                    </a:lnTo>
                    <a:lnTo>
                      <a:pt x="132" y="132"/>
                    </a:lnTo>
                    <a:lnTo>
                      <a:pt x="132" y="132"/>
                    </a:lnTo>
                    <a:lnTo>
                      <a:pt x="138" y="134"/>
                    </a:lnTo>
                    <a:lnTo>
                      <a:pt x="142" y="132"/>
                    </a:lnTo>
                    <a:lnTo>
                      <a:pt x="142" y="70"/>
                    </a:lnTo>
                    <a:lnTo>
                      <a:pt x="26" y="0"/>
                    </a:lnTo>
                    <a:lnTo>
                      <a:pt x="12" y="10"/>
                    </a:lnTo>
                    <a:lnTo>
                      <a:pt x="20" y="44"/>
                    </a:lnTo>
                    <a:lnTo>
                      <a:pt x="20" y="44"/>
                    </a:lnTo>
                    <a:lnTo>
                      <a:pt x="24" y="50"/>
                    </a:lnTo>
                    <a:lnTo>
                      <a:pt x="26" y="54"/>
                    </a:lnTo>
                    <a:lnTo>
                      <a:pt x="26" y="58"/>
                    </a:lnTo>
                    <a:lnTo>
                      <a:pt x="26" y="58"/>
                    </a:lnTo>
                    <a:lnTo>
                      <a:pt x="22" y="64"/>
                    </a:lnTo>
                    <a:lnTo>
                      <a:pt x="22" y="72"/>
                    </a:lnTo>
                    <a:lnTo>
                      <a:pt x="22" y="72"/>
                    </a:lnTo>
                    <a:lnTo>
                      <a:pt x="20" y="102"/>
                    </a:lnTo>
                    <a:lnTo>
                      <a:pt x="22" y="128"/>
                    </a:lnTo>
                    <a:lnTo>
                      <a:pt x="0" y="146"/>
                    </a:lnTo>
                    <a:lnTo>
                      <a:pt x="0" y="160"/>
                    </a:lnTo>
                    <a:lnTo>
                      <a:pt x="8" y="174"/>
                    </a:lnTo>
                    <a:close/>
                    <a:moveTo>
                      <a:pt x="2" y="160"/>
                    </a:moveTo>
                    <a:lnTo>
                      <a:pt x="2" y="160"/>
                    </a:lnTo>
                    <a:lnTo>
                      <a:pt x="6" y="160"/>
                    </a:lnTo>
                    <a:lnTo>
                      <a:pt x="6" y="160"/>
                    </a:lnTo>
                    <a:lnTo>
                      <a:pt x="6" y="164"/>
                    </a:lnTo>
                    <a:lnTo>
                      <a:pt x="6" y="164"/>
                    </a:lnTo>
                    <a:lnTo>
                      <a:pt x="14" y="168"/>
                    </a:lnTo>
                    <a:lnTo>
                      <a:pt x="14" y="168"/>
                    </a:lnTo>
                    <a:lnTo>
                      <a:pt x="24" y="168"/>
                    </a:lnTo>
                    <a:lnTo>
                      <a:pt x="24" y="168"/>
                    </a:lnTo>
                    <a:lnTo>
                      <a:pt x="24" y="174"/>
                    </a:lnTo>
                    <a:lnTo>
                      <a:pt x="24" y="174"/>
                    </a:lnTo>
                    <a:lnTo>
                      <a:pt x="24" y="174"/>
                    </a:lnTo>
                    <a:lnTo>
                      <a:pt x="22" y="174"/>
                    </a:lnTo>
                    <a:lnTo>
                      <a:pt x="22" y="174"/>
                    </a:lnTo>
                    <a:lnTo>
                      <a:pt x="20" y="172"/>
                    </a:lnTo>
                    <a:lnTo>
                      <a:pt x="20" y="172"/>
                    </a:lnTo>
                    <a:lnTo>
                      <a:pt x="14" y="172"/>
                    </a:lnTo>
                    <a:lnTo>
                      <a:pt x="10" y="174"/>
                    </a:lnTo>
                    <a:lnTo>
                      <a:pt x="10" y="174"/>
                    </a:lnTo>
                    <a:lnTo>
                      <a:pt x="2" y="160"/>
                    </a:lnTo>
                    <a:lnTo>
                      <a:pt x="2"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5" name="Freeform 217">
                <a:extLst>
                  <a:ext uri="{FF2B5EF4-FFF2-40B4-BE49-F238E27FC236}">
                    <a16:creationId xmlns:a16="http://schemas.microsoft.com/office/drawing/2014/main" id="{061F0331-905C-0447-A9E9-D095C93BD912}"/>
                  </a:ext>
                </a:extLst>
              </p:cNvPr>
              <p:cNvSpPr>
                <a:spLocks/>
              </p:cNvSpPr>
              <p:nvPr/>
            </p:nvSpPr>
            <p:spPr bwMode="auto">
              <a:xfrm>
                <a:off x="6262031" y="4015201"/>
                <a:ext cx="348598" cy="260305"/>
              </a:xfrm>
              <a:custGeom>
                <a:avLst/>
                <a:gdLst>
                  <a:gd name="T0" fmla="*/ 64 w 178"/>
                  <a:gd name="T1" fmla="*/ 106 h 130"/>
                  <a:gd name="T2" fmla="*/ 70 w 178"/>
                  <a:gd name="T3" fmla="*/ 98 h 130"/>
                  <a:gd name="T4" fmla="*/ 76 w 178"/>
                  <a:gd name="T5" fmla="*/ 90 h 130"/>
                  <a:gd name="T6" fmla="*/ 86 w 178"/>
                  <a:gd name="T7" fmla="*/ 92 h 130"/>
                  <a:gd name="T8" fmla="*/ 94 w 178"/>
                  <a:gd name="T9" fmla="*/ 98 h 130"/>
                  <a:gd name="T10" fmla="*/ 106 w 178"/>
                  <a:gd name="T11" fmla="*/ 100 h 130"/>
                  <a:gd name="T12" fmla="*/ 114 w 178"/>
                  <a:gd name="T13" fmla="*/ 102 h 130"/>
                  <a:gd name="T14" fmla="*/ 122 w 178"/>
                  <a:gd name="T15" fmla="*/ 100 h 130"/>
                  <a:gd name="T16" fmla="*/ 126 w 178"/>
                  <a:gd name="T17" fmla="*/ 96 h 130"/>
                  <a:gd name="T18" fmla="*/ 132 w 178"/>
                  <a:gd name="T19" fmla="*/ 100 h 130"/>
                  <a:gd name="T20" fmla="*/ 142 w 178"/>
                  <a:gd name="T21" fmla="*/ 98 h 130"/>
                  <a:gd name="T22" fmla="*/ 142 w 178"/>
                  <a:gd name="T23" fmla="*/ 94 h 130"/>
                  <a:gd name="T24" fmla="*/ 146 w 178"/>
                  <a:gd name="T25" fmla="*/ 94 h 130"/>
                  <a:gd name="T26" fmla="*/ 150 w 178"/>
                  <a:gd name="T27" fmla="*/ 94 h 130"/>
                  <a:gd name="T28" fmla="*/ 156 w 178"/>
                  <a:gd name="T29" fmla="*/ 88 h 130"/>
                  <a:gd name="T30" fmla="*/ 166 w 178"/>
                  <a:gd name="T31" fmla="*/ 88 h 130"/>
                  <a:gd name="T32" fmla="*/ 170 w 178"/>
                  <a:gd name="T33" fmla="*/ 90 h 130"/>
                  <a:gd name="T34" fmla="*/ 178 w 178"/>
                  <a:gd name="T35" fmla="*/ 88 h 130"/>
                  <a:gd name="T36" fmla="*/ 174 w 178"/>
                  <a:gd name="T37" fmla="*/ 84 h 130"/>
                  <a:gd name="T38" fmla="*/ 174 w 178"/>
                  <a:gd name="T39" fmla="*/ 76 h 130"/>
                  <a:gd name="T40" fmla="*/ 166 w 178"/>
                  <a:gd name="T41" fmla="*/ 68 h 130"/>
                  <a:gd name="T42" fmla="*/ 160 w 178"/>
                  <a:gd name="T43" fmla="*/ 58 h 130"/>
                  <a:gd name="T44" fmla="*/ 154 w 178"/>
                  <a:gd name="T45" fmla="*/ 56 h 130"/>
                  <a:gd name="T46" fmla="*/ 148 w 178"/>
                  <a:gd name="T47" fmla="*/ 52 h 130"/>
                  <a:gd name="T48" fmla="*/ 140 w 178"/>
                  <a:gd name="T49" fmla="*/ 50 h 130"/>
                  <a:gd name="T50" fmla="*/ 138 w 178"/>
                  <a:gd name="T51" fmla="*/ 48 h 130"/>
                  <a:gd name="T52" fmla="*/ 130 w 178"/>
                  <a:gd name="T53" fmla="*/ 38 h 130"/>
                  <a:gd name="T54" fmla="*/ 130 w 178"/>
                  <a:gd name="T55" fmla="*/ 32 h 130"/>
                  <a:gd name="T56" fmla="*/ 126 w 178"/>
                  <a:gd name="T57" fmla="*/ 22 h 130"/>
                  <a:gd name="T58" fmla="*/ 124 w 178"/>
                  <a:gd name="T59" fmla="*/ 16 h 130"/>
                  <a:gd name="T60" fmla="*/ 116 w 178"/>
                  <a:gd name="T61" fmla="*/ 0 h 130"/>
                  <a:gd name="T62" fmla="*/ 112 w 178"/>
                  <a:gd name="T63" fmla="*/ 2 h 130"/>
                  <a:gd name="T64" fmla="*/ 108 w 178"/>
                  <a:gd name="T65" fmla="*/ 8 h 130"/>
                  <a:gd name="T66" fmla="*/ 98 w 178"/>
                  <a:gd name="T67" fmla="*/ 14 h 130"/>
                  <a:gd name="T68" fmla="*/ 94 w 178"/>
                  <a:gd name="T69" fmla="*/ 20 h 130"/>
                  <a:gd name="T70" fmla="*/ 88 w 178"/>
                  <a:gd name="T71" fmla="*/ 22 h 130"/>
                  <a:gd name="T72" fmla="*/ 82 w 178"/>
                  <a:gd name="T73" fmla="*/ 26 h 130"/>
                  <a:gd name="T74" fmla="*/ 70 w 178"/>
                  <a:gd name="T75" fmla="*/ 30 h 130"/>
                  <a:gd name="T76" fmla="*/ 70 w 178"/>
                  <a:gd name="T77" fmla="*/ 36 h 130"/>
                  <a:gd name="T78" fmla="*/ 72 w 178"/>
                  <a:gd name="T79" fmla="*/ 38 h 130"/>
                  <a:gd name="T80" fmla="*/ 62 w 178"/>
                  <a:gd name="T81" fmla="*/ 44 h 130"/>
                  <a:gd name="T82" fmla="*/ 52 w 178"/>
                  <a:gd name="T83" fmla="*/ 52 h 130"/>
                  <a:gd name="T84" fmla="*/ 32 w 178"/>
                  <a:gd name="T85" fmla="*/ 54 h 130"/>
                  <a:gd name="T86" fmla="*/ 20 w 178"/>
                  <a:gd name="T87" fmla="*/ 58 h 130"/>
                  <a:gd name="T88" fmla="*/ 10 w 178"/>
                  <a:gd name="T89" fmla="*/ 66 h 130"/>
                  <a:gd name="T90" fmla="*/ 4 w 178"/>
                  <a:gd name="T91" fmla="*/ 76 h 130"/>
                  <a:gd name="T92" fmla="*/ 2 w 178"/>
                  <a:gd name="T93" fmla="*/ 82 h 130"/>
                  <a:gd name="T94" fmla="*/ 6 w 178"/>
                  <a:gd name="T95" fmla="*/ 88 h 130"/>
                  <a:gd name="T96" fmla="*/ 12 w 178"/>
                  <a:gd name="T97" fmla="*/ 102 h 130"/>
                  <a:gd name="T98" fmla="*/ 18 w 178"/>
                  <a:gd name="T99" fmla="*/ 112 h 130"/>
                  <a:gd name="T100" fmla="*/ 26 w 178"/>
                  <a:gd name="T101" fmla="*/ 120 h 130"/>
                  <a:gd name="T102" fmla="*/ 36 w 178"/>
                  <a:gd name="T103" fmla="*/ 130 h 130"/>
                  <a:gd name="T104" fmla="*/ 42 w 178"/>
                  <a:gd name="T105" fmla="*/ 126 h 130"/>
                  <a:gd name="T106" fmla="*/ 46 w 178"/>
                  <a:gd name="T107" fmla="*/ 120 h 130"/>
                  <a:gd name="T108" fmla="*/ 52 w 178"/>
                  <a:gd name="T109" fmla="*/ 122 h 130"/>
                  <a:gd name="T110" fmla="*/ 62 w 178"/>
                  <a:gd name="T111" fmla="*/ 11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8" h="130">
                    <a:moveTo>
                      <a:pt x="62" y="118"/>
                    </a:moveTo>
                    <a:lnTo>
                      <a:pt x="64" y="106"/>
                    </a:lnTo>
                    <a:lnTo>
                      <a:pt x="64" y="106"/>
                    </a:lnTo>
                    <a:lnTo>
                      <a:pt x="66" y="104"/>
                    </a:lnTo>
                    <a:lnTo>
                      <a:pt x="70" y="102"/>
                    </a:lnTo>
                    <a:lnTo>
                      <a:pt x="70" y="98"/>
                    </a:lnTo>
                    <a:lnTo>
                      <a:pt x="70" y="98"/>
                    </a:lnTo>
                    <a:lnTo>
                      <a:pt x="72" y="94"/>
                    </a:lnTo>
                    <a:lnTo>
                      <a:pt x="76" y="90"/>
                    </a:lnTo>
                    <a:lnTo>
                      <a:pt x="76" y="90"/>
                    </a:lnTo>
                    <a:lnTo>
                      <a:pt x="80" y="90"/>
                    </a:lnTo>
                    <a:lnTo>
                      <a:pt x="86" y="92"/>
                    </a:lnTo>
                    <a:lnTo>
                      <a:pt x="86" y="92"/>
                    </a:lnTo>
                    <a:lnTo>
                      <a:pt x="90" y="96"/>
                    </a:lnTo>
                    <a:lnTo>
                      <a:pt x="94" y="98"/>
                    </a:lnTo>
                    <a:lnTo>
                      <a:pt x="94" y="98"/>
                    </a:lnTo>
                    <a:lnTo>
                      <a:pt x="100" y="100"/>
                    </a:lnTo>
                    <a:lnTo>
                      <a:pt x="106" y="100"/>
                    </a:lnTo>
                    <a:lnTo>
                      <a:pt x="106" y="100"/>
                    </a:lnTo>
                    <a:lnTo>
                      <a:pt x="114" y="102"/>
                    </a:lnTo>
                    <a:lnTo>
                      <a:pt x="114" y="102"/>
                    </a:lnTo>
                    <a:lnTo>
                      <a:pt x="122" y="104"/>
                    </a:lnTo>
                    <a:lnTo>
                      <a:pt x="122" y="104"/>
                    </a:lnTo>
                    <a:lnTo>
                      <a:pt x="122" y="100"/>
                    </a:lnTo>
                    <a:lnTo>
                      <a:pt x="124" y="96"/>
                    </a:lnTo>
                    <a:lnTo>
                      <a:pt x="126" y="96"/>
                    </a:lnTo>
                    <a:lnTo>
                      <a:pt x="126" y="96"/>
                    </a:lnTo>
                    <a:lnTo>
                      <a:pt x="128" y="96"/>
                    </a:lnTo>
                    <a:lnTo>
                      <a:pt x="130" y="98"/>
                    </a:lnTo>
                    <a:lnTo>
                      <a:pt x="132" y="100"/>
                    </a:lnTo>
                    <a:lnTo>
                      <a:pt x="134" y="98"/>
                    </a:lnTo>
                    <a:lnTo>
                      <a:pt x="134" y="98"/>
                    </a:lnTo>
                    <a:lnTo>
                      <a:pt x="142" y="98"/>
                    </a:lnTo>
                    <a:lnTo>
                      <a:pt x="142" y="98"/>
                    </a:lnTo>
                    <a:lnTo>
                      <a:pt x="142" y="96"/>
                    </a:lnTo>
                    <a:lnTo>
                      <a:pt x="142" y="94"/>
                    </a:lnTo>
                    <a:lnTo>
                      <a:pt x="144" y="92"/>
                    </a:lnTo>
                    <a:lnTo>
                      <a:pt x="144" y="92"/>
                    </a:lnTo>
                    <a:lnTo>
                      <a:pt x="146" y="94"/>
                    </a:lnTo>
                    <a:lnTo>
                      <a:pt x="146" y="94"/>
                    </a:lnTo>
                    <a:lnTo>
                      <a:pt x="148" y="96"/>
                    </a:lnTo>
                    <a:lnTo>
                      <a:pt x="150" y="94"/>
                    </a:lnTo>
                    <a:lnTo>
                      <a:pt x="150" y="94"/>
                    </a:lnTo>
                    <a:lnTo>
                      <a:pt x="152" y="90"/>
                    </a:lnTo>
                    <a:lnTo>
                      <a:pt x="156" y="88"/>
                    </a:lnTo>
                    <a:lnTo>
                      <a:pt x="156" y="88"/>
                    </a:lnTo>
                    <a:lnTo>
                      <a:pt x="166" y="88"/>
                    </a:lnTo>
                    <a:lnTo>
                      <a:pt x="166" y="88"/>
                    </a:lnTo>
                    <a:lnTo>
                      <a:pt x="170" y="90"/>
                    </a:lnTo>
                    <a:lnTo>
                      <a:pt x="170" y="90"/>
                    </a:lnTo>
                    <a:lnTo>
                      <a:pt x="170" y="90"/>
                    </a:lnTo>
                    <a:lnTo>
                      <a:pt x="178" y="90"/>
                    </a:lnTo>
                    <a:lnTo>
                      <a:pt x="178" y="90"/>
                    </a:lnTo>
                    <a:lnTo>
                      <a:pt x="178" y="88"/>
                    </a:lnTo>
                    <a:lnTo>
                      <a:pt x="176" y="84"/>
                    </a:lnTo>
                    <a:lnTo>
                      <a:pt x="176" y="84"/>
                    </a:lnTo>
                    <a:lnTo>
                      <a:pt x="174" y="84"/>
                    </a:lnTo>
                    <a:lnTo>
                      <a:pt x="174" y="82"/>
                    </a:lnTo>
                    <a:lnTo>
                      <a:pt x="174" y="76"/>
                    </a:lnTo>
                    <a:lnTo>
                      <a:pt x="174" y="76"/>
                    </a:lnTo>
                    <a:lnTo>
                      <a:pt x="170" y="70"/>
                    </a:lnTo>
                    <a:lnTo>
                      <a:pt x="166" y="68"/>
                    </a:lnTo>
                    <a:lnTo>
                      <a:pt x="166" y="68"/>
                    </a:lnTo>
                    <a:lnTo>
                      <a:pt x="162" y="66"/>
                    </a:lnTo>
                    <a:lnTo>
                      <a:pt x="160" y="64"/>
                    </a:lnTo>
                    <a:lnTo>
                      <a:pt x="160" y="58"/>
                    </a:lnTo>
                    <a:lnTo>
                      <a:pt x="160" y="58"/>
                    </a:lnTo>
                    <a:lnTo>
                      <a:pt x="156" y="56"/>
                    </a:lnTo>
                    <a:lnTo>
                      <a:pt x="154" y="56"/>
                    </a:lnTo>
                    <a:lnTo>
                      <a:pt x="154" y="56"/>
                    </a:lnTo>
                    <a:lnTo>
                      <a:pt x="150" y="54"/>
                    </a:lnTo>
                    <a:lnTo>
                      <a:pt x="148" y="52"/>
                    </a:lnTo>
                    <a:lnTo>
                      <a:pt x="148" y="52"/>
                    </a:lnTo>
                    <a:lnTo>
                      <a:pt x="144" y="50"/>
                    </a:lnTo>
                    <a:lnTo>
                      <a:pt x="140" y="50"/>
                    </a:lnTo>
                    <a:lnTo>
                      <a:pt x="140" y="50"/>
                    </a:lnTo>
                    <a:lnTo>
                      <a:pt x="140" y="48"/>
                    </a:lnTo>
                    <a:lnTo>
                      <a:pt x="138" y="48"/>
                    </a:lnTo>
                    <a:lnTo>
                      <a:pt x="136" y="44"/>
                    </a:lnTo>
                    <a:lnTo>
                      <a:pt x="136" y="44"/>
                    </a:lnTo>
                    <a:lnTo>
                      <a:pt x="130" y="38"/>
                    </a:lnTo>
                    <a:lnTo>
                      <a:pt x="130" y="36"/>
                    </a:lnTo>
                    <a:lnTo>
                      <a:pt x="130" y="32"/>
                    </a:lnTo>
                    <a:lnTo>
                      <a:pt x="130" y="32"/>
                    </a:lnTo>
                    <a:lnTo>
                      <a:pt x="130" y="26"/>
                    </a:lnTo>
                    <a:lnTo>
                      <a:pt x="126" y="22"/>
                    </a:lnTo>
                    <a:lnTo>
                      <a:pt x="126" y="22"/>
                    </a:lnTo>
                    <a:lnTo>
                      <a:pt x="124" y="20"/>
                    </a:lnTo>
                    <a:lnTo>
                      <a:pt x="124" y="16"/>
                    </a:lnTo>
                    <a:lnTo>
                      <a:pt x="124" y="16"/>
                    </a:lnTo>
                    <a:lnTo>
                      <a:pt x="124" y="10"/>
                    </a:lnTo>
                    <a:lnTo>
                      <a:pt x="124" y="8"/>
                    </a:lnTo>
                    <a:lnTo>
                      <a:pt x="116" y="0"/>
                    </a:lnTo>
                    <a:lnTo>
                      <a:pt x="116" y="0"/>
                    </a:lnTo>
                    <a:lnTo>
                      <a:pt x="114" y="0"/>
                    </a:lnTo>
                    <a:lnTo>
                      <a:pt x="112" y="2"/>
                    </a:lnTo>
                    <a:lnTo>
                      <a:pt x="110" y="4"/>
                    </a:lnTo>
                    <a:lnTo>
                      <a:pt x="110" y="4"/>
                    </a:lnTo>
                    <a:lnTo>
                      <a:pt x="108" y="8"/>
                    </a:lnTo>
                    <a:lnTo>
                      <a:pt x="106" y="10"/>
                    </a:lnTo>
                    <a:lnTo>
                      <a:pt x="106" y="10"/>
                    </a:lnTo>
                    <a:lnTo>
                      <a:pt x="98" y="14"/>
                    </a:lnTo>
                    <a:lnTo>
                      <a:pt x="98" y="14"/>
                    </a:lnTo>
                    <a:lnTo>
                      <a:pt x="96" y="18"/>
                    </a:lnTo>
                    <a:lnTo>
                      <a:pt x="94" y="20"/>
                    </a:lnTo>
                    <a:lnTo>
                      <a:pt x="92" y="20"/>
                    </a:lnTo>
                    <a:lnTo>
                      <a:pt x="92" y="20"/>
                    </a:lnTo>
                    <a:lnTo>
                      <a:pt x="88" y="22"/>
                    </a:lnTo>
                    <a:lnTo>
                      <a:pt x="84" y="24"/>
                    </a:lnTo>
                    <a:lnTo>
                      <a:pt x="84" y="24"/>
                    </a:lnTo>
                    <a:lnTo>
                      <a:pt x="82" y="26"/>
                    </a:lnTo>
                    <a:lnTo>
                      <a:pt x="76" y="26"/>
                    </a:lnTo>
                    <a:lnTo>
                      <a:pt x="72" y="28"/>
                    </a:lnTo>
                    <a:lnTo>
                      <a:pt x="70" y="30"/>
                    </a:lnTo>
                    <a:lnTo>
                      <a:pt x="70" y="30"/>
                    </a:lnTo>
                    <a:lnTo>
                      <a:pt x="68" y="34"/>
                    </a:lnTo>
                    <a:lnTo>
                      <a:pt x="70" y="36"/>
                    </a:lnTo>
                    <a:lnTo>
                      <a:pt x="72" y="38"/>
                    </a:lnTo>
                    <a:lnTo>
                      <a:pt x="72" y="38"/>
                    </a:lnTo>
                    <a:lnTo>
                      <a:pt x="72" y="38"/>
                    </a:lnTo>
                    <a:lnTo>
                      <a:pt x="68" y="40"/>
                    </a:lnTo>
                    <a:lnTo>
                      <a:pt x="62" y="44"/>
                    </a:lnTo>
                    <a:lnTo>
                      <a:pt x="62" y="44"/>
                    </a:lnTo>
                    <a:lnTo>
                      <a:pt x="58" y="50"/>
                    </a:lnTo>
                    <a:lnTo>
                      <a:pt x="52" y="52"/>
                    </a:lnTo>
                    <a:lnTo>
                      <a:pt x="52" y="52"/>
                    </a:lnTo>
                    <a:lnTo>
                      <a:pt x="36" y="54"/>
                    </a:lnTo>
                    <a:lnTo>
                      <a:pt x="36" y="54"/>
                    </a:lnTo>
                    <a:lnTo>
                      <a:pt x="32" y="54"/>
                    </a:lnTo>
                    <a:lnTo>
                      <a:pt x="30" y="52"/>
                    </a:lnTo>
                    <a:lnTo>
                      <a:pt x="26" y="58"/>
                    </a:lnTo>
                    <a:lnTo>
                      <a:pt x="20" y="58"/>
                    </a:lnTo>
                    <a:lnTo>
                      <a:pt x="14" y="58"/>
                    </a:lnTo>
                    <a:lnTo>
                      <a:pt x="14" y="58"/>
                    </a:lnTo>
                    <a:lnTo>
                      <a:pt x="10" y="66"/>
                    </a:lnTo>
                    <a:lnTo>
                      <a:pt x="8" y="72"/>
                    </a:lnTo>
                    <a:lnTo>
                      <a:pt x="4" y="76"/>
                    </a:lnTo>
                    <a:lnTo>
                      <a:pt x="4" y="76"/>
                    </a:lnTo>
                    <a:lnTo>
                      <a:pt x="0" y="80"/>
                    </a:lnTo>
                    <a:lnTo>
                      <a:pt x="0" y="80"/>
                    </a:lnTo>
                    <a:lnTo>
                      <a:pt x="2" y="82"/>
                    </a:lnTo>
                    <a:lnTo>
                      <a:pt x="2" y="82"/>
                    </a:lnTo>
                    <a:lnTo>
                      <a:pt x="4" y="84"/>
                    </a:lnTo>
                    <a:lnTo>
                      <a:pt x="6" y="88"/>
                    </a:lnTo>
                    <a:lnTo>
                      <a:pt x="6" y="88"/>
                    </a:lnTo>
                    <a:lnTo>
                      <a:pt x="12" y="102"/>
                    </a:lnTo>
                    <a:lnTo>
                      <a:pt x="12" y="102"/>
                    </a:lnTo>
                    <a:lnTo>
                      <a:pt x="16" y="106"/>
                    </a:lnTo>
                    <a:lnTo>
                      <a:pt x="18" y="112"/>
                    </a:lnTo>
                    <a:lnTo>
                      <a:pt x="18" y="112"/>
                    </a:lnTo>
                    <a:lnTo>
                      <a:pt x="24" y="116"/>
                    </a:lnTo>
                    <a:lnTo>
                      <a:pt x="26" y="120"/>
                    </a:lnTo>
                    <a:lnTo>
                      <a:pt x="26" y="120"/>
                    </a:lnTo>
                    <a:lnTo>
                      <a:pt x="32" y="126"/>
                    </a:lnTo>
                    <a:lnTo>
                      <a:pt x="36" y="130"/>
                    </a:lnTo>
                    <a:lnTo>
                      <a:pt x="36" y="130"/>
                    </a:lnTo>
                    <a:lnTo>
                      <a:pt x="38" y="130"/>
                    </a:lnTo>
                    <a:lnTo>
                      <a:pt x="40" y="128"/>
                    </a:lnTo>
                    <a:lnTo>
                      <a:pt x="42" y="126"/>
                    </a:lnTo>
                    <a:lnTo>
                      <a:pt x="42" y="126"/>
                    </a:lnTo>
                    <a:lnTo>
                      <a:pt x="42" y="122"/>
                    </a:lnTo>
                    <a:lnTo>
                      <a:pt x="46" y="120"/>
                    </a:lnTo>
                    <a:lnTo>
                      <a:pt x="46" y="120"/>
                    </a:lnTo>
                    <a:lnTo>
                      <a:pt x="50" y="122"/>
                    </a:lnTo>
                    <a:lnTo>
                      <a:pt x="52" y="122"/>
                    </a:lnTo>
                    <a:lnTo>
                      <a:pt x="52" y="122"/>
                    </a:lnTo>
                    <a:lnTo>
                      <a:pt x="62" y="118"/>
                    </a:lnTo>
                    <a:lnTo>
                      <a:pt x="62" y="1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6" name="Freeform 238">
                <a:extLst>
                  <a:ext uri="{FF2B5EF4-FFF2-40B4-BE49-F238E27FC236}">
                    <a16:creationId xmlns:a16="http://schemas.microsoft.com/office/drawing/2014/main" id="{85F585A5-271C-0540-BE35-0E15EAC45812}"/>
                  </a:ext>
                </a:extLst>
              </p:cNvPr>
              <p:cNvSpPr>
                <a:spLocks/>
              </p:cNvSpPr>
              <p:nvPr/>
            </p:nvSpPr>
            <p:spPr bwMode="auto">
              <a:xfrm>
                <a:off x="6115729" y="3931102"/>
                <a:ext cx="216744" cy="372437"/>
              </a:xfrm>
              <a:custGeom>
                <a:avLst/>
                <a:gdLst>
                  <a:gd name="T0" fmla="*/ 2 w 111"/>
                  <a:gd name="T1" fmla="*/ 148 h 186"/>
                  <a:gd name="T2" fmla="*/ 8 w 111"/>
                  <a:gd name="T3" fmla="*/ 148 h 186"/>
                  <a:gd name="T4" fmla="*/ 8 w 111"/>
                  <a:gd name="T5" fmla="*/ 150 h 186"/>
                  <a:gd name="T6" fmla="*/ 10 w 111"/>
                  <a:gd name="T7" fmla="*/ 156 h 186"/>
                  <a:gd name="T8" fmla="*/ 16 w 111"/>
                  <a:gd name="T9" fmla="*/ 158 h 186"/>
                  <a:gd name="T10" fmla="*/ 22 w 111"/>
                  <a:gd name="T11" fmla="*/ 170 h 186"/>
                  <a:gd name="T12" fmla="*/ 45 w 111"/>
                  <a:gd name="T13" fmla="*/ 182 h 186"/>
                  <a:gd name="T14" fmla="*/ 51 w 111"/>
                  <a:gd name="T15" fmla="*/ 180 h 186"/>
                  <a:gd name="T16" fmla="*/ 57 w 111"/>
                  <a:gd name="T17" fmla="*/ 180 h 186"/>
                  <a:gd name="T18" fmla="*/ 65 w 111"/>
                  <a:gd name="T19" fmla="*/ 180 h 186"/>
                  <a:gd name="T20" fmla="*/ 79 w 111"/>
                  <a:gd name="T21" fmla="*/ 180 h 186"/>
                  <a:gd name="T22" fmla="*/ 89 w 111"/>
                  <a:gd name="T23" fmla="*/ 182 h 186"/>
                  <a:gd name="T24" fmla="*/ 95 w 111"/>
                  <a:gd name="T25" fmla="*/ 184 h 186"/>
                  <a:gd name="T26" fmla="*/ 109 w 111"/>
                  <a:gd name="T27" fmla="*/ 186 h 186"/>
                  <a:gd name="T28" fmla="*/ 107 w 111"/>
                  <a:gd name="T29" fmla="*/ 180 h 186"/>
                  <a:gd name="T30" fmla="*/ 111 w 111"/>
                  <a:gd name="T31" fmla="*/ 172 h 186"/>
                  <a:gd name="T32" fmla="*/ 101 w 111"/>
                  <a:gd name="T33" fmla="*/ 162 h 186"/>
                  <a:gd name="T34" fmla="*/ 93 w 111"/>
                  <a:gd name="T35" fmla="*/ 154 h 186"/>
                  <a:gd name="T36" fmla="*/ 87 w 111"/>
                  <a:gd name="T37" fmla="*/ 144 h 186"/>
                  <a:gd name="T38" fmla="*/ 79 w 111"/>
                  <a:gd name="T39" fmla="*/ 126 h 186"/>
                  <a:gd name="T40" fmla="*/ 75 w 111"/>
                  <a:gd name="T41" fmla="*/ 122 h 186"/>
                  <a:gd name="T42" fmla="*/ 79 w 111"/>
                  <a:gd name="T43" fmla="*/ 118 h 186"/>
                  <a:gd name="T44" fmla="*/ 89 w 111"/>
                  <a:gd name="T45" fmla="*/ 100 h 186"/>
                  <a:gd name="T46" fmla="*/ 91 w 111"/>
                  <a:gd name="T47" fmla="*/ 86 h 186"/>
                  <a:gd name="T48" fmla="*/ 79 w 111"/>
                  <a:gd name="T49" fmla="*/ 68 h 186"/>
                  <a:gd name="T50" fmla="*/ 79 w 111"/>
                  <a:gd name="T51" fmla="*/ 64 h 186"/>
                  <a:gd name="T52" fmla="*/ 85 w 111"/>
                  <a:gd name="T53" fmla="*/ 58 h 186"/>
                  <a:gd name="T54" fmla="*/ 97 w 111"/>
                  <a:gd name="T55" fmla="*/ 58 h 186"/>
                  <a:gd name="T56" fmla="*/ 97 w 111"/>
                  <a:gd name="T57" fmla="*/ 52 h 186"/>
                  <a:gd name="T58" fmla="*/ 95 w 111"/>
                  <a:gd name="T59" fmla="*/ 44 h 186"/>
                  <a:gd name="T60" fmla="*/ 91 w 111"/>
                  <a:gd name="T61" fmla="*/ 34 h 186"/>
                  <a:gd name="T62" fmla="*/ 95 w 111"/>
                  <a:gd name="T63" fmla="*/ 28 h 186"/>
                  <a:gd name="T64" fmla="*/ 95 w 111"/>
                  <a:gd name="T65" fmla="*/ 20 h 186"/>
                  <a:gd name="T66" fmla="*/ 91 w 111"/>
                  <a:gd name="T67" fmla="*/ 14 h 186"/>
                  <a:gd name="T68" fmla="*/ 91 w 111"/>
                  <a:gd name="T69" fmla="*/ 8 h 186"/>
                  <a:gd name="T70" fmla="*/ 81 w 111"/>
                  <a:gd name="T71" fmla="*/ 12 h 186"/>
                  <a:gd name="T72" fmla="*/ 85 w 111"/>
                  <a:gd name="T73" fmla="*/ 16 h 186"/>
                  <a:gd name="T74" fmla="*/ 79 w 111"/>
                  <a:gd name="T75" fmla="*/ 28 h 186"/>
                  <a:gd name="T76" fmla="*/ 75 w 111"/>
                  <a:gd name="T77" fmla="*/ 32 h 186"/>
                  <a:gd name="T78" fmla="*/ 69 w 111"/>
                  <a:gd name="T79" fmla="*/ 40 h 186"/>
                  <a:gd name="T80" fmla="*/ 69 w 111"/>
                  <a:gd name="T81" fmla="*/ 42 h 186"/>
                  <a:gd name="T82" fmla="*/ 67 w 111"/>
                  <a:gd name="T83" fmla="*/ 50 h 186"/>
                  <a:gd name="T84" fmla="*/ 63 w 111"/>
                  <a:gd name="T85" fmla="*/ 56 h 186"/>
                  <a:gd name="T86" fmla="*/ 65 w 111"/>
                  <a:gd name="T87" fmla="*/ 62 h 186"/>
                  <a:gd name="T88" fmla="*/ 63 w 111"/>
                  <a:gd name="T89" fmla="*/ 66 h 186"/>
                  <a:gd name="T90" fmla="*/ 51 w 111"/>
                  <a:gd name="T91" fmla="*/ 72 h 186"/>
                  <a:gd name="T92" fmla="*/ 49 w 111"/>
                  <a:gd name="T93" fmla="*/ 80 h 186"/>
                  <a:gd name="T94" fmla="*/ 45 w 111"/>
                  <a:gd name="T95" fmla="*/ 88 h 186"/>
                  <a:gd name="T96" fmla="*/ 41 w 111"/>
                  <a:gd name="T97" fmla="*/ 96 h 186"/>
                  <a:gd name="T98" fmla="*/ 37 w 111"/>
                  <a:gd name="T99" fmla="*/ 102 h 186"/>
                  <a:gd name="T100" fmla="*/ 37 w 111"/>
                  <a:gd name="T101" fmla="*/ 112 h 186"/>
                  <a:gd name="T102" fmla="*/ 35 w 111"/>
                  <a:gd name="T103" fmla="*/ 114 h 186"/>
                  <a:gd name="T104" fmla="*/ 28 w 111"/>
                  <a:gd name="T105" fmla="*/ 122 h 186"/>
                  <a:gd name="T106" fmla="*/ 26 w 111"/>
                  <a:gd name="T107" fmla="*/ 116 h 186"/>
                  <a:gd name="T108" fmla="*/ 24 w 111"/>
                  <a:gd name="T109" fmla="*/ 114 h 186"/>
                  <a:gd name="T110" fmla="*/ 18 w 111"/>
                  <a:gd name="T111" fmla="*/ 112 h 186"/>
                  <a:gd name="T112" fmla="*/ 8 w 111"/>
                  <a:gd name="T113" fmla="*/ 116 h 186"/>
                  <a:gd name="T114" fmla="*/ 4 w 111"/>
                  <a:gd name="T115" fmla="*/ 118 h 186"/>
                  <a:gd name="T116" fmla="*/ 0 w 111"/>
                  <a:gd name="T117" fmla="*/ 128 h 186"/>
                  <a:gd name="T118" fmla="*/ 0 w 111"/>
                  <a:gd name="T119" fmla="*/ 132 h 186"/>
                  <a:gd name="T120" fmla="*/ 2 w 111"/>
                  <a:gd name="T121" fmla="*/ 13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1" h="186">
                    <a:moveTo>
                      <a:pt x="0" y="146"/>
                    </a:moveTo>
                    <a:lnTo>
                      <a:pt x="0" y="146"/>
                    </a:lnTo>
                    <a:lnTo>
                      <a:pt x="2" y="148"/>
                    </a:lnTo>
                    <a:lnTo>
                      <a:pt x="2" y="150"/>
                    </a:lnTo>
                    <a:lnTo>
                      <a:pt x="2" y="150"/>
                    </a:lnTo>
                    <a:lnTo>
                      <a:pt x="8" y="148"/>
                    </a:lnTo>
                    <a:lnTo>
                      <a:pt x="8" y="148"/>
                    </a:lnTo>
                    <a:lnTo>
                      <a:pt x="8" y="148"/>
                    </a:lnTo>
                    <a:lnTo>
                      <a:pt x="8" y="150"/>
                    </a:lnTo>
                    <a:lnTo>
                      <a:pt x="8" y="150"/>
                    </a:lnTo>
                    <a:lnTo>
                      <a:pt x="8" y="154"/>
                    </a:lnTo>
                    <a:lnTo>
                      <a:pt x="10" y="156"/>
                    </a:lnTo>
                    <a:lnTo>
                      <a:pt x="18" y="154"/>
                    </a:lnTo>
                    <a:lnTo>
                      <a:pt x="18" y="154"/>
                    </a:lnTo>
                    <a:lnTo>
                      <a:pt x="16" y="158"/>
                    </a:lnTo>
                    <a:lnTo>
                      <a:pt x="16" y="158"/>
                    </a:lnTo>
                    <a:lnTo>
                      <a:pt x="20" y="170"/>
                    </a:lnTo>
                    <a:lnTo>
                      <a:pt x="22" y="170"/>
                    </a:lnTo>
                    <a:lnTo>
                      <a:pt x="22" y="170"/>
                    </a:lnTo>
                    <a:lnTo>
                      <a:pt x="20" y="182"/>
                    </a:lnTo>
                    <a:lnTo>
                      <a:pt x="45" y="182"/>
                    </a:lnTo>
                    <a:lnTo>
                      <a:pt x="45" y="182"/>
                    </a:lnTo>
                    <a:lnTo>
                      <a:pt x="47" y="182"/>
                    </a:lnTo>
                    <a:lnTo>
                      <a:pt x="51" y="180"/>
                    </a:lnTo>
                    <a:lnTo>
                      <a:pt x="51" y="180"/>
                    </a:lnTo>
                    <a:lnTo>
                      <a:pt x="55" y="180"/>
                    </a:lnTo>
                    <a:lnTo>
                      <a:pt x="57" y="180"/>
                    </a:lnTo>
                    <a:lnTo>
                      <a:pt x="59" y="180"/>
                    </a:lnTo>
                    <a:lnTo>
                      <a:pt x="59" y="180"/>
                    </a:lnTo>
                    <a:lnTo>
                      <a:pt x="65" y="180"/>
                    </a:lnTo>
                    <a:lnTo>
                      <a:pt x="69" y="180"/>
                    </a:lnTo>
                    <a:lnTo>
                      <a:pt x="79" y="180"/>
                    </a:lnTo>
                    <a:lnTo>
                      <a:pt x="79" y="180"/>
                    </a:lnTo>
                    <a:lnTo>
                      <a:pt x="85" y="180"/>
                    </a:lnTo>
                    <a:lnTo>
                      <a:pt x="89" y="182"/>
                    </a:lnTo>
                    <a:lnTo>
                      <a:pt x="89" y="182"/>
                    </a:lnTo>
                    <a:lnTo>
                      <a:pt x="91" y="184"/>
                    </a:lnTo>
                    <a:lnTo>
                      <a:pt x="95" y="184"/>
                    </a:lnTo>
                    <a:lnTo>
                      <a:pt x="95" y="184"/>
                    </a:lnTo>
                    <a:lnTo>
                      <a:pt x="103" y="184"/>
                    </a:lnTo>
                    <a:lnTo>
                      <a:pt x="103" y="184"/>
                    </a:lnTo>
                    <a:lnTo>
                      <a:pt x="109" y="186"/>
                    </a:lnTo>
                    <a:lnTo>
                      <a:pt x="109" y="186"/>
                    </a:lnTo>
                    <a:lnTo>
                      <a:pt x="107" y="180"/>
                    </a:lnTo>
                    <a:lnTo>
                      <a:pt x="107" y="180"/>
                    </a:lnTo>
                    <a:lnTo>
                      <a:pt x="109" y="174"/>
                    </a:lnTo>
                    <a:lnTo>
                      <a:pt x="111" y="172"/>
                    </a:lnTo>
                    <a:lnTo>
                      <a:pt x="111" y="172"/>
                    </a:lnTo>
                    <a:lnTo>
                      <a:pt x="107" y="168"/>
                    </a:lnTo>
                    <a:lnTo>
                      <a:pt x="101" y="162"/>
                    </a:lnTo>
                    <a:lnTo>
                      <a:pt x="101" y="162"/>
                    </a:lnTo>
                    <a:lnTo>
                      <a:pt x="99" y="158"/>
                    </a:lnTo>
                    <a:lnTo>
                      <a:pt x="93" y="154"/>
                    </a:lnTo>
                    <a:lnTo>
                      <a:pt x="93" y="154"/>
                    </a:lnTo>
                    <a:lnTo>
                      <a:pt x="91" y="148"/>
                    </a:lnTo>
                    <a:lnTo>
                      <a:pt x="87" y="144"/>
                    </a:lnTo>
                    <a:lnTo>
                      <a:pt x="87" y="144"/>
                    </a:lnTo>
                    <a:lnTo>
                      <a:pt x="81" y="130"/>
                    </a:lnTo>
                    <a:lnTo>
                      <a:pt x="81" y="130"/>
                    </a:lnTo>
                    <a:lnTo>
                      <a:pt x="79" y="126"/>
                    </a:lnTo>
                    <a:lnTo>
                      <a:pt x="77" y="124"/>
                    </a:lnTo>
                    <a:lnTo>
                      <a:pt x="77" y="124"/>
                    </a:lnTo>
                    <a:lnTo>
                      <a:pt x="75" y="122"/>
                    </a:lnTo>
                    <a:lnTo>
                      <a:pt x="75" y="122"/>
                    </a:lnTo>
                    <a:lnTo>
                      <a:pt x="79" y="118"/>
                    </a:lnTo>
                    <a:lnTo>
                      <a:pt x="79" y="118"/>
                    </a:lnTo>
                    <a:lnTo>
                      <a:pt x="83" y="114"/>
                    </a:lnTo>
                    <a:lnTo>
                      <a:pt x="85" y="108"/>
                    </a:lnTo>
                    <a:lnTo>
                      <a:pt x="89" y="100"/>
                    </a:lnTo>
                    <a:lnTo>
                      <a:pt x="93" y="92"/>
                    </a:lnTo>
                    <a:lnTo>
                      <a:pt x="93" y="92"/>
                    </a:lnTo>
                    <a:lnTo>
                      <a:pt x="91" y="86"/>
                    </a:lnTo>
                    <a:lnTo>
                      <a:pt x="89" y="80"/>
                    </a:lnTo>
                    <a:lnTo>
                      <a:pt x="89" y="80"/>
                    </a:lnTo>
                    <a:lnTo>
                      <a:pt x="79" y="68"/>
                    </a:lnTo>
                    <a:lnTo>
                      <a:pt x="79" y="68"/>
                    </a:lnTo>
                    <a:lnTo>
                      <a:pt x="79" y="66"/>
                    </a:lnTo>
                    <a:lnTo>
                      <a:pt x="79" y="64"/>
                    </a:lnTo>
                    <a:lnTo>
                      <a:pt x="81" y="60"/>
                    </a:lnTo>
                    <a:lnTo>
                      <a:pt x="81" y="60"/>
                    </a:lnTo>
                    <a:lnTo>
                      <a:pt x="85" y="58"/>
                    </a:lnTo>
                    <a:lnTo>
                      <a:pt x="91" y="58"/>
                    </a:lnTo>
                    <a:lnTo>
                      <a:pt x="97" y="58"/>
                    </a:lnTo>
                    <a:lnTo>
                      <a:pt x="97" y="58"/>
                    </a:lnTo>
                    <a:lnTo>
                      <a:pt x="97" y="56"/>
                    </a:lnTo>
                    <a:lnTo>
                      <a:pt x="97" y="52"/>
                    </a:lnTo>
                    <a:lnTo>
                      <a:pt x="97" y="52"/>
                    </a:lnTo>
                    <a:lnTo>
                      <a:pt x="95" y="48"/>
                    </a:lnTo>
                    <a:lnTo>
                      <a:pt x="95" y="44"/>
                    </a:lnTo>
                    <a:lnTo>
                      <a:pt x="95" y="44"/>
                    </a:lnTo>
                    <a:lnTo>
                      <a:pt x="93" y="40"/>
                    </a:lnTo>
                    <a:lnTo>
                      <a:pt x="91" y="34"/>
                    </a:lnTo>
                    <a:lnTo>
                      <a:pt x="91" y="34"/>
                    </a:lnTo>
                    <a:lnTo>
                      <a:pt x="93" y="30"/>
                    </a:lnTo>
                    <a:lnTo>
                      <a:pt x="95" y="28"/>
                    </a:lnTo>
                    <a:lnTo>
                      <a:pt x="95" y="28"/>
                    </a:lnTo>
                    <a:lnTo>
                      <a:pt x="95" y="24"/>
                    </a:lnTo>
                    <a:lnTo>
                      <a:pt x="95" y="24"/>
                    </a:lnTo>
                    <a:lnTo>
                      <a:pt x="95" y="20"/>
                    </a:lnTo>
                    <a:lnTo>
                      <a:pt x="91" y="16"/>
                    </a:lnTo>
                    <a:lnTo>
                      <a:pt x="91" y="16"/>
                    </a:lnTo>
                    <a:lnTo>
                      <a:pt x="91" y="14"/>
                    </a:lnTo>
                    <a:lnTo>
                      <a:pt x="91" y="12"/>
                    </a:lnTo>
                    <a:lnTo>
                      <a:pt x="91" y="8"/>
                    </a:lnTo>
                    <a:lnTo>
                      <a:pt x="91" y="8"/>
                    </a:lnTo>
                    <a:lnTo>
                      <a:pt x="81" y="0"/>
                    </a:lnTo>
                    <a:lnTo>
                      <a:pt x="81" y="12"/>
                    </a:lnTo>
                    <a:lnTo>
                      <a:pt x="81" y="12"/>
                    </a:lnTo>
                    <a:lnTo>
                      <a:pt x="83" y="14"/>
                    </a:lnTo>
                    <a:lnTo>
                      <a:pt x="85" y="16"/>
                    </a:lnTo>
                    <a:lnTo>
                      <a:pt x="85" y="16"/>
                    </a:lnTo>
                    <a:lnTo>
                      <a:pt x="83" y="24"/>
                    </a:lnTo>
                    <a:lnTo>
                      <a:pt x="81" y="28"/>
                    </a:lnTo>
                    <a:lnTo>
                      <a:pt x="79" y="28"/>
                    </a:lnTo>
                    <a:lnTo>
                      <a:pt x="79" y="28"/>
                    </a:lnTo>
                    <a:lnTo>
                      <a:pt x="77" y="30"/>
                    </a:lnTo>
                    <a:lnTo>
                      <a:pt x="75" y="32"/>
                    </a:lnTo>
                    <a:lnTo>
                      <a:pt x="75" y="32"/>
                    </a:lnTo>
                    <a:lnTo>
                      <a:pt x="73" y="36"/>
                    </a:lnTo>
                    <a:lnTo>
                      <a:pt x="69" y="40"/>
                    </a:lnTo>
                    <a:lnTo>
                      <a:pt x="69" y="40"/>
                    </a:lnTo>
                    <a:lnTo>
                      <a:pt x="69" y="42"/>
                    </a:lnTo>
                    <a:lnTo>
                      <a:pt x="69" y="42"/>
                    </a:lnTo>
                    <a:lnTo>
                      <a:pt x="69" y="46"/>
                    </a:lnTo>
                    <a:lnTo>
                      <a:pt x="69" y="46"/>
                    </a:lnTo>
                    <a:lnTo>
                      <a:pt x="67" y="50"/>
                    </a:lnTo>
                    <a:lnTo>
                      <a:pt x="65" y="52"/>
                    </a:lnTo>
                    <a:lnTo>
                      <a:pt x="65" y="52"/>
                    </a:lnTo>
                    <a:lnTo>
                      <a:pt x="63" y="56"/>
                    </a:lnTo>
                    <a:lnTo>
                      <a:pt x="63" y="58"/>
                    </a:lnTo>
                    <a:lnTo>
                      <a:pt x="63" y="58"/>
                    </a:lnTo>
                    <a:lnTo>
                      <a:pt x="65" y="62"/>
                    </a:lnTo>
                    <a:lnTo>
                      <a:pt x="65" y="64"/>
                    </a:lnTo>
                    <a:lnTo>
                      <a:pt x="63" y="66"/>
                    </a:lnTo>
                    <a:lnTo>
                      <a:pt x="63" y="66"/>
                    </a:lnTo>
                    <a:lnTo>
                      <a:pt x="53" y="70"/>
                    </a:lnTo>
                    <a:lnTo>
                      <a:pt x="53" y="70"/>
                    </a:lnTo>
                    <a:lnTo>
                      <a:pt x="51" y="72"/>
                    </a:lnTo>
                    <a:lnTo>
                      <a:pt x="49" y="76"/>
                    </a:lnTo>
                    <a:lnTo>
                      <a:pt x="49" y="76"/>
                    </a:lnTo>
                    <a:lnTo>
                      <a:pt x="49" y="80"/>
                    </a:lnTo>
                    <a:lnTo>
                      <a:pt x="47" y="84"/>
                    </a:lnTo>
                    <a:lnTo>
                      <a:pt x="47" y="84"/>
                    </a:lnTo>
                    <a:lnTo>
                      <a:pt x="45" y="88"/>
                    </a:lnTo>
                    <a:lnTo>
                      <a:pt x="45" y="92"/>
                    </a:lnTo>
                    <a:lnTo>
                      <a:pt x="45" y="92"/>
                    </a:lnTo>
                    <a:lnTo>
                      <a:pt x="41" y="96"/>
                    </a:lnTo>
                    <a:lnTo>
                      <a:pt x="39" y="98"/>
                    </a:lnTo>
                    <a:lnTo>
                      <a:pt x="39" y="98"/>
                    </a:lnTo>
                    <a:lnTo>
                      <a:pt x="37" y="102"/>
                    </a:lnTo>
                    <a:lnTo>
                      <a:pt x="35" y="108"/>
                    </a:lnTo>
                    <a:lnTo>
                      <a:pt x="35" y="108"/>
                    </a:lnTo>
                    <a:lnTo>
                      <a:pt x="37" y="112"/>
                    </a:lnTo>
                    <a:lnTo>
                      <a:pt x="37" y="112"/>
                    </a:lnTo>
                    <a:lnTo>
                      <a:pt x="35" y="114"/>
                    </a:lnTo>
                    <a:lnTo>
                      <a:pt x="35" y="114"/>
                    </a:lnTo>
                    <a:lnTo>
                      <a:pt x="32" y="116"/>
                    </a:lnTo>
                    <a:lnTo>
                      <a:pt x="30" y="120"/>
                    </a:lnTo>
                    <a:lnTo>
                      <a:pt x="28" y="122"/>
                    </a:lnTo>
                    <a:lnTo>
                      <a:pt x="24" y="122"/>
                    </a:lnTo>
                    <a:lnTo>
                      <a:pt x="24" y="122"/>
                    </a:lnTo>
                    <a:lnTo>
                      <a:pt x="26" y="116"/>
                    </a:lnTo>
                    <a:lnTo>
                      <a:pt x="24" y="114"/>
                    </a:lnTo>
                    <a:lnTo>
                      <a:pt x="24" y="114"/>
                    </a:lnTo>
                    <a:lnTo>
                      <a:pt x="24" y="114"/>
                    </a:lnTo>
                    <a:lnTo>
                      <a:pt x="18" y="112"/>
                    </a:lnTo>
                    <a:lnTo>
                      <a:pt x="18" y="112"/>
                    </a:lnTo>
                    <a:lnTo>
                      <a:pt x="18" y="112"/>
                    </a:lnTo>
                    <a:lnTo>
                      <a:pt x="14" y="114"/>
                    </a:lnTo>
                    <a:lnTo>
                      <a:pt x="14" y="114"/>
                    </a:lnTo>
                    <a:lnTo>
                      <a:pt x="8" y="116"/>
                    </a:lnTo>
                    <a:lnTo>
                      <a:pt x="6" y="116"/>
                    </a:lnTo>
                    <a:lnTo>
                      <a:pt x="4" y="118"/>
                    </a:lnTo>
                    <a:lnTo>
                      <a:pt x="4" y="118"/>
                    </a:lnTo>
                    <a:lnTo>
                      <a:pt x="2" y="124"/>
                    </a:lnTo>
                    <a:lnTo>
                      <a:pt x="2" y="126"/>
                    </a:lnTo>
                    <a:lnTo>
                      <a:pt x="0" y="128"/>
                    </a:lnTo>
                    <a:lnTo>
                      <a:pt x="0" y="128"/>
                    </a:lnTo>
                    <a:lnTo>
                      <a:pt x="0" y="128"/>
                    </a:lnTo>
                    <a:lnTo>
                      <a:pt x="0" y="132"/>
                    </a:lnTo>
                    <a:lnTo>
                      <a:pt x="0" y="132"/>
                    </a:lnTo>
                    <a:lnTo>
                      <a:pt x="0" y="134"/>
                    </a:lnTo>
                    <a:lnTo>
                      <a:pt x="2" y="136"/>
                    </a:lnTo>
                    <a:lnTo>
                      <a:pt x="0" y="142"/>
                    </a:lnTo>
                    <a:lnTo>
                      <a:pt x="0" y="1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7" name="Freeform 240">
                <a:extLst>
                  <a:ext uri="{FF2B5EF4-FFF2-40B4-BE49-F238E27FC236}">
                    <a16:creationId xmlns:a16="http://schemas.microsoft.com/office/drawing/2014/main" id="{14EF171F-61D2-D648-B1BE-9B2FB50BA184}"/>
                  </a:ext>
                </a:extLst>
              </p:cNvPr>
              <p:cNvSpPr>
                <a:spLocks/>
              </p:cNvSpPr>
              <p:nvPr/>
            </p:nvSpPr>
            <p:spPr bwMode="auto">
              <a:xfrm>
                <a:off x="6661202" y="4479748"/>
                <a:ext cx="59605" cy="68081"/>
              </a:xfrm>
              <a:custGeom>
                <a:avLst/>
                <a:gdLst>
                  <a:gd name="T0" fmla="*/ 0 w 30"/>
                  <a:gd name="T1" fmla="*/ 2 h 34"/>
                  <a:gd name="T2" fmla="*/ 0 w 30"/>
                  <a:gd name="T3" fmla="*/ 2 h 34"/>
                  <a:gd name="T4" fmla="*/ 2 w 30"/>
                  <a:gd name="T5" fmla="*/ 2 h 34"/>
                  <a:gd name="T6" fmla="*/ 4 w 30"/>
                  <a:gd name="T7" fmla="*/ 0 h 34"/>
                  <a:gd name="T8" fmla="*/ 6 w 30"/>
                  <a:gd name="T9" fmla="*/ 2 h 34"/>
                  <a:gd name="T10" fmla="*/ 6 w 30"/>
                  <a:gd name="T11" fmla="*/ 2 h 34"/>
                  <a:gd name="T12" fmla="*/ 8 w 30"/>
                  <a:gd name="T13" fmla="*/ 8 h 34"/>
                  <a:gd name="T14" fmla="*/ 8 w 30"/>
                  <a:gd name="T15" fmla="*/ 8 h 34"/>
                  <a:gd name="T16" fmla="*/ 12 w 30"/>
                  <a:gd name="T17" fmla="*/ 6 h 34"/>
                  <a:gd name="T18" fmla="*/ 12 w 30"/>
                  <a:gd name="T19" fmla="*/ 6 h 34"/>
                  <a:gd name="T20" fmla="*/ 14 w 30"/>
                  <a:gd name="T21" fmla="*/ 4 h 34"/>
                  <a:gd name="T22" fmla="*/ 14 w 30"/>
                  <a:gd name="T23" fmla="*/ 2 h 34"/>
                  <a:gd name="T24" fmla="*/ 14 w 30"/>
                  <a:gd name="T25" fmla="*/ 0 h 34"/>
                  <a:gd name="T26" fmla="*/ 16 w 30"/>
                  <a:gd name="T27" fmla="*/ 0 h 34"/>
                  <a:gd name="T28" fmla="*/ 16 w 30"/>
                  <a:gd name="T29" fmla="*/ 0 h 34"/>
                  <a:gd name="T30" fmla="*/ 22 w 30"/>
                  <a:gd name="T31" fmla="*/ 2 h 34"/>
                  <a:gd name="T32" fmla="*/ 24 w 30"/>
                  <a:gd name="T33" fmla="*/ 2 h 34"/>
                  <a:gd name="T34" fmla="*/ 24 w 30"/>
                  <a:gd name="T35" fmla="*/ 2 h 34"/>
                  <a:gd name="T36" fmla="*/ 24 w 30"/>
                  <a:gd name="T37" fmla="*/ 6 h 34"/>
                  <a:gd name="T38" fmla="*/ 24 w 30"/>
                  <a:gd name="T39" fmla="*/ 8 h 34"/>
                  <a:gd name="T40" fmla="*/ 26 w 30"/>
                  <a:gd name="T41" fmla="*/ 12 h 34"/>
                  <a:gd name="T42" fmla="*/ 26 w 30"/>
                  <a:gd name="T43" fmla="*/ 12 h 34"/>
                  <a:gd name="T44" fmla="*/ 30 w 30"/>
                  <a:gd name="T45" fmla="*/ 12 h 34"/>
                  <a:gd name="T46" fmla="*/ 30 w 30"/>
                  <a:gd name="T47" fmla="*/ 12 h 34"/>
                  <a:gd name="T48" fmla="*/ 30 w 30"/>
                  <a:gd name="T49" fmla="*/ 12 h 34"/>
                  <a:gd name="T50" fmla="*/ 28 w 30"/>
                  <a:gd name="T51" fmla="*/ 18 h 34"/>
                  <a:gd name="T52" fmla="*/ 28 w 30"/>
                  <a:gd name="T53" fmla="*/ 18 h 34"/>
                  <a:gd name="T54" fmla="*/ 22 w 30"/>
                  <a:gd name="T55" fmla="*/ 22 h 34"/>
                  <a:gd name="T56" fmla="*/ 20 w 30"/>
                  <a:gd name="T57" fmla="*/ 30 h 34"/>
                  <a:gd name="T58" fmla="*/ 20 w 30"/>
                  <a:gd name="T59" fmla="*/ 30 h 34"/>
                  <a:gd name="T60" fmla="*/ 14 w 30"/>
                  <a:gd name="T61" fmla="*/ 34 h 34"/>
                  <a:gd name="T62" fmla="*/ 14 w 30"/>
                  <a:gd name="T63" fmla="*/ 34 h 34"/>
                  <a:gd name="T64" fmla="*/ 8 w 30"/>
                  <a:gd name="T65" fmla="*/ 32 h 34"/>
                  <a:gd name="T66" fmla="*/ 8 w 30"/>
                  <a:gd name="T67" fmla="*/ 32 h 34"/>
                  <a:gd name="T68" fmla="*/ 8 w 30"/>
                  <a:gd name="T69" fmla="*/ 10 h 34"/>
                  <a:gd name="T70" fmla="*/ 8 w 30"/>
                  <a:gd name="T71" fmla="*/ 10 h 34"/>
                  <a:gd name="T72" fmla="*/ 2 w 30"/>
                  <a:gd name="T73" fmla="*/ 8 h 34"/>
                  <a:gd name="T74" fmla="*/ 2 w 30"/>
                  <a:gd name="T75" fmla="*/ 8 h 34"/>
                  <a:gd name="T76" fmla="*/ 0 w 30"/>
                  <a:gd name="T77" fmla="*/ 4 h 34"/>
                  <a:gd name="T78" fmla="*/ 0 w 30"/>
                  <a:gd name="T79"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0" h="34">
                    <a:moveTo>
                      <a:pt x="0" y="2"/>
                    </a:moveTo>
                    <a:lnTo>
                      <a:pt x="0" y="2"/>
                    </a:lnTo>
                    <a:lnTo>
                      <a:pt x="2" y="2"/>
                    </a:lnTo>
                    <a:lnTo>
                      <a:pt x="4" y="0"/>
                    </a:lnTo>
                    <a:lnTo>
                      <a:pt x="6" y="2"/>
                    </a:lnTo>
                    <a:lnTo>
                      <a:pt x="6" y="2"/>
                    </a:lnTo>
                    <a:lnTo>
                      <a:pt x="8" y="8"/>
                    </a:lnTo>
                    <a:lnTo>
                      <a:pt x="8" y="8"/>
                    </a:lnTo>
                    <a:lnTo>
                      <a:pt x="12" y="6"/>
                    </a:lnTo>
                    <a:lnTo>
                      <a:pt x="12" y="6"/>
                    </a:lnTo>
                    <a:lnTo>
                      <a:pt x="14" y="4"/>
                    </a:lnTo>
                    <a:lnTo>
                      <a:pt x="14" y="2"/>
                    </a:lnTo>
                    <a:lnTo>
                      <a:pt x="14" y="0"/>
                    </a:lnTo>
                    <a:lnTo>
                      <a:pt x="16" y="0"/>
                    </a:lnTo>
                    <a:lnTo>
                      <a:pt x="16" y="0"/>
                    </a:lnTo>
                    <a:lnTo>
                      <a:pt x="22" y="2"/>
                    </a:lnTo>
                    <a:lnTo>
                      <a:pt x="24" y="2"/>
                    </a:lnTo>
                    <a:lnTo>
                      <a:pt x="24" y="2"/>
                    </a:lnTo>
                    <a:lnTo>
                      <a:pt x="24" y="6"/>
                    </a:lnTo>
                    <a:lnTo>
                      <a:pt x="24" y="8"/>
                    </a:lnTo>
                    <a:lnTo>
                      <a:pt x="26" y="12"/>
                    </a:lnTo>
                    <a:lnTo>
                      <a:pt x="26" y="12"/>
                    </a:lnTo>
                    <a:lnTo>
                      <a:pt x="30" y="12"/>
                    </a:lnTo>
                    <a:lnTo>
                      <a:pt x="30" y="12"/>
                    </a:lnTo>
                    <a:lnTo>
                      <a:pt x="30" y="12"/>
                    </a:lnTo>
                    <a:lnTo>
                      <a:pt x="28" y="18"/>
                    </a:lnTo>
                    <a:lnTo>
                      <a:pt x="28" y="18"/>
                    </a:lnTo>
                    <a:lnTo>
                      <a:pt x="22" y="22"/>
                    </a:lnTo>
                    <a:lnTo>
                      <a:pt x="20" y="30"/>
                    </a:lnTo>
                    <a:lnTo>
                      <a:pt x="20" y="30"/>
                    </a:lnTo>
                    <a:lnTo>
                      <a:pt x="14" y="34"/>
                    </a:lnTo>
                    <a:lnTo>
                      <a:pt x="14" y="34"/>
                    </a:lnTo>
                    <a:lnTo>
                      <a:pt x="8" y="32"/>
                    </a:lnTo>
                    <a:lnTo>
                      <a:pt x="8" y="32"/>
                    </a:lnTo>
                    <a:lnTo>
                      <a:pt x="8" y="10"/>
                    </a:lnTo>
                    <a:lnTo>
                      <a:pt x="8" y="10"/>
                    </a:lnTo>
                    <a:lnTo>
                      <a:pt x="2" y="8"/>
                    </a:lnTo>
                    <a:lnTo>
                      <a:pt x="2" y="8"/>
                    </a:lnTo>
                    <a:lnTo>
                      <a:pt x="0" y="4"/>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8" name="Freeform 242">
                <a:extLst>
                  <a:ext uri="{FF2B5EF4-FFF2-40B4-BE49-F238E27FC236}">
                    <a16:creationId xmlns:a16="http://schemas.microsoft.com/office/drawing/2014/main" id="{3ECD59D0-4F7C-3044-9874-D5D72F273C3C}"/>
                  </a:ext>
                </a:extLst>
              </p:cNvPr>
              <p:cNvSpPr>
                <a:spLocks/>
              </p:cNvSpPr>
              <p:nvPr/>
            </p:nvSpPr>
            <p:spPr bwMode="auto">
              <a:xfrm>
                <a:off x="5749069" y="3847004"/>
                <a:ext cx="191457" cy="196231"/>
              </a:xfrm>
              <a:custGeom>
                <a:avLst/>
                <a:gdLst>
                  <a:gd name="T0" fmla="*/ 64 w 98"/>
                  <a:gd name="T1" fmla="*/ 70 h 98"/>
                  <a:gd name="T2" fmla="*/ 64 w 98"/>
                  <a:gd name="T3" fmla="*/ 72 h 98"/>
                  <a:gd name="T4" fmla="*/ 44 w 98"/>
                  <a:gd name="T5" fmla="*/ 72 h 98"/>
                  <a:gd name="T6" fmla="*/ 40 w 98"/>
                  <a:gd name="T7" fmla="*/ 74 h 98"/>
                  <a:gd name="T8" fmla="*/ 40 w 98"/>
                  <a:gd name="T9" fmla="*/ 78 h 98"/>
                  <a:gd name="T10" fmla="*/ 42 w 98"/>
                  <a:gd name="T11" fmla="*/ 88 h 98"/>
                  <a:gd name="T12" fmla="*/ 40 w 98"/>
                  <a:gd name="T13" fmla="*/ 96 h 98"/>
                  <a:gd name="T14" fmla="*/ 30 w 98"/>
                  <a:gd name="T15" fmla="*/ 98 h 98"/>
                  <a:gd name="T16" fmla="*/ 28 w 98"/>
                  <a:gd name="T17" fmla="*/ 96 h 98"/>
                  <a:gd name="T18" fmla="*/ 28 w 98"/>
                  <a:gd name="T19" fmla="*/ 90 h 98"/>
                  <a:gd name="T20" fmla="*/ 18 w 98"/>
                  <a:gd name="T21" fmla="*/ 94 h 98"/>
                  <a:gd name="T22" fmla="*/ 12 w 98"/>
                  <a:gd name="T23" fmla="*/ 88 h 98"/>
                  <a:gd name="T24" fmla="*/ 0 w 98"/>
                  <a:gd name="T25" fmla="*/ 88 h 98"/>
                  <a:gd name="T26" fmla="*/ 0 w 98"/>
                  <a:gd name="T27" fmla="*/ 78 h 98"/>
                  <a:gd name="T28" fmla="*/ 2 w 98"/>
                  <a:gd name="T29" fmla="*/ 76 h 98"/>
                  <a:gd name="T30" fmla="*/ 4 w 98"/>
                  <a:gd name="T31" fmla="*/ 72 h 98"/>
                  <a:gd name="T32" fmla="*/ 4 w 98"/>
                  <a:gd name="T33" fmla="*/ 68 h 98"/>
                  <a:gd name="T34" fmla="*/ 4 w 98"/>
                  <a:gd name="T35" fmla="*/ 62 h 98"/>
                  <a:gd name="T36" fmla="*/ 6 w 98"/>
                  <a:gd name="T37" fmla="*/ 60 h 98"/>
                  <a:gd name="T38" fmla="*/ 10 w 98"/>
                  <a:gd name="T39" fmla="*/ 56 h 98"/>
                  <a:gd name="T40" fmla="*/ 12 w 98"/>
                  <a:gd name="T41" fmla="*/ 58 h 98"/>
                  <a:gd name="T42" fmla="*/ 16 w 98"/>
                  <a:gd name="T43" fmla="*/ 48 h 98"/>
                  <a:gd name="T44" fmla="*/ 18 w 98"/>
                  <a:gd name="T45" fmla="*/ 42 h 98"/>
                  <a:gd name="T46" fmla="*/ 20 w 98"/>
                  <a:gd name="T47" fmla="*/ 40 h 98"/>
                  <a:gd name="T48" fmla="*/ 32 w 98"/>
                  <a:gd name="T49" fmla="*/ 36 h 98"/>
                  <a:gd name="T50" fmla="*/ 34 w 98"/>
                  <a:gd name="T51" fmla="*/ 34 h 98"/>
                  <a:gd name="T52" fmla="*/ 36 w 98"/>
                  <a:gd name="T53" fmla="*/ 30 h 98"/>
                  <a:gd name="T54" fmla="*/ 42 w 98"/>
                  <a:gd name="T55" fmla="*/ 22 h 98"/>
                  <a:gd name="T56" fmla="*/ 46 w 98"/>
                  <a:gd name="T57" fmla="*/ 20 h 98"/>
                  <a:gd name="T58" fmla="*/ 48 w 98"/>
                  <a:gd name="T59" fmla="*/ 18 h 98"/>
                  <a:gd name="T60" fmla="*/ 50 w 98"/>
                  <a:gd name="T61" fmla="*/ 12 h 98"/>
                  <a:gd name="T62" fmla="*/ 54 w 98"/>
                  <a:gd name="T63" fmla="*/ 8 h 98"/>
                  <a:gd name="T64" fmla="*/ 58 w 98"/>
                  <a:gd name="T65" fmla="*/ 8 h 98"/>
                  <a:gd name="T66" fmla="*/ 60 w 98"/>
                  <a:gd name="T67" fmla="*/ 4 h 98"/>
                  <a:gd name="T68" fmla="*/ 64 w 98"/>
                  <a:gd name="T69" fmla="*/ 0 h 98"/>
                  <a:gd name="T70" fmla="*/ 66 w 98"/>
                  <a:gd name="T71" fmla="*/ 2 h 98"/>
                  <a:gd name="T72" fmla="*/ 68 w 98"/>
                  <a:gd name="T73" fmla="*/ 2 h 98"/>
                  <a:gd name="T74" fmla="*/ 70 w 98"/>
                  <a:gd name="T75" fmla="*/ 2 h 98"/>
                  <a:gd name="T76" fmla="*/ 74 w 98"/>
                  <a:gd name="T77" fmla="*/ 6 h 98"/>
                  <a:gd name="T78" fmla="*/ 76 w 98"/>
                  <a:gd name="T79" fmla="*/ 18 h 98"/>
                  <a:gd name="T80" fmla="*/ 86 w 98"/>
                  <a:gd name="T81" fmla="*/ 28 h 98"/>
                  <a:gd name="T82" fmla="*/ 92 w 98"/>
                  <a:gd name="T83" fmla="*/ 42 h 98"/>
                  <a:gd name="T84" fmla="*/ 96 w 98"/>
                  <a:gd name="T85" fmla="*/ 42 h 98"/>
                  <a:gd name="T86" fmla="*/ 96 w 98"/>
                  <a:gd name="T87" fmla="*/ 42 h 98"/>
                  <a:gd name="T88" fmla="*/ 94 w 98"/>
                  <a:gd name="T89" fmla="*/ 48 h 98"/>
                  <a:gd name="T90" fmla="*/ 98 w 98"/>
                  <a:gd name="T91" fmla="*/ 62 h 98"/>
                  <a:gd name="T92" fmla="*/ 98 w 98"/>
                  <a:gd name="T93" fmla="*/ 66 h 98"/>
                  <a:gd name="T94" fmla="*/ 92 w 98"/>
                  <a:gd name="T95" fmla="*/ 68 h 98"/>
                  <a:gd name="T96" fmla="*/ 92 w 98"/>
                  <a:gd name="T97" fmla="*/ 70 h 98"/>
                  <a:gd name="T98" fmla="*/ 90 w 98"/>
                  <a:gd name="T99" fmla="*/ 72 h 98"/>
                  <a:gd name="T100" fmla="*/ 86 w 98"/>
                  <a:gd name="T101" fmla="*/ 72 h 98"/>
                  <a:gd name="T102" fmla="*/ 80 w 98"/>
                  <a:gd name="T103" fmla="*/ 72 h 98"/>
                  <a:gd name="T104" fmla="*/ 74 w 98"/>
                  <a:gd name="T105"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8" h="98">
                    <a:moveTo>
                      <a:pt x="74" y="70"/>
                    </a:moveTo>
                    <a:lnTo>
                      <a:pt x="64" y="70"/>
                    </a:lnTo>
                    <a:lnTo>
                      <a:pt x="64" y="72"/>
                    </a:lnTo>
                    <a:lnTo>
                      <a:pt x="64" y="72"/>
                    </a:lnTo>
                    <a:lnTo>
                      <a:pt x="54" y="72"/>
                    </a:lnTo>
                    <a:lnTo>
                      <a:pt x="44" y="72"/>
                    </a:lnTo>
                    <a:lnTo>
                      <a:pt x="44" y="72"/>
                    </a:lnTo>
                    <a:lnTo>
                      <a:pt x="40" y="74"/>
                    </a:lnTo>
                    <a:lnTo>
                      <a:pt x="40" y="78"/>
                    </a:lnTo>
                    <a:lnTo>
                      <a:pt x="40" y="78"/>
                    </a:lnTo>
                    <a:lnTo>
                      <a:pt x="40" y="84"/>
                    </a:lnTo>
                    <a:lnTo>
                      <a:pt x="42" y="88"/>
                    </a:lnTo>
                    <a:lnTo>
                      <a:pt x="42" y="88"/>
                    </a:lnTo>
                    <a:lnTo>
                      <a:pt x="40" y="96"/>
                    </a:lnTo>
                    <a:lnTo>
                      <a:pt x="40" y="96"/>
                    </a:lnTo>
                    <a:lnTo>
                      <a:pt x="30" y="98"/>
                    </a:lnTo>
                    <a:lnTo>
                      <a:pt x="30" y="98"/>
                    </a:lnTo>
                    <a:lnTo>
                      <a:pt x="28" y="96"/>
                    </a:lnTo>
                    <a:lnTo>
                      <a:pt x="28" y="94"/>
                    </a:lnTo>
                    <a:lnTo>
                      <a:pt x="28" y="90"/>
                    </a:lnTo>
                    <a:lnTo>
                      <a:pt x="22" y="90"/>
                    </a:lnTo>
                    <a:lnTo>
                      <a:pt x="18" y="94"/>
                    </a:lnTo>
                    <a:lnTo>
                      <a:pt x="12" y="92"/>
                    </a:lnTo>
                    <a:lnTo>
                      <a:pt x="12" y="88"/>
                    </a:lnTo>
                    <a:lnTo>
                      <a:pt x="0" y="88"/>
                    </a:lnTo>
                    <a:lnTo>
                      <a:pt x="0" y="88"/>
                    </a:lnTo>
                    <a:lnTo>
                      <a:pt x="0" y="82"/>
                    </a:lnTo>
                    <a:lnTo>
                      <a:pt x="0" y="78"/>
                    </a:lnTo>
                    <a:lnTo>
                      <a:pt x="2" y="76"/>
                    </a:lnTo>
                    <a:lnTo>
                      <a:pt x="2" y="76"/>
                    </a:lnTo>
                    <a:lnTo>
                      <a:pt x="4" y="74"/>
                    </a:lnTo>
                    <a:lnTo>
                      <a:pt x="4" y="72"/>
                    </a:lnTo>
                    <a:lnTo>
                      <a:pt x="4" y="68"/>
                    </a:lnTo>
                    <a:lnTo>
                      <a:pt x="4" y="68"/>
                    </a:lnTo>
                    <a:lnTo>
                      <a:pt x="4" y="64"/>
                    </a:lnTo>
                    <a:lnTo>
                      <a:pt x="4" y="62"/>
                    </a:lnTo>
                    <a:lnTo>
                      <a:pt x="4" y="62"/>
                    </a:lnTo>
                    <a:lnTo>
                      <a:pt x="6" y="60"/>
                    </a:lnTo>
                    <a:lnTo>
                      <a:pt x="10" y="56"/>
                    </a:lnTo>
                    <a:lnTo>
                      <a:pt x="10" y="56"/>
                    </a:lnTo>
                    <a:lnTo>
                      <a:pt x="12" y="58"/>
                    </a:lnTo>
                    <a:lnTo>
                      <a:pt x="12" y="58"/>
                    </a:lnTo>
                    <a:lnTo>
                      <a:pt x="12" y="58"/>
                    </a:lnTo>
                    <a:lnTo>
                      <a:pt x="16" y="48"/>
                    </a:lnTo>
                    <a:lnTo>
                      <a:pt x="16" y="48"/>
                    </a:lnTo>
                    <a:lnTo>
                      <a:pt x="18" y="42"/>
                    </a:lnTo>
                    <a:lnTo>
                      <a:pt x="20" y="40"/>
                    </a:lnTo>
                    <a:lnTo>
                      <a:pt x="20" y="40"/>
                    </a:lnTo>
                    <a:lnTo>
                      <a:pt x="26" y="38"/>
                    </a:lnTo>
                    <a:lnTo>
                      <a:pt x="32" y="36"/>
                    </a:lnTo>
                    <a:lnTo>
                      <a:pt x="32" y="36"/>
                    </a:lnTo>
                    <a:lnTo>
                      <a:pt x="34" y="34"/>
                    </a:lnTo>
                    <a:lnTo>
                      <a:pt x="36" y="30"/>
                    </a:lnTo>
                    <a:lnTo>
                      <a:pt x="36" y="30"/>
                    </a:lnTo>
                    <a:lnTo>
                      <a:pt x="38" y="26"/>
                    </a:lnTo>
                    <a:lnTo>
                      <a:pt x="42" y="22"/>
                    </a:lnTo>
                    <a:lnTo>
                      <a:pt x="42" y="22"/>
                    </a:lnTo>
                    <a:lnTo>
                      <a:pt x="46" y="20"/>
                    </a:lnTo>
                    <a:lnTo>
                      <a:pt x="48" y="18"/>
                    </a:lnTo>
                    <a:lnTo>
                      <a:pt x="48" y="18"/>
                    </a:lnTo>
                    <a:lnTo>
                      <a:pt x="48" y="18"/>
                    </a:lnTo>
                    <a:lnTo>
                      <a:pt x="50" y="12"/>
                    </a:lnTo>
                    <a:lnTo>
                      <a:pt x="50" y="10"/>
                    </a:lnTo>
                    <a:lnTo>
                      <a:pt x="54" y="8"/>
                    </a:lnTo>
                    <a:lnTo>
                      <a:pt x="54" y="8"/>
                    </a:lnTo>
                    <a:lnTo>
                      <a:pt x="58" y="8"/>
                    </a:lnTo>
                    <a:lnTo>
                      <a:pt x="60" y="4"/>
                    </a:lnTo>
                    <a:lnTo>
                      <a:pt x="60" y="4"/>
                    </a:lnTo>
                    <a:lnTo>
                      <a:pt x="62" y="0"/>
                    </a:lnTo>
                    <a:lnTo>
                      <a:pt x="64" y="0"/>
                    </a:lnTo>
                    <a:lnTo>
                      <a:pt x="66" y="2"/>
                    </a:lnTo>
                    <a:lnTo>
                      <a:pt x="66" y="2"/>
                    </a:lnTo>
                    <a:lnTo>
                      <a:pt x="66" y="2"/>
                    </a:lnTo>
                    <a:lnTo>
                      <a:pt x="68" y="2"/>
                    </a:lnTo>
                    <a:lnTo>
                      <a:pt x="70" y="0"/>
                    </a:lnTo>
                    <a:lnTo>
                      <a:pt x="70" y="2"/>
                    </a:lnTo>
                    <a:lnTo>
                      <a:pt x="70" y="2"/>
                    </a:lnTo>
                    <a:lnTo>
                      <a:pt x="74" y="6"/>
                    </a:lnTo>
                    <a:lnTo>
                      <a:pt x="72" y="12"/>
                    </a:lnTo>
                    <a:lnTo>
                      <a:pt x="76" y="18"/>
                    </a:lnTo>
                    <a:lnTo>
                      <a:pt x="86" y="24"/>
                    </a:lnTo>
                    <a:lnTo>
                      <a:pt x="86" y="28"/>
                    </a:lnTo>
                    <a:lnTo>
                      <a:pt x="92" y="42"/>
                    </a:lnTo>
                    <a:lnTo>
                      <a:pt x="92" y="42"/>
                    </a:lnTo>
                    <a:lnTo>
                      <a:pt x="94" y="40"/>
                    </a:lnTo>
                    <a:lnTo>
                      <a:pt x="96" y="42"/>
                    </a:lnTo>
                    <a:lnTo>
                      <a:pt x="96" y="42"/>
                    </a:lnTo>
                    <a:lnTo>
                      <a:pt x="96" y="42"/>
                    </a:lnTo>
                    <a:lnTo>
                      <a:pt x="96" y="46"/>
                    </a:lnTo>
                    <a:lnTo>
                      <a:pt x="94" y="48"/>
                    </a:lnTo>
                    <a:lnTo>
                      <a:pt x="98" y="62"/>
                    </a:lnTo>
                    <a:lnTo>
                      <a:pt x="98" y="62"/>
                    </a:lnTo>
                    <a:lnTo>
                      <a:pt x="98" y="62"/>
                    </a:lnTo>
                    <a:lnTo>
                      <a:pt x="98" y="66"/>
                    </a:lnTo>
                    <a:lnTo>
                      <a:pt x="98" y="66"/>
                    </a:lnTo>
                    <a:lnTo>
                      <a:pt x="92" y="68"/>
                    </a:lnTo>
                    <a:lnTo>
                      <a:pt x="92" y="68"/>
                    </a:lnTo>
                    <a:lnTo>
                      <a:pt x="92" y="70"/>
                    </a:lnTo>
                    <a:lnTo>
                      <a:pt x="92" y="72"/>
                    </a:lnTo>
                    <a:lnTo>
                      <a:pt x="90" y="72"/>
                    </a:lnTo>
                    <a:lnTo>
                      <a:pt x="90" y="72"/>
                    </a:lnTo>
                    <a:lnTo>
                      <a:pt x="86" y="72"/>
                    </a:lnTo>
                    <a:lnTo>
                      <a:pt x="86" y="72"/>
                    </a:lnTo>
                    <a:lnTo>
                      <a:pt x="80" y="72"/>
                    </a:lnTo>
                    <a:lnTo>
                      <a:pt x="80" y="72"/>
                    </a:lnTo>
                    <a:lnTo>
                      <a:pt x="74" y="70"/>
                    </a:lnTo>
                    <a:lnTo>
                      <a:pt x="74"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9" name="Freeform 249">
                <a:extLst>
                  <a:ext uri="{FF2B5EF4-FFF2-40B4-BE49-F238E27FC236}">
                    <a16:creationId xmlns:a16="http://schemas.microsoft.com/office/drawing/2014/main" id="{6394BBC3-6937-1647-8C41-FAE6A8A4B0D1}"/>
                  </a:ext>
                </a:extLst>
              </p:cNvPr>
              <p:cNvSpPr>
                <a:spLocks/>
              </p:cNvSpPr>
              <p:nvPr/>
            </p:nvSpPr>
            <p:spPr bwMode="auto">
              <a:xfrm>
                <a:off x="6411946" y="4984340"/>
                <a:ext cx="258288" cy="308362"/>
              </a:xfrm>
              <a:custGeom>
                <a:avLst/>
                <a:gdLst>
                  <a:gd name="T0" fmla="*/ 4 w 132"/>
                  <a:gd name="T1" fmla="*/ 128 h 154"/>
                  <a:gd name="T2" fmla="*/ 10 w 132"/>
                  <a:gd name="T3" fmla="*/ 134 h 154"/>
                  <a:gd name="T4" fmla="*/ 10 w 132"/>
                  <a:gd name="T5" fmla="*/ 146 h 154"/>
                  <a:gd name="T6" fmla="*/ 14 w 132"/>
                  <a:gd name="T7" fmla="*/ 154 h 154"/>
                  <a:gd name="T8" fmla="*/ 16 w 132"/>
                  <a:gd name="T9" fmla="*/ 154 h 154"/>
                  <a:gd name="T10" fmla="*/ 20 w 132"/>
                  <a:gd name="T11" fmla="*/ 152 h 154"/>
                  <a:gd name="T12" fmla="*/ 32 w 132"/>
                  <a:gd name="T13" fmla="*/ 146 h 154"/>
                  <a:gd name="T14" fmla="*/ 46 w 132"/>
                  <a:gd name="T15" fmla="*/ 136 h 154"/>
                  <a:gd name="T16" fmla="*/ 48 w 132"/>
                  <a:gd name="T17" fmla="*/ 130 h 154"/>
                  <a:gd name="T18" fmla="*/ 54 w 132"/>
                  <a:gd name="T19" fmla="*/ 128 h 154"/>
                  <a:gd name="T20" fmla="*/ 58 w 132"/>
                  <a:gd name="T21" fmla="*/ 132 h 154"/>
                  <a:gd name="T22" fmla="*/ 64 w 132"/>
                  <a:gd name="T23" fmla="*/ 132 h 154"/>
                  <a:gd name="T24" fmla="*/ 70 w 132"/>
                  <a:gd name="T25" fmla="*/ 132 h 154"/>
                  <a:gd name="T26" fmla="*/ 78 w 132"/>
                  <a:gd name="T27" fmla="*/ 134 h 154"/>
                  <a:gd name="T28" fmla="*/ 82 w 132"/>
                  <a:gd name="T29" fmla="*/ 132 h 154"/>
                  <a:gd name="T30" fmla="*/ 84 w 132"/>
                  <a:gd name="T31" fmla="*/ 112 h 154"/>
                  <a:gd name="T32" fmla="*/ 90 w 132"/>
                  <a:gd name="T33" fmla="*/ 108 h 154"/>
                  <a:gd name="T34" fmla="*/ 94 w 132"/>
                  <a:gd name="T35" fmla="*/ 96 h 154"/>
                  <a:gd name="T36" fmla="*/ 100 w 132"/>
                  <a:gd name="T37" fmla="*/ 90 h 154"/>
                  <a:gd name="T38" fmla="*/ 106 w 132"/>
                  <a:gd name="T39" fmla="*/ 86 h 154"/>
                  <a:gd name="T40" fmla="*/ 118 w 132"/>
                  <a:gd name="T41" fmla="*/ 80 h 154"/>
                  <a:gd name="T42" fmla="*/ 122 w 132"/>
                  <a:gd name="T43" fmla="*/ 78 h 154"/>
                  <a:gd name="T44" fmla="*/ 128 w 132"/>
                  <a:gd name="T45" fmla="*/ 76 h 154"/>
                  <a:gd name="T46" fmla="*/ 132 w 132"/>
                  <a:gd name="T47" fmla="*/ 72 h 154"/>
                  <a:gd name="T48" fmla="*/ 126 w 132"/>
                  <a:gd name="T49" fmla="*/ 68 h 154"/>
                  <a:gd name="T50" fmla="*/ 122 w 132"/>
                  <a:gd name="T51" fmla="*/ 66 h 154"/>
                  <a:gd name="T52" fmla="*/ 116 w 132"/>
                  <a:gd name="T53" fmla="*/ 64 h 154"/>
                  <a:gd name="T54" fmla="*/ 116 w 132"/>
                  <a:gd name="T55" fmla="*/ 62 h 154"/>
                  <a:gd name="T56" fmla="*/ 116 w 132"/>
                  <a:gd name="T57" fmla="*/ 52 h 154"/>
                  <a:gd name="T58" fmla="*/ 112 w 132"/>
                  <a:gd name="T59" fmla="*/ 48 h 154"/>
                  <a:gd name="T60" fmla="*/ 110 w 132"/>
                  <a:gd name="T61" fmla="*/ 44 h 154"/>
                  <a:gd name="T62" fmla="*/ 106 w 132"/>
                  <a:gd name="T63" fmla="*/ 36 h 154"/>
                  <a:gd name="T64" fmla="*/ 100 w 132"/>
                  <a:gd name="T65" fmla="*/ 32 h 154"/>
                  <a:gd name="T66" fmla="*/ 98 w 132"/>
                  <a:gd name="T67" fmla="*/ 28 h 154"/>
                  <a:gd name="T68" fmla="*/ 94 w 132"/>
                  <a:gd name="T69" fmla="*/ 30 h 154"/>
                  <a:gd name="T70" fmla="*/ 92 w 132"/>
                  <a:gd name="T71" fmla="*/ 28 h 154"/>
                  <a:gd name="T72" fmla="*/ 90 w 132"/>
                  <a:gd name="T73" fmla="*/ 26 h 154"/>
                  <a:gd name="T74" fmla="*/ 82 w 132"/>
                  <a:gd name="T75" fmla="*/ 16 h 154"/>
                  <a:gd name="T76" fmla="*/ 78 w 132"/>
                  <a:gd name="T77" fmla="*/ 8 h 154"/>
                  <a:gd name="T78" fmla="*/ 76 w 132"/>
                  <a:gd name="T79" fmla="*/ 4 h 154"/>
                  <a:gd name="T80" fmla="*/ 72 w 132"/>
                  <a:gd name="T81" fmla="*/ 0 h 154"/>
                  <a:gd name="T82" fmla="*/ 68 w 132"/>
                  <a:gd name="T83" fmla="*/ 2 h 154"/>
                  <a:gd name="T84" fmla="*/ 62 w 132"/>
                  <a:gd name="T85" fmla="*/ 2 h 154"/>
                  <a:gd name="T86" fmla="*/ 60 w 132"/>
                  <a:gd name="T87" fmla="*/ 6 h 154"/>
                  <a:gd name="T88" fmla="*/ 26 w 132"/>
                  <a:gd name="T89" fmla="*/ 8 h 154"/>
                  <a:gd name="T90" fmla="*/ 0 w 132"/>
                  <a:gd name="T91" fmla="*/ 6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 h="154">
                    <a:moveTo>
                      <a:pt x="0" y="126"/>
                    </a:moveTo>
                    <a:lnTo>
                      <a:pt x="0" y="126"/>
                    </a:lnTo>
                    <a:lnTo>
                      <a:pt x="4" y="128"/>
                    </a:lnTo>
                    <a:lnTo>
                      <a:pt x="6" y="130"/>
                    </a:lnTo>
                    <a:lnTo>
                      <a:pt x="10" y="134"/>
                    </a:lnTo>
                    <a:lnTo>
                      <a:pt x="10" y="134"/>
                    </a:lnTo>
                    <a:lnTo>
                      <a:pt x="12" y="142"/>
                    </a:lnTo>
                    <a:lnTo>
                      <a:pt x="10" y="146"/>
                    </a:lnTo>
                    <a:lnTo>
                      <a:pt x="10" y="146"/>
                    </a:lnTo>
                    <a:lnTo>
                      <a:pt x="10" y="152"/>
                    </a:lnTo>
                    <a:lnTo>
                      <a:pt x="12" y="154"/>
                    </a:lnTo>
                    <a:lnTo>
                      <a:pt x="14" y="154"/>
                    </a:lnTo>
                    <a:lnTo>
                      <a:pt x="14" y="154"/>
                    </a:lnTo>
                    <a:lnTo>
                      <a:pt x="16" y="154"/>
                    </a:lnTo>
                    <a:lnTo>
                      <a:pt x="16" y="154"/>
                    </a:lnTo>
                    <a:lnTo>
                      <a:pt x="18" y="152"/>
                    </a:lnTo>
                    <a:lnTo>
                      <a:pt x="20" y="152"/>
                    </a:lnTo>
                    <a:lnTo>
                      <a:pt x="20" y="152"/>
                    </a:lnTo>
                    <a:lnTo>
                      <a:pt x="28" y="148"/>
                    </a:lnTo>
                    <a:lnTo>
                      <a:pt x="32" y="146"/>
                    </a:lnTo>
                    <a:lnTo>
                      <a:pt x="32" y="146"/>
                    </a:lnTo>
                    <a:lnTo>
                      <a:pt x="40" y="142"/>
                    </a:lnTo>
                    <a:lnTo>
                      <a:pt x="44" y="138"/>
                    </a:lnTo>
                    <a:lnTo>
                      <a:pt x="46" y="136"/>
                    </a:lnTo>
                    <a:lnTo>
                      <a:pt x="46" y="136"/>
                    </a:lnTo>
                    <a:lnTo>
                      <a:pt x="46" y="132"/>
                    </a:lnTo>
                    <a:lnTo>
                      <a:pt x="48" y="130"/>
                    </a:lnTo>
                    <a:lnTo>
                      <a:pt x="50" y="128"/>
                    </a:lnTo>
                    <a:lnTo>
                      <a:pt x="50" y="128"/>
                    </a:lnTo>
                    <a:lnTo>
                      <a:pt x="54" y="128"/>
                    </a:lnTo>
                    <a:lnTo>
                      <a:pt x="56" y="132"/>
                    </a:lnTo>
                    <a:lnTo>
                      <a:pt x="56" y="132"/>
                    </a:lnTo>
                    <a:lnTo>
                      <a:pt x="58" y="132"/>
                    </a:lnTo>
                    <a:lnTo>
                      <a:pt x="60" y="130"/>
                    </a:lnTo>
                    <a:lnTo>
                      <a:pt x="62" y="130"/>
                    </a:lnTo>
                    <a:lnTo>
                      <a:pt x="64" y="132"/>
                    </a:lnTo>
                    <a:lnTo>
                      <a:pt x="64" y="132"/>
                    </a:lnTo>
                    <a:lnTo>
                      <a:pt x="66" y="132"/>
                    </a:lnTo>
                    <a:lnTo>
                      <a:pt x="70" y="132"/>
                    </a:lnTo>
                    <a:lnTo>
                      <a:pt x="74" y="132"/>
                    </a:lnTo>
                    <a:lnTo>
                      <a:pt x="74" y="132"/>
                    </a:lnTo>
                    <a:lnTo>
                      <a:pt x="78" y="134"/>
                    </a:lnTo>
                    <a:lnTo>
                      <a:pt x="80" y="134"/>
                    </a:lnTo>
                    <a:lnTo>
                      <a:pt x="82" y="132"/>
                    </a:lnTo>
                    <a:lnTo>
                      <a:pt x="82" y="132"/>
                    </a:lnTo>
                    <a:lnTo>
                      <a:pt x="82" y="112"/>
                    </a:lnTo>
                    <a:lnTo>
                      <a:pt x="82" y="112"/>
                    </a:lnTo>
                    <a:lnTo>
                      <a:pt x="84" y="112"/>
                    </a:lnTo>
                    <a:lnTo>
                      <a:pt x="90" y="110"/>
                    </a:lnTo>
                    <a:lnTo>
                      <a:pt x="90" y="110"/>
                    </a:lnTo>
                    <a:lnTo>
                      <a:pt x="90" y="108"/>
                    </a:lnTo>
                    <a:lnTo>
                      <a:pt x="92" y="104"/>
                    </a:lnTo>
                    <a:lnTo>
                      <a:pt x="92" y="98"/>
                    </a:lnTo>
                    <a:lnTo>
                      <a:pt x="94" y="96"/>
                    </a:lnTo>
                    <a:lnTo>
                      <a:pt x="94" y="96"/>
                    </a:lnTo>
                    <a:lnTo>
                      <a:pt x="98" y="94"/>
                    </a:lnTo>
                    <a:lnTo>
                      <a:pt x="100" y="90"/>
                    </a:lnTo>
                    <a:lnTo>
                      <a:pt x="102" y="88"/>
                    </a:lnTo>
                    <a:lnTo>
                      <a:pt x="106" y="86"/>
                    </a:lnTo>
                    <a:lnTo>
                      <a:pt x="106" y="86"/>
                    </a:lnTo>
                    <a:lnTo>
                      <a:pt x="112" y="84"/>
                    </a:lnTo>
                    <a:lnTo>
                      <a:pt x="118" y="80"/>
                    </a:lnTo>
                    <a:lnTo>
                      <a:pt x="118" y="80"/>
                    </a:lnTo>
                    <a:lnTo>
                      <a:pt x="120" y="80"/>
                    </a:lnTo>
                    <a:lnTo>
                      <a:pt x="120" y="78"/>
                    </a:lnTo>
                    <a:lnTo>
                      <a:pt x="122" y="78"/>
                    </a:lnTo>
                    <a:lnTo>
                      <a:pt x="124" y="78"/>
                    </a:lnTo>
                    <a:lnTo>
                      <a:pt x="124" y="78"/>
                    </a:lnTo>
                    <a:lnTo>
                      <a:pt x="128" y="76"/>
                    </a:lnTo>
                    <a:lnTo>
                      <a:pt x="130" y="74"/>
                    </a:lnTo>
                    <a:lnTo>
                      <a:pt x="132" y="72"/>
                    </a:lnTo>
                    <a:lnTo>
                      <a:pt x="132" y="72"/>
                    </a:lnTo>
                    <a:lnTo>
                      <a:pt x="130" y="70"/>
                    </a:lnTo>
                    <a:lnTo>
                      <a:pt x="126" y="68"/>
                    </a:lnTo>
                    <a:lnTo>
                      <a:pt x="126" y="68"/>
                    </a:lnTo>
                    <a:lnTo>
                      <a:pt x="124" y="66"/>
                    </a:lnTo>
                    <a:lnTo>
                      <a:pt x="124" y="66"/>
                    </a:lnTo>
                    <a:lnTo>
                      <a:pt x="122" y="66"/>
                    </a:lnTo>
                    <a:lnTo>
                      <a:pt x="120" y="66"/>
                    </a:lnTo>
                    <a:lnTo>
                      <a:pt x="120" y="66"/>
                    </a:lnTo>
                    <a:lnTo>
                      <a:pt x="116" y="64"/>
                    </a:lnTo>
                    <a:lnTo>
                      <a:pt x="116" y="64"/>
                    </a:lnTo>
                    <a:lnTo>
                      <a:pt x="116" y="62"/>
                    </a:lnTo>
                    <a:lnTo>
                      <a:pt x="116" y="62"/>
                    </a:lnTo>
                    <a:lnTo>
                      <a:pt x="114" y="56"/>
                    </a:lnTo>
                    <a:lnTo>
                      <a:pt x="116" y="52"/>
                    </a:lnTo>
                    <a:lnTo>
                      <a:pt x="116" y="52"/>
                    </a:lnTo>
                    <a:lnTo>
                      <a:pt x="116" y="50"/>
                    </a:lnTo>
                    <a:lnTo>
                      <a:pt x="114" y="50"/>
                    </a:lnTo>
                    <a:lnTo>
                      <a:pt x="112" y="48"/>
                    </a:lnTo>
                    <a:lnTo>
                      <a:pt x="112" y="48"/>
                    </a:lnTo>
                    <a:lnTo>
                      <a:pt x="112" y="48"/>
                    </a:lnTo>
                    <a:lnTo>
                      <a:pt x="110" y="44"/>
                    </a:lnTo>
                    <a:lnTo>
                      <a:pt x="108" y="42"/>
                    </a:lnTo>
                    <a:lnTo>
                      <a:pt x="108" y="42"/>
                    </a:lnTo>
                    <a:lnTo>
                      <a:pt x="106" y="36"/>
                    </a:lnTo>
                    <a:lnTo>
                      <a:pt x="106" y="36"/>
                    </a:lnTo>
                    <a:lnTo>
                      <a:pt x="102" y="34"/>
                    </a:lnTo>
                    <a:lnTo>
                      <a:pt x="100" y="32"/>
                    </a:lnTo>
                    <a:lnTo>
                      <a:pt x="98" y="30"/>
                    </a:lnTo>
                    <a:lnTo>
                      <a:pt x="98" y="30"/>
                    </a:lnTo>
                    <a:lnTo>
                      <a:pt x="98" y="28"/>
                    </a:lnTo>
                    <a:lnTo>
                      <a:pt x="98" y="30"/>
                    </a:lnTo>
                    <a:lnTo>
                      <a:pt x="96" y="30"/>
                    </a:lnTo>
                    <a:lnTo>
                      <a:pt x="94" y="30"/>
                    </a:lnTo>
                    <a:lnTo>
                      <a:pt x="94" y="30"/>
                    </a:lnTo>
                    <a:lnTo>
                      <a:pt x="92" y="30"/>
                    </a:lnTo>
                    <a:lnTo>
                      <a:pt x="92" y="28"/>
                    </a:lnTo>
                    <a:lnTo>
                      <a:pt x="90" y="26"/>
                    </a:lnTo>
                    <a:lnTo>
                      <a:pt x="90" y="26"/>
                    </a:lnTo>
                    <a:lnTo>
                      <a:pt x="90" y="26"/>
                    </a:lnTo>
                    <a:lnTo>
                      <a:pt x="84" y="20"/>
                    </a:lnTo>
                    <a:lnTo>
                      <a:pt x="82" y="16"/>
                    </a:lnTo>
                    <a:lnTo>
                      <a:pt x="82" y="16"/>
                    </a:lnTo>
                    <a:lnTo>
                      <a:pt x="82" y="12"/>
                    </a:lnTo>
                    <a:lnTo>
                      <a:pt x="80" y="10"/>
                    </a:lnTo>
                    <a:lnTo>
                      <a:pt x="78" y="8"/>
                    </a:lnTo>
                    <a:lnTo>
                      <a:pt x="78" y="8"/>
                    </a:lnTo>
                    <a:lnTo>
                      <a:pt x="76" y="6"/>
                    </a:lnTo>
                    <a:lnTo>
                      <a:pt x="76" y="4"/>
                    </a:lnTo>
                    <a:lnTo>
                      <a:pt x="74" y="0"/>
                    </a:lnTo>
                    <a:lnTo>
                      <a:pt x="74" y="0"/>
                    </a:lnTo>
                    <a:lnTo>
                      <a:pt x="72" y="0"/>
                    </a:lnTo>
                    <a:lnTo>
                      <a:pt x="70" y="0"/>
                    </a:lnTo>
                    <a:lnTo>
                      <a:pt x="68" y="2"/>
                    </a:lnTo>
                    <a:lnTo>
                      <a:pt x="68" y="2"/>
                    </a:lnTo>
                    <a:lnTo>
                      <a:pt x="66" y="4"/>
                    </a:lnTo>
                    <a:lnTo>
                      <a:pt x="64" y="4"/>
                    </a:lnTo>
                    <a:lnTo>
                      <a:pt x="62" y="2"/>
                    </a:lnTo>
                    <a:lnTo>
                      <a:pt x="60" y="4"/>
                    </a:lnTo>
                    <a:lnTo>
                      <a:pt x="60" y="4"/>
                    </a:lnTo>
                    <a:lnTo>
                      <a:pt x="60" y="6"/>
                    </a:lnTo>
                    <a:lnTo>
                      <a:pt x="58" y="6"/>
                    </a:lnTo>
                    <a:lnTo>
                      <a:pt x="56" y="6"/>
                    </a:lnTo>
                    <a:lnTo>
                      <a:pt x="26" y="8"/>
                    </a:lnTo>
                    <a:lnTo>
                      <a:pt x="16" y="8"/>
                    </a:lnTo>
                    <a:lnTo>
                      <a:pt x="16" y="66"/>
                    </a:lnTo>
                    <a:lnTo>
                      <a:pt x="0" y="66"/>
                    </a:lnTo>
                    <a:lnTo>
                      <a:pt x="0" y="1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0" name="Freeform 253">
                <a:extLst>
                  <a:ext uri="{FF2B5EF4-FFF2-40B4-BE49-F238E27FC236}">
                    <a16:creationId xmlns:a16="http://schemas.microsoft.com/office/drawing/2014/main" id="{9AE14963-810B-6A46-AFA3-A9537A99C791}"/>
                  </a:ext>
                </a:extLst>
              </p:cNvPr>
              <p:cNvSpPr>
                <a:spLocks/>
              </p:cNvSpPr>
              <p:nvPr/>
            </p:nvSpPr>
            <p:spPr bwMode="auto">
              <a:xfrm>
                <a:off x="5917046" y="3955131"/>
                <a:ext cx="74055" cy="228269"/>
              </a:xfrm>
              <a:custGeom>
                <a:avLst/>
                <a:gdLst>
                  <a:gd name="T0" fmla="*/ 26 w 38"/>
                  <a:gd name="T1" fmla="*/ 106 h 114"/>
                  <a:gd name="T2" fmla="*/ 28 w 38"/>
                  <a:gd name="T3" fmla="*/ 96 h 114"/>
                  <a:gd name="T4" fmla="*/ 26 w 38"/>
                  <a:gd name="T5" fmla="*/ 86 h 114"/>
                  <a:gd name="T6" fmla="*/ 24 w 38"/>
                  <a:gd name="T7" fmla="*/ 82 h 114"/>
                  <a:gd name="T8" fmla="*/ 26 w 38"/>
                  <a:gd name="T9" fmla="*/ 72 h 114"/>
                  <a:gd name="T10" fmla="*/ 26 w 38"/>
                  <a:gd name="T11" fmla="*/ 68 h 114"/>
                  <a:gd name="T12" fmla="*/ 26 w 38"/>
                  <a:gd name="T13" fmla="*/ 62 h 114"/>
                  <a:gd name="T14" fmla="*/ 28 w 38"/>
                  <a:gd name="T15" fmla="*/ 62 h 114"/>
                  <a:gd name="T16" fmla="*/ 30 w 38"/>
                  <a:gd name="T17" fmla="*/ 62 h 114"/>
                  <a:gd name="T18" fmla="*/ 30 w 38"/>
                  <a:gd name="T19" fmla="*/ 58 h 114"/>
                  <a:gd name="T20" fmla="*/ 32 w 38"/>
                  <a:gd name="T21" fmla="*/ 52 h 114"/>
                  <a:gd name="T22" fmla="*/ 34 w 38"/>
                  <a:gd name="T23" fmla="*/ 48 h 114"/>
                  <a:gd name="T24" fmla="*/ 34 w 38"/>
                  <a:gd name="T25" fmla="*/ 44 h 114"/>
                  <a:gd name="T26" fmla="*/ 36 w 38"/>
                  <a:gd name="T27" fmla="*/ 38 h 114"/>
                  <a:gd name="T28" fmla="*/ 38 w 38"/>
                  <a:gd name="T29" fmla="*/ 38 h 114"/>
                  <a:gd name="T30" fmla="*/ 36 w 38"/>
                  <a:gd name="T31" fmla="*/ 34 h 114"/>
                  <a:gd name="T32" fmla="*/ 36 w 38"/>
                  <a:gd name="T33" fmla="*/ 30 h 114"/>
                  <a:gd name="T34" fmla="*/ 36 w 38"/>
                  <a:gd name="T35" fmla="*/ 22 h 114"/>
                  <a:gd name="T36" fmla="*/ 32 w 38"/>
                  <a:gd name="T37" fmla="*/ 20 h 114"/>
                  <a:gd name="T38" fmla="*/ 34 w 38"/>
                  <a:gd name="T39" fmla="*/ 18 h 114"/>
                  <a:gd name="T40" fmla="*/ 34 w 38"/>
                  <a:gd name="T41" fmla="*/ 12 h 114"/>
                  <a:gd name="T42" fmla="*/ 26 w 38"/>
                  <a:gd name="T43" fmla="*/ 6 h 114"/>
                  <a:gd name="T44" fmla="*/ 26 w 38"/>
                  <a:gd name="T45" fmla="*/ 4 h 114"/>
                  <a:gd name="T46" fmla="*/ 24 w 38"/>
                  <a:gd name="T47" fmla="*/ 2 h 114"/>
                  <a:gd name="T48" fmla="*/ 18 w 38"/>
                  <a:gd name="T49" fmla="*/ 0 h 114"/>
                  <a:gd name="T50" fmla="*/ 12 w 38"/>
                  <a:gd name="T51" fmla="*/ 8 h 114"/>
                  <a:gd name="T52" fmla="*/ 12 w 38"/>
                  <a:gd name="T53" fmla="*/ 12 h 114"/>
                  <a:gd name="T54" fmla="*/ 6 w 38"/>
                  <a:gd name="T55" fmla="*/ 14 h 114"/>
                  <a:gd name="T56" fmla="*/ 6 w 38"/>
                  <a:gd name="T57" fmla="*/ 16 h 114"/>
                  <a:gd name="T58" fmla="*/ 4 w 38"/>
                  <a:gd name="T59" fmla="*/ 18 h 114"/>
                  <a:gd name="T60" fmla="*/ 0 w 38"/>
                  <a:gd name="T61" fmla="*/ 18 h 114"/>
                  <a:gd name="T62" fmla="*/ 10 w 38"/>
                  <a:gd name="T63" fmla="*/ 36 h 114"/>
                  <a:gd name="T64" fmla="*/ 10 w 38"/>
                  <a:gd name="T65" fmla="*/ 38 h 114"/>
                  <a:gd name="T66" fmla="*/ 10 w 38"/>
                  <a:gd name="T67" fmla="*/ 44 h 114"/>
                  <a:gd name="T68" fmla="*/ 12 w 38"/>
                  <a:gd name="T69" fmla="*/ 52 h 114"/>
                  <a:gd name="T70" fmla="*/ 12 w 38"/>
                  <a:gd name="T71" fmla="*/ 54 h 114"/>
                  <a:gd name="T72" fmla="*/ 12 w 38"/>
                  <a:gd name="T73" fmla="*/ 62 h 114"/>
                  <a:gd name="T74" fmla="*/ 12 w 38"/>
                  <a:gd name="T75" fmla="*/ 74 h 114"/>
                  <a:gd name="T76" fmla="*/ 12 w 38"/>
                  <a:gd name="T77" fmla="*/ 80 h 114"/>
                  <a:gd name="T78" fmla="*/ 12 w 38"/>
                  <a:gd name="T79" fmla="*/ 84 h 114"/>
                  <a:gd name="T80" fmla="*/ 10 w 38"/>
                  <a:gd name="T81" fmla="*/ 94 h 114"/>
                  <a:gd name="T82" fmla="*/ 12 w 38"/>
                  <a:gd name="T83" fmla="*/ 100 h 114"/>
                  <a:gd name="T84" fmla="*/ 12 w 38"/>
                  <a:gd name="T85" fmla="*/ 102 h 114"/>
                  <a:gd name="T86" fmla="*/ 12 w 38"/>
                  <a:gd name="T87" fmla="*/ 106 h 114"/>
                  <a:gd name="T88" fmla="*/ 14 w 38"/>
                  <a:gd name="T89" fmla="*/ 114 h 114"/>
                  <a:gd name="T90" fmla="*/ 16 w 38"/>
                  <a:gd name="T91" fmla="*/ 114 h 114"/>
                  <a:gd name="T92" fmla="*/ 18 w 38"/>
                  <a:gd name="T93" fmla="*/ 108 h 114"/>
                  <a:gd name="T94" fmla="*/ 26 w 38"/>
                  <a:gd name="T95" fmla="*/ 10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8" h="114">
                    <a:moveTo>
                      <a:pt x="26" y="106"/>
                    </a:moveTo>
                    <a:lnTo>
                      <a:pt x="26" y="106"/>
                    </a:lnTo>
                    <a:lnTo>
                      <a:pt x="28" y="96"/>
                    </a:lnTo>
                    <a:lnTo>
                      <a:pt x="28" y="96"/>
                    </a:lnTo>
                    <a:lnTo>
                      <a:pt x="28" y="90"/>
                    </a:lnTo>
                    <a:lnTo>
                      <a:pt x="26" y="86"/>
                    </a:lnTo>
                    <a:lnTo>
                      <a:pt x="26" y="86"/>
                    </a:lnTo>
                    <a:lnTo>
                      <a:pt x="24" y="82"/>
                    </a:lnTo>
                    <a:lnTo>
                      <a:pt x="26" y="76"/>
                    </a:lnTo>
                    <a:lnTo>
                      <a:pt x="26" y="72"/>
                    </a:lnTo>
                    <a:lnTo>
                      <a:pt x="26" y="68"/>
                    </a:lnTo>
                    <a:lnTo>
                      <a:pt x="26" y="68"/>
                    </a:lnTo>
                    <a:lnTo>
                      <a:pt x="26" y="64"/>
                    </a:lnTo>
                    <a:lnTo>
                      <a:pt x="26" y="62"/>
                    </a:lnTo>
                    <a:lnTo>
                      <a:pt x="28" y="62"/>
                    </a:lnTo>
                    <a:lnTo>
                      <a:pt x="28" y="62"/>
                    </a:lnTo>
                    <a:lnTo>
                      <a:pt x="30" y="62"/>
                    </a:lnTo>
                    <a:lnTo>
                      <a:pt x="30" y="62"/>
                    </a:lnTo>
                    <a:lnTo>
                      <a:pt x="30" y="58"/>
                    </a:lnTo>
                    <a:lnTo>
                      <a:pt x="30" y="58"/>
                    </a:lnTo>
                    <a:lnTo>
                      <a:pt x="30" y="54"/>
                    </a:lnTo>
                    <a:lnTo>
                      <a:pt x="32" y="52"/>
                    </a:lnTo>
                    <a:lnTo>
                      <a:pt x="32" y="52"/>
                    </a:lnTo>
                    <a:lnTo>
                      <a:pt x="34" y="48"/>
                    </a:lnTo>
                    <a:lnTo>
                      <a:pt x="34" y="44"/>
                    </a:lnTo>
                    <a:lnTo>
                      <a:pt x="34" y="44"/>
                    </a:lnTo>
                    <a:lnTo>
                      <a:pt x="34" y="40"/>
                    </a:lnTo>
                    <a:lnTo>
                      <a:pt x="36" y="38"/>
                    </a:lnTo>
                    <a:lnTo>
                      <a:pt x="36" y="38"/>
                    </a:lnTo>
                    <a:lnTo>
                      <a:pt x="38" y="38"/>
                    </a:lnTo>
                    <a:lnTo>
                      <a:pt x="36" y="36"/>
                    </a:lnTo>
                    <a:lnTo>
                      <a:pt x="36" y="34"/>
                    </a:lnTo>
                    <a:lnTo>
                      <a:pt x="36" y="30"/>
                    </a:lnTo>
                    <a:lnTo>
                      <a:pt x="36" y="30"/>
                    </a:lnTo>
                    <a:lnTo>
                      <a:pt x="38" y="26"/>
                    </a:lnTo>
                    <a:lnTo>
                      <a:pt x="36" y="22"/>
                    </a:lnTo>
                    <a:lnTo>
                      <a:pt x="36" y="22"/>
                    </a:lnTo>
                    <a:lnTo>
                      <a:pt x="32" y="20"/>
                    </a:lnTo>
                    <a:lnTo>
                      <a:pt x="34" y="18"/>
                    </a:lnTo>
                    <a:lnTo>
                      <a:pt x="34" y="18"/>
                    </a:lnTo>
                    <a:lnTo>
                      <a:pt x="34" y="16"/>
                    </a:lnTo>
                    <a:lnTo>
                      <a:pt x="34" y="12"/>
                    </a:lnTo>
                    <a:lnTo>
                      <a:pt x="34" y="10"/>
                    </a:lnTo>
                    <a:lnTo>
                      <a:pt x="26" y="6"/>
                    </a:lnTo>
                    <a:lnTo>
                      <a:pt x="26" y="6"/>
                    </a:lnTo>
                    <a:lnTo>
                      <a:pt x="26" y="4"/>
                    </a:lnTo>
                    <a:lnTo>
                      <a:pt x="24" y="2"/>
                    </a:lnTo>
                    <a:lnTo>
                      <a:pt x="24" y="2"/>
                    </a:lnTo>
                    <a:lnTo>
                      <a:pt x="20" y="0"/>
                    </a:lnTo>
                    <a:lnTo>
                      <a:pt x="18" y="0"/>
                    </a:lnTo>
                    <a:lnTo>
                      <a:pt x="12" y="8"/>
                    </a:lnTo>
                    <a:lnTo>
                      <a:pt x="12" y="8"/>
                    </a:lnTo>
                    <a:lnTo>
                      <a:pt x="12" y="8"/>
                    </a:lnTo>
                    <a:lnTo>
                      <a:pt x="12" y="12"/>
                    </a:lnTo>
                    <a:lnTo>
                      <a:pt x="12" y="12"/>
                    </a:lnTo>
                    <a:lnTo>
                      <a:pt x="6" y="14"/>
                    </a:lnTo>
                    <a:lnTo>
                      <a:pt x="6" y="14"/>
                    </a:lnTo>
                    <a:lnTo>
                      <a:pt x="6" y="16"/>
                    </a:lnTo>
                    <a:lnTo>
                      <a:pt x="6" y="18"/>
                    </a:lnTo>
                    <a:lnTo>
                      <a:pt x="4" y="18"/>
                    </a:lnTo>
                    <a:lnTo>
                      <a:pt x="4" y="18"/>
                    </a:lnTo>
                    <a:lnTo>
                      <a:pt x="0" y="18"/>
                    </a:lnTo>
                    <a:lnTo>
                      <a:pt x="0" y="32"/>
                    </a:lnTo>
                    <a:lnTo>
                      <a:pt x="10" y="36"/>
                    </a:lnTo>
                    <a:lnTo>
                      <a:pt x="10" y="36"/>
                    </a:lnTo>
                    <a:lnTo>
                      <a:pt x="10" y="38"/>
                    </a:lnTo>
                    <a:lnTo>
                      <a:pt x="10" y="44"/>
                    </a:lnTo>
                    <a:lnTo>
                      <a:pt x="10" y="44"/>
                    </a:lnTo>
                    <a:lnTo>
                      <a:pt x="10" y="50"/>
                    </a:lnTo>
                    <a:lnTo>
                      <a:pt x="12" y="52"/>
                    </a:lnTo>
                    <a:lnTo>
                      <a:pt x="12" y="52"/>
                    </a:lnTo>
                    <a:lnTo>
                      <a:pt x="12" y="54"/>
                    </a:lnTo>
                    <a:lnTo>
                      <a:pt x="12" y="62"/>
                    </a:lnTo>
                    <a:lnTo>
                      <a:pt x="12" y="62"/>
                    </a:lnTo>
                    <a:lnTo>
                      <a:pt x="10" y="68"/>
                    </a:lnTo>
                    <a:lnTo>
                      <a:pt x="12" y="74"/>
                    </a:lnTo>
                    <a:lnTo>
                      <a:pt x="12" y="74"/>
                    </a:lnTo>
                    <a:lnTo>
                      <a:pt x="12" y="80"/>
                    </a:lnTo>
                    <a:lnTo>
                      <a:pt x="12" y="84"/>
                    </a:lnTo>
                    <a:lnTo>
                      <a:pt x="12" y="84"/>
                    </a:lnTo>
                    <a:lnTo>
                      <a:pt x="10" y="90"/>
                    </a:lnTo>
                    <a:lnTo>
                      <a:pt x="10" y="94"/>
                    </a:lnTo>
                    <a:lnTo>
                      <a:pt x="10" y="94"/>
                    </a:lnTo>
                    <a:lnTo>
                      <a:pt x="12" y="100"/>
                    </a:lnTo>
                    <a:lnTo>
                      <a:pt x="12" y="102"/>
                    </a:lnTo>
                    <a:lnTo>
                      <a:pt x="12" y="102"/>
                    </a:lnTo>
                    <a:lnTo>
                      <a:pt x="12" y="106"/>
                    </a:lnTo>
                    <a:lnTo>
                      <a:pt x="12" y="106"/>
                    </a:lnTo>
                    <a:lnTo>
                      <a:pt x="14" y="112"/>
                    </a:lnTo>
                    <a:lnTo>
                      <a:pt x="14" y="114"/>
                    </a:lnTo>
                    <a:lnTo>
                      <a:pt x="16" y="114"/>
                    </a:lnTo>
                    <a:lnTo>
                      <a:pt x="16" y="114"/>
                    </a:lnTo>
                    <a:lnTo>
                      <a:pt x="18" y="108"/>
                    </a:lnTo>
                    <a:lnTo>
                      <a:pt x="18" y="108"/>
                    </a:lnTo>
                    <a:lnTo>
                      <a:pt x="26" y="106"/>
                    </a:lnTo>
                    <a:lnTo>
                      <a:pt x="26" y="10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1" name="Freeform 263">
                <a:extLst>
                  <a:ext uri="{FF2B5EF4-FFF2-40B4-BE49-F238E27FC236}">
                    <a16:creationId xmlns:a16="http://schemas.microsoft.com/office/drawing/2014/main" id="{20621E11-CFAB-9142-968E-70970CEA34B4}"/>
                  </a:ext>
                </a:extLst>
              </p:cNvPr>
              <p:cNvSpPr>
                <a:spLocks noEditPoints="1"/>
              </p:cNvSpPr>
              <p:nvPr/>
            </p:nvSpPr>
            <p:spPr bwMode="auto">
              <a:xfrm>
                <a:off x="6207846" y="4515789"/>
                <a:ext cx="328729" cy="472555"/>
              </a:xfrm>
              <a:custGeom>
                <a:avLst/>
                <a:gdLst>
                  <a:gd name="T0" fmla="*/ 12 w 168"/>
                  <a:gd name="T1" fmla="*/ 12 h 236"/>
                  <a:gd name="T2" fmla="*/ 14 w 168"/>
                  <a:gd name="T3" fmla="*/ 4 h 236"/>
                  <a:gd name="T4" fmla="*/ 12 w 168"/>
                  <a:gd name="T5" fmla="*/ 0 h 236"/>
                  <a:gd name="T6" fmla="*/ 10 w 168"/>
                  <a:gd name="T7" fmla="*/ 4 h 236"/>
                  <a:gd name="T8" fmla="*/ 2 w 168"/>
                  <a:gd name="T9" fmla="*/ 4 h 236"/>
                  <a:gd name="T10" fmla="*/ 2 w 168"/>
                  <a:gd name="T11" fmla="*/ 14 h 236"/>
                  <a:gd name="T12" fmla="*/ 10 w 168"/>
                  <a:gd name="T13" fmla="*/ 32 h 236"/>
                  <a:gd name="T14" fmla="*/ 14 w 168"/>
                  <a:gd name="T15" fmla="*/ 48 h 236"/>
                  <a:gd name="T16" fmla="*/ 18 w 168"/>
                  <a:gd name="T17" fmla="*/ 56 h 236"/>
                  <a:gd name="T18" fmla="*/ 22 w 168"/>
                  <a:gd name="T19" fmla="*/ 64 h 236"/>
                  <a:gd name="T20" fmla="*/ 24 w 168"/>
                  <a:gd name="T21" fmla="*/ 74 h 236"/>
                  <a:gd name="T22" fmla="*/ 22 w 168"/>
                  <a:gd name="T23" fmla="*/ 76 h 236"/>
                  <a:gd name="T24" fmla="*/ 20 w 168"/>
                  <a:gd name="T25" fmla="*/ 82 h 236"/>
                  <a:gd name="T26" fmla="*/ 22 w 168"/>
                  <a:gd name="T27" fmla="*/ 96 h 236"/>
                  <a:gd name="T28" fmla="*/ 26 w 168"/>
                  <a:gd name="T29" fmla="*/ 110 h 236"/>
                  <a:gd name="T30" fmla="*/ 26 w 168"/>
                  <a:gd name="T31" fmla="*/ 138 h 236"/>
                  <a:gd name="T32" fmla="*/ 18 w 168"/>
                  <a:gd name="T33" fmla="*/ 146 h 236"/>
                  <a:gd name="T34" fmla="*/ 16 w 168"/>
                  <a:gd name="T35" fmla="*/ 156 h 236"/>
                  <a:gd name="T36" fmla="*/ 10 w 168"/>
                  <a:gd name="T37" fmla="*/ 168 h 236"/>
                  <a:gd name="T38" fmla="*/ 8 w 168"/>
                  <a:gd name="T39" fmla="*/ 180 h 236"/>
                  <a:gd name="T40" fmla="*/ 2 w 168"/>
                  <a:gd name="T41" fmla="*/ 192 h 236"/>
                  <a:gd name="T42" fmla="*/ 2 w 168"/>
                  <a:gd name="T43" fmla="*/ 210 h 236"/>
                  <a:gd name="T44" fmla="*/ 0 w 168"/>
                  <a:gd name="T45" fmla="*/ 214 h 236"/>
                  <a:gd name="T46" fmla="*/ 10 w 168"/>
                  <a:gd name="T47" fmla="*/ 220 h 236"/>
                  <a:gd name="T48" fmla="*/ 16 w 168"/>
                  <a:gd name="T49" fmla="*/ 218 h 236"/>
                  <a:gd name="T50" fmla="*/ 26 w 168"/>
                  <a:gd name="T51" fmla="*/ 220 h 236"/>
                  <a:gd name="T52" fmla="*/ 88 w 168"/>
                  <a:gd name="T53" fmla="*/ 226 h 236"/>
                  <a:gd name="T54" fmla="*/ 92 w 168"/>
                  <a:gd name="T55" fmla="*/ 230 h 236"/>
                  <a:gd name="T56" fmla="*/ 100 w 168"/>
                  <a:gd name="T57" fmla="*/ 230 h 236"/>
                  <a:gd name="T58" fmla="*/ 106 w 168"/>
                  <a:gd name="T59" fmla="*/ 232 h 236"/>
                  <a:gd name="T60" fmla="*/ 112 w 168"/>
                  <a:gd name="T61" fmla="*/ 232 h 236"/>
                  <a:gd name="T62" fmla="*/ 154 w 168"/>
                  <a:gd name="T63" fmla="*/ 230 h 236"/>
                  <a:gd name="T64" fmla="*/ 150 w 168"/>
                  <a:gd name="T65" fmla="*/ 224 h 236"/>
                  <a:gd name="T66" fmla="*/ 140 w 168"/>
                  <a:gd name="T67" fmla="*/ 210 h 236"/>
                  <a:gd name="T68" fmla="*/ 136 w 168"/>
                  <a:gd name="T69" fmla="*/ 142 h 236"/>
                  <a:gd name="T70" fmla="*/ 166 w 168"/>
                  <a:gd name="T71" fmla="*/ 138 h 236"/>
                  <a:gd name="T72" fmla="*/ 168 w 168"/>
                  <a:gd name="T73" fmla="*/ 122 h 236"/>
                  <a:gd name="T74" fmla="*/ 166 w 168"/>
                  <a:gd name="T75" fmla="*/ 112 h 236"/>
                  <a:gd name="T76" fmla="*/ 150 w 168"/>
                  <a:gd name="T77" fmla="*/ 114 h 236"/>
                  <a:gd name="T78" fmla="*/ 144 w 168"/>
                  <a:gd name="T79" fmla="*/ 112 h 236"/>
                  <a:gd name="T80" fmla="*/ 142 w 168"/>
                  <a:gd name="T81" fmla="*/ 100 h 236"/>
                  <a:gd name="T82" fmla="*/ 142 w 168"/>
                  <a:gd name="T83" fmla="*/ 88 h 236"/>
                  <a:gd name="T84" fmla="*/ 138 w 168"/>
                  <a:gd name="T85" fmla="*/ 80 h 236"/>
                  <a:gd name="T86" fmla="*/ 136 w 168"/>
                  <a:gd name="T87" fmla="*/ 72 h 236"/>
                  <a:gd name="T88" fmla="*/ 136 w 168"/>
                  <a:gd name="T89" fmla="*/ 64 h 236"/>
                  <a:gd name="T90" fmla="*/ 134 w 168"/>
                  <a:gd name="T91" fmla="*/ 54 h 236"/>
                  <a:gd name="T92" fmla="*/ 122 w 168"/>
                  <a:gd name="T93" fmla="*/ 46 h 236"/>
                  <a:gd name="T94" fmla="*/ 114 w 168"/>
                  <a:gd name="T95" fmla="*/ 46 h 236"/>
                  <a:gd name="T96" fmla="*/ 106 w 168"/>
                  <a:gd name="T97" fmla="*/ 46 h 236"/>
                  <a:gd name="T98" fmla="*/ 106 w 168"/>
                  <a:gd name="T99" fmla="*/ 56 h 236"/>
                  <a:gd name="T100" fmla="*/ 100 w 168"/>
                  <a:gd name="T101" fmla="*/ 58 h 236"/>
                  <a:gd name="T102" fmla="*/ 96 w 168"/>
                  <a:gd name="T103" fmla="*/ 62 h 236"/>
                  <a:gd name="T104" fmla="*/ 84 w 168"/>
                  <a:gd name="T105" fmla="*/ 60 h 236"/>
                  <a:gd name="T106" fmla="*/ 80 w 168"/>
                  <a:gd name="T107" fmla="*/ 52 h 236"/>
                  <a:gd name="T108" fmla="*/ 78 w 168"/>
                  <a:gd name="T109" fmla="*/ 38 h 236"/>
                  <a:gd name="T110" fmla="*/ 48 w 168"/>
                  <a:gd name="T111" fmla="*/ 26 h 236"/>
                  <a:gd name="T112" fmla="*/ 26 w 168"/>
                  <a:gd name="T113" fmla="*/ 24 h 236"/>
                  <a:gd name="T114" fmla="*/ 12 w 168"/>
                  <a:gd name="T115" fmla="*/ 3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8" h="236">
                    <a:moveTo>
                      <a:pt x="6" y="16"/>
                    </a:moveTo>
                    <a:lnTo>
                      <a:pt x="12" y="12"/>
                    </a:lnTo>
                    <a:lnTo>
                      <a:pt x="12" y="12"/>
                    </a:lnTo>
                    <a:lnTo>
                      <a:pt x="12" y="12"/>
                    </a:lnTo>
                    <a:lnTo>
                      <a:pt x="12" y="8"/>
                    </a:lnTo>
                    <a:lnTo>
                      <a:pt x="12" y="8"/>
                    </a:lnTo>
                    <a:lnTo>
                      <a:pt x="12" y="6"/>
                    </a:lnTo>
                    <a:lnTo>
                      <a:pt x="14" y="4"/>
                    </a:lnTo>
                    <a:lnTo>
                      <a:pt x="16" y="2"/>
                    </a:lnTo>
                    <a:lnTo>
                      <a:pt x="16" y="2"/>
                    </a:lnTo>
                    <a:lnTo>
                      <a:pt x="14" y="0"/>
                    </a:lnTo>
                    <a:lnTo>
                      <a:pt x="12" y="0"/>
                    </a:lnTo>
                    <a:lnTo>
                      <a:pt x="10" y="0"/>
                    </a:lnTo>
                    <a:lnTo>
                      <a:pt x="10" y="0"/>
                    </a:lnTo>
                    <a:lnTo>
                      <a:pt x="8" y="4"/>
                    </a:lnTo>
                    <a:lnTo>
                      <a:pt x="10" y="4"/>
                    </a:lnTo>
                    <a:lnTo>
                      <a:pt x="10" y="4"/>
                    </a:lnTo>
                    <a:lnTo>
                      <a:pt x="6" y="4"/>
                    </a:lnTo>
                    <a:lnTo>
                      <a:pt x="6" y="4"/>
                    </a:lnTo>
                    <a:lnTo>
                      <a:pt x="2" y="4"/>
                    </a:lnTo>
                    <a:lnTo>
                      <a:pt x="2" y="6"/>
                    </a:lnTo>
                    <a:lnTo>
                      <a:pt x="2" y="6"/>
                    </a:lnTo>
                    <a:lnTo>
                      <a:pt x="2" y="10"/>
                    </a:lnTo>
                    <a:lnTo>
                      <a:pt x="2" y="14"/>
                    </a:lnTo>
                    <a:lnTo>
                      <a:pt x="2" y="14"/>
                    </a:lnTo>
                    <a:lnTo>
                      <a:pt x="6" y="16"/>
                    </a:lnTo>
                    <a:lnTo>
                      <a:pt x="6" y="16"/>
                    </a:lnTo>
                    <a:close/>
                    <a:moveTo>
                      <a:pt x="10" y="32"/>
                    </a:moveTo>
                    <a:lnTo>
                      <a:pt x="10" y="32"/>
                    </a:lnTo>
                    <a:lnTo>
                      <a:pt x="10" y="38"/>
                    </a:lnTo>
                    <a:lnTo>
                      <a:pt x="10" y="38"/>
                    </a:lnTo>
                    <a:lnTo>
                      <a:pt x="14" y="48"/>
                    </a:lnTo>
                    <a:lnTo>
                      <a:pt x="14" y="48"/>
                    </a:lnTo>
                    <a:lnTo>
                      <a:pt x="18" y="52"/>
                    </a:lnTo>
                    <a:lnTo>
                      <a:pt x="18" y="52"/>
                    </a:lnTo>
                    <a:lnTo>
                      <a:pt x="18" y="56"/>
                    </a:lnTo>
                    <a:lnTo>
                      <a:pt x="18" y="60"/>
                    </a:lnTo>
                    <a:lnTo>
                      <a:pt x="18" y="60"/>
                    </a:lnTo>
                    <a:lnTo>
                      <a:pt x="22" y="64"/>
                    </a:lnTo>
                    <a:lnTo>
                      <a:pt x="22" y="64"/>
                    </a:lnTo>
                    <a:lnTo>
                      <a:pt x="22" y="66"/>
                    </a:lnTo>
                    <a:lnTo>
                      <a:pt x="20" y="70"/>
                    </a:lnTo>
                    <a:lnTo>
                      <a:pt x="20" y="70"/>
                    </a:lnTo>
                    <a:lnTo>
                      <a:pt x="24" y="74"/>
                    </a:lnTo>
                    <a:lnTo>
                      <a:pt x="24" y="74"/>
                    </a:lnTo>
                    <a:lnTo>
                      <a:pt x="24" y="76"/>
                    </a:lnTo>
                    <a:lnTo>
                      <a:pt x="22" y="76"/>
                    </a:lnTo>
                    <a:lnTo>
                      <a:pt x="22" y="76"/>
                    </a:lnTo>
                    <a:lnTo>
                      <a:pt x="22" y="78"/>
                    </a:lnTo>
                    <a:lnTo>
                      <a:pt x="22" y="80"/>
                    </a:lnTo>
                    <a:lnTo>
                      <a:pt x="22" y="80"/>
                    </a:lnTo>
                    <a:lnTo>
                      <a:pt x="20" y="82"/>
                    </a:lnTo>
                    <a:lnTo>
                      <a:pt x="20" y="82"/>
                    </a:lnTo>
                    <a:lnTo>
                      <a:pt x="20" y="92"/>
                    </a:lnTo>
                    <a:lnTo>
                      <a:pt x="22" y="96"/>
                    </a:lnTo>
                    <a:lnTo>
                      <a:pt x="22" y="96"/>
                    </a:lnTo>
                    <a:lnTo>
                      <a:pt x="22" y="100"/>
                    </a:lnTo>
                    <a:lnTo>
                      <a:pt x="20" y="102"/>
                    </a:lnTo>
                    <a:lnTo>
                      <a:pt x="20" y="102"/>
                    </a:lnTo>
                    <a:lnTo>
                      <a:pt x="26" y="110"/>
                    </a:lnTo>
                    <a:lnTo>
                      <a:pt x="26" y="110"/>
                    </a:lnTo>
                    <a:lnTo>
                      <a:pt x="28" y="116"/>
                    </a:lnTo>
                    <a:lnTo>
                      <a:pt x="28" y="124"/>
                    </a:lnTo>
                    <a:lnTo>
                      <a:pt x="26" y="138"/>
                    </a:lnTo>
                    <a:lnTo>
                      <a:pt x="26" y="138"/>
                    </a:lnTo>
                    <a:lnTo>
                      <a:pt x="22" y="144"/>
                    </a:lnTo>
                    <a:lnTo>
                      <a:pt x="18" y="146"/>
                    </a:lnTo>
                    <a:lnTo>
                      <a:pt x="18" y="146"/>
                    </a:lnTo>
                    <a:lnTo>
                      <a:pt x="18" y="150"/>
                    </a:lnTo>
                    <a:lnTo>
                      <a:pt x="18" y="152"/>
                    </a:lnTo>
                    <a:lnTo>
                      <a:pt x="18" y="152"/>
                    </a:lnTo>
                    <a:lnTo>
                      <a:pt x="16" y="156"/>
                    </a:lnTo>
                    <a:lnTo>
                      <a:pt x="12" y="158"/>
                    </a:lnTo>
                    <a:lnTo>
                      <a:pt x="12" y="158"/>
                    </a:lnTo>
                    <a:lnTo>
                      <a:pt x="10" y="164"/>
                    </a:lnTo>
                    <a:lnTo>
                      <a:pt x="10" y="168"/>
                    </a:lnTo>
                    <a:lnTo>
                      <a:pt x="10" y="178"/>
                    </a:lnTo>
                    <a:lnTo>
                      <a:pt x="10" y="178"/>
                    </a:lnTo>
                    <a:lnTo>
                      <a:pt x="8" y="180"/>
                    </a:lnTo>
                    <a:lnTo>
                      <a:pt x="8" y="180"/>
                    </a:lnTo>
                    <a:lnTo>
                      <a:pt x="6" y="182"/>
                    </a:lnTo>
                    <a:lnTo>
                      <a:pt x="6" y="186"/>
                    </a:lnTo>
                    <a:lnTo>
                      <a:pt x="6" y="186"/>
                    </a:lnTo>
                    <a:lnTo>
                      <a:pt x="2" y="192"/>
                    </a:lnTo>
                    <a:lnTo>
                      <a:pt x="0" y="198"/>
                    </a:lnTo>
                    <a:lnTo>
                      <a:pt x="0" y="198"/>
                    </a:lnTo>
                    <a:lnTo>
                      <a:pt x="0" y="204"/>
                    </a:lnTo>
                    <a:lnTo>
                      <a:pt x="2" y="210"/>
                    </a:lnTo>
                    <a:lnTo>
                      <a:pt x="2" y="210"/>
                    </a:lnTo>
                    <a:lnTo>
                      <a:pt x="0" y="212"/>
                    </a:lnTo>
                    <a:lnTo>
                      <a:pt x="0" y="214"/>
                    </a:lnTo>
                    <a:lnTo>
                      <a:pt x="0" y="214"/>
                    </a:lnTo>
                    <a:lnTo>
                      <a:pt x="0" y="220"/>
                    </a:lnTo>
                    <a:lnTo>
                      <a:pt x="0" y="220"/>
                    </a:lnTo>
                    <a:lnTo>
                      <a:pt x="4" y="220"/>
                    </a:lnTo>
                    <a:lnTo>
                      <a:pt x="10" y="220"/>
                    </a:lnTo>
                    <a:lnTo>
                      <a:pt x="10" y="220"/>
                    </a:lnTo>
                    <a:lnTo>
                      <a:pt x="12" y="220"/>
                    </a:lnTo>
                    <a:lnTo>
                      <a:pt x="14" y="218"/>
                    </a:lnTo>
                    <a:lnTo>
                      <a:pt x="16" y="218"/>
                    </a:lnTo>
                    <a:lnTo>
                      <a:pt x="18" y="216"/>
                    </a:lnTo>
                    <a:lnTo>
                      <a:pt x="18" y="216"/>
                    </a:lnTo>
                    <a:lnTo>
                      <a:pt x="22" y="218"/>
                    </a:lnTo>
                    <a:lnTo>
                      <a:pt x="26" y="220"/>
                    </a:lnTo>
                    <a:lnTo>
                      <a:pt x="84" y="222"/>
                    </a:lnTo>
                    <a:lnTo>
                      <a:pt x="84" y="222"/>
                    </a:lnTo>
                    <a:lnTo>
                      <a:pt x="86" y="224"/>
                    </a:lnTo>
                    <a:lnTo>
                      <a:pt x="88" y="226"/>
                    </a:lnTo>
                    <a:lnTo>
                      <a:pt x="90" y="228"/>
                    </a:lnTo>
                    <a:lnTo>
                      <a:pt x="90" y="228"/>
                    </a:lnTo>
                    <a:lnTo>
                      <a:pt x="92" y="228"/>
                    </a:lnTo>
                    <a:lnTo>
                      <a:pt x="92" y="230"/>
                    </a:lnTo>
                    <a:lnTo>
                      <a:pt x="94" y="230"/>
                    </a:lnTo>
                    <a:lnTo>
                      <a:pt x="96" y="230"/>
                    </a:lnTo>
                    <a:lnTo>
                      <a:pt x="96" y="230"/>
                    </a:lnTo>
                    <a:lnTo>
                      <a:pt x="100" y="230"/>
                    </a:lnTo>
                    <a:lnTo>
                      <a:pt x="102" y="232"/>
                    </a:lnTo>
                    <a:lnTo>
                      <a:pt x="104" y="232"/>
                    </a:lnTo>
                    <a:lnTo>
                      <a:pt x="106" y="232"/>
                    </a:lnTo>
                    <a:lnTo>
                      <a:pt x="106" y="232"/>
                    </a:lnTo>
                    <a:lnTo>
                      <a:pt x="110" y="232"/>
                    </a:lnTo>
                    <a:lnTo>
                      <a:pt x="110" y="232"/>
                    </a:lnTo>
                    <a:lnTo>
                      <a:pt x="112" y="232"/>
                    </a:lnTo>
                    <a:lnTo>
                      <a:pt x="112" y="232"/>
                    </a:lnTo>
                    <a:lnTo>
                      <a:pt x="118" y="234"/>
                    </a:lnTo>
                    <a:lnTo>
                      <a:pt x="122" y="236"/>
                    </a:lnTo>
                    <a:lnTo>
                      <a:pt x="122" y="236"/>
                    </a:lnTo>
                    <a:lnTo>
                      <a:pt x="154" y="230"/>
                    </a:lnTo>
                    <a:lnTo>
                      <a:pt x="154" y="230"/>
                    </a:lnTo>
                    <a:lnTo>
                      <a:pt x="152" y="230"/>
                    </a:lnTo>
                    <a:lnTo>
                      <a:pt x="150" y="226"/>
                    </a:lnTo>
                    <a:lnTo>
                      <a:pt x="150" y="224"/>
                    </a:lnTo>
                    <a:lnTo>
                      <a:pt x="146" y="220"/>
                    </a:lnTo>
                    <a:lnTo>
                      <a:pt x="146" y="220"/>
                    </a:lnTo>
                    <a:lnTo>
                      <a:pt x="142" y="214"/>
                    </a:lnTo>
                    <a:lnTo>
                      <a:pt x="140" y="210"/>
                    </a:lnTo>
                    <a:lnTo>
                      <a:pt x="140" y="210"/>
                    </a:lnTo>
                    <a:lnTo>
                      <a:pt x="138" y="204"/>
                    </a:lnTo>
                    <a:lnTo>
                      <a:pt x="136" y="202"/>
                    </a:lnTo>
                    <a:lnTo>
                      <a:pt x="136" y="142"/>
                    </a:lnTo>
                    <a:lnTo>
                      <a:pt x="166" y="142"/>
                    </a:lnTo>
                    <a:lnTo>
                      <a:pt x="166" y="142"/>
                    </a:lnTo>
                    <a:lnTo>
                      <a:pt x="166" y="138"/>
                    </a:lnTo>
                    <a:lnTo>
                      <a:pt x="166" y="138"/>
                    </a:lnTo>
                    <a:lnTo>
                      <a:pt x="166" y="130"/>
                    </a:lnTo>
                    <a:lnTo>
                      <a:pt x="166" y="130"/>
                    </a:lnTo>
                    <a:lnTo>
                      <a:pt x="166" y="126"/>
                    </a:lnTo>
                    <a:lnTo>
                      <a:pt x="168" y="122"/>
                    </a:lnTo>
                    <a:lnTo>
                      <a:pt x="168" y="122"/>
                    </a:lnTo>
                    <a:lnTo>
                      <a:pt x="168" y="116"/>
                    </a:lnTo>
                    <a:lnTo>
                      <a:pt x="166" y="112"/>
                    </a:lnTo>
                    <a:lnTo>
                      <a:pt x="166" y="112"/>
                    </a:lnTo>
                    <a:lnTo>
                      <a:pt x="156" y="112"/>
                    </a:lnTo>
                    <a:lnTo>
                      <a:pt x="156" y="112"/>
                    </a:lnTo>
                    <a:lnTo>
                      <a:pt x="154" y="112"/>
                    </a:lnTo>
                    <a:lnTo>
                      <a:pt x="150" y="114"/>
                    </a:lnTo>
                    <a:lnTo>
                      <a:pt x="150" y="114"/>
                    </a:lnTo>
                    <a:lnTo>
                      <a:pt x="148" y="116"/>
                    </a:lnTo>
                    <a:lnTo>
                      <a:pt x="144" y="112"/>
                    </a:lnTo>
                    <a:lnTo>
                      <a:pt x="144" y="112"/>
                    </a:lnTo>
                    <a:lnTo>
                      <a:pt x="142" y="108"/>
                    </a:lnTo>
                    <a:lnTo>
                      <a:pt x="142" y="104"/>
                    </a:lnTo>
                    <a:lnTo>
                      <a:pt x="142" y="104"/>
                    </a:lnTo>
                    <a:lnTo>
                      <a:pt x="142" y="100"/>
                    </a:lnTo>
                    <a:lnTo>
                      <a:pt x="142" y="96"/>
                    </a:lnTo>
                    <a:lnTo>
                      <a:pt x="142" y="96"/>
                    </a:lnTo>
                    <a:lnTo>
                      <a:pt x="144" y="92"/>
                    </a:lnTo>
                    <a:lnTo>
                      <a:pt x="142" y="88"/>
                    </a:lnTo>
                    <a:lnTo>
                      <a:pt x="142" y="88"/>
                    </a:lnTo>
                    <a:lnTo>
                      <a:pt x="140" y="86"/>
                    </a:lnTo>
                    <a:lnTo>
                      <a:pt x="140" y="84"/>
                    </a:lnTo>
                    <a:lnTo>
                      <a:pt x="138" y="80"/>
                    </a:lnTo>
                    <a:lnTo>
                      <a:pt x="138" y="80"/>
                    </a:lnTo>
                    <a:lnTo>
                      <a:pt x="136" y="76"/>
                    </a:lnTo>
                    <a:lnTo>
                      <a:pt x="136" y="72"/>
                    </a:lnTo>
                    <a:lnTo>
                      <a:pt x="136" y="72"/>
                    </a:lnTo>
                    <a:lnTo>
                      <a:pt x="136" y="66"/>
                    </a:lnTo>
                    <a:lnTo>
                      <a:pt x="136" y="64"/>
                    </a:lnTo>
                    <a:lnTo>
                      <a:pt x="136" y="64"/>
                    </a:lnTo>
                    <a:lnTo>
                      <a:pt x="136" y="64"/>
                    </a:lnTo>
                    <a:lnTo>
                      <a:pt x="134" y="62"/>
                    </a:lnTo>
                    <a:lnTo>
                      <a:pt x="134" y="60"/>
                    </a:lnTo>
                    <a:lnTo>
                      <a:pt x="134" y="54"/>
                    </a:lnTo>
                    <a:lnTo>
                      <a:pt x="134" y="54"/>
                    </a:lnTo>
                    <a:lnTo>
                      <a:pt x="132" y="50"/>
                    </a:lnTo>
                    <a:lnTo>
                      <a:pt x="128" y="50"/>
                    </a:lnTo>
                    <a:lnTo>
                      <a:pt x="122" y="50"/>
                    </a:lnTo>
                    <a:lnTo>
                      <a:pt x="122" y="46"/>
                    </a:lnTo>
                    <a:lnTo>
                      <a:pt x="122" y="46"/>
                    </a:lnTo>
                    <a:lnTo>
                      <a:pt x="122" y="46"/>
                    </a:lnTo>
                    <a:lnTo>
                      <a:pt x="120" y="46"/>
                    </a:lnTo>
                    <a:lnTo>
                      <a:pt x="114" y="46"/>
                    </a:lnTo>
                    <a:lnTo>
                      <a:pt x="114" y="46"/>
                    </a:lnTo>
                    <a:lnTo>
                      <a:pt x="108" y="44"/>
                    </a:lnTo>
                    <a:lnTo>
                      <a:pt x="106" y="46"/>
                    </a:lnTo>
                    <a:lnTo>
                      <a:pt x="106" y="46"/>
                    </a:lnTo>
                    <a:lnTo>
                      <a:pt x="104" y="48"/>
                    </a:lnTo>
                    <a:lnTo>
                      <a:pt x="104" y="52"/>
                    </a:lnTo>
                    <a:lnTo>
                      <a:pt x="106" y="56"/>
                    </a:lnTo>
                    <a:lnTo>
                      <a:pt x="106" y="56"/>
                    </a:lnTo>
                    <a:lnTo>
                      <a:pt x="106" y="58"/>
                    </a:lnTo>
                    <a:lnTo>
                      <a:pt x="104" y="60"/>
                    </a:lnTo>
                    <a:lnTo>
                      <a:pt x="102" y="60"/>
                    </a:lnTo>
                    <a:lnTo>
                      <a:pt x="100" y="58"/>
                    </a:lnTo>
                    <a:lnTo>
                      <a:pt x="100" y="58"/>
                    </a:lnTo>
                    <a:lnTo>
                      <a:pt x="100" y="58"/>
                    </a:lnTo>
                    <a:lnTo>
                      <a:pt x="98" y="60"/>
                    </a:lnTo>
                    <a:lnTo>
                      <a:pt x="96" y="62"/>
                    </a:lnTo>
                    <a:lnTo>
                      <a:pt x="94" y="62"/>
                    </a:lnTo>
                    <a:lnTo>
                      <a:pt x="94" y="62"/>
                    </a:lnTo>
                    <a:lnTo>
                      <a:pt x="88" y="62"/>
                    </a:lnTo>
                    <a:lnTo>
                      <a:pt x="84" y="60"/>
                    </a:lnTo>
                    <a:lnTo>
                      <a:pt x="84" y="60"/>
                    </a:lnTo>
                    <a:lnTo>
                      <a:pt x="82" y="58"/>
                    </a:lnTo>
                    <a:lnTo>
                      <a:pt x="80" y="52"/>
                    </a:lnTo>
                    <a:lnTo>
                      <a:pt x="80" y="52"/>
                    </a:lnTo>
                    <a:lnTo>
                      <a:pt x="80" y="46"/>
                    </a:lnTo>
                    <a:lnTo>
                      <a:pt x="78" y="42"/>
                    </a:lnTo>
                    <a:lnTo>
                      <a:pt x="78" y="42"/>
                    </a:lnTo>
                    <a:lnTo>
                      <a:pt x="78" y="38"/>
                    </a:lnTo>
                    <a:lnTo>
                      <a:pt x="78" y="34"/>
                    </a:lnTo>
                    <a:lnTo>
                      <a:pt x="78" y="34"/>
                    </a:lnTo>
                    <a:lnTo>
                      <a:pt x="76" y="24"/>
                    </a:lnTo>
                    <a:lnTo>
                      <a:pt x="48" y="26"/>
                    </a:lnTo>
                    <a:lnTo>
                      <a:pt x="48" y="26"/>
                    </a:lnTo>
                    <a:lnTo>
                      <a:pt x="32" y="24"/>
                    </a:lnTo>
                    <a:lnTo>
                      <a:pt x="32" y="24"/>
                    </a:lnTo>
                    <a:lnTo>
                      <a:pt x="26" y="24"/>
                    </a:lnTo>
                    <a:lnTo>
                      <a:pt x="22" y="26"/>
                    </a:lnTo>
                    <a:lnTo>
                      <a:pt x="18" y="28"/>
                    </a:lnTo>
                    <a:lnTo>
                      <a:pt x="18" y="28"/>
                    </a:lnTo>
                    <a:lnTo>
                      <a:pt x="12" y="32"/>
                    </a:lnTo>
                    <a:lnTo>
                      <a:pt x="10" y="32"/>
                    </a:lnTo>
                    <a:lnTo>
                      <a:pt x="10" y="3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2" name="Freeform 265">
                <a:extLst>
                  <a:ext uri="{FF2B5EF4-FFF2-40B4-BE49-F238E27FC236}">
                    <a16:creationId xmlns:a16="http://schemas.microsoft.com/office/drawing/2014/main" id="{43119139-17EC-DD4C-B449-C42E34DFB4E8}"/>
                  </a:ext>
                </a:extLst>
              </p:cNvPr>
              <p:cNvSpPr>
                <a:spLocks/>
              </p:cNvSpPr>
              <p:nvPr/>
            </p:nvSpPr>
            <p:spPr bwMode="auto">
              <a:xfrm>
                <a:off x="5685852" y="3110139"/>
                <a:ext cx="514767" cy="624734"/>
              </a:xfrm>
              <a:custGeom>
                <a:avLst/>
                <a:gdLst>
                  <a:gd name="T0" fmla="*/ 162 w 263"/>
                  <a:gd name="T1" fmla="*/ 310 h 312"/>
                  <a:gd name="T2" fmla="*/ 150 w 263"/>
                  <a:gd name="T3" fmla="*/ 312 h 312"/>
                  <a:gd name="T4" fmla="*/ 148 w 263"/>
                  <a:gd name="T5" fmla="*/ 304 h 312"/>
                  <a:gd name="T6" fmla="*/ 148 w 263"/>
                  <a:gd name="T7" fmla="*/ 294 h 312"/>
                  <a:gd name="T8" fmla="*/ 140 w 263"/>
                  <a:gd name="T9" fmla="*/ 288 h 312"/>
                  <a:gd name="T10" fmla="*/ 130 w 263"/>
                  <a:gd name="T11" fmla="*/ 278 h 312"/>
                  <a:gd name="T12" fmla="*/ 0 w 263"/>
                  <a:gd name="T13" fmla="*/ 154 h 312"/>
                  <a:gd name="T14" fmla="*/ 4 w 263"/>
                  <a:gd name="T15" fmla="*/ 150 h 312"/>
                  <a:gd name="T16" fmla="*/ 20 w 263"/>
                  <a:gd name="T17" fmla="*/ 138 h 312"/>
                  <a:gd name="T18" fmla="*/ 34 w 263"/>
                  <a:gd name="T19" fmla="*/ 132 h 312"/>
                  <a:gd name="T20" fmla="*/ 42 w 263"/>
                  <a:gd name="T21" fmla="*/ 128 h 312"/>
                  <a:gd name="T22" fmla="*/ 56 w 263"/>
                  <a:gd name="T23" fmla="*/ 120 h 312"/>
                  <a:gd name="T24" fmla="*/ 64 w 263"/>
                  <a:gd name="T25" fmla="*/ 108 h 312"/>
                  <a:gd name="T26" fmla="*/ 74 w 263"/>
                  <a:gd name="T27" fmla="*/ 96 h 312"/>
                  <a:gd name="T28" fmla="*/ 78 w 263"/>
                  <a:gd name="T29" fmla="*/ 90 h 312"/>
                  <a:gd name="T30" fmla="*/ 84 w 263"/>
                  <a:gd name="T31" fmla="*/ 84 h 312"/>
                  <a:gd name="T32" fmla="*/ 90 w 263"/>
                  <a:gd name="T33" fmla="*/ 76 h 312"/>
                  <a:gd name="T34" fmla="*/ 86 w 263"/>
                  <a:gd name="T35" fmla="*/ 62 h 312"/>
                  <a:gd name="T36" fmla="*/ 82 w 263"/>
                  <a:gd name="T37" fmla="*/ 58 h 312"/>
                  <a:gd name="T38" fmla="*/ 82 w 263"/>
                  <a:gd name="T39" fmla="*/ 44 h 312"/>
                  <a:gd name="T40" fmla="*/ 78 w 263"/>
                  <a:gd name="T41" fmla="*/ 34 h 312"/>
                  <a:gd name="T42" fmla="*/ 88 w 263"/>
                  <a:gd name="T43" fmla="*/ 32 h 312"/>
                  <a:gd name="T44" fmla="*/ 94 w 263"/>
                  <a:gd name="T45" fmla="*/ 24 h 312"/>
                  <a:gd name="T46" fmla="*/ 108 w 263"/>
                  <a:gd name="T47" fmla="*/ 20 h 312"/>
                  <a:gd name="T48" fmla="*/ 114 w 263"/>
                  <a:gd name="T49" fmla="*/ 14 h 312"/>
                  <a:gd name="T50" fmla="*/ 124 w 263"/>
                  <a:gd name="T51" fmla="*/ 10 h 312"/>
                  <a:gd name="T52" fmla="*/ 132 w 263"/>
                  <a:gd name="T53" fmla="*/ 8 h 312"/>
                  <a:gd name="T54" fmla="*/ 146 w 263"/>
                  <a:gd name="T55" fmla="*/ 6 h 312"/>
                  <a:gd name="T56" fmla="*/ 162 w 263"/>
                  <a:gd name="T57" fmla="*/ 2 h 312"/>
                  <a:gd name="T58" fmla="*/ 178 w 263"/>
                  <a:gd name="T59" fmla="*/ 2 h 312"/>
                  <a:gd name="T60" fmla="*/ 184 w 263"/>
                  <a:gd name="T61" fmla="*/ 2 h 312"/>
                  <a:gd name="T62" fmla="*/ 192 w 263"/>
                  <a:gd name="T63" fmla="*/ 2 h 312"/>
                  <a:gd name="T64" fmla="*/ 202 w 263"/>
                  <a:gd name="T65" fmla="*/ 2 h 312"/>
                  <a:gd name="T66" fmla="*/ 208 w 263"/>
                  <a:gd name="T67" fmla="*/ 0 h 312"/>
                  <a:gd name="T68" fmla="*/ 214 w 263"/>
                  <a:gd name="T69" fmla="*/ 8 h 312"/>
                  <a:gd name="T70" fmla="*/ 218 w 263"/>
                  <a:gd name="T71" fmla="*/ 18 h 312"/>
                  <a:gd name="T72" fmla="*/ 220 w 263"/>
                  <a:gd name="T73" fmla="*/ 36 h 312"/>
                  <a:gd name="T74" fmla="*/ 218 w 263"/>
                  <a:gd name="T75" fmla="*/ 42 h 312"/>
                  <a:gd name="T76" fmla="*/ 210 w 263"/>
                  <a:gd name="T77" fmla="*/ 52 h 312"/>
                  <a:gd name="T78" fmla="*/ 206 w 263"/>
                  <a:gd name="T79" fmla="*/ 56 h 312"/>
                  <a:gd name="T80" fmla="*/ 212 w 263"/>
                  <a:gd name="T81" fmla="*/ 70 h 312"/>
                  <a:gd name="T82" fmla="*/ 224 w 263"/>
                  <a:gd name="T83" fmla="*/ 86 h 312"/>
                  <a:gd name="T84" fmla="*/ 226 w 263"/>
                  <a:gd name="T85" fmla="*/ 118 h 312"/>
                  <a:gd name="T86" fmla="*/ 228 w 263"/>
                  <a:gd name="T87" fmla="*/ 152 h 312"/>
                  <a:gd name="T88" fmla="*/ 228 w 263"/>
                  <a:gd name="T89" fmla="*/ 162 h 312"/>
                  <a:gd name="T90" fmla="*/ 230 w 263"/>
                  <a:gd name="T91" fmla="*/ 164 h 312"/>
                  <a:gd name="T92" fmla="*/ 228 w 263"/>
                  <a:gd name="T93" fmla="*/ 184 h 312"/>
                  <a:gd name="T94" fmla="*/ 220 w 263"/>
                  <a:gd name="T95" fmla="*/ 192 h 312"/>
                  <a:gd name="T96" fmla="*/ 226 w 263"/>
                  <a:gd name="T97" fmla="*/ 202 h 312"/>
                  <a:gd name="T98" fmla="*/ 232 w 263"/>
                  <a:gd name="T99" fmla="*/ 216 h 312"/>
                  <a:gd name="T100" fmla="*/ 238 w 263"/>
                  <a:gd name="T101" fmla="*/ 224 h 312"/>
                  <a:gd name="T102" fmla="*/ 250 w 263"/>
                  <a:gd name="T103" fmla="*/ 230 h 312"/>
                  <a:gd name="T104" fmla="*/ 257 w 263"/>
                  <a:gd name="T105" fmla="*/ 23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3" h="312">
                    <a:moveTo>
                      <a:pt x="263" y="238"/>
                    </a:moveTo>
                    <a:lnTo>
                      <a:pt x="190" y="292"/>
                    </a:lnTo>
                    <a:lnTo>
                      <a:pt x="182" y="306"/>
                    </a:lnTo>
                    <a:lnTo>
                      <a:pt x="162" y="310"/>
                    </a:lnTo>
                    <a:lnTo>
                      <a:pt x="162" y="310"/>
                    </a:lnTo>
                    <a:lnTo>
                      <a:pt x="156" y="312"/>
                    </a:lnTo>
                    <a:lnTo>
                      <a:pt x="150" y="312"/>
                    </a:lnTo>
                    <a:lnTo>
                      <a:pt x="150" y="312"/>
                    </a:lnTo>
                    <a:lnTo>
                      <a:pt x="150" y="312"/>
                    </a:lnTo>
                    <a:lnTo>
                      <a:pt x="150" y="310"/>
                    </a:lnTo>
                    <a:lnTo>
                      <a:pt x="148" y="304"/>
                    </a:lnTo>
                    <a:lnTo>
                      <a:pt x="148" y="304"/>
                    </a:lnTo>
                    <a:lnTo>
                      <a:pt x="148" y="302"/>
                    </a:lnTo>
                    <a:lnTo>
                      <a:pt x="148" y="298"/>
                    </a:lnTo>
                    <a:lnTo>
                      <a:pt x="148" y="298"/>
                    </a:lnTo>
                    <a:lnTo>
                      <a:pt x="148" y="294"/>
                    </a:lnTo>
                    <a:lnTo>
                      <a:pt x="148" y="292"/>
                    </a:lnTo>
                    <a:lnTo>
                      <a:pt x="144" y="290"/>
                    </a:lnTo>
                    <a:lnTo>
                      <a:pt x="144" y="290"/>
                    </a:lnTo>
                    <a:lnTo>
                      <a:pt x="140" y="288"/>
                    </a:lnTo>
                    <a:lnTo>
                      <a:pt x="134" y="284"/>
                    </a:lnTo>
                    <a:lnTo>
                      <a:pt x="134" y="284"/>
                    </a:lnTo>
                    <a:lnTo>
                      <a:pt x="130" y="280"/>
                    </a:lnTo>
                    <a:lnTo>
                      <a:pt x="130" y="278"/>
                    </a:lnTo>
                    <a:lnTo>
                      <a:pt x="46" y="214"/>
                    </a:lnTo>
                    <a:lnTo>
                      <a:pt x="0" y="180"/>
                    </a:lnTo>
                    <a:lnTo>
                      <a:pt x="0" y="168"/>
                    </a:lnTo>
                    <a:lnTo>
                      <a:pt x="0" y="154"/>
                    </a:lnTo>
                    <a:lnTo>
                      <a:pt x="0" y="154"/>
                    </a:lnTo>
                    <a:lnTo>
                      <a:pt x="0" y="154"/>
                    </a:lnTo>
                    <a:lnTo>
                      <a:pt x="4" y="150"/>
                    </a:lnTo>
                    <a:lnTo>
                      <a:pt x="4" y="150"/>
                    </a:lnTo>
                    <a:lnTo>
                      <a:pt x="10" y="142"/>
                    </a:lnTo>
                    <a:lnTo>
                      <a:pt x="10" y="142"/>
                    </a:lnTo>
                    <a:lnTo>
                      <a:pt x="14" y="140"/>
                    </a:lnTo>
                    <a:lnTo>
                      <a:pt x="20" y="138"/>
                    </a:lnTo>
                    <a:lnTo>
                      <a:pt x="20" y="138"/>
                    </a:lnTo>
                    <a:lnTo>
                      <a:pt x="28" y="136"/>
                    </a:lnTo>
                    <a:lnTo>
                      <a:pt x="32" y="134"/>
                    </a:lnTo>
                    <a:lnTo>
                      <a:pt x="34" y="132"/>
                    </a:lnTo>
                    <a:lnTo>
                      <a:pt x="34" y="132"/>
                    </a:lnTo>
                    <a:lnTo>
                      <a:pt x="38" y="128"/>
                    </a:lnTo>
                    <a:lnTo>
                      <a:pt x="42" y="128"/>
                    </a:lnTo>
                    <a:lnTo>
                      <a:pt x="42" y="128"/>
                    </a:lnTo>
                    <a:lnTo>
                      <a:pt x="48" y="126"/>
                    </a:lnTo>
                    <a:lnTo>
                      <a:pt x="52" y="124"/>
                    </a:lnTo>
                    <a:lnTo>
                      <a:pt x="52" y="124"/>
                    </a:lnTo>
                    <a:lnTo>
                      <a:pt x="56" y="120"/>
                    </a:lnTo>
                    <a:lnTo>
                      <a:pt x="58" y="114"/>
                    </a:lnTo>
                    <a:lnTo>
                      <a:pt x="62" y="108"/>
                    </a:lnTo>
                    <a:lnTo>
                      <a:pt x="62" y="108"/>
                    </a:lnTo>
                    <a:lnTo>
                      <a:pt x="64" y="108"/>
                    </a:lnTo>
                    <a:lnTo>
                      <a:pt x="70" y="104"/>
                    </a:lnTo>
                    <a:lnTo>
                      <a:pt x="70" y="104"/>
                    </a:lnTo>
                    <a:lnTo>
                      <a:pt x="74" y="100"/>
                    </a:lnTo>
                    <a:lnTo>
                      <a:pt x="74" y="96"/>
                    </a:lnTo>
                    <a:lnTo>
                      <a:pt x="74" y="96"/>
                    </a:lnTo>
                    <a:lnTo>
                      <a:pt x="74" y="94"/>
                    </a:lnTo>
                    <a:lnTo>
                      <a:pt x="76" y="92"/>
                    </a:lnTo>
                    <a:lnTo>
                      <a:pt x="78" y="90"/>
                    </a:lnTo>
                    <a:lnTo>
                      <a:pt x="80" y="88"/>
                    </a:lnTo>
                    <a:lnTo>
                      <a:pt x="80" y="88"/>
                    </a:lnTo>
                    <a:lnTo>
                      <a:pt x="82" y="86"/>
                    </a:lnTo>
                    <a:lnTo>
                      <a:pt x="84" y="84"/>
                    </a:lnTo>
                    <a:lnTo>
                      <a:pt x="90" y="80"/>
                    </a:lnTo>
                    <a:lnTo>
                      <a:pt x="90" y="80"/>
                    </a:lnTo>
                    <a:lnTo>
                      <a:pt x="92" y="78"/>
                    </a:lnTo>
                    <a:lnTo>
                      <a:pt x="90" y="76"/>
                    </a:lnTo>
                    <a:lnTo>
                      <a:pt x="88" y="72"/>
                    </a:lnTo>
                    <a:lnTo>
                      <a:pt x="88" y="72"/>
                    </a:lnTo>
                    <a:lnTo>
                      <a:pt x="86" y="68"/>
                    </a:lnTo>
                    <a:lnTo>
                      <a:pt x="86" y="62"/>
                    </a:lnTo>
                    <a:lnTo>
                      <a:pt x="86" y="62"/>
                    </a:lnTo>
                    <a:lnTo>
                      <a:pt x="84" y="60"/>
                    </a:lnTo>
                    <a:lnTo>
                      <a:pt x="82" y="58"/>
                    </a:lnTo>
                    <a:lnTo>
                      <a:pt x="82" y="58"/>
                    </a:lnTo>
                    <a:lnTo>
                      <a:pt x="80" y="54"/>
                    </a:lnTo>
                    <a:lnTo>
                      <a:pt x="80" y="54"/>
                    </a:lnTo>
                    <a:lnTo>
                      <a:pt x="82" y="48"/>
                    </a:lnTo>
                    <a:lnTo>
                      <a:pt x="82" y="44"/>
                    </a:lnTo>
                    <a:lnTo>
                      <a:pt x="82" y="44"/>
                    </a:lnTo>
                    <a:lnTo>
                      <a:pt x="82" y="40"/>
                    </a:lnTo>
                    <a:lnTo>
                      <a:pt x="80" y="38"/>
                    </a:lnTo>
                    <a:lnTo>
                      <a:pt x="78" y="34"/>
                    </a:lnTo>
                    <a:lnTo>
                      <a:pt x="78" y="34"/>
                    </a:lnTo>
                    <a:lnTo>
                      <a:pt x="82" y="32"/>
                    </a:lnTo>
                    <a:lnTo>
                      <a:pt x="82" y="32"/>
                    </a:lnTo>
                    <a:lnTo>
                      <a:pt x="88" y="32"/>
                    </a:lnTo>
                    <a:lnTo>
                      <a:pt x="88" y="32"/>
                    </a:lnTo>
                    <a:lnTo>
                      <a:pt x="90" y="30"/>
                    </a:lnTo>
                    <a:lnTo>
                      <a:pt x="92" y="26"/>
                    </a:lnTo>
                    <a:lnTo>
                      <a:pt x="94" y="24"/>
                    </a:lnTo>
                    <a:lnTo>
                      <a:pt x="98" y="20"/>
                    </a:lnTo>
                    <a:lnTo>
                      <a:pt x="98" y="20"/>
                    </a:lnTo>
                    <a:lnTo>
                      <a:pt x="104" y="20"/>
                    </a:lnTo>
                    <a:lnTo>
                      <a:pt x="108" y="20"/>
                    </a:lnTo>
                    <a:lnTo>
                      <a:pt x="108" y="20"/>
                    </a:lnTo>
                    <a:lnTo>
                      <a:pt x="112" y="16"/>
                    </a:lnTo>
                    <a:lnTo>
                      <a:pt x="114" y="14"/>
                    </a:lnTo>
                    <a:lnTo>
                      <a:pt x="114" y="14"/>
                    </a:lnTo>
                    <a:lnTo>
                      <a:pt x="118" y="14"/>
                    </a:lnTo>
                    <a:lnTo>
                      <a:pt x="122" y="14"/>
                    </a:lnTo>
                    <a:lnTo>
                      <a:pt x="122" y="14"/>
                    </a:lnTo>
                    <a:lnTo>
                      <a:pt x="124" y="10"/>
                    </a:lnTo>
                    <a:lnTo>
                      <a:pt x="124" y="10"/>
                    </a:lnTo>
                    <a:lnTo>
                      <a:pt x="128" y="10"/>
                    </a:lnTo>
                    <a:lnTo>
                      <a:pt x="132" y="8"/>
                    </a:lnTo>
                    <a:lnTo>
                      <a:pt x="132" y="8"/>
                    </a:lnTo>
                    <a:lnTo>
                      <a:pt x="134" y="4"/>
                    </a:lnTo>
                    <a:lnTo>
                      <a:pt x="134" y="4"/>
                    </a:lnTo>
                    <a:lnTo>
                      <a:pt x="140" y="6"/>
                    </a:lnTo>
                    <a:lnTo>
                      <a:pt x="146" y="6"/>
                    </a:lnTo>
                    <a:lnTo>
                      <a:pt x="146" y="6"/>
                    </a:lnTo>
                    <a:lnTo>
                      <a:pt x="150" y="6"/>
                    </a:lnTo>
                    <a:lnTo>
                      <a:pt x="154" y="4"/>
                    </a:lnTo>
                    <a:lnTo>
                      <a:pt x="162" y="2"/>
                    </a:lnTo>
                    <a:lnTo>
                      <a:pt x="162" y="2"/>
                    </a:lnTo>
                    <a:lnTo>
                      <a:pt x="170" y="2"/>
                    </a:lnTo>
                    <a:lnTo>
                      <a:pt x="178" y="2"/>
                    </a:lnTo>
                    <a:lnTo>
                      <a:pt x="178" y="2"/>
                    </a:lnTo>
                    <a:lnTo>
                      <a:pt x="178" y="4"/>
                    </a:lnTo>
                    <a:lnTo>
                      <a:pt x="178" y="4"/>
                    </a:lnTo>
                    <a:lnTo>
                      <a:pt x="182" y="4"/>
                    </a:lnTo>
                    <a:lnTo>
                      <a:pt x="184" y="2"/>
                    </a:lnTo>
                    <a:lnTo>
                      <a:pt x="184" y="2"/>
                    </a:lnTo>
                    <a:lnTo>
                      <a:pt x="188" y="4"/>
                    </a:lnTo>
                    <a:lnTo>
                      <a:pt x="192" y="4"/>
                    </a:lnTo>
                    <a:lnTo>
                      <a:pt x="192" y="2"/>
                    </a:lnTo>
                    <a:lnTo>
                      <a:pt x="192" y="2"/>
                    </a:lnTo>
                    <a:lnTo>
                      <a:pt x="198" y="0"/>
                    </a:lnTo>
                    <a:lnTo>
                      <a:pt x="198" y="0"/>
                    </a:lnTo>
                    <a:lnTo>
                      <a:pt x="202" y="2"/>
                    </a:lnTo>
                    <a:lnTo>
                      <a:pt x="204" y="6"/>
                    </a:lnTo>
                    <a:lnTo>
                      <a:pt x="206" y="6"/>
                    </a:lnTo>
                    <a:lnTo>
                      <a:pt x="206" y="6"/>
                    </a:lnTo>
                    <a:lnTo>
                      <a:pt x="208" y="0"/>
                    </a:lnTo>
                    <a:lnTo>
                      <a:pt x="208" y="0"/>
                    </a:lnTo>
                    <a:lnTo>
                      <a:pt x="214" y="2"/>
                    </a:lnTo>
                    <a:lnTo>
                      <a:pt x="214" y="2"/>
                    </a:lnTo>
                    <a:lnTo>
                      <a:pt x="214" y="8"/>
                    </a:lnTo>
                    <a:lnTo>
                      <a:pt x="214" y="12"/>
                    </a:lnTo>
                    <a:lnTo>
                      <a:pt x="216" y="14"/>
                    </a:lnTo>
                    <a:lnTo>
                      <a:pt x="216" y="14"/>
                    </a:lnTo>
                    <a:lnTo>
                      <a:pt x="218" y="18"/>
                    </a:lnTo>
                    <a:lnTo>
                      <a:pt x="218" y="22"/>
                    </a:lnTo>
                    <a:lnTo>
                      <a:pt x="218" y="22"/>
                    </a:lnTo>
                    <a:lnTo>
                      <a:pt x="218" y="28"/>
                    </a:lnTo>
                    <a:lnTo>
                      <a:pt x="220" y="36"/>
                    </a:lnTo>
                    <a:lnTo>
                      <a:pt x="220" y="36"/>
                    </a:lnTo>
                    <a:lnTo>
                      <a:pt x="220" y="38"/>
                    </a:lnTo>
                    <a:lnTo>
                      <a:pt x="218" y="40"/>
                    </a:lnTo>
                    <a:lnTo>
                      <a:pt x="218" y="42"/>
                    </a:lnTo>
                    <a:lnTo>
                      <a:pt x="216" y="42"/>
                    </a:lnTo>
                    <a:lnTo>
                      <a:pt x="216" y="42"/>
                    </a:lnTo>
                    <a:lnTo>
                      <a:pt x="214" y="48"/>
                    </a:lnTo>
                    <a:lnTo>
                      <a:pt x="210" y="52"/>
                    </a:lnTo>
                    <a:lnTo>
                      <a:pt x="210" y="52"/>
                    </a:lnTo>
                    <a:lnTo>
                      <a:pt x="206" y="52"/>
                    </a:lnTo>
                    <a:lnTo>
                      <a:pt x="206" y="56"/>
                    </a:lnTo>
                    <a:lnTo>
                      <a:pt x="206" y="56"/>
                    </a:lnTo>
                    <a:lnTo>
                      <a:pt x="208" y="70"/>
                    </a:lnTo>
                    <a:lnTo>
                      <a:pt x="208" y="70"/>
                    </a:lnTo>
                    <a:lnTo>
                      <a:pt x="210" y="70"/>
                    </a:lnTo>
                    <a:lnTo>
                      <a:pt x="212" y="70"/>
                    </a:lnTo>
                    <a:lnTo>
                      <a:pt x="214" y="72"/>
                    </a:lnTo>
                    <a:lnTo>
                      <a:pt x="214" y="72"/>
                    </a:lnTo>
                    <a:lnTo>
                      <a:pt x="216" y="84"/>
                    </a:lnTo>
                    <a:lnTo>
                      <a:pt x="224" y="86"/>
                    </a:lnTo>
                    <a:lnTo>
                      <a:pt x="228" y="116"/>
                    </a:lnTo>
                    <a:lnTo>
                      <a:pt x="228" y="116"/>
                    </a:lnTo>
                    <a:lnTo>
                      <a:pt x="226" y="118"/>
                    </a:lnTo>
                    <a:lnTo>
                      <a:pt x="226" y="118"/>
                    </a:lnTo>
                    <a:lnTo>
                      <a:pt x="226" y="120"/>
                    </a:lnTo>
                    <a:lnTo>
                      <a:pt x="228" y="122"/>
                    </a:lnTo>
                    <a:lnTo>
                      <a:pt x="228" y="124"/>
                    </a:lnTo>
                    <a:lnTo>
                      <a:pt x="228" y="152"/>
                    </a:lnTo>
                    <a:lnTo>
                      <a:pt x="232" y="158"/>
                    </a:lnTo>
                    <a:lnTo>
                      <a:pt x="232" y="158"/>
                    </a:lnTo>
                    <a:lnTo>
                      <a:pt x="230" y="160"/>
                    </a:lnTo>
                    <a:lnTo>
                      <a:pt x="228" y="162"/>
                    </a:lnTo>
                    <a:lnTo>
                      <a:pt x="228" y="162"/>
                    </a:lnTo>
                    <a:lnTo>
                      <a:pt x="228" y="162"/>
                    </a:lnTo>
                    <a:lnTo>
                      <a:pt x="228" y="164"/>
                    </a:lnTo>
                    <a:lnTo>
                      <a:pt x="230" y="164"/>
                    </a:lnTo>
                    <a:lnTo>
                      <a:pt x="228" y="168"/>
                    </a:lnTo>
                    <a:lnTo>
                      <a:pt x="228" y="168"/>
                    </a:lnTo>
                    <a:lnTo>
                      <a:pt x="230" y="174"/>
                    </a:lnTo>
                    <a:lnTo>
                      <a:pt x="228" y="184"/>
                    </a:lnTo>
                    <a:lnTo>
                      <a:pt x="228" y="184"/>
                    </a:lnTo>
                    <a:lnTo>
                      <a:pt x="226" y="188"/>
                    </a:lnTo>
                    <a:lnTo>
                      <a:pt x="224" y="190"/>
                    </a:lnTo>
                    <a:lnTo>
                      <a:pt x="220" y="192"/>
                    </a:lnTo>
                    <a:lnTo>
                      <a:pt x="220" y="192"/>
                    </a:lnTo>
                    <a:lnTo>
                      <a:pt x="224" y="198"/>
                    </a:lnTo>
                    <a:lnTo>
                      <a:pt x="224" y="198"/>
                    </a:lnTo>
                    <a:lnTo>
                      <a:pt x="226" y="202"/>
                    </a:lnTo>
                    <a:lnTo>
                      <a:pt x="230" y="208"/>
                    </a:lnTo>
                    <a:lnTo>
                      <a:pt x="230" y="208"/>
                    </a:lnTo>
                    <a:lnTo>
                      <a:pt x="232" y="212"/>
                    </a:lnTo>
                    <a:lnTo>
                      <a:pt x="232" y="216"/>
                    </a:lnTo>
                    <a:lnTo>
                      <a:pt x="232" y="216"/>
                    </a:lnTo>
                    <a:lnTo>
                      <a:pt x="234" y="222"/>
                    </a:lnTo>
                    <a:lnTo>
                      <a:pt x="236" y="224"/>
                    </a:lnTo>
                    <a:lnTo>
                      <a:pt x="238" y="224"/>
                    </a:lnTo>
                    <a:lnTo>
                      <a:pt x="238" y="224"/>
                    </a:lnTo>
                    <a:lnTo>
                      <a:pt x="248" y="226"/>
                    </a:lnTo>
                    <a:lnTo>
                      <a:pt x="248" y="226"/>
                    </a:lnTo>
                    <a:lnTo>
                      <a:pt x="250" y="230"/>
                    </a:lnTo>
                    <a:lnTo>
                      <a:pt x="252" y="232"/>
                    </a:lnTo>
                    <a:lnTo>
                      <a:pt x="255" y="232"/>
                    </a:lnTo>
                    <a:lnTo>
                      <a:pt x="255" y="232"/>
                    </a:lnTo>
                    <a:lnTo>
                      <a:pt x="257" y="232"/>
                    </a:lnTo>
                    <a:lnTo>
                      <a:pt x="259" y="234"/>
                    </a:lnTo>
                    <a:lnTo>
                      <a:pt x="263" y="238"/>
                    </a:lnTo>
                    <a:lnTo>
                      <a:pt x="263" y="23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73" name="Group 672">
              <a:extLst>
                <a:ext uri="{FF2B5EF4-FFF2-40B4-BE49-F238E27FC236}">
                  <a16:creationId xmlns:a16="http://schemas.microsoft.com/office/drawing/2014/main" id="{B2588A79-C958-4149-A324-B85C32792843}"/>
                </a:ext>
              </a:extLst>
            </p:cNvPr>
            <p:cNvGrpSpPr/>
            <p:nvPr/>
          </p:nvGrpSpPr>
          <p:grpSpPr>
            <a:xfrm>
              <a:off x="3590164" y="291259"/>
              <a:ext cx="4919631" cy="2498858"/>
              <a:chOff x="4120606" y="1123805"/>
              <a:chExt cx="4084054" cy="2074438"/>
            </a:xfrm>
            <a:solidFill>
              <a:schemeClr val="bg2"/>
            </a:solidFill>
          </p:grpSpPr>
          <p:grpSp>
            <p:nvGrpSpPr>
              <p:cNvPr id="674" name="Group 673">
                <a:extLst>
                  <a:ext uri="{FF2B5EF4-FFF2-40B4-BE49-F238E27FC236}">
                    <a16:creationId xmlns:a16="http://schemas.microsoft.com/office/drawing/2014/main" id="{661F7202-9DF8-DB41-A702-24767B7EF80F}"/>
                  </a:ext>
                </a:extLst>
              </p:cNvPr>
              <p:cNvGrpSpPr/>
              <p:nvPr/>
            </p:nvGrpSpPr>
            <p:grpSpPr>
              <a:xfrm>
                <a:off x="4120606" y="1123805"/>
                <a:ext cx="1358091" cy="905063"/>
                <a:chOff x="4120606" y="1123805"/>
                <a:chExt cx="1358091" cy="905063"/>
              </a:xfrm>
              <a:grpFill/>
            </p:grpSpPr>
            <p:sp>
              <p:nvSpPr>
                <p:cNvPr id="722" name="Freeform 122">
                  <a:extLst>
                    <a:ext uri="{FF2B5EF4-FFF2-40B4-BE49-F238E27FC236}">
                      <a16:creationId xmlns:a16="http://schemas.microsoft.com/office/drawing/2014/main" id="{8AC62ECE-AC8F-3E45-8DB0-E903C4E0FF07}"/>
                    </a:ext>
                  </a:extLst>
                </p:cNvPr>
                <p:cNvSpPr>
                  <a:spLocks noEditPoints="1"/>
                </p:cNvSpPr>
                <p:nvPr/>
              </p:nvSpPr>
              <p:spPr bwMode="auto">
                <a:xfrm>
                  <a:off x="4120606" y="1123805"/>
                  <a:ext cx="1115433" cy="893049"/>
                </a:xfrm>
                <a:custGeom>
                  <a:avLst/>
                  <a:gdLst>
                    <a:gd name="T0" fmla="*/ 482 w 570"/>
                    <a:gd name="T1" fmla="*/ 190 h 446"/>
                    <a:gd name="T2" fmla="*/ 192 w 570"/>
                    <a:gd name="T3" fmla="*/ 334 h 446"/>
                    <a:gd name="T4" fmla="*/ 214 w 570"/>
                    <a:gd name="T5" fmla="*/ 316 h 446"/>
                    <a:gd name="T6" fmla="*/ 458 w 570"/>
                    <a:gd name="T7" fmla="*/ 210 h 446"/>
                    <a:gd name="T8" fmla="*/ 464 w 570"/>
                    <a:gd name="T9" fmla="*/ 224 h 446"/>
                    <a:gd name="T10" fmla="*/ 478 w 570"/>
                    <a:gd name="T11" fmla="*/ 220 h 446"/>
                    <a:gd name="T12" fmla="*/ 498 w 570"/>
                    <a:gd name="T13" fmla="*/ 186 h 446"/>
                    <a:gd name="T14" fmla="*/ 520 w 570"/>
                    <a:gd name="T15" fmla="*/ 176 h 446"/>
                    <a:gd name="T16" fmla="*/ 0 w 570"/>
                    <a:gd name="T17" fmla="*/ 132 h 446"/>
                    <a:gd name="T18" fmla="*/ 500 w 570"/>
                    <a:gd name="T19" fmla="*/ 44 h 446"/>
                    <a:gd name="T20" fmla="*/ 350 w 570"/>
                    <a:gd name="T21" fmla="*/ 22 h 446"/>
                    <a:gd name="T22" fmla="*/ 380 w 570"/>
                    <a:gd name="T23" fmla="*/ 18 h 446"/>
                    <a:gd name="T24" fmla="*/ 474 w 570"/>
                    <a:gd name="T25" fmla="*/ 24 h 446"/>
                    <a:gd name="T26" fmla="*/ 442 w 570"/>
                    <a:gd name="T27" fmla="*/ 6 h 446"/>
                    <a:gd name="T28" fmla="*/ 330 w 570"/>
                    <a:gd name="T29" fmla="*/ 6 h 446"/>
                    <a:gd name="T30" fmla="*/ 294 w 570"/>
                    <a:gd name="T31" fmla="*/ 12 h 446"/>
                    <a:gd name="T32" fmla="*/ 290 w 570"/>
                    <a:gd name="T33" fmla="*/ 30 h 446"/>
                    <a:gd name="T34" fmla="*/ 266 w 570"/>
                    <a:gd name="T35" fmla="*/ 50 h 446"/>
                    <a:gd name="T36" fmla="*/ 214 w 570"/>
                    <a:gd name="T37" fmla="*/ 42 h 446"/>
                    <a:gd name="T38" fmla="*/ 178 w 570"/>
                    <a:gd name="T39" fmla="*/ 40 h 446"/>
                    <a:gd name="T40" fmla="*/ 118 w 570"/>
                    <a:gd name="T41" fmla="*/ 52 h 446"/>
                    <a:gd name="T42" fmla="*/ 56 w 570"/>
                    <a:gd name="T43" fmla="*/ 78 h 446"/>
                    <a:gd name="T44" fmla="*/ 16 w 570"/>
                    <a:gd name="T45" fmla="*/ 108 h 446"/>
                    <a:gd name="T46" fmla="*/ 66 w 570"/>
                    <a:gd name="T47" fmla="*/ 132 h 446"/>
                    <a:gd name="T48" fmla="*/ 26 w 570"/>
                    <a:gd name="T49" fmla="*/ 156 h 446"/>
                    <a:gd name="T50" fmla="*/ 90 w 570"/>
                    <a:gd name="T51" fmla="*/ 152 h 446"/>
                    <a:gd name="T52" fmla="*/ 156 w 570"/>
                    <a:gd name="T53" fmla="*/ 184 h 446"/>
                    <a:gd name="T54" fmla="*/ 170 w 570"/>
                    <a:gd name="T55" fmla="*/ 222 h 446"/>
                    <a:gd name="T56" fmla="*/ 200 w 570"/>
                    <a:gd name="T57" fmla="*/ 244 h 446"/>
                    <a:gd name="T58" fmla="*/ 190 w 570"/>
                    <a:gd name="T59" fmla="*/ 258 h 446"/>
                    <a:gd name="T60" fmla="*/ 174 w 570"/>
                    <a:gd name="T61" fmla="*/ 284 h 446"/>
                    <a:gd name="T62" fmla="*/ 208 w 570"/>
                    <a:gd name="T63" fmla="*/ 272 h 446"/>
                    <a:gd name="T64" fmla="*/ 206 w 570"/>
                    <a:gd name="T65" fmla="*/ 304 h 446"/>
                    <a:gd name="T66" fmla="*/ 184 w 570"/>
                    <a:gd name="T67" fmla="*/ 314 h 446"/>
                    <a:gd name="T68" fmla="*/ 186 w 570"/>
                    <a:gd name="T69" fmla="*/ 320 h 446"/>
                    <a:gd name="T70" fmla="*/ 184 w 570"/>
                    <a:gd name="T71" fmla="*/ 350 h 446"/>
                    <a:gd name="T72" fmla="*/ 210 w 570"/>
                    <a:gd name="T73" fmla="*/ 366 h 446"/>
                    <a:gd name="T74" fmla="*/ 204 w 570"/>
                    <a:gd name="T75" fmla="*/ 392 h 446"/>
                    <a:gd name="T76" fmla="*/ 228 w 570"/>
                    <a:gd name="T77" fmla="*/ 410 h 446"/>
                    <a:gd name="T78" fmla="*/ 238 w 570"/>
                    <a:gd name="T79" fmla="*/ 430 h 446"/>
                    <a:gd name="T80" fmla="*/ 266 w 570"/>
                    <a:gd name="T81" fmla="*/ 428 h 446"/>
                    <a:gd name="T82" fmla="*/ 280 w 570"/>
                    <a:gd name="T83" fmla="*/ 434 h 446"/>
                    <a:gd name="T84" fmla="*/ 292 w 570"/>
                    <a:gd name="T85" fmla="*/ 398 h 446"/>
                    <a:gd name="T86" fmla="*/ 302 w 570"/>
                    <a:gd name="T87" fmla="*/ 358 h 446"/>
                    <a:gd name="T88" fmla="*/ 338 w 570"/>
                    <a:gd name="T89" fmla="*/ 350 h 446"/>
                    <a:gd name="T90" fmla="*/ 382 w 570"/>
                    <a:gd name="T91" fmla="*/ 310 h 446"/>
                    <a:gd name="T92" fmla="*/ 428 w 570"/>
                    <a:gd name="T93" fmla="*/ 298 h 446"/>
                    <a:gd name="T94" fmla="*/ 480 w 570"/>
                    <a:gd name="T95" fmla="*/ 270 h 446"/>
                    <a:gd name="T96" fmla="*/ 448 w 570"/>
                    <a:gd name="T97" fmla="*/ 260 h 446"/>
                    <a:gd name="T98" fmla="*/ 426 w 570"/>
                    <a:gd name="T99" fmla="*/ 242 h 446"/>
                    <a:gd name="T100" fmla="*/ 484 w 570"/>
                    <a:gd name="T101" fmla="*/ 260 h 446"/>
                    <a:gd name="T102" fmla="*/ 452 w 570"/>
                    <a:gd name="T103" fmla="*/ 230 h 446"/>
                    <a:gd name="T104" fmla="*/ 446 w 570"/>
                    <a:gd name="T105" fmla="*/ 214 h 446"/>
                    <a:gd name="T106" fmla="*/ 486 w 570"/>
                    <a:gd name="T107" fmla="*/ 198 h 446"/>
                    <a:gd name="T108" fmla="*/ 490 w 570"/>
                    <a:gd name="T109" fmla="*/ 186 h 446"/>
                    <a:gd name="T110" fmla="*/ 498 w 570"/>
                    <a:gd name="T111" fmla="*/ 154 h 446"/>
                    <a:gd name="T112" fmla="*/ 508 w 570"/>
                    <a:gd name="T113" fmla="*/ 132 h 446"/>
                    <a:gd name="T114" fmla="*/ 500 w 570"/>
                    <a:gd name="T115" fmla="*/ 114 h 446"/>
                    <a:gd name="T116" fmla="*/ 520 w 570"/>
                    <a:gd name="T117" fmla="*/ 78 h 446"/>
                    <a:gd name="T118" fmla="*/ 554 w 570"/>
                    <a:gd name="T119" fmla="*/ 62 h 446"/>
                    <a:gd name="T120" fmla="*/ 496 w 570"/>
                    <a:gd name="T121" fmla="*/ 46 h 446"/>
                    <a:gd name="T122" fmla="*/ 460 w 570"/>
                    <a:gd name="T123" fmla="*/ 42 h 446"/>
                    <a:gd name="T124" fmla="*/ 378 w 570"/>
                    <a:gd name="T125" fmla="*/ 46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70" h="446">
                      <a:moveTo>
                        <a:pt x="504" y="148"/>
                      </a:moveTo>
                      <a:lnTo>
                        <a:pt x="506" y="148"/>
                      </a:lnTo>
                      <a:lnTo>
                        <a:pt x="506" y="148"/>
                      </a:lnTo>
                      <a:lnTo>
                        <a:pt x="506" y="148"/>
                      </a:lnTo>
                      <a:lnTo>
                        <a:pt x="504" y="148"/>
                      </a:lnTo>
                      <a:lnTo>
                        <a:pt x="504" y="148"/>
                      </a:lnTo>
                      <a:close/>
                      <a:moveTo>
                        <a:pt x="272" y="442"/>
                      </a:moveTo>
                      <a:lnTo>
                        <a:pt x="270" y="444"/>
                      </a:lnTo>
                      <a:lnTo>
                        <a:pt x="270" y="444"/>
                      </a:lnTo>
                      <a:lnTo>
                        <a:pt x="272" y="444"/>
                      </a:lnTo>
                      <a:lnTo>
                        <a:pt x="274" y="446"/>
                      </a:lnTo>
                      <a:lnTo>
                        <a:pt x="274" y="446"/>
                      </a:lnTo>
                      <a:lnTo>
                        <a:pt x="274" y="444"/>
                      </a:lnTo>
                      <a:lnTo>
                        <a:pt x="274" y="442"/>
                      </a:lnTo>
                      <a:lnTo>
                        <a:pt x="274" y="442"/>
                      </a:lnTo>
                      <a:lnTo>
                        <a:pt x="272" y="442"/>
                      </a:lnTo>
                      <a:lnTo>
                        <a:pt x="272" y="442"/>
                      </a:lnTo>
                      <a:close/>
                      <a:moveTo>
                        <a:pt x="258" y="426"/>
                      </a:moveTo>
                      <a:lnTo>
                        <a:pt x="258" y="426"/>
                      </a:lnTo>
                      <a:lnTo>
                        <a:pt x="258" y="428"/>
                      </a:lnTo>
                      <a:lnTo>
                        <a:pt x="258" y="428"/>
                      </a:lnTo>
                      <a:lnTo>
                        <a:pt x="258" y="428"/>
                      </a:lnTo>
                      <a:lnTo>
                        <a:pt x="258" y="426"/>
                      </a:lnTo>
                      <a:lnTo>
                        <a:pt x="258" y="426"/>
                      </a:lnTo>
                      <a:lnTo>
                        <a:pt x="258" y="426"/>
                      </a:lnTo>
                      <a:close/>
                      <a:moveTo>
                        <a:pt x="482" y="190"/>
                      </a:moveTo>
                      <a:lnTo>
                        <a:pt x="482" y="190"/>
                      </a:lnTo>
                      <a:lnTo>
                        <a:pt x="482" y="196"/>
                      </a:lnTo>
                      <a:lnTo>
                        <a:pt x="482" y="196"/>
                      </a:lnTo>
                      <a:lnTo>
                        <a:pt x="484" y="196"/>
                      </a:lnTo>
                      <a:lnTo>
                        <a:pt x="484" y="196"/>
                      </a:lnTo>
                      <a:lnTo>
                        <a:pt x="490" y="196"/>
                      </a:lnTo>
                      <a:lnTo>
                        <a:pt x="490" y="196"/>
                      </a:lnTo>
                      <a:lnTo>
                        <a:pt x="492" y="194"/>
                      </a:lnTo>
                      <a:lnTo>
                        <a:pt x="492" y="194"/>
                      </a:lnTo>
                      <a:lnTo>
                        <a:pt x="490" y="192"/>
                      </a:lnTo>
                      <a:lnTo>
                        <a:pt x="482" y="190"/>
                      </a:lnTo>
                      <a:lnTo>
                        <a:pt x="482" y="190"/>
                      </a:lnTo>
                      <a:close/>
                      <a:moveTo>
                        <a:pt x="430" y="70"/>
                      </a:moveTo>
                      <a:lnTo>
                        <a:pt x="430" y="70"/>
                      </a:lnTo>
                      <a:lnTo>
                        <a:pt x="432" y="68"/>
                      </a:lnTo>
                      <a:lnTo>
                        <a:pt x="430" y="70"/>
                      </a:lnTo>
                      <a:lnTo>
                        <a:pt x="428" y="72"/>
                      </a:lnTo>
                      <a:lnTo>
                        <a:pt x="428" y="72"/>
                      </a:lnTo>
                      <a:lnTo>
                        <a:pt x="426" y="74"/>
                      </a:lnTo>
                      <a:lnTo>
                        <a:pt x="426" y="74"/>
                      </a:lnTo>
                      <a:lnTo>
                        <a:pt x="424" y="74"/>
                      </a:lnTo>
                      <a:lnTo>
                        <a:pt x="424" y="72"/>
                      </a:lnTo>
                      <a:lnTo>
                        <a:pt x="426" y="70"/>
                      </a:lnTo>
                      <a:lnTo>
                        <a:pt x="430" y="70"/>
                      </a:lnTo>
                      <a:lnTo>
                        <a:pt x="430" y="70"/>
                      </a:lnTo>
                      <a:close/>
                      <a:moveTo>
                        <a:pt x="294" y="34"/>
                      </a:moveTo>
                      <a:lnTo>
                        <a:pt x="294" y="34"/>
                      </a:lnTo>
                      <a:lnTo>
                        <a:pt x="296" y="36"/>
                      </a:lnTo>
                      <a:lnTo>
                        <a:pt x="298" y="36"/>
                      </a:lnTo>
                      <a:lnTo>
                        <a:pt x="296" y="36"/>
                      </a:lnTo>
                      <a:lnTo>
                        <a:pt x="296" y="36"/>
                      </a:lnTo>
                      <a:lnTo>
                        <a:pt x="294" y="34"/>
                      </a:lnTo>
                      <a:lnTo>
                        <a:pt x="294" y="34"/>
                      </a:lnTo>
                      <a:lnTo>
                        <a:pt x="294" y="34"/>
                      </a:lnTo>
                      <a:lnTo>
                        <a:pt x="294" y="34"/>
                      </a:lnTo>
                      <a:close/>
                      <a:moveTo>
                        <a:pt x="334" y="338"/>
                      </a:moveTo>
                      <a:lnTo>
                        <a:pt x="334" y="338"/>
                      </a:lnTo>
                      <a:lnTo>
                        <a:pt x="340" y="338"/>
                      </a:lnTo>
                      <a:lnTo>
                        <a:pt x="340" y="338"/>
                      </a:lnTo>
                      <a:lnTo>
                        <a:pt x="336" y="342"/>
                      </a:lnTo>
                      <a:lnTo>
                        <a:pt x="336" y="342"/>
                      </a:lnTo>
                      <a:lnTo>
                        <a:pt x="334" y="342"/>
                      </a:lnTo>
                      <a:lnTo>
                        <a:pt x="334" y="342"/>
                      </a:lnTo>
                      <a:lnTo>
                        <a:pt x="332" y="338"/>
                      </a:lnTo>
                      <a:lnTo>
                        <a:pt x="332" y="338"/>
                      </a:lnTo>
                      <a:lnTo>
                        <a:pt x="334" y="338"/>
                      </a:lnTo>
                      <a:lnTo>
                        <a:pt x="334" y="338"/>
                      </a:lnTo>
                      <a:close/>
                      <a:moveTo>
                        <a:pt x="192" y="332"/>
                      </a:moveTo>
                      <a:lnTo>
                        <a:pt x="192" y="332"/>
                      </a:lnTo>
                      <a:lnTo>
                        <a:pt x="192" y="334"/>
                      </a:lnTo>
                      <a:lnTo>
                        <a:pt x="192" y="334"/>
                      </a:lnTo>
                      <a:lnTo>
                        <a:pt x="192" y="334"/>
                      </a:lnTo>
                      <a:lnTo>
                        <a:pt x="192" y="334"/>
                      </a:lnTo>
                      <a:lnTo>
                        <a:pt x="190" y="332"/>
                      </a:lnTo>
                      <a:lnTo>
                        <a:pt x="190" y="332"/>
                      </a:lnTo>
                      <a:lnTo>
                        <a:pt x="192" y="332"/>
                      </a:lnTo>
                      <a:lnTo>
                        <a:pt x="192" y="332"/>
                      </a:lnTo>
                      <a:close/>
                      <a:moveTo>
                        <a:pt x="218" y="330"/>
                      </a:moveTo>
                      <a:lnTo>
                        <a:pt x="218" y="330"/>
                      </a:lnTo>
                      <a:lnTo>
                        <a:pt x="218" y="330"/>
                      </a:lnTo>
                      <a:lnTo>
                        <a:pt x="218" y="330"/>
                      </a:lnTo>
                      <a:lnTo>
                        <a:pt x="218" y="330"/>
                      </a:lnTo>
                      <a:lnTo>
                        <a:pt x="218" y="332"/>
                      </a:lnTo>
                      <a:lnTo>
                        <a:pt x="218" y="332"/>
                      </a:lnTo>
                      <a:lnTo>
                        <a:pt x="210" y="336"/>
                      </a:lnTo>
                      <a:lnTo>
                        <a:pt x="210" y="336"/>
                      </a:lnTo>
                      <a:lnTo>
                        <a:pt x="208" y="336"/>
                      </a:lnTo>
                      <a:lnTo>
                        <a:pt x="210" y="334"/>
                      </a:lnTo>
                      <a:lnTo>
                        <a:pt x="210" y="334"/>
                      </a:lnTo>
                      <a:lnTo>
                        <a:pt x="212" y="332"/>
                      </a:lnTo>
                      <a:lnTo>
                        <a:pt x="212" y="332"/>
                      </a:lnTo>
                      <a:lnTo>
                        <a:pt x="218" y="330"/>
                      </a:lnTo>
                      <a:lnTo>
                        <a:pt x="218" y="330"/>
                      </a:lnTo>
                      <a:close/>
                      <a:moveTo>
                        <a:pt x="214" y="318"/>
                      </a:moveTo>
                      <a:lnTo>
                        <a:pt x="214" y="318"/>
                      </a:lnTo>
                      <a:lnTo>
                        <a:pt x="214" y="318"/>
                      </a:lnTo>
                      <a:lnTo>
                        <a:pt x="214" y="318"/>
                      </a:lnTo>
                      <a:lnTo>
                        <a:pt x="214" y="318"/>
                      </a:lnTo>
                      <a:lnTo>
                        <a:pt x="214" y="318"/>
                      </a:lnTo>
                      <a:lnTo>
                        <a:pt x="212" y="318"/>
                      </a:lnTo>
                      <a:lnTo>
                        <a:pt x="214" y="318"/>
                      </a:lnTo>
                      <a:lnTo>
                        <a:pt x="214" y="318"/>
                      </a:lnTo>
                      <a:close/>
                      <a:moveTo>
                        <a:pt x="214" y="314"/>
                      </a:moveTo>
                      <a:lnTo>
                        <a:pt x="214" y="314"/>
                      </a:lnTo>
                      <a:lnTo>
                        <a:pt x="216" y="314"/>
                      </a:lnTo>
                      <a:lnTo>
                        <a:pt x="216" y="316"/>
                      </a:lnTo>
                      <a:lnTo>
                        <a:pt x="216" y="316"/>
                      </a:lnTo>
                      <a:lnTo>
                        <a:pt x="214" y="316"/>
                      </a:lnTo>
                      <a:lnTo>
                        <a:pt x="214" y="314"/>
                      </a:lnTo>
                      <a:lnTo>
                        <a:pt x="214" y="314"/>
                      </a:lnTo>
                      <a:lnTo>
                        <a:pt x="214" y="314"/>
                      </a:lnTo>
                      <a:close/>
                      <a:moveTo>
                        <a:pt x="434" y="266"/>
                      </a:moveTo>
                      <a:lnTo>
                        <a:pt x="434" y="266"/>
                      </a:lnTo>
                      <a:lnTo>
                        <a:pt x="434" y="266"/>
                      </a:lnTo>
                      <a:lnTo>
                        <a:pt x="436" y="268"/>
                      </a:lnTo>
                      <a:lnTo>
                        <a:pt x="434" y="270"/>
                      </a:lnTo>
                      <a:lnTo>
                        <a:pt x="434" y="270"/>
                      </a:lnTo>
                      <a:lnTo>
                        <a:pt x="428" y="268"/>
                      </a:lnTo>
                      <a:lnTo>
                        <a:pt x="428" y="268"/>
                      </a:lnTo>
                      <a:lnTo>
                        <a:pt x="430" y="268"/>
                      </a:lnTo>
                      <a:lnTo>
                        <a:pt x="430" y="268"/>
                      </a:lnTo>
                      <a:lnTo>
                        <a:pt x="434" y="266"/>
                      </a:lnTo>
                      <a:lnTo>
                        <a:pt x="434" y="266"/>
                      </a:lnTo>
                      <a:close/>
                      <a:moveTo>
                        <a:pt x="192" y="248"/>
                      </a:moveTo>
                      <a:lnTo>
                        <a:pt x="192" y="248"/>
                      </a:lnTo>
                      <a:lnTo>
                        <a:pt x="190" y="248"/>
                      </a:lnTo>
                      <a:lnTo>
                        <a:pt x="190" y="248"/>
                      </a:lnTo>
                      <a:lnTo>
                        <a:pt x="194" y="248"/>
                      </a:lnTo>
                      <a:lnTo>
                        <a:pt x="194" y="248"/>
                      </a:lnTo>
                      <a:lnTo>
                        <a:pt x="194" y="248"/>
                      </a:lnTo>
                      <a:lnTo>
                        <a:pt x="192" y="248"/>
                      </a:lnTo>
                      <a:lnTo>
                        <a:pt x="192" y="248"/>
                      </a:lnTo>
                      <a:close/>
                      <a:moveTo>
                        <a:pt x="182" y="244"/>
                      </a:moveTo>
                      <a:lnTo>
                        <a:pt x="182" y="244"/>
                      </a:lnTo>
                      <a:lnTo>
                        <a:pt x="180" y="246"/>
                      </a:lnTo>
                      <a:lnTo>
                        <a:pt x="180" y="248"/>
                      </a:lnTo>
                      <a:lnTo>
                        <a:pt x="180" y="248"/>
                      </a:lnTo>
                      <a:lnTo>
                        <a:pt x="180" y="250"/>
                      </a:lnTo>
                      <a:lnTo>
                        <a:pt x="180" y="250"/>
                      </a:lnTo>
                      <a:lnTo>
                        <a:pt x="184" y="250"/>
                      </a:lnTo>
                      <a:lnTo>
                        <a:pt x="184" y="250"/>
                      </a:lnTo>
                      <a:lnTo>
                        <a:pt x="184" y="246"/>
                      </a:lnTo>
                      <a:lnTo>
                        <a:pt x="182" y="244"/>
                      </a:lnTo>
                      <a:lnTo>
                        <a:pt x="182" y="244"/>
                      </a:lnTo>
                      <a:close/>
                      <a:moveTo>
                        <a:pt x="458" y="210"/>
                      </a:moveTo>
                      <a:lnTo>
                        <a:pt x="458" y="210"/>
                      </a:lnTo>
                      <a:lnTo>
                        <a:pt x="458" y="210"/>
                      </a:lnTo>
                      <a:lnTo>
                        <a:pt x="452" y="212"/>
                      </a:lnTo>
                      <a:lnTo>
                        <a:pt x="452" y="212"/>
                      </a:lnTo>
                      <a:lnTo>
                        <a:pt x="452" y="214"/>
                      </a:lnTo>
                      <a:lnTo>
                        <a:pt x="452" y="214"/>
                      </a:lnTo>
                      <a:lnTo>
                        <a:pt x="454" y="216"/>
                      </a:lnTo>
                      <a:lnTo>
                        <a:pt x="454" y="216"/>
                      </a:lnTo>
                      <a:lnTo>
                        <a:pt x="446" y="214"/>
                      </a:lnTo>
                      <a:lnTo>
                        <a:pt x="444" y="214"/>
                      </a:lnTo>
                      <a:lnTo>
                        <a:pt x="440" y="216"/>
                      </a:lnTo>
                      <a:lnTo>
                        <a:pt x="440" y="216"/>
                      </a:lnTo>
                      <a:lnTo>
                        <a:pt x="438" y="218"/>
                      </a:lnTo>
                      <a:lnTo>
                        <a:pt x="438" y="218"/>
                      </a:lnTo>
                      <a:lnTo>
                        <a:pt x="438" y="222"/>
                      </a:lnTo>
                      <a:lnTo>
                        <a:pt x="438" y="222"/>
                      </a:lnTo>
                      <a:lnTo>
                        <a:pt x="442" y="222"/>
                      </a:lnTo>
                      <a:lnTo>
                        <a:pt x="442" y="222"/>
                      </a:lnTo>
                      <a:lnTo>
                        <a:pt x="444" y="224"/>
                      </a:lnTo>
                      <a:lnTo>
                        <a:pt x="444" y="224"/>
                      </a:lnTo>
                      <a:lnTo>
                        <a:pt x="446" y="224"/>
                      </a:lnTo>
                      <a:lnTo>
                        <a:pt x="446" y="224"/>
                      </a:lnTo>
                      <a:lnTo>
                        <a:pt x="450" y="222"/>
                      </a:lnTo>
                      <a:lnTo>
                        <a:pt x="450" y="222"/>
                      </a:lnTo>
                      <a:lnTo>
                        <a:pt x="452" y="222"/>
                      </a:lnTo>
                      <a:lnTo>
                        <a:pt x="452" y="222"/>
                      </a:lnTo>
                      <a:lnTo>
                        <a:pt x="454" y="220"/>
                      </a:lnTo>
                      <a:lnTo>
                        <a:pt x="454" y="218"/>
                      </a:lnTo>
                      <a:lnTo>
                        <a:pt x="454" y="218"/>
                      </a:lnTo>
                      <a:lnTo>
                        <a:pt x="456" y="218"/>
                      </a:lnTo>
                      <a:lnTo>
                        <a:pt x="456" y="218"/>
                      </a:lnTo>
                      <a:lnTo>
                        <a:pt x="458" y="220"/>
                      </a:lnTo>
                      <a:lnTo>
                        <a:pt x="458" y="220"/>
                      </a:lnTo>
                      <a:lnTo>
                        <a:pt x="466" y="222"/>
                      </a:lnTo>
                      <a:lnTo>
                        <a:pt x="466" y="222"/>
                      </a:lnTo>
                      <a:lnTo>
                        <a:pt x="468" y="222"/>
                      </a:lnTo>
                      <a:lnTo>
                        <a:pt x="468" y="222"/>
                      </a:lnTo>
                      <a:lnTo>
                        <a:pt x="466" y="224"/>
                      </a:lnTo>
                      <a:lnTo>
                        <a:pt x="464" y="224"/>
                      </a:lnTo>
                      <a:lnTo>
                        <a:pt x="466" y="224"/>
                      </a:lnTo>
                      <a:lnTo>
                        <a:pt x="466" y="224"/>
                      </a:lnTo>
                      <a:lnTo>
                        <a:pt x="466" y="226"/>
                      </a:lnTo>
                      <a:lnTo>
                        <a:pt x="466" y="226"/>
                      </a:lnTo>
                      <a:lnTo>
                        <a:pt x="466" y="226"/>
                      </a:lnTo>
                      <a:lnTo>
                        <a:pt x="466" y="228"/>
                      </a:lnTo>
                      <a:lnTo>
                        <a:pt x="466" y="230"/>
                      </a:lnTo>
                      <a:lnTo>
                        <a:pt x="468" y="232"/>
                      </a:lnTo>
                      <a:lnTo>
                        <a:pt x="476" y="236"/>
                      </a:lnTo>
                      <a:lnTo>
                        <a:pt x="476" y="236"/>
                      </a:lnTo>
                      <a:lnTo>
                        <a:pt x="480" y="238"/>
                      </a:lnTo>
                      <a:lnTo>
                        <a:pt x="480" y="238"/>
                      </a:lnTo>
                      <a:lnTo>
                        <a:pt x="486" y="238"/>
                      </a:lnTo>
                      <a:lnTo>
                        <a:pt x="486" y="238"/>
                      </a:lnTo>
                      <a:lnTo>
                        <a:pt x="486" y="238"/>
                      </a:lnTo>
                      <a:lnTo>
                        <a:pt x="486" y="236"/>
                      </a:lnTo>
                      <a:lnTo>
                        <a:pt x="486" y="236"/>
                      </a:lnTo>
                      <a:lnTo>
                        <a:pt x="482" y="234"/>
                      </a:lnTo>
                      <a:lnTo>
                        <a:pt x="480" y="234"/>
                      </a:lnTo>
                      <a:lnTo>
                        <a:pt x="484" y="232"/>
                      </a:lnTo>
                      <a:lnTo>
                        <a:pt x="484" y="230"/>
                      </a:lnTo>
                      <a:lnTo>
                        <a:pt x="484" y="230"/>
                      </a:lnTo>
                      <a:lnTo>
                        <a:pt x="478" y="228"/>
                      </a:lnTo>
                      <a:lnTo>
                        <a:pt x="478" y="228"/>
                      </a:lnTo>
                      <a:lnTo>
                        <a:pt x="474" y="226"/>
                      </a:lnTo>
                      <a:lnTo>
                        <a:pt x="474" y="226"/>
                      </a:lnTo>
                      <a:lnTo>
                        <a:pt x="474" y="226"/>
                      </a:lnTo>
                      <a:lnTo>
                        <a:pt x="474" y="226"/>
                      </a:lnTo>
                      <a:lnTo>
                        <a:pt x="478" y="226"/>
                      </a:lnTo>
                      <a:lnTo>
                        <a:pt x="478" y="226"/>
                      </a:lnTo>
                      <a:lnTo>
                        <a:pt x="480" y="228"/>
                      </a:lnTo>
                      <a:lnTo>
                        <a:pt x="480" y="228"/>
                      </a:lnTo>
                      <a:lnTo>
                        <a:pt x="482" y="228"/>
                      </a:lnTo>
                      <a:lnTo>
                        <a:pt x="484" y="228"/>
                      </a:lnTo>
                      <a:lnTo>
                        <a:pt x="484" y="228"/>
                      </a:lnTo>
                      <a:lnTo>
                        <a:pt x="484" y="222"/>
                      </a:lnTo>
                      <a:lnTo>
                        <a:pt x="484" y="222"/>
                      </a:lnTo>
                      <a:lnTo>
                        <a:pt x="478" y="220"/>
                      </a:lnTo>
                      <a:lnTo>
                        <a:pt x="472" y="222"/>
                      </a:lnTo>
                      <a:lnTo>
                        <a:pt x="472" y="222"/>
                      </a:lnTo>
                      <a:lnTo>
                        <a:pt x="474" y="220"/>
                      </a:lnTo>
                      <a:lnTo>
                        <a:pt x="474" y="220"/>
                      </a:lnTo>
                      <a:lnTo>
                        <a:pt x="476" y="220"/>
                      </a:lnTo>
                      <a:lnTo>
                        <a:pt x="476" y="220"/>
                      </a:lnTo>
                      <a:lnTo>
                        <a:pt x="478" y="216"/>
                      </a:lnTo>
                      <a:lnTo>
                        <a:pt x="470" y="216"/>
                      </a:lnTo>
                      <a:lnTo>
                        <a:pt x="470" y="216"/>
                      </a:lnTo>
                      <a:lnTo>
                        <a:pt x="472" y="214"/>
                      </a:lnTo>
                      <a:lnTo>
                        <a:pt x="472" y="214"/>
                      </a:lnTo>
                      <a:lnTo>
                        <a:pt x="464" y="212"/>
                      </a:lnTo>
                      <a:lnTo>
                        <a:pt x="458" y="210"/>
                      </a:lnTo>
                      <a:lnTo>
                        <a:pt x="458" y="210"/>
                      </a:lnTo>
                      <a:close/>
                      <a:moveTo>
                        <a:pt x="148" y="186"/>
                      </a:moveTo>
                      <a:lnTo>
                        <a:pt x="148" y="186"/>
                      </a:lnTo>
                      <a:lnTo>
                        <a:pt x="146" y="188"/>
                      </a:lnTo>
                      <a:lnTo>
                        <a:pt x="146" y="188"/>
                      </a:lnTo>
                      <a:lnTo>
                        <a:pt x="148" y="188"/>
                      </a:lnTo>
                      <a:lnTo>
                        <a:pt x="148" y="188"/>
                      </a:lnTo>
                      <a:lnTo>
                        <a:pt x="150" y="188"/>
                      </a:lnTo>
                      <a:lnTo>
                        <a:pt x="152" y="186"/>
                      </a:lnTo>
                      <a:lnTo>
                        <a:pt x="152" y="186"/>
                      </a:lnTo>
                      <a:lnTo>
                        <a:pt x="148" y="186"/>
                      </a:lnTo>
                      <a:lnTo>
                        <a:pt x="148" y="186"/>
                      </a:lnTo>
                      <a:close/>
                      <a:moveTo>
                        <a:pt x="512" y="184"/>
                      </a:moveTo>
                      <a:lnTo>
                        <a:pt x="512" y="184"/>
                      </a:lnTo>
                      <a:lnTo>
                        <a:pt x="510" y="186"/>
                      </a:lnTo>
                      <a:lnTo>
                        <a:pt x="510" y="186"/>
                      </a:lnTo>
                      <a:lnTo>
                        <a:pt x="512" y="186"/>
                      </a:lnTo>
                      <a:lnTo>
                        <a:pt x="512" y="186"/>
                      </a:lnTo>
                      <a:lnTo>
                        <a:pt x="512" y="186"/>
                      </a:lnTo>
                      <a:lnTo>
                        <a:pt x="512" y="184"/>
                      </a:lnTo>
                      <a:lnTo>
                        <a:pt x="512" y="184"/>
                      </a:lnTo>
                      <a:close/>
                      <a:moveTo>
                        <a:pt x="498" y="180"/>
                      </a:moveTo>
                      <a:lnTo>
                        <a:pt x="498" y="180"/>
                      </a:lnTo>
                      <a:lnTo>
                        <a:pt x="498" y="182"/>
                      </a:lnTo>
                      <a:lnTo>
                        <a:pt x="498" y="186"/>
                      </a:lnTo>
                      <a:lnTo>
                        <a:pt x="498" y="186"/>
                      </a:lnTo>
                      <a:lnTo>
                        <a:pt x="500" y="186"/>
                      </a:lnTo>
                      <a:lnTo>
                        <a:pt x="500" y="186"/>
                      </a:lnTo>
                      <a:lnTo>
                        <a:pt x="504" y="186"/>
                      </a:lnTo>
                      <a:lnTo>
                        <a:pt x="504" y="186"/>
                      </a:lnTo>
                      <a:lnTo>
                        <a:pt x="504" y="182"/>
                      </a:lnTo>
                      <a:lnTo>
                        <a:pt x="504" y="182"/>
                      </a:lnTo>
                      <a:lnTo>
                        <a:pt x="500" y="182"/>
                      </a:lnTo>
                      <a:lnTo>
                        <a:pt x="500" y="182"/>
                      </a:lnTo>
                      <a:lnTo>
                        <a:pt x="500" y="180"/>
                      </a:lnTo>
                      <a:lnTo>
                        <a:pt x="500" y="180"/>
                      </a:lnTo>
                      <a:lnTo>
                        <a:pt x="498" y="180"/>
                      </a:lnTo>
                      <a:lnTo>
                        <a:pt x="498" y="180"/>
                      </a:lnTo>
                      <a:close/>
                      <a:moveTo>
                        <a:pt x="478" y="174"/>
                      </a:moveTo>
                      <a:lnTo>
                        <a:pt x="478" y="174"/>
                      </a:lnTo>
                      <a:lnTo>
                        <a:pt x="480" y="174"/>
                      </a:lnTo>
                      <a:lnTo>
                        <a:pt x="480" y="176"/>
                      </a:lnTo>
                      <a:lnTo>
                        <a:pt x="480" y="180"/>
                      </a:lnTo>
                      <a:lnTo>
                        <a:pt x="480" y="180"/>
                      </a:lnTo>
                      <a:lnTo>
                        <a:pt x="478" y="180"/>
                      </a:lnTo>
                      <a:lnTo>
                        <a:pt x="478" y="180"/>
                      </a:lnTo>
                      <a:lnTo>
                        <a:pt x="478" y="176"/>
                      </a:lnTo>
                      <a:lnTo>
                        <a:pt x="478" y="174"/>
                      </a:lnTo>
                      <a:lnTo>
                        <a:pt x="478" y="174"/>
                      </a:lnTo>
                      <a:lnTo>
                        <a:pt x="478" y="174"/>
                      </a:lnTo>
                      <a:close/>
                      <a:moveTo>
                        <a:pt x="512" y="166"/>
                      </a:moveTo>
                      <a:lnTo>
                        <a:pt x="512" y="166"/>
                      </a:lnTo>
                      <a:lnTo>
                        <a:pt x="512" y="168"/>
                      </a:lnTo>
                      <a:lnTo>
                        <a:pt x="512" y="168"/>
                      </a:lnTo>
                      <a:lnTo>
                        <a:pt x="508" y="168"/>
                      </a:lnTo>
                      <a:lnTo>
                        <a:pt x="508" y="168"/>
                      </a:lnTo>
                      <a:lnTo>
                        <a:pt x="510" y="176"/>
                      </a:lnTo>
                      <a:lnTo>
                        <a:pt x="512" y="178"/>
                      </a:lnTo>
                      <a:lnTo>
                        <a:pt x="516" y="178"/>
                      </a:lnTo>
                      <a:lnTo>
                        <a:pt x="516" y="178"/>
                      </a:lnTo>
                      <a:lnTo>
                        <a:pt x="518" y="176"/>
                      </a:lnTo>
                      <a:lnTo>
                        <a:pt x="518" y="176"/>
                      </a:lnTo>
                      <a:lnTo>
                        <a:pt x="520" y="176"/>
                      </a:lnTo>
                      <a:lnTo>
                        <a:pt x="520" y="176"/>
                      </a:lnTo>
                      <a:lnTo>
                        <a:pt x="520" y="176"/>
                      </a:lnTo>
                      <a:lnTo>
                        <a:pt x="520" y="176"/>
                      </a:lnTo>
                      <a:lnTo>
                        <a:pt x="522" y="176"/>
                      </a:lnTo>
                      <a:lnTo>
                        <a:pt x="522" y="176"/>
                      </a:lnTo>
                      <a:lnTo>
                        <a:pt x="522" y="172"/>
                      </a:lnTo>
                      <a:lnTo>
                        <a:pt x="522" y="172"/>
                      </a:lnTo>
                      <a:lnTo>
                        <a:pt x="520" y="174"/>
                      </a:lnTo>
                      <a:lnTo>
                        <a:pt x="520" y="174"/>
                      </a:lnTo>
                      <a:lnTo>
                        <a:pt x="516" y="172"/>
                      </a:lnTo>
                      <a:lnTo>
                        <a:pt x="516" y="172"/>
                      </a:lnTo>
                      <a:lnTo>
                        <a:pt x="514" y="166"/>
                      </a:lnTo>
                      <a:lnTo>
                        <a:pt x="512" y="166"/>
                      </a:lnTo>
                      <a:close/>
                      <a:moveTo>
                        <a:pt x="506" y="150"/>
                      </a:moveTo>
                      <a:lnTo>
                        <a:pt x="506" y="150"/>
                      </a:lnTo>
                      <a:lnTo>
                        <a:pt x="504" y="152"/>
                      </a:lnTo>
                      <a:lnTo>
                        <a:pt x="504" y="152"/>
                      </a:lnTo>
                      <a:lnTo>
                        <a:pt x="508" y="156"/>
                      </a:lnTo>
                      <a:lnTo>
                        <a:pt x="510" y="160"/>
                      </a:lnTo>
                      <a:lnTo>
                        <a:pt x="508" y="158"/>
                      </a:lnTo>
                      <a:lnTo>
                        <a:pt x="508" y="158"/>
                      </a:lnTo>
                      <a:lnTo>
                        <a:pt x="508" y="154"/>
                      </a:lnTo>
                      <a:lnTo>
                        <a:pt x="508" y="154"/>
                      </a:lnTo>
                      <a:lnTo>
                        <a:pt x="506" y="152"/>
                      </a:lnTo>
                      <a:lnTo>
                        <a:pt x="506" y="152"/>
                      </a:lnTo>
                      <a:lnTo>
                        <a:pt x="508" y="150"/>
                      </a:lnTo>
                      <a:lnTo>
                        <a:pt x="506" y="150"/>
                      </a:lnTo>
                      <a:close/>
                      <a:moveTo>
                        <a:pt x="12" y="132"/>
                      </a:moveTo>
                      <a:lnTo>
                        <a:pt x="12" y="132"/>
                      </a:lnTo>
                      <a:lnTo>
                        <a:pt x="12" y="132"/>
                      </a:lnTo>
                      <a:lnTo>
                        <a:pt x="14" y="132"/>
                      </a:lnTo>
                      <a:lnTo>
                        <a:pt x="12" y="132"/>
                      </a:lnTo>
                      <a:lnTo>
                        <a:pt x="12" y="132"/>
                      </a:lnTo>
                      <a:lnTo>
                        <a:pt x="12" y="132"/>
                      </a:lnTo>
                      <a:lnTo>
                        <a:pt x="12" y="132"/>
                      </a:lnTo>
                      <a:close/>
                      <a:moveTo>
                        <a:pt x="2" y="130"/>
                      </a:moveTo>
                      <a:lnTo>
                        <a:pt x="2" y="130"/>
                      </a:lnTo>
                      <a:lnTo>
                        <a:pt x="0" y="132"/>
                      </a:lnTo>
                      <a:lnTo>
                        <a:pt x="0" y="132"/>
                      </a:lnTo>
                      <a:lnTo>
                        <a:pt x="2" y="132"/>
                      </a:lnTo>
                      <a:lnTo>
                        <a:pt x="2" y="132"/>
                      </a:lnTo>
                      <a:lnTo>
                        <a:pt x="4" y="132"/>
                      </a:lnTo>
                      <a:lnTo>
                        <a:pt x="6" y="130"/>
                      </a:lnTo>
                      <a:lnTo>
                        <a:pt x="6" y="130"/>
                      </a:lnTo>
                      <a:lnTo>
                        <a:pt x="2" y="130"/>
                      </a:lnTo>
                      <a:lnTo>
                        <a:pt x="2" y="130"/>
                      </a:lnTo>
                      <a:close/>
                      <a:moveTo>
                        <a:pt x="500" y="76"/>
                      </a:moveTo>
                      <a:lnTo>
                        <a:pt x="500" y="76"/>
                      </a:lnTo>
                      <a:lnTo>
                        <a:pt x="500" y="80"/>
                      </a:lnTo>
                      <a:lnTo>
                        <a:pt x="500" y="80"/>
                      </a:lnTo>
                      <a:lnTo>
                        <a:pt x="504" y="78"/>
                      </a:lnTo>
                      <a:lnTo>
                        <a:pt x="500" y="76"/>
                      </a:lnTo>
                      <a:lnTo>
                        <a:pt x="500" y="76"/>
                      </a:lnTo>
                      <a:close/>
                      <a:moveTo>
                        <a:pt x="438" y="66"/>
                      </a:moveTo>
                      <a:lnTo>
                        <a:pt x="438" y="66"/>
                      </a:lnTo>
                      <a:lnTo>
                        <a:pt x="442" y="66"/>
                      </a:lnTo>
                      <a:lnTo>
                        <a:pt x="440" y="66"/>
                      </a:lnTo>
                      <a:lnTo>
                        <a:pt x="434" y="70"/>
                      </a:lnTo>
                      <a:lnTo>
                        <a:pt x="434" y="70"/>
                      </a:lnTo>
                      <a:lnTo>
                        <a:pt x="430" y="68"/>
                      </a:lnTo>
                      <a:lnTo>
                        <a:pt x="430" y="68"/>
                      </a:lnTo>
                      <a:lnTo>
                        <a:pt x="434" y="68"/>
                      </a:lnTo>
                      <a:lnTo>
                        <a:pt x="434" y="68"/>
                      </a:lnTo>
                      <a:lnTo>
                        <a:pt x="438" y="66"/>
                      </a:lnTo>
                      <a:lnTo>
                        <a:pt x="438" y="66"/>
                      </a:lnTo>
                      <a:close/>
                      <a:moveTo>
                        <a:pt x="508" y="40"/>
                      </a:moveTo>
                      <a:lnTo>
                        <a:pt x="508" y="40"/>
                      </a:lnTo>
                      <a:lnTo>
                        <a:pt x="508" y="42"/>
                      </a:lnTo>
                      <a:lnTo>
                        <a:pt x="508" y="42"/>
                      </a:lnTo>
                      <a:lnTo>
                        <a:pt x="508" y="42"/>
                      </a:lnTo>
                      <a:lnTo>
                        <a:pt x="508" y="42"/>
                      </a:lnTo>
                      <a:lnTo>
                        <a:pt x="508" y="40"/>
                      </a:lnTo>
                      <a:lnTo>
                        <a:pt x="508" y="40"/>
                      </a:lnTo>
                      <a:close/>
                      <a:moveTo>
                        <a:pt x="500" y="40"/>
                      </a:moveTo>
                      <a:lnTo>
                        <a:pt x="500" y="40"/>
                      </a:lnTo>
                      <a:lnTo>
                        <a:pt x="500" y="44"/>
                      </a:lnTo>
                      <a:lnTo>
                        <a:pt x="500" y="44"/>
                      </a:lnTo>
                      <a:lnTo>
                        <a:pt x="500" y="44"/>
                      </a:lnTo>
                      <a:lnTo>
                        <a:pt x="500" y="40"/>
                      </a:lnTo>
                      <a:lnTo>
                        <a:pt x="500" y="40"/>
                      </a:lnTo>
                      <a:close/>
                      <a:moveTo>
                        <a:pt x="182" y="32"/>
                      </a:moveTo>
                      <a:lnTo>
                        <a:pt x="182" y="32"/>
                      </a:lnTo>
                      <a:lnTo>
                        <a:pt x="184" y="38"/>
                      </a:lnTo>
                      <a:lnTo>
                        <a:pt x="184" y="38"/>
                      </a:lnTo>
                      <a:lnTo>
                        <a:pt x="186" y="40"/>
                      </a:lnTo>
                      <a:lnTo>
                        <a:pt x="192" y="44"/>
                      </a:lnTo>
                      <a:lnTo>
                        <a:pt x="204" y="46"/>
                      </a:lnTo>
                      <a:lnTo>
                        <a:pt x="204" y="46"/>
                      </a:lnTo>
                      <a:lnTo>
                        <a:pt x="206" y="46"/>
                      </a:lnTo>
                      <a:lnTo>
                        <a:pt x="206" y="46"/>
                      </a:lnTo>
                      <a:lnTo>
                        <a:pt x="206" y="44"/>
                      </a:lnTo>
                      <a:lnTo>
                        <a:pt x="206" y="44"/>
                      </a:lnTo>
                      <a:lnTo>
                        <a:pt x="204" y="42"/>
                      </a:lnTo>
                      <a:lnTo>
                        <a:pt x="204" y="42"/>
                      </a:lnTo>
                      <a:lnTo>
                        <a:pt x="198" y="40"/>
                      </a:lnTo>
                      <a:lnTo>
                        <a:pt x="198" y="40"/>
                      </a:lnTo>
                      <a:lnTo>
                        <a:pt x="194" y="40"/>
                      </a:lnTo>
                      <a:lnTo>
                        <a:pt x="194" y="40"/>
                      </a:lnTo>
                      <a:lnTo>
                        <a:pt x="192" y="36"/>
                      </a:lnTo>
                      <a:lnTo>
                        <a:pt x="192" y="36"/>
                      </a:lnTo>
                      <a:lnTo>
                        <a:pt x="188" y="36"/>
                      </a:lnTo>
                      <a:lnTo>
                        <a:pt x="188" y="36"/>
                      </a:lnTo>
                      <a:lnTo>
                        <a:pt x="182" y="32"/>
                      </a:lnTo>
                      <a:lnTo>
                        <a:pt x="182" y="32"/>
                      </a:lnTo>
                      <a:close/>
                      <a:moveTo>
                        <a:pt x="358" y="18"/>
                      </a:moveTo>
                      <a:lnTo>
                        <a:pt x="358" y="18"/>
                      </a:lnTo>
                      <a:lnTo>
                        <a:pt x="360" y="20"/>
                      </a:lnTo>
                      <a:lnTo>
                        <a:pt x="360" y="20"/>
                      </a:lnTo>
                      <a:lnTo>
                        <a:pt x="356" y="22"/>
                      </a:lnTo>
                      <a:lnTo>
                        <a:pt x="356" y="22"/>
                      </a:lnTo>
                      <a:lnTo>
                        <a:pt x="356" y="24"/>
                      </a:lnTo>
                      <a:lnTo>
                        <a:pt x="356" y="24"/>
                      </a:lnTo>
                      <a:lnTo>
                        <a:pt x="350" y="22"/>
                      </a:lnTo>
                      <a:lnTo>
                        <a:pt x="350" y="22"/>
                      </a:lnTo>
                      <a:lnTo>
                        <a:pt x="350" y="24"/>
                      </a:lnTo>
                      <a:lnTo>
                        <a:pt x="350" y="24"/>
                      </a:lnTo>
                      <a:lnTo>
                        <a:pt x="350" y="24"/>
                      </a:lnTo>
                      <a:lnTo>
                        <a:pt x="350" y="22"/>
                      </a:lnTo>
                      <a:lnTo>
                        <a:pt x="350" y="20"/>
                      </a:lnTo>
                      <a:lnTo>
                        <a:pt x="350" y="20"/>
                      </a:lnTo>
                      <a:lnTo>
                        <a:pt x="358" y="18"/>
                      </a:lnTo>
                      <a:lnTo>
                        <a:pt x="358" y="18"/>
                      </a:lnTo>
                      <a:close/>
                      <a:moveTo>
                        <a:pt x="402" y="16"/>
                      </a:moveTo>
                      <a:lnTo>
                        <a:pt x="402" y="16"/>
                      </a:lnTo>
                      <a:lnTo>
                        <a:pt x="410" y="16"/>
                      </a:lnTo>
                      <a:lnTo>
                        <a:pt x="410" y="16"/>
                      </a:lnTo>
                      <a:lnTo>
                        <a:pt x="420" y="16"/>
                      </a:lnTo>
                      <a:lnTo>
                        <a:pt x="420" y="16"/>
                      </a:lnTo>
                      <a:lnTo>
                        <a:pt x="430" y="16"/>
                      </a:lnTo>
                      <a:lnTo>
                        <a:pt x="430" y="16"/>
                      </a:lnTo>
                      <a:lnTo>
                        <a:pt x="410" y="18"/>
                      </a:lnTo>
                      <a:lnTo>
                        <a:pt x="410" y="18"/>
                      </a:lnTo>
                      <a:lnTo>
                        <a:pt x="404" y="18"/>
                      </a:lnTo>
                      <a:lnTo>
                        <a:pt x="398" y="18"/>
                      </a:lnTo>
                      <a:lnTo>
                        <a:pt x="398" y="20"/>
                      </a:lnTo>
                      <a:lnTo>
                        <a:pt x="398" y="20"/>
                      </a:lnTo>
                      <a:lnTo>
                        <a:pt x="392" y="20"/>
                      </a:lnTo>
                      <a:lnTo>
                        <a:pt x="388" y="20"/>
                      </a:lnTo>
                      <a:lnTo>
                        <a:pt x="388" y="18"/>
                      </a:lnTo>
                      <a:lnTo>
                        <a:pt x="388" y="18"/>
                      </a:lnTo>
                      <a:lnTo>
                        <a:pt x="390" y="18"/>
                      </a:lnTo>
                      <a:lnTo>
                        <a:pt x="390" y="18"/>
                      </a:lnTo>
                      <a:lnTo>
                        <a:pt x="402" y="16"/>
                      </a:lnTo>
                      <a:lnTo>
                        <a:pt x="402" y="16"/>
                      </a:lnTo>
                      <a:close/>
                      <a:moveTo>
                        <a:pt x="368" y="12"/>
                      </a:moveTo>
                      <a:lnTo>
                        <a:pt x="370" y="12"/>
                      </a:lnTo>
                      <a:lnTo>
                        <a:pt x="370" y="12"/>
                      </a:lnTo>
                      <a:lnTo>
                        <a:pt x="370" y="16"/>
                      </a:lnTo>
                      <a:lnTo>
                        <a:pt x="370" y="16"/>
                      </a:lnTo>
                      <a:lnTo>
                        <a:pt x="372" y="18"/>
                      </a:lnTo>
                      <a:lnTo>
                        <a:pt x="372" y="18"/>
                      </a:lnTo>
                      <a:lnTo>
                        <a:pt x="380" y="18"/>
                      </a:lnTo>
                      <a:lnTo>
                        <a:pt x="386" y="20"/>
                      </a:lnTo>
                      <a:lnTo>
                        <a:pt x="386" y="20"/>
                      </a:lnTo>
                      <a:lnTo>
                        <a:pt x="380" y="18"/>
                      </a:lnTo>
                      <a:lnTo>
                        <a:pt x="380" y="18"/>
                      </a:lnTo>
                      <a:lnTo>
                        <a:pt x="372" y="20"/>
                      </a:lnTo>
                      <a:lnTo>
                        <a:pt x="372" y="20"/>
                      </a:lnTo>
                      <a:lnTo>
                        <a:pt x="372" y="22"/>
                      </a:lnTo>
                      <a:lnTo>
                        <a:pt x="372" y="22"/>
                      </a:lnTo>
                      <a:lnTo>
                        <a:pt x="372" y="22"/>
                      </a:lnTo>
                      <a:lnTo>
                        <a:pt x="370" y="22"/>
                      </a:lnTo>
                      <a:lnTo>
                        <a:pt x="370" y="22"/>
                      </a:lnTo>
                      <a:lnTo>
                        <a:pt x="370" y="20"/>
                      </a:lnTo>
                      <a:lnTo>
                        <a:pt x="370" y="20"/>
                      </a:lnTo>
                      <a:lnTo>
                        <a:pt x="366" y="20"/>
                      </a:lnTo>
                      <a:lnTo>
                        <a:pt x="366" y="18"/>
                      </a:lnTo>
                      <a:lnTo>
                        <a:pt x="366" y="18"/>
                      </a:lnTo>
                      <a:lnTo>
                        <a:pt x="368" y="18"/>
                      </a:lnTo>
                      <a:lnTo>
                        <a:pt x="368" y="14"/>
                      </a:lnTo>
                      <a:lnTo>
                        <a:pt x="368" y="12"/>
                      </a:lnTo>
                      <a:lnTo>
                        <a:pt x="368" y="12"/>
                      </a:lnTo>
                      <a:close/>
                      <a:moveTo>
                        <a:pt x="482" y="36"/>
                      </a:moveTo>
                      <a:lnTo>
                        <a:pt x="482" y="36"/>
                      </a:lnTo>
                      <a:lnTo>
                        <a:pt x="486" y="34"/>
                      </a:lnTo>
                      <a:lnTo>
                        <a:pt x="488" y="32"/>
                      </a:lnTo>
                      <a:lnTo>
                        <a:pt x="488" y="32"/>
                      </a:lnTo>
                      <a:lnTo>
                        <a:pt x="490" y="32"/>
                      </a:lnTo>
                      <a:lnTo>
                        <a:pt x="490" y="32"/>
                      </a:lnTo>
                      <a:lnTo>
                        <a:pt x="496" y="30"/>
                      </a:lnTo>
                      <a:lnTo>
                        <a:pt x="496" y="30"/>
                      </a:lnTo>
                      <a:lnTo>
                        <a:pt x="494" y="28"/>
                      </a:lnTo>
                      <a:lnTo>
                        <a:pt x="494" y="28"/>
                      </a:lnTo>
                      <a:lnTo>
                        <a:pt x="492" y="26"/>
                      </a:lnTo>
                      <a:lnTo>
                        <a:pt x="488" y="26"/>
                      </a:lnTo>
                      <a:lnTo>
                        <a:pt x="488" y="26"/>
                      </a:lnTo>
                      <a:lnTo>
                        <a:pt x="486" y="24"/>
                      </a:lnTo>
                      <a:lnTo>
                        <a:pt x="486" y="24"/>
                      </a:lnTo>
                      <a:lnTo>
                        <a:pt x="480" y="24"/>
                      </a:lnTo>
                      <a:lnTo>
                        <a:pt x="474" y="24"/>
                      </a:lnTo>
                      <a:lnTo>
                        <a:pt x="474" y="24"/>
                      </a:lnTo>
                      <a:lnTo>
                        <a:pt x="474" y="22"/>
                      </a:lnTo>
                      <a:lnTo>
                        <a:pt x="474" y="22"/>
                      </a:lnTo>
                      <a:lnTo>
                        <a:pt x="470" y="20"/>
                      </a:lnTo>
                      <a:lnTo>
                        <a:pt x="470" y="20"/>
                      </a:lnTo>
                      <a:lnTo>
                        <a:pt x="468" y="20"/>
                      </a:lnTo>
                      <a:lnTo>
                        <a:pt x="468" y="20"/>
                      </a:lnTo>
                      <a:lnTo>
                        <a:pt x="466" y="22"/>
                      </a:lnTo>
                      <a:lnTo>
                        <a:pt x="466" y="22"/>
                      </a:lnTo>
                      <a:lnTo>
                        <a:pt x="466" y="18"/>
                      </a:lnTo>
                      <a:lnTo>
                        <a:pt x="466" y="18"/>
                      </a:lnTo>
                      <a:lnTo>
                        <a:pt x="464" y="18"/>
                      </a:lnTo>
                      <a:lnTo>
                        <a:pt x="464" y="18"/>
                      </a:lnTo>
                      <a:lnTo>
                        <a:pt x="458" y="22"/>
                      </a:lnTo>
                      <a:lnTo>
                        <a:pt x="450" y="24"/>
                      </a:lnTo>
                      <a:lnTo>
                        <a:pt x="450" y="22"/>
                      </a:lnTo>
                      <a:lnTo>
                        <a:pt x="450" y="22"/>
                      </a:lnTo>
                      <a:lnTo>
                        <a:pt x="458" y="20"/>
                      </a:lnTo>
                      <a:lnTo>
                        <a:pt x="458" y="20"/>
                      </a:lnTo>
                      <a:lnTo>
                        <a:pt x="458" y="18"/>
                      </a:lnTo>
                      <a:lnTo>
                        <a:pt x="458" y="18"/>
                      </a:lnTo>
                      <a:lnTo>
                        <a:pt x="458" y="16"/>
                      </a:lnTo>
                      <a:lnTo>
                        <a:pt x="458" y="16"/>
                      </a:lnTo>
                      <a:lnTo>
                        <a:pt x="454" y="12"/>
                      </a:lnTo>
                      <a:lnTo>
                        <a:pt x="450" y="10"/>
                      </a:lnTo>
                      <a:lnTo>
                        <a:pt x="450" y="10"/>
                      </a:lnTo>
                      <a:lnTo>
                        <a:pt x="448" y="12"/>
                      </a:lnTo>
                      <a:lnTo>
                        <a:pt x="446" y="14"/>
                      </a:lnTo>
                      <a:lnTo>
                        <a:pt x="446" y="14"/>
                      </a:lnTo>
                      <a:lnTo>
                        <a:pt x="440" y="16"/>
                      </a:lnTo>
                      <a:lnTo>
                        <a:pt x="432" y="16"/>
                      </a:lnTo>
                      <a:lnTo>
                        <a:pt x="432" y="16"/>
                      </a:lnTo>
                      <a:lnTo>
                        <a:pt x="436" y="10"/>
                      </a:lnTo>
                      <a:lnTo>
                        <a:pt x="436" y="10"/>
                      </a:lnTo>
                      <a:lnTo>
                        <a:pt x="442" y="10"/>
                      </a:lnTo>
                      <a:lnTo>
                        <a:pt x="442" y="10"/>
                      </a:lnTo>
                      <a:lnTo>
                        <a:pt x="442" y="6"/>
                      </a:lnTo>
                      <a:lnTo>
                        <a:pt x="442" y="6"/>
                      </a:lnTo>
                      <a:lnTo>
                        <a:pt x="438" y="4"/>
                      </a:lnTo>
                      <a:lnTo>
                        <a:pt x="438" y="4"/>
                      </a:lnTo>
                      <a:lnTo>
                        <a:pt x="422" y="4"/>
                      </a:lnTo>
                      <a:lnTo>
                        <a:pt x="422" y="4"/>
                      </a:lnTo>
                      <a:lnTo>
                        <a:pt x="418" y="4"/>
                      </a:lnTo>
                      <a:lnTo>
                        <a:pt x="412" y="2"/>
                      </a:lnTo>
                      <a:lnTo>
                        <a:pt x="412" y="2"/>
                      </a:lnTo>
                      <a:lnTo>
                        <a:pt x="412" y="4"/>
                      </a:lnTo>
                      <a:lnTo>
                        <a:pt x="412" y="4"/>
                      </a:lnTo>
                      <a:lnTo>
                        <a:pt x="406" y="4"/>
                      </a:lnTo>
                      <a:lnTo>
                        <a:pt x="406" y="4"/>
                      </a:lnTo>
                      <a:lnTo>
                        <a:pt x="404" y="4"/>
                      </a:lnTo>
                      <a:lnTo>
                        <a:pt x="398" y="6"/>
                      </a:lnTo>
                      <a:lnTo>
                        <a:pt x="398" y="6"/>
                      </a:lnTo>
                      <a:lnTo>
                        <a:pt x="392" y="2"/>
                      </a:lnTo>
                      <a:lnTo>
                        <a:pt x="388" y="2"/>
                      </a:lnTo>
                      <a:lnTo>
                        <a:pt x="386" y="0"/>
                      </a:lnTo>
                      <a:lnTo>
                        <a:pt x="386" y="0"/>
                      </a:lnTo>
                      <a:lnTo>
                        <a:pt x="382" y="2"/>
                      </a:lnTo>
                      <a:lnTo>
                        <a:pt x="382" y="2"/>
                      </a:lnTo>
                      <a:lnTo>
                        <a:pt x="378" y="2"/>
                      </a:lnTo>
                      <a:lnTo>
                        <a:pt x="374" y="2"/>
                      </a:lnTo>
                      <a:lnTo>
                        <a:pt x="374" y="2"/>
                      </a:lnTo>
                      <a:lnTo>
                        <a:pt x="366" y="2"/>
                      </a:lnTo>
                      <a:lnTo>
                        <a:pt x="358" y="2"/>
                      </a:lnTo>
                      <a:lnTo>
                        <a:pt x="358" y="2"/>
                      </a:lnTo>
                      <a:lnTo>
                        <a:pt x="348" y="2"/>
                      </a:lnTo>
                      <a:lnTo>
                        <a:pt x="338" y="0"/>
                      </a:lnTo>
                      <a:lnTo>
                        <a:pt x="338" y="0"/>
                      </a:lnTo>
                      <a:lnTo>
                        <a:pt x="338" y="2"/>
                      </a:lnTo>
                      <a:lnTo>
                        <a:pt x="338" y="4"/>
                      </a:lnTo>
                      <a:lnTo>
                        <a:pt x="338" y="4"/>
                      </a:lnTo>
                      <a:lnTo>
                        <a:pt x="328" y="2"/>
                      </a:lnTo>
                      <a:lnTo>
                        <a:pt x="328" y="2"/>
                      </a:lnTo>
                      <a:lnTo>
                        <a:pt x="328" y="4"/>
                      </a:lnTo>
                      <a:lnTo>
                        <a:pt x="328" y="4"/>
                      </a:lnTo>
                      <a:lnTo>
                        <a:pt x="330" y="6"/>
                      </a:lnTo>
                      <a:lnTo>
                        <a:pt x="330" y="6"/>
                      </a:lnTo>
                      <a:lnTo>
                        <a:pt x="326" y="6"/>
                      </a:lnTo>
                      <a:lnTo>
                        <a:pt x="320" y="6"/>
                      </a:lnTo>
                      <a:lnTo>
                        <a:pt x="320" y="6"/>
                      </a:lnTo>
                      <a:lnTo>
                        <a:pt x="320" y="4"/>
                      </a:lnTo>
                      <a:lnTo>
                        <a:pt x="318" y="4"/>
                      </a:lnTo>
                      <a:lnTo>
                        <a:pt x="318" y="4"/>
                      </a:lnTo>
                      <a:lnTo>
                        <a:pt x="318" y="8"/>
                      </a:lnTo>
                      <a:lnTo>
                        <a:pt x="318" y="8"/>
                      </a:lnTo>
                      <a:lnTo>
                        <a:pt x="316" y="8"/>
                      </a:lnTo>
                      <a:lnTo>
                        <a:pt x="316" y="10"/>
                      </a:lnTo>
                      <a:lnTo>
                        <a:pt x="316" y="10"/>
                      </a:lnTo>
                      <a:lnTo>
                        <a:pt x="316" y="10"/>
                      </a:lnTo>
                      <a:lnTo>
                        <a:pt x="320" y="10"/>
                      </a:lnTo>
                      <a:lnTo>
                        <a:pt x="320" y="12"/>
                      </a:lnTo>
                      <a:lnTo>
                        <a:pt x="320" y="12"/>
                      </a:lnTo>
                      <a:lnTo>
                        <a:pt x="312" y="12"/>
                      </a:lnTo>
                      <a:lnTo>
                        <a:pt x="310" y="14"/>
                      </a:lnTo>
                      <a:lnTo>
                        <a:pt x="312" y="16"/>
                      </a:lnTo>
                      <a:lnTo>
                        <a:pt x="316" y="20"/>
                      </a:lnTo>
                      <a:lnTo>
                        <a:pt x="316" y="20"/>
                      </a:lnTo>
                      <a:lnTo>
                        <a:pt x="312" y="20"/>
                      </a:lnTo>
                      <a:lnTo>
                        <a:pt x="312" y="20"/>
                      </a:lnTo>
                      <a:lnTo>
                        <a:pt x="308" y="14"/>
                      </a:lnTo>
                      <a:lnTo>
                        <a:pt x="308" y="14"/>
                      </a:lnTo>
                      <a:lnTo>
                        <a:pt x="304" y="14"/>
                      </a:lnTo>
                      <a:lnTo>
                        <a:pt x="304" y="14"/>
                      </a:lnTo>
                      <a:lnTo>
                        <a:pt x="304" y="16"/>
                      </a:lnTo>
                      <a:lnTo>
                        <a:pt x="306" y="16"/>
                      </a:lnTo>
                      <a:lnTo>
                        <a:pt x="306" y="16"/>
                      </a:lnTo>
                      <a:lnTo>
                        <a:pt x="308" y="18"/>
                      </a:lnTo>
                      <a:lnTo>
                        <a:pt x="308" y="18"/>
                      </a:lnTo>
                      <a:lnTo>
                        <a:pt x="304" y="16"/>
                      </a:lnTo>
                      <a:lnTo>
                        <a:pt x="302" y="22"/>
                      </a:lnTo>
                      <a:lnTo>
                        <a:pt x="302" y="22"/>
                      </a:lnTo>
                      <a:lnTo>
                        <a:pt x="296" y="20"/>
                      </a:lnTo>
                      <a:lnTo>
                        <a:pt x="294" y="16"/>
                      </a:lnTo>
                      <a:lnTo>
                        <a:pt x="294" y="16"/>
                      </a:lnTo>
                      <a:lnTo>
                        <a:pt x="294" y="12"/>
                      </a:lnTo>
                      <a:lnTo>
                        <a:pt x="294" y="12"/>
                      </a:lnTo>
                      <a:lnTo>
                        <a:pt x="288" y="10"/>
                      </a:lnTo>
                      <a:lnTo>
                        <a:pt x="280" y="10"/>
                      </a:lnTo>
                      <a:lnTo>
                        <a:pt x="280" y="10"/>
                      </a:lnTo>
                      <a:lnTo>
                        <a:pt x="280" y="12"/>
                      </a:lnTo>
                      <a:lnTo>
                        <a:pt x="280" y="12"/>
                      </a:lnTo>
                      <a:lnTo>
                        <a:pt x="280" y="14"/>
                      </a:lnTo>
                      <a:lnTo>
                        <a:pt x="280" y="14"/>
                      </a:lnTo>
                      <a:lnTo>
                        <a:pt x="280" y="14"/>
                      </a:lnTo>
                      <a:lnTo>
                        <a:pt x="272" y="14"/>
                      </a:lnTo>
                      <a:lnTo>
                        <a:pt x="272" y="14"/>
                      </a:lnTo>
                      <a:lnTo>
                        <a:pt x="272" y="14"/>
                      </a:lnTo>
                      <a:lnTo>
                        <a:pt x="272" y="14"/>
                      </a:lnTo>
                      <a:lnTo>
                        <a:pt x="272" y="14"/>
                      </a:lnTo>
                      <a:lnTo>
                        <a:pt x="272" y="14"/>
                      </a:lnTo>
                      <a:lnTo>
                        <a:pt x="272" y="16"/>
                      </a:lnTo>
                      <a:lnTo>
                        <a:pt x="272" y="16"/>
                      </a:lnTo>
                      <a:lnTo>
                        <a:pt x="274" y="18"/>
                      </a:lnTo>
                      <a:lnTo>
                        <a:pt x="274" y="18"/>
                      </a:lnTo>
                      <a:lnTo>
                        <a:pt x="274" y="18"/>
                      </a:lnTo>
                      <a:lnTo>
                        <a:pt x="274" y="18"/>
                      </a:lnTo>
                      <a:lnTo>
                        <a:pt x="272" y="18"/>
                      </a:lnTo>
                      <a:lnTo>
                        <a:pt x="272" y="18"/>
                      </a:lnTo>
                      <a:lnTo>
                        <a:pt x="272" y="22"/>
                      </a:lnTo>
                      <a:lnTo>
                        <a:pt x="272" y="22"/>
                      </a:lnTo>
                      <a:lnTo>
                        <a:pt x="278" y="24"/>
                      </a:lnTo>
                      <a:lnTo>
                        <a:pt x="280" y="24"/>
                      </a:lnTo>
                      <a:lnTo>
                        <a:pt x="280" y="24"/>
                      </a:lnTo>
                      <a:lnTo>
                        <a:pt x="284" y="24"/>
                      </a:lnTo>
                      <a:lnTo>
                        <a:pt x="286" y="24"/>
                      </a:lnTo>
                      <a:lnTo>
                        <a:pt x="288" y="24"/>
                      </a:lnTo>
                      <a:lnTo>
                        <a:pt x="288" y="24"/>
                      </a:lnTo>
                      <a:lnTo>
                        <a:pt x="290" y="28"/>
                      </a:lnTo>
                      <a:lnTo>
                        <a:pt x="290" y="30"/>
                      </a:lnTo>
                      <a:lnTo>
                        <a:pt x="290" y="30"/>
                      </a:lnTo>
                      <a:lnTo>
                        <a:pt x="294" y="34"/>
                      </a:lnTo>
                      <a:lnTo>
                        <a:pt x="294" y="34"/>
                      </a:lnTo>
                      <a:lnTo>
                        <a:pt x="290" y="30"/>
                      </a:lnTo>
                      <a:lnTo>
                        <a:pt x="290" y="30"/>
                      </a:lnTo>
                      <a:lnTo>
                        <a:pt x="290" y="30"/>
                      </a:lnTo>
                      <a:lnTo>
                        <a:pt x="288" y="28"/>
                      </a:lnTo>
                      <a:lnTo>
                        <a:pt x="284" y="26"/>
                      </a:lnTo>
                      <a:lnTo>
                        <a:pt x="278" y="24"/>
                      </a:lnTo>
                      <a:lnTo>
                        <a:pt x="278" y="24"/>
                      </a:lnTo>
                      <a:lnTo>
                        <a:pt x="268" y="24"/>
                      </a:lnTo>
                      <a:lnTo>
                        <a:pt x="264" y="26"/>
                      </a:lnTo>
                      <a:lnTo>
                        <a:pt x="264" y="26"/>
                      </a:lnTo>
                      <a:lnTo>
                        <a:pt x="266" y="30"/>
                      </a:lnTo>
                      <a:lnTo>
                        <a:pt x="266" y="30"/>
                      </a:lnTo>
                      <a:lnTo>
                        <a:pt x="268" y="30"/>
                      </a:lnTo>
                      <a:lnTo>
                        <a:pt x="268" y="30"/>
                      </a:lnTo>
                      <a:lnTo>
                        <a:pt x="270" y="34"/>
                      </a:lnTo>
                      <a:lnTo>
                        <a:pt x="270" y="34"/>
                      </a:lnTo>
                      <a:lnTo>
                        <a:pt x="262" y="28"/>
                      </a:lnTo>
                      <a:lnTo>
                        <a:pt x="262" y="28"/>
                      </a:lnTo>
                      <a:lnTo>
                        <a:pt x="258" y="26"/>
                      </a:lnTo>
                      <a:lnTo>
                        <a:pt x="256" y="26"/>
                      </a:lnTo>
                      <a:lnTo>
                        <a:pt x="250" y="28"/>
                      </a:lnTo>
                      <a:lnTo>
                        <a:pt x="250" y="28"/>
                      </a:lnTo>
                      <a:lnTo>
                        <a:pt x="242" y="28"/>
                      </a:lnTo>
                      <a:lnTo>
                        <a:pt x="242" y="28"/>
                      </a:lnTo>
                      <a:lnTo>
                        <a:pt x="242" y="30"/>
                      </a:lnTo>
                      <a:lnTo>
                        <a:pt x="242" y="30"/>
                      </a:lnTo>
                      <a:lnTo>
                        <a:pt x="244" y="32"/>
                      </a:lnTo>
                      <a:lnTo>
                        <a:pt x="244" y="32"/>
                      </a:lnTo>
                      <a:lnTo>
                        <a:pt x="246" y="36"/>
                      </a:lnTo>
                      <a:lnTo>
                        <a:pt x="246" y="36"/>
                      </a:lnTo>
                      <a:lnTo>
                        <a:pt x="248" y="36"/>
                      </a:lnTo>
                      <a:lnTo>
                        <a:pt x="248" y="36"/>
                      </a:lnTo>
                      <a:lnTo>
                        <a:pt x="250" y="40"/>
                      </a:lnTo>
                      <a:lnTo>
                        <a:pt x="250" y="40"/>
                      </a:lnTo>
                      <a:lnTo>
                        <a:pt x="256" y="44"/>
                      </a:lnTo>
                      <a:lnTo>
                        <a:pt x="256" y="44"/>
                      </a:lnTo>
                      <a:lnTo>
                        <a:pt x="260" y="48"/>
                      </a:lnTo>
                      <a:lnTo>
                        <a:pt x="260" y="48"/>
                      </a:lnTo>
                      <a:lnTo>
                        <a:pt x="266" y="50"/>
                      </a:lnTo>
                      <a:lnTo>
                        <a:pt x="272" y="52"/>
                      </a:lnTo>
                      <a:lnTo>
                        <a:pt x="272" y="52"/>
                      </a:lnTo>
                      <a:lnTo>
                        <a:pt x="274" y="56"/>
                      </a:lnTo>
                      <a:lnTo>
                        <a:pt x="274" y="56"/>
                      </a:lnTo>
                      <a:lnTo>
                        <a:pt x="270" y="52"/>
                      </a:lnTo>
                      <a:lnTo>
                        <a:pt x="270" y="52"/>
                      </a:lnTo>
                      <a:lnTo>
                        <a:pt x="266" y="54"/>
                      </a:lnTo>
                      <a:lnTo>
                        <a:pt x="264" y="52"/>
                      </a:lnTo>
                      <a:lnTo>
                        <a:pt x="264" y="52"/>
                      </a:lnTo>
                      <a:lnTo>
                        <a:pt x="262" y="52"/>
                      </a:lnTo>
                      <a:lnTo>
                        <a:pt x="260" y="52"/>
                      </a:lnTo>
                      <a:lnTo>
                        <a:pt x="256" y="58"/>
                      </a:lnTo>
                      <a:lnTo>
                        <a:pt x="256" y="58"/>
                      </a:lnTo>
                      <a:lnTo>
                        <a:pt x="252" y="56"/>
                      </a:lnTo>
                      <a:lnTo>
                        <a:pt x="252" y="56"/>
                      </a:lnTo>
                      <a:lnTo>
                        <a:pt x="250" y="54"/>
                      </a:lnTo>
                      <a:lnTo>
                        <a:pt x="250" y="54"/>
                      </a:lnTo>
                      <a:lnTo>
                        <a:pt x="248" y="54"/>
                      </a:lnTo>
                      <a:lnTo>
                        <a:pt x="246" y="54"/>
                      </a:lnTo>
                      <a:lnTo>
                        <a:pt x="246" y="54"/>
                      </a:lnTo>
                      <a:lnTo>
                        <a:pt x="238" y="46"/>
                      </a:lnTo>
                      <a:lnTo>
                        <a:pt x="238" y="46"/>
                      </a:lnTo>
                      <a:lnTo>
                        <a:pt x="238" y="40"/>
                      </a:lnTo>
                      <a:lnTo>
                        <a:pt x="236" y="40"/>
                      </a:lnTo>
                      <a:lnTo>
                        <a:pt x="236" y="40"/>
                      </a:lnTo>
                      <a:lnTo>
                        <a:pt x="232" y="36"/>
                      </a:lnTo>
                      <a:lnTo>
                        <a:pt x="226" y="30"/>
                      </a:lnTo>
                      <a:lnTo>
                        <a:pt x="226" y="30"/>
                      </a:lnTo>
                      <a:lnTo>
                        <a:pt x="216" y="28"/>
                      </a:lnTo>
                      <a:lnTo>
                        <a:pt x="216" y="28"/>
                      </a:lnTo>
                      <a:lnTo>
                        <a:pt x="214" y="28"/>
                      </a:lnTo>
                      <a:lnTo>
                        <a:pt x="214" y="28"/>
                      </a:lnTo>
                      <a:lnTo>
                        <a:pt x="214" y="36"/>
                      </a:lnTo>
                      <a:lnTo>
                        <a:pt x="214" y="36"/>
                      </a:lnTo>
                      <a:lnTo>
                        <a:pt x="216" y="40"/>
                      </a:lnTo>
                      <a:lnTo>
                        <a:pt x="216" y="40"/>
                      </a:lnTo>
                      <a:lnTo>
                        <a:pt x="216" y="42"/>
                      </a:lnTo>
                      <a:lnTo>
                        <a:pt x="214" y="42"/>
                      </a:lnTo>
                      <a:lnTo>
                        <a:pt x="214" y="42"/>
                      </a:lnTo>
                      <a:lnTo>
                        <a:pt x="214" y="42"/>
                      </a:lnTo>
                      <a:lnTo>
                        <a:pt x="214" y="40"/>
                      </a:lnTo>
                      <a:lnTo>
                        <a:pt x="212" y="40"/>
                      </a:lnTo>
                      <a:lnTo>
                        <a:pt x="212" y="40"/>
                      </a:lnTo>
                      <a:lnTo>
                        <a:pt x="212" y="44"/>
                      </a:lnTo>
                      <a:lnTo>
                        <a:pt x="212" y="44"/>
                      </a:lnTo>
                      <a:lnTo>
                        <a:pt x="214" y="46"/>
                      </a:lnTo>
                      <a:lnTo>
                        <a:pt x="214" y="46"/>
                      </a:lnTo>
                      <a:lnTo>
                        <a:pt x="214" y="50"/>
                      </a:lnTo>
                      <a:lnTo>
                        <a:pt x="214" y="52"/>
                      </a:lnTo>
                      <a:lnTo>
                        <a:pt x="214" y="52"/>
                      </a:lnTo>
                      <a:lnTo>
                        <a:pt x="212" y="54"/>
                      </a:lnTo>
                      <a:lnTo>
                        <a:pt x="212" y="54"/>
                      </a:lnTo>
                      <a:lnTo>
                        <a:pt x="210" y="54"/>
                      </a:lnTo>
                      <a:lnTo>
                        <a:pt x="210" y="54"/>
                      </a:lnTo>
                      <a:lnTo>
                        <a:pt x="206" y="50"/>
                      </a:lnTo>
                      <a:lnTo>
                        <a:pt x="200" y="48"/>
                      </a:lnTo>
                      <a:lnTo>
                        <a:pt x="200" y="48"/>
                      </a:lnTo>
                      <a:lnTo>
                        <a:pt x="198" y="48"/>
                      </a:lnTo>
                      <a:lnTo>
                        <a:pt x="198" y="46"/>
                      </a:lnTo>
                      <a:lnTo>
                        <a:pt x="198" y="46"/>
                      </a:lnTo>
                      <a:lnTo>
                        <a:pt x="196" y="46"/>
                      </a:lnTo>
                      <a:lnTo>
                        <a:pt x="196" y="48"/>
                      </a:lnTo>
                      <a:lnTo>
                        <a:pt x="196" y="48"/>
                      </a:lnTo>
                      <a:lnTo>
                        <a:pt x="194" y="48"/>
                      </a:lnTo>
                      <a:lnTo>
                        <a:pt x="192" y="46"/>
                      </a:lnTo>
                      <a:lnTo>
                        <a:pt x="188" y="44"/>
                      </a:lnTo>
                      <a:lnTo>
                        <a:pt x="188" y="44"/>
                      </a:lnTo>
                      <a:lnTo>
                        <a:pt x="186" y="46"/>
                      </a:lnTo>
                      <a:lnTo>
                        <a:pt x="186" y="46"/>
                      </a:lnTo>
                      <a:lnTo>
                        <a:pt x="180" y="52"/>
                      </a:lnTo>
                      <a:lnTo>
                        <a:pt x="180" y="52"/>
                      </a:lnTo>
                      <a:lnTo>
                        <a:pt x="180" y="52"/>
                      </a:lnTo>
                      <a:lnTo>
                        <a:pt x="180" y="54"/>
                      </a:lnTo>
                      <a:lnTo>
                        <a:pt x="180" y="54"/>
                      </a:lnTo>
                      <a:lnTo>
                        <a:pt x="180" y="54"/>
                      </a:lnTo>
                      <a:lnTo>
                        <a:pt x="178" y="40"/>
                      </a:lnTo>
                      <a:lnTo>
                        <a:pt x="176" y="36"/>
                      </a:lnTo>
                      <a:lnTo>
                        <a:pt x="174" y="34"/>
                      </a:lnTo>
                      <a:lnTo>
                        <a:pt x="170" y="32"/>
                      </a:lnTo>
                      <a:lnTo>
                        <a:pt x="170" y="32"/>
                      </a:lnTo>
                      <a:lnTo>
                        <a:pt x="164" y="36"/>
                      </a:lnTo>
                      <a:lnTo>
                        <a:pt x="164" y="40"/>
                      </a:lnTo>
                      <a:lnTo>
                        <a:pt x="164" y="40"/>
                      </a:lnTo>
                      <a:lnTo>
                        <a:pt x="160" y="36"/>
                      </a:lnTo>
                      <a:lnTo>
                        <a:pt x="160" y="36"/>
                      </a:lnTo>
                      <a:lnTo>
                        <a:pt x="158" y="36"/>
                      </a:lnTo>
                      <a:lnTo>
                        <a:pt x="158" y="36"/>
                      </a:lnTo>
                      <a:lnTo>
                        <a:pt x="158" y="36"/>
                      </a:lnTo>
                      <a:lnTo>
                        <a:pt x="156" y="40"/>
                      </a:lnTo>
                      <a:lnTo>
                        <a:pt x="156" y="40"/>
                      </a:lnTo>
                      <a:lnTo>
                        <a:pt x="154" y="40"/>
                      </a:lnTo>
                      <a:lnTo>
                        <a:pt x="154" y="40"/>
                      </a:lnTo>
                      <a:lnTo>
                        <a:pt x="154" y="38"/>
                      </a:lnTo>
                      <a:lnTo>
                        <a:pt x="152" y="36"/>
                      </a:lnTo>
                      <a:lnTo>
                        <a:pt x="152" y="36"/>
                      </a:lnTo>
                      <a:lnTo>
                        <a:pt x="146" y="38"/>
                      </a:lnTo>
                      <a:lnTo>
                        <a:pt x="140" y="38"/>
                      </a:lnTo>
                      <a:lnTo>
                        <a:pt x="140" y="38"/>
                      </a:lnTo>
                      <a:lnTo>
                        <a:pt x="134" y="40"/>
                      </a:lnTo>
                      <a:lnTo>
                        <a:pt x="126" y="40"/>
                      </a:lnTo>
                      <a:lnTo>
                        <a:pt x="126" y="40"/>
                      </a:lnTo>
                      <a:lnTo>
                        <a:pt x="120" y="44"/>
                      </a:lnTo>
                      <a:lnTo>
                        <a:pt x="120" y="44"/>
                      </a:lnTo>
                      <a:lnTo>
                        <a:pt x="116" y="44"/>
                      </a:lnTo>
                      <a:lnTo>
                        <a:pt x="116" y="44"/>
                      </a:lnTo>
                      <a:lnTo>
                        <a:pt x="118" y="46"/>
                      </a:lnTo>
                      <a:lnTo>
                        <a:pt x="118" y="46"/>
                      </a:lnTo>
                      <a:lnTo>
                        <a:pt x="120" y="50"/>
                      </a:lnTo>
                      <a:lnTo>
                        <a:pt x="120" y="54"/>
                      </a:lnTo>
                      <a:lnTo>
                        <a:pt x="120" y="54"/>
                      </a:lnTo>
                      <a:lnTo>
                        <a:pt x="122" y="56"/>
                      </a:lnTo>
                      <a:lnTo>
                        <a:pt x="122" y="56"/>
                      </a:lnTo>
                      <a:lnTo>
                        <a:pt x="118" y="52"/>
                      </a:lnTo>
                      <a:lnTo>
                        <a:pt x="118" y="52"/>
                      </a:lnTo>
                      <a:lnTo>
                        <a:pt x="116" y="48"/>
                      </a:lnTo>
                      <a:lnTo>
                        <a:pt x="114" y="46"/>
                      </a:lnTo>
                      <a:lnTo>
                        <a:pt x="114" y="46"/>
                      </a:lnTo>
                      <a:lnTo>
                        <a:pt x="110" y="44"/>
                      </a:lnTo>
                      <a:lnTo>
                        <a:pt x="110" y="44"/>
                      </a:lnTo>
                      <a:lnTo>
                        <a:pt x="108" y="44"/>
                      </a:lnTo>
                      <a:lnTo>
                        <a:pt x="106" y="46"/>
                      </a:lnTo>
                      <a:lnTo>
                        <a:pt x="106" y="46"/>
                      </a:lnTo>
                      <a:lnTo>
                        <a:pt x="102" y="54"/>
                      </a:lnTo>
                      <a:lnTo>
                        <a:pt x="102" y="54"/>
                      </a:lnTo>
                      <a:lnTo>
                        <a:pt x="102" y="54"/>
                      </a:lnTo>
                      <a:lnTo>
                        <a:pt x="102" y="56"/>
                      </a:lnTo>
                      <a:lnTo>
                        <a:pt x="102" y="56"/>
                      </a:lnTo>
                      <a:lnTo>
                        <a:pt x="106" y="60"/>
                      </a:lnTo>
                      <a:lnTo>
                        <a:pt x="106" y="60"/>
                      </a:lnTo>
                      <a:lnTo>
                        <a:pt x="104" y="62"/>
                      </a:lnTo>
                      <a:lnTo>
                        <a:pt x="104" y="62"/>
                      </a:lnTo>
                      <a:lnTo>
                        <a:pt x="102" y="62"/>
                      </a:lnTo>
                      <a:lnTo>
                        <a:pt x="102" y="62"/>
                      </a:lnTo>
                      <a:lnTo>
                        <a:pt x="102" y="60"/>
                      </a:lnTo>
                      <a:lnTo>
                        <a:pt x="100" y="58"/>
                      </a:lnTo>
                      <a:lnTo>
                        <a:pt x="100" y="58"/>
                      </a:lnTo>
                      <a:lnTo>
                        <a:pt x="90" y="56"/>
                      </a:lnTo>
                      <a:lnTo>
                        <a:pt x="90" y="56"/>
                      </a:lnTo>
                      <a:lnTo>
                        <a:pt x="84" y="58"/>
                      </a:lnTo>
                      <a:lnTo>
                        <a:pt x="78" y="60"/>
                      </a:lnTo>
                      <a:lnTo>
                        <a:pt x="68" y="66"/>
                      </a:lnTo>
                      <a:lnTo>
                        <a:pt x="68" y="66"/>
                      </a:lnTo>
                      <a:lnTo>
                        <a:pt x="58" y="68"/>
                      </a:lnTo>
                      <a:lnTo>
                        <a:pt x="54" y="68"/>
                      </a:lnTo>
                      <a:lnTo>
                        <a:pt x="52" y="70"/>
                      </a:lnTo>
                      <a:lnTo>
                        <a:pt x="52" y="70"/>
                      </a:lnTo>
                      <a:lnTo>
                        <a:pt x="50" y="74"/>
                      </a:lnTo>
                      <a:lnTo>
                        <a:pt x="50" y="74"/>
                      </a:lnTo>
                      <a:lnTo>
                        <a:pt x="48" y="78"/>
                      </a:lnTo>
                      <a:lnTo>
                        <a:pt x="50" y="80"/>
                      </a:lnTo>
                      <a:lnTo>
                        <a:pt x="50" y="80"/>
                      </a:lnTo>
                      <a:lnTo>
                        <a:pt x="56" y="78"/>
                      </a:lnTo>
                      <a:lnTo>
                        <a:pt x="62" y="78"/>
                      </a:lnTo>
                      <a:lnTo>
                        <a:pt x="62" y="78"/>
                      </a:lnTo>
                      <a:lnTo>
                        <a:pt x="66" y="82"/>
                      </a:lnTo>
                      <a:lnTo>
                        <a:pt x="66" y="82"/>
                      </a:lnTo>
                      <a:lnTo>
                        <a:pt x="70" y="78"/>
                      </a:lnTo>
                      <a:lnTo>
                        <a:pt x="70" y="78"/>
                      </a:lnTo>
                      <a:lnTo>
                        <a:pt x="74" y="80"/>
                      </a:lnTo>
                      <a:lnTo>
                        <a:pt x="74" y="80"/>
                      </a:lnTo>
                      <a:lnTo>
                        <a:pt x="82" y="78"/>
                      </a:lnTo>
                      <a:lnTo>
                        <a:pt x="82" y="78"/>
                      </a:lnTo>
                      <a:lnTo>
                        <a:pt x="80" y="80"/>
                      </a:lnTo>
                      <a:lnTo>
                        <a:pt x="82" y="84"/>
                      </a:lnTo>
                      <a:lnTo>
                        <a:pt x="82" y="84"/>
                      </a:lnTo>
                      <a:lnTo>
                        <a:pt x="80" y="86"/>
                      </a:lnTo>
                      <a:lnTo>
                        <a:pt x="78" y="86"/>
                      </a:lnTo>
                      <a:lnTo>
                        <a:pt x="78" y="86"/>
                      </a:lnTo>
                      <a:lnTo>
                        <a:pt x="80" y="88"/>
                      </a:lnTo>
                      <a:lnTo>
                        <a:pt x="80" y="92"/>
                      </a:lnTo>
                      <a:lnTo>
                        <a:pt x="70" y="100"/>
                      </a:lnTo>
                      <a:lnTo>
                        <a:pt x="70" y="100"/>
                      </a:lnTo>
                      <a:lnTo>
                        <a:pt x="68" y="100"/>
                      </a:lnTo>
                      <a:lnTo>
                        <a:pt x="68" y="100"/>
                      </a:lnTo>
                      <a:lnTo>
                        <a:pt x="66" y="104"/>
                      </a:lnTo>
                      <a:lnTo>
                        <a:pt x="66" y="104"/>
                      </a:lnTo>
                      <a:lnTo>
                        <a:pt x="64" y="102"/>
                      </a:lnTo>
                      <a:lnTo>
                        <a:pt x="62" y="100"/>
                      </a:lnTo>
                      <a:lnTo>
                        <a:pt x="62" y="100"/>
                      </a:lnTo>
                      <a:lnTo>
                        <a:pt x="50" y="100"/>
                      </a:lnTo>
                      <a:lnTo>
                        <a:pt x="50" y="100"/>
                      </a:lnTo>
                      <a:lnTo>
                        <a:pt x="44" y="104"/>
                      </a:lnTo>
                      <a:lnTo>
                        <a:pt x="38" y="106"/>
                      </a:lnTo>
                      <a:lnTo>
                        <a:pt x="38" y="106"/>
                      </a:lnTo>
                      <a:lnTo>
                        <a:pt x="32" y="104"/>
                      </a:lnTo>
                      <a:lnTo>
                        <a:pt x="32" y="104"/>
                      </a:lnTo>
                      <a:lnTo>
                        <a:pt x="22" y="106"/>
                      </a:lnTo>
                      <a:lnTo>
                        <a:pt x="22" y="106"/>
                      </a:lnTo>
                      <a:lnTo>
                        <a:pt x="16" y="106"/>
                      </a:lnTo>
                      <a:lnTo>
                        <a:pt x="16" y="108"/>
                      </a:lnTo>
                      <a:lnTo>
                        <a:pt x="16" y="108"/>
                      </a:lnTo>
                      <a:lnTo>
                        <a:pt x="12" y="108"/>
                      </a:lnTo>
                      <a:lnTo>
                        <a:pt x="6" y="108"/>
                      </a:lnTo>
                      <a:lnTo>
                        <a:pt x="6" y="108"/>
                      </a:lnTo>
                      <a:lnTo>
                        <a:pt x="2" y="114"/>
                      </a:lnTo>
                      <a:lnTo>
                        <a:pt x="2" y="114"/>
                      </a:lnTo>
                      <a:lnTo>
                        <a:pt x="2" y="116"/>
                      </a:lnTo>
                      <a:lnTo>
                        <a:pt x="2" y="116"/>
                      </a:lnTo>
                      <a:lnTo>
                        <a:pt x="4" y="116"/>
                      </a:lnTo>
                      <a:lnTo>
                        <a:pt x="4" y="116"/>
                      </a:lnTo>
                      <a:lnTo>
                        <a:pt x="6" y="120"/>
                      </a:lnTo>
                      <a:lnTo>
                        <a:pt x="6" y="120"/>
                      </a:lnTo>
                      <a:lnTo>
                        <a:pt x="8" y="122"/>
                      </a:lnTo>
                      <a:lnTo>
                        <a:pt x="8" y="122"/>
                      </a:lnTo>
                      <a:lnTo>
                        <a:pt x="8" y="124"/>
                      </a:lnTo>
                      <a:lnTo>
                        <a:pt x="8" y="124"/>
                      </a:lnTo>
                      <a:lnTo>
                        <a:pt x="14" y="124"/>
                      </a:lnTo>
                      <a:lnTo>
                        <a:pt x="14" y="126"/>
                      </a:lnTo>
                      <a:lnTo>
                        <a:pt x="14" y="126"/>
                      </a:lnTo>
                      <a:lnTo>
                        <a:pt x="14" y="126"/>
                      </a:lnTo>
                      <a:lnTo>
                        <a:pt x="16" y="126"/>
                      </a:lnTo>
                      <a:lnTo>
                        <a:pt x="16" y="126"/>
                      </a:lnTo>
                      <a:lnTo>
                        <a:pt x="16" y="128"/>
                      </a:lnTo>
                      <a:lnTo>
                        <a:pt x="16" y="128"/>
                      </a:lnTo>
                      <a:lnTo>
                        <a:pt x="22" y="128"/>
                      </a:lnTo>
                      <a:lnTo>
                        <a:pt x="22" y="128"/>
                      </a:lnTo>
                      <a:lnTo>
                        <a:pt x="30" y="130"/>
                      </a:lnTo>
                      <a:lnTo>
                        <a:pt x="30" y="128"/>
                      </a:lnTo>
                      <a:lnTo>
                        <a:pt x="32" y="124"/>
                      </a:lnTo>
                      <a:lnTo>
                        <a:pt x="32" y="124"/>
                      </a:lnTo>
                      <a:lnTo>
                        <a:pt x="36" y="124"/>
                      </a:lnTo>
                      <a:lnTo>
                        <a:pt x="36" y="124"/>
                      </a:lnTo>
                      <a:lnTo>
                        <a:pt x="38" y="130"/>
                      </a:lnTo>
                      <a:lnTo>
                        <a:pt x="38" y="130"/>
                      </a:lnTo>
                      <a:lnTo>
                        <a:pt x="50" y="128"/>
                      </a:lnTo>
                      <a:lnTo>
                        <a:pt x="64" y="128"/>
                      </a:lnTo>
                      <a:lnTo>
                        <a:pt x="64" y="128"/>
                      </a:lnTo>
                      <a:lnTo>
                        <a:pt x="66" y="132"/>
                      </a:lnTo>
                      <a:lnTo>
                        <a:pt x="66" y="132"/>
                      </a:lnTo>
                      <a:lnTo>
                        <a:pt x="62" y="132"/>
                      </a:lnTo>
                      <a:lnTo>
                        <a:pt x="62" y="134"/>
                      </a:lnTo>
                      <a:lnTo>
                        <a:pt x="60" y="134"/>
                      </a:lnTo>
                      <a:lnTo>
                        <a:pt x="60" y="134"/>
                      </a:lnTo>
                      <a:lnTo>
                        <a:pt x="58" y="132"/>
                      </a:lnTo>
                      <a:lnTo>
                        <a:pt x="58" y="132"/>
                      </a:lnTo>
                      <a:lnTo>
                        <a:pt x="46" y="132"/>
                      </a:lnTo>
                      <a:lnTo>
                        <a:pt x="46" y="134"/>
                      </a:lnTo>
                      <a:lnTo>
                        <a:pt x="46" y="134"/>
                      </a:lnTo>
                      <a:lnTo>
                        <a:pt x="38" y="132"/>
                      </a:lnTo>
                      <a:lnTo>
                        <a:pt x="38" y="132"/>
                      </a:lnTo>
                      <a:lnTo>
                        <a:pt x="24" y="138"/>
                      </a:lnTo>
                      <a:lnTo>
                        <a:pt x="24" y="138"/>
                      </a:lnTo>
                      <a:lnTo>
                        <a:pt x="24" y="140"/>
                      </a:lnTo>
                      <a:lnTo>
                        <a:pt x="24" y="140"/>
                      </a:lnTo>
                      <a:lnTo>
                        <a:pt x="28" y="140"/>
                      </a:lnTo>
                      <a:lnTo>
                        <a:pt x="28" y="140"/>
                      </a:lnTo>
                      <a:lnTo>
                        <a:pt x="20" y="140"/>
                      </a:lnTo>
                      <a:lnTo>
                        <a:pt x="20" y="140"/>
                      </a:lnTo>
                      <a:lnTo>
                        <a:pt x="16" y="140"/>
                      </a:lnTo>
                      <a:lnTo>
                        <a:pt x="16" y="138"/>
                      </a:lnTo>
                      <a:lnTo>
                        <a:pt x="14" y="138"/>
                      </a:lnTo>
                      <a:lnTo>
                        <a:pt x="8" y="140"/>
                      </a:lnTo>
                      <a:lnTo>
                        <a:pt x="8" y="140"/>
                      </a:lnTo>
                      <a:lnTo>
                        <a:pt x="12" y="146"/>
                      </a:lnTo>
                      <a:lnTo>
                        <a:pt x="12" y="146"/>
                      </a:lnTo>
                      <a:lnTo>
                        <a:pt x="14" y="146"/>
                      </a:lnTo>
                      <a:lnTo>
                        <a:pt x="16" y="146"/>
                      </a:lnTo>
                      <a:lnTo>
                        <a:pt x="16" y="146"/>
                      </a:lnTo>
                      <a:lnTo>
                        <a:pt x="18" y="148"/>
                      </a:lnTo>
                      <a:lnTo>
                        <a:pt x="18" y="148"/>
                      </a:lnTo>
                      <a:lnTo>
                        <a:pt x="22" y="148"/>
                      </a:lnTo>
                      <a:lnTo>
                        <a:pt x="26" y="148"/>
                      </a:lnTo>
                      <a:lnTo>
                        <a:pt x="26" y="148"/>
                      </a:lnTo>
                      <a:lnTo>
                        <a:pt x="22" y="152"/>
                      </a:lnTo>
                      <a:lnTo>
                        <a:pt x="22" y="152"/>
                      </a:lnTo>
                      <a:lnTo>
                        <a:pt x="26" y="156"/>
                      </a:lnTo>
                      <a:lnTo>
                        <a:pt x="28" y="158"/>
                      </a:lnTo>
                      <a:lnTo>
                        <a:pt x="30" y="160"/>
                      </a:lnTo>
                      <a:lnTo>
                        <a:pt x="30" y="160"/>
                      </a:lnTo>
                      <a:lnTo>
                        <a:pt x="32" y="160"/>
                      </a:lnTo>
                      <a:lnTo>
                        <a:pt x="36" y="160"/>
                      </a:lnTo>
                      <a:lnTo>
                        <a:pt x="36" y="160"/>
                      </a:lnTo>
                      <a:lnTo>
                        <a:pt x="46" y="162"/>
                      </a:lnTo>
                      <a:lnTo>
                        <a:pt x="46" y="162"/>
                      </a:lnTo>
                      <a:lnTo>
                        <a:pt x="44" y="156"/>
                      </a:lnTo>
                      <a:lnTo>
                        <a:pt x="46" y="152"/>
                      </a:lnTo>
                      <a:lnTo>
                        <a:pt x="46" y="152"/>
                      </a:lnTo>
                      <a:lnTo>
                        <a:pt x="54" y="156"/>
                      </a:lnTo>
                      <a:lnTo>
                        <a:pt x="54" y="156"/>
                      </a:lnTo>
                      <a:lnTo>
                        <a:pt x="54" y="154"/>
                      </a:lnTo>
                      <a:lnTo>
                        <a:pt x="54" y="154"/>
                      </a:lnTo>
                      <a:lnTo>
                        <a:pt x="58" y="152"/>
                      </a:lnTo>
                      <a:lnTo>
                        <a:pt x="64" y="152"/>
                      </a:lnTo>
                      <a:lnTo>
                        <a:pt x="64" y="152"/>
                      </a:lnTo>
                      <a:lnTo>
                        <a:pt x="64" y="154"/>
                      </a:lnTo>
                      <a:lnTo>
                        <a:pt x="64" y="154"/>
                      </a:lnTo>
                      <a:lnTo>
                        <a:pt x="66" y="156"/>
                      </a:lnTo>
                      <a:lnTo>
                        <a:pt x="68" y="158"/>
                      </a:lnTo>
                      <a:lnTo>
                        <a:pt x="68" y="158"/>
                      </a:lnTo>
                      <a:lnTo>
                        <a:pt x="70" y="154"/>
                      </a:lnTo>
                      <a:lnTo>
                        <a:pt x="70" y="154"/>
                      </a:lnTo>
                      <a:lnTo>
                        <a:pt x="74" y="154"/>
                      </a:lnTo>
                      <a:lnTo>
                        <a:pt x="74" y="154"/>
                      </a:lnTo>
                      <a:lnTo>
                        <a:pt x="76" y="154"/>
                      </a:lnTo>
                      <a:lnTo>
                        <a:pt x="76" y="154"/>
                      </a:lnTo>
                      <a:lnTo>
                        <a:pt x="80" y="154"/>
                      </a:lnTo>
                      <a:lnTo>
                        <a:pt x="84" y="154"/>
                      </a:lnTo>
                      <a:lnTo>
                        <a:pt x="84" y="154"/>
                      </a:lnTo>
                      <a:lnTo>
                        <a:pt x="84" y="152"/>
                      </a:lnTo>
                      <a:lnTo>
                        <a:pt x="84" y="152"/>
                      </a:lnTo>
                      <a:lnTo>
                        <a:pt x="90" y="148"/>
                      </a:lnTo>
                      <a:lnTo>
                        <a:pt x="90" y="148"/>
                      </a:lnTo>
                      <a:lnTo>
                        <a:pt x="90" y="152"/>
                      </a:lnTo>
                      <a:lnTo>
                        <a:pt x="90" y="152"/>
                      </a:lnTo>
                      <a:lnTo>
                        <a:pt x="90" y="156"/>
                      </a:lnTo>
                      <a:lnTo>
                        <a:pt x="90" y="156"/>
                      </a:lnTo>
                      <a:lnTo>
                        <a:pt x="96" y="150"/>
                      </a:lnTo>
                      <a:lnTo>
                        <a:pt x="96" y="150"/>
                      </a:lnTo>
                      <a:lnTo>
                        <a:pt x="100" y="150"/>
                      </a:lnTo>
                      <a:lnTo>
                        <a:pt x="102" y="154"/>
                      </a:lnTo>
                      <a:lnTo>
                        <a:pt x="102" y="154"/>
                      </a:lnTo>
                      <a:lnTo>
                        <a:pt x="108" y="154"/>
                      </a:lnTo>
                      <a:lnTo>
                        <a:pt x="116" y="156"/>
                      </a:lnTo>
                      <a:lnTo>
                        <a:pt x="116" y="156"/>
                      </a:lnTo>
                      <a:lnTo>
                        <a:pt x="116" y="158"/>
                      </a:lnTo>
                      <a:lnTo>
                        <a:pt x="116" y="158"/>
                      </a:lnTo>
                      <a:lnTo>
                        <a:pt x="122" y="162"/>
                      </a:lnTo>
                      <a:lnTo>
                        <a:pt x="122" y="162"/>
                      </a:lnTo>
                      <a:lnTo>
                        <a:pt x="124" y="164"/>
                      </a:lnTo>
                      <a:lnTo>
                        <a:pt x="124" y="164"/>
                      </a:lnTo>
                      <a:lnTo>
                        <a:pt x="128" y="164"/>
                      </a:lnTo>
                      <a:lnTo>
                        <a:pt x="132" y="164"/>
                      </a:lnTo>
                      <a:lnTo>
                        <a:pt x="132" y="164"/>
                      </a:lnTo>
                      <a:lnTo>
                        <a:pt x="138" y="168"/>
                      </a:lnTo>
                      <a:lnTo>
                        <a:pt x="138" y="168"/>
                      </a:lnTo>
                      <a:lnTo>
                        <a:pt x="138" y="170"/>
                      </a:lnTo>
                      <a:lnTo>
                        <a:pt x="138" y="172"/>
                      </a:lnTo>
                      <a:lnTo>
                        <a:pt x="138" y="172"/>
                      </a:lnTo>
                      <a:lnTo>
                        <a:pt x="140" y="172"/>
                      </a:lnTo>
                      <a:lnTo>
                        <a:pt x="140" y="172"/>
                      </a:lnTo>
                      <a:lnTo>
                        <a:pt x="146" y="176"/>
                      </a:lnTo>
                      <a:lnTo>
                        <a:pt x="146" y="176"/>
                      </a:lnTo>
                      <a:lnTo>
                        <a:pt x="150" y="182"/>
                      </a:lnTo>
                      <a:lnTo>
                        <a:pt x="150" y="182"/>
                      </a:lnTo>
                      <a:lnTo>
                        <a:pt x="154" y="182"/>
                      </a:lnTo>
                      <a:lnTo>
                        <a:pt x="154" y="182"/>
                      </a:lnTo>
                      <a:lnTo>
                        <a:pt x="156" y="184"/>
                      </a:lnTo>
                      <a:lnTo>
                        <a:pt x="156" y="184"/>
                      </a:lnTo>
                      <a:lnTo>
                        <a:pt x="156" y="184"/>
                      </a:lnTo>
                      <a:lnTo>
                        <a:pt x="156" y="184"/>
                      </a:lnTo>
                      <a:lnTo>
                        <a:pt x="156" y="184"/>
                      </a:lnTo>
                      <a:lnTo>
                        <a:pt x="156" y="184"/>
                      </a:lnTo>
                      <a:lnTo>
                        <a:pt x="156" y="186"/>
                      </a:lnTo>
                      <a:lnTo>
                        <a:pt x="156" y="186"/>
                      </a:lnTo>
                      <a:lnTo>
                        <a:pt x="154" y="186"/>
                      </a:lnTo>
                      <a:lnTo>
                        <a:pt x="154" y="186"/>
                      </a:lnTo>
                      <a:lnTo>
                        <a:pt x="156" y="190"/>
                      </a:lnTo>
                      <a:lnTo>
                        <a:pt x="156" y="190"/>
                      </a:lnTo>
                      <a:lnTo>
                        <a:pt x="154" y="192"/>
                      </a:lnTo>
                      <a:lnTo>
                        <a:pt x="154" y="192"/>
                      </a:lnTo>
                      <a:lnTo>
                        <a:pt x="150" y="192"/>
                      </a:lnTo>
                      <a:lnTo>
                        <a:pt x="150" y="192"/>
                      </a:lnTo>
                      <a:lnTo>
                        <a:pt x="150" y="194"/>
                      </a:lnTo>
                      <a:lnTo>
                        <a:pt x="150" y="194"/>
                      </a:lnTo>
                      <a:lnTo>
                        <a:pt x="156" y="192"/>
                      </a:lnTo>
                      <a:lnTo>
                        <a:pt x="156" y="192"/>
                      </a:lnTo>
                      <a:lnTo>
                        <a:pt x="156" y="194"/>
                      </a:lnTo>
                      <a:lnTo>
                        <a:pt x="156" y="194"/>
                      </a:lnTo>
                      <a:lnTo>
                        <a:pt x="164" y="202"/>
                      </a:lnTo>
                      <a:lnTo>
                        <a:pt x="164" y="202"/>
                      </a:lnTo>
                      <a:lnTo>
                        <a:pt x="164" y="204"/>
                      </a:lnTo>
                      <a:lnTo>
                        <a:pt x="162" y="204"/>
                      </a:lnTo>
                      <a:lnTo>
                        <a:pt x="162" y="206"/>
                      </a:lnTo>
                      <a:lnTo>
                        <a:pt x="162" y="206"/>
                      </a:lnTo>
                      <a:lnTo>
                        <a:pt x="166" y="208"/>
                      </a:lnTo>
                      <a:lnTo>
                        <a:pt x="168" y="210"/>
                      </a:lnTo>
                      <a:lnTo>
                        <a:pt x="168" y="210"/>
                      </a:lnTo>
                      <a:lnTo>
                        <a:pt x="166" y="214"/>
                      </a:lnTo>
                      <a:lnTo>
                        <a:pt x="166" y="214"/>
                      </a:lnTo>
                      <a:lnTo>
                        <a:pt x="170" y="214"/>
                      </a:lnTo>
                      <a:lnTo>
                        <a:pt x="170" y="214"/>
                      </a:lnTo>
                      <a:lnTo>
                        <a:pt x="170" y="214"/>
                      </a:lnTo>
                      <a:lnTo>
                        <a:pt x="170" y="216"/>
                      </a:lnTo>
                      <a:lnTo>
                        <a:pt x="170" y="216"/>
                      </a:lnTo>
                      <a:lnTo>
                        <a:pt x="170" y="216"/>
                      </a:lnTo>
                      <a:lnTo>
                        <a:pt x="170" y="218"/>
                      </a:lnTo>
                      <a:lnTo>
                        <a:pt x="170" y="218"/>
                      </a:lnTo>
                      <a:lnTo>
                        <a:pt x="168" y="220"/>
                      </a:lnTo>
                      <a:lnTo>
                        <a:pt x="170" y="222"/>
                      </a:lnTo>
                      <a:lnTo>
                        <a:pt x="170" y="222"/>
                      </a:lnTo>
                      <a:lnTo>
                        <a:pt x="170" y="222"/>
                      </a:lnTo>
                      <a:lnTo>
                        <a:pt x="162" y="224"/>
                      </a:lnTo>
                      <a:lnTo>
                        <a:pt x="162" y="224"/>
                      </a:lnTo>
                      <a:lnTo>
                        <a:pt x="162" y="224"/>
                      </a:lnTo>
                      <a:lnTo>
                        <a:pt x="164" y="224"/>
                      </a:lnTo>
                      <a:lnTo>
                        <a:pt x="164" y="224"/>
                      </a:lnTo>
                      <a:lnTo>
                        <a:pt x="164" y="228"/>
                      </a:lnTo>
                      <a:lnTo>
                        <a:pt x="162" y="230"/>
                      </a:lnTo>
                      <a:lnTo>
                        <a:pt x="162" y="230"/>
                      </a:lnTo>
                      <a:lnTo>
                        <a:pt x="160" y="232"/>
                      </a:lnTo>
                      <a:lnTo>
                        <a:pt x="160" y="232"/>
                      </a:lnTo>
                      <a:lnTo>
                        <a:pt x="160" y="234"/>
                      </a:lnTo>
                      <a:lnTo>
                        <a:pt x="160" y="234"/>
                      </a:lnTo>
                      <a:lnTo>
                        <a:pt x="164" y="234"/>
                      </a:lnTo>
                      <a:lnTo>
                        <a:pt x="164" y="234"/>
                      </a:lnTo>
                      <a:lnTo>
                        <a:pt x="162" y="238"/>
                      </a:lnTo>
                      <a:lnTo>
                        <a:pt x="162" y="238"/>
                      </a:lnTo>
                      <a:lnTo>
                        <a:pt x="160" y="238"/>
                      </a:lnTo>
                      <a:lnTo>
                        <a:pt x="160" y="240"/>
                      </a:lnTo>
                      <a:lnTo>
                        <a:pt x="160" y="240"/>
                      </a:lnTo>
                      <a:lnTo>
                        <a:pt x="166" y="244"/>
                      </a:lnTo>
                      <a:lnTo>
                        <a:pt x="168" y="244"/>
                      </a:lnTo>
                      <a:lnTo>
                        <a:pt x="172" y="242"/>
                      </a:lnTo>
                      <a:lnTo>
                        <a:pt x="172" y="242"/>
                      </a:lnTo>
                      <a:lnTo>
                        <a:pt x="174" y="236"/>
                      </a:lnTo>
                      <a:lnTo>
                        <a:pt x="176" y="236"/>
                      </a:lnTo>
                      <a:lnTo>
                        <a:pt x="176" y="236"/>
                      </a:lnTo>
                      <a:lnTo>
                        <a:pt x="176" y="240"/>
                      </a:lnTo>
                      <a:lnTo>
                        <a:pt x="176" y="240"/>
                      </a:lnTo>
                      <a:lnTo>
                        <a:pt x="184" y="240"/>
                      </a:lnTo>
                      <a:lnTo>
                        <a:pt x="192" y="242"/>
                      </a:lnTo>
                      <a:lnTo>
                        <a:pt x="192" y="242"/>
                      </a:lnTo>
                      <a:lnTo>
                        <a:pt x="192" y="242"/>
                      </a:lnTo>
                      <a:lnTo>
                        <a:pt x="192" y="242"/>
                      </a:lnTo>
                      <a:lnTo>
                        <a:pt x="192" y="244"/>
                      </a:lnTo>
                      <a:lnTo>
                        <a:pt x="192" y="244"/>
                      </a:lnTo>
                      <a:lnTo>
                        <a:pt x="200" y="244"/>
                      </a:lnTo>
                      <a:lnTo>
                        <a:pt x="200" y="244"/>
                      </a:lnTo>
                      <a:lnTo>
                        <a:pt x="202" y="242"/>
                      </a:lnTo>
                      <a:lnTo>
                        <a:pt x="202" y="242"/>
                      </a:lnTo>
                      <a:lnTo>
                        <a:pt x="204" y="242"/>
                      </a:lnTo>
                      <a:lnTo>
                        <a:pt x="204" y="242"/>
                      </a:lnTo>
                      <a:lnTo>
                        <a:pt x="200" y="246"/>
                      </a:lnTo>
                      <a:lnTo>
                        <a:pt x="200" y="246"/>
                      </a:lnTo>
                      <a:lnTo>
                        <a:pt x="198" y="246"/>
                      </a:lnTo>
                      <a:lnTo>
                        <a:pt x="202" y="248"/>
                      </a:lnTo>
                      <a:lnTo>
                        <a:pt x="208" y="248"/>
                      </a:lnTo>
                      <a:lnTo>
                        <a:pt x="208" y="248"/>
                      </a:lnTo>
                      <a:lnTo>
                        <a:pt x="208" y="250"/>
                      </a:lnTo>
                      <a:lnTo>
                        <a:pt x="208" y="250"/>
                      </a:lnTo>
                      <a:lnTo>
                        <a:pt x="202" y="250"/>
                      </a:lnTo>
                      <a:lnTo>
                        <a:pt x="202" y="250"/>
                      </a:lnTo>
                      <a:lnTo>
                        <a:pt x="206" y="252"/>
                      </a:lnTo>
                      <a:lnTo>
                        <a:pt x="206" y="252"/>
                      </a:lnTo>
                      <a:lnTo>
                        <a:pt x="208" y="254"/>
                      </a:lnTo>
                      <a:lnTo>
                        <a:pt x="206" y="254"/>
                      </a:lnTo>
                      <a:lnTo>
                        <a:pt x="202" y="254"/>
                      </a:lnTo>
                      <a:lnTo>
                        <a:pt x="202" y="256"/>
                      </a:lnTo>
                      <a:lnTo>
                        <a:pt x="202" y="256"/>
                      </a:lnTo>
                      <a:lnTo>
                        <a:pt x="202" y="256"/>
                      </a:lnTo>
                      <a:lnTo>
                        <a:pt x="202" y="256"/>
                      </a:lnTo>
                      <a:lnTo>
                        <a:pt x="206" y="256"/>
                      </a:lnTo>
                      <a:lnTo>
                        <a:pt x="206" y="256"/>
                      </a:lnTo>
                      <a:lnTo>
                        <a:pt x="208" y="258"/>
                      </a:lnTo>
                      <a:lnTo>
                        <a:pt x="208" y="258"/>
                      </a:lnTo>
                      <a:lnTo>
                        <a:pt x="208" y="258"/>
                      </a:lnTo>
                      <a:lnTo>
                        <a:pt x="204" y="260"/>
                      </a:lnTo>
                      <a:lnTo>
                        <a:pt x="202" y="260"/>
                      </a:lnTo>
                      <a:lnTo>
                        <a:pt x="208" y="264"/>
                      </a:lnTo>
                      <a:lnTo>
                        <a:pt x="208" y="264"/>
                      </a:lnTo>
                      <a:lnTo>
                        <a:pt x="208" y="266"/>
                      </a:lnTo>
                      <a:lnTo>
                        <a:pt x="208" y="266"/>
                      </a:lnTo>
                      <a:lnTo>
                        <a:pt x="200" y="264"/>
                      </a:lnTo>
                      <a:lnTo>
                        <a:pt x="194" y="260"/>
                      </a:lnTo>
                      <a:lnTo>
                        <a:pt x="194" y="260"/>
                      </a:lnTo>
                      <a:lnTo>
                        <a:pt x="190" y="258"/>
                      </a:lnTo>
                      <a:lnTo>
                        <a:pt x="190" y="258"/>
                      </a:lnTo>
                      <a:lnTo>
                        <a:pt x="180" y="256"/>
                      </a:lnTo>
                      <a:lnTo>
                        <a:pt x="170" y="256"/>
                      </a:lnTo>
                      <a:lnTo>
                        <a:pt x="170" y="256"/>
                      </a:lnTo>
                      <a:lnTo>
                        <a:pt x="168" y="258"/>
                      </a:lnTo>
                      <a:lnTo>
                        <a:pt x="168" y="258"/>
                      </a:lnTo>
                      <a:lnTo>
                        <a:pt x="170" y="262"/>
                      </a:lnTo>
                      <a:lnTo>
                        <a:pt x="170" y="262"/>
                      </a:lnTo>
                      <a:lnTo>
                        <a:pt x="174" y="262"/>
                      </a:lnTo>
                      <a:lnTo>
                        <a:pt x="174" y="262"/>
                      </a:lnTo>
                      <a:lnTo>
                        <a:pt x="174" y="262"/>
                      </a:lnTo>
                      <a:lnTo>
                        <a:pt x="178" y="264"/>
                      </a:lnTo>
                      <a:lnTo>
                        <a:pt x="178" y="266"/>
                      </a:lnTo>
                      <a:lnTo>
                        <a:pt x="178" y="266"/>
                      </a:lnTo>
                      <a:lnTo>
                        <a:pt x="178" y="266"/>
                      </a:lnTo>
                      <a:lnTo>
                        <a:pt x="176" y="268"/>
                      </a:lnTo>
                      <a:lnTo>
                        <a:pt x="172" y="266"/>
                      </a:lnTo>
                      <a:lnTo>
                        <a:pt x="172" y="266"/>
                      </a:lnTo>
                      <a:lnTo>
                        <a:pt x="168" y="266"/>
                      </a:lnTo>
                      <a:lnTo>
                        <a:pt x="168" y="266"/>
                      </a:lnTo>
                      <a:lnTo>
                        <a:pt x="166" y="268"/>
                      </a:lnTo>
                      <a:lnTo>
                        <a:pt x="166" y="268"/>
                      </a:lnTo>
                      <a:lnTo>
                        <a:pt x="168" y="274"/>
                      </a:lnTo>
                      <a:lnTo>
                        <a:pt x="164" y="276"/>
                      </a:lnTo>
                      <a:lnTo>
                        <a:pt x="164" y="276"/>
                      </a:lnTo>
                      <a:lnTo>
                        <a:pt x="164" y="280"/>
                      </a:lnTo>
                      <a:lnTo>
                        <a:pt x="164" y="280"/>
                      </a:lnTo>
                      <a:lnTo>
                        <a:pt x="162" y="280"/>
                      </a:lnTo>
                      <a:lnTo>
                        <a:pt x="162" y="282"/>
                      </a:lnTo>
                      <a:lnTo>
                        <a:pt x="162" y="282"/>
                      </a:lnTo>
                      <a:lnTo>
                        <a:pt x="164" y="284"/>
                      </a:lnTo>
                      <a:lnTo>
                        <a:pt x="164" y="284"/>
                      </a:lnTo>
                      <a:lnTo>
                        <a:pt x="168" y="284"/>
                      </a:lnTo>
                      <a:lnTo>
                        <a:pt x="170" y="284"/>
                      </a:lnTo>
                      <a:lnTo>
                        <a:pt x="170" y="284"/>
                      </a:lnTo>
                      <a:lnTo>
                        <a:pt x="172" y="284"/>
                      </a:lnTo>
                      <a:lnTo>
                        <a:pt x="174" y="284"/>
                      </a:lnTo>
                      <a:lnTo>
                        <a:pt x="174" y="284"/>
                      </a:lnTo>
                      <a:lnTo>
                        <a:pt x="174" y="284"/>
                      </a:lnTo>
                      <a:lnTo>
                        <a:pt x="176" y="284"/>
                      </a:lnTo>
                      <a:lnTo>
                        <a:pt x="176" y="284"/>
                      </a:lnTo>
                      <a:lnTo>
                        <a:pt x="176" y="286"/>
                      </a:lnTo>
                      <a:lnTo>
                        <a:pt x="168" y="286"/>
                      </a:lnTo>
                      <a:lnTo>
                        <a:pt x="168" y="288"/>
                      </a:lnTo>
                      <a:lnTo>
                        <a:pt x="168" y="288"/>
                      </a:lnTo>
                      <a:lnTo>
                        <a:pt x="172" y="292"/>
                      </a:lnTo>
                      <a:lnTo>
                        <a:pt x="172" y="292"/>
                      </a:lnTo>
                      <a:lnTo>
                        <a:pt x="178" y="290"/>
                      </a:lnTo>
                      <a:lnTo>
                        <a:pt x="180" y="290"/>
                      </a:lnTo>
                      <a:lnTo>
                        <a:pt x="180" y="290"/>
                      </a:lnTo>
                      <a:lnTo>
                        <a:pt x="186" y="288"/>
                      </a:lnTo>
                      <a:lnTo>
                        <a:pt x="194" y="284"/>
                      </a:lnTo>
                      <a:lnTo>
                        <a:pt x="194" y="284"/>
                      </a:lnTo>
                      <a:lnTo>
                        <a:pt x="194" y="280"/>
                      </a:lnTo>
                      <a:lnTo>
                        <a:pt x="194" y="280"/>
                      </a:lnTo>
                      <a:lnTo>
                        <a:pt x="188" y="276"/>
                      </a:lnTo>
                      <a:lnTo>
                        <a:pt x="188" y="276"/>
                      </a:lnTo>
                      <a:lnTo>
                        <a:pt x="186" y="270"/>
                      </a:lnTo>
                      <a:lnTo>
                        <a:pt x="186" y="270"/>
                      </a:lnTo>
                      <a:lnTo>
                        <a:pt x="180" y="268"/>
                      </a:lnTo>
                      <a:lnTo>
                        <a:pt x="180" y="268"/>
                      </a:lnTo>
                      <a:lnTo>
                        <a:pt x="180" y="266"/>
                      </a:lnTo>
                      <a:lnTo>
                        <a:pt x="178" y="264"/>
                      </a:lnTo>
                      <a:lnTo>
                        <a:pt x="178" y="264"/>
                      </a:lnTo>
                      <a:lnTo>
                        <a:pt x="184" y="266"/>
                      </a:lnTo>
                      <a:lnTo>
                        <a:pt x="188" y="268"/>
                      </a:lnTo>
                      <a:lnTo>
                        <a:pt x="188" y="268"/>
                      </a:lnTo>
                      <a:lnTo>
                        <a:pt x="192" y="272"/>
                      </a:lnTo>
                      <a:lnTo>
                        <a:pt x="194" y="272"/>
                      </a:lnTo>
                      <a:lnTo>
                        <a:pt x="198" y="272"/>
                      </a:lnTo>
                      <a:lnTo>
                        <a:pt x="198" y="272"/>
                      </a:lnTo>
                      <a:lnTo>
                        <a:pt x="200" y="270"/>
                      </a:lnTo>
                      <a:lnTo>
                        <a:pt x="202" y="272"/>
                      </a:lnTo>
                      <a:lnTo>
                        <a:pt x="202" y="272"/>
                      </a:lnTo>
                      <a:lnTo>
                        <a:pt x="208" y="272"/>
                      </a:lnTo>
                      <a:lnTo>
                        <a:pt x="208" y="272"/>
                      </a:lnTo>
                      <a:lnTo>
                        <a:pt x="208" y="272"/>
                      </a:lnTo>
                      <a:lnTo>
                        <a:pt x="208" y="274"/>
                      </a:lnTo>
                      <a:lnTo>
                        <a:pt x="208" y="274"/>
                      </a:lnTo>
                      <a:lnTo>
                        <a:pt x="208" y="276"/>
                      </a:lnTo>
                      <a:lnTo>
                        <a:pt x="208" y="278"/>
                      </a:lnTo>
                      <a:lnTo>
                        <a:pt x="208" y="278"/>
                      </a:lnTo>
                      <a:lnTo>
                        <a:pt x="206" y="278"/>
                      </a:lnTo>
                      <a:lnTo>
                        <a:pt x="206" y="278"/>
                      </a:lnTo>
                      <a:lnTo>
                        <a:pt x="206" y="282"/>
                      </a:lnTo>
                      <a:lnTo>
                        <a:pt x="206" y="282"/>
                      </a:lnTo>
                      <a:lnTo>
                        <a:pt x="208" y="282"/>
                      </a:lnTo>
                      <a:lnTo>
                        <a:pt x="208" y="282"/>
                      </a:lnTo>
                      <a:lnTo>
                        <a:pt x="206" y="284"/>
                      </a:lnTo>
                      <a:lnTo>
                        <a:pt x="206" y="286"/>
                      </a:lnTo>
                      <a:lnTo>
                        <a:pt x="206" y="286"/>
                      </a:lnTo>
                      <a:lnTo>
                        <a:pt x="210" y="286"/>
                      </a:lnTo>
                      <a:lnTo>
                        <a:pt x="210" y="290"/>
                      </a:lnTo>
                      <a:lnTo>
                        <a:pt x="210" y="290"/>
                      </a:lnTo>
                      <a:lnTo>
                        <a:pt x="212" y="290"/>
                      </a:lnTo>
                      <a:lnTo>
                        <a:pt x="212" y="290"/>
                      </a:lnTo>
                      <a:lnTo>
                        <a:pt x="212" y="292"/>
                      </a:lnTo>
                      <a:lnTo>
                        <a:pt x="212" y="292"/>
                      </a:lnTo>
                      <a:lnTo>
                        <a:pt x="210" y="294"/>
                      </a:lnTo>
                      <a:lnTo>
                        <a:pt x="210" y="296"/>
                      </a:lnTo>
                      <a:lnTo>
                        <a:pt x="208" y="294"/>
                      </a:lnTo>
                      <a:lnTo>
                        <a:pt x="208" y="294"/>
                      </a:lnTo>
                      <a:lnTo>
                        <a:pt x="208" y="292"/>
                      </a:lnTo>
                      <a:lnTo>
                        <a:pt x="208" y="290"/>
                      </a:lnTo>
                      <a:lnTo>
                        <a:pt x="208" y="290"/>
                      </a:lnTo>
                      <a:lnTo>
                        <a:pt x="204" y="290"/>
                      </a:lnTo>
                      <a:lnTo>
                        <a:pt x="204" y="290"/>
                      </a:lnTo>
                      <a:lnTo>
                        <a:pt x="204" y="298"/>
                      </a:lnTo>
                      <a:lnTo>
                        <a:pt x="204" y="298"/>
                      </a:lnTo>
                      <a:lnTo>
                        <a:pt x="204" y="298"/>
                      </a:lnTo>
                      <a:lnTo>
                        <a:pt x="206" y="300"/>
                      </a:lnTo>
                      <a:lnTo>
                        <a:pt x="206" y="300"/>
                      </a:lnTo>
                      <a:lnTo>
                        <a:pt x="206" y="304"/>
                      </a:lnTo>
                      <a:lnTo>
                        <a:pt x="206" y="304"/>
                      </a:lnTo>
                      <a:lnTo>
                        <a:pt x="202" y="304"/>
                      </a:lnTo>
                      <a:lnTo>
                        <a:pt x="196" y="304"/>
                      </a:lnTo>
                      <a:lnTo>
                        <a:pt x="196" y="304"/>
                      </a:lnTo>
                      <a:lnTo>
                        <a:pt x="194" y="304"/>
                      </a:lnTo>
                      <a:lnTo>
                        <a:pt x="194" y="304"/>
                      </a:lnTo>
                      <a:lnTo>
                        <a:pt x="194" y="304"/>
                      </a:lnTo>
                      <a:lnTo>
                        <a:pt x="194" y="306"/>
                      </a:lnTo>
                      <a:lnTo>
                        <a:pt x="194" y="306"/>
                      </a:lnTo>
                      <a:lnTo>
                        <a:pt x="190" y="308"/>
                      </a:lnTo>
                      <a:lnTo>
                        <a:pt x="190" y="308"/>
                      </a:lnTo>
                      <a:lnTo>
                        <a:pt x="186" y="308"/>
                      </a:lnTo>
                      <a:lnTo>
                        <a:pt x="186" y="310"/>
                      </a:lnTo>
                      <a:lnTo>
                        <a:pt x="186" y="310"/>
                      </a:lnTo>
                      <a:lnTo>
                        <a:pt x="198" y="310"/>
                      </a:lnTo>
                      <a:lnTo>
                        <a:pt x="202" y="308"/>
                      </a:lnTo>
                      <a:lnTo>
                        <a:pt x="206" y="306"/>
                      </a:lnTo>
                      <a:lnTo>
                        <a:pt x="206" y="306"/>
                      </a:lnTo>
                      <a:lnTo>
                        <a:pt x="208" y="312"/>
                      </a:lnTo>
                      <a:lnTo>
                        <a:pt x="202" y="312"/>
                      </a:lnTo>
                      <a:lnTo>
                        <a:pt x="202" y="312"/>
                      </a:lnTo>
                      <a:lnTo>
                        <a:pt x="198" y="312"/>
                      </a:lnTo>
                      <a:lnTo>
                        <a:pt x="194" y="312"/>
                      </a:lnTo>
                      <a:lnTo>
                        <a:pt x="194" y="312"/>
                      </a:lnTo>
                      <a:lnTo>
                        <a:pt x="192" y="310"/>
                      </a:lnTo>
                      <a:lnTo>
                        <a:pt x="192" y="310"/>
                      </a:lnTo>
                      <a:lnTo>
                        <a:pt x="188" y="310"/>
                      </a:lnTo>
                      <a:lnTo>
                        <a:pt x="188" y="312"/>
                      </a:lnTo>
                      <a:lnTo>
                        <a:pt x="188" y="312"/>
                      </a:lnTo>
                      <a:lnTo>
                        <a:pt x="192" y="314"/>
                      </a:lnTo>
                      <a:lnTo>
                        <a:pt x="194" y="316"/>
                      </a:lnTo>
                      <a:lnTo>
                        <a:pt x="194" y="316"/>
                      </a:lnTo>
                      <a:lnTo>
                        <a:pt x="194" y="316"/>
                      </a:lnTo>
                      <a:lnTo>
                        <a:pt x="192" y="316"/>
                      </a:lnTo>
                      <a:lnTo>
                        <a:pt x="192" y="316"/>
                      </a:lnTo>
                      <a:lnTo>
                        <a:pt x="188" y="314"/>
                      </a:lnTo>
                      <a:lnTo>
                        <a:pt x="188" y="314"/>
                      </a:lnTo>
                      <a:lnTo>
                        <a:pt x="186" y="314"/>
                      </a:lnTo>
                      <a:lnTo>
                        <a:pt x="184" y="314"/>
                      </a:lnTo>
                      <a:lnTo>
                        <a:pt x="182" y="318"/>
                      </a:lnTo>
                      <a:lnTo>
                        <a:pt x="182" y="318"/>
                      </a:lnTo>
                      <a:lnTo>
                        <a:pt x="180" y="320"/>
                      </a:lnTo>
                      <a:lnTo>
                        <a:pt x="180" y="320"/>
                      </a:lnTo>
                      <a:lnTo>
                        <a:pt x="180" y="324"/>
                      </a:lnTo>
                      <a:lnTo>
                        <a:pt x="180" y="324"/>
                      </a:lnTo>
                      <a:lnTo>
                        <a:pt x="186" y="320"/>
                      </a:lnTo>
                      <a:lnTo>
                        <a:pt x="186" y="318"/>
                      </a:lnTo>
                      <a:lnTo>
                        <a:pt x="186" y="318"/>
                      </a:lnTo>
                      <a:lnTo>
                        <a:pt x="190" y="320"/>
                      </a:lnTo>
                      <a:lnTo>
                        <a:pt x="190" y="320"/>
                      </a:lnTo>
                      <a:lnTo>
                        <a:pt x="198" y="316"/>
                      </a:lnTo>
                      <a:lnTo>
                        <a:pt x="198" y="316"/>
                      </a:lnTo>
                      <a:lnTo>
                        <a:pt x="196" y="318"/>
                      </a:lnTo>
                      <a:lnTo>
                        <a:pt x="200" y="320"/>
                      </a:lnTo>
                      <a:lnTo>
                        <a:pt x="200" y="322"/>
                      </a:lnTo>
                      <a:lnTo>
                        <a:pt x="200" y="322"/>
                      </a:lnTo>
                      <a:lnTo>
                        <a:pt x="206" y="320"/>
                      </a:lnTo>
                      <a:lnTo>
                        <a:pt x="206" y="320"/>
                      </a:lnTo>
                      <a:lnTo>
                        <a:pt x="204" y="316"/>
                      </a:lnTo>
                      <a:lnTo>
                        <a:pt x="204" y="316"/>
                      </a:lnTo>
                      <a:lnTo>
                        <a:pt x="210" y="316"/>
                      </a:lnTo>
                      <a:lnTo>
                        <a:pt x="210" y="316"/>
                      </a:lnTo>
                      <a:lnTo>
                        <a:pt x="208" y="318"/>
                      </a:lnTo>
                      <a:lnTo>
                        <a:pt x="208" y="320"/>
                      </a:lnTo>
                      <a:lnTo>
                        <a:pt x="208" y="318"/>
                      </a:lnTo>
                      <a:lnTo>
                        <a:pt x="208" y="318"/>
                      </a:lnTo>
                      <a:lnTo>
                        <a:pt x="208" y="320"/>
                      </a:lnTo>
                      <a:lnTo>
                        <a:pt x="208" y="320"/>
                      </a:lnTo>
                      <a:lnTo>
                        <a:pt x="208" y="320"/>
                      </a:lnTo>
                      <a:lnTo>
                        <a:pt x="206" y="324"/>
                      </a:lnTo>
                      <a:lnTo>
                        <a:pt x="206" y="324"/>
                      </a:lnTo>
                      <a:lnTo>
                        <a:pt x="200" y="324"/>
                      </a:lnTo>
                      <a:lnTo>
                        <a:pt x="200" y="324"/>
                      </a:lnTo>
                      <a:lnTo>
                        <a:pt x="194" y="322"/>
                      </a:lnTo>
                      <a:lnTo>
                        <a:pt x="190" y="320"/>
                      </a:lnTo>
                      <a:lnTo>
                        <a:pt x="186" y="320"/>
                      </a:lnTo>
                      <a:lnTo>
                        <a:pt x="186" y="320"/>
                      </a:lnTo>
                      <a:lnTo>
                        <a:pt x="186" y="320"/>
                      </a:lnTo>
                      <a:lnTo>
                        <a:pt x="184" y="324"/>
                      </a:lnTo>
                      <a:lnTo>
                        <a:pt x="184" y="326"/>
                      </a:lnTo>
                      <a:lnTo>
                        <a:pt x="184" y="326"/>
                      </a:lnTo>
                      <a:lnTo>
                        <a:pt x="180" y="326"/>
                      </a:lnTo>
                      <a:lnTo>
                        <a:pt x="180" y="326"/>
                      </a:lnTo>
                      <a:lnTo>
                        <a:pt x="178" y="328"/>
                      </a:lnTo>
                      <a:lnTo>
                        <a:pt x="178" y="328"/>
                      </a:lnTo>
                      <a:lnTo>
                        <a:pt x="180" y="330"/>
                      </a:lnTo>
                      <a:lnTo>
                        <a:pt x="180" y="330"/>
                      </a:lnTo>
                      <a:lnTo>
                        <a:pt x="180" y="332"/>
                      </a:lnTo>
                      <a:lnTo>
                        <a:pt x="180" y="332"/>
                      </a:lnTo>
                      <a:lnTo>
                        <a:pt x="182" y="334"/>
                      </a:lnTo>
                      <a:lnTo>
                        <a:pt x="184" y="334"/>
                      </a:lnTo>
                      <a:lnTo>
                        <a:pt x="184" y="334"/>
                      </a:lnTo>
                      <a:lnTo>
                        <a:pt x="184" y="336"/>
                      </a:lnTo>
                      <a:lnTo>
                        <a:pt x="186" y="336"/>
                      </a:lnTo>
                      <a:lnTo>
                        <a:pt x="186" y="336"/>
                      </a:lnTo>
                      <a:lnTo>
                        <a:pt x="184" y="340"/>
                      </a:lnTo>
                      <a:lnTo>
                        <a:pt x="184" y="340"/>
                      </a:lnTo>
                      <a:lnTo>
                        <a:pt x="182" y="340"/>
                      </a:lnTo>
                      <a:lnTo>
                        <a:pt x="182" y="340"/>
                      </a:lnTo>
                      <a:lnTo>
                        <a:pt x="182" y="342"/>
                      </a:lnTo>
                      <a:lnTo>
                        <a:pt x="182" y="344"/>
                      </a:lnTo>
                      <a:lnTo>
                        <a:pt x="182" y="344"/>
                      </a:lnTo>
                      <a:lnTo>
                        <a:pt x="184" y="342"/>
                      </a:lnTo>
                      <a:lnTo>
                        <a:pt x="184" y="342"/>
                      </a:lnTo>
                      <a:lnTo>
                        <a:pt x="184" y="344"/>
                      </a:lnTo>
                      <a:lnTo>
                        <a:pt x="184" y="344"/>
                      </a:lnTo>
                      <a:lnTo>
                        <a:pt x="180" y="344"/>
                      </a:lnTo>
                      <a:lnTo>
                        <a:pt x="180" y="346"/>
                      </a:lnTo>
                      <a:lnTo>
                        <a:pt x="180" y="346"/>
                      </a:lnTo>
                      <a:lnTo>
                        <a:pt x="182" y="350"/>
                      </a:lnTo>
                      <a:lnTo>
                        <a:pt x="182" y="350"/>
                      </a:lnTo>
                      <a:lnTo>
                        <a:pt x="188" y="348"/>
                      </a:lnTo>
                      <a:lnTo>
                        <a:pt x="188" y="348"/>
                      </a:lnTo>
                      <a:lnTo>
                        <a:pt x="184" y="350"/>
                      </a:lnTo>
                      <a:lnTo>
                        <a:pt x="184" y="350"/>
                      </a:lnTo>
                      <a:lnTo>
                        <a:pt x="184" y="354"/>
                      </a:lnTo>
                      <a:lnTo>
                        <a:pt x="184" y="354"/>
                      </a:lnTo>
                      <a:lnTo>
                        <a:pt x="188" y="352"/>
                      </a:lnTo>
                      <a:lnTo>
                        <a:pt x="188" y="352"/>
                      </a:lnTo>
                      <a:lnTo>
                        <a:pt x="190" y="354"/>
                      </a:lnTo>
                      <a:lnTo>
                        <a:pt x="192" y="354"/>
                      </a:lnTo>
                      <a:lnTo>
                        <a:pt x="192" y="354"/>
                      </a:lnTo>
                      <a:lnTo>
                        <a:pt x="192" y="352"/>
                      </a:lnTo>
                      <a:lnTo>
                        <a:pt x="192" y="352"/>
                      </a:lnTo>
                      <a:lnTo>
                        <a:pt x="196" y="350"/>
                      </a:lnTo>
                      <a:lnTo>
                        <a:pt x="196" y="350"/>
                      </a:lnTo>
                      <a:lnTo>
                        <a:pt x="190" y="356"/>
                      </a:lnTo>
                      <a:lnTo>
                        <a:pt x="190" y="356"/>
                      </a:lnTo>
                      <a:lnTo>
                        <a:pt x="194" y="358"/>
                      </a:lnTo>
                      <a:lnTo>
                        <a:pt x="194" y="360"/>
                      </a:lnTo>
                      <a:lnTo>
                        <a:pt x="194" y="360"/>
                      </a:lnTo>
                      <a:lnTo>
                        <a:pt x="192" y="360"/>
                      </a:lnTo>
                      <a:lnTo>
                        <a:pt x="192" y="360"/>
                      </a:lnTo>
                      <a:lnTo>
                        <a:pt x="192" y="364"/>
                      </a:lnTo>
                      <a:lnTo>
                        <a:pt x="192" y="364"/>
                      </a:lnTo>
                      <a:lnTo>
                        <a:pt x="196" y="364"/>
                      </a:lnTo>
                      <a:lnTo>
                        <a:pt x="196" y="364"/>
                      </a:lnTo>
                      <a:lnTo>
                        <a:pt x="196" y="366"/>
                      </a:lnTo>
                      <a:lnTo>
                        <a:pt x="196" y="366"/>
                      </a:lnTo>
                      <a:lnTo>
                        <a:pt x="198" y="366"/>
                      </a:lnTo>
                      <a:lnTo>
                        <a:pt x="198" y="366"/>
                      </a:lnTo>
                      <a:lnTo>
                        <a:pt x="196" y="370"/>
                      </a:lnTo>
                      <a:lnTo>
                        <a:pt x="196" y="374"/>
                      </a:lnTo>
                      <a:lnTo>
                        <a:pt x="202" y="368"/>
                      </a:lnTo>
                      <a:lnTo>
                        <a:pt x="202" y="368"/>
                      </a:lnTo>
                      <a:lnTo>
                        <a:pt x="204" y="368"/>
                      </a:lnTo>
                      <a:lnTo>
                        <a:pt x="206" y="368"/>
                      </a:lnTo>
                      <a:lnTo>
                        <a:pt x="206" y="368"/>
                      </a:lnTo>
                      <a:lnTo>
                        <a:pt x="206" y="366"/>
                      </a:lnTo>
                      <a:lnTo>
                        <a:pt x="206" y="366"/>
                      </a:lnTo>
                      <a:lnTo>
                        <a:pt x="208" y="366"/>
                      </a:lnTo>
                      <a:lnTo>
                        <a:pt x="210" y="366"/>
                      </a:lnTo>
                      <a:lnTo>
                        <a:pt x="210" y="366"/>
                      </a:lnTo>
                      <a:lnTo>
                        <a:pt x="210" y="370"/>
                      </a:lnTo>
                      <a:lnTo>
                        <a:pt x="210" y="372"/>
                      </a:lnTo>
                      <a:lnTo>
                        <a:pt x="210" y="372"/>
                      </a:lnTo>
                      <a:lnTo>
                        <a:pt x="208" y="372"/>
                      </a:lnTo>
                      <a:lnTo>
                        <a:pt x="206" y="370"/>
                      </a:lnTo>
                      <a:lnTo>
                        <a:pt x="206" y="370"/>
                      </a:lnTo>
                      <a:lnTo>
                        <a:pt x="206" y="372"/>
                      </a:lnTo>
                      <a:lnTo>
                        <a:pt x="206" y="372"/>
                      </a:lnTo>
                      <a:lnTo>
                        <a:pt x="208" y="374"/>
                      </a:lnTo>
                      <a:lnTo>
                        <a:pt x="208" y="374"/>
                      </a:lnTo>
                      <a:lnTo>
                        <a:pt x="208" y="374"/>
                      </a:lnTo>
                      <a:lnTo>
                        <a:pt x="198" y="376"/>
                      </a:lnTo>
                      <a:lnTo>
                        <a:pt x="198" y="378"/>
                      </a:lnTo>
                      <a:lnTo>
                        <a:pt x="198" y="378"/>
                      </a:lnTo>
                      <a:lnTo>
                        <a:pt x="204" y="378"/>
                      </a:lnTo>
                      <a:lnTo>
                        <a:pt x="204" y="380"/>
                      </a:lnTo>
                      <a:lnTo>
                        <a:pt x="204" y="380"/>
                      </a:lnTo>
                      <a:lnTo>
                        <a:pt x="200" y="380"/>
                      </a:lnTo>
                      <a:lnTo>
                        <a:pt x="200" y="380"/>
                      </a:lnTo>
                      <a:lnTo>
                        <a:pt x="198" y="380"/>
                      </a:lnTo>
                      <a:lnTo>
                        <a:pt x="198" y="380"/>
                      </a:lnTo>
                      <a:lnTo>
                        <a:pt x="198" y="380"/>
                      </a:lnTo>
                      <a:lnTo>
                        <a:pt x="198" y="380"/>
                      </a:lnTo>
                      <a:lnTo>
                        <a:pt x="200" y="382"/>
                      </a:lnTo>
                      <a:lnTo>
                        <a:pt x="200" y="382"/>
                      </a:lnTo>
                      <a:lnTo>
                        <a:pt x="200" y="382"/>
                      </a:lnTo>
                      <a:lnTo>
                        <a:pt x="202" y="382"/>
                      </a:lnTo>
                      <a:lnTo>
                        <a:pt x="200" y="386"/>
                      </a:lnTo>
                      <a:lnTo>
                        <a:pt x="200" y="386"/>
                      </a:lnTo>
                      <a:lnTo>
                        <a:pt x="200" y="386"/>
                      </a:lnTo>
                      <a:lnTo>
                        <a:pt x="202" y="388"/>
                      </a:lnTo>
                      <a:lnTo>
                        <a:pt x="206" y="386"/>
                      </a:lnTo>
                      <a:lnTo>
                        <a:pt x="206" y="386"/>
                      </a:lnTo>
                      <a:lnTo>
                        <a:pt x="206" y="390"/>
                      </a:lnTo>
                      <a:lnTo>
                        <a:pt x="206" y="390"/>
                      </a:lnTo>
                      <a:lnTo>
                        <a:pt x="204" y="390"/>
                      </a:lnTo>
                      <a:lnTo>
                        <a:pt x="204" y="392"/>
                      </a:lnTo>
                      <a:lnTo>
                        <a:pt x="204" y="392"/>
                      </a:lnTo>
                      <a:lnTo>
                        <a:pt x="204" y="392"/>
                      </a:lnTo>
                      <a:lnTo>
                        <a:pt x="208" y="392"/>
                      </a:lnTo>
                      <a:lnTo>
                        <a:pt x="208" y="392"/>
                      </a:lnTo>
                      <a:lnTo>
                        <a:pt x="206" y="394"/>
                      </a:lnTo>
                      <a:lnTo>
                        <a:pt x="206" y="394"/>
                      </a:lnTo>
                      <a:lnTo>
                        <a:pt x="206" y="398"/>
                      </a:lnTo>
                      <a:lnTo>
                        <a:pt x="206" y="398"/>
                      </a:lnTo>
                      <a:lnTo>
                        <a:pt x="208" y="396"/>
                      </a:lnTo>
                      <a:lnTo>
                        <a:pt x="208" y="396"/>
                      </a:lnTo>
                      <a:lnTo>
                        <a:pt x="208" y="396"/>
                      </a:lnTo>
                      <a:lnTo>
                        <a:pt x="208" y="396"/>
                      </a:lnTo>
                      <a:lnTo>
                        <a:pt x="208" y="394"/>
                      </a:lnTo>
                      <a:lnTo>
                        <a:pt x="208" y="394"/>
                      </a:lnTo>
                      <a:lnTo>
                        <a:pt x="212" y="394"/>
                      </a:lnTo>
                      <a:lnTo>
                        <a:pt x="212" y="394"/>
                      </a:lnTo>
                      <a:lnTo>
                        <a:pt x="212" y="400"/>
                      </a:lnTo>
                      <a:lnTo>
                        <a:pt x="212" y="402"/>
                      </a:lnTo>
                      <a:lnTo>
                        <a:pt x="216" y="400"/>
                      </a:lnTo>
                      <a:lnTo>
                        <a:pt x="216" y="400"/>
                      </a:lnTo>
                      <a:lnTo>
                        <a:pt x="216" y="404"/>
                      </a:lnTo>
                      <a:lnTo>
                        <a:pt x="216" y="406"/>
                      </a:lnTo>
                      <a:lnTo>
                        <a:pt x="216" y="406"/>
                      </a:lnTo>
                      <a:lnTo>
                        <a:pt x="218" y="406"/>
                      </a:lnTo>
                      <a:lnTo>
                        <a:pt x="222" y="404"/>
                      </a:lnTo>
                      <a:lnTo>
                        <a:pt x="222" y="404"/>
                      </a:lnTo>
                      <a:lnTo>
                        <a:pt x="224" y="404"/>
                      </a:lnTo>
                      <a:lnTo>
                        <a:pt x="224" y="404"/>
                      </a:lnTo>
                      <a:lnTo>
                        <a:pt x="224" y="406"/>
                      </a:lnTo>
                      <a:lnTo>
                        <a:pt x="224" y="408"/>
                      </a:lnTo>
                      <a:lnTo>
                        <a:pt x="224" y="408"/>
                      </a:lnTo>
                      <a:lnTo>
                        <a:pt x="224" y="408"/>
                      </a:lnTo>
                      <a:lnTo>
                        <a:pt x="224" y="408"/>
                      </a:lnTo>
                      <a:lnTo>
                        <a:pt x="224" y="410"/>
                      </a:lnTo>
                      <a:lnTo>
                        <a:pt x="224" y="410"/>
                      </a:lnTo>
                      <a:lnTo>
                        <a:pt x="228" y="408"/>
                      </a:lnTo>
                      <a:lnTo>
                        <a:pt x="228" y="408"/>
                      </a:lnTo>
                      <a:lnTo>
                        <a:pt x="228" y="410"/>
                      </a:lnTo>
                      <a:lnTo>
                        <a:pt x="228" y="410"/>
                      </a:lnTo>
                      <a:lnTo>
                        <a:pt x="226" y="412"/>
                      </a:lnTo>
                      <a:lnTo>
                        <a:pt x="226" y="412"/>
                      </a:lnTo>
                      <a:lnTo>
                        <a:pt x="226" y="412"/>
                      </a:lnTo>
                      <a:lnTo>
                        <a:pt x="228" y="412"/>
                      </a:lnTo>
                      <a:lnTo>
                        <a:pt x="230" y="412"/>
                      </a:lnTo>
                      <a:lnTo>
                        <a:pt x="230" y="416"/>
                      </a:lnTo>
                      <a:lnTo>
                        <a:pt x="230" y="416"/>
                      </a:lnTo>
                      <a:lnTo>
                        <a:pt x="228" y="418"/>
                      </a:lnTo>
                      <a:lnTo>
                        <a:pt x="228" y="418"/>
                      </a:lnTo>
                      <a:lnTo>
                        <a:pt x="230" y="420"/>
                      </a:lnTo>
                      <a:lnTo>
                        <a:pt x="230" y="420"/>
                      </a:lnTo>
                      <a:lnTo>
                        <a:pt x="232" y="416"/>
                      </a:lnTo>
                      <a:lnTo>
                        <a:pt x="232" y="416"/>
                      </a:lnTo>
                      <a:lnTo>
                        <a:pt x="234" y="418"/>
                      </a:lnTo>
                      <a:lnTo>
                        <a:pt x="234" y="418"/>
                      </a:lnTo>
                      <a:lnTo>
                        <a:pt x="234" y="418"/>
                      </a:lnTo>
                      <a:lnTo>
                        <a:pt x="234" y="418"/>
                      </a:lnTo>
                      <a:lnTo>
                        <a:pt x="234" y="418"/>
                      </a:lnTo>
                      <a:lnTo>
                        <a:pt x="234" y="418"/>
                      </a:lnTo>
                      <a:lnTo>
                        <a:pt x="232" y="418"/>
                      </a:lnTo>
                      <a:lnTo>
                        <a:pt x="234" y="420"/>
                      </a:lnTo>
                      <a:lnTo>
                        <a:pt x="234" y="420"/>
                      </a:lnTo>
                      <a:lnTo>
                        <a:pt x="232" y="420"/>
                      </a:lnTo>
                      <a:lnTo>
                        <a:pt x="230" y="420"/>
                      </a:lnTo>
                      <a:lnTo>
                        <a:pt x="230" y="422"/>
                      </a:lnTo>
                      <a:lnTo>
                        <a:pt x="230" y="422"/>
                      </a:lnTo>
                      <a:lnTo>
                        <a:pt x="234" y="422"/>
                      </a:lnTo>
                      <a:lnTo>
                        <a:pt x="234" y="422"/>
                      </a:lnTo>
                      <a:lnTo>
                        <a:pt x="234" y="422"/>
                      </a:lnTo>
                      <a:lnTo>
                        <a:pt x="232" y="424"/>
                      </a:lnTo>
                      <a:lnTo>
                        <a:pt x="232" y="424"/>
                      </a:lnTo>
                      <a:lnTo>
                        <a:pt x="232" y="426"/>
                      </a:lnTo>
                      <a:lnTo>
                        <a:pt x="232" y="426"/>
                      </a:lnTo>
                      <a:lnTo>
                        <a:pt x="236" y="426"/>
                      </a:lnTo>
                      <a:lnTo>
                        <a:pt x="236" y="430"/>
                      </a:lnTo>
                      <a:lnTo>
                        <a:pt x="236" y="430"/>
                      </a:lnTo>
                      <a:lnTo>
                        <a:pt x="238" y="430"/>
                      </a:lnTo>
                      <a:lnTo>
                        <a:pt x="238" y="430"/>
                      </a:lnTo>
                      <a:lnTo>
                        <a:pt x="240" y="430"/>
                      </a:lnTo>
                      <a:lnTo>
                        <a:pt x="240" y="428"/>
                      </a:lnTo>
                      <a:lnTo>
                        <a:pt x="240" y="426"/>
                      </a:lnTo>
                      <a:lnTo>
                        <a:pt x="240" y="426"/>
                      </a:lnTo>
                      <a:lnTo>
                        <a:pt x="242" y="428"/>
                      </a:lnTo>
                      <a:lnTo>
                        <a:pt x="242" y="428"/>
                      </a:lnTo>
                      <a:lnTo>
                        <a:pt x="242" y="428"/>
                      </a:lnTo>
                      <a:lnTo>
                        <a:pt x="248" y="426"/>
                      </a:lnTo>
                      <a:lnTo>
                        <a:pt x="248" y="426"/>
                      </a:lnTo>
                      <a:lnTo>
                        <a:pt x="252" y="420"/>
                      </a:lnTo>
                      <a:lnTo>
                        <a:pt x="252" y="420"/>
                      </a:lnTo>
                      <a:lnTo>
                        <a:pt x="254" y="420"/>
                      </a:lnTo>
                      <a:lnTo>
                        <a:pt x="254" y="420"/>
                      </a:lnTo>
                      <a:lnTo>
                        <a:pt x="252" y="426"/>
                      </a:lnTo>
                      <a:lnTo>
                        <a:pt x="252" y="426"/>
                      </a:lnTo>
                      <a:lnTo>
                        <a:pt x="254" y="426"/>
                      </a:lnTo>
                      <a:lnTo>
                        <a:pt x="254" y="428"/>
                      </a:lnTo>
                      <a:lnTo>
                        <a:pt x="254" y="428"/>
                      </a:lnTo>
                      <a:lnTo>
                        <a:pt x="252" y="428"/>
                      </a:lnTo>
                      <a:lnTo>
                        <a:pt x="252" y="428"/>
                      </a:lnTo>
                      <a:lnTo>
                        <a:pt x="256" y="428"/>
                      </a:lnTo>
                      <a:lnTo>
                        <a:pt x="256" y="428"/>
                      </a:lnTo>
                      <a:lnTo>
                        <a:pt x="258" y="428"/>
                      </a:lnTo>
                      <a:lnTo>
                        <a:pt x="258" y="428"/>
                      </a:lnTo>
                      <a:lnTo>
                        <a:pt x="256" y="432"/>
                      </a:lnTo>
                      <a:lnTo>
                        <a:pt x="256" y="432"/>
                      </a:lnTo>
                      <a:lnTo>
                        <a:pt x="258" y="432"/>
                      </a:lnTo>
                      <a:lnTo>
                        <a:pt x="258" y="432"/>
                      </a:lnTo>
                      <a:lnTo>
                        <a:pt x="260" y="432"/>
                      </a:lnTo>
                      <a:lnTo>
                        <a:pt x="260" y="432"/>
                      </a:lnTo>
                      <a:lnTo>
                        <a:pt x="262" y="428"/>
                      </a:lnTo>
                      <a:lnTo>
                        <a:pt x="262" y="428"/>
                      </a:lnTo>
                      <a:lnTo>
                        <a:pt x="262" y="428"/>
                      </a:lnTo>
                      <a:lnTo>
                        <a:pt x="264" y="430"/>
                      </a:lnTo>
                      <a:lnTo>
                        <a:pt x="264" y="430"/>
                      </a:lnTo>
                      <a:lnTo>
                        <a:pt x="264" y="430"/>
                      </a:lnTo>
                      <a:lnTo>
                        <a:pt x="266" y="428"/>
                      </a:lnTo>
                      <a:lnTo>
                        <a:pt x="266" y="428"/>
                      </a:lnTo>
                      <a:lnTo>
                        <a:pt x="266" y="432"/>
                      </a:lnTo>
                      <a:lnTo>
                        <a:pt x="266" y="432"/>
                      </a:lnTo>
                      <a:lnTo>
                        <a:pt x="264" y="434"/>
                      </a:lnTo>
                      <a:lnTo>
                        <a:pt x="264" y="434"/>
                      </a:lnTo>
                      <a:lnTo>
                        <a:pt x="264" y="436"/>
                      </a:lnTo>
                      <a:lnTo>
                        <a:pt x="264" y="436"/>
                      </a:lnTo>
                      <a:lnTo>
                        <a:pt x="268" y="432"/>
                      </a:lnTo>
                      <a:lnTo>
                        <a:pt x="268" y="432"/>
                      </a:lnTo>
                      <a:lnTo>
                        <a:pt x="268" y="436"/>
                      </a:lnTo>
                      <a:lnTo>
                        <a:pt x="268" y="438"/>
                      </a:lnTo>
                      <a:lnTo>
                        <a:pt x="268" y="438"/>
                      </a:lnTo>
                      <a:lnTo>
                        <a:pt x="268" y="438"/>
                      </a:lnTo>
                      <a:lnTo>
                        <a:pt x="270" y="438"/>
                      </a:lnTo>
                      <a:lnTo>
                        <a:pt x="270" y="438"/>
                      </a:lnTo>
                      <a:lnTo>
                        <a:pt x="272" y="434"/>
                      </a:lnTo>
                      <a:lnTo>
                        <a:pt x="272" y="434"/>
                      </a:lnTo>
                      <a:lnTo>
                        <a:pt x="272" y="434"/>
                      </a:lnTo>
                      <a:lnTo>
                        <a:pt x="274" y="436"/>
                      </a:lnTo>
                      <a:lnTo>
                        <a:pt x="274" y="436"/>
                      </a:lnTo>
                      <a:lnTo>
                        <a:pt x="272" y="436"/>
                      </a:lnTo>
                      <a:lnTo>
                        <a:pt x="272" y="436"/>
                      </a:lnTo>
                      <a:lnTo>
                        <a:pt x="272" y="440"/>
                      </a:lnTo>
                      <a:lnTo>
                        <a:pt x="272" y="440"/>
                      </a:lnTo>
                      <a:lnTo>
                        <a:pt x="278" y="442"/>
                      </a:lnTo>
                      <a:lnTo>
                        <a:pt x="278" y="442"/>
                      </a:lnTo>
                      <a:lnTo>
                        <a:pt x="280" y="440"/>
                      </a:lnTo>
                      <a:lnTo>
                        <a:pt x="280" y="440"/>
                      </a:lnTo>
                      <a:lnTo>
                        <a:pt x="282" y="440"/>
                      </a:lnTo>
                      <a:lnTo>
                        <a:pt x="282" y="440"/>
                      </a:lnTo>
                      <a:lnTo>
                        <a:pt x="280" y="440"/>
                      </a:lnTo>
                      <a:lnTo>
                        <a:pt x="280" y="440"/>
                      </a:lnTo>
                      <a:lnTo>
                        <a:pt x="284" y="438"/>
                      </a:lnTo>
                      <a:lnTo>
                        <a:pt x="284" y="438"/>
                      </a:lnTo>
                      <a:lnTo>
                        <a:pt x="282" y="436"/>
                      </a:lnTo>
                      <a:lnTo>
                        <a:pt x="282" y="436"/>
                      </a:lnTo>
                      <a:lnTo>
                        <a:pt x="280" y="436"/>
                      </a:lnTo>
                      <a:lnTo>
                        <a:pt x="280" y="434"/>
                      </a:lnTo>
                      <a:lnTo>
                        <a:pt x="280" y="434"/>
                      </a:lnTo>
                      <a:lnTo>
                        <a:pt x="280" y="434"/>
                      </a:lnTo>
                      <a:lnTo>
                        <a:pt x="282" y="432"/>
                      </a:lnTo>
                      <a:lnTo>
                        <a:pt x="280" y="430"/>
                      </a:lnTo>
                      <a:lnTo>
                        <a:pt x="280" y="430"/>
                      </a:lnTo>
                      <a:lnTo>
                        <a:pt x="280" y="430"/>
                      </a:lnTo>
                      <a:lnTo>
                        <a:pt x="276" y="430"/>
                      </a:lnTo>
                      <a:lnTo>
                        <a:pt x="276" y="428"/>
                      </a:lnTo>
                      <a:lnTo>
                        <a:pt x="276" y="428"/>
                      </a:lnTo>
                      <a:lnTo>
                        <a:pt x="280" y="428"/>
                      </a:lnTo>
                      <a:lnTo>
                        <a:pt x="280" y="428"/>
                      </a:lnTo>
                      <a:lnTo>
                        <a:pt x="282" y="426"/>
                      </a:lnTo>
                      <a:lnTo>
                        <a:pt x="280" y="426"/>
                      </a:lnTo>
                      <a:lnTo>
                        <a:pt x="282" y="426"/>
                      </a:lnTo>
                      <a:lnTo>
                        <a:pt x="282" y="426"/>
                      </a:lnTo>
                      <a:lnTo>
                        <a:pt x="282" y="422"/>
                      </a:lnTo>
                      <a:lnTo>
                        <a:pt x="282" y="420"/>
                      </a:lnTo>
                      <a:lnTo>
                        <a:pt x="286" y="418"/>
                      </a:lnTo>
                      <a:lnTo>
                        <a:pt x="286" y="418"/>
                      </a:lnTo>
                      <a:lnTo>
                        <a:pt x="286" y="416"/>
                      </a:lnTo>
                      <a:lnTo>
                        <a:pt x="284" y="414"/>
                      </a:lnTo>
                      <a:lnTo>
                        <a:pt x="284" y="414"/>
                      </a:lnTo>
                      <a:lnTo>
                        <a:pt x="288" y="412"/>
                      </a:lnTo>
                      <a:lnTo>
                        <a:pt x="288" y="412"/>
                      </a:lnTo>
                      <a:lnTo>
                        <a:pt x="290" y="408"/>
                      </a:lnTo>
                      <a:lnTo>
                        <a:pt x="290" y="408"/>
                      </a:lnTo>
                      <a:lnTo>
                        <a:pt x="288" y="406"/>
                      </a:lnTo>
                      <a:lnTo>
                        <a:pt x="288" y="406"/>
                      </a:lnTo>
                      <a:lnTo>
                        <a:pt x="288" y="406"/>
                      </a:lnTo>
                      <a:lnTo>
                        <a:pt x="288" y="400"/>
                      </a:lnTo>
                      <a:lnTo>
                        <a:pt x="288" y="400"/>
                      </a:lnTo>
                      <a:lnTo>
                        <a:pt x="290" y="400"/>
                      </a:lnTo>
                      <a:lnTo>
                        <a:pt x="290" y="400"/>
                      </a:lnTo>
                      <a:lnTo>
                        <a:pt x="290" y="402"/>
                      </a:lnTo>
                      <a:lnTo>
                        <a:pt x="292" y="402"/>
                      </a:lnTo>
                      <a:lnTo>
                        <a:pt x="292" y="402"/>
                      </a:lnTo>
                      <a:lnTo>
                        <a:pt x="292" y="400"/>
                      </a:lnTo>
                      <a:lnTo>
                        <a:pt x="292" y="398"/>
                      </a:lnTo>
                      <a:lnTo>
                        <a:pt x="292" y="398"/>
                      </a:lnTo>
                      <a:lnTo>
                        <a:pt x="292" y="396"/>
                      </a:lnTo>
                      <a:lnTo>
                        <a:pt x="292" y="396"/>
                      </a:lnTo>
                      <a:lnTo>
                        <a:pt x="290" y="396"/>
                      </a:lnTo>
                      <a:lnTo>
                        <a:pt x="290" y="396"/>
                      </a:lnTo>
                      <a:lnTo>
                        <a:pt x="290" y="394"/>
                      </a:lnTo>
                      <a:lnTo>
                        <a:pt x="290" y="394"/>
                      </a:lnTo>
                      <a:lnTo>
                        <a:pt x="292" y="394"/>
                      </a:lnTo>
                      <a:lnTo>
                        <a:pt x="292" y="392"/>
                      </a:lnTo>
                      <a:lnTo>
                        <a:pt x="292" y="392"/>
                      </a:lnTo>
                      <a:lnTo>
                        <a:pt x="298" y="394"/>
                      </a:lnTo>
                      <a:lnTo>
                        <a:pt x="298" y="394"/>
                      </a:lnTo>
                      <a:lnTo>
                        <a:pt x="296" y="390"/>
                      </a:lnTo>
                      <a:lnTo>
                        <a:pt x="298" y="390"/>
                      </a:lnTo>
                      <a:lnTo>
                        <a:pt x="298" y="390"/>
                      </a:lnTo>
                      <a:lnTo>
                        <a:pt x="298" y="386"/>
                      </a:lnTo>
                      <a:lnTo>
                        <a:pt x="296" y="382"/>
                      </a:lnTo>
                      <a:lnTo>
                        <a:pt x="296" y="382"/>
                      </a:lnTo>
                      <a:lnTo>
                        <a:pt x="298" y="382"/>
                      </a:lnTo>
                      <a:lnTo>
                        <a:pt x="298" y="382"/>
                      </a:lnTo>
                      <a:lnTo>
                        <a:pt x="300" y="386"/>
                      </a:lnTo>
                      <a:lnTo>
                        <a:pt x="300" y="386"/>
                      </a:lnTo>
                      <a:lnTo>
                        <a:pt x="302" y="386"/>
                      </a:lnTo>
                      <a:lnTo>
                        <a:pt x="302" y="384"/>
                      </a:lnTo>
                      <a:lnTo>
                        <a:pt x="302" y="382"/>
                      </a:lnTo>
                      <a:lnTo>
                        <a:pt x="302" y="382"/>
                      </a:lnTo>
                      <a:lnTo>
                        <a:pt x="302" y="378"/>
                      </a:lnTo>
                      <a:lnTo>
                        <a:pt x="304" y="374"/>
                      </a:lnTo>
                      <a:lnTo>
                        <a:pt x="304" y="374"/>
                      </a:lnTo>
                      <a:lnTo>
                        <a:pt x="296" y="372"/>
                      </a:lnTo>
                      <a:lnTo>
                        <a:pt x="296" y="370"/>
                      </a:lnTo>
                      <a:lnTo>
                        <a:pt x="296" y="370"/>
                      </a:lnTo>
                      <a:lnTo>
                        <a:pt x="300" y="372"/>
                      </a:lnTo>
                      <a:lnTo>
                        <a:pt x="300" y="372"/>
                      </a:lnTo>
                      <a:lnTo>
                        <a:pt x="306" y="372"/>
                      </a:lnTo>
                      <a:lnTo>
                        <a:pt x="306" y="372"/>
                      </a:lnTo>
                      <a:lnTo>
                        <a:pt x="306" y="364"/>
                      </a:lnTo>
                      <a:lnTo>
                        <a:pt x="304" y="360"/>
                      </a:lnTo>
                      <a:lnTo>
                        <a:pt x="302" y="358"/>
                      </a:lnTo>
                      <a:lnTo>
                        <a:pt x="302" y="356"/>
                      </a:lnTo>
                      <a:lnTo>
                        <a:pt x="302" y="356"/>
                      </a:lnTo>
                      <a:lnTo>
                        <a:pt x="304" y="356"/>
                      </a:lnTo>
                      <a:lnTo>
                        <a:pt x="304" y="356"/>
                      </a:lnTo>
                      <a:lnTo>
                        <a:pt x="304" y="356"/>
                      </a:lnTo>
                      <a:lnTo>
                        <a:pt x="306" y="356"/>
                      </a:lnTo>
                      <a:lnTo>
                        <a:pt x="306" y="356"/>
                      </a:lnTo>
                      <a:lnTo>
                        <a:pt x="308" y="356"/>
                      </a:lnTo>
                      <a:lnTo>
                        <a:pt x="308" y="356"/>
                      </a:lnTo>
                      <a:lnTo>
                        <a:pt x="310" y="354"/>
                      </a:lnTo>
                      <a:lnTo>
                        <a:pt x="310" y="354"/>
                      </a:lnTo>
                      <a:lnTo>
                        <a:pt x="310" y="350"/>
                      </a:lnTo>
                      <a:lnTo>
                        <a:pt x="310" y="350"/>
                      </a:lnTo>
                      <a:lnTo>
                        <a:pt x="310" y="350"/>
                      </a:lnTo>
                      <a:lnTo>
                        <a:pt x="314" y="350"/>
                      </a:lnTo>
                      <a:lnTo>
                        <a:pt x="316" y="350"/>
                      </a:lnTo>
                      <a:lnTo>
                        <a:pt x="316" y="350"/>
                      </a:lnTo>
                      <a:lnTo>
                        <a:pt x="318" y="350"/>
                      </a:lnTo>
                      <a:lnTo>
                        <a:pt x="318" y="350"/>
                      </a:lnTo>
                      <a:lnTo>
                        <a:pt x="316" y="350"/>
                      </a:lnTo>
                      <a:lnTo>
                        <a:pt x="318" y="348"/>
                      </a:lnTo>
                      <a:lnTo>
                        <a:pt x="318" y="348"/>
                      </a:lnTo>
                      <a:lnTo>
                        <a:pt x="322" y="348"/>
                      </a:lnTo>
                      <a:lnTo>
                        <a:pt x="326" y="350"/>
                      </a:lnTo>
                      <a:lnTo>
                        <a:pt x="326" y="350"/>
                      </a:lnTo>
                      <a:lnTo>
                        <a:pt x="328" y="348"/>
                      </a:lnTo>
                      <a:lnTo>
                        <a:pt x="330" y="346"/>
                      </a:lnTo>
                      <a:lnTo>
                        <a:pt x="330" y="346"/>
                      </a:lnTo>
                      <a:lnTo>
                        <a:pt x="334" y="344"/>
                      </a:lnTo>
                      <a:lnTo>
                        <a:pt x="334" y="344"/>
                      </a:lnTo>
                      <a:lnTo>
                        <a:pt x="336" y="350"/>
                      </a:lnTo>
                      <a:lnTo>
                        <a:pt x="336" y="352"/>
                      </a:lnTo>
                      <a:lnTo>
                        <a:pt x="336" y="352"/>
                      </a:lnTo>
                      <a:lnTo>
                        <a:pt x="338" y="352"/>
                      </a:lnTo>
                      <a:lnTo>
                        <a:pt x="336" y="350"/>
                      </a:lnTo>
                      <a:lnTo>
                        <a:pt x="336" y="350"/>
                      </a:lnTo>
                      <a:lnTo>
                        <a:pt x="338" y="350"/>
                      </a:lnTo>
                      <a:lnTo>
                        <a:pt x="338" y="350"/>
                      </a:lnTo>
                      <a:lnTo>
                        <a:pt x="338" y="350"/>
                      </a:lnTo>
                      <a:lnTo>
                        <a:pt x="340" y="348"/>
                      </a:lnTo>
                      <a:lnTo>
                        <a:pt x="340" y="348"/>
                      </a:lnTo>
                      <a:lnTo>
                        <a:pt x="342" y="344"/>
                      </a:lnTo>
                      <a:lnTo>
                        <a:pt x="342" y="344"/>
                      </a:lnTo>
                      <a:lnTo>
                        <a:pt x="346" y="344"/>
                      </a:lnTo>
                      <a:lnTo>
                        <a:pt x="346" y="344"/>
                      </a:lnTo>
                      <a:lnTo>
                        <a:pt x="346" y="344"/>
                      </a:lnTo>
                      <a:lnTo>
                        <a:pt x="348" y="346"/>
                      </a:lnTo>
                      <a:lnTo>
                        <a:pt x="348" y="346"/>
                      </a:lnTo>
                      <a:lnTo>
                        <a:pt x="348" y="346"/>
                      </a:lnTo>
                      <a:lnTo>
                        <a:pt x="348" y="346"/>
                      </a:lnTo>
                      <a:lnTo>
                        <a:pt x="350" y="344"/>
                      </a:lnTo>
                      <a:lnTo>
                        <a:pt x="350" y="344"/>
                      </a:lnTo>
                      <a:lnTo>
                        <a:pt x="350" y="340"/>
                      </a:lnTo>
                      <a:lnTo>
                        <a:pt x="350" y="340"/>
                      </a:lnTo>
                      <a:lnTo>
                        <a:pt x="354" y="338"/>
                      </a:lnTo>
                      <a:lnTo>
                        <a:pt x="354" y="338"/>
                      </a:lnTo>
                      <a:lnTo>
                        <a:pt x="356" y="336"/>
                      </a:lnTo>
                      <a:lnTo>
                        <a:pt x="356" y="332"/>
                      </a:lnTo>
                      <a:lnTo>
                        <a:pt x="356" y="332"/>
                      </a:lnTo>
                      <a:lnTo>
                        <a:pt x="360" y="332"/>
                      </a:lnTo>
                      <a:lnTo>
                        <a:pt x="360" y="332"/>
                      </a:lnTo>
                      <a:lnTo>
                        <a:pt x="364" y="328"/>
                      </a:lnTo>
                      <a:lnTo>
                        <a:pt x="364" y="328"/>
                      </a:lnTo>
                      <a:lnTo>
                        <a:pt x="370" y="326"/>
                      </a:lnTo>
                      <a:lnTo>
                        <a:pt x="370" y="326"/>
                      </a:lnTo>
                      <a:lnTo>
                        <a:pt x="374" y="322"/>
                      </a:lnTo>
                      <a:lnTo>
                        <a:pt x="374" y="318"/>
                      </a:lnTo>
                      <a:lnTo>
                        <a:pt x="378" y="316"/>
                      </a:lnTo>
                      <a:lnTo>
                        <a:pt x="378" y="316"/>
                      </a:lnTo>
                      <a:lnTo>
                        <a:pt x="378" y="316"/>
                      </a:lnTo>
                      <a:lnTo>
                        <a:pt x="380" y="318"/>
                      </a:lnTo>
                      <a:lnTo>
                        <a:pt x="382" y="316"/>
                      </a:lnTo>
                      <a:lnTo>
                        <a:pt x="382" y="314"/>
                      </a:lnTo>
                      <a:lnTo>
                        <a:pt x="382" y="314"/>
                      </a:lnTo>
                      <a:lnTo>
                        <a:pt x="382" y="310"/>
                      </a:lnTo>
                      <a:lnTo>
                        <a:pt x="382" y="310"/>
                      </a:lnTo>
                      <a:lnTo>
                        <a:pt x="380" y="308"/>
                      </a:lnTo>
                      <a:lnTo>
                        <a:pt x="380" y="308"/>
                      </a:lnTo>
                      <a:lnTo>
                        <a:pt x="378" y="304"/>
                      </a:lnTo>
                      <a:lnTo>
                        <a:pt x="378" y="298"/>
                      </a:lnTo>
                      <a:lnTo>
                        <a:pt x="378" y="298"/>
                      </a:lnTo>
                      <a:lnTo>
                        <a:pt x="380" y="304"/>
                      </a:lnTo>
                      <a:lnTo>
                        <a:pt x="384" y="306"/>
                      </a:lnTo>
                      <a:lnTo>
                        <a:pt x="390" y="308"/>
                      </a:lnTo>
                      <a:lnTo>
                        <a:pt x="396" y="308"/>
                      </a:lnTo>
                      <a:lnTo>
                        <a:pt x="396" y="306"/>
                      </a:lnTo>
                      <a:lnTo>
                        <a:pt x="396" y="306"/>
                      </a:lnTo>
                      <a:lnTo>
                        <a:pt x="400" y="306"/>
                      </a:lnTo>
                      <a:lnTo>
                        <a:pt x="400" y="306"/>
                      </a:lnTo>
                      <a:lnTo>
                        <a:pt x="400" y="304"/>
                      </a:lnTo>
                      <a:lnTo>
                        <a:pt x="400" y="302"/>
                      </a:lnTo>
                      <a:lnTo>
                        <a:pt x="400" y="302"/>
                      </a:lnTo>
                      <a:lnTo>
                        <a:pt x="402" y="302"/>
                      </a:lnTo>
                      <a:lnTo>
                        <a:pt x="402" y="302"/>
                      </a:lnTo>
                      <a:lnTo>
                        <a:pt x="402" y="306"/>
                      </a:lnTo>
                      <a:lnTo>
                        <a:pt x="402" y="306"/>
                      </a:lnTo>
                      <a:lnTo>
                        <a:pt x="406" y="304"/>
                      </a:lnTo>
                      <a:lnTo>
                        <a:pt x="406" y="304"/>
                      </a:lnTo>
                      <a:lnTo>
                        <a:pt x="408" y="304"/>
                      </a:lnTo>
                      <a:lnTo>
                        <a:pt x="408" y="304"/>
                      </a:lnTo>
                      <a:lnTo>
                        <a:pt x="410" y="302"/>
                      </a:lnTo>
                      <a:lnTo>
                        <a:pt x="410" y="302"/>
                      </a:lnTo>
                      <a:lnTo>
                        <a:pt x="412" y="302"/>
                      </a:lnTo>
                      <a:lnTo>
                        <a:pt x="412" y="302"/>
                      </a:lnTo>
                      <a:lnTo>
                        <a:pt x="412" y="304"/>
                      </a:lnTo>
                      <a:lnTo>
                        <a:pt x="412" y="304"/>
                      </a:lnTo>
                      <a:lnTo>
                        <a:pt x="416" y="302"/>
                      </a:lnTo>
                      <a:lnTo>
                        <a:pt x="420" y="302"/>
                      </a:lnTo>
                      <a:lnTo>
                        <a:pt x="420" y="300"/>
                      </a:lnTo>
                      <a:lnTo>
                        <a:pt x="420" y="300"/>
                      </a:lnTo>
                      <a:lnTo>
                        <a:pt x="422" y="300"/>
                      </a:lnTo>
                      <a:lnTo>
                        <a:pt x="424" y="302"/>
                      </a:lnTo>
                      <a:lnTo>
                        <a:pt x="424" y="302"/>
                      </a:lnTo>
                      <a:lnTo>
                        <a:pt x="428" y="298"/>
                      </a:lnTo>
                      <a:lnTo>
                        <a:pt x="428" y="298"/>
                      </a:lnTo>
                      <a:lnTo>
                        <a:pt x="430" y="298"/>
                      </a:lnTo>
                      <a:lnTo>
                        <a:pt x="430" y="298"/>
                      </a:lnTo>
                      <a:lnTo>
                        <a:pt x="438" y="296"/>
                      </a:lnTo>
                      <a:lnTo>
                        <a:pt x="438" y="290"/>
                      </a:lnTo>
                      <a:lnTo>
                        <a:pt x="438" y="290"/>
                      </a:lnTo>
                      <a:lnTo>
                        <a:pt x="440" y="290"/>
                      </a:lnTo>
                      <a:lnTo>
                        <a:pt x="442" y="292"/>
                      </a:lnTo>
                      <a:lnTo>
                        <a:pt x="442" y="292"/>
                      </a:lnTo>
                      <a:lnTo>
                        <a:pt x="444" y="292"/>
                      </a:lnTo>
                      <a:lnTo>
                        <a:pt x="444" y="292"/>
                      </a:lnTo>
                      <a:lnTo>
                        <a:pt x="448" y="286"/>
                      </a:lnTo>
                      <a:lnTo>
                        <a:pt x="448" y="286"/>
                      </a:lnTo>
                      <a:lnTo>
                        <a:pt x="452" y="286"/>
                      </a:lnTo>
                      <a:lnTo>
                        <a:pt x="452" y="286"/>
                      </a:lnTo>
                      <a:lnTo>
                        <a:pt x="452" y="288"/>
                      </a:lnTo>
                      <a:lnTo>
                        <a:pt x="452" y="288"/>
                      </a:lnTo>
                      <a:lnTo>
                        <a:pt x="454" y="286"/>
                      </a:lnTo>
                      <a:lnTo>
                        <a:pt x="454" y="286"/>
                      </a:lnTo>
                      <a:lnTo>
                        <a:pt x="456" y="286"/>
                      </a:lnTo>
                      <a:lnTo>
                        <a:pt x="456" y="286"/>
                      </a:lnTo>
                      <a:lnTo>
                        <a:pt x="458" y="284"/>
                      </a:lnTo>
                      <a:lnTo>
                        <a:pt x="458" y="284"/>
                      </a:lnTo>
                      <a:lnTo>
                        <a:pt x="460" y="284"/>
                      </a:lnTo>
                      <a:lnTo>
                        <a:pt x="462" y="284"/>
                      </a:lnTo>
                      <a:lnTo>
                        <a:pt x="462" y="284"/>
                      </a:lnTo>
                      <a:lnTo>
                        <a:pt x="466" y="282"/>
                      </a:lnTo>
                      <a:lnTo>
                        <a:pt x="466" y="282"/>
                      </a:lnTo>
                      <a:lnTo>
                        <a:pt x="470" y="282"/>
                      </a:lnTo>
                      <a:lnTo>
                        <a:pt x="470" y="282"/>
                      </a:lnTo>
                      <a:lnTo>
                        <a:pt x="470" y="278"/>
                      </a:lnTo>
                      <a:lnTo>
                        <a:pt x="474" y="278"/>
                      </a:lnTo>
                      <a:lnTo>
                        <a:pt x="474" y="278"/>
                      </a:lnTo>
                      <a:lnTo>
                        <a:pt x="474" y="274"/>
                      </a:lnTo>
                      <a:lnTo>
                        <a:pt x="474" y="274"/>
                      </a:lnTo>
                      <a:lnTo>
                        <a:pt x="476" y="270"/>
                      </a:lnTo>
                      <a:lnTo>
                        <a:pt x="476" y="270"/>
                      </a:lnTo>
                      <a:lnTo>
                        <a:pt x="480" y="270"/>
                      </a:lnTo>
                      <a:lnTo>
                        <a:pt x="480" y="270"/>
                      </a:lnTo>
                      <a:lnTo>
                        <a:pt x="482" y="268"/>
                      </a:lnTo>
                      <a:lnTo>
                        <a:pt x="482" y="268"/>
                      </a:lnTo>
                      <a:lnTo>
                        <a:pt x="482" y="268"/>
                      </a:lnTo>
                      <a:lnTo>
                        <a:pt x="474" y="268"/>
                      </a:lnTo>
                      <a:lnTo>
                        <a:pt x="466" y="266"/>
                      </a:lnTo>
                      <a:lnTo>
                        <a:pt x="466" y="266"/>
                      </a:lnTo>
                      <a:lnTo>
                        <a:pt x="462" y="264"/>
                      </a:lnTo>
                      <a:lnTo>
                        <a:pt x="462" y="264"/>
                      </a:lnTo>
                      <a:lnTo>
                        <a:pt x="460" y="264"/>
                      </a:lnTo>
                      <a:lnTo>
                        <a:pt x="458" y="264"/>
                      </a:lnTo>
                      <a:lnTo>
                        <a:pt x="458" y="262"/>
                      </a:lnTo>
                      <a:lnTo>
                        <a:pt x="458" y="262"/>
                      </a:lnTo>
                      <a:lnTo>
                        <a:pt x="454" y="264"/>
                      </a:lnTo>
                      <a:lnTo>
                        <a:pt x="450" y="266"/>
                      </a:lnTo>
                      <a:lnTo>
                        <a:pt x="450" y="266"/>
                      </a:lnTo>
                      <a:lnTo>
                        <a:pt x="438" y="266"/>
                      </a:lnTo>
                      <a:lnTo>
                        <a:pt x="438" y="266"/>
                      </a:lnTo>
                      <a:lnTo>
                        <a:pt x="440" y="264"/>
                      </a:lnTo>
                      <a:lnTo>
                        <a:pt x="442" y="262"/>
                      </a:lnTo>
                      <a:lnTo>
                        <a:pt x="436" y="260"/>
                      </a:lnTo>
                      <a:lnTo>
                        <a:pt x="422" y="262"/>
                      </a:lnTo>
                      <a:lnTo>
                        <a:pt x="422" y="262"/>
                      </a:lnTo>
                      <a:lnTo>
                        <a:pt x="420" y="258"/>
                      </a:lnTo>
                      <a:lnTo>
                        <a:pt x="420" y="258"/>
                      </a:lnTo>
                      <a:lnTo>
                        <a:pt x="420" y="258"/>
                      </a:lnTo>
                      <a:lnTo>
                        <a:pt x="420" y="256"/>
                      </a:lnTo>
                      <a:lnTo>
                        <a:pt x="420" y="256"/>
                      </a:lnTo>
                      <a:lnTo>
                        <a:pt x="422" y="256"/>
                      </a:lnTo>
                      <a:lnTo>
                        <a:pt x="422" y="256"/>
                      </a:lnTo>
                      <a:lnTo>
                        <a:pt x="422" y="256"/>
                      </a:lnTo>
                      <a:lnTo>
                        <a:pt x="422" y="262"/>
                      </a:lnTo>
                      <a:lnTo>
                        <a:pt x="422" y="262"/>
                      </a:lnTo>
                      <a:lnTo>
                        <a:pt x="432" y="260"/>
                      </a:lnTo>
                      <a:lnTo>
                        <a:pt x="442" y="258"/>
                      </a:lnTo>
                      <a:lnTo>
                        <a:pt x="442" y="258"/>
                      </a:lnTo>
                      <a:lnTo>
                        <a:pt x="444" y="260"/>
                      </a:lnTo>
                      <a:lnTo>
                        <a:pt x="448" y="260"/>
                      </a:lnTo>
                      <a:lnTo>
                        <a:pt x="448" y="260"/>
                      </a:lnTo>
                      <a:lnTo>
                        <a:pt x="450" y="258"/>
                      </a:lnTo>
                      <a:lnTo>
                        <a:pt x="450" y="258"/>
                      </a:lnTo>
                      <a:lnTo>
                        <a:pt x="448" y="254"/>
                      </a:lnTo>
                      <a:lnTo>
                        <a:pt x="448" y="254"/>
                      </a:lnTo>
                      <a:lnTo>
                        <a:pt x="440" y="254"/>
                      </a:lnTo>
                      <a:lnTo>
                        <a:pt x="430" y="254"/>
                      </a:lnTo>
                      <a:lnTo>
                        <a:pt x="430" y="254"/>
                      </a:lnTo>
                      <a:lnTo>
                        <a:pt x="426" y="256"/>
                      </a:lnTo>
                      <a:lnTo>
                        <a:pt x="422" y="256"/>
                      </a:lnTo>
                      <a:lnTo>
                        <a:pt x="424" y="254"/>
                      </a:lnTo>
                      <a:lnTo>
                        <a:pt x="424" y="254"/>
                      </a:lnTo>
                      <a:lnTo>
                        <a:pt x="426" y="252"/>
                      </a:lnTo>
                      <a:lnTo>
                        <a:pt x="426" y="250"/>
                      </a:lnTo>
                      <a:lnTo>
                        <a:pt x="426" y="250"/>
                      </a:lnTo>
                      <a:lnTo>
                        <a:pt x="428" y="252"/>
                      </a:lnTo>
                      <a:lnTo>
                        <a:pt x="428" y="252"/>
                      </a:lnTo>
                      <a:lnTo>
                        <a:pt x="428" y="252"/>
                      </a:lnTo>
                      <a:lnTo>
                        <a:pt x="442" y="254"/>
                      </a:lnTo>
                      <a:lnTo>
                        <a:pt x="442" y="254"/>
                      </a:lnTo>
                      <a:lnTo>
                        <a:pt x="444" y="250"/>
                      </a:lnTo>
                      <a:lnTo>
                        <a:pt x="444" y="250"/>
                      </a:lnTo>
                      <a:lnTo>
                        <a:pt x="450" y="250"/>
                      </a:lnTo>
                      <a:lnTo>
                        <a:pt x="450" y="250"/>
                      </a:lnTo>
                      <a:lnTo>
                        <a:pt x="450" y="250"/>
                      </a:lnTo>
                      <a:lnTo>
                        <a:pt x="450" y="248"/>
                      </a:lnTo>
                      <a:lnTo>
                        <a:pt x="450" y="246"/>
                      </a:lnTo>
                      <a:lnTo>
                        <a:pt x="450" y="246"/>
                      </a:lnTo>
                      <a:lnTo>
                        <a:pt x="442" y="244"/>
                      </a:lnTo>
                      <a:lnTo>
                        <a:pt x="442" y="242"/>
                      </a:lnTo>
                      <a:lnTo>
                        <a:pt x="442" y="242"/>
                      </a:lnTo>
                      <a:lnTo>
                        <a:pt x="432" y="244"/>
                      </a:lnTo>
                      <a:lnTo>
                        <a:pt x="422" y="244"/>
                      </a:lnTo>
                      <a:lnTo>
                        <a:pt x="420" y="244"/>
                      </a:lnTo>
                      <a:lnTo>
                        <a:pt x="420" y="244"/>
                      </a:lnTo>
                      <a:lnTo>
                        <a:pt x="426" y="242"/>
                      </a:lnTo>
                      <a:lnTo>
                        <a:pt x="426" y="242"/>
                      </a:lnTo>
                      <a:lnTo>
                        <a:pt x="426" y="242"/>
                      </a:lnTo>
                      <a:lnTo>
                        <a:pt x="426" y="240"/>
                      </a:lnTo>
                      <a:lnTo>
                        <a:pt x="422" y="238"/>
                      </a:lnTo>
                      <a:lnTo>
                        <a:pt x="422" y="238"/>
                      </a:lnTo>
                      <a:lnTo>
                        <a:pt x="424" y="238"/>
                      </a:lnTo>
                      <a:lnTo>
                        <a:pt x="424" y="236"/>
                      </a:lnTo>
                      <a:lnTo>
                        <a:pt x="424" y="236"/>
                      </a:lnTo>
                      <a:lnTo>
                        <a:pt x="428" y="240"/>
                      </a:lnTo>
                      <a:lnTo>
                        <a:pt x="428" y="240"/>
                      </a:lnTo>
                      <a:lnTo>
                        <a:pt x="434" y="240"/>
                      </a:lnTo>
                      <a:lnTo>
                        <a:pt x="442" y="240"/>
                      </a:lnTo>
                      <a:lnTo>
                        <a:pt x="442" y="242"/>
                      </a:lnTo>
                      <a:lnTo>
                        <a:pt x="442" y="242"/>
                      </a:lnTo>
                      <a:lnTo>
                        <a:pt x="446" y="242"/>
                      </a:lnTo>
                      <a:lnTo>
                        <a:pt x="446" y="242"/>
                      </a:lnTo>
                      <a:lnTo>
                        <a:pt x="450" y="244"/>
                      </a:lnTo>
                      <a:lnTo>
                        <a:pt x="450" y="244"/>
                      </a:lnTo>
                      <a:lnTo>
                        <a:pt x="454" y="246"/>
                      </a:lnTo>
                      <a:lnTo>
                        <a:pt x="458" y="246"/>
                      </a:lnTo>
                      <a:lnTo>
                        <a:pt x="458" y="246"/>
                      </a:lnTo>
                      <a:lnTo>
                        <a:pt x="458" y="250"/>
                      </a:lnTo>
                      <a:lnTo>
                        <a:pt x="458" y="250"/>
                      </a:lnTo>
                      <a:lnTo>
                        <a:pt x="462" y="256"/>
                      </a:lnTo>
                      <a:lnTo>
                        <a:pt x="468" y="262"/>
                      </a:lnTo>
                      <a:lnTo>
                        <a:pt x="468" y="262"/>
                      </a:lnTo>
                      <a:lnTo>
                        <a:pt x="474" y="264"/>
                      </a:lnTo>
                      <a:lnTo>
                        <a:pt x="474" y="264"/>
                      </a:lnTo>
                      <a:lnTo>
                        <a:pt x="474" y="264"/>
                      </a:lnTo>
                      <a:lnTo>
                        <a:pt x="476" y="264"/>
                      </a:lnTo>
                      <a:lnTo>
                        <a:pt x="476" y="262"/>
                      </a:lnTo>
                      <a:lnTo>
                        <a:pt x="476" y="262"/>
                      </a:lnTo>
                      <a:lnTo>
                        <a:pt x="480" y="264"/>
                      </a:lnTo>
                      <a:lnTo>
                        <a:pt x="484" y="266"/>
                      </a:lnTo>
                      <a:lnTo>
                        <a:pt x="486" y="266"/>
                      </a:lnTo>
                      <a:lnTo>
                        <a:pt x="486" y="266"/>
                      </a:lnTo>
                      <a:lnTo>
                        <a:pt x="488" y="264"/>
                      </a:lnTo>
                      <a:lnTo>
                        <a:pt x="488" y="262"/>
                      </a:lnTo>
                      <a:lnTo>
                        <a:pt x="484" y="260"/>
                      </a:lnTo>
                      <a:lnTo>
                        <a:pt x="484" y="260"/>
                      </a:lnTo>
                      <a:lnTo>
                        <a:pt x="486" y="258"/>
                      </a:lnTo>
                      <a:lnTo>
                        <a:pt x="486" y="258"/>
                      </a:lnTo>
                      <a:lnTo>
                        <a:pt x="486" y="258"/>
                      </a:lnTo>
                      <a:lnTo>
                        <a:pt x="486" y="258"/>
                      </a:lnTo>
                      <a:lnTo>
                        <a:pt x="486" y="258"/>
                      </a:lnTo>
                      <a:lnTo>
                        <a:pt x="486" y="256"/>
                      </a:lnTo>
                      <a:lnTo>
                        <a:pt x="486" y="252"/>
                      </a:lnTo>
                      <a:lnTo>
                        <a:pt x="484" y="248"/>
                      </a:lnTo>
                      <a:lnTo>
                        <a:pt x="482" y="248"/>
                      </a:lnTo>
                      <a:lnTo>
                        <a:pt x="482" y="248"/>
                      </a:lnTo>
                      <a:lnTo>
                        <a:pt x="482" y="244"/>
                      </a:lnTo>
                      <a:lnTo>
                        <a:pt x="482" y="244"/>
                      </a:lnTo>
                      <a:lnTo>
                        <a:pt x="480" y="244"/>
                      </a:lnTo>
                      <a:lnTo>
                        <a:pt x="480" y="244"/>
                      </a:lnTo>
                      <a:lnTo>
                        <a:pt x="480" y="246"/>
                      </a:lnTo>
                      <a:lnTo>
                        <a:pt x="478" y="246"/>
                      </a:lnTo>
                      <a:lnTo>
                        <a:pt x="478" y="246"/>
                      </a:lnTo>
                      <a:lnTo>
                        <a:pt x="478" y="242"/>
                      </a:lnTo>
                      <a:lnTo>
                        <a:pt x="478" y="242"/>
                      </a:lnTo>
                      <a:lnTo>
                        <a:pt x="480" y="242"/>
                      </a:lnTo>
                      <a:lnTo>
                        <a:pt x="480" y="242"/>
                      </a:lnTo>
                      <a:lnTo>
                        <a:pt x="480" y="242"/>
                      </a:lnTo>
                      <a:lnTo>
                        <a:pt x="476" y="242"/>
                      </a:lnTo>
                      <a:lnTo>
                        <a:pt x="476" y="242"/>
                      </a:lnTo>
                      <a:lnTo>
                        <a:pt x="476" y="240"/>
                      </a:lnTo>
                      <a:lnTo>
                        <a:pt x="476" y="238"/>
                      </a:lnTo>
                      <a:lnTo>
                        <a:pt x="476" y="238"/>
                      </a:lnTo>
                      <a:lnTo>
                        <a:pt x="472" y="236"/>
                      </a:lnTo>
                      <a:lnTo>
                        <a:pt x="472" y="236"/>
                      </a:lnTo>
                      <a:lnTo>
                        <a:pt x="468" y="234"/>
                      </a:lnTo>
                      <a:lnTo>
                        <a:pt x="468" y="234"/>
                      </a:lnTo>
                      <a:lnTo>
                        <a:pt x="466" y="232"/>
                      </a:lnTo>
                      <a:lnTo>
                        <a:pt x="462" y="230"/>
                      </a:lnTo>
                      <a:lnTo>
                        <a:pt x="462" y="230"/>
                      </a:lnTo>
                      <a:lnTo>
                        <a:pt x="456" y="230"/>
                      </a:lnTo>
                      <a:lnTo>
                        <a:pt x="452" y="230"/>
                      </a:lnTo>
                      <a:lnTo>
                        <a:pt x="452" y="230"/>
                      </a:lnTo>
                      <a:lnTo>
                        <a:pt x="452" y="230"/>
                      </a:lnTo>
                      <a:lnTo>
                        <a:pt x="458" y="228"/>
                      </a:lnTo>
                      <a:lnTo>
                        <a:pt x="458" y="228"/>
                      </a:lnTo>
                      <a:lnTo>
                        <a:pt x="456" y="224"/>
                      </a:lnTo>
                      <a:lnTo>
                        <a:pt x="452" y="222"/>
                      </a:lnTo>
                      <a:lnTo>
                        <a:pt x="452" y="222"/>
                      </a:lnTo>
                      <a:lnTo>
                        <a:pt x="452" y="224"/>
                      </a:lnTo>
                      <a:lnTo>
                        <a:pt x="452" y="224"/>
                      </a:lnTo>
                      <a:lnTo>
                        <a:pt x="450" y="226"/>
                      </a:lnTo>
                      <a:lnTo>
                        <a:pt x="450" y="226"/>
                      </a:lnTo>
                      <a:lnTo>
                        <a:pt x="444" y="226"/>
                      </a:lnTo>
                      <a:lnTo>
                        <a:pt x="444" y="226"/>
                      </a:lnTo>
                      <a:lnTo>
                        <a:pt x="444" y="228"/>
                      </a:lnTo>
                      <a:lnTo>
                        <a:pt x="444" y="228"/>
                      </a:lnTo>
                      <a:lnTo>
                        <a:pt x="440" y="228"/>
                      </a:lnTo>
                      <a:lnTo>
                        <a:pt x="440" y="228"/>
                      </a:lnTo>
                      <a:lnTo>
                        <a:pt x="442" y="224"/>
                      </a:lnTo>
                      <a:lnTo>
                        <a:pt x="442" y="224"/>
                      </a:lnTo>
                      <a:lnTo>
                        <a:pt x="438" y="224"/>
                      </a:lnTo>
                      <a:lnTo>
                        <a:pt x="438" y="224"/>
                      </a:lnTo>
                      <a:lnTo>
                        <a:pt x="436" y="224"/>
                      </a:lnTo>
                      <a:lnTo>
                        <a:pt x="436" y="224"/>
                      </a:lnTo>
                      <a:lnTo>
                        <a:pt x="436" y="222"/>
                      </a:lnTo>
                      <a:lnTo>
                        <a:pt x="436" y="222"/>
                      </a:lnTo>
                      <a:lnTo>
                        <a:pt x="434" y="220"/>
                      </a:lnTo>
                      <a:lnTo>
                        <a:pt x="434" y="220"/>
                      </a:lnTo>
                      <a:lnTo>
                        <a:pt x="434" y="220"/>
                      </a:lnTo>
                      <a:lnTo>
                        <a:pt x="434" y="218"/>
                      </a:lnTo>
                      <a:lnTo>
                        <a:pt x="434" y="218"/>
                      </a:lnTo>
                      <a:lnTo>
                        <a:pt x="434" y="218"/>
                      </a:lnTo>
                      <a:lnTo>
                        <a:pt x="436" y="216"/>
                      </a:lnTo>
                      <a:lnTo>
                        <a:pt x="436" y="216"/>
                      </a:lnTo>
                      <a:lnTo>
                        <a:pt x="438" y="216"/>
                      </a:lnTo>
                      <a:lnTo>
                        <a:pt x="438" y="214"/>
                      </a:lnTo>
                      <a:lnTo>
                        <a:pt x="438" y="214"/>
                      </a:lnTo>
                      <a:lnTo>
                        <a:pt x="436" y="214"/>
                      </a:lnTo>
                      <a:lnTo>
                        <a:pt x="436" y="214"/>
                      </a:lnTo>
                      <a:lnTo>
                        <a:pt x="436" y="214"/>
                      </a:lnTo>
                      <a:lnTo>
                        <a:pt x="446" y="214"/>
                      </a:lnTo>
                      <a:lnTo>
                        <a:pt x="446" y="214"/>
                      </a:lnTo>
                      <a:lnTo>
                        <a:pt x="450" y="210"/>
                      </a:lnTo>
                      <a:lnTo>
                        <a:pt x="450" y="210"/>
                      </a:lnTo>
                      <a:lnTo>
                        <a:pt x="452" y="210"/>
                      </a:lnTo>
                      <a:lnTo>
                        <a:pt x="452" y="210"/>
                      </a:lnTo>
                      <a:lnTo>
                        <a:pt x="454" y="208"/>
                      </a:lnTo>
                      <a:lnTo>
                        <a:pt x="454" y="208"/>
                      </a:lnTo>
                      <a:lnTo>
                        <a:pt x="458" y="208"/>
                      </a:lnTo>
                      <a:lnTo>
                        <a:pt x="458" y="208"/>
                      </a:lnTo>
                      <a:lnTo>
                        <a:pt x="458" y="202"/>
                      </a:lnTo>
                      <a:lnTo>
                        <a:pt x="458" y="202"/>
                      </a:lnTo>
                      <a:lnTo>
                        <a:pt x="462" y="202"/>
                      </a:lnTo>
                      <a:lnTo>
                        <a:pt x="462" y="202"/>
                      </a:lnTo>
                      <a:lnTo>
                        <a:pt x="460" y="206"/>
                      </a:lnTo>
                      <a:lnTo>
                        <a:pt x="460" y="208"/>
                      </a:lnTo>
                      <a:lnTo>
                        <a:pt x="462" y="208"/>
                      </a:lnTo>
                      <a:lnTo>
                        <a:pt x="462" y="208"/>
                      </a:lnTo>
                      <a:lnTo>
                        <a:pt x="464" y="210"/>
                      </a:lnTo>
                      <a:lnTo>
                        <a:pt x="468" y="210"/>
                      </a:lnTo>
                      <a:lnTo>
                        <a:pt x="470" y="210"/>
                      </a:lnTo>
                      <a:lnTo>
                        <a:pt x="470" y="210"/>
                      </a:lnTo>
                      <a:lnTo>
                        <a:pt x="476" y="210"/>
                      </a:lnTo>
                      <a:lnTo>
                        <a:pt x="476" y="210"/>
                      </a:lnTo>
                      <a:lnTo>
                        <a:pt x="478" y="214"/>
                      </a:lnTo>
                      <a:lnTo>
                        <a:pt x="478" y="214"/>
                      </a:lnTo>
                      <a:lnTo>
                        <a:pt x="484" y="212"/>
                      </a:lnTo>
                      <a:lnTo>
                        <a:pt x="488" y="210"/>
                      </a:lnTo>
                      <a:lnTo>
                        <a:pt x="488" y="210"/>
                      </a:lnTo>
                      <a:lnTo>
                        <a:pt x="488" y="208"/>
                      </a:lnTo>
                      <a:lnTo>
                        <a:pt x="488" y="208"/>
                      </a:lnTo>
                      <a:lnTo>
                        <a:pt x="496" y="206"/>
                      </a:lnTo>
                      <a:lnTo>
                        <a:pt x="496" y="206"/>
                      </a:lnTo>
                      <a:lnTo>
                        <a:pt x="496" y="202"/>
                      </a:lnTo>
                      <a:lnTo>
                        <a:pt x="496" y="200"/>
                      </a:lnTo>
                      <a:lnTo>
                        <a:pt x="496" y="200"/>
                      </a:lnTo>
                      <a:lnTo>
                        <a:pt x="492" y="200"/>
                      </a:lnTo>
                      <a:lnTo>
                        <a:pt x="492" y="200"/>
                      </a:lnTo>
                      <a:lnTo>
                        <a:pt x="486" y="198"/>
                      </a:lnTo>
                      <a:lnTo>
                        <a:pt x="486" y="200"/>
                      </a:lnTo>
                      <a:lnTo>
                        <a:pt x="484" y="202"/>
                      </a:lnTo>
                      <a:lnTo>
                        <a:pt x="484" y="202"/>
                      </a:lnTo>
                      <a:lnTo>
                        <a:pt x="482" y="198"/>
                      </a:lnTo>
                      <a:lnTo>
                        <a:pt x="482" y="198"/>
                      </a:lnTo>
                      <a:lnTo>
                        <a:pt x="480" y="198"/>
                      </a:lnTo>
                      <a:lnTo>
                        <a:pt x="480" y="198"/>
                      </a:lnTo>
                      <a:lnTo>
                        <a:pt x="478" y="198"/>
                      </a:lnTo>
                      <a:lnTo>
                        <a:pt x="478" y="196"/>
                      </a:lnTo>
                      <a:lnTo>
                        <a:pt x="480" y="192"/>
                      </a:lnTo>
                      <a:lnTo>
                        <a:pt x="480" y="192"/>
                      </a:lnTo>
                      <a:lnTo>
                        <a:pt x="480" y="188"/>
                      </a:lnTo>
                      <a:lnTo>
                        <a:pt x="480" y="188"/>
                      </a:lnTo>
                      <a:lnTo>
                        <a:pt x="486" y="190"/>
                      </a:lnTo>
                      <a:lnTo>
                        <a:pt x="486" y="190"/>
                      </a:lnTo>
                      <a:lnTo>
                        <a:pt x="492" y="190"/>
                      </a:lnTo>
                      <a:lnTo>
                        <a:pt x="498" y="192"/>
                      </a:lnTo>
                      <a:lnTo>
                        <a:pt x="498" y="192"/>
                      </a:lnTo>
                      <a:lnTo>
                        <a:pt x="502" y="194"/>
                      </a:lnTo>
                      <a:lnTo>
                        <a:pt x="504" y="194"/>
                      </a:lnTo>
                      <a:lnTo>
                        <a:pt x="506" y="194"/>
                      </a:lnTo>
                      <a:lnTo>
                        <a:pt x="506" y="194"/>
                      </a:lnTo>
                      <a:lnTo>
                        <a:pt x="508" y="192"/>
                      </a:lnTo>
                      <a:lnTo>
                        <a:pt x="508" y="192"/>
                      </a:lnTo>
                      <a:lnTo>
                        <a:pt x="510" y="192"/>
                      </a:lnTo>
                      <a:lnTo>
                        <a:pt x="510" y="190"/>
                      </a:lnTo>
                      <a:lnTo>
                        <a:pt x="510" y="190"/>
                      </a:lnTo>
                      <a:lnTo>
                        <a:pt x="504" y="188"/>
                      </a:lnTo>
                      <a:lnTo>
                        <a:pt x="502" y="190"/>
                      </a:lnTo>
                      <a:lnTo>
                        <a:pt x="502" y="190"/>
                      </a:lnTo>
                      <a:lnTo>
                        <a:pt x="492" y="190"/>
                      </a:lnTo>
                      <a:lnTo>
                        <a:pt x="494" y="188"/>
                      </a:lnTo>
                      <a:lnTo>
                        <a:pt x="494" y="188"/>
                      </a:lnTo>
                      <a:lnTo>
                        <a:pt x="494" y="186"/>
                      </a:lnTo>
                      <a:lnTo>
                        <a:pt x="496" y="184"/>
                      </a:lnTo>
                      <a:lnTo>
                        <a:pt x="494" y="184"/>
                      </a:lnTo>
                      <a:lnTo>
                        <a:pt x="490" y="184"/>
                      </a:lnTo>
                      <a:lnTo>
                        <a:pt x="490" y="186"/>
                      </a:lnTo>
                      <a:lnTo>
                        <a:pt x="490" y="186"/>
                      </a:lnTo>
                      <a:lnTo>
                        <a:pt x="486" y="186"/>
                      </a:lnTo>
                      <a:lnTo>
                        <a:pt x="486" y="186"/>
                      </a:lnTo>
                      <a:lnTo>
                        <a:pt x="488" y="184"/>
                      </a:lnTo>
                      <a:lnTo>
                        <a:pt x="490" y="182"/>
                      </a:lnTo>
                      <a:lnTo>
                        <a:pt x="490" y="182"/>
                      </a:lnTo>
                      <a:lnTo>
                        <a:pt x="492" y="180"/>
                      </a:lnTo>
                      <a:lnTo>
                        <a:pt x="492" y="180"/>
                      </a:lnTo>
                      <a:lnTo>
                        <a:pt x="488" y="176"/>
                      </a:lnTo>
                      <a:lnTo>
                        <a:pt x="482" y="174"/>
                      </a:lnTo>
                      <a:lnTo>
                        <a:pt x="484" y="172"/>
                      </a:lnTo>
                      <a:lnTo>
                        <a:pt x="484" y="172"/>
                      </a:lnTo>
                      <a:lnTo>
                        <a:pt x="484" y="172"/>
                      </a:lnTo>
                      <a:lnTo>
                        <a:pt x="486" y="172"/>
                      </a:lnTo>
                      <a:lnTo>
                        <a:pt x="486" y="172"/>
                      </a:lnTo>
                      <a:lnTo>
                        <a:pt x="488" y="174"/>
                      </a:lnTo>
                      <a:lnTo>
                        <a:pt x="488" y="174"/>
                      </a:lnTo>
                      <a:lnTo>
                        <a:pt x="494" y="174"/>
                      </a:lnTo>
                      <a:lnTo>
                        <a:pt x="494" y="174"/>
                      </a:lnTo>
                      <a:lnTo>
                        <a:pt x="496" y="172"/>
                      </a:lnTo>
                      <a:lnTo>
                        <a:pt x="498" y="172"/>
                      </a:lnTo>
                      <a:lnTo>
                        <a:pt x="498" y="172"/>
                      </a:lnTo>
                      <a:lnTo>
                        <a:pt x="498" y="174"/>
                      </a:lnTo>
                      <a:lnTo>
                        <a:pt x="498" y="176"/>
                      </a:lnTo>
                      <a:lnTo>
                        <a:pt x="498" y="176"/>
                      </a:lnTo>
                      <a:lnTo>
                        <a:pt x="498" y="176"/>
                      </a:lnTo>
                      <a:lnTo>
                        <a:pt x="502" y="176"/>
                      </a:lnTo>
                      <a:lnTo>
                        <a:pt x="502" y="176"/>
                      </a:lnTo>
                      <a:lnTo>
                        <a:pt x="502" y="168"/>
                      </a:lnTo>
                      <a:lnTo>
                        <a:pt x="500" y="160"/>
                      </a:lnTo>
                      <a:lnTo>
                        <a:pt x="498" y="160"/>
                      </a:lnTo>
                      <a:lnTo>
                        <a:pt x="498" y="160"/>
                      </a:lnTo>
                      <a:lnTo>
                        <a:pt x="498" y="158"/>
                      </a:lnTo>
                      <a:lnTo>
                        <a:pt x="500" y="158"/>
                      </a:lnTo>
                      <a:lnTo>
                        <a:pt x="500" y="158"/>
                      </a:lnTo>
                      <a:lnTo>
                        <a:pt x="500" y="156"/>
                      </a:lnTo>
                      <a:lnTo>
                        <a:pt x="498" y="154"/>
                      </a:lnTo>
                      <a:lnTo>
                        <a:pt x="498" y="154"/>
                      </a:lnTo>
                      <a:lnTo>
                        <a:pt x="494" y="154"/>
                      </a:lnTo>
                      <a:lnTo>
                        <a:pt x="490" y="158"/>
                      </a:lnTo>
                      <a:lnTo>
                        <a:pt x="490" y="158"/>
                      </a:lnTo>
                      <a:lnTo>
                        <a:pt x="488" y="156"/>
                      </a:lnTo>
                      <a:lnTo>
                        <a:pt x="488" y="156"/>
                      </a:lnTo>
                      <a:lnTo>
                        <a:pt x="488" y="156"/>
                      </a:lnTo>
                      <a:lnTo>
                        <a:pt x="484" y="156"/>
                      </a:lnTo>
                      <a:lnTo>
                        <a:pt x="484" y="156"/>
                      </a:lnTo>
                      <a:lnTo>
                        <a:pt x="484" y="152"/>
                      </a:lnTo>
                      <a:lnTo>
                        <a:pt x="484" y="152"/>
                      </a:lnTo>
                      <a:lnTo>
                        <a:pt x="488" y="154"/>
                      </a:lnTo>
                      <a:lnTo>
                        <a:pt x="488" y="154"/>
                      </a:lnTo>
                      <a:lnTo>
                        <a:pt x="490" y="152"/>
                      </a:lnTo>
                      <a:lnTo>
                        <a:pt x="490" y="152"/>
                      </a:lnTo>
                      <a:lnTo>
                        <a:pt x="492" y="150"/>
                      </a:lnTo>
                      <a:lnTo>
                        <a:pt x="490" y="146"/>
                      </a:lnTo>
                      <a:lnTo>
                        <a:pt x="490" y="146"/>
                      </a:lnTo>
                      <a:lnTo>
                        <a:pt x="492" y="146"/>
                      </a:lnTo>
                      <a:lnTo>
                        <a:pt x="490" y="146"/>
                      </a:lnTo>
                      <a:lnTo>
                        <a:pt x="490" y="146"/>
                      </a:lnTo>
                      <a:lnTo>
                        <a:pt x="490" y="142"/>
                      </a:lnTo>
                      <a:lnTo>
                        <a:pt x="490" y="142"/>
                      </a:lnTo>
                      <a:lnTo>
                        <a:pt x="498" y="144"/>
                      </a:lnTo>
                      <a:lnTo>
                        <a:pt x="504" y="144"/>
                      </a:lnTo>
                      <a:lnTo>
                        <a:pt x="504" y="144"/>
                      </a:lnTo>
                      <a:lnTo>
                        <a:pt x="508" y="148"/>
                      </a:lnTo>
                      <a:lnTo>
                        <a:pt x="508" y="148"/>
                      </a:lnTo>
                      <a:lnTo>
                        <a:pt x="516" y="146"/>
                      </a:lnTo>
                      <a:lnTo>
                        <a:pt x="514" y="146"/>
                      </a:lnTo>
                      <a:lnTo>
                        <a:pt x="514" y="146"/>
                      </a:lnTo>
                      <a:lnTo>
                        <a:pt x="514" y="142"/>
                      </a:lnTo>
                      <a:lnTo>
                        <a:pt x="514" y="140"/>
                      </a:lnTo>
                      <a:lnTo>
                        <a:pt x="514" y="140"/>
                      </a:lnTo>
                      <a:lnTo>
                        <a:pt x="512" y="136"/>
                      </a:lnTo>
                      <a:lnTo>
                        <a:pt x="512" y="136"/>
                      </a:lnTo>
                      <a:lnTo>
                        <a:pt x="510" y="134"/>
                      </a:lnTo>
                      <a:lnTo>
                        <a:pt x="510" y="134"/>
                      </a:lnTo>
                      <a:lnTo>
                        <a:pt x="508" y="132"/>
                      </a:lnTo>
                      <a:lnTo>
                        <a:pt x="508" y="132"/>
                      </a:lnTo>
                      <a:lnTo>
                        <a:pt x="506" y="132"/>
                      </a:lnTo>
                      <a:lnTo>
                        <a:pt x="506" y="132"/>
                      </a:lnTo>
                      <a:lnTo>
                        <a:pt x="506" y="136"/>
                      </a:lnTo>
                      <a:lnTo>
                        <a:pt x="506" y="136"/>
                      </a:lnTo>
                      <a:lnTo>
                        <a:pt x="504" y="136"/>
                      </a:lnTo>
                      <a:lnTo>
                        <a:pt x="502" y="134"/>
                      </a:lnTo>
                      <a:lnTo>
                        <a:pt x="502" y="134"/>
                      </a:lnTo>
                      <a:lnTo>
                        <a:pt x="496" y="136"/>
                      </a:lnTo>
                      <a:lnTo>
                        <a:pt x="496" y="136"/>
                      </a:lnTo>
                      <a:lnTo>
                        <a:pt x="496" y="128"/>
                      </a:lnTo>
                      <a:lnTo>
                        <a:pt x="496" y="128"/>
                      </a:lnTo>
                      <a:lnTo>
                        <a:pt x="504" y="128"/>
                      </a:lnTo>
                      <a:lnTo>
                        <a:pt x="504" y="128"/>
                      </a:lnTo>
                      <a:lnTo>
                        <a:pt x="506" y="128"/>
                      </a:lnTo>
                      <a:lnTo>
                        <a:pt x="506" y="126"/>
                      </a:lnTo>
                      <a:lnTo>
                        <a:pt x="500" y="124"/>
                      </a:lnTo>
                      <a:lnTo>
                        <a:pt x="500" y="124"/>
                      </a:lnTo>
                      <a:lnTo>
                        <a:pt x="498" y="122"/>
                      </a:lnTo>
                      <a:lnTo>
                        <a:pt x="498" y="122"/>
                      </a:lnTo>
                      <a:lnTo>
                        <a:pt x="496" y="122"/>
                      </a:lnTo>
                      <a:lnTo>
                        <a:pt x="494" y="124"/>
                      </a:lnTo>
                      <a:lnTo>
                        <a:pt x="494" y="124"/>
                      </a:lnTo>
                      <a:lnTo>
                        <a:pt x="490" y="122"/>
                      </a:lnTo>
                      <a:lnTo>
                        <a:pt x="486" y="120"/>
                      </a:lnTo>
                      <a:lnTo>
                        <a:pt x="486" y="120"/>
                      </a:lnTo>
                      <a:lnTo>
                        <a:pt x="484" y="122"/>
                      </a:lnTo>
                      <a:lnTo>
                        <a:pt x="484" y="122"/>
                      </a:lnTo>
                      <a:lnTo>
                        <a:pt x="482" y="120"/>
                      </a:lnTo>
                      <a:lnTo>
                        <a:pt x="484" y="120"/>
                      </a:lnTo>
                      <a:lnTo>
                        <a:pt x="484" y="120"/>
                      </a:lnTo>
                      <a:lnTo>
                        <a:pt x="484" y="116"/>
                      </a:lnTo>
                      <a:lnTo>
                        <a:pt x="484" y="116"/>
                      </a:lnTo>
                      <a:lnTo>
                        <a:pt x="492" y="118"/>
                      </a:lnTo>
                      <a:lnTo>
                        <a:pt x="498" y="120"/>
                      </a:lnTo>
                      <a:lnTo>
                        <a:pt x="498" y="120"/>
                      </a:lnTo>
                      <a:lnTo>
                        <a:pt x="500" y="114"/>
                      </a:lnTo>
                      <a:lnTo>
                        <a:pt x="500" y="114"/>
                      </a:lnTo>
                      <a:lnTo>
                        <a:pt x="502" y="112"/>
                      </a:lnTo>
                      <a:lnTo>
                        <a:pt x="506" y="110"/>
                      </a:lnTo>
                      <a:lnTo>
                        <a:pt x="506" y="110"/>
                      </a:lnTo>
                      <a:lnTo>
                        <a:pt x="506" y="108"/>
                      </a:lnTo>
                      <a:lnTo>
                        <a:pt x="506" y="106"/>
                      </a:lnTo>
                      <a:lnTo>
                        <a:pt x="506" y="106"/>
                      </a:lnTo>
                      <a:lnTo>
                        <a:pt x="506" y="106"/>
                      </a:lnTo>
                      <a:lnTo>
                        <a:pt x="506" y="104"/>
                      </a:lnTo>
                      <a:lnTo>
                        <a:pt x="506" y="104"/>
                      </a:lnTo>
                      <a:lnTo>
                        <a:pt x="510" y="98"/>
                      </a:lnTo>
                      <a:lnTo>
                        <a:pt x="508" y="98"/>
                      </a:lnTo>
                      <a:lnTo>
                        <a:pt x="506" y="94"/>
                      </a:lnTo>
                      <a:lnTo>
                        <a:pt x="506" y="94"/>
                      </a:lnTo>
                      <a:lnTo>
                        <a:pt x="520" y="94"/>
                      </a:lnTo>
                      <a:lnTo>
                        <a:pt x="520" y="94"/>
                      </a:lnTo>
                      <a:lnTo>
                        <a:pt x="520" y="90"/>
                      </a:lnTo>
                      <a:lnTo>
                        <a:pt x="520" y="90"/>
                      </a:lnTo>
                      <a:lnTo>
                        <a:pt x="524" y="86"/>
                      </a:lnTo>
                      <a:lnTo>
                        <a:pt x="524" y="84"/>
                      </a:lnTo>
                      <a:lnTo>
                        <a:pt x="524" y="82"/>
                      </a:lnTo>
                      <a:lnTo>
                        <a:pt x="518" y="80"/>
                      </a:lnTo>
                      <a:lnTo>
                        <a:pt x="518" y="80"/>
                      </a:lnTo>
                      <a:lnTo>
                        <a:pt x="514" y="80"/>
                      </a:lnTo>
                      <a:lnTo>
                        <a:pt x="508" y="80"/>
                      </a:lnTo>
                      <a:lnTo>
                        <a:pt x="508" y="80"/>
                      </a:lnTo>
                      <a:lnTo>
                        <a:pt x="506" y="82"/>
                      </a:lnTo>
                      <a:lnTo>
                        <a:pt x="506" y="82"/>
                      </a:lnTo>
                      <a:lnTo>
                        <a:pt x="498" y="86"/>
                      </a:lnTo>
                      <a:lnTo>
                        <a:pt x="498" y="86"/>
                      </a:lnTo>
                      <a:lnTo>
                        <a:pt x="498" y="82"/>
                      </a:lnTo>
                      <a:lnTo>
                        <a:pt x="498" y="82"/>
                      </a:lnTo>
                      <a:lnTo>
                        <a:pt x="496" y="80"/>
                      </a:lnTo>
                      <a:lnTo>
                        <a:pt x="496" y="78"/>
                      </a:lnTo>
                      <a:lnTo>
                        <a:pt x="498" y="76"/>
                      </a:lnTo>
                      <a:lnTo>
                        <a:pt x="498" y="76"/>
                      </a:lnTo>
                      <a:lnTo>
                        <a:pt x="502" y="74"/>
                      </a:lnTo>
                      <a:lnTo>
                        <a:pt x="508" y="76"/>
                      </a:lnTo>
                      <a:lnTo>
                        <a:pt x="520" y="78"/>
                      </a:lnTo>
                      <a:lnTo>
                        <a:pt x="520" y="78"/>
                      </a:lnTo>
                      <a:lnTo>
                        <a:pt x="528" y="78"/>
                      </a:lnTo>
                      <a:lnTo>
                        <a:pt x="528" y="78"/>
                      </a:lnTo>
                      <a:lnTo>
                        <a:pt x="530" y="78"/>
                      </a:lnTo>
                      <a:lnTo>
                        <a:pt x="530" y="78"/>
                      </a:lnTo>
                      <a:lnTo>
                        <a:pt x="540" y="70"/>
                      </a:lnTo>
                      <a:lnTo>
                        <a:pt x="540" y="70"/>
                      </a:lnTo>
                      <a:lnTo>
                        <a:pt x="540" y="68"/>
                      </a:lnTo>
                      <a:lnTo>
                        <a:pt x="540" y="66"/>
                      </a:lnTo>
                      <a:lnTo>
                        <a:pt x="540" y="66"/>
                      </a:lnTo>
                      <a:lnTo>
                        <a:pt x="532" y="66"/>
                      </a:lnTo>
                      <a:lnTo>
                        <a:pt x="532" y="66"/>
                      </a:lnTo>
                      <a:lnTo>
                        <a:pt x="530" y="70"/>
                      </a:lnTo>
                      <a:lnTo>
                        <a:pt x="530" y="70"/>
                      </a:lnTo>
                      <a:lnTo>
                        <a:pt x="524" y="68"/>
                      </a:lnTo>
                      <a:lnTo>
                        <a:pt x="524" y="68"/>
                      </a:lnTo>
                      <a:lnTo>
                        <a:pt x="520" y="70"/>
                      </a:lnTo>
                      <a:lnTo>
                        <a:pt x="514" y="70"/>
                      </a:lnTo>
                      <a:lnTo>
                        <a:pt x="514" y="70"/>
                      </a:lnTo>
                      <a:lnTo>
                        <a:pt x="508" y="66"/>
                      </a:lnTo>
                      <a:lnTo>
                        <a:pt x="508" y="66"/>
                      </a:lnTo>
                      <a:lnTo>
                        <a:pt x="514" y="66"/>
                      </a:lnTo>
                      <a:lnTo>
                        <a:pt x="518" y="66"/>
                      </a:lnTo>
                      <a:lnTo>
                        <a:pt x="518" y="66"/>
                      </a:lnTo>
                      <a:lnTo>
                        <a:pt x="520" y="64"/>
                      </a:lnTo>
                      <a:lnTo>
                        <a:pt x="520" y="64"/>
                      </a:lnTo>
                      <a:lnTo>
                        <a:pt x="526" y="64"/>
                      </a:lnTo>
                      <a:lnTo>
                        <a:pt x="532" y="66"/>
                      </a:lnTo>
                      <a:lnTo>
                        <a:pt x="532" y="66"/>
                      </a:lnTo>
                      <a:lnTo>
                        <a:pt x="536" y="64"/>
                      </a:lnTo>
                      <a:lnTo>
                        <a:pt x="536" y="64"/>
                      </a:lnTo>
                      <a:lnTo>
                        <a:pt x="540" y="64"/>
                      </a:lnTo>
                      <a:lnTo>
                        <a:pt x="544" y="66"/>
                      </a:lnTo>
                      <a:lnTo>
                        <a:pt x="544" y="66"/>
                      </a:lnTo>
                      <a:lnTo>
                        <a:pt x="544" y="62"/>
                      </a:lnTo>
                      <a:lnTo>
                        <a:pt x="544" y="62"/>
                      </a:lnTo>
                      <a:lnTo>
                        <a:pt x="554" y="62"/>
                      </a:lnTo>
                      <a:lnTo>
                        <a:pt x="554" y="62"/>
                      </a:lnTo>
                      <a:lnTo>
                        <a:pt x="554" y="58"/>
                      </a:lnTo>
                      <a:lnTo>
                        <a:pt x="554" y="58"/>
                      </a:lnTo>
                      <a:lnTo>
                        <a:pt x="554" y="58"/>
                      </a:lnTo>
                      <a:lnTo>
                        <a:pt x="558" y="58"/>
                      </a:lnTo>
                      <a:lnTo>
                        <a:pt x="558" y="58"/>
                      </a:lnTo>
                      <a:lnTo>
                        <a:pt x="562" y="54"/>
                      </a:lnTo>
                      <a:lnTo>
                        <a:pt x="562" y="54"/>
                      </a:lnTo>
                      <a:lnTo>
                        <a:pt x="566" y="54"/>
                      </a:lnTo>
                      <a:lnTo>
                        <a:pt x="568" y="54"/>
                      </a:lnTo>
                      <a:lnTo>
                        <a:pt x="568" y="54"/>
                      </a:lnTo>
                      <a:lnTo>
                        <a:pt x="570" y="52"/>
                      </a:lnTo>
                      <a:lnTo>
                        <a:pt x="570" y="52"/>
                      </a:lnTo>
                      <a:lnTo>
                        <a:pt x="568" y="50"/>
                      </a:lnTo>
                      <a:lnTo>
                        <a:pt x="566" y="46"/>
                      </a:lnTo>
                      <a:lnTo>
                        <a:pt x="566" y="46"/>
                      </a:lnTo>
                      <a:lnTo>
                        <a:pt x="560" y="48"/>
                      </a:lnTo>
                      <a:lnTo>
                        <a:pt x="554" y="48"/>
                      </a:lnTo>
                      <a:lnTo>
                        <a:pt x="554" y="48"/>
                      </a:lnTo>
                      <a:lnTo>
                        <a:pt x="538" y="44"/>
                      </a:lnTo>
                      <a:lnTo>
                        <a:pt x="538" y="44"/>
                      </a:lnTo>
                      <a:lnTo>
                        <a:pt x="534" y="44"/>
                      </a:lnTo>
                      <a:lnTo>
                        <a:pt x="528" y="46"/>
                      </a:lnTo>
                      <a:lnTo>
                        <a:pt x="528" y="46"/>
                      </a:lnTo>
                      <a:lnTo>
                        <a:pt x="524" y="44"/>
                      </a:lnTo>
                      <a:lnTo>
                        <a:pt x="520" y="44"/>
                      </a:lnTo>
                      <a:lnTo>
                        <a:pt x="520" y="48"/>
                      </a:lnTo>
                      <a:lnTo>
                        <a:pt x="520" y="48"/>
                      </a:lnTo>
                      <a:lnTo>
                        <a:pt x="510" y="50"/>
                      </a:lnTo>
                      <a:lnTo>
                        <a:pt x="510" y="50"/>
                      </a:lnTo>
                      <a:lnTo>
                        <a:pt x="510" y="52"/>
                      </a:lnTo>
                      <a:lnTo>
                        <a:pt x="510" y="52"/>
                      </a:lnTo>
                      <a:lnTo>
                        <a:pt x="508" y="52"/>
                      </a:lnTo>
                      <a:lnTo>
                        <a:pt x="506" y="52"/>
                      </a:lnTo>
                      <a:lnTo>
                        <a:pt x="506" y="52"/>
                      </a:lnTo>
                      <a:lnTo>
                        <a:pt x="502" y="50"/>
                      </a:lnTo>
                      <a:lnTo>
                        <a:pt x="500" y="52"/>
                      </a:lnTo>
                      <a:lnTo>
                        <a:pt x="500" y="52"/>
                      </a:lnTo>
                      <a:lnTo>
                        <a:pt x="496" y="46"/>
                      </a:lnTo>
                      <a:lnTo>
                        <a:pt x="496" y="46"/>
                      </a:lnTo>
                      <a:lnTo>
                        <a:pt x="492" y="52"/>
                      </a:lnTo>
                      <a:lnTo>
                        <a:pt x="488" y="54"/>
                      </a:lnTo>
                      <a:lnTo>
                        <a:pt x="488" y="54"/>
                      </a:lnTo>
                      <a:lnTo>
                        <a:pt x="484" y="54"/>
                      </a:lnTo>
                      <a:lnTo>
                        <a:pt x="484" y="54"/>
                      </a:lnTo>
                      <a:lnTo>
                        <a:pt x="480" y="58"/>
                      </a:lnTo>
                      <a:lnTo>
                        <a:pt x="480" y="58"/>
                      </a:lnTo>
                      <a:lnTo>
                        <a:pt x="474" y="60"/>
                      </a:lnTo>
                      <a:lnTo>
                        <a:pt x="466" y="62"/>
                      </a:lnTo>
                      <a:lnTo>
                        <a:pt x="466" y="62"/>
                      </a:lnTo>
                      <a:lnTo>
                        <a:pt x="462" y="60"/>
                      </a:lnTo>
                      <a:lnTo>
                        <a:pt x="462" y="60"/>
                      </a:lnTo>
                      <a:lnTo>
                        <a:pt x="460" y="62"/>
                      </a:lnTo>
                      <a:lnTo>
                        <a:pt x="460" y="62"/>
                      </a:lnTo>
                      <a:lnTo>
                        <a:pt x="456" y="60"/>
                      </a:lnTo>
                      <a:lnTo>
                        <a:pt x="456" y="60"/>
                      </a:lnTo>
                      <a:lnTo>
                        <a:pt x="460" y="58"/>
                      </a:lnTo>
                      <a:lnTo>
                        <a:pt x="464" y="56"/>
                      </a:lnTo>
                      <a:lnTo>
                        <a:pt x="464" y="56"/>
                      </a:lnTo>
                      <a:lnTo>
                        <a:pt x="468" y="56"/>
                      </a:lnTo>
                      <a:lnTo>
                        <a:pt x="468" y="56"/>
                      </a:lnTo>
                      <a:lnTo>
                        <a:pt x="468" y="54"/>
                      </a:lnTo>
                      <a:lnTo>
                        <a:pt x="468" y="54"/>
                      </a:lnTo>
                      <a:lnTo>
                        <a:pt x="474" y="52"/>
                      </a:lnTo>
                      <a:lnTo>
                        <a:pt x="474" y="52"/>
                      </a:lnTo>
                      <a:lnTo>
                        <a:pt x="480" y="44"/>
                      </a:lnTo>
                      <a:lnTo>
                        <a:pt x="480" y="44"/>
                      </a:lnTo>
                      <a:lnTo>
                        <a:pt x="480" y="42"/>
                      </a:lnTo>
                      <a:lnTo>
                        <a:pt x="480" y="40"/>
                      </a:lnTo>
                      <a:lnTo>
                        <a:pt x="480" y="40"/>
                      </a:lnTo>
                      <a:lnTo>
                        <a:pt x="468" y="42"/>
                      </a:lnTo>
                      <a:lnTo>
                        <a:pt x="468" y="42"/>
                      </a:lnTo>
                      <a:lnTo>
                        <a:pt x="466" y="40"/>
                      </a:lnTo>
                      <a:lnTo>
                        <a:pt x="462" y="40"/>
                      </a:lnTo>
                      <a:lnTo>
                        <a:pt x="462" y="40"/>
                      </a:lnTo>
                      <a:lnTo>
                        <a:pt x="460" y="42"/>
                      </a:lnTo>
                      <a:lnTo>
                        <a:pt x="460" y="42"/>
                      </a:lnTo>
                      <a:lnTo>
                        <a:pt x="460" y="48"/>
                      </a:lnTo>
                      <a:lnTo>
                        <a:pt x="460" y="48"/>
                      </a:lnTo>
                      <a:lnTo>
                        <a:pt x="438" y="48"/>
                      </a:lnTo>
                      <a:lnTo>
                        <a:pt x="438" y="48"/>
                      </a:lnTo>
                      <a:lnTo>
                        <a:pt x="440" y="46"/>
                      </a:lnTo>
                      <a:lnTo>
                        <a:pt x="440" y="46"/>
                      </a:lnTo>
                      <a:lnTo>
                        <a:pt x="440" y="42"/>
                      </a:lnTo>
                      <a:lnTo>
                        <a:pt x="440" y="42"/>
                      </a:lnTo>
                      <a:lnTo>
                        <a:pt x="440" y="42"/>
                      </a:lnTo>
                      <a:lnTo>
                        <a:pt x="438" y="40"/>
                      </a:lnTo>
                      <a:lnTo>
                        <a:pt x="438" y="40"/>
                      </a:lnTo>
                      <a:lnTo>
                        <a:pt x="414" y="42"/>
                      </a:lnTo>
                      <a:lnTo>
                        <a:pt x="414" y="42"/>
                      </a:lnTo>
                      <a:lnTo>
                        <a:pt x="410" y="42"/>
                      </a:lnTo>
                      <a:lnTo>
                        <a:pt x="410" y="42"/>
                      </a:lnTo>
                      <a:lnTo>
                        <a:pt x="406" y="42"/>
                      </a:lnTo>
                      <a:lnTo>
                        <a:pt x="404" y="42"/>
                      </a:lnTo>
                      <a:lnTo>
                        <a:pt x="404" y="42"/>
                      </a:lnTo>
                      <a:lnTo>
                        <a:pt x="400" y="42"/>
                      </a:lnTo>
                      <a:lnTo>
                        <a:pt x="398" y="42"/>
                      </a:lnTo>
                      <a:lnTo>
                        <a:pt x="398" y="42"/>
                      </a:lnTo>
                      <a:lnTo>
                        <a:pt x="398" y="42"/>
                      </a:lnTo>
                      <a:lnTo>
                        <a:pt x="396" y="42"/>
                      </a:lnTo>
                      <a:lnTo>
                        <a:pt x="396" y="42"/>
                      </a:lnTo>
                      <a:lnTo>
                        <a:pt x="390" y="44"/>
                      </a:lnTo>
                      <a:lnTo>
                        <a:pt x="384" y="46"/>
                      </a:lnTo>
                      <a:lnTo>
                        <a:pt x="384" y="46"/>
                      </a:lnTo>
                      <a:lnTo>
                        <a:pt x="380" y="46"/>
                      </a:lnTo>
                      <a:lnTo>
                        <a:pt x="376" y="46"/>
                      </a:lnTo>
                      <a:lnTo>
                        <a:pt x="376" y="46"/>
                      </a:lnTo>
                      <a:lnTo>
                        <a:pt x="374" y="48"/>
                      </a:lnTo>
                      <a:lnTo>
                        <a:pt x="374" y="50"/>
                      </a:lnTo>
                      <a:lnTo>
                        <a:pt x="374" y="50"/>
                      </a:lnTo>
                      <a:lnTo>
                        <a:pt x="370" y="50"/>
                      </a:lnTo>
                      <a:lnTo>
                        <a:pt x="370" y="50"/>
                      </a:lnTo>
                      <a:lnTo>
                        <a:pt x="372" y="46"/>
                      </a:lnTo>
                      <a:lnTo>
                        <a:pt x="372" y="46"/>
                      </a:lnTo>
                      <a:lnTo>
                        <a:pt x="378" y="46"/>
                      </a:lnTo>
                      <a:lnTo>
                        <a:pt x="384" y="44"/>
                      </a:lnTo>
                      <a:lnTo>
                        <a:pt x="384" y="44"/>
                      </a:lnTo>
                      <a:lnTo>
                        <a:pt x="386" y="42"/>
                      </a:lnTo>
                      <a:lnTo>
                        <a:pt x="386" y="42"/>
                      </a:lnTo>
                      <a:lnTo>
                        <a:pt x="386" y="42"/>
                      </a:lnTo>
                      <a:lnTo>
                        <a:pt x="390" y="42"/>
                      </a:lnTo>
                      <a:lnTo>
                        <a:pt x="394" y="42"/>
                      </a:lnTo>
                      <a:lnTo>
                        <a:pt x="394" y="42"/>
                      </a:lnTo>
                      <a:lnTo>
                        <a:pt x="394" y="38"/>
                      </a:lnTo>
                      <a:lnTo>
                        <a:pt x="394" y="38"/>
                      </a:lnTo>
                      <a:lnTo>
                        <a:pt x="400" y="36"/>
                      </a:lnTo>
                      <a:lnTo>
                        <a:pt x="400" y="36"/>
                      </a:lnTo>
                      <a:lnTo>
                        <a:pt x="408" y="36"/>
                      </a:lnTo>
                      <a:lnTo>
                        <a:pt x="408" y="36"/>
                      </a:lnTo>
                      <a:lnTo>
                        <a:pt x="424" y="36"/>
                      </a:lnTo>
                      <a:lnTo>
                        <a:pt x="428" y="38"/>
                      </a:lnTo>
                      <a:lnTo>
                        <a:pt x="428" y="38"/>
                      </a:lnTo>
                      <a:lnTo>
                        <a:pt x="440" y="36"/>
                      </a:lnTo>
                      <a:lnTo>
                        <a:pt x="454" y="36"/>
                      </a:lnTo>
                      <a:lnTo>
                        <a:pt x="454" y="36"/>
                      </a:lnTo>
                      <a:lnTo>
                        <a:pt x="458" y="38"/>
                      </a:lnTo>
                      <a:lnTo>
                        <a:pt x="464" y="38"/>
                      </a:lnTo>
                      <a:lnTo>
                        <a:pt x="464" y="38"/>
                      </a:lnTo>
                      <a:lnTo>
                        <a:pt x="472" y="36"/>
                      </a:lnTo>
                      <a:lnTo>
                        <a:pt x="472" y="36"/>
                      </a:lnTo>
                      <a:lnTo>
                        <a:pt x="478" y="36"/>
                      </a:lnTo>
                      <a:lnTo>
                        <a:pt x="482" y="36"/>
                      </a:lnTo>
                      <a:lnTo>
                        <a:pt x="482"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3" name="Freeform 172">
                  <a:extLst>
                    <a:ext uri="{FF2B5EF4-FFF2-40B4-BE49-F238E27FC236}">
                      <a16:creationId xmlns:a16="http://schemas.microsoft.com/office/drawing/2014/main" id="{C110EA82-7CFE-694F-B57B-737F8E2BAF46}"/>
                    </a:ext>
                  </a:extLst>
                </p:cNvPr>
                <p:cNvSpPr>
                  <a:spLocks/>
                </p:cNvSpPr>
                <p:nvPr/>
              </p:nvSpPr>
              <p:spPr bwMode="auto">
                <a:xfrm>
                  <a:off x="5275179" y="1884699"/>
                  <a:ext cx="203518" cy="144169"/>
                </a:xfrm>
                <a:custGeom>
                  <a:avLst/>
                  <a:gdLst>
                    <a:gd name="T0" fmla="*/ 76 w 104"/>
                    <a:gd name="T1" fmla="*/ 8 h 72"/>
                    <a:gd name="T2" fmla="*/ 72 w 104"/>
                    <a:gd name="T3" fmla="*/ 8 h 72"/>
                    <a:gd name="T4" fmla="*/ 68 w 104"/>
                    <a:gd name="T5" fmla="*/ 10 h 72"/>
                    <a:gd name="T6" fmla="*/ 58 w 104"/>
                    <a:gd name="T7" fmla="*/ 8 h 72"/>
                    <a:gd name="T8" fmla="*/ 54 w 104"/>
                    <a:gd name="T9" fmla="*/ 10 h 72"/>
                    <a:gd name="T10" fmla="*/ 54 w 104"/>
                    <a:gd name="T11" fmla="*/ 6 h 72"/>
                    <a:gd name="T12" fmla="*/ 48 w 104"/>
                    <a:gd name="T13" fmla="*/ 10 h 72"/>
                    <a:gd name="T14" fmla="*/ 44 w 104"/>
                    <a:gd name="T15" fmla="*/ 16 h 72"/>
                    <a:gd name="T16" fmla="*/ 40 w 104"/>
                    <a:gd name="T17" fmla="*/ 8 h 72"/>
                    <a:gd name="T18" fmla="*/ 38 w 104"/>
                    <a:gd name="T19" fmla="*/ 24 h 72"/>
                    <a:gd name="T20" fmla="*/ 32 w 104"/>
                    <a:gd name="T21" fmla="*/ 28 h 72"/>
                    <a:gd name="T22" fmla="*/ 28 w 104"/>
                    <a:gd name="T23" fmla="*/ 26 h 72"/>
                    <a:gd name="T24" fmla="*/ 28 w 104"/>
                    <a:gd name="T25" fmla="*/ 14 h 72"/>
                    <a:gd name="T26" fmla="*/ 26 w 104"/>
                    <a:gd name="T27" fmla="*/ 10 h 72"/>
                    <a:gd name="T28" fmla="*/ 16 w 104"/>
                    <a:gd name="T29" fmla="*/ 8 h 72"/>
                    <a:gd name="T30" fmla="*/ 20 w 104"/>
                    <a:gd name="T31" fmla="*/ 16 h 72"/>
                    <a:gd name="T32" fmla="*/ 12 w 104"/>
                    <a:gd name="T33" fmla="*/ 8 h 72"/>
                    <a:gd name="T34" fmla="*/ 10 w 104"/>
                    <a:gd name="T35" fmla="*/ 10 h 72"/>
                    <a:gd name="T36" fmla="*/ 10 w 104"/>
                    <a:gd name="T37" fmla="*/ 10 h 72"/>
                    <a:gd name="T38" fmla="*/ 10 w 104"/>
                    <a:gd name="T39" fmla="*/ 12 h 72"/>
                    <a:gd name="T40" fmla="*/ 4 w 104"/>
                    <a:gd name="T41" fmla="*/ 26 h 72"/>
                    <a:gd name="T42" fmla="*/ 0 w 104"/>
                    <a:gd name="T43" fmla="*/ 28 h 72"/>
                    <a:gd name="T44" fmla="*/ 6 w 104"/>
                    <a:gd name="T45" fmla="*/ 28 h 72"/>
                    <a:gd name="T46" fmla="*/ 18 w 104"/>
                    <a:gd name="T47" fmla="*/ 24 h 72"/>
                    <a:gd name="T48" fmla="*/ 16 w 104"/>
                    <a:gd name="T49" fmla="*/ 26 h 72"/>
                    <a:gd name="T50" fmla="*/ 20 w 104"/>
                    <a:gd name="T51" fmla="*/ 30 h 72"/>
                    <a:gd name="T52" fmla="*/ 14 w 104"/>
                    <a:gd name="T53" fmla="*/ 32 h 72"/>
                    <a:gd name="T54" fmla="*/ 4 w 104"/>
                    <a:gd name="T55" fmla="*/ 38 h 72"/>
                    <a:gd name="T56" fmla="*/ 10 w 104"/>
                    <a:gd name="T57" fmla="*/ 40 h 72"/>
                    <a:gd name="T58" fmla="*/ 20 w 104"/>
                    <a:gd name="T59" fmla="*/ 46 h 72"/>
                    <a:gd name="T60" fmla="*/ 22 w 104"/>
                    <a:gd name="T61" fmla="*/ 52 h 72"/>
                    <a:gd name="T62" fmla="*/ 14 w 104"/>
                    <a:gd name="T63" fmla="*/ 58 h 72"/>
                    <a:gd name="T64" fmla="*/ 30 w 104"/>
                    <a:gd name="T65" fmla="*/ 60 h 72"/>
                    <a:gd name="T66" fmla="*/ 34 w 104"/>
                    <a:gd name="T67" fmla="*/ 62 h 72"/>
                    <a:gd name="T68" fmla="*/ 38 w 104"/>
                    <a:gd name="T69" fmla="*/ 70 h 72"/>
                    <a:gd name="T70" fmla="*/ 54 w 104"/>
                    <a:gd name="T71" fmla="*/ 70 h 72"/>
                    <a:gd name="T72" fmla="*/ 56 w 104"/>
                    <a:gd name="T73" fmla="*/ 70 h 72"/>
                    <a:gd name="T74" fmla="*/ 60 w 104"/>
                    <a:gd name="T75" fmla="*/ 64 h 72"/>
                    <a:gd name="T76" fmla="*/ 64 w 104"/>
                    <a:gd name="T77" fmla="*/ 60 h 72"/>
                    <a:gd name="T78" fmla="*/ 70 w 104"/>
                    <a:gd name="T79" fmla="*/ 58 h 72"/>
                    <a:gd name="T80" fmla="*/ 80 w 104"/>
                    <a:gd name="T81" fmla="*/ 54 h 72"/>
                    <a:gd name="T82" fmla="*/ 90 w 104"/>
                    <a:gd name="T83" fmla="*/ 48 h 72"/>
                    <a:gd name="T84" fmla="*/ 94 w 104"/>
                    <a:gd name="T85" fmla="*/ 40 h 72"/>
                    <a:gd name="T86" fmla="*/ 98 w 104"/>
                    <a:gd name="T87" fmla="*/ 36 h 72"/>
                    <a:gd name="T88" fmla="*/ 102 w 104"/>
                    <a:gd name="T89" fmla="*/ 38 h 72"/>
                    <a:gd name="T90" fmla="*/ 104 w 104"/>
                    <a:gd name="T91" fmla="*/ 32 h 72"/>
                    <a:gd name="T92" fmla="*/ 102 w 104"/>
                    <a:gd name="T93" fmla="*/ 26 h 72"/>
                    <a:gd name="T94" fmla="*/ 98 w 104"/>
                    <a:gd name="T95" fmla="*/ 24 h 72"/>
                    <a:gd name="T96" fmla="*/ 94 w 104"/>
                    <a:gd name="T97" fmla="*/ 20 h 72"/>
                    <a:gd name="T98" fmla="*/ 90 w 104"/>
                    <a:gd name="T99" fmla="*/ 12 h 72"/>
                    <a:gd name="T100" fmla="*/ 94 w 104"/>
                    <a:gd name="T101" fmla="*/ 6 h 72"/>
                    <a:gd name="T102" fmla="*/ 88 w 104"/>
                    <a:gd name="T103" fmla="*/ 8 h 72"/>
                    <a:gd name="T104" fmla="*/ 80 w 104"/>
                    <a:gd name="T10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4" h="72">
                      <a:moveTo>
                        <a:pt x="80" y="0"/>
                      </a:moveTo>
                      <a:lnTo>
                        <a:pt x="80" y="0"/>
                      </a:lnTo>
                      <a:lnTo>
                        <a:pt x="76" y="0"/>
                      </a:lnTo>
                      <a:lnTo>
                        <a:pt x="76" y="0"/>
                      </a:lnTo>
                      <a:lnTo>
                        <a:pt x="76" y="8"/>
                      </a:lnTo>
                      <a:lnTo>
                        <a:pt x="76" y="8"/>
                      </a:lnTo>
                      <a:lnTo>
                        <a:pt x="74" y="10"/>
                      </a:lnTo>
                      <a:lnTo>
                        <a:pt x="72" y="10"/>
                      </a:lnTo>
                      <a:lnTo>
                        <a:pt x="72" y="10"/>
                      </a:lnTo>
                      <a:lnTo>
                        <a:pt x="72" y="8"/>
                      </a:lnTo>
                      <a:lnTo>
                        <a:pt x="70" y="6"/>
                      </a:lnTo>
                      <a:lnTo>
                        <a:pt x="70" y="6"/>
                      </a:lnTo>
                      <a:lnTo>
                        <a:pt x="70" y="6"/>
                      </a:lnTo>
                      <a:lnTo>
                        <a:pt x="68" y="10"/>
                      </a:lnTo>
                      <a:lnTo>
                        <a:pt x="68" y="10"/>
                      </a:lnTo>
                      <a:lnTo>
                        <a:pt x="66" y="10"/>
                      </a:lnTo>
                      <a:lnTo>
                        <a:pt x="64" y="12"/>
                      </a:lnTo>
                      <a:lnTo>
                        <a:pt x="64" y="12"/>
                      </a:lnTo>
                      <a:lnTo>
                        <a:pt x="60" y="10"/>
                      </a:lnTo>
                      <a:lnTo>
                        <a:pt x="58" y="8"/>
                      </a:lnTo>
                      <a:lnTo>
                        <a:pt x="58" y="8"/>
                      </a:lnTo>
                      <a:lnTo>
                        <a:pt x="58" y="16"/>
                      </a:lnTo>
                      <a:lnTo>
                        <a:pt x="58" y="16"/>
                      </a:lnTo>
                      <a:lnTo>
                        <a:pt x="56" y="14"/>
                      </a:lnTo>
                      <a:lnTo>
                        <a:pt x="54" y="10"/>
                      </a:lnTo>
                      <a:lnTo>
                        <a:pt x="54" y="10"/>
                      </a:lnTo>
                      <a:lnTo>
                        <a:pt x="54" y="8"/>
                      </a:lnTo>
                      <a:lnTo>
                        <a:pt x="54" y="8"/>
                      </a:lnTo>
                      <a:lnTo>
                        <a:pt x="54" y="6"/>
                      </a:lnTo>
                      <a:lnTo>
                        <a:pt x="54" y="6"/>
                      </a:lnTo>
                      <a:lnTo>
                        <a:pt x="52" y="6"/>
                      </a:lnTo>
                      <a:lnTo>
                        <a:pt x="52" y="6"/>
                      </a:lnTo>
                      <a:lnTo>
                        <a:pt x="50" y="8"/>
                      </a:lnTo>
                      <a:lnTo>
                        <a:pt x="50" y="8"/>
                      </a:lnTo>
                      <a:lnTo>
                        <a:pt x="48" y="10"/>
                      </a:lnTo>
                      <a:lnTo>
                        <a:pt x="46" y="10"/>
                      </a:lnTo>
                      <a:lnTo>
                        <a:pt x="44" y="12"/>
                      </a:lnTo>
                      <a:lnTo>
                        <a:pt x="46" y="16"/>
                      </a:lnTo>
                      <a:lnTo>
                        <a:pt x="46" y="16"/>
                      </a:lnTo>
                      <a:lnTo>
                        <a:pt x="44" y="16"/>
                      </a:lnTo>
                      <a:lnTo>
                        <a:pt x="44" y="18"/>
                      </a:lnTo>
                      <a:lnTo>
                        <a:pt x="44" y="18"/>
                      </a:lnTo>
                      <a:lnTo>
                        <a:pt x="42" y="12"/>
                      </a:lnTo>
                      <a:lnTo>
                        <a:pt x="42" y="12"/>
                      </a:lnTo>
                      <a:lnTo>
                        <a:pt x="40" y="8"/>
                      </a:lnTo>
                      <a:lnTo>
                        <a:pt x="40" y="8"/>
                      </a:lnTo>
                      <a:lnTo>
                        <a:pt x="38" y="10"/>
                      </a:lnTo>
                      <a:lnTo>
                        <a:pt x="38" y="10"/>
                      </a:lnTo>
                      <a:lnTo>
                        <a:pt x="38" y="16"/>
                      </a:lnTo>
                      <a:lnTo>
                        <a:pt x="38" y="24"/>
                      </a:lnTo>
                      <a:lnTo>
                        <a:pt x="38" y="24"/>
                      </a:lnTo>
                      <a:lnTo>
                        <a:pt x="34" y="22"/>
                      </a:lnTo>
                      <a:lnTo>
                        <a:pt x="32" y="22"/>
                      </a:lnTo>
                      <a:lnTo>
                        <a:pt x="32" y="22"/>
                      </a:lnTo>
                      <a:lnTo>
                        <a:pt x="32" y="28"/>
                      </a:lnTo>
                      <a:lnTo>
                        <a:pt x="32" y="28"/>
                      </a:lnTo>
                      <a:lnTo>
                        <a:pt x="28" y="30"/>
                      </a:lnTo>
                      <a:lnTo>
                        <a:pt x="28" y="30"/>
                      </a:lnTo>
                      <a:lnTo>
                        <a:pt x="28" y="26"/>
                      </a:lnTo>
                      <a:lnTo>
                        <a:pt x="28" y="26"/>
                      </a:lnTo>
                      <a:lnTo>
                        <a:pt x="28" y="20"/>
                      </a:lnTo>
                      <a:lnTo>
                        <a:pt x="28" y="18"/>
                      </a:lnTo>
                      <a:lnTo>
                        <a:pt x="28" y="16"/>
                      </a:lnTo>
                      <a:lnTo>
                        <a:pt x="28" y="16"/>
                      </a:lnTo>
                      <a:lnTo>
                        <a:pt x="28" y="14"/>
                      </a:lnTo>
                      <a:lnTo>
                        <a:pt x="28" y="12"/>
                      </a:lnTo>
                      <a:lnTo>
                        <a:pt x="26" y="12"/>
                      </a:lnTo>
                      <a:lnTo>
                        <a:pt x="26" y="12"/>
                      </a:lnTo>
                      <a:lnTo>
                        <a:pt x="26" y="10"/>
                      </a:lnTo>
                      <a:lnTo>
                        <a:pt x="26" y="10"/>
                      </a:lnTo>
                      <a:lnTo>
                        <a:pt x="24" y="6"/>
                      </a:lnTo>
                      <a:lnTo>
                        <a:pt x="24" y="6"/>
                      </a:lnTo>
                      <a:lnTo>
                        <a:pt x="16" y="6"/>
                      </a:lnTo>
                      <a:lnTo>
                        <a:pt x="16" y="8"/>
                      </a:lnTo>
                      <a:lnTo>
                        <a:pt x="16" y="8"/>
                      </a:lnTo>
                      <a:lnTo>
                        <a:pt x="20" y="10"/>
                      </a:lnTo>
                      <a:lnTo>
                        <a:pt x="20" y="10"/>
                      </a:lnTo>
                      <a:lnTo>
                        <a:pt x="20" y="14"/>
                      </a:lnTo>
                      <a:lnTo>
                        <a:pt x="22" y="16"/>
                      </a:lnTo>
                      <a:lnTo>
                        <a:pt x="20" y="16"/>
                      </a:lnTo>
                      <a:lnTo>
                        <a:pt x="20" y="16"/>
                      </a:lnTo>
                      <a:lnTo>
                        <a:pt x="18" y="14"/>
                      </a:lnTo>
                      <a:lnTo>
                        <a:pt x="18" y="14"/>
                      </a:lnTo>
                      <a:lnTo>
                        <a:pt x="14" y="12"/>
                      </a:lnTo>
                      <a:lnTo>
                        <a:pt x="12" y="8"/>
                      </a:lnTo>
                      <a:lnTo>
                        <a:pt x="12" y="8"/>
                      </a:lnTo>
                      <a:lnTo>
                        <a:pt x="12" y="8"/>
                      </a:lnTo>
                      <a:lnTo>
                        <a:pt x="12" y="8"/>
                      </a:lnTo>
                      <a:lnTo>
                        <a:pt x="10" y="6"/>
                      </a:lnTo>
                      <a:lnTo>
                        <a:pt x="10" y="10"/>
                      </a:lnTo>
                      <a:lnTo>
                        <a:pt x="10" y="10"/>
                      </a:lnTo>
                      <a:lnTo>
                        <a:pt x="10" y="10"/>
                      </a:lnTo>
                      <a:lnTo>
                        <a:pt x="10" y="10"/>
                      </a:lnTo>
                      <a:lnTo>
                        <a:pt x="10" y="10"/>
                      </a:lnTo>
                      <a:lnTo>
                        <a:pt x="10" y="10"/>
                      </a:lnTo>
                      <a:lnTo>
                        <a:pt x="10" y="10"/>
                      </a:lnTo>
                      <a:lnTo>
                        <a:pt x="6" y="12"/>
                      </a:lnTo>
                      <a:lnTo>
                        <a:pt x="6" y="12"/>
                      </a:lnTo>
                      <a:lnTo>
                        <a:pt x="8" y="12"/>
                      </a:lnTo>
                      <a:lnTo>
                        <a:pt x="10" y="12"/>
                      </a:lnTo>
                      <a:lnTo>
                        <a:pt x="10" y="12"/>
                      </a:lnTo>
                      <a:lnTo>
                        <a:pt x="10" y="18"/>
                      </a:lnTo>
                      <a:lnTo>
                        <a:pt x="8" y="20"/>
                      </a:lnTo>
                      <a:lnTo>
                        <a:pt x="8" y="20"/>
                      </a:lnTo>
                      <a:lnTo>
                        <a:pt x="4" y="26"/>
                      </a:lnTo>
                      <a:lnTo>
                        <a:pt x="4" y="26"/>
                      </a:lnTo>
                      <a:lnTo>
                        <a:pt x="2" y="26"/>
                      </a:lnTo>
                      <a:lnTo>
                        <a:pt x="0" y="24"/>
                      </a:lnTo>
                      <a:lnTo>
                        <a:pt x="0" y="28"/>
                      </a:lnTo>
                      <a:lnTo>
                        <a:pt x="0" y="28"/>
                      </a:lnTo>
                      <a:lnTo>
                        <a:pt x="4" y="28"/>
                      </a:lnTo>
                      <a:lnTo>
                        <a:pt x="4" y="28"/>
                      </a:lnTo>
                      <a:lnTo>
                        <a:pt x="4" y="28"/>
                      </a:lnTo>
                      <a:lnTo>
                        <a:pt x="6" y="28"/>
                      </a:lnTo>
                      <a:lnTo>
                        <a:pt x="6" y="28"/>
                      </a:lnTo>
                      <a:lnTo>
                        <a:pt x="8" y="26"/>
                      </a:lnTo>
                      <a:lnTo>
                        <a:pt x="8" y="26"/>
                      </a:lnTo>
                      <a:lnTo>
                        <a:pt x="16" y="22"/>
                      </a:lnTo>
                      <a:lnTo>
                        <a:pt x="16" y="22"/>
                      </a:lnTo>
                      <a:lnTo>
                        <a:pt x="18" y="24"/>
                      </a:lnTo>
                      <a:lnTo>
                        <a:pt x="18" y="24"/>
                      </a:lnTo>
                      <a:lnTo>
                        <a:pt x="20" y="24"/>
                      </a:lnTo>
                      <a:lnTo>
                        <a:pt x="20" y="26"/>
                      </a:lnTo>
                      <a:lnTo>
                        <a:pt x="16" y="26"/>
                      </a:lnTo>
                      <a:lnTo>
                        <a:pt x="16" y="26"/>
                      </a:lnTo>
                      <a:lnTo>
                        <a:pt x="18" y="32"/>
                      </a:lnTo>
                      <a:lnTo>
                        <a:pt x="18" y="32"/>
                      </a:lnTo>
                      <a:lnTo>
                        <a:pt x="20" y="30"/>
                      </a:lnTo>
                      <a:lnTo>
                        <a:pt x="20" y="30"/>
                      </a:lnTo>
                      <a:lnTo>
                        <a:pt x="20" y="30"/>
                      </a:lnTo>
                      <a:lnTo>
                        <a:pt x="20" y="32"/>
                      </a:lnTo>
                      <a:lnTo>
                        <a:pt x="20" y="34"/>
                      </a:lnTo>
                      <a:lnTo>
                        <a:pt x="20" y="34"/>
                      </a:lnTo>
                      <a:lnTo>
                        <a:pt x="14" y="32"/>
                      </a:lnTo>
                      <a:lnTo>
                        <a:pt x="14" y="32"/>
                      </a:lnTo>
                      <a:lnTo>
                        <a:pt x="12" y="34"/>
                      </a:lnTo>
                      <a:lnTo>
                        <a:pt x="8" y="38"/>
                      </a:lnTo>
                      <a:lnTo>
                        <a:pt x="8" y="38"/>
                      </a:lnTo>
                      <a:lnTo>
                        <a:pt x="4" y="38"/>
                      </a:lnTo>
                      <a:lnTo>
                        <a:pt x="4" y="38"/>
                      </a:lnTo>
                      <a:lnTo>
                        <a:pt x="4" y="40"/>
                      </a:lnTo>
                      <a:lnTo>
                        <a:pt x="4" y="42"/>
                      </a:lnTo>
                      <a:lnTo>
                        <a:pt x="4" y="42"/>
                      </a:lnTo>
                      <a:lnTo>
                        <a:pt x="8" y="42"/>
                      </a:lnTo>
                      <a:lnTo>
                        <a:pt x="10" y="40"/>
                      </a:lnTo>
                      <a:lnTo>
                        <a:pt x="10" y="40"/>
                      </a:lnTo>
                      <a:lnTo>
                        <a:pt x="18" y="42"/>
                      </a:lnTo>
                      <a:lnTo>
                        <a:pt x="18" y="42"/>
                      </a:lnTo>
                      <a:lnTo>
                        <a:pt x="20" y="46"/>
                      </a:lnTo>
                      <a:lnTo>
                        <a:pt x="20" y="46"/>
                      </a:lnTo>
                      <a:lnTo>
                        <a:pt x="20" y="46"/>
                      </a:lnTo>
                      <a:lnTo>
                        <a:pt x="22" y="46"/>
                      </a:lnTo>
                      <a:lnTo>
                        <a:pt x="22" y="46"/>
                      </a:lnTo>
                      <a:lnTo>
                        <a:pt x="22" y="50"/>
                      </a:lnTo>
                      <a:lnTo>
                        <a:pt x="22" y="52"/>
                      </a:lnTo>
                      <a:lnTo>
                        <a:pt x="22" y="52"/>
                      </a:lnTo>
                      <a:lnTo>
                        <a:pt x="22" y="56"/>
                      </a:lnTo>
                      <a:lnTo>
                        <a:pt x="22" y="56"/>
                      </a:lnTo>
                      <a:lnTo>
                        <a:pt x="18" y="56"/>
                      </a:lnTo>
                      <a:lnTo>
                        <a:pt x="14" y="58"/>
                      </a:lnTo>
                      <a:lnTo>
                        <a:pt x="14" y="60"/>
                      </a:lnTo>
                      <a:lnTo>
                        <a:pt x="14" y="60"/>
                      </a:lnTo>
                      <a:lnTo>
                        <a:pt x="22" y="60"/>
                      </a:lnTo>
                      <a:lnTo>
                        <a:pt x="30" y="58"/>
                      </a:lnTo>
                      <a:lnTo>
                        <a:pt x="30" y="60"/>
                      </a:lnTo>
                      <a:lnTo>
                        <a:pt x="30" y="60"/>
                      </a:lnTo>
                      <a:lnTo>
                        <a:pt x="32" y="60"/>
                      </a:lnTo>
                      <a:lnTo>
                        <a:pt x="34" y="60"/>
                      </a:lnTo>
                      <a:lnTo>
                        <a:pt x="34" y="62"/>
                      </a:lnTo>
                      <a:lnTo>
                        <a:pt x="34" y="62"/>
                      </a:lnTo>
                      <a:lnTo>
                        <a:pt x="40" y="64"/>
                      </a:lnTo>
                      <a:lnTo>
                        <a:pt x="42" y="64"/>
                      </a:lnTo>
                      <a:lnTo>
                        <a:pt x="42" y="64"/>
                      </a:lnTo>
                      <a:lnTo>
                        <a:pt x="38" y="70"/>
                      </a:lnTo>
                      <a:lnTo>
                        <a:pt x="38" y="70"/>
                      </a:lnTo>
                      <a:lnTo>
                        <a:pt x="42" y="68"/>
                      </a:lnTo>
                      <a:lnTo>
                        <a:pt x="42" y="68"/>
                      </a:lnTo>
                      <a:lnTo>
                        <a:pt x="48" y="70"/>
                      </a:lnTo>
                      <a:lnTo>
                        <a:pt x="50" y="72"/>
                      </a:lnTo>
                      <a:lnTo>
                        <a:pt x="54" y="70"/>
                      </a:lnTo>
                      <a:lnTo>
                        <a:pt x="54" y="70"/>
                      </a:lnTo>
                      <a:lnTo>
                        <a:pt x="56" y="68"/>
                      </a:lnTo>
                      <a:lnTo>
                        <a:pt x="56" y="68"/>
                      </a:lnTo>
                      <a:lnTo>
                        <a:pt x="56" y="68"/>
                      </a:lnTo>
                      <a:lnTo>
                        <a:pt x="56" y="70"/>
                      </a:lnTo>
                      <a:lnTo>
                        <a:pt x="58" y="70"/>
                      </a:lnTo>
                      <a:lnTo>
                        <a:pt x="58" y="70"/>
                      </a:lnTo>
                      <a:lnTo>
                        <a:pt x="60" y="68"/>
                      </a:lnTo>
                      <a:lnTo>
                        <a:pt x="60" y="68"/>
                      </a:lnTo>
                      <a:lnTo>
                        <a:pt x="60" y="64"/>
                      </a:lnTo>
                      <a:lnTo>
                        <a:pt x="60" y="62"/>
                      </a:lnTo>
                      <a:lnTo>
                        <a:pt x="60" y="62"/>
                      </a:lnTo>
                      <a:lnTo>
                        <a:pt x="60" y="58"/>
                      </a:lnTo>
                      <a:lnTo>
                        <a:pt x="60" y="58"/>
                      </a:lnTo>
                      <a:lnTo>
                        <a:pt x="64" y="60"/>
                      </a:lnTo>
                      <a:lnTo>
                        <a:pt x="68" y="62"/>
                      </a:lnTo>
                      <a:lnTo>
                        <a:pt x="68" y="62"/>
                      </a:lnTo>
                      <a:lnTo>
                        <a:pt x="70" y="62"/>
                      </a:lnTo>
                      <a:lnTo>
                        <a:pt x="70" y="62"/>
                      </a:lnTo>
                      <a:lnTo>
                        <a:pt x="70" y="58"/>
                      </a:lnTo>
                      <a:lnTo>
                        <a:pt x="72" y="58"/>
                      </a:lnTo>
                      <a:lnTo>
                        <a:pt x="72" y="58"/>
                      </a:lnTo>
                      <a:lnTo>
                        <a:pt x="76" y="60"/>
                      </a:lnTo>
                      <a:lnTo>
                        <a:pt x="76" y="60"/>
                      </a:lnTo>
                      <a:lnTo>
                        <a:pt x="80" y="54"/>
                      </a:lnTo>
                      <a:lnTo>
                        <a:pt x="80" y="54"/>
                      </a:lnTo>
                      <a:lnTo>
                        <a:pt x="84" y="52"/>
                      </a:lnTo>
                      <a:lnTo>
                        <a:pt x="88" y="52"/>
                      </a:lnTo>
                      <a:lnTo>
                        <a:pt x="88" y="52"/>
                      </a:lnTo>
                      <a:lnTo>
                        <a:pt x="90" y="48"/>
                      </a:lnTo>
                      <a:lnTo>
                        <a:pt x="90" y="48"/>
                      </a:lnTo>
                      <a:lnTo>
                        <a:pt x="92" y="48"/>
                      </a:lnTo>
                      <a:lnTo>
                        <a:pt x="92" y="48"/>
                      </a:lnTo>
                      <a:lnTo>
                        <a:pt x="94" y="40"/>
                      </a:lnTo>
                      <a:lnTo>
                        <a:pt x="94" y="40"/>
                      </a:lnTo>
                      <a:lnTo>
                        <a:pt x="98" y="40"/>
                      </a:lnTo>
                      <a:lnTo>
                        <a:pt x="98" y="38"/>
                      </a:lnTo>
                      <a:lnTo>
                        <a:pt x="98" y="36"/>
                      </a:lnTo>
                      <a:lnTo>
                        <a:pt x="98" y="36"/>
                      </a:lnTo>
                      <a:lnTo>
                        <a:pt x="98" y="36"/>
                      </a:lnTo>
                      <a:lnTo>
                        <a:pt x="100" y="36"/>
                      </a:lnTo>
                      <a:lnTo>
                        <a:pt x="98" y="38"/>
                      </a:lnTo>
                      <a:lnTo>
                        <a:pt x="98" y="38"/>
                      </a:lnTo>
                      <a:lnTo>
                        <a:pt x="100" y="38"/>
                      </a:lnTo>
                      <a:lnTo>
                        <a:pt x="102" y="38"/>
                      </a:lnTo>
                      <a:lnTo>
                        <a:pt x="102" y="38"/>
                      </a:lnTo>
                      <a:lnTo>
                        <a:pt x="104" y="36"/>
                      </a:lnTo>
                      <a:lnTo>
                        <a:pt x="102" y="34"/>
                      </a:lnTo>
                      <a:lnTo>
                        <a:pt x="104" y="32"/>
                      </a:lnTo>
                      <a:lnTo>
                        <a:pt x="104" y="32"/>
                      </a:lnTo>
                      <a:lnTo>
                        <a:pt x="102" y="32"/>
                      </a:lnTo>
                      <a:lnTo>
                        <a:pt x="102" y="30"/>
                      </a:lnTo>
                      <a:lnTo>
                        <a:pt x="102" y="30"/>
                      </a:lnTo>
                      <a:lnTo>
                        <a:pt x="102" y="28"/>
                      </a:lnTo>
                      <a:lnTo>
                        <a:pt x="102" y="26"/>
                      </a:lnTo>
                      <a:lnTo>
                        <a:pt x="102" y="26"/>
                      </a:lnTo>
                      <a:lnTo>
                        <a:pt x="100" y="22"/>
                      </a:lnTo>
                      <a:lnTo>
                        <a:pt x="100" y="22"/>
                      </a:lnTo>
                      <a:lnTo>
                        <a:pt x="100" y="22"/>
                      </a:lnTo>
                      <a:lnTo>
                        <a:pt x="98" y="24"/>
                      </a:lnTo>
                      <a:lnTo>
                        <a:pt x="98" y="22"/>
                      </a:lnTo>
                      <a:lnTo>
                        <a:pt x="98" y="22"/>
                      </a:lnTo>
                      <a:lnTo>
                        <a:pt x="96" y="20"/>
                      </a:lnTo>
                      <a:lnTo>
                        <a:pt x="94" y="20"/>
                      </a:lnTo>
                      <a:lnTo>
                        <a:pt x="94" y="20"/>
                      </a:lnTo>
                      <a:lnTo>
                        <a:pt x="92" y="22"/>
                      </a:lnTo>
                      <a:lnTo>
                        <a:pt x="92" y="22"/>
                      </a:lnTo>
                      <a:lnTo>
                        <a:pt x="92" y="14"/>
                      </a:lnTo>
                      <a:lnTo>
                        <a:pt x="92" y="14"/>
                      </a:lnTo>
                      <a:lnTo>
                        <a:pt x="90" y="12"/>
                      </a:lnTo>
                      <a:lnTo>
                        <a:pt x="90" y="12"/>
                      </a:lnTo>
                      <a:lnTo>
                        <a:pt x="90" y="8"/>
                      </a:lnTo>
                      <a:lnTo>
                        <a:pt x="90" y="8"/>
                      </a:lnTo>
                      <a:lnTo>
                        <a:pt x="94" y="6"/>
                      </a:lnTo>
                      <a:lnTo>
                        <a:pt x="94" y="6"/>
                      </a:lnTo>
                      <a:lnTo>
                        <a:pt x="96" y="4"/>
                      </a:lnTo>
                      <a:lnTo>
                        <a:pt x="96" y="4"/>
                      </a:lnTo>
                      <a:lnTo>
                        <a:pt x="88" y="6"/>
                      </a:lnTo>
                      <a:lnTo>
                        <a:pt x="88" y="6"/>
                      </a:lnTo>
                      <a:lnTo>
                        <a:pt x="88" y="8"/>
                      </a:lnTo>
                      <a:lnTo>
                        <a:pt x="86" y="8"/>
                      </a:lnTo>
                      <a:lnTo>
                        <a:pt x="86" y="8"/>
                      </a:lnTo>
                      <a:lnTo>
                        <a:pt x="82" y="0"/>
                      </a:lnTo>
                      <a:lnTo>
                        <a:pt x="82" y="0"/>
                      </a:lnTo>
                      <a:lnTo>
                        <a:pt x="80" y="0"/>
                      </a:lnTo>
                      <a:lnTo>
                        <a:pt x="8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75" name="Group 674">
                <a:extLst>
                  <a:ext uri="{FF2B5EF4-FFF2-40B4-BE49-F238E27FC236}">
                    <a16:creationId xmlns:a16="http://schemas.microsoft.com/office/drawing/2014/main" id="{4ADB1748-A463-5543-A1B5-058E7FA486D7}"/>
                  </a:ext>
                </a:extLst>
              </p:cNvPr>
              <p:cNvGrpSpPr/>
              <p:nvPr/>
            </p:nvGrpSpPr>
            <p:grpSpPr>
              <a:xfrm>
                <a:off x="5631334" y="1640412"/>
                <a:ext cx="2573326" cy="1557831"/>
                <a:chOff x="5631334" y="1640412"/>
                <a:chExt cx="2573326" cy="1557831"/>
              </a:xfrm>
              <a:grpFill/>
            </p:grpSpPr>
            <p:sp>
              <p:nvSpPr>
                <p:cNvPr id="676" name="Freeform 291">
                  <a:extLst>
                    <a:ext uri="{FF2B5EF4-FFF2-40B4-BE49-F238E27FC236}">
                      <a16:creationId xmlns:a16="http://schemas.microsoft.com/office/drawing/2014/main" id="{8C60473A-7861-9949-97F2-44A2B654263D}"/>
                    </a:ext>
                  </a:extLst>
                </p:cNvPr>
                <p:cNvSpPr>
                  <a:spLocks/>
                </p:cNvSpPr>
                <p:nvPr/>
              </p:nvSpPr>
              <p:spPr bwMode="auto">
                <a:xfrm>
                  <a:off x="6384743" y="2785757"/>
                  <a:ext cx="133070" cy="156184"/>
                </a:xfrm>
                <a:custGeom>
                  <a:avLst/>
                  <a:gdLst>
                    <a:gd name="T0" fmla="*/ 68 w 68"/>
                    <a:gd name="T1" fmla="*/ 28 h 78"/>
                    <a:gd name="T2" fmla="*/ 62 w 68"/>
                    <a:gd name="T3" fmla="*/ 26 h 78"/>
                    <a:gd name="T4" fmla="*/ 60 w 68"/>
                    <a:gd name="T5" fmla="*/ 22 h 78"/>
                    <a:gd name="T6" fmla="*/ 64 w 68"/>
                    <a:gd name="T7" fmla="*/ 20 h 78"/>
                    <a:gd name="T8" fmla="*/ 66 w 68"/>
                    <a:gd name="T9" fmla="*/ 20 h 78"/>
                    <a:gd name="T10" fmla="*/ 64 w 68"/>
                    <a:gd name="T11" fmla="*/ 18 h 78"/>
                    <a:gd name="T12" fmla="*/ 56 w 68"/>
                    <a:gd name="T13" fmla="*/ 14 h 78"/>
                    <a:gd name="T14" fmla="*/ 56 w 68"/>
                    <a:gd name="T15" fmla="*/ 16 h 78"/>
                    <a:gd name="T16" fmla="*/ 52 w 68"/>
                    <a:gd name="T17" fmla="*/ 20 h 78"/>
                    <a:gd name="T18" fmla="*/ 50 w 68"/>
                    <a:gd name="T19" fmla="*/ 18 h 78"/>
                    <a:gd name="T20" fmla="*/ 46 w 68"/>
                    <a:gd name="T21" fmla="*/ 14 h 78"/>
                    <a:gd name="T22" fmla="*/ 42 w 68"/>
                    <a:gd name="T23" fmla="*/ 14 h 78"/>
                    <a:gd name="T24" fmla="*/ 44 w 68"/>
                    <a:gd name="T25" fmla="*/ 10 h 78"/>
                    <a:gd name="T26" fmla="*/ 40 w 68"/>
                    <a:gd name="T27" fmla="*/ 4 h 78"/>
                    <a:gd name="T28" fmla="*/ 36 w 68"/>
                    <a:gd name="T29" fmla="*/ 0 h 78"/>
                    <a:gd name="T30" fmla="*/ 30 w 68"/>
                    <a:gd name="T31" fmla="*/ 0 h 78"/>
                    <a:gd name="T32" fmla="*/ 20 w 68"/>
                    <a:gd name="T33" fmla="*/ 4 h 78"/>
                    <a:gd name="T34" fmla="*/ 18 w 68"/>
                    <a:gd name="T35" fmla="*/ 6 h 78"/>
                    <a:gd name="T36" fmla="*/ 14 w 68"/>
                    <a:gd name="T37" fmla="*/ 8 h 78"/>
                    <a:gd name="T38" fmla="*/ 12 w 68"/>
                    <a:gd name="T39" fmla="*/ 12 h 78"/>
                    <a:gd name="T40" fmla="*/ 12 w 68"/>
                    <a:gd name="T41" fmla="*/ 14 h 78"/>
                    <a:gd name="T42" fmla="*/ 14 w 68"/>
                    <a:gd name="T43" fmla="*/ 18 h 78"/>
                    <a:gd name="T44" fmla="*/ 12 w 68"/>
                    <a:gd name="T45" fmla="*/ 22 h 78"/>
                    <a:gd name="T46" fmla="*/ 12 w 68"/>
                    <a:gd name="T47" fmla="*/ 26 h 78"/>
                    <a:gd name="T48" fmla="*/ 16 w 68"/>
                    <a:gd name="T49" fmla="*/ 30 h 78"/>
                    <a:gd name="T50" fmla="*/ 16 w 68"/>
                    <a:gd name="T51" fmla="*/ 32 h 78"/>
                    <a:gd name="T52" fmla="*/ 10 w 68"/>
                    <a:gd name="T53" fmla="*/ 34 h 78"/>
                    <a:gd name="T54" fmla="*/ 12 w 68"/>
                    <a:gd name="T55" fmla="*/ 36 h 78"/>
                    <a:gd name="T56" fmla="*/ 16 w 68"/>
                    <a:gd name="T57" fmla="*/ 38 h 78"/>
                    <a:gd name="T58" fmla="*/ 16 w 68"/>
                    <a:gd name="T59" fmla="*/ 40 h 78"/>
                    <a:gd name="T60" fmla="*/ 10 w 68"/>
                    <a:gd name="T61" fmla="*/ 44 h 78"/>
                    <a:gd name="T62" fmla="*/ 8 w 68"/>
                    <a:gd name="T63" fmla="*/ 48 h 78"/>
                    <a:gd name="T64" fmla="*/ 2 w 68"/>
                    <a:gd name="T65" fmla="*/ 50 h 78"/>
                    <a:gd name="T66" fmla="*/ 0 w 68"/>
                    <a:gd name="T67" fmla="*/ 54 h 78"/>
                    <a:gd name="T68" fmla="*/ 0 w 68"/>
                    <a:gd name="T69" fmla="*/ 58 h 78"/>
                    <a:gd name="T70" fmla="*/ 2 w 68"/>
                    <a:gd name="T71" fmla="*/ 66 h 78"/>
                    <a:gd name="T72" fmla="*/ 4 w 68"/>
                    <a:gd name="T73" fmla="*/ 66 h 78"/>
                    <a:gd name="T74" fmla="*/ 10 w 68"/>
                    <a:gd name="T75" fmla="*/ 72 h 78"/>
                    <a:gd name="T76" fmla="*/ 12 w 68"/>
                    <a:gd name="T77" fmla="*/ 66 h 78"/>
                    <a:gd name="T78" fmla="*/ 22 w 68"/>
                    <a:gd name="T79" fmla="*/ 68 h 78"/>
                    <a:gd name="T80" fmla="*/ 30 w 68"/>
                    <a:gd name="T81" fmla="*/ 70 h 78"/>
                    <a:gd name="T82" fmla="*/ 32 w 68"/>
                    <a:gd name="T83" fmla="*/ 78 h 78"/>
                    <a:gd name="T84" fmla="*/ 42 w 68"/>
                    <a:gd name="T85" fmla="*/ 70 h 78"/>
                    <a:gd name="T86" fmla="*/ 46 w 68"/>
                    <a:gd name="T87" fmla="*/ 68 h 78"/>
                    <a:gd name="T88" fmla="*/ 54 w 68"/>
                    <a:gd name="T89" fmla="*/ 68 h 78"/>
                    <a:gd name="T90" fmla="*/ 62 w 68"/>
                    <a:gd name="T91" fmla="*/ 64 h 78"/>
                    <a:gd name="T92" fmla="*/ 62 w 68"/>
                    <a:gd name="T93" fmla="*/ 64 h 78"/>
                    <a:gd name="T94" fmla="*/ 64 w 68"/>
                    <a:gd name="T95" fmla="*/ 60 h 78"/>
                    <a:gd name="T96" fmla="*/ 68 w 68"/>
                    <a:gd name="T97" fmla="*/ 52 h 78"/>
                    <a:gd name="T98" fmla="*/ 68 w 68"/>
                    <a:gd name="T99" fmla="*/ 52 h 78"/>
                    <a:gd name="T100" fmla="*/ 60 w 68"/>
                    <a:gd name="T101" fmla="*/ 48 h 78"/>
                    <a:gd name="T102" fmla="*/ 58 w 68"/>
                    <a:gd name="T103" fmla="*/ 44 h 78"/>
                    <a:gd name="T104" fmla="*/ 60 w 68"/>
                    <a:gd name="T105" fmla="*/ 40 h 78"/>
                    <a:gd name="T106" fmla="*/ 64 w 68"/>
                    <a:gd name="T107" fmla="*/ 36 h 78"/>
                    <a:gd name="T108" fmla="*/ 68 w 68"/>
                    <a:gd name="T109" fmla="*/ 32 h 78"/>
                    <a:gd name="T110" fmla="*/ 68 w 68"/>
                    <a:gd name="T111" fmla="*/ 2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8" h="78">
                      <a:moveTo>
                        <a:pt x="68" y="28"/>
                      </a:moveTo>
                      <a:lnTo>
                        <a:pt x="68" y="28"/>
                      </a:lnTo>
                      <a:lnTo>
                        <a:pt x="66" y="28"/>
                      </a:lnTo>
                      <a:lnTo>
                        <a:pt x="62" y="26"/>
                      </a:lnTo>
                      <a:lnTo>
                        <a:pt x="62" y="26"/>
                      </a:lnTo>
                      <a:lnTo>
                        <a:pt x="60" y="22"/>
                      </a:lnTo>
                      <a:lnTo>
                        <a:pt x="60" y="20"/>
                      </a:lnTo>
                      <a:lnTo>
                        <a:pt x="64" y="20"/>
                      </a:lnTo>
                      <a:lnTo>
                        <a:pt x="64" y="20"/>
                      </a:lnTo>
                      <a:lnTo>
                        <a:pt x="66" y="20"/>
                      </a:lnTo>
                      <a:lnTo>
                        <a:pt x="64" y="18"/>
                      </a:lnTo>
                      <a:lnTo>
                        <a:pt x="64" y="18"/>
                      </a:lnTo>
                      <a:lnTo>
                        <a:pt x="60" y="14"/>
                      </a:lnTo>
                      <a:lnTo>
                        <a:pt x="56" y="14"/>
                      </a:lnTo>
                      <a:lnTo>
                        <a:pt x="56" y="16"/>
                      </a:lnTo>
                      <a:lnTo>
                        <a:pt x="56" y="16"/>
                      </a:lnTo>
                      <a:lnTo>
                        <a:pt x="54" y="18"/>
                      </a:lnTo>
                      <a:lnTo>
                        <a:pt x="52" y="20"/>
                      </a:lnTo>
                      <a:lnTo>
                        <a:pt x="50" y="18"/>
                      </a:lnTo>
                      <a:lnTo>
                        <a:pt x="50" y="18"/>
                      </a:lnTo>
                      <a:lnTo>
                        <a:pt x="48" y="14"/>
                      </a:lnTo>
                      <a:lnTo>
                        <a:pt x="46" y="14"/>
                      </a:lnTo>
                      <a:lnTo>
                        <a:pt x="46" y="14"/>
                      </a:lnTo>
                      <a:lnTo>
                        <a:pt x="42" y="14"/>
                      </a:lnTo>
                      <a:lnTo>
                        <a:pt x="44" y="10"/>
                      </a:lnTo>
                      <a:lnTo>
                        <a:pt x="44" y="10"/>
                      </a:lnTo>
                      <a:lnTo>
                        <a:pt x="42" y="6"/>
                      </a:lnTo>
                      <a:lnTo>
                        <a:pt x="40" y="4"/>
                      </a:lnTo>
                      <a:lnTo>
                        <a:pt x="36" y="0"/>
                      </a:lnTo>
                      <a:lnTo>
                        <a:pt x="36" y="0"/>
                      </a:lnTo>
                      <a:lnTo>
                        <a:pt x="30" y="0"/>
                      </a:lnTo>
                      <a:lnTo>
                        <a:pt x="30" y="0"/>
                      </a:lnTo>
                      <a:lnTo>
                        <a:pt x="24" y="0"/>
                      </a:lnTo>
                      <a:lnTo>
                        <a:pt x="20" y="4"/>
                      </a:lnTo>
                      <a:lnTo>
                        <a:pt x="20" y="4"/>
                      </a:lnTo>
                      <a:lnTo>
                        <a:pt x="18" y="6"/>
                      </a:lnTo>
                      <a:lnTo>
                        <a:pt x="14" y="8"/>
                      </a:lnTo>
                      <a:lnTo>
                        <a:pt x="14" y="8"/>
                      </a:lnTo>
                      <a:lnTo>
                        <a:pt x="12" y="10"/>
                      </a:lnTo>
                      <a:lnTo>
                        <a:pt x="12" y="12"/>
                      </a:lnTo>
                      <a:lnTo>
                        <a:pt x="12" y="14"/>
                      </a:lnTo>
                      <a:lnTo>
                        <a:pt x="12" y="14"/>
                      </a:lnTo>
                      <a:lnTo>
                        <a:pt x="14" y="16"/>
                      </a:lnTo>
                      <a:lnTo>
                        <a:pt x="14" y="18"/>
                      </a:lnTo>
                      <a:lnTo>
                        <a:pt x="12" y="22"/>
                      </a:lnTo>
                      <a:lnTo>
                        <a:pt x="12" y="22"/>
                      </a:lnTo>
                      <a:lnTo>
                        <a:pt x="12" y="26"/>
                      </a:lnTo>
                      <a:lnTo>
                        <a:pt x="12" y="26"/>
                      </a:lnTo>
                      <a:lnTo>
                        <a:pt x="14" y="30"/>
                      </a:lnTo>
                      <a:lnTo>
                        <a:pt x="16" y="30"/>
                      </a:lnTo>
                      <a:lnTo>
                        <a:pt x="16" y="32"/>
                      </a:lnTo>
                      <a:lnTo>
                        <a:pt x="16" y="32"/>
                      </a:lnTo>
                      <a:lnTo>
                        <a:pt x="14" y="34"/>
                      </a:lnTo>
                      <a:lnTo>
                        <a:pt x="10" y="34"/>
                      </a:lnTo>
                      <a:lnTo>
                        <a:pt x="10" y="34"/>
                      </a:lnTo>
                      <a:lnTo>
                        <a:pt x="12" y="36"/>
                      </a:lnTo>
                      <a:lnTo>
                        <a:pt x="14" y="38"/>
                      </a:lnTo>
                      <a:lnTo>
                        <a:pt x="16" y="38"/>
                      </a:lnTo>
                      <a:lnTo>
                        <a:pt x="16" y="40"/>
                      </a:lnTo>
                      <a:lnTo>
                        <a:pt x="16" y="40"/>
                      </a:lnTo>
                      <a:lnTo>
                        <a:pt x="14" y="42"/>
                      </a:lnTo>
                      <a:lnTo>
                        <a:pt x="10" y="44"/>
                      </a:lnTo>
                      <a:lnTo>
                        <a:pt x="10" y="44"/>
                      </a:lnTo>
                      <a:lnTo>
                        <a:pt x="8" y="48"/>
                      </a:lnTo>
                      <a:lnTo>
                        <a:pt x="8" y="48"/>
                      </a:lnTo>
                      <a:lnTo>
                        <a:pt x="2" y="50"/>
                      </a:lnTo>
                      <a:lnTo>
                        <a:pt x="2" y="50"/>
                      </a:lnTo>
                      <a:lnTo>
                        <a:pt x="0" y="54"/>
                      </a:lnTo>
                      <a:lnTo>
                        <a:pt x="0" y="58"/>
                      </a:lnTo>
                      <a:lnTo>
                        <a:pt x="0" y="58"/>
                      </a:lnTo>
                      <a:lnTo>
                        <a:pt x="0" y="62"/>
                      </a:lnTo>
                      <a:lnTo>
                        <a:pt x="2" y="66"/>
                      </a:lnTo>
                      <a:lnTo>
                        <a:pt x="2" y="66"/>
                      </a:lnTo>
                      <a:lnTo>
                        <a:pt x="4" y="66"/>
                      </a:lnTo>
                      <a:lnTo>
                        <a:pt x="4" y="66"/>
                      </a:lnTo>
                      <a:lnTo>
                        <a:pt x="10" y="72"/>
                      </a:lnTo>
                      <a:lnTo>
                        <a:pt x="10" y="72"/>
                      </a:lnTo>
                      <a:lnTo>
                        <a:pt x="12" y="66"/>
                      </a:lnTo>
                      <a:lnTo>
                        <a:pt x="20" y="62"/>
                      </a:lnTo>
                      <a:lnTo>
                        <a:pt x="22" y="68"/>
                      </a:lnTo>
                      <a:lnTo>
                        <a:pt x="24" y="64"/>
                      </a:lnTo>
                      <a:lnTo>
                        <a:pt x="30" y="70"/>
                      </a:lnTo>
                      <a:lnTo>
                        <a:pt x="32" y="78"/>
                      </a:lnTo>
                      <a:lnTo>
                        <a:pt x="32" y="78"/>
                      </a:lnTo>
                      <a:lnTo>
                        <a:pt x="38" y="72"/>
                      </a:lnTo>
                      <a:lnTo>
                        <a:pt x="42" y="70"/>
                      </a:lnTo>
                      <a:lnTo>
                        <a:pt x="44" y="74"/>
                      </a:lnTo>
                      <a:lnTo>
                        <a:pt x="46" y="68"/>
                      </a:lnTo>
                      <a:lnTo>
                        <a:pt x="50" y="68"/>
                      </a:lnTo>
                      <a:lnTo>
                        <a:pt x="54" y="68"/>
                      </a:lnTo>
                      <a:lnTo>
                        <a:pt x="60" y="66"/>
                      </a:lnTo>
                      <a:lnTo>
                        <a:pt x="62" y="64"/>
                      </a:lnTo>
                      <a:lnTo>
                        <a:pt x="62" y="64"/>
                      </a:lnTo>
                      <a:lnTo>
                        <a:pt x="62" y="64"/>
                      </a:lnTo>
                      <a:lnTo>
                        <a:pt x="64" y="60"/>
                      </a:lnTo>
                      <a:lnTo>
                        <a:pt x="64" y="60"/>
                      </a:lnTo>
                      <a:lnTo>
                        <a:pt x="68" y="54"/>
                      </a:lnTo>
                      <a:lnTo>
                        <a:pt x="68" y="52"/>
                      </a:lnTo>
                      <a:lnTo>
                        <a:pt x="68" y="52"/>
                      </a:lnTo>
                      <a:lnTo>
                        <a:pt x="68" y="52"/>
                      </a:lnTo>
                      <a:lnTo>
                        <a:pt x="62" y="50"/>
                      </a:lnTo>
                      <a:lnTo>
                        <a:pt x="60" y="48"/>
                      </a:lnTo>
                      <a:lnTo>
                        <a:pt x="60" y="48"/>
                      </a:lnTo>
                      <a:lnTo>
                        <a:pt x="58" y="44"/>
                      </a:lnTo>
                      <a:lnTo>
                        <a:pt x="60" y="40"/>
                      </a:lnTo>
                      <a:lnTo>
                        <a:pt x="60" y="40"/>
                      </a:lnTo>
                      <a:lnTo>
                        <a:pt x="60" y="38"/>
                      </a:lnTo>
                      <a:lnTo>
                        <a:pt x="64" y="36"/>
                      </a:lnTo>
                      <a:lnTo>
                        <a:pt x="64" y="36"/>
                      </a:lnTo>
                      <a:lnTo>
                        <a:pt x="68" y="32"/>
                      </a:lnTo>
                      <a:lnTo>
                        <a:pt x="68" y="28"/>
                      </a:lnTo>
                      <a:lnTo>
                        <a:pt x="68"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7" name="Freeform 296">
                  <a:extLst>
                    <a:ext uri="{FF2B5EF4-FFF2-40B4-BE49-F238E27FC236}">
                      <a16:creationId xmlns:a16="http://schemas.microsoft.com/office/drawing/2014/main" id="{44BE2636-EFEA-FB47-8131-B7E59CA0AD51}"/>
                    </a:ext>
                  </a:extLst>
                </p:cNvPr>
                <p:cNvSpPr>
                  <a:spLocks/>
                </p:cNvSpPr>
                <p:nvPr/>
              </p:nvSpPr>
              <p:spPr bwMode="auto">
                <a:xfrm>
                  <a:off x="7367106" y="2793767"/>
                  <a:ext cx="434432" cy="320376"/>
                </a:xfrm>
                <a:custGeom>
                  <a:avLst/>
                  <a:gdLst>
                    <a:gd name="T0" fmla="*/ 194 w 222"/>
                    <a:gd name="T1" fmla="*/ 60 h 160"/>
                    <a:gd name="T2" fmla="*/ 178 w 222"/>
                    <a:gd name="T3" fmla="*/ 64 h 160"/>
                    <a:gd name="T4" fmla="*/ 170 w 222"/>
                    <a:gd name="T5" fmla="*/ 70 h 160"/>
                    <a:gd name="T6" fmla="*/ 166 w 222"/>
                    <a:gd name="T7" fmla="*/ 78 h 160"/>
                    <a:gd name="T8" fmla="*/ 152 w 222"/>
                    <a:gd name="T9" fmla="*/ 86 h 160"/>
                    <a:gd name="T10" fmla="*/ 146 w 222"/>
                    <a:gd name="T11" fmla="*/ 76 h 160"/>
                    <a:gd name="T12" fmla="*/ 130 w 222"/>
                    <a:gd name="T13" fmla="*/ 74 h 160"/>
                    <a:gd name="T14" fmla="*/ 128 w 222"/>
                    <a:gd name="T15" fmla="*/ 68 h 160"/>
                    <a:gd name="T16" fmla="*/ 126 w 222"/>
                    <a:gd name="T17" fmla="*/ 62 h 160"/>
                    <a:gd name="T18" fmla="*/ 114 w 222"/>
                    <a:gd name="T19" fmla="*/ 60 h 160"/>
                    <a:gd name="T20" fmla="*/ 92 w 222"/>
                    <a:gd name="T21" fmla="*/ 52 h 160"/>
                    <a:gd name="T22" fmla="*/ 76 w 222"/>
                    <a:gd name="T23" fmla="*/ 36 h 160"/>
                    <a:gd name="T24" fmla="*/ 66 w 222"/>
                    <a:gd name="T25" fmla="*/ 34 h 160"/>
                    <a:gd name="T26" fmla="*/ 50 w 222"/>
                    <a:gd name="T27" fmla="*/ 42 h 160"/>
                    <a:gd name="T28" fmla="*/ 48 w 222"/>
                    <a:gd name="T29" fmla="*/ 36 h 160"/>
                    <a:gd name="T30" fmla="*/ 40 w 222"/>
                    <a:gd name="T31" fmla="*/ 44 h 160"/>
                    <a:gd name="T32" fmla="*/ 44 w 222"/>
                    <a:gd name="T33" fmla="*/ 34 h 160"/>
                    <a:gd name="T34" fmla="*/ 30 w 222"/>
                    <a:gd name="T35" fmla="*/ 30 h 160"/>
                    <a:gd name="T36" fmla="*/ 30 w 222"/>
                    <a:gd name="T37" fmla="*/ 26 h 160"/>
                    <a:gd name="T38" fmla="*/ 30 w 222"/>
                    <a:gd name="T39" fmla="*/ 16 h 160"/>
                    <a:gd name="T40" fmla="*/ 34 w 222"/>
                    <a:gd name="T41" fmla="*/ 2 h 160"/>
                    <a:gd name="T42" fmla="*/ 16 w 222"/>
                    <a:gd name="T43" fmla="*/ 2 h 160"/>
                    <a:gd name="T44" fmla="*/ 14 w 222"/>
                    <a:gd name="T45" fmla="*/ 74 h 160"/>
                    <a:gd name="T46" fmla="*/ 22 w 222"/>
                    <a:gd name="T47" fmla="*/ 60 h 160"/>
                    <a:gd name="T48" fmla="*/ 38 w 222"/>
                    <a:gd name="T49" fmla="*/ 62 h 160"/>
                    <a:gd name="T50" fmla="*/ 48 w 222"/>
                    <a:gd name="T51" fmla="*/ 86 h 160"/>
                    <a:gd name="T52" fmla="*/ 78 w 222"/>
                    <a:gd name="T53" fmla="*/ 82 h 160"/>
                    <a:gd name="T54" fmla="*/ 92 w 222"/>
                    <a:gd name="T55" fmla="*/ 112 h 160"/>
                    <a:gd name="T56" fmla="*/ 120 w 222"/>
                    <a:gd name="T57" fmla="*/ 128 h 160"/>
                    <a:gd name="T58" fmla="*/ 142 w 222"/>
                    <a:gd name="T59" fmla="*/ 138 h 160"/>
                    <a:gd name="T60" fmla="*/ 144 w 222"/>
                    <a:gd name="T61" fmla="*/ 160 h 160"/>
                    <a:gd name="T62" fmla="*/ 158 w 222"/>
                    <a:gd name="T63" fmla="*/ 150 h 160"/>
                    <a:gd name="T64" fmla="*/ 162 w 222"/>
                    <a:gd name="T65" fmla="*/ 140 h 160"/>
                    <a:gd name="T66" fmla="*/ 164 w 222"/>
                    <a:gd name="T67" fmla="*/ 130 h 160"/>
                    <a:gd name="T68" fmla="*/ 154 w 222"/>
                    <a:gd name="T69" fmla="*/ 128 h 160"/>
                    <a:gd name="T70" fmla="*/ 152 w 222"/>
                    <a:gd name="T71" fmla="*/ 116 h 160"/>
                    <a:gd name="T72" fmla="*/ 158 w 222"/>
                    <a:gd name="T73" fmla="*/ 118 h 160"/>
                    <a:gd name="T74" fmla="*/ 168 w 222"/>
                    <a:gd name="T75" fmla="*/ 112 h 160"/>
                    <a:gd name="T76" fmla="*/ 168 w 222"/>
                    <a:gd name="T77" fmla="*/ 110 h 160"/>
                    <a:gd name="T78" fmla="*/ 174 w 222"/>
                    <a:gd name="T79" fmla="*/ 100 h 160"/>
                    <a:gd name="T80" fmla="*/ 170 w 222"/>
                    <a:gd name="T81" fmla="*/ 90 h 160"/>
                    <a:gd name="T82" fmla="*/ 176 w 222"/>
                    <a:gd name="T83" fmla="*/ 88 h 160"/>
                    <a:gd name="T84" fmla="*/ 186 w 222"/>
                    <a:gd name="T85" fmla="*/ 92 h 160"/>
                    <a:gd name="T86" fmla="*/ 196 w 222"/>
                    <a:gd name="T87" fmla="*/ 94 h 160"/>
                    <a:gd name="T88" fmla="*/ 194 w 222"/>
                    <a:gd name="T89" fmla="*/ 104 h 160"/>
                    <a:gd name="T90" fmla="*/ 202 w 222"/>
                    <a:gd name="T91" fmla="*/ 100 h 160"/>
                    <a:gd name="T92" fmla="*/ 214 w 222"/>
                    <a:gd name="T93" fmla="*/ 96 h 160"/>
                    <a:gd name="T94" fmla="*/ 218 w 222"/>
                    <a:gd name="T95" fmla="*/ 86 h 160"/>
                    <a:gd name="T96" fmla="*/ 206 w 222"/>
                    <a:gd name="T97" fmla="*/ 82 h 160"/>
                    <a:gd name="T98" fmla="*/ 202 w 222"/>
                    <a:gd name="T99" fmla="*/ 76 h 160"/>
                    <a:gd name="T100" fmla="*/ 192 w 222"/>
                    <a:gd name="T101" fmla="*/ 74 h 160"/>
                    <a:gd name="T102" fmla="*/ 194 w 222"/>
                    <a:gd name="T103" fmla="*/ 70 h 160"/>
                    <a:gd name="T104" fmla="*/ 200 w 222"/>
                    <a:gd name="T105" fmla="*/ 60 h 160"/>
                    <a:gd name="T106" fmla="*/ 200 w 222"/>
                    <a:gd name="T107" fmla="*/ 5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2" h="160">
                      <a:moveTo>
                        <a:pt x="200" y="58"/>
                      </a:moveTo>
                      <a:lnTo>
                        <a:pt x="200" y="58"/>
                      </a:lnTo>
                      <a:lnTo>
                        <a:pt x="198" y="58"/>
                      </a:lnTo>
                      <a:lnTo>
                        <a:pt x="194" y="60"/>
                      </a:lnTo>
                      <a:lnTo>
                        <a:pt x="194" y="60"/>
                      </a:lnTo>
                      <a:lnTo>
                        <a:pt x="190" y="62"/>
                      </a:lnTo>
                      <a:lnTo>
                        <a:pt x="186" y="62"/>
                      </a:lnTo>
                      <a:lnTo>
                        <a:pt x="186" y="62"/>
                      </a:lnTo>
                      <a:lnTo>
                        <a:pt x="180" y="64"/>
                      </a:lnTo>
                      <a:lnTo>
                        <a:pt x="178" y="64"/>
                      </a:lnTo>
                      <a:lnTo>
                        <a:pt x="178" y="66"/>
                      </a:lnTo>
                      <a:lnTo>
                        <a:pt x="178" y="66"/>
                      </a:lnTo>
                      <a:lnTo>
                        <a:pt x="176" y="68"/>
                      </a:lnTo>
                      <a:lnTo>
                        <a:pt x="174" y="68"/>
                      </a:lnTo>
                      <a:lnTo>
                        <a:pt x="170" y="70"/>
                      </a:lnTo>
                      <a:lnTo>
                        <a:pt x="170" y="70"/>
                      </a:lnTo>
                      <a:lnTo>
                        <a:pt x="168" y="72"/>
                      </a:lnTo>
                      <a:lnTo>
                        <a:pt x="166" y="74"/>
                      </a:lnTo>
                      <a:lnTo>
                        <a:pt x="166" y="78"/>
                      </a:lnTo>
                      <a:lnTo>
                        <a:pt x="166" y="78"/>
                      </a:lnTo>
                      <a:lnTo>
                        <a:pt x="158" y="80"/>
                      </a:lnTo>
                      <a:lnTo>
                        <a:pt x="158" y="84"/>
                      </a:lnTo>
                      <a:lnTo>
                        <a:pt x="158" y="84"/>
                      </a:lnTo>
                      <a:lnTo>
                        <a:pt x="152" y="86"/>
                      </a:lnTo>
                      <a:lnTo>
                        <a:pt x="152" y="86"/>
                      </a:lnTo>
                      <a:lnTo>
                        <a:pt x="152" y="86"/>
                      </a:lnTo>
                      <a:lnTo>
                        <a:pt x="152" y="84"/>
                      </a:lnTo>
                      <a:lnTo>
                        <a:pt x="152" y="80"/>
                      </a:lnTo>
                      <a:lnTo>
                        <a:pt x="152" y="80"/>
                      </a:lnTo>
                      <a:lnTo>
                        <a:pt x="146" y="76"/>
                      </a:lnTo>
                      <a:lnTo>
                        <a:pt x="142" y="76"/>
                      </a:lnTo>
                      <a:lnTo>
                        <a:pt x="142" y="76"/>
                      </a:lnTo>
                      <a:lnTo>
                        <a:pt x="136" y="76"/>
                      </a:lnTo>
                      <a:lnTo>
                        <a:pt x="130" y="74"/>
                      </a:lnTo>
                      <a:lnTo>
                        <a:pt x="130" y="74"/>
                      </a:lnTo>
                      <a:lnTo>
                        <a:pt x="128" y="74"/>
                      </a:lnTo>
                      <a:lnTo>
                        <a:pt x="128" y="72"/>
                      </a:lnTo>
                      <a:lnTo>
                        <a:pt x="130" y="68"/>
                      </a:lnTo>
                      <a:lnTo>
                        <a:pt x="130" y="68"/>
                      </a:lnTo>
                      <a:lnTo>
                        <a:pt x="128" y="68"/>
                      </a:lnTo>
                      <a:lnTo>
                        <a:pt x="128" y="66"/>
                      </a:lnTo>
                      <a:lnTo>
                        <a:pt x="126" y="66"/>
                      </a:lnTo>
                      <a:lnTo>
                        <a:pt x="126" y="66"/>
                      </a:lnTo>
                      <a:lnTo>
                        <a:pt x="126" y="66"/>
                      </a:lnTo>
                      <a:lnTo>
                        <a:pt x="126" y="62"/>
                      </a:lnTo>
                      <a:lnTo>
                        <a:pt x="122" y="62"/>
                      </a:lnTo>
                      <a:lnTo>
                        <a:pt x="122" y="62"/>
                      </a:lnTo>
                      <a:lnTo>
                        <a:pt x="118" y="62"/>
                      </a:lnTo>
                      <a:lnTo>
                        <a:pt x="114" y="60"/>
                      </a:lnTo>
                      <a:lnTo>
                        <a:pt x="114" y="60"/>
                      </a:lnTo>
                      <a:lnTo>
                        <a:pt x="110" y="52"/>
                      </a:lnTo>
                      <a:lnTo>
                        <a:pt x="108" y="56"/>
                      </a:lnTo>
                      <a:lnTo>
                        <a:pt x="108" y="56"/>
                      </a:lnTo>
                      <a:lnTo>
                        <a:pt x="92" y="52"/>
                      </a:lnTo>
                      <a:lnTo>
                        <a:pt x="92" y="52"/>
                      </a:lnTo>
                      <a:lnTo>
                        <a:pt x="82" y="52"/>
                      </a:lnTo>
                      <a:lnTo>
                        <a:pt x="78" y="52"/>
                      </a:lnTo>
                      <a:lnTo>
                        <a:pt x="78" y="52"/>
                      </a:lnTo>
                      <a:lnTo>
                        <a:pt x="76" y="36"/>
                      </a:lnTo>
                      <a:lnTo>
                        <a:pt x="76" y="36"/>
                      </a:lnTo>
                      <a:lnTo>
                        <a:pt x="74" y="32"/>
                      </a:lnTo>
                      <a:lnTo>
                        <a:pt x="74" y="28"/>
                      </a:lnTo>
                      <a:lnTo>
                        <a:pt x="70" y="28"/>
                      </a:lnTo>
                      <a:lnTo>
                        <a:pt x="70" y="28"/>
                      </a:lnTo>
                      <a:lnTo>
                        <a:pt x="66" y="34"/>
                      </a:lnTo>
                      <a:lnTo>
                        <a:pt x="62" y="40"/>
                      </a:lnTo>
                      <a:lnTo>
                        <a:pt x="62" y="40"/>
                      </a:lnTo>
                      <a:lnTo>
                        <a:pt x="56" y="42"/>
                      </a:lnTo>
                      <a:lnTo>
                        <a:pt x="50" y="42"/>
                      </a:lnTo>
                      <a:lnTo>
                        <a:pt x="50" y="42"/>
                      </a:lnTo>
                      <a:lnTo>
                        <a:pt x="52" y="38"/>
                      </a:lnTo>
                      <a:lnTo>
                        <a:pt x="52" y="36"/>
                      </a:lnTo>
                      <a:lnTo>
                        <a:pt x="50" y="34"/>
                      </a:lnTo>
                      <a:lnTo>
                        <a:pt x="50" y="34"/>
                      </a:lnTo>
                      <a:lnTo>
                        <a:pt x="48" y="36"/>
                      </a:lnTo>
                      <a:lnTo>
                        <a:pt x="46" y="40"/>
                      </a:lnTo>
                      <a:lnTo>
                        <a:pt x="44" y="48"/>
                      </a:lnTo>
                      <a:lnTo>
                        <a:pt x="44" y="48"/>
                      </a:lnTo>
                      <a:lnTo>
                        <a:pt x="40" y="44"/>
                      </a:lnTo>
                      <a:lnTo>
                        <a:pt x="40" y="44"/>
                      </a:lnTo>
                      <a:lnTo>
                        <a:pt x="44" y="42"/>
                      </a:lnTo>
                      <a:lnTo>
                        <a:pt x="44" y="40"/>
                      </a:lnTo>
                      <a:lnTo>
                        <a:pt x="44" y="40"/>
                      </a:lnTo>
                      <a:lnTo>
                        <a:pt x="44" y="34"/>
                      </a:lnTo>
                      <a:lnTo>
                        <a:pt x="44" y="34"/>
                      </a:lnTo>
                      <a:lnTo>
                        <a:pt x="40" y="32"/>
                      </a:lnTo>
                      <a:lnTo>
                        <a:pt x="40" y="32"/>
                      </a:lnTo>
                      <a:lnTo>
                        <a:pt x="30" y="36"/>
                      </a:lnTo>
                      <a:lnTo>
                        <a:pt x="30" y="36"/>
                      </a:lnTo>
                      <a:lnTo>
                        <a:pt x="30" y="30"/>
                      </a:lnTo>
                      <a:lnTo>
                        <a:pt x="30" y="30"/>
                      </a:lnTo>
                      <a:lnTo>
                        <a:pt x="28" y="28"/>
                      </a:lnTo>
                      <a:lnTo>
                        <a:pt x="28" y="28"/>
                      </a:lnTo>
                      <a:lnTo>
                        <a:pt x="30" y="26"/>
                      </a:lnTo>
                      <a:lnTo>
                        <a:pt x="30" y="26"/>
                      </a:lnTo>
                      <a:lnTo>
                        <a:pt x="30" y="26"/>
                      </a:lnTo>
                      <a:lnTo>
                        <a:pt x="28" y="24"/>
                      </a:lnTo>
                      <a:lnTo>
                        <a:pt x="28" y="20"/>
                      </a:lnTo>
                      <a:lnTo>
                        <a:pt x="28" y="20"/>
                      </a:lnTo>
                      <a:lnTo>
                        <a:pt x="30" y="16"/>
                      </a:lnTo>
                      <a:lnTo>
                        <a:pt x="30" y="16"/>
                      </a:lnTo>
                      <a:lnTo>
                        <a:pt x="30" y="12"/>
                      </a:lnTo>
                      <a:lnTo>
                        <a:pt x="30" y="6"/>
                      </a:lnTo>
                      <a:lnTo>
                        <a:pt x="30" y="6"/>
                      </a:lnTo>
                      <a:lnTo>
                        <a:pt x="34" y="2"/>
                      </a:lnTo>
                      <a:lnTo>
                        <a:pt x="34" y="2"/>
                      </a:lnTo>
                      <a:lnTo>
                        <a:pt x="28" y="0"/>
                      </a:lnTo>
                      <a:lnTo>
                        <a:pt x="28" y="0"/>
                      </a:lnTo>
                      <a:lnTo>
                        <a:pt x="22" y="2"/>
                      </a:lnTo>
                      <a:lnTo>
                        <a:pt x="16" y="2"/>
                      </a:lnTo>
                      <a:lnTo>
                        <a:pt x="16" y="2"/>
                      </a:lnTo>
                      <a:lnTo>
                        <a:pt x="8" y="6"/>
                      </a:lnTo>
                      <a:lnTo>
                        <a:pt x="2" y="8"/>
                      </a:lnTo>
                      <a:lnTo>
                        <a:pt x="0" y="72"/>
                      </a:lnTo>
                      <a:lnTo>
                        <a:pt x="14" y="74"/>
                      </a:lnTo>
                      <a:lnTo>
                        <a:pt x="14" y="72"/>
                      </a:lnTo>
                      <a:lnTo>
                        <a:pt x="12" y="68"/>
                      </a:lnTo>
                      <a:lnTo>
                        <a:pt x="12" y="62"/>
                      </a:lnTo>
                      <a:lnTo>
                        <a:pt x="14" y="60"/>
                      </a:lnTo>
                      <a:lnTo>
                        <a:pt x="22" y="60"/>
                      </a:lnTo>
                      <a:lnTo>
                        <a:pt x="24" y="56"/>
                      </a:lnTo>
                      <a:lnTo>
                        <a:pt x="28" y="52"/>
                      </a:lnTo>
                      <a:lnTo>
                        <a:pt x="32" y="52"/>
                      </a:lnTo>
                      <a:lnTo>
                        <a:pt x="36" y="54"/>
                      </a:lnTo>
                      <a:lnTo>
                        <a:pt x="38" y="62"/>
                      </a:lnTo>
                      <a:lnTo>
                        <a:pt x="40" y="72"/>
                      </a:lnTo>
                      <a:lnTo>
                        <a:pt x="48" y="74"/>
                      </a:lnTo>
                      <a:lnTo>
                        <a:pt x="48" y="80"/>
                      </a:lnTo>
                      <a:lnTo>
                        <a:pt x="46" y="84"/>
                      </a:lnTo>
                      <a:lnTo>
                        <a:pt x="48" y="86"/>
                      </a:lnTo>
                      <a:lnTo>
                        <a:pt x="54" y="88"/>
                      </a:lnTo>
                      <a:lnTo>
                        <a:pt x="60" y="84"/>
                      </a:lnTo>
                      <a:lnTo>
                        <a:pt x="64" y="82"/>
                      </a:lnTo>
                      <a:lnTo>
                        <a:pt x="72" y="82"/>
                      </a:lnTo>
                      <a:lnTo>
                        <a:pt x="78" y="82"/>
                      </a:lnTo>
                      <a:lnTo>
                        <a:pt x="82" y="90"/>
                      </a:lnTo>
                      <a:lnTo>
                        <a:pt x="82" y="96"/>
                      </a:lnTo>
                      <a:lnTo>
                        <a:pt x="86" y="100"/>
                      </a:lnTo>
                      <a:lnTo>
                        <a:pt x="90" y="104"/>
                      </a:lnTo>
                      <a:lnTo>
                        <a:pt x="92" y="112"/>
                      </a:lnTo>
                      <a:lnTo>
                        <a:pt x="96" y="116"/>
                      </a:lnTo>
                      <a:lnTo>
                        <a:pt x="102" y="118"/>
                      </a:lnTo>
                      <a:lnTo>
                        <a:pt x="108" y="124"/>
                      </a:lnTo>
                      <a:lnTo>
                        <a:pt x="112" y="130"/>
                      </a:lnTo>
                      <a:lnTo>
                        <a:pt x="120" y="128"/>
                      </a:lnTo>
                      <a:lnTo>
                        <a:pt x="124" y="132"/>
                      </a:lnTo>
                      <a:lnTo>
                        <a:pt x="130" y="132"/>
                      </a:lnTo>
                      <a:lnTo>
                        <a:pt x="134" y="136"/>
                      </a:lnTo>
                      <a:lnTo>
                        <a:pt x="140" y="136"/>
                      </a:lnTo>
                      <a:lnTo>
                        <a:pt x="142" y="138"/>
                      </a:lnTo>
                      <a:lnTo>
                        <a:pt x="134" y="142"/>
                      </a:lnTo>
                      <a:lnTo>
                        <a:pt x="134" y="146"/>
                      </a:lnTo>
                      <a:lnTo>
                        <a:pt x="134" y="154"/>
                      </a:lnTo>
                      <a:lnTo>
                        <a:pt x="140" y="154"/>
                      </a:lnTo>
                      <a:lnTo>
                        <a:pt x="144" y="160"/>
                      </a:lnTo>
                      <a:lnTo>
                        <a:pt x="150" y="158"/>
                      </a:lnTo>
                      <a:lnTo>
                        <a:pt x="156" y="158"/>
                      </a:lnTo>
                      <a:lnTo>
                        <a:pt x="156" y="158"/>
                      </a:lnTo>
                      <a:lnTo>
                        <a:pt x="158" y="150"/>
                      </a:lnTo>
                      <a:lnTo>
                        <a:pt x="158" y="150"/>
                      </a:lnTo>
                      <a:lnTo>
                        <a:pt x="160" y="148"/>
                      </a:lnTo>
                      <a:lnTo>
                        <a:pt x="162" y="146"/>
                      </a:lnTo>
                      <a:lnTo>
                        <a:pt x="162" y="146"/>
                      </a:lnTo>
                      <a:lnTo>
                        <a:pt x="164" y="142"/>
                      </a:lnTo>
                      <a:lnTo>
                        <a:pt x="162" y="140"/>
                      </a:lnTo>
                      <a:lnTo>
                        <a:pt x="162" y="140"/>
                      </a:lnTo>
                      <a:lnTo>
                        <a:pt x="160" y="138"/>
                      </a:lnTo>
                      <a:lnTo>
                        <a:pt x="160" y="136"/>
                      </a:lnTo>
                      <a:lnTo>
                        <a:pt x="164" y="130"/>
                      </a:lnTo>
                      <a:lnTo>
                        <a:pt x="164" y="130"/>
                      </a:lnTo>
                      <a:lnTo>
                        <a:pt x="164" y="128"/>
                      </a:lnTo>
                      <a:lnTo>
                        <a:pt x="162" y="128"/>
                      </a:lnTo>
                      <a:lnTo>
                        <a:pt x="156" y="128"/>
                      </a:lnTo>
                      <a:lnTo>
                        <a:pt x="156" y="128"/>
                      </a:lnTo>
                      <a:lnTo>
                        <a:pt x="154" y="128"/>
                      </a:lnTo>
                      <a:lnTo>
                        <a:pt x="150" y="124"/>
                      </a:lnTo>
                      <a:lnTo>
                        <a:pt x="150" y="124"/>
                      </a:lnTo>
                      <a:lnTo>
                        <a:pt x="148" y="122"/>
                      </a:lnTo>
                      <a:lnTo>
                        <a:pt x="148" y="120"/>
                      </a:lnTo>
                      <a:lnTo>
                        <a:pt x="152" y="116"/>
                      </a:lnTo>
                      <a:lnTo>
                        <a:pt x="152" y="116"/>
                      </a:lnTo>
                      <a:lnTo>
                        <a:pt x="156" y="116"/>
                      </a:lnTo>
                      <a:lnTo>
                        <a:pt x="158" y="116"/>
                      </a:lnTo>
                      <a:lnTo>
                        <a:pt x="158" y="118"/>
                      </a:lnTo>
                      <a:lnTo>
                        <a:pt x="158" y="118"/>
                      </a:lnTo>
                      <a:lnTo>
                        <a:pt x="160" y="118"/>
                      </a:lnTo>
                      <a:lnTo>
                        <a:pt x="162" y="116"/>
                      </a:lnTo>
                      <a:lnTo>
                        <a:pt x="168" y="112"/>
                      </a:lnTo>
                      <a:lnTo>
                        <a:pt x="168" y="112"/>
                      </a:lnTo>
                      <a:lnTo>
                        <a:pt x="168" y="112"/>
                      </a:lnTo>
                      <a:lnTo>
                        <a:pt x="170" y="110"/>
                      </a:lnTo>
                      <a:lnTo>
                        <a:pt x="170" y="108"/>
                      </a:lnTo>
                      <a:lnTo>
                        <a:pt x="168" y="110"/>
                      </a:lnTo>
                      <a:lnTo>
                        <a:pt x="168" y="110"/>
                      </a:lnTo>
                      <a:lnTo>
                        <a:pt x="168" y="110"/>
                      </a:lnTo>
                      <a:lnTo>
                        <a:pt x="168" y="106"/>
                      </a:lnTo>
                      <a:lnTo>
                        <a:pt x="170" y="104"/>
                      </a:lnTo>
                      <a:lnTo>
                        <a:pt x="172" y="102"/>
                      </a:lnTo>
                      <a:lnTo>
                        <a:pt x="172" y="102"/>
                      </a:lnTo>
                      <a:lnTo>
                        <a:pt x="174" y="100"/>
                      </a:lnTo>
                      <a:lnTo>
                        <a:pt x="174" y="100"/>
                      </a:lnTo>
                      <a:lnTo>
                        <a:pt x="174" y="98"/>
                      </a:lnTo>
                      <a:lnTo>
                        <a:pt x="174" y="98"/>
                      </a:lnTo>
                      <a:lnTo>
                        <a:pt x="172" y="96"/>
                      </a:lnTo>
                      <a:lnTo>
                        <a:pt x="170" y="90"/>
                      </a:lnTo>
                      <a:lnTo>
                        <a:pt x="170" y="90"/>
                      </a:lnTo>
                      <a:lnTo>
                        <a:pt x="172" y="90"/>
                      </a:lnTo>
                      <a:lnTo>
                        <a:pt x="174" y="88"/>
                      </a:lnTo>
                      <a:lnTo>
                        <a:pt x="176" y="88"/>
                      </a:lnTo>
                      <a:lnTo>
                        <a:pt x="176" y="88"/>
                      </a:lnTo>
                      <a:lnTo>
                        <a:pt x="178" y="90"/>
                      </a:lnTo>
                      <a:lnTo>
                        <a:pt x="182" y="94"/>
                      </a:lnTo>
                      <a:lnTo>
                        <a:pt x="182" y="94"/>
                      </a:lnTo>
                      <a:lnTo>
                        <a:pt x="184" y="94"/>
                      </a:lnTo>
                      <a:lnTo>
                        <a:pt x="186" y="92"/>
                      </a:lnTo>
                      <a:lnTo>
                        <a:pt x="186" y="90"/>
                      </a:lnTo>
                      <a:lnTo>
                        <a:pt x="186" y="90"/>
                      </a:lnTo>
                      <a:lnTo>
                        <a:pt x="190" y="88"/>
                      </a:lnTo>
                      <a:lnTo>
                        <a:pt x="194" y="88"/>
                      </a:lnTo>
                      <a:lnTo>
                        <a:pt x="196" y="94"/>
                      </a:lnTo>
                      <a:lnTo>
                        <a:pt x="190" y="96"/>
                      </a:lnTo>
                      <a:lnTo>
                        <a:pt x="190" y="104"/>
                      </a:lnTo>
                      <a:lnTo>
                        <a:pt x="190" y="104"/>
                      </a:lnTo>
                      <a:lnTo>
                        <a:pt x="192" y="102"/>
                      </a:lnTo>
                      <a:lnTo>
                        <a:pt x="194" y="104"/>
                      </a:lnTo>
                      <a:lnTo>
                        <a:pt x="194" y="104"/>
                      </a:lnTo>
                      <a:lnTo>
                        <a:pt x="194" y="104"/>
                      </a:lnTo>
                      <a:lnTo>
                        <a:pt x="196" y="104"/>
                      </a:lnTo>
                      <a:lnTo>
                        <a:pt x="198" y="104"/>
                      </a:lnTo>
                      <a:lnTo>
                        <a:pt x="202" y="100"/>
                      </a:lnTo>
                      <a:lnTo>
                        <a:pt x="202" y="100"/>
                      </a:lnTo>
                      <a:lnTo>
                        <a:pt x="208" y="100"/>
                      </a:lnTo>
                      <a:lnTo>
                        <a:pt x="208" y="100"/>
                      </a:lnTo>
                      <a:lnTo>
                        <a:pt x="212" y="98"/>
                      </a:lnTo>
                      <a:lnTo>
                        <a:pt x="214" y="96"/>
                      </a:lnTo>
                      <a:lnTo>
                        <a:pt x="220" y="88"/>
                      </a:lnTo>
                      <a:lnTo>
                        <a:pt x="220" y="88"/>
                      </a:lnTo>
                      <a:lnTo>
                        <a:pt x="222" y="86"/>
                      </a:lnTo>
                      <a:lnTo>
                        <a:pt x="220" y="86"/>
                      </a:lnTo>
                      <a:lnTo>
                        <a:pt x="218" y="86"/>
                      </a:lnTo>
                      <a:lnTo>
                        <a:pt x="216" y="84"/>
                      </a:lnTo>
                      <a:lnTo>
                        <a:pt x="216" y="84"/>
                      </a:lnTo>
                      <a:lnTo>
                        <a:pt x="210" y="82"/>
                      </a:lnTo>
                      <a:lnTo>
                        <a:pt x="206" y="82"/>
                      </a:lnTo>
                      <a:lnTo>
                        <a:pt x="206" y="82"/>
                      </a:lnTo>
                      <a:lnTo>
                        <a:pt x="202" y="80"/>
                      </a:lnTo>
                      <a:lnTo>
                        <a:pt x="204" y="78"/>
                      </a:lnTo>
                      <a:lnTo>
                        <a:pt x="204" y="78"/>
                      </a:lnTo>
                      <a:lnTo>
                        <a:pt x="204" y="76"/>
                      </a:lnTo>
                      <a:lnTo>
                        <a:pt x="202" y="76"/>
                      </a:lnTo>
                      <a:lnTo>
                        <a:pt x="198" y="76"/>
                      </a:lnTo>
                      <a:lnTo>
                        <a:pt x="198" y="76"/>
                      </a:lnTo>
                      <a:lnTo>
                        <a:pt x="196" y="78"/>
                      </a:lnTo>
                      <a:lnTo>
                        <a:pt x="194" y="76"/>
                      </a:lnTo>
                      <a:lnTo>
                        <a:pt x="192" y="74"/>
                      </a:lnTo>
                      <a:lnTo>
                        <a:pt x="190" y="72"/>
                      </a:lnTo>
                      <a:lnTo>
                        <a:pt x="190" y="72"/>
                      </a:lnTo>
                      <a:lnTo>
                        <a:pt x="188" y="72"/>
                      </a:lnTo>
                      <a:lnTo>
                        <a:pt x="190" y="72"/>
                      </a:lnTo>
                      <a:lnTo>
                        <a:pt x="194" y="70"/>
                      </a:lnTo>
                      <a:lnTo>
                        <a:pt x="194" y="70"/>
                      </a:lnTo>
                      <a:lnTo>
                        <a:pt x="200" y="64"/>
                      </a:lnTo>
                      <a:lnTo>
                        <a:pt x="200" y="64"/>
                      </a:lnTo>
                      <a:lnTo>
                        <a:pt x="202" y="62"/>
                      </a:lnTo>
                      <a:lnTo>
                        <a:pt x="200" y="60"/>
                      </a:lnTo>
                      <a:lnTo>
                        <a:pt x="198" y="58"/>
                      </a:lnTo>
                      <a:lnTo>
                        <a:pt x="198" y="58"/>
                      </a:lnTo>
                      <a:lnTo>
                        <a:pt x="198" y="58"/>
                      </a:lnTo>
                      <a:lnTo>
                        <a:pt x="194" y="60"/>
                      </a:lnTo>
                      <a:lnTo>
                        <a:pt x="200" y="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8" name="Freeform 22">
                  <a:extLst>
                    <a:ext uri="{FF2B5EF4-FFF2-40B4-BE49-F238E27FC236}">
                      <a16:creationId xmlns:a16="http://schemas.microsoft.com/office/drawing/2014/main" id="{992A116A-B691-CA41-8255-ED258165C5D6}"/>
                    </a:ext>
                  </a:extLst>
                </p:cNvPr>
                <p:cNvSpPr>
                  <a:spLocks noEditPoints="1"/>
                </p:cNvSpPr>
                <p:nvPr/>
              </p:nvSpPr>
              <p:spPr bwMode="auto">
                <a:xfrm>
                  <a:off x="5697870" y="2237113"/>
                  <a:ext cx="250484" cy="376443"/>
                </a:xfrm>
                <a:custGeom>
                  <a:avLst/>
                  <a:gdLst>
                    <a:gd name="T0" fmla="*/ 26 w 128"/>
                    <a:gd name="T1" fmla="*/ 84 h 188"/>
                    <a:gd name="T2" fmla="*/ 30 w 128"/>
                    <a:gd name="T3" fmla="*/ 100 h 188"/>
                    <a:gd name="T4" fmla="*/ 10 w 128"/>
                    <a:gd name="T5" fmla="*/ 102 h 188"/>
                    <a:gd name="T6" fmla="*/ 0 w 128"/>
                    <a:gd name="T7" fmla="*/ 98 h 188"/>
                    <a:gd name="T8" fmla="*/ 6 w 128"/>
                    <a:gd name="T9" fmla="*/ 86 h 188"/>
                    <a:gd name="T10" fmla="*/ 52 w 128"/>
                    <a:gd name="T11" fmla="*/ 26 h 188"/>
                    <a:gd name="T12" fmla="*/ 74 w 128"/>
                    <a:gd name="T13" fmla="*/ 24 h 188"/>
                    <a:gd name="T14" fmla="*/ 72 w 128"/>
                    <a:gd name="T15" fmla="*/ 44 h 188"/>
                    <a:gd name="T16" fmla="*/ 66 w 128"/>
                    <a:gd name="T17" fmla="*/ 60 h 188"/>
                    <a:gd name="T18" fmla="*/ 76 w 128"/>
                    <a:gd name="T19" fmla="*/ 70 h 188"/>
                    <a:gd name="T20" fmla="*/ 84 w 128"/>
                    <a:gd name="T21" fmla="*/ 86 h 188"/>
                    <a:gd name="T22" fmla="*/ 98 w 128"/>
                    <a:gd name="T23" fmla="*/ 102 h 188"/>
                    <a:gd name="T24" fmla="*/ 108 w 128"/>
                    <a:gd name="T25" fmla="*/ 112 h 188"/>
                    <a:gd name="T26" fmla="*/ 110 w 128"/>
                    <a:gd name="T27" fmla="*/ 126 h 188"/>
                    <a:gd name="T28" fmla="*/ 114 w 128"/>
                    <a:gd name="T29" fmla="*/ 130 h 188"/>
                    <a:gd name="T30" fmla="*/ 128 w 128"/>
                    <a:gd name="T31" fmla="*/ 132 h 188"/>
                    <a:gd name="T32" fmla="*/ 114 w 128"/>
                    <a:gd name="T33" fmla="*/ 152 h 188"/>
                    <a:gd name="T34" fmla="*/ 110 w 128"/>
                    <a:gd name="T35" fmla="*/ 160 h 188"/>
                    <a:gd name="T36" fmla="*/ 116 w 128"/>
                    <a:gd name="T37" fmla="*/ 166 h 188"/>
                    <a:gd name="T38" fmla="*/ 102 w 128"/>
                    <a:gd name="T39" fmla="*/ 168 h 188"/>
                    <a:gd name="T40" fmla="*/ 80 w 128"/>
                    <a:gd name="T41" fmla="*/ 168 h 188"/>
                    <a:gd name="T42" fmla="*/ 70 w 128"/>
                    <a:gd name="T43" fmla="*/ 174 h 188"/>
                    <a:gd name="T44" fmla="*/ 52 w 128"/>
                    <a:gd name="T45" fmla="*/ 178 h 188"/>
                    <a:gd name="T46" fmla="*/ 36 w 128"/>
                    <a:gd name="T47" fmla="*/ 180 h 188"/>
                    <a:gd name="T48" fmla="*/ 24 w 128"/>
                    <a:gd name="T49" fmla="*/ 182 h 188"/>
                    <a:gd name="T50" fmla="*/ 40 w 128"/>
                    <a:gd name="T51" fmla="*/ 164 h 188"/>
                    <a:gd name="T52" fmla="*/ 68 w 128"/>
                    <a:gd name="T53" fmla="*/ 152 h 188"/>
                    <a:gd name="T54" fmla="*/ 56 w 128"/>
                    <a:gd name="T55" fmla="*/ 154 h 188"/>
                    <a:gd name="T56" fmla="*/ 46 w 128"/>
                    <a:gd name="T57" fmla="*/ 156 h 188"/>
                    <a:gd name="T58" fmla="*/ 40 w 128"/>
                    <a:gd name="T59" fmla="*/ 152 h 188"/>
                    <a:gd name="T60" fmla="*/ 36 w 128"/>
                    <a:gd name="T61" fmla="*/ 154 h 188"/>
                    <a:gd name="T62" fmla="*/ 32 w 128"/>
                    <a:gd name="T63" fmla="*/ 146 h 188"/>
                    <a:gd name="T64" fmla="*/ 46 w 128"/>
                    <a:gd name="T65" fmla="*/ 128 h 188"/>
                    <a:gd name="T66" fmla="*/ 42 w 128"/>
                    <a:gd name="T67" fmla="*/ 114 h 188"/>
                    <a:gd name="T68" fmla="*/ 50 w 128"/>
                    <a:gd name="T69" fmla="*/ 116 h 188"/>
                    <a:gd name="T70" fmla="*/ 64 w 128"/>
                    <a:gd name="T71" fmla="*/ 116 h 188"/>
                    <a:gd name="T72" fmla="*/ 60 w 128"/>
                    <a:gd name="T73" fmla="*/ 98 h 188"/>
                    <a:gd name="T74" fmla="*/ 42 w 128"/>
                    <a:gd name="T75" fmla="*/ 86 h 188"/>
                    <a:gd name="T76" fmla="*/ 38 w 128"/>
                    <a:gd name="T77" fmla="*/ 88 h 188"/>
                    <a:gd name="T78" fmla="*/ 38 w 128"/>
                    <a:gd name="T79" fmla="*/ 66 h 188"/>
                    <a:gd name="T80" fmla="*/ 34 w 128"/>
                    <a:gd name="T81" fmla="*/ 62 h 188"/>
                    <a:gd name="T82" fmla="*/ 28 w 128"/>
                    <a:gd name="T83" fmla="*/ 62 h 188"/>
                    <a:gd name="T84" fmla="*/ 30 w 128"/>
                    <a:gd name="T85" fmla="*/ 56 h 188"/>
                    <a:gd name="T86" fmla="*/ 26 w 128"/>
                    <a:gd name="T87" fmla="*/ 52 h 188"/>
                    <a:gd name="T88" fmla="*/ 26 w 128"/>
                    <a:gd name="T89" fmla="*/ 38 h 188"/>
                    <a:gd name="T90" fmla="*/ 28 w 128"/>
                    <a:gd name="T91" fmla="*/ 24 h 188"/>
                    <a:gd name="T92" fmla="*/ 36 w 128"/>
                    <a:gd name="T93" fmla="*/ 20 h 188"/>
                    <a:gd name="T94" fmla="*/ 36 w 128"/>
                    <a:gd name="T95" fmla="*/ 12 h 188"/>
                    <a:gd name="T96" fmla="*/ 44 w 128"/>
                    <a:gd name="T97" fmla="*/ 4 h 188"/>
                    <a:gd name="T98" fmla="*/ 52 w 128"/>
                    <a:gd name="T99" fmla="*/ 0 h 188"/>
                    <a:gd name="T100" fmla="*/ 54 w 128"/>
                    <a:gd name="T101" fmla="*/ 18 h 188"/>
                    <a:gd name="T102" fmla="*/ 48 w 128"/>
                    <a:gd name="T103" fmla="*/ 28 h 188"/>
                    <a:gd name="T104" fmla="*/ 24 w 128"/>
                    <a:gd name="T105" fmla="*/ 56 h 188"/>
                    <a:gd name="T106" fmla="*/ 20 w 128"/>
                    <a:gd name="T107" fmla="*/ 54 h 188"/>
                    <a:gd name="T108" fmla="*/ 20 w 128"/>
                    <a:gd name="T109" fmla="*/ 28 h 188"/>
                    <a:gd name="T110" fmla="*/ 24 w 128"/>
                    <a:gd name="T111" fmla="*/ 42 h 188"/>
                    <a:gd name="T112" fmla="*/ 16 w 128"/>
                    <a:gd name="T113" fmla="*/ 36 h 188"/>
                    <a:gd name="T114" fmla="*/ 20 w 128"/>
                    <a:gd name="T115" fmla="*/ 28 h 188"/>
                    <a:gd name="T116" fmla="*/ 14 w 128"/>
                    <a:gd name="T117" fmla="*/ 22 h 188"/>
                    <a:gd name="T118" fmla="*/ 10 w 128"/>
                    <a:gd name="T119" fmla="*/ 10 h 188"/>
                    <a:gd name="T120" fmla="*/ 22 w 128"/>
                    <a:gd name="T121"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8" h="188">
                      <a:moveTo>
                        <a:pt x="12" y="84"/>
                      </a:moveTo>
                      <a:lnTo>
                        <a:pt x="12" y="84"/>
                      </a:lnTo>
                      <a:lnTo>
                        <a:pt x="10" y="86"/>
                      </a:lnTo>
                      <a:lnTo>
                        <a:pt x="10" y="86"/>
                      </a:lnTo>
                      <a:lnTo>
                        <a:pt x="10" y="86"/>
                      </a:lnTo>
                      <a:lnTo>
                        <a:pt x="18" y="82"/>
                      </a:lnTo>
                      <a:lnTo>
                        <a:pt x="20" y="82"/>
                      </a:lnTo>
                      <a:lnTo>
                        <a:pt x="26" y="84"/>
                      </a:lnTo>
                      <a:lnTo>
                        <a:pt x="26" y="84"/>
                      </a:lnTo>
                      <a:lnTo>
                        <a:pt x="22" y="90"/>
                      </a:lnTo>
                      <a:lnTo>
                        <a:pt x="22" y="90"/>
                      </a:lnTo>
                      <a:lnTo>
                        <a:pt x="26" y="90"/>
                      </a:lnTo>
                      <a:lnTo>
                        <a:pt x="26" y="90"/>
                      </a:lnTo>
                      <a:lnTo>
                        <a:pt x="28" y="96"/>
                      </a:lnTo>
                      <a:lnTo>
                        <a:pt x="30" y="100"/>
                      </a:lnTo>
                      <a:lnTo>
                        <a:pt x="30" y="100"/>
                      </a:lnTo>
                      <a:lnTo>
                        <a:pt x="24" y="102"/>
                      </a:lnTo>
                      <a:lnTo>
                        <a:pt x="18" y="102"/>
                      </a:lnTo>
                      <a:lnTo>
                        <a:pt x="18" y="102"/>
                      </a:lnTo>
                      <a:lnTo>
                        <a:pt x="18" y="104"/>
                      </a:lnTo>
                      <a:lnTo>
                        <a:pt x="14" y="104"/>
                      </a:lnTo>
                      <a:lnTo>
                        <a:pt x="10" y="102"/>
                      </a:lnTo>
                      <a:lnTo>
                        <a:pt x="10" y="102"/>
                      </a:lnTo>
                      <a:lnTo>
                        <a:pt x="10" y="102"/>
                      </a:lnTo>
                      <a:lnTo>
                        <a:pt x="6" y="104"/>
                      </a:lnTo>
                      <a:lnTo>
                        <a:pt x="6" y="104"/>
                      </a:lnTo>
                      <a:lnTo>
                        <a:pt x="4" y="104"/>
                      </a:lnTo>
                      <a:lnTo>
                        <a:pt x="4" y="102"/>
                      </a:lnTo>
                      <a:lnTo>
                        <a:pt x="4" y="100"/>
                      </a:lnTo>
                      <a:lnTo>
                        <a:pt x="2" y="98"/>
                      </a:lnTo>
                      <a:lnTo>
                        <a:pt x="2" y="98"/>
                      </a:lnTo>
                      <a:lnTo>
                        <a:pt x="0" y="98"/>
                      </a:lnTo>
                      <a:lnTo>
                        <a:pt x="0" y="96"/>
                      </a:lnTo>
                      <a:lnTo>
                        <a:pt x="0" y="96"/>
                      </a:lnTo>
                      <a:lnTo>
                        <a:pt x="0" y="94"/>
                      </a:lnTo>
                      <a:lnTo>
                        <a:pt x="2" y="94"/>
                      </a:lnTo>
                      <a:lnTo>
                        <a:pt x="4" y="92"/>
                      </a:lnTo>
                      <a:lnTo>
                        <a:pt x="4" y="90"/>
                      </a:lnTo>
                      <a:lnTo>
                        <a:pt x="4" y="90"/>
                      </a:lnTo>
                      <a:lnTo>
                        <a:pt x="6" y="86"/>
                      </a:lnTo>
                      <a:lnTo>
                        <a:pt x="8" y="84"/>
                      </a:lnTo>
                      <a:lnTo>
                        <a:pt x="12" y="82"/>
                      </a:lnTo>
                      <a:lnTo>
                        <a:pt x="12" y="84"/>
                      </a:lnTo>
                      <a:close/>
                      <a:moveTo>
                        <a:pt x="50" y="28"/>
                      </a:moveTo>
                      <a:lnTo>
                        <a:pt x="50" y="28"/>
                      </a:lnTo>
                      <a:lnTo>
                        <a:pt x="52" y="26"/>
                      </a:lnTo>
                      <a:lnTo>
                        <a:pt x="52" y="26"/>
                      </a:lnTo>
                      <a:lnTo>
                        <a:pt x="52" y="26"/>
                      </a:lnTo>
                      <a:lnTo>
                        <a:pt x="60" y="26"/>
                      </a:lnTo>
                      <a:lnTo>
                        <a:pt x="60" y="26"/>
                      </a:lnTo>
                      <a:lnTo>
                        <a:pt x="60" y="24"/>
                      </a:lnTo>
                      <a:lnTo>
                        <a:pt x="60" y="24"/>
                      </a:lnTo>
                      <a:lnTo>
                        <a:pt x="66" y="26"/>
                      </a:lnTo>
                      <a:lnTo>
                        <a:pt x="66" y="26"/>
                      </a:lnTo>
                      <a:lnTo>
                        <a:pt x="70" y="24"/>
                      </a:lnTo>
                      <a:lnTo>
                        <a:pt x="74" y="24"/>
                      </a:lnTo>
                      <a:lnTo>
                        <a:pt x="74" y="24"/>
                      </a:lnTo>
                      <a:lnTo>
                        <a:pt x="78" y="26"/>
                      </a:lnTo>
                      <a:lnTo>
                        <a:pt x="78" y="26"/>
                      </a:lnTo>
                      <a:lnTo>
                        <a:pt x="74" y="34"/>
                      </a:lnTo>
                      <a:lnTo>
                        <a:pt x="74" y="34"/>
                      </a:lnTo>
                      <a:lnTo>
                        <a:pt x="74" y="40"/>
                      </a:lnTo>
                      <a:lnTo>
                        <a:pt x="74" y="40"/>
                      </a:lnTo>
                      <a:lnTo>
                        <a:pt x="72" y="44"/>
                      </a:lnTo>
                      <a:lnTo>
                        <a:pt x="68" y="46"/>
                      </a:lnTo>
                      <a:lnTo>
                        <a:pt x="68" y="46"/>
                      </a:lnTo>
                      <a:lnTo>
                        <a:pt x="68" y="50"/>
                      </a:lnTo>
                      <a:lnTo>
                        <a:pt x="66" y="50"/>
                      </a:lnTo>
                      <a:lnTo>
                        <a:pt x="66" y="50"/>
                      </a:lnTo>
                      <a:lnTo>
                        <a:pt x="70" y="60"/>
                      </a:lnTo>
                      <a:lnTo>
                        <a:pt x="70" y="60"/>
                      </a:lnTo>
                      <a:lnTo>
                        <a:pt x="66" y="60"/>
                      </a:lnTo>
                      <a:lnTo>
                        <a:pt x="66" y="60"/>
                      </a:lnTo>
                      <a:lnTo>
                        <a:pt x="64" y="64"/>
                      </a:lnTo>
                      <a:lnTo>
                        <a:pt x="64" y="64"/>
                      </a:lnTo>
                      <a:lnTo>
                        <a:pt x="72" y="64"/>
                      </a:lnTo>
                      <a:lnTo>
                        <a:pt x="72" y="64"/>
                      </a:lnTo>
                      <a:lnTo>
                        <a:pt x="72" y="68"/>
                      </a:lnTo>
                      <a:lnTo>
                        <a:pt x="72" y="68"/>
                      </a:lnTo>
                      <a:lnTo>
                        <a:pt x="76" y="70"/>
                      </a:lnTo>
                      <a:lnTo>
                        <a:pt x="80" y="74"/>
                      </a:lnTo>
                      <a:lnTo>
                        <a:pt x="80" y="74"/>
                      </a:lnTo>
                      <a:lnTo>
                        <a:pt x="80" y="76"/>
                      </a:lnTo>
                      <a:lnTo>
                        <a:pt x="80" y="76"/>
                      </a:lnTo>
                      <a:lnTo>
                        <a:pt x="84" y="78"/>
                      </a:lnTo>
                      <a:lnTo>
                        <a:pt x="84" y="78"/>
                      </a:lnTo>
                      <a:lnTo>
                        <a:pt x="84" y="82"/>
                      </a:lnTo>
                      <a:lnTo>
                        <a:pt x="84" y="86"/>
                      </a:lnTo>
                      <a:lnTo>
                        <a:pt x="84" y="86"/>
                      </a:lnTo>
                      <a:lnTo>
                        <a:pt x="90" y="92"/>
                      </a:lnTo>
                      <a:lnTo>
                        <a:pt x="90" y="92"/>
                      </a:lnTo>
                      <a:lnTo>
                        <a:pt x="92" y="92"/>
                      </a:lnTo>
                      <a:lnTo>
                        <a:pt x="92" y="92"/>
                      </a:lnTo>
                      <a:lnTo>
                        <a:pt x="94" y="96"/>
                      </a:lnTo>
                      <a:lnTo>
                        <a:pt x="98" y="102"/>
                      </a:lnTo>
                      <a:lnTo>
                        <a:pt x="98" y="102"/>
                      </a:lnTo>
                      <a:lnTo>
                        <a:pt x="100" y="102"/>
                      </a:lnTo>
                      <a:lnTo>
                        <a:pt x="102" y="102"/>
                      </a:lnTo>
                      <a:lnTo>
                        <a:pt x="102" y="102"/>
                      </a:lnTo>
                      <a:lnTo>
                        <a:pt x="106" y="106"/>
                      </a:lnTo>
                      <a:lnTo>
                        <a:pt x="108" y="110"/>
                      </a:lnTo>
                      <a:lnTo>
                        <a:pt x="108" y="110"/>
                      </a:lnTo>
                      <a:lnTo>
                        <a:pt x="108" y="110"/>
                      </a:lnTo>
                      <a:lnTo>
                        <a:pt x="108" y="112"/>
                      </a:lnTo>
                      <a:lnTo>
                        <a:pt x="108" y="112"/>
                      </a:lnTo>
                      <a:lnTo>
                        <a:pt x="106" y="112"/>
                      </a:lnTo>
                      <a:lnTo>
                        <a:pt x="100" y="108"/>
                      </a:lnTo>
                      <a:lnTo>
                        <a:pt x="100" y="108"/>
                      </a:lnTo>
                      <a:lnTo>
                        <a:pt x="104" y="114"/>
                      </a:lnTo>
                      <a:lnTo>
                        <a:pt x="108" y="120"/>
                      </a:lnTo>
                      <a:lnTo>
                        <a:pt x="108" y="120"/>
                      </a:lnTo>
                      <a:lnTo>
                        <a:pt x="110" y="126"/>
                      </a:lnTo>
                      <a:lnTo>
                        <a:pt x="110" y="126"/>
                      </a:lnTo>
                      <a:lnTo>
                        <a:pt x="108" y="126"/>
                      </a:lnTo>
                      <a:lnTo>
                        <a:pt x="108" y="128"/>
                      </a:lnTo>
                      <a:lnTo>
                        <a:pt x="108" y="128"/>
                      </a:lnTo>
                      <a:lnTo>
                        <a:pt x="110" y="132"/>
                      </a:lnTo>
                      <a:lnTo>
                        <a:pt x="110" y="132"/>
                      </a:lnTo>
                      <a:lnTo>
                        <a:pt x="112" y="130"/>
                      </a:lnTo>
                      <a:lnTo>
                        <a:pt x="114" y="130"/>
                      </a:lnTo>
                      <a:lnTo>
                        <a:pt x="112" y="130"/>
                      </a:lnTo>
                      <a:lnTo>
                        <a:pt x="112" y="130"/>
                      </a:lnTo>
                      <a:lnTo>
                        <a:pt x="114" y="126"/>
                      </a:lnTo>
                      <a:lnTo>
                        <a:pt x="114" y="126"/>
                      </a:lnTo>
                      <a:lnTo>
                        <a:pt x="120" y="128"/>
                      </a:lnTo>
                      <a:lnTo>
                        <a:pt x="126" y="128"/>
                      </a:lnTo>
                      <a:lnTo>
                        <a:pt x="126" y="128"/>
                      </a:lnTo>
                      <a:lnTo>
                        <a:pt x="128" y="132"/>
                      </a:lnTo>
                      <a:lnTo>
                        <a:pt x="128" y="138"/>
                      </a:lnTo>
                      <a:lnTo>
                        <a:pt x="126" y="144"/>
                      </a:lnTo>
                      <a:lnTo>
                        <a:pt x="124" y="148"/>
                      </a:lnTo>
                      <a:lnTo>
                        <a:pt x="122" y="148"/>
                      </a:lnTo>
                      <a:lnTo>
                        <a:pt x="122" y="148"/>
                      </a:lnTo>
                      <a:lnTo>
                        <a:pt x="122" y="152"/>
                      </a:lnTo>
                      <a:lnTo>
                        <a:pt x="122" y="152"/>
                      </a:lnTo>
                      <a:lnTo>
                        <a:pt x="114" y="152"/>
                      </a:lnTo>
                      <a:lnTo>
                        <a:pt x="114" y="154"/>
                      </a:lnTo>
                      <a:lnTo>
                        <a:pt x="114" y="154"/>
                      </a:lnTo>
                      <a:lnTo>
                        <a:pt x="110" y="154"/>
                      </a:lnTo>
                      <a:lnTo>
                        <a:pt x="110" y="154"/>
                      </a:lnTo>
                      <a:lnTo>
                        <a:pt x="112" y="158"/>
                      </a:lnTo>
                      <a:lnTo>
                        <a:pt x="112" y="158"/>
                      </a:lnTo>
                      <a:lnTo>
                        <a:pt x="110" y="158"/>
                      </a:lnTo>
                      <a:lnTo>
                        <a:pt x="110" y="160"/>
                      </a:lnTo>
                      <a:lnTo>
                        <a:pt x="110" y="160"/>
                      </a:lnTo>
                      <a:lnTo>
                        <a:pt x="118" y="160"/>
                      </a:lnTo>
                      <a:lnTo>
                        <a:pt x="122" y="160"/>
                      </a:lnTo>
                      <a:lnTo>
                        <a:pt x="120" y="162"/>
                      </a:lnTo>
                      <a:lnTo>
                        <a:pt x="120" y="162"/>
                      </a:lnTo>
                      <a:lnTo>
                        <a:pt x="120" y="164"/>
                      </a:lnTo>
                      <a:lnTo>
                        <a:pt x="120" y="164"/>
                      </a:lnTo>
                      <a:lnTo>
                        <a:pt x="116" y="166"/>
                      </a:lnTo>
                      <a:lnTo>
                        <a:pt x="116" y="166"/>
                      </a:lnTo>
                      <a:lnTo>
                        <a:pt x="114" y="168"/>
                      </a:lnTo>
                      <a:lnTo>
                        <a:pt x="114" y="168"/>
                      </a:lnTo>
                      <a:lnTo>
                        <a:pt x="110" y="168"/>
                      </a:lnTo>
                      <a:lnTo>
                        <a:pt x="108" y="172"/>
                      </a:lnTo>
                      <a:lnTo>
                        <a:pt x="108" y="172"/>
                      </a:lnTo>
                      <a:lnTo>
                        <a:pt x="106" y="170"/>
                      </a:lnTo>
                      <a:lnTo>
                        <a:pt x="102" y="168"/>
                      </a:lnTo>
                      <a:lnTo>
                        <a:pt x="102" y="168"/>
                      </a:lnTo>
                      <a:lnTo>
                        <a:pt x="98" y="168"/>
                      </a:lnTo>
                      <a:lnTo>
                        <a:pt x="96" y="168"/>
                      </a:lnTo>
                      <a:lnTo>
                        <a:pt x="90" y="170"/>
                      </a:lnTo>
                      <a:lnTo>
                        <a:pt x="90" y="170"/>
                      </a:lnTo>
                      <a:lnTo>
                        <a:pt x="86" y="170"/>
                      </a:lnTo>
                      <a:lnTo>
                        <a:pt x="84" y="168"/>
                      </a:lnTo>
                      <a:lnTo>
                        <a:pt x="80" y="168"/>
                      </a:lnTo>
                      <a:lnTo>
                        <a:pt x="80" y="170"/>
                      </a:lnTo>
                      <a:lnTo>
                        <a:pt x="80" y="170"/>
                      </a:lnTo>
                      <a:lnTo>
                        <a:pt x="76" y="172"/>
                      </a:lnTo>
                      <a:lnTo>
                        <a:pt x="76" y="172"/>
                      </a:lnTo>
                      <a:lnTo>
                        <a:pt x="76" y="174"/>
                      </a:lnTo>
                      <a:lnTo>
                        <a:pt x="76" y="174"/>
                      </a:lnTo>
                      <a:lnTo>
                        <a:pt x="72" y="174"/>
                      </a:lnTo>
                      <a:lnTo>
                        <a:pt x="70" y="174"/>
                      </a:lnTo>
                      <a:lnTo>
                        <a:pt x="66" y="172"/>
                      </a:lnTo>
                      <a:lnTo>
                        <a:pt x="64" y="172"/>
                      </a:lnTo>
                      <a:lnTo>
                        <a:pt x="64" y="172"/>
                      </a:lnTo>
                      <a:lnTo>
                        <a:pt x="60" y="172"/>
                      </a:lnTo>
                      <a:lnTo>
                        <a:pt x="58" y="176"/>
                      </a:lnTo>
                      <a:lnTo>
                        <a:pt x="54" y="180"/>
                      </a:lnTo>
                      <a:lnTo>
                        <a:pt x="54" y="180"/>
                      </a:lnTo>
                      <a:lnTo>
                        <a:pt x="52" y="178"/>
                      </a:lnTo>
                      <a:lnTo>
                        <a:pt x="52" y="176"/>
                      </a:lnTo>
                      <a:lnTo>
                        <a:pt x="52" y="176"/>
                      </a:lnTo>
                      <a:lnTo>
                        <a:pt x="40" y="178"/>
                      </a:lnTo>
                      <a:lnTo>
                        <a:pt x="40" y="178"/>
                      </a:lnTo>
                      <a:lnTo>
                        <a:pt x="40" y="180"/>
                      </a:lnTo>
                      <a:lnTo>
                        <a:pt x="38" y="180"/>
                      </a:lnTo>
                      <a:lnTo>
                        <a:pt x="38" y="180"/>
                      </a:lnTo>
                      <a:lnTo>
                        <a:pt x="36" y="180"/>
                      </a:lnTo>
                      <a:lnTo>
                        <a:pt x="36" y="180"/>
                      </a:lnTo>
                      <a:lnTo>
                        <a:pt x="32" y="188"/>
                      </a:lnTo>
                      <a:lnTo>
                        <a:pt x="32" y="188"/>
                      </a:lnTo>
                      <a:lnTo>
                        <a:pt x="28" y="186"/>
                      </a:lnTo>
                      <a:lnTo>
                        <a:pt x="24" y="184"/>
                      </a:lnTo>
                      <a:lnTo>
                        <a:pt x="24" y="184"/>
                      </a:lnTo>
                      <a:lnTo>
                        <a:pt x="24" y="182"/>
                      </a:lnTo>
                      <a:lnTo>
                        <a:pt x="24" y="182"/>
                      </a:lnTo>
                      <a:lnTo>
                        <a:pt x="30" y="180"/>
                      </a:lnTo>
                      <a:lnTo>
                        <a:pt x="30" y="180"/>
                      </a:lnTo>
                      <a:lnTo>
                        <a:pt x="32" y="178"/>
                      </a:lnTo>
                      <a:lnTo>
                        <a:pt x="32" y="174"/>
                      </a:lnTo>
                      <a:lnTo>
                        <a:pt x="32" y="174"/>
                      </a:lnTo>
                      <a:lnTo>
                        <a:pt x="38" y="170"/>
                      </a:lnTo>
                      <a:lnTo>
                        <a:pt x="38" y="170"/>
                      </a:lnTo>
                      <a:lnTo>
                        <a:pt x="40" y="164"/>
                      </a:lnTo>
                      <a:lnTo>
                        <a:pt x="42" y="162"/>
                      </a:lnTo>
                      <a:lnTo>
                        <a:pt x="44" y="160"/>
                      </a:lnTo>
                      <a:lnTo>
                        <a:pt x="44" y="160"/>
                      </a:lnTo>
                      <a:lnTo>
                        <a:pt x="44" y="160"/>
                      </a:lnTo>
                      <a:lnTo>
                        <a:pt x="54" y="160"/>
                      </a:lnTo>
                      <a:lnTo>
                        <a:pt x="66" y="160"/>
                      </a:lnTo>
                      <a:lnTo>
                        <a:pt x="66" y="160"/>
                      </a:lnTo>
                      <a:lnTo>
                        <a:pt x="68" y="152"/>
                      </a:lnTo>
                      <a:lnTo>
                        <a:pt x="68" y="150"/>
                      </a:lnTo>
                      <a:lnTo>
                        <a:pt x="62" y="152"/>
                      </a:lnTo>
                      <a:lnTo>
                        <a:pt x="62" y="152"/>
                      </a:lnTo>
                      <a:lnTo>
                        <a:pt x="62" y="154"/>
                      </a:lnTo>
                      <a:lnTo>
                        <a:pt x="60" y="156"/>
                      </a:lnTo>
                      <a:lnTo>
                        <a:pt x="60" y="156"/>
                      </a:lnTo>
                      <a:lnTo>
                        <a:pt x="56" y="154"/>
                      </a:lnTo>
                      <a:lnTo>
                        <a:pt x="56" y="154"/>
                      </a:lnTo>
                      <a:lnTo>
                        <a:pt x="56" y="152"/>
                      </a:lnTo>
                      <a:lnTo>
                        <a:pt x="54" y="152"/>
                      </a:lnTo>
                      <a:lnTo>
                        <a:pt x="54" y="152"/>
                      </a:lnTo>
                      <a:lnTo>
                        <a:pt x="54" y="152"/>
                      </a:lnTo>
                      <a:lnTo>
                        <a:pt x="54" y="152"/>
                      </a:lnTo>
                      <a:lnTo>
                        <a:pt x="50" y="156"/>
                      </a:lnTo>
                      <a:lnTo>
                        <a:pt x="50" y="156"/>
                      </a:lnTo>
                      <a:lnTo>
                        <a:pt x="46" y="156"/>
                      </a:lnTo>
                      <a:lnTo>
                        <a:pt x="44" y="156"/>
                      </a:lnTo>
                      <a:lnTo>
                        <a:pt x="44" y="154"/>
                      </a:lnTo>
                      <a:lnTo>
                        <a:pt x="44" y="154"/>
                      </a:lnTo>
                      <a:lnTo>
                        <a:pt x="44" y="154"/>
                      </a:lnTo>
                      <a:lnTo>
                        <a:pt x="44" y="152"/>
                      </a:lnTo>
                      <a:lnTo>
                        <a:pt x="44" y="152"/>
                      </a:lnTo>
                      <a:lnTo>
                        <a:pt x="40" y="152"/>
                      </a:lnTo>
                      <a:lnTo>
                        <a:pt x="40" y="152"/>
                      </a:lnTo>
                      <a:lnTo>
                        <a:pt x="40" y="152"/>
                      </a:lnTo>
                      <a:lnTo>
                        <a:pt x="40" y="154"/>
                      </a:lnTo>
                      <a:lnTo>
                        <a:pt x="40" y="154"/>
                      </a:lnTo>
                      <a:lnTo>
                        <a:pt x="40" y="154"/>
                      </a:lnTo>
                      <a:lnTo>
                        <a:pt x="38" y="156"/>
                      </a:lnTo>
                      <a:lnTo>
                        <a:pt x="38" y="156"/>
                      </a:lnTo>
                      <a:lnTo>
                        <a:pt x="36" y="156"/>
                      </a:lnTo>
                      <a:lnTo>
                        <a:pt x="36" y="154"/>
                      </a:lnTo>
                      <a:lnTo>
                        <a:pt x="36" y="152"/>
                      </a:lnTo>
                      <a:lnTo>
                        <a:pt x="36" y="152"/>
                      </a:lnTo>
                      <a:lnTo>
                        <a:pt x="32" y="152"/>
                      </a:lnTo>
                      <a:lnTo>
                        <a:pt x="32" y="152"/>
                      </a:lnTo>
                      <a:lnTo>
                        <a:pt x="32" y="150"/>
                      </a:lnTo>
                      <a:lnTo>
                        <a:pt x="34" y="150"/>
                      </a:lnTo>
                      <a:lnTo>
                        <a:pt x="34" y="150"/>
                      </a:lnTo>
                      <a:lnTo>
                        <a:pt x="32" y="146"/>
                      </a:lnTo>
                      <a:lnTo>
                        <a:pt x="32" y="146"/>
                      </a:lnTo>
                      <a:lnTo>
                        <a:pt x="40" y="142"/>
                      </a:lnTo>
                      <a:lnTo>
                        <a:pt x="40" y="142"/>
                      </a:lnTo>
                      <a:lnTo>
                        <a:pt x="42" y="140"/>
                      </a:lnTo>
                      <a:lnTo>
                        <a:pt x="42" y="140"/>
                      </a:lnTo>
                      <a:lnTo>
                        <a:pt x="46" y="136"/>
                      </a:lnTo>
                      <a:lnTo>
                        <a:pt x="46" y="128"/>
                      </a:lnTo>
                      <a:lnTo>
                        <a:pt x="46" y="128"/>
                      </a:lnTo>
                      <a:lnTo>
                        <a:pt x="38" y="130"/>
                      </a:lnTo>
                      <a:lnTo>
                        <a:pt x="38" y="130"/>
                      </a:lnTo>
                      <a:lnTo>
                        <a:pt x="44" y="124"/>
                      </a:lnTo>
                      <a:lnTo>
                        <a:pt x="48" y="120"/>
                      </a:lnTo>
                      <a:lnTo>
                        <a:pt x="48" y="120"/>
                      </a:lnTo>
                      <a:lnTo>
                        <a:pt x="44" y="120"/>
                      </a:lnTo>
                      <a:lnTo>
                        <a:pt x="44" y="120"/>
                      </a:lnTo>
                      <a:lnTo>
                        <a:pt x="42" y="114"/>
                      </a:lnTo>
                      <a:lnTo>
                        <a:pt x="42" y="114"/>
                      </a:lnTo>
                      <a:lnTo>
                        <a:pt x="44" y="114"/>
                      </a:lnTo>
                      <a:lnTo>
                        <a:pt x="44" y="112"/>
                      </a:lnTo>
                      <a:lnTo>
                        <a:pt x="44" y="112"/>
                      </a:lnTo>
                      <a:lnTo>
                        <a:pt x="46" y="112"/>
                      </a:lnTo>
                      <a:lnTo>
                        <a:pt x="50" y="112"/>
                      </a:lnTo>
                      <a:lnTo>
                        <a:pt x="50" y="112"/>
                      </a:lnTo>
                      <a:lnTo>
                        <a:pt x="50" y="116"/>
                      </a:lnTo>
                      <a:lnTo>
                        <a:pt x="50" y="116"/>
                      </a:lnTo>
                      <a:lnTo>
                        <a:pt x="50" y="116"/>
                      </a:lnTo>
                      <a:lnTo>
                        <a:pt x="52" y="118"/>
                      </a:lnTo>
                      <a:lnTo>
                        <a:pt x="62" y="118"/>
                      </a:lnTo>
                      <a:lnTo>
                        <a:pt x="62" y="116"/>
                      </a:lnTo>
                      <a:lnTo>
                        <a:pt x="62" y="116"/>
                      </a:lnTo>
                      <a:lnTo>
                        <a:pt x="64" y="116"/>
                      </a:lnTo>
                      <a:lnTo>
                        <a:pt x="64" y="116"/>
                      </a:lnTo>
                      <a:lnTo>
                        <a:pt x="64" y="114"/>
                      </a:lnTo>
                      <a:lnTo>
                        <a:pt x="64" y="110"/>
                      </a:lnTo>
                      <a:lnTo>
                        <a:pt x="64" y="110"/>
                      </a:lnTo>
                      <a:lnTo>
                        <a:pt x="66" y="106"/>
                      </a:lnTo>
                      <a:lnTo>
                        <a:pt x="66" y="106"/>
                      </a:lnTo>
                      <a:lnTo>
                        <a:pt x="66" y="98"/>
                      </a:lnTo>
                      <a:lnTo>
                        <a:pt x="66" y="98"/>
                      </a:lnTo>
                      <a:lnTo>
                        <a:pt x="60" y="98"/>
                      </a:lnTo>
                      <a:lnTo>
                        <a:pt x="56" y="96"/>
                      </a:lnTo>
                      <a:lnTo>
                        <a:pt x="56" y="92"/>
                      </a:lnTo>
                      <a:lnTo>
                        <a:pt x="62" y="88"/>
                      </a:lnTo>
                      <a:lnTo>
                        <a:pt x="62" y="88"/>
                      </a:lnTo>
                      <a:lnTo>
                        <a:pt x="58" y="86"/>
                      </a:lnTo>
                      <a:lnTo>
                        <a:pt x="54" y="88"/>
                      </a:lnTo>
                      <a:lnTo>
                        <a:pt x="48" y="88"/>
                      </a:lnTo>
                      <a:lnTo>
                        <a:pt x="42" y="86"/>
                      </a:lnTo>
                      <a:lnTo>
                        <a:pt x="42" y="86"/>
                      </a:lnTo>
                      <a:lnTo>
                        <a:pt x="42" y="90"/>
                      </a:lnTo>
                      <a:lnTo>
                        <a:pt x="42" y="92"/>
                      </a:lnTo>
                      <a:lnTo>
                        <a:pt x="42" y="92"/>
                      </a:lnTo>
                      <a:lnTo>
                        <a:pt x="40" y="90"/>
                      </a:lnTo>
                      <a:lnTo>
                        <a:pt x="40" y="90"/>
                      </a:lnTo>
                      <a:lnTo>
                        <a:pt x="38" y="88"/>
                      </a:lnTo>
                      <a:lnTo>
                        <a:pt x="38" y="88"/>
                      </a:lnTo>
                      <a:lnTo>
                        <a:pt x="36" y="88"/>
                      </a:lnTo>
                      <a:lnTo>
                        <a:pt x="34" y="88"/>
                      </a:lnTo>
                      <a:lnTo>
                        <a:pt x="34" y="88"/>
                      </a:lnTo>
                      <a:lnTo>
                        <a:pt x="38" y="76"/>
                      </a:lnTo>
                      <a:lnTo>
                        <a:pt x="38" y="72"/>
                      </a:lnTo>
                      <a:lnTo>
                        <a:pt x="36" y="66"/>
                      </a:lnTo>
                      <a:lnTo>
                        <a:pt x="36" y="66"/>
                      </a:lnTo>
                      <a:lnTo>
                        <a:pt x="38" y="66"/>
                      </a:lnTo>
                      <a:lnTo>
                        <a:pt x="38" y="64"/>
                      </a:lnTo>
                      <a:lnTo>
                        <a:pt x="38" y="62"/>
                      </a:lnTo>
                      <a:lnTo>
                        <a:pt x="38" y="62"/>
                      </a:lnTo>
                      <a:lnTo>
                        <a:pt x="36" y="62"/>
                      </a:lnTo>
                      <a:lnTo>
                        <a:pt x="36" y="64"/>
                      </a:lnTo>
                      <a:lnTo>
                        <a:pt x="36" y="64"/>
                      </a:lnTo>
                      <a:lnTo>
                        <a:pt x="34" y="64"/>
                      </a:lnTo>
                      <a:lnTo>
                        <a:pt x="34" y="62"/>
                      </a:lnTo>
                      <a:lnTo>
                        <a:pt x="34" y="62"/>
                      </a:lnTo>
                      <a:lnTo>
                        <a:pt x="34" y="62"/>
                      </a:lnTo>
                      <a:lnTo>
                        <a:pt x="30" y="64"/>
                      </a:lnTo>
                      <a:lnTo>
                        <a:pt x="30" y="64"/>
                      </a:lnTo>
                      <a:lnTo>
                        <a:pt x="28" y="68"/>
                      </a:lnTo>
                      <a:lnTo>
                        <a:pt x="28" y="68"/>
                      </a:lnTo>
                      <a:lnTo>
                        <a:pt x="28" y="64"/>
                      </a:lnTo>
                      <a:lnTo>
                        <a:pt x="28" y="62"/>
                      </a:lnTo>
                      <a:lnTo>
                        <a:pt x="30" y="62"/>
                      </a:lnTo>
                      <a:lnTo>
                        <a:pt x="30" y="62"/>
                      </a:lnTo>
                      <a:lnTo>
                        <a:pt x="30" y="58"/>
                      </a:lnTo>
                      <a:lnTo>
                        <a:pt x="30" y="58"/>
                      </a:lnTo>
                      <a:lnTo>
                        <a:pt x="28" y="58"/>
                      </a:lnTo>
                      <a:lnTo>
                        <a:pt x="30" y="58"/>
                      </a:lnTo>
                      <a:lnTo>
                        <a:pt x="30" y="56"/>
                      </a:lnTo>
                      <a:lnTo>
                        <a:pt x="30" y="56"/>
                      </a:lnTo>
                      <a:lnTo>
                        <a:pt x="34" y="56"/>
                      </a:lnTo>
                      <a:lnTo>
                        <a:pt x="34" y="56"/>
                      </a:lnTo>
                      <a:lnTo>
                        <a:pt x="34" y="52"/>
                      </a:lnTo>
                      <a:lnTo>
                        <a:pt x="34" y="52"/>
                      </a:lnTo>
                      <a:lnTo>
                        <a:pt x="34" y="52"/>
                      </a:lnTo>
                      <a:lnTo>
                        <a:pt x="34" y="52"/>
                      </a:lnTo>
                      <a:lnTo>
                        <a:pt x="26" y="54"/>
                      </a:lnTo>
                      <a:lnTo>
                        <a:pt x="26" y="52"/>
                      </a:lnTo>
                      <a:lnTo>
                        <a:pt x="26" y="52"/>
                      </a:lnTo>
                      <a:lnTo>
                        <a:pt x="28" y="46"/>
                      </a:lnTo>
                      <a:lnTo>
                        <a:pt x="28" y="44"/>
                      </a:lnTo>
                      <a:lnTo>
                        <a:pt x="30" y="42"/>
                      </a:lnTo>
                      <a:lnTo>
                        <a:pt x="30" y="42"/>
                      </a:lnTo>
                      <a:lnTo>
                        <a:pt x="28" y="40"/>
                      </a:lnTo>
                      <a:lnTo>
                        <a:pt x="26" y="38"/>
                      </a:lnTo>
                      <a:lnTo>
                        <a:pt x="26" y="38"/>
                      </a:lnTo>
                      <a:lnTo>
                        <a:pt x="28" y="36"/>
                      </a:lnTo>
                      <a:lnTo>
                        <a:pt x="28" y="34"/>
                      </a:lnTo>
                      <a:lnTo>
                        <a:pt x="26" y="28"/>
                      </a:lnTo>
                      <a:lnTo>
                        <a:pt x="26" y="28"/>
                      </a:lnTo>
                      <a:lnTo>
                        <a:pt x="30" y="28"/>
                      </a:lnTo>
                      <a:lnTo>
                        <a:pt x="30" y="28"/>
                      </a:lnTo>
                      <a:lnTo>
                        <a:pt x="28" y="26"/>
                      </a:lnTo>
                      <a:lnTo>
                        <a:pt x="28" y="24"/>
                      </a:lnTo>
                      <a:lnTo>
                        <a:pt x="28" y="24"/>
                      </a:lnTo>
                      <a:lnTo>
                        <a:pt x="28" y="24"/>
                      </a:lnTo>
                      <a:lnTo>
                        <a:pt x="28" y="24"/>
                      </a:lnTo>
                      <a:lnTo>
                        <a:pt x="28" y="22"/>
                      </a:lnTo>
                      <a:lnTo>
                        <a:pt x="28" y="22"/>
                      </a:lnTo>
                      <a:lnTo>
                        <a:pt x="34" y="22"/>
                      </a:lnTo>
                      <a:lnTo>
                        <a:pt x="34" y="22"/>
                      </a:lnTo>
                      <a:lnTo>
                        <a:pt x="36" y="20"/>
                      </a:lnTo>
                      <a:lnTo>
                        <a:pt x="36" y="20"/>
                      </a:lnTo>
                      <a:lnTo>
                        <a:pt x="34" y="20"/>
                      </a:lnTo>
                      <a:lnTo>
                        <a:pt x="34" y="18"/>
                      </a:lnTo>
                      <a:lnTo>
                        <a:pt x="34" y="18"/>
                      </a:lnTo>
                      <a:lnTo>
                        <a:pt x="34" y="18"/>
                      </a:lnTo>
                      <a:lnTo>
                        <a:pt x="34" y="16"/>
                      </a:lnTo>
                      <a:lnTo>
                        <a:pt x="34" y="16"/>
                      </a:lnTo>
                      <a:lnTo>
                        <a:pt x="36" y="12"/>
                      </a:lnTo>
                      <a:lnTo>
                        <a:pt x="38" y="8"/>
                      </a:lnTo>
                      <a:lnTo>
                        <a:pt x="38" y="8"/>
                      </a:lnTo>
                      <a:lnTo>
                        <a:pt x="38" y="2"/>
                      </a:lnTo>
                      <a:lnTo>
                        <a:pt x="38" y="2"/>
                      </a:lnTo>
                      <a:lnTo>
                        <a:pt x="42" y="2"/>
                      </a:lnTo>
                      <a:lnTo>
                        <a:pt x="42" y="2"/>
                      </a:lnTo>
                      <a:lnTo>
                        <a:pt x="44" y="2"/>
                      </a:lnTo>
                      <a:lnTo>
                        <a:pt x="44" y="4"/>
                      </a:lnTo>
                      <a:lnTo>
                        <a:pt x="42" y="6"/>
                      </a:lnTo>
                      <a:lnTo>
                        <a:pt x="44" y="6"/>
                      </a:lnTo>
                      <a:lnTo>
                        <a:pt x="44" y="6"/>
                      </a:lnTo>
                      <a:lnTo>
                        <a:pt x="44" y="2"/>
                      </a:lnTo>
                      <a:lnTo>
                        <a:pt x="46" y="2"/>
                      </a:lnTo>
                      <a:lnTo>
                        <a:pt x="46" y="4"/>
                      </a:lnTo>
                      <a:lnTo>
                        <a:pt x="52" y="0"/>
                      </a:lnTo>
                      <a:lnTo>
                        <a:pt x="52" y="0"/>
                      </a:lnTo>
                      <a:lnTo>
                        <a:pt x="56" y="0"/>
                      </a:lnTo>
                      <a:lnTo>
                        <a:pt x="60" y="2"/>
                      </a:lnTo>
                      <a:lnTo>
                        <a:pt x="62" y="4"/>
                      </a:lnTo>
                      <a:lnTo>
                        <a:pt x="60" y="10"/>
                      </a:lnTo>
                      <a:lnTo>
                        <a:pt x="60" y="10"/>
                      </a:lnTo>
                      <a:lnTo>
                        <a:pt x="56" y="12"/>
                      </a:lnTo>
                      <a:lnTo>
                        <a:pt x="56" y="12"/>
                      </a:lnTo>
                      <a:lnTo>
                        <a:pt x="54" y="18"/>
                      </a:lnTo>
                      <a:lnTo>
                        <a:pt x="52" y="18"/>
                      </a:lnTo>
                      <a:lnTo>
                        <a:pt x="52" y="18"/>
                      </a:lnTo>
                      <a:lnTo>
                        <a:pt x="48" y="20"/>
                      </a:lnTo>
                      <a:lnTo>
                        <a:pt x="48" y="20"/>
                      </a:lnTo>
                      <a:lnTo>
                        <a:pt x="48" y="22"/>
                      </a:lnTo>
                      <a:lnTo>
                        <a:pt x="48" y="26"/>
                      </a:lnTo>
                      <a:lnTo>
                        <a:pt x="48" y="28"/>
                      </a:lnTo>
                      <a:lnTo>
                        <a:pt x="48" y="28"/>
                      </a:lnTo>
                      <a:lnTo>
                        <a:pt x="50" y="28"/>
                      </a:lnTo>
                      <a:lnTo>
                        <a:pt x="50" y="28"/>
                      </a:lnTo>
                      <a:lnTo>
                        <a:pt x="50" y="28"/>
                      </a:lnTo>
                      <a:close/>
                      <a:moveTo>
                        <a:pt x="22" y="50"/>
                      </a:moveTo>
                      <a:lnTo>
                        <a:pt x="22" y="50"/>
                      </a:lnTo>
                      <a:lnTo>
                        <a:pt x="24" y="54"/>
                      </a:lnTo>
                      <a:lnTo>
                        <a:pt x="24" y="54"/>
                      </a:lnTo>
                      <a:lnTo>
                        <a:pt x="24" y="56"/>
                      </a:lnTo>
                      <a:lnTo>
                        <a:pt x="22" y="58"/>
                      </a:lnTo>
                      <a:lnTo>
                        <a:pt x="22" y="58"/>
                      </a:lnTo>
                      <a:lnTo>
                        <a:pt x="22" y="58"/>
                      </a:lnTo>
                      <a:lnTo>
                        <a:pt x="18" y="56"/>
                      </a:lnTo>
                      <a:lnTo>
                        <a:pt x="18" y="56"/>
                      </a:lnTo>
                      <a:lnTo>
                        <a:pt x="20" y="56"/>
                      </a:lnTo>
                      <a:lnTo>
                        <a:pt x="20" y="56"/>
                      </a:lnTo>
                      <a:lnTo>
                        <a:pt x="20" y="54"/>
                      </a:lnTo>
                      <a:lnTo>
                        <a:pt x="18" y="52"/>
                      </a:lnTo>
                      <a:lnTo>
                        <a:pt x="18" y="52"/>
                      </a:lnTo>
                      <a:lnTo>
                        <a:pt x="18" y="50"/>
                      </a:lnTo>
                      <a:lnTo>
                        <a:pt x="18" y="50"/>
                      </a:lnTo>
                      <a:lnTo>
                        <a:pt x="22" y="50"/>
                      </a:lnTo>
                      <a:lnTo>
                        <a:pt x="22" y="50"/>
                      </a:lnTo>
                      <a:close/>
                      <a:moveTo>
                        <a:pt x="20" y="28"/>
                      </a:moveTo>
                      <a:lnTo>
                        <a:pt x="20" y="28"/>
                      </a:lnTo>
                      <a:lnTo>
                        <a:pt x="20" y="32"/>
                      </a:lnTo>
                      <a:lnTo>
                        <a:pt x="20" y="38"/>
                      </a:lnTo>
                      <a:lnTo>
                        <a:pt x="20" y="38"/>
                      </a:lnTo>
                      <a:lnTo>
                        <a:pt x="24" y="38"/>
                      </a:lnTo>
                      <a:lnTo>
                        <a:pt x="24" y="38"/>
                      </a:lnTo>
                      <a:lnTo>
                        <a:pt x="24" y="40"/>
                      </a:lnTo>
                      <a:lnTo>
                        <a:pt x="24" y="42"/>
                      </a:lnTo>
                      <a:lnTo>
                        <a:pt x="24" y="42"/>
                      </a:lnTo>
                      <a:lnTo>
                        <a:pt x="24" y="42"/>
                      </a:lnTo>
                      <a:lnTo>
                        <a:pt x="24" y="44"/>
                      </a:lnTo>
                      <a:lnTo>
                        <a:pt x="22" y="44"/>
                      </a:lnTo>
                      <a:lnTo>
                        <a:pt x="22" y="44"/>
                      </a:lnTo>
                      <a:lnTo>
                        <a:pt x="22" y="42"/>
                      </a:lnTo>
                      <a:lnTo>
                        <a:pt x="20" y="42"/>
                      </a:lnTo>
                      <a:lnTo>
                        <a:pt x="20" y="42"/>
                      </a:lnTo>
                      <a:lnTo>
                        <a:pt x="16" y="36"/>
                      </a:lnTo>
                      <a:lnTo>
                        <a:pt x="16" y="28"/>
                      </a:lnTo>
                      <a:lnTo>
                        <a:pt x="16" y="28"/>
                      </a:lnTo>
                      <a:lnTo>
                        <a:pt x="20" y="28"/>
                      </a:lnTo>
                      <a:lnTo>
                        <a:pt x="20" y="28"/>
                      </a:lnTo>
                      <a:lnTo>
                        <a:pt x="20" y="24"/>
                      </a:lnTo>
                      <a:lnTo>
                        <a:pt x="20" y="24"/>
                      </a:lnTo>
                      <a:lnTo>
                        <a:pt x="20" y="26"/>
                      </a:lnTo>
                      <a:lnTo>
                        <a:pt x="20" y="28"/>
                      </a:lnTo>
                      <a:lnTo>
                        <a:pt x="20" y="28"/>
                      </a:lnTo>
                      <a:close/>
                      <a:moveTo>
                        <a:pt x="20" y="12"/>
                      </a:moveTo>
                      <a:lnTo>
                        <a:pt x="20" y="12"/>
                      </a:lnTo>
                      <a:lnTo>
                        <a:pt x="18" y="16"/>
                      </a:lnTo>
                      <a:lnTo>
                        <a:pt x="18" y="20"/>
                      </a:lnTo>
                      <a:lnTo>
                        <a:pt x="18" y="20"/>
                      </a:lnTo>
                      <a:lnTo>
                        <a:pt x="14" y="20"/>
                      </a:lnTo>
                      <a:lnTo>
                        <a:pt x="14" y="22"/>
                      </a:lnTo>
                      <a:lnTo>
                        <a:pt x="14" y="22"/>
                      </a:lnTo>
                      <a:lnTo>
                        <a:pt x="10" y="24"/>
                      </a:lnTo>
                      <a:lnTo>
                        <a:pt x="10" y="24"/>
                      </a:lnTo>
                      <a:lnTo>
                        <a:pt x="10" y="20"/>
                      </a:lnTo>
                      <a:lnTo>
                        <a:pt x="14" y="16"/>
                      </a:lnTo>
                      <a:lnTo>
                        <a:pt x="14" y="16"/>
                      </a:lnTo>
                      <a:lnTo>
                        <a:pt x="12" y="14"/>
                      </a:lnTo>
                      <a:lnTo>
                        <a:pt x="10" y="10"/>
                      </a:lnTo>
                      <a:lnTo>
                        <a:pt x="10" y="10"/>
                      </a:lnTo>
                      <a:lnTo>
                        <a:pt x="14" y="10"/>
                      </a:lnTo>
                      <a:lnTo>
                        <a:pt x="14" y="10"/>
                      </a:lnTo>
                      <a:lnTo>
                        <a:pt x="14" y="6"/>
                      </a:lnTo>
                      <a:lnTo>
                        <a:pt x="20" y="2"/>
                      </a:lnTo>
                      <a:lnTo>
                        <a:pt x="20" y="2"/>
                      </a:lnTo>
                      <a:lnTo>
                        <a:pt x="22" y="4"/>
                      </a:lnTo>
                      <a:lnTo>
                        <a:pt x="22" y="8"/>
                      </a:lnTo>
                      <a:lnTo>
                        <a:pt x="20" y="12"/>
                      </a:lnTo>
                      <a:lnTo>
                        <a:pt x="2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9" name="Freeform 24">
                  <a:extLst>
                    <a:ext uri="{FF2B5EF4-FFF2-40B4-BE49-F238E27FC236}">
                      <a16:creationId xmlns:a16="http://schemas.microsoft.com/office/drawing/2014/main" id="{39D57723-64E1-5046-BFE5-7951C04AF2CC}"/>
                    </a:ext>
                  </a:extLst>
                </p:cNvPr>
                <p:cNvSpPr>
                  <a:spLocks noEditPoints="1"/>
                </p:cNvSpPr>
                <p:nvPr/>
              </p:nvSpPr>
              <p:spPr bwMode="auto">
                <a:xfrm>
                  <a:off x="6513898" y="2517442"/>
                  <a:ext cx="446173" cy="328386"/>
                </a:xfrm>
                <a:custGeom>
                  <a:avLst/>
                  <a:gdLst>
                    <a:gd name="T0" fmla="*/ 202 w 228"/>
                    <a:gd name="T1" fmla="*/ 108 h 164"/>
                    <a:gd name="T2" fmla="*/ 188 w 228"/>
                    <a:gd name="T3" fmla="*/ 114 h 164"/>
                    <a:gd name="T4" fmla="*/ 176 w 228"/>
                    <a:gd name="T5" fmla="*/ 122 h 164"/>
                    <a:gd name="T6" fmla="*/ 170 w 228"/>
                    <a:gd name="T7" fmla="*/ 120 h 164"/>
                    <a:gd name="T8" fmla="*/ 152 w 228"/>
                    <a:gd name="T9" fmla="*/ 128 h 164"/>
                    <a:gd name="T10" fmla="*/ 144 w 228"/>
                    <a:gd name="T11" fmla="*/ 130 h 164"/>
                    <a:gd name="T12" fmla="*/ 152 w 228"/>
                    <a:gd name="T13" fmla="*/ 136 h 164"/>
                    <a:gd name="T14" fmla="*/ 156 w 228"/>
                    <a:gd name="T15" fmla="*/ 142 h 164"/>
                    <a:gd name="T16" fmla="*/ 172 w 228"/>
                    <a:gd name="T17" fmla="*/ 144 h 164"/>
                    <a:gd name="T18" fmla="*/ 178 w 228"/>
                    <a:gd name="T19" fmla="*/ 144 h 164"/>
                    <a:gd name="T20" fmla="*/ 166 w 228"/>
                    <a:gd name="T21" fmla="*/ 152 h 164"/>
                    <a:gd name="T22" fmla="*/ 138 w 228"/>
                    <a:gd name="T23" fmla="*/ 148 h 164"/>
                    <a:gd name="T24" fmla="*/ 128 w 228"/>
                    <a:gd name="T25" fmla="*/ 140 h 164"/>
                    <a:gd name="T26" fmla="*/ 142 w 228"/>
                    <a:gd name="T27" fmla="*/ 134 h 164"/>
                    <a:gd name="T28" fmla="*/ 136 w 228"/>
                    <a:gd name="T29" fmla="*/ 128 h 164"/>
                    <a:gd name="T30" fmla="*/ 124 w 228"/>
                    <a:gd name="T31" fmla="*/ 132 h 164"/>
                    <a:gd name="T32" fmla="*/ 118 w 228"/>
                    <a:gd name="T33" fmla="*/ 126 h 164"/>
                    <a:gd name="T34" fmla="*/ 120 w 228"/>
                    <a:gd name="T35" fmla="*/ 122 h 164"/>
                    <a:gd name="T36" fmla="*/ 114 w 228"/>
                    <a:gd name="T37" fmla="*/ 118 h 164"/>
                    <a:gd name="T38" fmla="*/ 100 w 228"/>
                    <a:gd name="T39" fmla="*/ 122 h 164"/>
                    <a:gd name="T40" fmla="*/ 84 w 228"/>
                    <a:gd name="T41" fmla="*/ 108 h 164"/>
                    <a:gd name="T42" fmla="*/ 80 w 228"/>
                    <a:gd name="T43" fmla="*/ 94 h 164"/>
                    <a:gd name="T44" fmla="*/ 68 w 228"/>
                    <a:gd name="T45" fmla="*/ 80 h 164"/>
                    <a:gd name="T46" fmla="*/ 50 w 228"/>
                    <a:gd name="T47" fmla="*/ 76 h 164"/>
                    <a:gd name="T48" fmla="*/ 40 w 228"/>
                    <a:gd name="T49" fmla="*/ 84 h 164"/>
                    <a:gd name="T50" fmla="*/ 28 w 228"/>
                    <a:gd name="T51" fmla="*/ 92 h 164"/>
                    <a:gd name="T52" fmla="*/ 14 w 228"/>
                    <a:gd name="T53" fmla="*/ 88 h 164"/>
                    <a:gd name="T54" fmla="*/ 0 w 228"/>
                    <a:gd name="T55" fmla="*/ 82 h 164"/>
                    <a:gd name="T56" fmla="*/ 14 w 228"/>
                    <a:gd name="T57" fmla="*/ 68 h 164"/>
                    <a:gd name="T58" fmla="*/ 16 w 228"/>
                    <a:gd name="T59" fmla="*/ 50 h 164"/>
                    <a:gd name="T60" fmla="*/ 16 w 228"/>
                    <a:gd name="T61" fmla="*/ 32 h 164"/>
                    <a:gd name="T62" fmla="*/ 18 w 228"/>
                    <a:gd name="T63" fmla="*/ 20 h 164"/>
                    <a:gd name="T64" fmla="*/ 18 w 228"/>
                    <a:gd name="T65" fmla="*/ 8 h 164"/>
                    <a:gd name="T66" fmla="*/ 26 w 228"/>
                    <a:gd name="T67" fmla="*/ 12 h 164"/>
                    <a:gd name="T68" fmla="*/ 54 w 228"/>
                    <a:gd name="T69" fmla="*/ 8 h 164"/>
                    <a:gd name="T70" fmla="*/ 72 w 228"/>
                    <a:gd name="T71" fmla="*/ 12 h 164"/>
                    <a:gd name="T72" fmla="*/ 80 w 228"/>
                    <a:gd name="T73" fmla="*/ 10 h 164"/>
                    <a:gd name="T74" fmla="*/ 98 w 228"/>
                    <a:gd name="T75" fmla="*/ 10 h 164"/>
                    <a:gd name="T76" fmla="*/ 104 w 228"/>
                    <a:gd name="T77" fmla="*/ 0 h 164"/>
                    <a:gd name="T78" fmla="*/ 118 w 228"/>
                    <a:gd name="T79" fmla="*/ 2 h 164"/>
                    <a:gd name="T80" fmla="*/ 128 w 228"/>
                    <a:gd name="T81" fmla="*/ 2 h 164"/>
                    <a:gd name="T82" fmla="*/ 132 w 228"/>
                    <a:gd name="T83" fmla="*/ 10 h 164"/>
                    <a:gd name="T84" fmla="*/ 136 w 228"/>
                    <a:gd name="T85" fmla="*/ 20 h 164"/>
                    <a:gd name="T86" fmla="*/ 148 w 228"/>
                    <a:gd name="T87" fmla="*/ 22 h 164"/>
                    <a:gd name="T88" fmla="*/ 162 w 228"/>
                    <a:gd name="T89" fmla="*/ 30 h 164"/>
                    <a:gd name="T90" fmla="*/ 172 w 228"/>
                    <a:gd name="T91" fmla="*/ 42 h 164"/>
                    <a:gd name="T92" fmla="*/ 188 w 228"/>
                    <a:gd name="T93" fmla="*/ 36 h 164"/>
                    <a:gd name="T94" fmla="*/ 198 w 228"/>
                    <a:gd name="T95" fmla="*/ 44 h 164"/>
                    <a:gd name="T96" fmla="*/ 220 w 228"/>
                    <a:gd name="T97" fmla="*/ 58 h 164"/>
                    <a:gd name="T98" fmla="*/ 226 w 228"/>
                    <a:gd name="T99" fmla="*/ 64 h 164"/>
                    <a:gd name="T100" fmla="*/ 226 w 228"/>
                    <a:gd name="T101" fmla="*/ 72 h 164"/>
                    <a:gd name="T102" fmla="*/ 228 w 228"/>
                    <a:gd name="T103" fmla="*/ 86 h 164"/>
                    <a:gd name="T104" fmla="*/ 214 w 228"/>
                    <a:gd name="T105" fmla="*/ 100 h 164"/>
                    <a:gd name="T106" fmla="*/ 88 w 228"/>
                    <a:gd name="T107" fmla="*/ 124 h 164"/>
                    <a:gd name="T108" fmla="*/ 80 w 228"/>
                    <a:gd name="T109" fmla="*/ 124 h 164"/>
                    <a:gd name="T110" fmla="*/ 74 w 228"/>
                    <a:gd name="T111" fmla="*/ 140 h 164"/>
                    <a:gd name="T112" fmla="*/ 80 w 228"/>
                    <a:gd name="T113" fmla="*/ 140 h 164"/>
                    <a:gd name="T114" fmla="*/ 90 w 228"/>
                    <a:gd name="T115" fmla="*/ 13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8" h="164">
                      <a:moveTo>
                        <a:pt x="210" y="108"/>
                      </a:moveTo>
                      <a:lnTo>
                        <a:pt x="210" y="108"/>
                      </a:lnTo>
                      <a:lnTo>
                        <a:pt x="204" y="108"/>
                      </a:lnTo>
                      <a:lnTo>
                        <a:pt x="204" y="108"/>
                      </a:lnTo>
                      <a:lnTo>
                        <a:pt x="202" y="108"/>
                      </a:lnTo>
                      <a:lnTo>
                        <a:pt x="202" y="108"/>
                      </a:lnTo>
                      <a:lnTo>
                        <a:pt x="198" y="112"/>
                      </a:lnTo>
                      <a:lnTo>
                        <a:pt x="198" y="112"/>
                      </a:lnTo>
                      <a:lnTo>
                        <a:pt x="194" y="112"/>
                      </a:lnTo>
                      <a:lnTo>
                        <a:pt x="194" y="112"/>
                      </a:lnTo>
                      <a:lnTo>
                        <a:pt x="188" y="114"/>
                      </a:lnTo>
                      <a:lnTo>
                        <a:pt x="188" y="114"/>
                      </a:lnTo>
                      <a:lnTo>
                        <a:pt x="186" y="118"/>
                      </a:lnTo>
                      <a:lnTo>
                        <a:pt x="186" y="118"/>
                      </a:lnTo>
                      <a:lnTo>
                        <a:pt x="182" y="118"/>
                      </a:lnTo>
                      <a:lnTo>
                        <a:pt x="178" y="118"/>
                      </a:lnTo>
                      <a:lnTo>
                        <a:pt x="178" y="118"/>
                      </a:lnTo>
                      <a:lnTo>
                        <a:pt x="176" y="122"/>
                      </a:lnTo>
                      <a:lnTo>
                        <a:pt x="176" y="122"/>
                      </a:lnTo>
                      <a:lnTo>
                        <a:pt x="174" y="122"/>
                      </a:lnTo>
                      <a:lnTo>
                        <a:pt x="172" y="120"/>
                      </a:lnTo>
                      <a:lnTo>
                        <a:pt x="172" y="120"/>
                      </a:lnTo>
                      <a:lnTo>
                        <a:pt x="170" y="120"/>
                      </a:lnTo>
                      <a:lnTo>
                        <a:pt x="170" y="120"/>
                      </a:lnTo>
                      <a:lnTo>
                        <a:pt x="170" y="120"/>
                      </a:lnTo>
                      <a:lnTo>
                        <a:pt x="162" y="126"/>
                      </a:lnTo>
                      <a:lnTo>
                        <a:pt x="162" y="128"/>
                      </a:lnTo>
                      <a:lnTo>
                        <a:pt x="162" y="128"/>
                      </a:lnTo>
                      <a:lnTo>
                        <a:pt x="156" y="128"/>
                      </a:lnTo>
                      <a:lnTo>
                        <a:pt x="152" y="128"/>
                      </a:lnTo>
                      <a:lnTo>
                        <a:pt x="152" y="126"/>
                      </a:lnTo>
                      <a:lnTo>
                        <a:pt x="152" y="126"/>
                      </a:lnTo>
                      <a:lnTo>
                        <a:pt x="144" y="126"/>
                      </a:lnTo>
                      <a:lnTo>
                        <a:pt x="144" y="126"/>
                      </a:lnTo>
                      <a:lnTo>
                        <a:pt x="144" y="130"/>
                      </a:lnTo>
                      <a:lnTo>
                        <a:pt x="144" y="130"/>
                      </a:lnTo>
                      <a:lnTo>
                        <a:pt x="148" y="132"/>
                      </a:lnTo>
                      <a:lnTo>
                        <a:pt x="148" y="132"/>
                      </a:lnTo>
                      <a:lnTo>
                        <a:pt x="150" y="132"/>
                      </a:lnTo>
                      <a:lnTo>
                        <a:pt x="150" y="132"/>
                      </a:lnTo>
                      <a:lnTo>
                        <a:pt x="152" y="136"/>
                      </a:lnTo>
                      <a:lnTo>
                        <a:pt x="152" y="136"/>
                      </a:lnTo>
                      <a:lnTo>
                        <a:pt x="154" y="136"/>
                      </a:lnTo>
                      <a:lnTo>
                        <a:pt x="156" y="136"/>
                      </a:lnTo>
                      <a:lnTo>
                        <a:pt x="156" y="136"/>
                      </a:lnTo>
                      <a:lnTo>
                        <a:pt x="156" y="138"/>
                      </a:lnTo>
                      <a:lnTo>
                        <a:pt x="156" y="140"/>
                      </a:lnTo>
                      <a:lnTo>
                        <a:pt x="156" y="142"/>
                      </a:lnTo>
                      <a:lnTo>
                        <a:pt x="158" y="142"/>
                      </a:lnTo>
                      <a:lnTo>
                        <a:pt x="158" y="144"/>
                      </a:lnTo>
                      <a:lnTo>
                        <a:pt x="158" y="144"/>
                      </a:lnTo>
                      <a:lnTo>
                        <a:pt x="164" y="144"/>
                      </a:lnTo>
                      <a:lnTo>
                        <a:pt x="164" y="144"/>
                      </a:lnTo>
                      <a:lnTo>
                        <a:pt x="172" y="144"/>
                      </a:lnTo>
                      <a:lnTo>
                        <a:pt x="172" y="144"/>
                      </a:lnTo>
                      <a:lnTo>
                        <a:pt x="174" y="144"/>
                      </a:lnTo>
                      <a:lnTo>
                        <a:pt x="176" y="142"/>
                      </a:lnTo>
                      <a:lnTo>
                        <a:pt x="176" y="142"/>
                      </a:lnTo>
                      <a:lnTo>
                        <a:pt x="178" y="144"/>
                      </a:lnTo>
                      <a:lnTo>
                        <a:pt x="178" y="144"/>
                      </a:lnTo>
                      <a:lnTo>
                        <a:pt x="178" y="146"/>
                      </a:lnTo>
                      <a:lnTo>
                        <a:pt x="176" y="150"/>
                      </a:lnTo>
                      <a:lnTo>
                        <a:pt x="176" y="150"/>
                      </a:lnTo>
                      <a:lnTo>
                        <a:pt x="170" y="152"/>
                      </a:lnTo>
                      <a:lnTo>
                        <a:pt x="166" y="152"/>
                      </a:lnTo>
                      <a:lnTo>
                        <a:pt x="166" y="152"/>
                      </a:lnTo>
                      <a:lnTo>
                        <a:pt x="158" y="156"/>
                      </a:lnTo>
                      <a:lnTo>
                        <a:pt x="158" y="156"/>
                      </a:lnTo>
                      <a:lnTo>
                        <a:pt x="136" y="164"/>
                      </a:lnTo>
                      <a:lnTo>
                        <a:pt x="136" y="164"/>
                      </a:lnTo>
                      <a:lnTo>
                        <a:pt x="138" y="156"/>
                      </a:lnTo>
                      <a:lnTo>
                        <a:pt x="138" y="148"/>
                      </a:lnTo>
                      <a:lnTo>
                        <a:pt x="138" y="148"/>
                      </a:lnTo>
                      <a:lnTo>
                        <a:pt x="130" y="144"/>
                      </a:lnTo>
                      <a:lnTo>
                        <a:pt x="124" y="146"/>
                      </a:lnTo>
                      <a:lnTo>
                        <a:pt x="126" y="142"/>
                      </a:lnTo>
                      <a:lnTo>
                        <a:pt x="126" y="142"/>
                      </a:lnTo>
                      <a:lnTo>
                        <a:pt x="128" y="140"/>
                      </a:lnTo>
                      <a:lnTo>
                        <a:pt x="138" y="136"/>
                      </a:lnTo>
                      <a:lnTo>
                        <a:pt x="138" y="136"/>
                      </a:lnTo>
                      <a:lnTo>
                        <a:pt x="140" y="136"/>
                      </a:lnTo>
                      <a:lnTo>
                        <a:pt x="142" y="136"/>
                      </a:lnTo>
                      <a:lnTo>
                        <a:pt x="142" y="136"/>
                      </a:lnTo>
                      <a:lnTo>
                        <a:pt x="142" y="134"/>
                      </a:lnTo>
                      <a:lnTo>
                        <a:pt x="142" y="134"/>
                      </a:lnTo>
                      <a:lnTo>
                        <a:pt x="140" y="130"/>
                      </a:lnTo>
                      <a:lnTo>
                        <a:pt x="140" y="130"/>
                      </a:lnTo>
                      <a:lnTo>
                        <a:pt x="138" y="130"/>
                      </a:lnTo>
                      <a:lnTo>
                        <a:pt x="136" y="130"/>
                      </a:lnTo>
                      <a:lnTo>
                        <a:pt x="136" y="128"/>
                      </a:lnTo>
                      <a:lnTo>
                        <a:pt x="136" y="128"/>
                      </a:lnTo>
                      <a:lnTo>
                        <a:pt x="128" y="128"/>
                      </a:lnTo>
                      <a:lnTo>
                        <a:pt x="128" y="128"/>
                      </a:lnTo>
                      <a:lnTo>
                        <a:pt x="128" y="130"/>
                      </a:lnTo>
                      <a:lnTo>
                        <a:pt x="126" y="132"/>
                      </a:lnTo>
                      <a:lnTo>
                        <a:pt x="124" y="132"/>
                      </a:lnTo>
                      <a:lnTo>
                        <a:pt x="124" y="132"/>
                      </a:lnTo>
                      <a:lnTo>
                        <a:pt x="122" y="128"/>
                      </a:lnTo>
                      <a:lnTo>
                        <a:pt x="122" y="128"/>
                      </a:lnTo>
                      <a:lnTo>
                        <a:pt x="118" y="128"/>
                      </a:lnTo>
                      <a:lnTo>
                        <a:pt x="118" y="126"/>
                      </a:lnTo>
                      <a:lnTo>
                        <a:pt x="118" y="126"/>
                      </a:lnTo>
                      <a:lnTo>
                        <a:pt x="112" y="126"/>
                      </a:lnTo>
                      <a:lnTo>
                        <a:pt x="114" y="124"/>
                      </a:lnTo>
                      <a:lnTo>
                        <a:pt x="114" y="124"/>
                      </a:lnTo>
                      <a:lnTo>
                        <a:pt x="120" y="124"/>
                      </a:lnTo>
                      <a:lnTo>
                        <a:pt x="120" y="124"/>
                      </a:lnTo>
                      <a:lnTo>
                        <a:pt x="120" y="122"/>
                      </a:lnTo>
                      <a:lnTo>
                        <a:pt x="120" y="122"/>
                      </a:lnTo>
                      <a:lnTo>
                        <a:pt x="118" y="122"/>
                      </a:lnTo>
                      <a:lnTo>
                        <a:pt x="118" y="122"/>
                      </a:lnTo>
                      <a:lnTo>
                        <a:pt x="116" y="118"/>
                      </a:lnTo>
                      <a:lnTo>
                        <a:pt x="116" y="118"/>
                      </a:lnTo>
                      <a:lnTo>
                        <a:pt x="114" y="118"/>
                      </a:lnTo>
                      <a:lnTo>
                        <a:pt x="114" y="120"/>
                      </a:lnTo>
                      <a:lnTo>
                        <a:pt x="114" y="120"/>
                      </a:lnTo>
                      <a:lnTo>
                        <a:pt x="104" y="120"/>
                      </a:lnTo>
                      <a:lnTo>
                        <a:pt x="102" y="122"/>
                      </a:lnTo>
                      <a:lnTo>
                        <a:pt x="100" y="122"/>
                      </a:lnTo>
                      <a:lnTo>
                        <a:pt x="100" y="122"/>
                      </a:lnTo>
                      <a:lnTo>
                        <a:pt x="96" y="128"/>
                      </a:lnTo>
                      <a:lnTo>
                        <a:pt x="88" y="116"/>
                      </a:lnTo>
                      <a:lnTo>
                        <a:pt x="88" y="116"/>
                      </a:lnTo>
                      <a:lnTo>
                        <a:pt x="86" y="114"/>
                      </a:lnTo>
                      <a:lnTo>
                        <a:pt x="84" y="112"/>
                      </a:lnTo>
                      <a:lnTo>
                        <a:pt x="84" y="108"/>
                      </a:lnTo>
                      <a:lnTo>
                        <a:pt x="84" y="108"/>
                      </a:lnTo>
                      <a:lnTo>
                        <a:pt x="84" y="104"/>
                      </a:lnTo>
                      <a:lnTo>
                        <a:pt x="82" y="100"/>
                      </a:lnTo>
                      <a:lnTo>
                        <a:pt x="82" y="100"/>
                      </a:lnTo>
                      <a:lnTo>
                        <a:pt x="80" y="98"/>
                      </a:lnTo>
                      <a:lnTo>
                        <a:pt x="80" y="94"/>
                      </a:lnTo>
                      <a:lnTo>
                        <a:pt x="80" y="94"/>
                      </a:lnTo>
                      <a:lnTo>
                        <a:pt x="78" y="88"/>
                      </a:lnTo>
                      <a:lnTo>
                        <a:pt x="74" y="84"/>
                      </a:lnTo>
                      <a:lnTo>
                        <a:pt x="74" y="84"/>
                      </a:lnTo>
                      <a:lnTo>
                        <a:pt x="68" y="80"/>
                      </a:lnTo>
                      <a:lnTo>
                        <a:pt x="68" y="80"/>
                      </a:lnTo>
                      <a:lnTo>
                        <a:pt x="62" y="76"/>
                      </a:lnTo>
                      <a:lnTo>
                        <a:pt x="62" y="76"/>
                      </a:lnTo>
                      <a:lnTo>
                        <a:pt x="58" y="74"/>
                      </a:lnTo>
                      <a:lnTo>
                        <a:pt x="54" y="76"/>
                      </a:lnTo>
                      <a:lnTo>
                        <a:pt x="54" y="76"/>
                      </a:lnTo>
                      <a:lnTo>
                        <a:pt x="50" y="76"/>
                      </a:lnTo>
                      <a:lnTo>
                        <a:pt x="46" y="78"/>
                      </a:lnTo>
                      <a:lnTo>
                        <a:pt x="46" y="80"/>
                      </a:lnTo>
                      <a:lnTo>
                        <a:pt x="46" y="80"/>
                      </a:lnTo>
                      <a:lnTo>
                        <a:pt x="44" y="80"/>
                      </a:lnTo>
                      <a:lnTo>
                        <a:pt x="40" y="84"/>
                      </a:lnTo>
                      <a:lnTo>
                        <a:pt x="40" y="84"/>
                      </a:lnTo>
                      <a:lnTo>
                        <a:pt x="38" y="86"/>
                      </a:lnTo>
                      <a:lnTo>
                        <a:pt x="34" y="88"/>
                      </a:lnTo>
                      <a:lnTo>
                        <a:pt x="34" y="88"/>
                      </a:lnTo>
                      <a:lnTo>
                        <a:pt x="32" y="88"/>
                      </a:lnTo>
                      <a:lnTo>
                        <a:pt x="32" y="90"/>
                      </a:lnTo>
                      <a:lnTo>
                        <a:pt x="28" y="92"/>
                      </a:lnTo>
                      <a:lnTo>
                        <a:pt x="28" y="92"/>
                      </a:lnTo>
                      <a:lnTo>
                        <a:pt x="24" y="94"/>
                      </a:lnTo>
                      <a:lnTo>
                        <a:pt x="22" y="90"/>
                      </a:lnTo>
                      <a:lnTo>
                        <a:pt x="22" y="90"/>
                      </a:lnTo>
                      <a:lnTo>
                        <a:pt x="18" y="88"/>
                      </a:lnTo>
                      <a:lnTo>
                        <a:pt x="14" y="88"/>
                      </a:lnTo>
                      <a:lnTo>
                        <a:pt x="14" y="88"/>
                      </a:lnTo>
                      <a:lnTo>
                        <a:pt x="8" y="88"/>
                      </a:lnTo>
                      <a:lnTo>
                        <a:pt x="4" y="86"/>
                      </a:lnTo>
                      <a:lnTo>
                        <a:pt x="4" y="86"/>
                      </a:lnTo>
                      <a:lnTo>
                        <a:pt x="2" y="82"/>
                      </a:lnTo>
                      <a:lnTo>
                        <a:pt x="0" y="82"/>
                      </a:lnTo>
                      <a:lnTo>
                        <a:pt x="2" y="76"/>
                      </a:lnTo>
                      <a:lnTo>
                        <a:pt x="6" y="74"/>
                      </a:lnTo>
                      <a:lnTo>
                        <a:pt x="6" y="74"/>
                      </a:lnTo>
                      <a:lnTo>
                        <a:pt x="10" y="72"/>
                      </a:lnTo>
                      <a:lnTo>
                        <a:pt x="14" y="70"/>
                      </a:lnTo>
                      <a:lnTo>
                        <a:pt x="14" y="68"/>
                      </a:lnTo>
                      <a:lnTo>
                        <a:pt x="14" y="68"/>
                      </a:lnTo>
                      <a:lnTo>
                        <a:pt x="12" y="64"/>
                      </a:lnTo>
                      <a:lnTo>
                        <a:pt x="12" y="60"/>
                      </a:lnTo>
                      <a:lnTo>
                        <a:pt x="12" y="58"/>
                      </a:lnTo>
                      <a:lnTo>
                        <a:pt x="12" y="58"/>
                      </a:lnTo>
                      <a:lnTo>
                        <a:pt x="16" y="50"/>
                      </a:lnTo>
                      <a:lnTo>
                        <a:pt x="16" y="50"/>
                      </a:lnTo>
                      <a:lnTo>
                        <a:pt x="20" y="42"/>
                      </a:lnTo>
                      <a:lnTo>
                        <a:pt x="20" y="42"/>
                      </a:lnTo>
                      <a:lnTo>
                        <a:pt x="18" y="38"/>
                      </a:lnTo>
                      <a:lnTo>
                        <a:pt x="16" y="34"/>
                      </a:lnTo>
                      <a:lnTo>
                        <a:pt x="16" y="32"/>
                      </a:lnTo>
                      <a:lnTo>
                        <a:pt x="16" y="32"/>
                      </a:lnTo>
                      <a:lnTo>
                        <a:pt x="16" y="28"/>
                      </a:lnTo>
                      <a:lnTo>
                        <a:pt x="18" y="22"/>
                      </a:lnTo>
                      <a:lnTo>
                        <a:pt x="18" y="22"/>
                      </a:lnTo>
                      <a:lnTo>
                        <a:pt x="18" y="20"/>
                      </a:lnTo>
                      <a:lnTo>
                        <a:pt x="18" y="20"/>
                      </a:lnTo>
                      <a:lnTo>
                        <a:pt x="18" y="18"/>
                      </a:lnTo>
                      <a:lnTo>
                        <a:pt x="18" y="18"/>
                      </a:lnTo>
                      <a:lnTo>
                        <a:pt x="18" y="18"/>
                      </a:lnTo>
                      <a:lnTo>
                        <a:pt x="16" y="12"/>
                      </a:lnTo>
                      <a:lnTo>
                        <a:pt x="16" y="10"/>
                      </a:lnTo>
                      <a:lnTo>
                        <a:pt x="18" y="8"/>
                      </a:lnTo>
                      <a:lnTo>
                        <a:pt x="18" y="8"/>
                      </a:lnTo>
                      <a:lnTo>
                        <a:pt x="20" y="6"/>
                      </a:lnTo>
                      <a:lnTo>
                        <a:pt x="22" y="6"/>
                      </a:lnTo>
                      <a:lnTo>
                        <a:pt x="24" y="10"/>
                      </a:lnTo>
                      <a:lnTo>
                        <a:pt x="24" y="10"/>
                      </a:lnTo>
                      <a:lnTo>
                        <a:pt x="26" y="12"/>
                      </a:lnTo>
                      <a:lnTo>
                        <a:pt x="28" y="10"/>
                      </a:lnTo>
                      <a:lnTo>
                        <a:pt x="30" y="6"/>
                      </a:lnTo>
                      <a:lnTo>
                        <a:pt x="30" y="6"/>
                      </a:lnTo>
                      <a:lnTo>
                        <a:pt x="40" y="6"/>
                      </a:lnTo>
                      <a:lnTo>
                        <a:pt x="40" y="6"/>
                      </a:lnTo>
                      <a:lnTo>
                        <a:pt x="54" y="8"/>
                      </a:lnTo>
                      <a:lnTo>
                        <a:pt x="54" y="8"/>
                      </a:lnTo>
                      <a:lnTo>
                        <a:pt x="60" y="10"/>
                      </a:lnTo>
                      <a:lnTo>
                        <a:pt x="66" y="8"/>
                      </a:lnTo>
                      <a:lnTo>
                        <a:pt x="66" y="8"/>
                      </a:lnTo>
                      <a:lnTo>
                        <a:pt x="70" y="8"/>
                      </a:lnTo>
                      <a:lnTo>
                        <a:pt x="72" y="12"/>
                      </a:lnTo>
                      <a:lnTo>
                        <a:pt x="72" y="12"/>
                      </a:lnTo>
                      <a:lnTo>
                        <a:pt x="74" y="8"/>
                      </a:lnTo>
                      <a:lnTo>
                        <a:pt x="74" y="8"/>
                      </a:lnTo>
                      <a:lnTo>
                        <a:pt x="76" y="10"/>
                      </a:lnTo>
                      <a:lnTo>
                        <a:pt x="78" y="10"/>
                      </a:lnTo>
                      <a:lnTo>
                        <a:pt x="80" y="10"/>
                      </a:lnTo>
                      <a:lnTo>
                        <a:pt x="80" y="10"/>
                      </a:lnTo>
                      <a:lnTo>
                        <a:pt x="82" y="8"/>
                      </a:lnTo>
                      <a:lnTo>
                        <a:pt x="86" y="10"/>
                      </a:lnTo>
                      <a:lnTo>
                        <a:pt x="86" y="10"/>
                      </a:lnTo>
                      <a:lnTo>
                        <a:pt x="92" y="10"/>
                      </a:lnTo>
                      <a:lnTo>
                        <a:pt x="98" y="10"/>
                      </a:lnTo>
                      <a:lnTo>
                        <a:pt x="98" y="10"/>
                      </a:lnTo>
                      <a:lnTo>
                        <a:pt x="100" y="10"/>
                      </a:lnTo>
                      <a:lnTo>
                        <a:pt x="102" y="6"/>
                      </a:lnTo>
                      <a:lnTo>
                        <a:pt x="102" y="6"/>
                      </a:lnTo>
                      <a:lnTo>
                        <a:pt x="102" y="2"/>
                      </a:lnTo>
                      <a:lnTo>
                        <a:pt x="104" y="0"/>
                      </a:lnTo>
                      <a:lnTo>
                        <a:pt x="104" y="0"/>
                      </a:lnTo>
                      <a:lnTo>
                        <a:pt x="110" y="0"/>
                      </a:lnTo>
                      <a:lnTo>
                        <a:pt x="110" y="0"/>
                      </a:lnTo>
                      <a:lnTo>
                        <a:pt x="112" y="4"/>
                      </a:lnTo>
                      <a:lnTo>
                        <a:pt x="116" y="4"/>
                      </a:lnTo>
                      <a:lnTo>
                        <a:pt x="118" y="2"/>
                      </a:lnTo>
                      <a:lnTo>
                        <a:pt x="118" y="2"/>
                      </a:lnTo>
                      <a:lnTo>
                        <a:pt x="120" y="0"/>
                      </a:lnTo>
                      <a:lnTo>
                        <a:pt x="120" y="0"/>
                      </a:lnTo>
                      <a:lnTo>
                        <a:pt x="124" y="2"/>
                      </a:lnTo>
                      <a:lnTo>
                        <a:pt x="124" y="2"/>
                      </a:lnTo>
                      <a:lnTo>
                        <a:pt x="128" y="2"/>
                      </a:lnTo>
                      <a:lnTo>
                        <a:pt x="130" y="2"/>
                      </a:lnTo>
                      <a:lnTo>
                        <a:pt x="130" y="4"/>
                      </a:lnTo>
                      <a:lnTo>
                        <a:pt x="130" y="4"/>
                      </a:lnTo>
                      <a:lnTo>
                        <a:pt x="132" y="8"/>
                      </a:lnTo>
                      <a:lnTo>
                        <a:pt x="132" y="10"/>
                      </a:lnTo>
                      <a:lnTo>
                        <a:pt x="132" y="10"/>
                      </a:lnTo>
                      <a:lnTo>
                        <a:pt x="134" y="14"/>
                      </a:lnTo>
                      <a:lnTo>
                        <a:pt x="134" y="16"/>
                      </a:lnTo>
                      <a:lnTo>
                        <a:pt x="136" y="16"/>
                      </a:lnTo>
                      <a:lnTo>
                        <a:pt x="136" y="16"/>
                      </a:lnTo>
                      <a:lnTo>
                        <a:pt x="136" y="18"/>
                      </a:lnTo>
                      <a:lnTo>
                        <a:pt x="136" y="20"/>
                      </a:lnTo>
                      <a:lnTo>
                        <a:pt x="138" y="22"/>
                      </a:lnTo>
                      <a:lnTo>
                        <a:pt x="140" y="22"/>
                      </a:lnTo>
                      <a:lnTo>
                        <a:pt x="140" y="22"/>
                      </a:lnTo>
                      <a:lnTo>
                        <a:pt x="144" y="22"/>
                      </a:lnTo>
                      <a:lnTo>
                        <a:pt x="148" y="22"/>
                      </a:lnTo>
                      <a:lnTo>
                        <a:pt x="148" y="22"/>
                      </a:lnTo>
                      <a:lnTo>
                        <a:pt x="154" y="26"/>
                      </a:lnTo>
                      <a:lnTo>
                        <a:pt x="158" y="24"/>
                      </a:lnTo>
                      <a:lnTo>
                        <a:pt x="158" y="24"/>
                      </a:lnTo>
                      <a:lnTo>
                        <a:pt x="160" y="24"/>
                      </a:lnTo>
                      <a:lnTo>
                        <a:pt x="160" y="26"/>
                      </a:lnTo>
                      <a:lnTo>
                        <a:pt x="162" y="30"/>
                      </a:lnTo>
                      <a:lnTo>
                        <a:pt x="162" y="30"/>
                      </a:lnTo>
                      <a:lnTo>
                        <a:pt x="168" y="32"/>
                      </a:lnTo>
                      <a:lnTo>
                        <a:pt x="168" y="32"/>
                      </a:lnTo>
                      <a:lnTo>
                        <a:pt x="170" y="34"/>
                      </a:lnTo>
                      <a:lnTo>
                        <a:pt x="170" y="38"/>
                      </a:lnTo>
                      <a:lnTo>
                        <a:pt x="172" y="42"/>
                      </a:lnTo>
                      <a:lnTo>
                        <a:pt x="172" y="42"/>
                      </a:lnTo>
                      <a:lnTo>
                        <a:pt x="180" y="38"/>
                      </a:lnTo>
                      <a:lnTo>
                        <a:pt x="180" y="38"/>
                      </a:lnTo>
                      <a:lnTo>
                        <a:pt x="184" y="36"/>
                      </a:lnTo>
                      <a:lnTo>
                        <a:pt x="184" y="36"/>
                      </a:lnTo>
                      <a:lnTo>
                        <a:pt x="188" y="36"/>
                      </a:lnTo>
                      <a:lnTo>
                        <a:pt x="192" y="38"/>
                      </a:lnTo>
                      <a:lnTo>
                        <a:pt x="192" y="38"/>
                      </a:lnTo>
                      <a:lnTo>
                        <a:pt x="192" y="40"/>
                      </a:lnTo>
                      <a:lnTo>
                        <a:pt x="194" y="42"/>
                      </a:lnTo>
                      <a:lnTo>
                        <a:pt x="194" y="42"/>
                      </a:lnTo>
                      <a:lnTo>
                        <a:pt x="198" y="44"/>
                      </a:lnTo>
                      <a:lnTo>
                        <a:pt x="202" y="46"/>
                      </a:lnTo>
                      <a:lnTo>
                        <a:pt x="202" y="46"/>
                      </a:lnTo>
                      <a:lnTo>
                        <a:pt x="220" y="52"/>
                      </a:lnTo>
                      <a:lnTo>
                        <a:pt x="220" y="52"/>
                      </a:lnTo>
                      <a:lnTo>
                        <a:pt x="222" y="56"/>
                      </a:lnTo>
                      <a:lnTo>
                        <a:pt x="220" y="58"/>
                      </a:lnTo>
                      <a:lnTo>
                        <a:pt x="220" y="58"/>
                      </a:lnTo>
                      <a:lnTo>
                        <a:pt x="220" y="60"/>
                      </a:lnTo>
                      <a:lnTo>
                        <a:pt x="220" y="60"/>
                      </a:lnTo>
                      <a:lnTo>
                        <a:pt x="224" y="62"/>
                      </a:lnTo>
                      <a:lnTo>
                        <a:pt x="226" y="62"/>
                      </a:lnTo>
                      <a:lnTo>
                        <a:pt x="226" y="64"/>
                      </a:lnTo>
                      <a:lnTo>
                        <a:pt x="226" y="64"/>
                      </a:lnTo>
                      <a:lnTo>
                        <a:pt x="224" y="68"/>
                      </a:lnTo>
                      <a:lnTo>
                        <a:pt x="222" y="68"/>
                      </a:lnTo>
                      <a:lnTo>
                        <a:pt x="224" y="70"/>
                      </a:lnTo>
                      <a:lnTo>
                        <a:pt x="224" y="70"/>
                      </a:lnTo>
                      <a:lnTo>
                        <a:pt x="226" y="72"/>
                      </a:lnTo>
                      <a:lnTo>
                        <a:pt x="226" y="74"/>
                      </a:lnTo>
                      <a:lnTo>
                        <a:pt x="226" y="76"/>
                      </a:lnTo>
                      <a:lnTo>
                        <a:pt x="226" y="80"/>
                      </a:lnTo>
                      <a:lnTo>
                        <a:pt x="226" y="80"/>
                      </a:lnTo>
                      <a:lnTo>
                        <a:pt x="228" y="82"/>
                      </a:lnTo>
                      <a:lnTo>
                        <a:pt x="228" y="86"/>
                      </a:lnTo>
                      <a:lnTo>
                        <a:pt x="228" y="86"/>
                      </a:lnTo>
                      <a:lnTo>
                        <a:pt x="226" y="96"/>
                      </a:lnTo>
                      <a:lnTo>
                        <a:pt x="226" y="96"/>
                      </a:lnTo>
                      <a:lnTo>
                        <a:pt x="224" y="98"/>
                      </a:lnTo>
                      <a:lnTo>
                        <a:pt x="220" y="98"/>
                      </a:lnTo>
                      <a:lnTo>
                        <a:pt x="214" y="100"/>
                      </a:lnTo>
                      <a:lnTo>
                        <a:pt x="212" y="104"/>
                      </a:lnTo>
                      <a:lnTo>
                        <a:pt x="210" y="108"/>
                      </a:lnTo>
                      <a:close/>
                      <a:moveTo>
                        <a:pt x="96" y="128"/>
                      </a:moveTo>
                      <a:lnTo>
                        <a:pt x="96" y="128"/>
                      </a:lnTo>
                      <a:lnTo>
                        <a:pt x="94" y="126"/>
                      </a:lnTo>
                      <a:lnTo>
                        <a:pt x="88" y="124"/>
                      </a:lnTo>
                      <a:lnTo>
                        <a:pt x="88" y="124"/>
                      </a:lnTo>
                      <a:lnTo>
                        <a:pt x="84" y="122"/>
                      </a:lnTo>
                      <a:lnTo>
                        <a:pt x="82" y="122"/>
                      </a:lnTo>
                      <a:lnTo>
                        <a:pt x="82" y="122"/>
                      </a:lnTo>
                      <a:lnTo>
                        <a:pt x="82" y="122"/>
                      </a:lnTo>
                      <a:lnTo>
                        <a:pt x="80" y="124"/>
                      </a:lnTo>
                      <a:lnTo>
                        <a:pt x="78" y="126"/>
                      </a:lnTo>
                      <a:lnTo>
                        <a:pt x="76" y="130"/>
                      </a:lnTo>
                      <a:lnTo>
                        <a:pt x="76" y="130"/>
                      </a:lnTo>
                      <a:lnTo>
                        <a:pt x="74" y="136"/>
                      </a:lnTo>
                      <a:lnTo>
                        <a:pt x="70" y="138"/>
                      </a:lnTo>
                      <a:lnTo>
                        <a:pt x="74" y="140"/>
                      </a:lnTo>
                      <a:lnTo>
                        <a:pt x="74" y="140"/>
                      </a:lnTo>
                      <a:lnTo>
                        <a:pt x="76" y="142"/>
                      </a:lnTo>
                      <a:lnTo>
                        <a:pt x="78" y="142"/>
                      </a:lnTo>
                      <a:lnTo>
                        <a:pt x="78" y="140"/>
                      </a:lnTo>
                      <a:lnTo>
                        <a:pt x="78" y="140"/>
                      </a:lnTo>
                      <a:lnTo>
                        <a:pt x="80" y="140"/>
                      </a:lnTo>
                      <a:lnTo>
                        <a:pt x="84" y="140"/>
                      </a:lnTo>
                      <a:lnTo>
                        <a:pt x="86" y="142"/>
                      </a:lnTo>
                      <a:lnTo>
                        <a:pt x="86" y="142"/>
                      </a:lnTo>
                      <a:lnTo>
                        <a:pt x="86" y="138"/>
                      </a:lnTo>
                      <a:lnTo>
                        <a:pt x="86" y="138"/>
                      </a:lnTo>
                      <a:lnTo>
                        <a:pt x="90" y="136"/>
                      </a:lnTo>
                      <a:lnTo>
                        <a:pt x="94" y="132"/>
                      </a:lnTo>
                      <a:lnTo>
                        <a:pt x="94" y="132"/>
                      </a:lnTo>
                      <a:lnTo>
                        <a:pt x="96" y="128"/>
                      </a:lnTo>
                      <a:lnTo>
                        <a:pt x="96" y="1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0" name="Freeform 26">
                  <a:extLst>
                    <a:ext uri="{FF2B5EF4-FFF2-40B4-BE49-F238E27FC236}">
                      <a16:creationId xmlns:a16="http://schemas.microsoft.com/office/drawing/2014/main" id="{D8D89BD9-66F5-B042-AAFC-76CA138B2933}"/>
                    </a:ext>
                  </a:extLst>
                </p:cNvPr>
                <p:cNvSpPr>
                  <a:spLocks/>
                </p:cNvSpPr>
                <p:nvPr/>
              </p:nvSpPr>
              <p:spPr bwMode="auto">
                <a:xfrm>
                  <a:off x="7273175" y="2897889"/>
                  <a:ext cx="371812" cy="272320"/>
                </a:xfrm>
                <a:custGeom>
                  <a:avLst/>
                  <a:gdLst>
                    <a:gd name="T0" fmla="*/ 4 w 190"/>
                    <a:gd name="T1" fmla="*/ 22 h 136"/>
                    <a:gd name="T2" fmla="*/ 6 w 190"/>
                    <a:gd name="T3" fmla="*/ 22 h 136"/>
                    <a:gd name="T4" fmla="*/ 4 w 190"/>
                    <a:gd name="T5" fmla="*/ 18 h 136"/>
                    <a:gd name="T6" fmla="*/ 10 w 190"/>
                    <a:gd name="T7" fmla="*/ 12 h 136"/>
                    <a:gd name="T8" fmla="*/ 20 w 190"/>
                    <a:gd name="T9" fmla="*/ 14 h 136"/>
                    <a:gd name="T10" fmla="*/ 26 w 190"/>
                    <a:gd name="T11" fmla="*/ 26 h 136"/>
                    <a:gd name="T12" fmla="*/ 30 w 190"/>
                    <a:gd name="T13" fmla="*/ 32 h 136"/>
                    <a:gd name="T14" fmla="*/ 24 w 190"/>
                    <a:gd name="T15" fmla="*/ 36 h 136"/>
                    <a:gd name="T16" fmla="*/ 24 w 190"/>
                    <a:gd name="T17" fmla="*/ 38 h 136"/>
                    <a:gd name="T18" fmla="*/ 24 w 190"/>
                    <a:gd name="T19" fmla="*/ 40 h 136"/>
                    <a:gd name="T20" fmla="*/ 10 w 190"/>
                    <a:gd name="T21" fmla="*/ 38 h 136"/>
                    <a:gd name="T22" fmla="*/ 6 w 190"/>
                    <a:gd name="T23" fmla="*/ 32 h 136"/>
                    <a:gd name="T24" fmla="*/ 6 w 190"/>
                    <a:gd name="T25" fmla="*/ 38 h 136"/>
                    <a:gd name="T26" fmla="*/ 2 w 190"/>
                    <a:gd name="T27" fmla="*/ 52 h 136"/>
                    <a:gd name="T28" fmla="*/ 4 w 190"/>
                    <a:gd name="T29" fmla="*/ 54 h 136"/>
                    <a:gd name="T30" fmla="*/ 8 w 190"/>
                    <a:gd name="T31" fmla="*/ 52 h 136"/>
                    <a:gd name="T32" fmla="*/ 16 w 190"/>
                    <a:gd name="T33" fmla="*/ 50 h 136"/>
                    <a:gd name="T34" fmla="*/ 16 w 190"/>
                    <a:gd name="T35" fmla="*/ 52 h 136"/>
                    <a:gd name="T36" fmla="*/ 12 w 190"/>
                    <a:gd name="T37" fmla="*/ 56 h 136"/>
                    <a:gd name="T38" fmla="*/ 16 w 190"/>
                    <a:gd name="T39" fmla="*/ 66 h 136"/>
                    <a:gd name="T40" fmla="*/ 22 w 190"/>
                    <a:gd name="T41" fmla="*/ 74 h 136"/>
                    <a:gd name="T42" fmla="*/ 20 w 190"/>
                    <a:gd name="T43" fmla="*/ 80 h 136"/>
                    <a:gd name="T44" fmla="*/ 18 w 190"/>
                    <a:gd name="T45" fmla="*/ 88 h 136"/>
                    <a:gd name="T46" fmla="*/ 20 w 190"/>
                    <a:gd name="T47" fmla="*/ 100 h 136"/>
                    <a:gd name="T48" fmla="*/ 32 w 190"/>
                    <a:gd name="T49" fmla="*/ 92 h 136"/>
                    <a:gd name="T50" fmla="*/ 46 w 190"/>
                    <a:gd name="T51" fmla="*/ 86 h 136"/>
                    <a:gd name="T52" fmla="*/ 74 w 190"/>
                    <a:gd name="T53" fmla="*/ 86 h 136"/>
                    <a:gd name="T54" fmla="*/ 96 w 190"/>
                    <a:gd name="T55" fmla="*/ 92 h 136"/>
                    <a:gd name="T56" fmla="*/ 116 w 190"/>
                    <a:gd name="T57" fmla="*/ 104 h 136"/>
                    <a:gd name="T58" fmla="*/ 130 w 190"/>
                    <a:gd name="T59" fmla="*/ 116 h 136"/>
                    <a:gd name="T60" fmla="*/ 128 w 190"/>
                    <a:gd name="T61" fmla="*/ 134 h 136"/>
                    <a:gd name="T62" fmla="*/ 142 w 190"/>
                    <a:gd name="T63" fmla="*/ 136 h 136"/>
                    <a:gd name="T64" fmla="*/ 160 w 190"/>
                    <a:gd name="T65" fmla="*/ 116 h 136"/>
                    <a:gd name="T66" fmla="*/ 164 w 190"/>
                    <a:gd name="T67" fmla="*/ 100 h 136"/>
                    <a:gd name="T68" fmla="*/ 176 w 190"/>
                    <a:gd name="T69" fmla="*/ 100 h 136"/>
                    <a:gd name="T70" fmla="*/ 182 w 190"/>
                    <a:gd name="T71" fmla="*/ 90 h 136"/>
                    <a:gd name="T72" fmla="*/ 182 w 190"/>
                    <a:gd name="T73" fmla="*/ 84 h 136"/>
                    <a:gd name="T74" fmla="*/ 168 w 190"/>
                    <a:gd name="T75" fmla="*/ 76 h 136"/>
                    <a:gd name="T76" fmla="*/ 150 w 190"/>
                    <a:gd name="T77" fmla="*/ 66 h 136"/>
                    <a:gd name="T78" fmla="*/ 138 w 190"/>
                    <a:gd name="T79" fmla="*/ 52 h 136"/>
                    <a:gd name="T80" fmla="*/ 130 w 190"/>
                    <a:gd name="T81" fmla="*/ 38 h 136"/>
                    <a:gd name="T82" fmla="*/ 112 w 190"/>
                    <a:gd name="T83" fmla="*/ 30 h 136"/>
                    <a:gd name="T84" fmla="*/ 96 w 190"/>
                    <a:gd name="T85" fmla="*/ 34 h 136"/>
                    <a:gd name="T86" fmla="*/ 96 w 190"/>
                    <a:gd name="T87" fmla="*/ 22 h 136"/>
                    <a:gd name="T88" fmla="*/ 84 w 190"/>
                    <a:gd name="T89" fmla="*/ 2 h 136"/>
                    <a:gd name="T90" fmla="*/ 72 w 190"/>
                    <a:gd name="T91" fmla="*/ 4 h 136"/>
                    <a:gd name="T92" fmla="*/ 60 w 190"/>
                    <a:gd name="T93" fmla="*/ 10 h 136"/>
                    <a:gd name="T94" fmla="*/ 62 w 190"/>
                    <a:gd name="T95" fmla="*/ 22 h 136"/>
                    <a:gd name="T96" fmla="*/ 44 w 190"/>
                    <a:gd name="T97" fmla="*/ 20 h 136"/>
                    <a:gd name="T98" fmla="*/ 30 w 190"/>
                    <a:gd name="T99" fmla="*/ 12 h 136"/>
                    <a:gd name="T100" fmla="*/ 18 w 190"/>
                    <a:gd name="T101" fmla="*/ 6 h 136"/>
                    <a:gd name="T102" fmla="*/ 4 w 190"/>
                    <a:gd name="T103" fmla="*/ 8 h 136"/>
                    <a:gd name="T104" fmla="*/ 2 w 190"/>
                    <a:gd name="T105" fmla="*/ 16 h 136"/>
                    <a:gd name="T106" fmla="*/ 0 w 190"/>
                    <a:gd name="T107" fmla="*/ 1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0" h="136">
                      <a:moveTo>
                        <a:pt x="0" y="18"/>
                      </a:moveTo>
                      <a:lnTo>
                        <a:pt x="0" y="18"/>
                      </a:lnTo>
                      <a:lnTo>
                        <a:pt x="4" y="22"/>
                      </a:lnTo>
                      <a:lnTo>
                        <a:pt x="4" y="22"/>
                      </a:lnTo>
                      <a:lnTo>
                        <a:pt x="6" y="22"/>
                      </a:lnTo>
                      <a:lnTo>
                        <a:pt x="6" y="22"/>
                      </a:lnTo>
                      <a:lnTo>
                        <a:pt x="6" y="20"/>
                      </a:lnTo>
                      <a:lnTo>
                        <a:pt x="4" y="18"/>
                      </a:lnTo>
                      <a:lnTo>
                        <a:pt x="4" y="18"/>
                      </a:lnTo>
                      <a:lnTo>
                        <a:pt x="8" y="16"/>
                      </a:lnTo>
                      <a:lnTo>
                        <a:pt x="8" y="16"/>
                      </a:lnTo>
                      <a:lnTo>
                        <a:pt x="10" y="12"/>
                      </a:lnTo>
                      <a:lnTo>
                        <a:pt x="10" y="12"/>
                      </a:lnTo>
                      <a:lnTo>
                        <a:pt x="20" y="14"/>
                      </a:lnTo>
                      <a:lnTo>
                        <a:pt x="20" y="14"/>
                      </a:lnTo>
                      <a:lnTo>
                        <a:pt x="20" y="20"/>
                      </a:lnTo>
                      <a:lnTo>
                        <a:pt x="20" y="20"/>
                      </a:lnTo>
                      <a:lnTo>
                        <a:pt x="26" y="26"/>
                      </a:lnTo>
                      <a:lnTo>
                        <a:pt x="30" y="30"/>
                      </a:lnTo>
                      <a:lnTo>
                        <a:pt x="30" y="30"/>
                      </a:lnTo>
                      <a:lnTo>
                        <a:pt x="30" y="32"/>
                      </a:lnTo>
                      <a:lnTo>
                        <a:pt x="28" y="36"/>
                      </a:lnTo>
                      <a:lnTo>
                        <a:pt x="28" y="36"/>
                      </a:lnTo>
                      <a:lnTo>
                        <a:pt x="24" y="36"/>
                      </a:lnTo>
                      <a:lnTo>
                        <a:pt x="24" y="36"/>
                      </a:lnTo>
                      <a:lnTo>
                        <a:pt x="24" y="36"/>
                      </a:lnTo>
                      <a:lnTo>
                        <a:pt x="24" y="38"/>
                      </a:lnTo>
                      <a:lnTo>
                        <a:pt x="24" y="38"/>
                      </a:lnTo>
                      <a:lnTo>
                        <a:pt x="24" y="38"/>
                      </a:lnTo>
                      <a:lnTo>
                        <a:pt x="24" y="40"/>
                      </a:lnTo>
                      <a:lnTo>
                        <a:pt x="24" y="40"/>
                      </a:lnTo>
                      <a:lnTo>
                        <a:pt x="10" y="38"/>
                      </a:lnTo>
                      <a:lnTo>
                        <a:pt x="10" y="38"/>
                      </a:lnTo>
                      <a:lnTo>
                        <a:pt x="8" y="32"/>
                      </a:lnTo>
                      <a:lnTo>
                        <a:pt x="8" y="32"/>
                      </a:lnTo>
                      <a:lnTo>
                        <a:pt x="6" y="32"/>
                      </a:lnTo>
                      <a:lnTo>
                        <a:pt x="6" y="32"/>
                      </a:lnTo>
                      <a:lnTo>
                        <a:pt x="6" y="38"/>
                      </a:lnTo>
                      <a:lnTo>
                        <a:pt x="6" y="38"/>
                      </a:lnTo>
                      <a:lnTo>
                        <a:pt x="4" y="46"/>
                      </a:lnTo>
                      <a:lnTo>
                        <a:pt x="2" y="52"/>
                      </a:lnTo>
                      <a:lnTo>
                        <a:pt x="2" y="52"/>
                      </a:lnTo>
                      <a:lnTo>
                        <a:pt x="2" y="54"/>
                      </a:lnTo>
                      <a:lnTo>
                        <a:pt x="2" y="54"/>
                      </a:lnTo>
                      <a:lnTo>
                        <a:pt x="4" y="54"/>
                      </a:lnTo>
                      <a:lnTo>
                        <a:pt x="6" y="54"/>
                      </a:lnTo>
                      <a:lnTo>
                        <a:pt x="6" y="54"/>
                      </a:lnTo>
                      <a:lnTo>
                        <a:pt x="8" y="52"/>
                      </a:lnTo>
                      <a:lnTo>
                        <a:pt x="10" y="50"/>
                      </a:lnTo>
                      <a:lnTo>
                        <a:pt x="10" y="50"/>
                      </a:lnTo>
                      <a:lnTo>
                        <a:pt x="16" y="50"/>
                      </a:lnTo>
                      <a:lnTo>
                        <a:pt x="20" y="52"/>
                      </a:lnTo>
                      <a:lnTo>
                        <a:pt x="20" y="52"/>
                      </a:lnTo>
                      <a:lnTo>
                        <a:pt x="16" y="52"/>
                      </a:lnTo>
                      <a:lnTo>
                        <a:pt x="12" y="52"/>
                      </a:lnTo>
                      <a:lnTo>
                        <a:pt x="12" y="52"/>
                      </a:lnTo>
                      <a:lnTo>
                        <a:pt x="12" y="56"/>
                      </a:lnTo>
                      <a:lnTo>
                        <a:pt x="12" y="56"/>
                      </a:lnTo>
                      <a:lnTo>
                        <a:pt x="16" y="60"/>
                      </a:lnTo>
                      <a:lnTo>
                        <a:pt x="16" y="66"/>
                      </a:lnTo>
                      <a:lnTo>
                        <a:pt x="16" y="66"/>
                      </a:lnTo>
                      <a:lnTo>
                        <a:pt x="20" y="70"/>
                      </a:lnTo>
                      <a:lnTo>
                        <a:pt x="22" y="74"/>
                      </a:lnTo>
                      <a:lnTo>
                        <a:pt x="22" y="78"/>
                      </a:lnTo>
                      <a:lnTo>
                        <a:pt x="22" y="78"/>
                      </a:lnTo>
                      <a:lnTo>
                        <a:pt x="20" y="80"/>
                      </a:lnTo>
                      <a:lnTo>
                        <a:pt x="18" y="80"/>
                      </a:lnTo>
                      <a:lnTo>
                        <a:pt x="18" y="80"/>
                      </a:lnTo>
                      <a:lnTo>
                        <a:pt x="18" y="88"/>
                      </a:lnTo>
                      <a:lnTo>
                        <a:pt x="18" y="94"/>
                      </a:lnTo>
                      <a:lnTo>
                        <a:pt x="18" y="94"/>
                      </a:lnTo>
                      <a:lnTo>
                        <a:pt x="20" y="100"/>
                      </a:lnTo>
                      <a:lnTo>
                        <a:pt x="28" y="100"/>
                      </a:lnTo>
                      <a:lnTo>
                        <a:pt x="32" y="94"/>
                      </a:lnTo>
                      <a:lnTo>
                        <a:pt x="32" y="92"/>
                      </a:lnTo>
                      <a:lnTo>
                        <a:pt x="34" y="88"/>
                      </a:lnTo>
                      <a:lnTo>
                        <a:pt x="38" y="86"/>
                      </a:lnTo>
                      <a:lnTo>
                        <a:pt x="46" y="86"/>
                      </a:lnTo>
                      <a:lnTo>
                        <a:pt x="52" y="84"/>
                      </a:lnTo>
                      <a:lnTo>
                        <a:pt x="58" y="82"/>
                      </a:lnTo>
                      <a:lnTo>
                        <a:pt x="74" y="86"/>
                      </a:lnTo>
                      <a:lnTo>
                        <a:pt x="82" y="86"/>
                      </a:lnTo>
                      <a:lnTo>
                        <a:pt x="86" y="88"/>
                      </a:lnTo>
                      <a:lnTo>
                        <a:pt x="96" y="92"/>
                      </a:lnTo>
                      <a:lnTo>
                        <a:pt x="104" y="96"/>
                      </a:lnTo>
                      <a:lnTo>
                        <a:pt x="112" y="102"/>
                      </a:lnTo>
                      <a:lnTo>
                        <a:pt x="116" y="104"/>
                      </a:lnTo>
                      <a:lnTo>
                        <a:pt x="118" y="108"/>
                      </a:lnTo>
                      <a:lnTo>
                        <a:pt x="122" y="114"/>
                      </a:lnTo>
                      <a:lnTo>
                        <a:pt x="130" y="116"/>
                      </a:lnTo>
                      <a:lnTo>
                        <a:pt x="130" y="122"/>
                      </a:lnTo>
                      <a:lnTo>
                        <a:pt x="130" y="128"/>
                      </a:lnTo>
                      <a:lnTo>
                        <a:pt x="128" y="134"/>
                      </a:lnTo>
                      <a:lnTo>
                        <a:pt x="134" y="136"/>
                      </a:lnTo>
                      <a:lnTo>
                        <a:pt x="138" y="134"/>
                      </a:lnTo>
                      <a:lnTo>
                        <a:pt x="142" y="136"/>
                      </a:lnTo>
                      <a:lnTo>
                        <a:pt x="154" y="130"/>
                      </a:lnTo>
                      <a:lnTo>
                        <a:pt x="152" y="124"/>
                      </a:lnTo>
                      <a:lnTo>
                        <a:pt x="160" y="116"/>
                      </a:lnTo>
                      <a:lnTo>
                        <a:pt x="162" y="112"/>
                      </a:lnTo>
                      <a:lnTo>
                        <a:pt x="162" y="104"/>
                      </a:lnTo>
                      <a:lnTo>
                        <a:pt x="164" y="100"/>
                      </a:lnTo>
                      <a:lnTo>
                        <a:pt x="166" y="96"/>
                      </a:lnTo>
                      <a:lnTo>
                        <a:pt x="172" y="98"/>
                      </a:lnTo>
                      <a:lnTo>
                        <a:pt x="176" y="100"/>
                      </a:lnTo>
                      <a:lnTo>
                        <a:pt x="182" y="102"/>
                      </a:lnTo>
                      <a:lnTo>
                        <a:pt x="182" y="94"/>
                      </a:lnTo>
                      <a:lnTo>
                        <a:pt x="182" y="90"/>
                      </a:lnTo>
                      <a:lnTo>
                        <a:pt x="190" y="86"/>
                      </a:lnTo>
                      <a:lnTo>
                        <a:pt x="188" y="84"/>
                      </a:lnTo>
                      <a:lnTo>
                        <a:pt x="182" y="84"/>
                      </a:lnTo>
                      <a:lnTo>
                        <a:pt x="178" y="80"/>
                      </a:lnTo>
                      <a:lnTo>
                        <a:pt x="172" y="80"/>
                      </a:lnTo>
                      <a:lnTo>
                        <a:pt x="168" y="76"/>
                      </a:lnTo>
                      <a:lnTo>
                        <a:pt x="160" y="78"/>
                      </a:lnTo>
                      <a:lnTo>
                        <a:pt x="156" y="72"/>
                      </a:lnTo>
                      <a:lnTo>
                        <a:pt x="150" y="66"/>
                      </a:lnTo>
                      <a:lnTo>
                        <a:pt x="144" y="64"/>
                      </a:lnTo>
                      <a:lnTo>
                        <a:pt x="140" y="60"/>
                      </a:lnTo>
                      <a:lnTo>
                        <a:pt x="138" y="52"/>
                      </a:lnTo>
                      <a:lnTo>
                        <a:pt x="134" y="48"/>
                      </a:lnTo>
                      <a:lnTo>
                        <a:pt x="130" y="44"/>
                      </a:lnTo>
                      <a:lnTo>
                        <a:pt x="130" y="38"/>
                      </a:lnTo>
                      <a:lnTo>
                        <a:pt x="126" y="30"/>
                      </a:lnTo>
                      <a:lnTo>
                        <a:pt x="120" y="30"/>
                      </a:lnTo>
                      <a:lnTo>
                        <a:pt x="112" y="30"/>
                      </a:lnTo>
                      <a:lnTo>
                        <a:pt x="108" y="32"/>
                      </a:lnTo>
                      <a:lnTo>
                        <a:pt x="102" y="36"/>
                      </a:lnTo>
                      <a:lnTo>
                        <a:pt x="96" y="34"/>
                      </a:lnTo>
                      <a:lnTo>
                        <a:pt x="94" y="32"/>
                      </a:lnTo>
                      <a:lnTo>
                        <a:pt x="96" y="28"/>
                      </a:lnTo>
                      <a:lnTo>
                        <a:pt x="96" y="22"/>
                      </a:lnTo>
                      <a:lnTo>
                        <a:pt x="88" y="20"/>
                      </a:lnTo>
                      <a:lnTo>
                        <a:pt x="86" y="10"/>
                      </a:lnTo>
                      <a:lnTo>
                        <a:pt x="84" y="2"/>
                      </a:lnTo>
                      <a:lnTo>
                        <a:pt x="80" y="0"/>
                      </a:lnTo>
                      <a:lnTo>
                        <a:pt x="76" y="0"/>
                      </a:lnTo>
                      <a:lnTo>
                        <a:pt x="72" y="4"/>
                      </a:lnTo>
                      <a:lnTo>
                        <a:pt x="70" y="8"/>
                      </a:lnTo>
                      <a:lnTo>
                        <a:pt x="62" y="8"/>
                      </a:lnTo>
                      <a:lnTo>
                        <a:pt x="60" y="10"/>
                      </a:lnTo>
                      <a:lnTo>
                        <a:pt x="60" y="16"/>
                      </a:lnTo>
                      <a:lnTo>
                        <a:pt x="62" y="20"/>
                      </a:lnTo>
                      <a:lnTo>
                        <a:pt x="62" y="22"/>
                      </a:lnTo>
                      <a:lnTo>
                        <a:pt x="48" y="20"/>
                      </a:lnTo>
                      <a:lnTo>
                        <a:pt x="48" y="20"/>
                      </a:lnTo>
                      <a:lnTo>
                        <a:pt x="44" y="20"/>
                      </a:lnTo>
                      <a:lnTo>
                        <a:pt x="36" y="20"/>
                      </a:lnTo>
                      <a:lnTo>
                        <a:pt x="36" y="20"/>
                      </a:lnTo>
                      <a:lnTo>
                        <a:pt x="30" y="12"/>
                      </a:lnTo>
                      <a:lnTo>
                        <a:pt x="26" y="8"/>
                      </a:lnTo>
                      <a:lnTo>
                        <a:pt x="22" y="6"/>
                      </a:lnTo>
                      <a:lnTo>
                        <a:pt x="18" y="6"/>
                      </a:lnTo>
                      <a:lnTo>
                        <a:pt x="18" y="6"/>
                      </a:lnTo>
                      <a:lnTo>
                        <a:pt x="8" y="6"/>
                      </a:lnTo>
                      <a:lnTo>
                        <a:pt x="4" y="8"/>
                      </a:lnTo>
                      <a:lnTo>
                        <a:pt x="4" y="14"/>
                      </a:lnTo>
                      <a:lnTo>
                        <a:pt x="4" y="14"/>
                      </a:lnTo>
                      <a:lnTo>
                        <a:pt x="2" y="16"/>
                      </a:lnTo>
                      <a:lnTo>
                        <a:pt x="2" y="18"/>
                      </a:lnTo>
                      <a:lnTo>
                        <a:pt x="0" y="18"/>
                      </a:lnTo>
                      <a:lnTo>
                        <a:pt x="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1" name="Freeform 27">
                  <a:extLst>
                    <a:ext uri="{FF2B5EF4-FFF2-40B4-BE49-F238E27FC236}">
                      <a16:creationId xmlns:a16="http://schemas.microsoft.com/office/drawing/2014/main" id="{7F91AC19-C6F7-9D42-A91A-7CE47DF0BD05}"/>
                    </a:ext>
                  </a:extLst>
                </p:cNvPr>
                <p:cNvSpPr>
                  <a:spLocks noEditPoints="1"/>
                </p:cNvSpPr>
                <p:nvPr/>
              </p:nvSpPr>
              <p:spPr bwMode="auto">
                <a:xfrm>
                  <a:off x="6592174" y="2925922"/>
                  <a:ext cx="493139" cy="236278"/>
                </a:xfrm>
                <a:custGeom>
                  <a:avLst/>
                  <a:gdLst>
                    <a:gd name="T0" fmla="*/ 12 w 252"/>
                    <a:gd name="T1" fmla="*/ 4 h 118"/>
                    <a:gd name="T2" fmla="*/ 12 w 252"/>
                    <a:gd name="T3" fmla="*/ 12 h 118"/>
                    <a:gd name="T4" fmla="*/ 6 w 252"/>
                    <a:gd name="T5" fmla="*/ 18 h 118"/>
                    <a:gd name="T6" fmla="*/ 0 w 252"/>
                    <a:gd name="T7" fmla="*/ 26 h 118"/>
                    <a:gd name="T8" fmla="*/ 0 w 252"/>
                    <a:gd name="T9" fmla="*/ 36 h 118"/>
                    <a:gd name="T10" fmla="*/ 18 w 252"/>
                    <a:gd name="T11" fmla="*/ 26 h 118"/>
                    <a:gd name="T12" fmla="*/ 34 w 252"/>
                    <a:gd name="T13" fmla="*/ 20 h 118"/>
                    <a:gd name="T14" fmla="*/ 24 w 252"/>
                    <a:gd name="T15" fmla="*/ 8 h 118"/>
                    <a:gd name="T16" fmla="*/ 132 w 252"/>
                    <a:gd name="T17" fmla="*/ 118 h 118"/>
                    <a:gd name="T18" fmla="*/ 140 w 252"/>
                    <a:gd name="T19" fmla="*/ 112 h 118"/>
                    <a:gd name="T20" fmla="*/ 140 w 252"/>
                    <a:gd name="T21" fmla="*/ 102 h 118"/>
                    <a:gd name="T22" fmla="*/ 150 w 252"/>
                    <a:gd name="T23" fmla="*/ 100 h 118"/>
                    <a:gd name="T24" fmla="*/ 162 w 252"/>
                    <a:gd name="T25" fmla="*/ 100 h 118"/>
                    <a:gd name="T26" fmla="*/ 188 w 252"/>
                    <a:gd name="T27" fmla="*/ 94 h 118"/>
                    <a:gd name="T28" fmla="*/ 210 w 252"/>
                    <a:gd name="T29" fmla="*/ 90 h 118"/>
                    <a:gd name="T30" fmla="*/ 220 w 252"/>
                    <a:gd name="T31" fmla="*/ 90 h 118"/>
                    <a:gd name="T32" fmla="*/ 232 w 252"/>
                    <a:gd name="T33" fmla="*/ 90 h 118"/>
                    <a:gd name="T34" fmla="*/ 244 w 252"/>
                    <a:gd name="T35" fmla="*/ 86 h 118"/>
                    <a:gd name="T36" fmla="*/ 236 w 252"/>
                    <a:gd name="T37" fmla="*/ 70 h 118"/>
                    <a:gd name="T38" fmla="*/ 240 w 252"/>
                    <a:gd name="T39" fmla="*/ 60 h 118"/>
                    <a:gd name="T40" fmla="*/ 240 w 252"/>
                    <a:gd name="T41" fmla="*/ 52 h 118"/>
                    <a:gd name="T42" fmla="*/ 248 w 252"/>
                    <a:gd name="T43" fmla="*/ 50 h 118"/>
                    <a:gd name="T44" fmla="*/ 246 w 252"/>
                    <a:gd name="T45" fmla="*/ 38 h 118"/>
                    <a:gd name="T46" fmla="*/ 234 w 252"/>
                    <a:gd name="T47" fmla="*/ 26 h 118"/>
                    <a:gd name="T48" fmla="*/ 232 w 252"/>
                    <a:gd name="T49" fmla="*/ 14 h 118"/>
                    <a:gd name="T50" fmla="*/ 222 w 252"/>
                    <a:gd name="T51" fmla="*/ 12 h 118"/>
                    <a:gd name="T52" fmla="*/ 208 w 252"/>
                    <a:gd name="T53" fmla="*/ 8 h 118"/>
                    <a:gd name="T54" fmla="*/ 202 w 252"/>
                    <a:gd name="T55" fmla="*/ 8 h 118"/>
                    <a:gd name="T56" fmla="*/ 194 w 252"/>
                    <a:gd name="T57" fmla="*/ 16 h 118"/>
                    <a:gd name="T58" fmla="*/ 182 w 252"/>
                    <a:gd name="T59" fmla="*/ 20 h 118"/>
                    <a:gd name="T60" fmla="*/ 166 w 252"/>
                    <a:gd name="T61" fmla="*/ 20 h 118"/>
                    <a:gd name="T62" fmla="*/ 150 w 252"/>
                    <a:gd name="T63" fmla="*/ 18 h 118"/>
                    <a:gd name="T64" fmla="*/ 138 w 252"/>
                    <a:gd name="T65" fmla="*/ 16 h 118"/>
                    <a:gd name="T66" fmla="*/ 118 w 252"/>
                    <a:gd name="T67" fmla="*/ 4 h 118"/>
                    <a:gd name="T68" fmla="*/ 108 w 252"/>
                    <a:gd name="T69" fmla="*/ 4 h 118"/>
                    <a:gd name="T70" fmla="*/ 88 w 252"/>
                    <a:gd name="T71" fmla="*/ 2 h 118"/>
                    <a:gd name="T72" fmla="*/ 72 w 252"/>
                    <a:gd name="T73" fmla="*/ 14 h 118"/>
                    <a:gd name="T74" fmla="*/ 56 w 252"/>
                    <a:gd name="T75" fmla="*/ 16 h 118"/>
                    <a:gd name="T76" fmla="*/ 38 w 252"/>
                    <a:gd name="T77" fmla="*/ 20 h 118"/>
                    <a:gd name="T78" fmla="*/ 38 w 252"/>
                    <a:gd name="T79" fmla="*/ 24 h 118"/>
                    <a:gd name="T80" fmla="*/ 26 w 252"/>
                    <a:gd name="T81" fmla="*/ 28 h 118"/>
                    <a:gd name="T82" fmla="*/ 14 w 252"/>
                    <a:gd name="T83" fmla="*/ 32 h 118"/>
                    <a:gd name="T84" fmla="*/ 0 w 252"/>
                    <a:gd name="T85" fmla="*/ 50 h 118"/>
                    <a:gd name="T86" fmla="*/ 8 w 252"/>
                    <a:gd name="T87" fmla="*/ 64 h 118"/>
                    <a:gd name="T88" fmla="*/ 8 w 252"/>
                    <a:gd name="T89" fmla="*/ 70 h 118"/>
                    <a:gd name="T90" fmla="*/ 4 w 252"/>
                    <a:gd name="T91" fmla="*/ 70 h 118"/>
                    <a:gd name="T92" fmla="*/ 14 w 252"/>
                    <a:gd name="T93" fmla="*/ 78 h 118"/>
                    <a:gd name="T94" fmla="*/ 24 w 252"/>
                    <a:gd name="T95" fmla="*/ 94 h 118"/>
                    <a:gd name="T96" fmla="*/ 32 w 252"/>
                    <a:gd name="T97" fmla="*/ 102 h 118"/>
                    <a:gd name="T98" fmla="*/ 38 w 252"/>
                    <a:gd name="T99" fmla="*/ 106 h 118"/>
                    <a:gd name="T100" fmla="*/ 60 w 252"/>
                    <a:gd name="T101" fmla="*/ 100 h 118"/>
                    <a:gd name="T102" fmla="*/ 86 w 252"/>
                    <a:gd name="T103" fmla="*/ 112 h 118"/>
                    <a:gd name="T104" fmla="*/ 112 w 252"/>
                    <a:gd name="T105" fmla="*/ 102 h 118"/>
                    <a:gd name="T106" fmla="*/ 128 w 252"/>
                    <a:gd name="T107" fmla="*/ 96 h 118"/>
                    <a:gd name="T108" fmla="*/ 126 w 252"/>
                    <a:gd name="T109" fmla="*/ 108 h 118"/>
                    <a:gd name="T110" fmla="*/ 128 w 252"/>
                    <a:gd name="T11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2" h="118">
                      <a:moveTo>
                        <a:pt x="24" y="6"/>
                      </a:moveTo>
                      <a:lnTo>
                        <a:pt x="24" y="6"/>
                      </a:lnTo>
                      <a:lnTo>
                        <a:pt x="20" y="6"/>
                      </a:lnTo>
                      <a:lnTo>
                        <a:pt x="16" y="6"/>
                      </a:lnTo>
                      <a:lnTo>
                        <a:pt x="16" y="6"/>
                      </a:lnTo>
                      <a:lnTo>
                        <a:pt x="12" y="4"/>
                      </a:lnTo>
                      <a:lnTo>
                        <a:pt x="8" y="6"/>
                      </a:lnTo>
                      <a:lnTo>
                        <a:pt x="8" y="6"/>
                      </a:lnTo>
                      <a:lnTo>
                        <a:pt x="8" y="8"/>
                      </a:lnTo>
                      <a:lnTo>
                        <a:pt x="8" y="8"/>
                      </a:lnTo>
                      <a:lnTo>
                        <a:pt x="12" y="12"/>
                      </a:lnTo>
                      <a:lnTo>
                        <a:pt x="12" y="12"/>
                      </a:lnTo>
                      <a:lnTo>
                        <a:pt x="14" y="14"/>
                      </a:lnTo>
                      <a:lnTo>
                        <a:pt x="14" y="16"/>
                      </a:lnTo>
                      <a:lnTo>
                        <a:pt x="12" y="18"/>
                      </a:lnTo>
                      <a:lnTo>
                        <a:pt x="12" y="18"/>
                      </a:lnTo>
                      <a:lnTo>
                        <a:pt x="10" y="18"/>
                      </a:lnTo>
                      <a:lnTo>
                        <a:pt x="6" y="18"/>
                      </a:lnTo>
                      <a:lnTo>
                        <a:pt x="6" y="16"/>
                      </a:lnTo>
                      <a:lnTo>
                        <a:pt x="4" y="18"/>
                      </a:lnTo>
                      <a:lnTo>
                        <a:pt x="4" y="18"/>
                      </a:lnTo>
                      <a:lnTo>
                        <a:pt x="4" y="22"/>
                      </a:lnTo>
                      <a:lnTo>
                        <a:pt x="2" y="24"/>
                      </a:lnTo>
                      <a:lnTo>
                        <a:pt x="0" y="26"/>
                      </a:lnTo>
                      <a:lnTo>
                        <a:pt x="2" y="28"/>
                      </a:lnTo>
                      <a:lnTo>
                        <a:pt x="4" y="28"/>
                      </a:lnTo>
                      <a:lnTo>
                        <a:pt x="0" y="30"/>
                      </a:lnTo>
                      <a:lnTo>
                        <a:pt x="0" y="30"/>
                      </a:lnTo>
                      <a:lnTo>
                        <a:pt x="0" y="34"/>
                      </a:lnTo>
                      <a:lnTo>
                        <a:pt x="0" y="36"/>
                      </a:lnTo>
                      <a:lnTo>
                        <a:pt x="2" y="36"/>
                      </a:lnTo>
                      <a:lnTo>
                        <a:pt x="2" y="36"/>
                      </a:lnTo>
                      <a:lnTo>
                        <a:pt x="10" y="28"/>
                      </a:lnTo>
                      <a:lnTo>
                        <a:pt x="10" y="28"/>
                      </a:lnTo>
                      <a:lnTo>
                        <a:pt x="18" y="26"/>
                      </a:lnTo>
                      <a:lnTo>
                        <a:pt x="18" y="26"/>
                      </a:lnTo>
                      <a:lnTo>
                        <a:pt x="18" y="24"/>
                      </a:lnTo>
                      <a:lnTo>
                        <a:pt x="20" y="22"/>
                      </a:lnTo>
                      <a:lnTo>
                        <a:pt x="20" y="22"/>
                      </a:lnTo>
                      <a:lnTo>
                        <a:pt x="28" y="22"/>
                      </a:lnTo>
                      <a:lnTo>
                        <a:pt x="34" y="20"/>
                      </a:lnTo>
                      <a:lnTo>
                        <a:pt x="34" y="20"/>
                      </a:lnTo>
                      <a:lnTo>
                        <a:pt x="36" y="16"/>
                      </a:lnTo>
                      <a:lnTo>
                        <a:pt x="36" y="16"/>
                      </a:lnTo>
                      <a:lnTo>
                        <a:pt x="30" y="12"/>
                      </a:lnTo>
                      <a:lnTo>
                        <a:pt x="26" y="10"/>
                      </a:lnTo>
                      <a:lnTo>
                        <a:pt x="24" y="8"/>
                      </a:lnTo>
                      <a:lnTo>
                        <a:pt x="24" y="8"/>
                      </a:lnTo>
                      <a:lnTo>
                        <a:pt x="24" y="6"/>
                      </a:lnTo>
                      <a:lnTo>
                        <a:pt x="24" y="6"/>
                      </a:lnTo>
                      <a:close/>
                      <a:moveTo>
                        <a:pt x="128" y="118"/>
                      </a:moveTo>
                      <a:lnTo>
                        <a:pt x="128" y="118"/>
                      </a:lnTo>
                      <a:lnTo>
                        <a:pt x="132" y="118"/>
                      </a:lnTo>
                      <a:lnTo>
                        <a:pt x="132" y="118"/>
                      </a:lnTo>
                      <a:lnTo>
                        <a:pt x="134" y="118"/>
                      </a:lnTo>
                      <a:lnTo>
                        <a:pt x="134" y="116"/>
                      </a:lnTo>
                      <a:lnTo>
                        <a:pt x="136" y="114"/>
                      </a:lnTo>
                      <a:lnTo>
                        <a:pt x="138" y="112"/>
                      </a:lnTo>
                      <a:lnTo>
                        <a:pt x="138" y="112"/>
                      </a:lnTo>
                      <a:lnTo>
                        <a:pt x="140" y="112"/>
                      </a:lnTo>
                      <a:lnTo>
                        <a:pt x="140" y="110"/>
                      </a:lnTo>
                      <a:lnTo>
                        <a:pt x="140" y="110"/>
                      </a:lnTo>
                      <a:lnTo>
                        <a:pt x="140" y="106"/>
                      </a:lnTo>
                      <a:lnTo>
                        <a:pt x="140" y="104"/>
                      </a:lnTo>
                      <a:lnTo>
                        <a:pt x="140" y="102"/>
                      </a:lnTo>
                      <a:lnTo>
                        <a:pt x="140" y="102"/>
                      </a:lnTo>
                      <a:lnTo>
                        <a:pt x="142" y="102"/>
                      </a:lnTo>
                      <a:lnTo>
                        <a:pt x="144" y="102"/>
                      </a:lnTo>
                      <a:lnTo>
                        <a:pt x="146" y="104"/>
                      </a:lnTo>
                      <a:lnTo>
                        <a:pt x="148" y="104"/>
                      </a:lnTo>
                      <a:lnTo>
                        <a:pt x="148" y="104"/>
                      </a:lnTo>
                      <a:lnTo>
                        <a:pt x="150" y="100"/>
                      </a:lnTo>
                      <a:lnTo>
                        <a:pt x="154" y="100"/>
                      </a:lnTo>
                      <a:lnTo>
                        <a:pt x="154" y="100"/>
                      </a:lnTo>
                      <a:lnTo>
                        <a:pt x="158" y="100"/>
                      </a:lnTo>
                      <a:lnTo>
                        <a:pt x="160" y="100"/>
                      </a:lnTo>
                      <a:lnTo>
                        <a:pt x="162" y="100"/>
                      </a:lnTo>
                      <a:lnTo>
                        <a:pt x="162" y="100"/>
                      </a:lnTo>
                      <a:lnTo>
                        <a:pt x="170" y="98"/>
                      </a:lnTo>
                      <a:lnTo>
                        <a:pt x="174" y="98"/>
                      </a:lnTo>
                      <a:lnTo>
                        <a:pt x="180" y="94"/>
                      </a:lnTo>
                      <a:lnTo>
                        <a:pt x="180" y="94"/>
                      </a:lnTo>
                      <a:lnTo>
                        <a:pt x="184" y="94"/>
                      </a:lnTo>
                      <a:lnTo>
                        <a:pt x="188" y="94"/>
                      </a:lnTo>
                      <a:lnTo>
                        <a:pt x="194" y="94"/>
                      </a:lnTo>
                      <a:lnTo>
                        <a:pt x="198" y="92"/>
                      </a:lnTo>
                      <a:lnTo>
                        <a:pt x="198" y="92"/>
                      </a:lnTo>
                      <a:lnTo>
                        <a:pt x="204" y="88"/>
                      </a:lnTo>
                      <a:lnTo>
                        <a:pt x="210" y="86"/>
                      </a:lnTo>
                      <a:lnTo>
                        <a:pt x="210" y="90"/>
                      </a:lnTo>
                      <a:lnTo>
                        <a:pt x="210" y="90"/>
                      </a:lnTo>
                      <a:lnTo>
                        <a:pt x="214" y="92"/>
                      </a:lnTo>
                      <a:lnTo>
                        <a:pt x="214" y="92"/>
                      </a:lnTo>
                      <a:lnTo>
                        <a:pt x="218" y="90"/>
                      </a:lnTo>
                      <a:lnTo>
                        <a:pt x="218" y="90"/>
                      </a:lnTo>
                      <a:lnTo>
                        <a:pt x="220" y="90"/>
                      </a:lnTo>
                      <a:lnTo>
                        <a:pt x="222" y="92"/>
                      </a:lnTo>
                      <a:lnTo>
                        <a:pt x="224" y="92"/>
                      </a:lnTo>
                      <a:lnTo>
                        <a:pt x="226" y="92"/>
                      </a:lnTo>
                      <a:lnTo>
                        <a:pt x="226" y="92"/>
                      </a:lnTo>
                      <a:lnTo>
                        <a:pt x="230" y="88"/>
                      </a:lnTo>
                      <a:lnTo>
                        <a:pt x="232" y="90"/>
                      </a:lnTo>
                      <a:lnTo>
                        <a:pt x="234" y="94"/>
                      </a:lnTo>
                      <a:lnTo>
                        <a:pt x="238" y="90"/>
                      </a:lnTo>
                      <a:lnTo>
                        <a:pt x="244" y="92"/>
                      </a:lnTo>
                      <a:lnTo>
                        <a:pt x="244" y="92"/>
                      </a:lnTo>
                      <a:lnTo>
                        <a:pt x="244" y="90"/>
                      </a:lnTo>
                      <a:lnTo>
                        <a:pt x="244" y="86"/>
                      </a:lnTo>
                      <a:lnTo>
                        <a:pt x="244" y="86"/>
                      </a:lnTo>
                      <a:lnTo>
                        <a:pt x="242" y="82"/>
                      </a:lnTo>
                      <a:lnTo>
                        <a:pt x="242" y="78"/>
                      </a:lnTo>
                      <a:lnTo>
                        <a:pt x="242" y="78"/>
                      </a:lnTo>
                      <a:lnTo>
                        <a:pt x="238" y="74"/>
                      </a:lnTo>
                      <a:lnTo>
                        <a:pt x="236" y="70"/>
                      </a:lnTo>
                      <a:lnTo>
                        <a:pt x="238" y="68"/>
                      </a:lnTo>
                      <a:lnTo>
                        <a:pt x="238" y="68"/>
                      </a:lnTo>
                      <a:lnTo>
                        <a:pt x="240" y="66"/>
                      </a:lnTo>
                      <a:lnTo>
                        <a:pt x="240" y="62"/>
                      </a:lnTo>
                      <a:lnTo>
                        <a:pt x="240" y="62"/>
                      </a:lnTo>
                      <a:lnTo>
                        <a:pt x="240" y="60"/>
                      </a:lnTo>
                      <a:lnTo>
                        <a:pt x="240" y="58"/>
                      </a:lnTo>
                      <a:lnTo>
                        <a:pt x="240" y="58"/>
                      </a:lnTo>
                      <a:lnTo>
                        <a:pt x="238" y="54"/>
                      </a:lnTo>
                      <a:lnTo>
                        <a:pt x="238" y="54"/>
                      </a:lnTo>
                      <a:lnTo>
                        <a:pt x="240" y="52"/>
                      </a:lnTo>
                      <a:lnTo>
                        <a:pt x="240" y="52"/>
                      </a:lnTo>
                      <a:lnTo>
                        <a:pt x="242" y="48"/>
                      </a:lnTo>
                      <a:lnTo>
                        <a:pt x="242" y="48"/>
                      </a:lnTo>
                      <a:lnTo>
                        <a:pt x="244" y="48"/>
                      </a:lnTo>
                      <a:lnTo>
                        <a:pt x="244" y="48"/>
                      </a:lnTo>
                      <a:lnTo>
                        <a:pt x="248" y="50"/>
                      </a:lnTo>
                      <a:lnTo>
                        <a:pt x="248" y="50"/>
                      </a:lnTo>
                      <a:lnTo>
                        <a:pt x="250" y="46"/>
                      </a:lnTo>
                      <a:lnTo>
                        <a:pt x="250" y="46"/>
                      </a:lnTo>
                      <a:lnTo>
                        <a:pt x="252" y="44"/>
                      </a:lnTo>
                      <a:lnTo>
                        <a:pt x="250" y="42"/>
                      </a:lnTo>
                      <a:lnTo>
                        <a:pt x="246" y="38"/>
                      </a:lnTo>
                      <a:lnTo>
                        <a:pt x="246" y="38"/>
                      </a:lnTo>
                      <a:lnTo>
                        <a:pt x="238" y="36"/>
                      </a:lnTo>
                      <a:lnTo>
                        <a:pt x="234" y="34"/>
                      </a:lnTo>
                      <a:lnTo>
                        <a:pt x="232" y="32"/>
                      </a:lnTo>
                      <a:lnTo>
                        <a:pt x="232" y="30"/>
                      </a:lnTo>
                      <a:lnTo>
                        <a:pt x="232" y="30"/>
                      </a:lnTo>
                      <a:lnTo>
                        <a:pt x="234" y="26"/>
                      </a:lnTo>
                      <a:lnTo>
                        <a:pt x="236" y="24"/>
                      </a:lnTo>
                      <a:lnTo>
                        <a:pt x="236" y="24"/>
                      </a:lnTo>
                      <a:lnTo>
                        <a:pt x="238" y="22"/>
                      </a:lnTo>
                      <a:lnTo>
                        <a:pt x="236" y="18"/>
                      </a:lnTo>
                      <a:lnTo>
                        <a:pt x="234" y="14"/>
                      </a:lnTo>
                      <a:lnTo>
                        <a:pt x="232" y="14"/>
                      </a:lnTo>
                      <a:lnTo>
                        <a:pt x="232" y="14"/>
                      </a:lnTo>
                      <a:lnTo>
                        <a:pt x="232" y="12"/>
                      </a:lnTo>
                      <a:lnTo>
                        <a:pt x="232" y="10"/>
                      </a:lnTo>
                      <a:lnTo>
                        <a:pt x="230" y="10"/>
                      </a:lnTo>
                      <a:lnTo>
                        <a:pt x="230" y="10"/>
                      </a:lnTo>
                      <a:lnTo>
                        <a:pt x="222" y="12"/>
                      </a:lnTo>
                      <a:lnTo>
                        <a:pt x="222" y="12"/>
                      </a:lnTo>
                      <a:lnTo>
                        <a:pt x="220" y="10"/>
                      </a:lnTo>
                      <a:lnTo>
                        <a:pt x="216" y="8"/>
                      </a:lnTo>
                      <a:lnTo>
                        <a:pt x="216" y="8"/>
                      </a:lnTo>
                      <a:lnTo>
                        <a:pt x="212" y="8"/>
                      </a:lnTo>
                      <a:lnTo>
                        <a:pt x="208" y="8"/>
                      </a:lnTo>
                      <a:lnTo>
                        <a:pt x="208" y="8"/>
                      </a:lnTo>
                      <a:lnTo>
                        <a:pt x="206" y="10"/>
                      </a:lnTo>
                      <a:lnTo>
                        <a:pt x="206" y="8"/>
                      </a:lnTo>
                      <a:lnTo>
                        <a:pt x="204" y="8"/>
                      </a:lnTo>
                      <a:lnTo>
                        <a:pt x="204" y="8"/>
                      </a:lnTo>
                      <a:lnTo>
                        <a:pt x="202" y="8"/>
                      </a:lnTo>
                      <a:lnTo>
                        <a:pt x="202" y="8"/>
                      </a:lnTo>
                      <a:lnTo>
                        <a:pt x="200" y="10"/>
                      </a:lnTo>
                      <a:lnTo>
                        <a:pt x="200" y="10"/>
                      </a:lnTo>
                      <a:lnTo>
                        <a:pt x="198" y="14"/>
                      </a:lnTo>
                      <a:lnTo>
                        <a:pt x="198" y="14"/>
                      </a:lnTo>
                      <a:lnTo>
                        <a:pt x="194" y="16"/>
                      </a:lnTo>
                      <a:lnTo>
                        <a:pt x="190" y="16"/>
                      </a:lnTo>
                      <a:lnTo>
                        <a:pt x="190" y="16"/>
                      </a:lnTo>
                      <a:lnTo>
                        <a:pt x="188" y="18"/>
                      </a:lnTo>
                      <a:lnTo>
                        <a:pt x="186" y="20"/>
                      </a:lnTo>
                      <a:lnTo>
                        <a:pt x="182" y="20"/>
                      </a:lnTo>
                      <a:lnTo>
                        <a:pt x="182" y="20"/>
                      </a:lnTo>
                      <a:lnTo>
                        <a:pt x="180" y="18"/>
                      </a:lnTo>
                      <a:lnTo>
                        <a:pt x="176" y="16"/>
                      </a:lnTo>
                      <a:lnTo>
                        <a:pt x="176" y="16"/>
                      </a:lnTo>
                      <a:lnTo>
                        <a:pt x="172" y="20"/>
                      </a:lnTo>
                      <a:lnTo>
                        <a:pt x="172" y="20"/>
                      </a:lnTo>
                      <a:lnTo>
                        <a:pt x="166" y="20"/>
                      </a:lnTo>
                      <a:lnTo>
                        <a:pt x="158" y="20"/>
                      </a:lnTo>
                      <a:lnTo>
                        <a:pt x="158" y="20"/>
                      </a:lnTo>
                      <a:lnTo>
                        <a:pt x="156" y="18"/>
                      </a:lnTo>
                      <a:lnTo>
                        <a:pt x="156" y="18"/>
                      </a:lnTo>
                      <a:lnTo>
                        <a:pt x="150" y="18"/>
                      </a:lnTo>
                      <a:lnTo>
                        <a:pt x="150" y="18"/>
                      </a:lnTo>
                      <a:lnTo>
                        <a:pt x="148" y="14"/>
                      </a:lnTo>
                      <a:lnTo>
                        <a:pt x="148" y="14"/>
                      </a:lnTo>
                      <a:lnTo>
                        <a:pt x="144" y="12"/>
                      </a:lnTo>
                      <a:lnTo>
                        <a:pt x="138" y="12"/>
                      </a:lnTo>
                      <a:lnTo>
                        <a:pt x="138" y="16"/>
                      </a:lnTo>
                      <a:lnTo>
                        <a:pt x="138" y="16"/>
                      </a:lnTo>
                      <a:lnTo>
                        <a:pt x="134" y="16"/>
                      </a:lnTo>
                      <a:lnTo>
                        <a:pt x="134" y="16"/>
                      </a:lnTo>
                      <a:lnTo>
                        <a:pt x="130" y="6"/>
                      </a:lnTo>
                      <a:lnTo>
                        <a:pt x="130" y="6"/>
                      </a:lnTo>
                      <a:lnTo>
                        <a:pt x="124" y="6"/>
                      </a:lnTo>
                      <a:lnTo>
                        <a:pt x="118" y="4"/>
                      </a:lnTo>
                      <a:lnTo>
                        <a:pt x="118" y="4"/>
                      </a:lnTo>
                      <a:lnTo>
                        <a:pt x="118" y="0"/>
                      </a:lnTo>
                      <a:lnTo>
                        <a:pt x="118" y="0"/>
                      </a:lnTo>
                      <a:lnTo>
                        <a:pt x="114" y="2"/>
                      </a:lnTo>
                      <a:lnTo>
                        <a:pt x="108" y="4"/>
                      </a:lnTo>
                      <a:lnTo>
                        <a:pt x="108" y="4"/>
                      </a:lnTo>
                      <a:lnTo>
                        <a:pt x="102" y="2"/>
                      </a:lnTo>
                      <a:lnTo>
                        <a:pt x="98" y="0"/>
                      </a:lnTo>
                      <a:lnTo>
                        <a:pt x="94" y="0"/>
                      </a:lnTo>
                      <a:lnTo>
                        <a:pt x="94" y="2"/>
                      </a:lnTo>
                      <a:lnTo>
                        <a:pt x="94" y="2"/>
                      </a:lnTo>
                      <a:lnTo>
                        <a:pt x="88" y="2"/>
                      </a:lnTo>
                      <a:lnTo>
                        <a:pt x="82" y="4"/>
                      </a:lnTo>
                      <a:lnTo>
                        <a:pt x="82" y="4"/>
                      </a:lnTo>
                      <a:lnTo>
                        <a:pt x="80" y="8"/>
                      </a:lnTo>
                      <a:lnTo>
                        <a:pt x="80" y="8"/>
                      </a:lnTo>
                      <a:lnTo>
                        <a:pt x="72" y="10"/>
                      </a:lnTo>
                      <a:lnTo>
                        <a:pt x="72" y="14"/>
                      </a:lnTo>
                      <a:lnTo>
                        <a:pt x="72" y="14"/>
                      </a:lnTo>
                      <a:lnTo>
                        <a:pt x="66" y="18"/>
                      </a:lnTo>
                      <a:lnTo>
                        <a:pt x="66" y="18"/>
                      </a:lnTo>
                      <a:lnTo>
                        <a:pt x="60" y="18"/>
                      </a:lnTo>
                      <a:lnTo>
                        <a:pt x="56" y="16"/>
                      </a:lnTo>
                      <a:lnTo>
                        <a:pt x="56" y="16"/>
                      </a:lnTo>
                      <a:lnTo>
                        <a:pt x="56" y="16"/>
                      </a:lnTo>
                      <a:lnTo>
                        <a:pt x="54" y="16"/>
                      </a:lnTo>
                      <a:lnTo>
                        <a:pt x="52" y="18"/>
                      </a:lnTo>
                      <a:lnTo>
                        <a:pt x="52" y="18"/>
                      </a:lnTo>
                      <a:lnTo>
                        <a:pt x="40" y="16"/>
                      </a:lnTo>
                      <a:lnTo>
                        <a:pt x="38" y="20"/>
                      </a:lnTo>
                      <a:lnTo>
                        <a:pt x="38" y="20"/>
                      </a:lnTo>
                      <a:lnTo>
                        <a:pt x="48" y="24"/>
                      </a:lnTo>
                      <a:lnTo>
                        <a:pt x="48" y="24"/>
                      </a:lnTo>
                      <a:lnTo>
                        <a:pt x="40" y="24"/>
                      </a:lnTo>
                      <a:lnTo>
                        <a:pt x="38" y="24"/>
                      </a:lnTo>
                      <a:lnTo>
                        <a:pt x="38" y="24"/>
                      </a:lnTo>
                      <a:lnTo>
                        <a:pt x="40" y="26"/>
                      </a:lnTo>
                      <a:lnTo>
                        <a:pt x="40" y="26"/>
                      </a:lnTo>
                      <a:lnTo>
                        <a:pt x="30" y="30"/>
                      </a:lnTo>
                      <a:lnTo>
                        <a:pt x="30" y="30"/>
                      </a:lnTo>
                      <a:lnTo>
                        <a:pt x="28" y="30"/>
                      </a:lnTo>
                      <a:lnTo>
                        <a:pt x="26" y="28"/>
                      </a:lnTo>
                      <a:lnTo>
                        <a:pt x="24" y="28"/>
                      </a:lnTo>
                      <a:lnTo>
                        <a:pt x="22" y="28"/>
                      </a:lnTo>
                      <a:lnTo>
                        <a:pt x="22" y="28"/>
                      </a:lnTo>
                      <a:lnTo>
                        <a:pt x="22" y="32"/>
                      </a:lnTo>
                      <a:lnTo>
                        <a:pt x="22" y="32"/>
                      </a:lnTo>
                      <a:lnTo>
                        <a:pt x="14" y="32"/>
                      </a:lnTo>
                      <a:lnTo>
                        <a:pt x="10" y="32"/>
                      </a:lnTo>
                      <a:lnTo>
                        <a:pt x="0" y="40"/>
                      </a:lnTo>
                      <a:lnTo>
                        <a:pt x="0" y="40"/>
                      </a:lnTo>
                      <a:lnTo>
                        <a:pt x="2" y="42"/>
                      </a:lnTo>
                      <a:lnTo>
                        <a:pt x="2" y="46"/>
                      </a:lnTo>
                      <a:lnTo>
                        <a:pt x="0" y="50"/>
                      </a:lnTo>
                      <a:lnTo>
                        <a:pt x="0" y="50"/>
                      </a:lnTo>
                      <a:lnTo>
                        <a:pt x="10" y="50"/>
                      </a:lnTo>
                      <a:lnTo>
                        <a:pt x="10" y="50"/>
                      </a:lnTo>
                      <a:lnTo>
                        <a:pt x="10" y="58"/>
                      </a:lnTo>
                      <a:lnTo>
                        <a:pt x="8" y="64"/>
                      </a:lnTo>
                      <a:lnTo>
                        <a:pt x="8" y="64"/>
                      </a:lnTo>
                      <a:lnTo>
                        <a:pt x="12" y="66"/>
                      </a:lnTo>
                      <a:lnTo>
                        <a:pt x="12" y="68"/>
                      </a:lnTo>
                      <a:lnTo>
                        <a:pt x="12" y="68"/>
                      </a:lnTo>
                      <a:lnTo>
                        <a:pt x="10" y="70"/>
                      </a:lnTo>
                      <a:lnTo>
                        <a:pt x="10" y="70"/>
                      </a:lnTo>
                      <a:lnTo>
                        <a:pt x="8" y="70"/>
                      </a:lnTo>
                      <a:lnTo>
                        <a:pt x="6" y="68"/>
                      </a:lnTo>
                      <a:lnTo>
                        <a:pt x="6" y="68"/>
                      </a:lnTo>
                      <a:lnTo>
                        <a:pt x="4" y="68"/>
                      </a:lnTo>
                      <a:lnTo>
                        <a:pt x="4" y="70"/>
                      </a:lnTo>
                      <a:lnTo>
                        <a:pt x="4" y="70"/>
                      </a:lnTo>
                      <a:lnTo>
                        <a:pt x="4" y="70"/>
                      </a:lnTo>
                      <a:lnTo>
                        <a:pt x="4" y="72"/>
                      </a:lnTo>
                      <a:lnTo>
                        <a:pt x="4" y="76"/>
                      </a:lnTo>
                      <a:lnTo>
                        <a:pt x="4" y="76"/>
                      </a:lnTo>
                      <a:lnTo>
                        <a:pt x="10" y="74"/>
                      </a:lnTo>
                      <a:lnTo>
                        <a:pt x="10" y="74"/>
                      </a:lnTo>
                      <a:lnTo>
                        <a:pt x="14" y="78"/>
                      </a:lnTo>
                      <a:lnTo>
                        <a:pt x="14" y="78"/>
                      </a:lnTo>
                      <a:lnTo>
                        <a:pt x="14" y="86"/>
                      </a:lnTo>
                      <a:lnTo>
                        <a:pt x="14" y="94"/>
                      </a:lnTo>
                      <a:lnTo>
                        <a:pt x="14" y="94"/>
                      </a:lnTo>
                      <a:lnTo>
                        <a:pt x="24" y="94"/>
                      </a:lnTo>
                      <a:lnTo>
                        <a:pt x="24" y="94"/>
                      </a:lnTo>
                      <a:lnTo>
                        <a:pt x="24" y="98"/>
                      </a:lnTo>
                      <a:lnTo>
                        <a:pt x="24" y="100"/>
                      </a:lnTo>
                      <a:lnTo>
                        <a:pt x="24" y="100"/>
                      </a:lnTo>
                      <a:lnTo>
                        <a:pt x="30" y="98"/>
                      </a:lnTo>
                      <a:lnTo>
                        <a:pt x="30" y="98"/>
                      </a:lnTo>
                      <a:lnTo>
                        <a:pt x="32" y="102"/>
                      </a:lnTo>
                      <a:lnTo>
                        <a:pt x="32" y="102"/>
                      </a:lnTo>
                      <a:lnTo>
                        <a:pt x="34" y="102"/>
                      </a:lnTo>
                      <a:lnTo>
                        <a:pt x="38" y="102"/>
                      </a:lnTo>
                      <a:lnTo>
                        <a:pt x="38" y="102"/>
                      </a:lnTo>
                      <a:lnTo>
                        <a:pt x="38" y="104"/>
                      </a:lnTo>
                      <a:lnTo>
                        <a:pt x="38" y="106"/>
                      </a:lnTo>
                      <a:lnTo>
                        <a:pt x="38" y="106"/>
                      </a:lnTo>
                      <a:lnTo>
                        <a:pt x="48" y="116"/>
                      </a:lnTo>
                      <a:lnTo>
                        <a:pt x="48" y="116"/>
                      </a:lnTo>
                      <a:lnTo>
                        <a:pt x="56" y="110"/>
                      </a:lnTo>
                      <a:lnTo>
                        <a:pt x="60" y="100"/>
                      </a:lnTo>
                      <a:lnTo>
                        <a:pt x="60" y="100"/>
                      </a:lnTo>
                      <a:lnTo>
                        <a:pt x="70" y="102"/>
                      </a:lnTo>
                      <a:lnTo>
                        <a:pt x="78" y="106"/>
                      </a:lnTo>
                      <a:lnTo>
                        <a:pt x="78" y="106"/>
                      </a:lnTo>
                      <a:lnTo>
                        <a:pt x="82" y="110"/>
                      </a:lnTo>
                      <a:lnTo>
                        <a:pt x="86" y="112"/>
                      </a:lnTo>
                      <a:lnTo>
                        <a:pt x="86" y="112"/>
                      </a:lnTo>
                      <a:lnTo>
                        <a:pt x="92" y="114"/>
                      </a:lnTo>
                      <a:lnTo>
                        <a:pt x="98" y="112"/>
                      </a:lnTo>
                      <a:lnTo>
                        <a:pt x="108" y="108"/>
                      </a:lnTo>
                      <a:lnTo>
                        <a:pt x="108" y="108"/>
                      </a:lnTo>
                      <a:lnTo>
                        <a:pt x="110" y="106"/>
                      </a:lnTo>
                      <a:lnTo>
                        <a:pt x="112" y="102"/>
                      </a:lnTo>
                      <a:lnTo>
                        <a:pt x="112" y="102"/>
                      </a:lnTo>
                      <a:lnTo>
                        <a:pt x="116" y="102"/>
                      </a:lnTo>
                      <a:lnTo>
                        <a:pt x="120" y="104"/>
                      </a:lnTo>
                      <a:lnTo>
                        <a:pt x="126" y="96"/>
                      </a:lnTo>
                      <a:lnTo>
                        <a:pt x="126" y="96"/>
                      </a:lnTo>
                      <a:lnTo>
                        <a:pt x="128" y="96"/>
                      </a:lnTo>
                      <a:lnTo>
                        <a:pt x="128" y="96"/>
                      </a:lnTo>
                      <a:lnTo>
                        <a:pt x="130" y="102"/>
                      </a:lnTo>
                      <a:lnTo>
                        <a:pt x="128" y="106"/>
                      </a:lnTo>
                      <a:lnTo>
                        <a:pt x="128" y="106"/>
                      </a:lnTo>
                      <a:lnTo>
                        <a:pt x="126" y="108"/>
                      </a:lnTo>
                      <a:lnTo>
                        <a:pt x="126" y="108"/>
                      </a:lnTo>
                      <a:lnTo>
                        <a:pt x="126" y="112"/>
                      </a:lnTo>
                      <a:lnTo>
                        <a:pt x="126" y="112"/>
                      </a:lnTo>
                      <a:lnTo>
                        <a:pt x="126" y="112"/>
                      </a:lnTo>
                      <a:lnTo>
                        <a:pt x="126" y="116"/>
                      </a:lnTo>
                      <a:lnTo>
                        <a:pt x="126" y="116"/>
                      </a:lnTo>
                      <a:lnTo>
                        <a:pt x="128" y="118"/>
                      </a:lnTo>
                      <a:lnTo>
                        <a:pt x="128" y="1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2" name="Freeform 35">
                  <a:extLst>
                    <a:ext uri="{FF2B5EF4-FFF2-40B4-BE49-F238E27FC236}">
                      <a16:creationId xmlns:a16="http://schemas.microsoft.com/office/drawing/2014/main" id="{0698344A-23A3-EE4E-A44A-A414E310A6D1}"/>
                    </a:ext>
                  </a:extLst>
                </p:cNvPr>
                <p:cNvSpPr>
                  <a:spLocks/>
                </p:cNvSpPr>
                <p:nvPr/>
              </p:nvSpPr>
              <p:spPr bwMode="auto">
                <a:xfrm>
                  <a:off x="6054025" y="2701658"/>
                  <a:ext cx="121328" cy="88104"/>
                </a:xfrm>
                <a:custGeom>
                  <a:avLst/>
                  <a:gdLst>
                    <a:gd name="T0" fmla="*/ 60 w 62"/>
                    <a:gd name="T1" fmla="*/ 20 h 44"/>
                    <a:gd name="T2" fmla="*/ 62 w 62"/>
                    <a:gd name="T3" fmla="*/ 18 h 44"/>
                    <a:gd name="T4" fmla="*/ 60 w 62"/>
                    <a:gd name="T5" fmla="*/ 18 h 44"/>
                    <a:gd name="T6" fmla="*/ 60 w 62"/>
                    <a:gd name="T7" fmla="*/ 18 h 44"/>
                    <a:gd name="T8" fmla="*/ 56 w 62"/>
                    <a:gd name="T9" fmla="*/ 12 h 44"/>
                    <a:gd name="T10" fmla="*/ 46 w 62"/>
                    <a:gd name="T11" fmla="*/ 2 h 44"/>
                    <a:gd name="T12" fmla="*/ 42 w 62"/>
                    <a:gd name="T13" fmla="*/ 0 h 44"/>
                    <a:gd name="T14" fmla="*/ 40 w 62"/>
                    <a:gd name="T15" fmla="*/ 0 h 44"/>
                    <a:gd name="T16" fmla="*/ 36 w 62"/>
                    <a:gd name="T17" fmla="*/ 2 h 44"/>
                    <a:gd name="T18" fmla="*/ 30 w 62"/>
                    <a:gd name="T19" fmla="*/ 6 h 44"/>
                    <a:gd name="T20" fmla="*/ 28 w 62"/>
                    <a:gd name="T21" fmla="*/ 6 h 44"/>
                    <a:gd name="T22" fmla="*/ 24 w 62"/>
                    <a:gd name="T23" fmla="*/ 6 h 44"/>
                    <a:gd name="T24" fmla="*/ 24 w 62"/>
                    <a:gd name="T25" fmla="*/ 6 h 44"/>
                    <a:gd name="T26" fmla="*/ 22 w 62"/>
                    <a:gd name="T27" fmla="*/ 10 h 44"/>
                    <a:gd name="T28" fmla="*/ 22 w 62"/>
                    <a:gd name="T29" fmla="*/ 10 h 44"/>
                    <a:gd name="T30" fmla="*/ 18 w 62"/>
                    <a:gd name="T31" fmla="*/ 12 h 44"/>
                    <a:gd name="T32" fmla="*/ 14 w 62"/>
                    <a:gd name="T33" fmla="*/ 16 h 44"/>
                    <a:gd name="T34" fmla="*/ 10 w 62"/>
                    <a:gd name="T35" fmla="*/ 22 h 44"/>
                    <a:gd name="T36" fmla="*/ 2 w 62"/>
                    <a:gd name="T37" fmla="*/ 32 h 44"/>
                    <a:gd name="T38" fmla="*/ 0 w 62"/>
                    <a:gd name="T39" fmla="*/ 38 h 44"/>
                    <a:gd name="T40" fmla="*/ 4 w 62"/>
                    <a:gd name="T41" fmla="*/ 38 h 44"/>
                    <a:gd name="T42" fmla="*/ 8 w 62"/>
                    <a:gd name="T43" fmla="*/ 36 h 44"/>
                    <a:gd name="T44" fmla="*/ 10 w 62"/>
                    <a:gd name="T45" fmla="*/ 38 h 44"/>
                    <a:gd name="T46" fmla="*/ 12 w 62"/>
                    <a:gd name="T47" fmla="*/ 40 h 44"/>
                    <a:gd name="T48" fmla="*/ 16 w 62"/>
                    <a:gd name="T49" fmla="*/ 42 h 44"/>
                    <a:gd name="T50" fmla="*/ 18 w 62"/>
                    <a:gd name="T51" fmla="*/ 44 h 44"/>
                    <a:gd name="T52" fmla="*/ 22 w 62"/>
                    <a:gd name="T53" fmla="*/ 44 h 44"/>
                    <a:gd name="T54" fmla="*/ 24 w 62"/>
                    <a:gd name="T55" fmla="*/ 42 h 44"/>
                    <a:gd name="T56" fmla="*/ 28 w 62"/>
                    <a:gd name="T57" fmla="*/ 40 h 44"/>
                    <a:gd name="T58" fmla="*/ 30 w 62"/>
                    <a:gd name="T59" fmla="*/ 38 h 44"/>
                    <a:gd name="T60" fmla="*/ 30 w 62"/>
                    <a:gd name="T61" fmla="*/ 32 h 44"/>
                    <a:gd name="T62" fmla="*/ 32 w 62"/>
                    <a:gd name="T63" fmla="*/ 34 h 44"/>
                    <a:gd name="T64" fmla="*/ 38 w 62"/>
                    <a:gd name="T65" fmla="*/ 38 h 44"/>
                    <a:gd name="T66" fmla="*/ 42 w 62"/>
                    <a:gd name="T67" fmla="*/ 40 h 44"/>
                    <a:gd name="T68" fmla="*/ 44 w 62"/>
                    <a:gd name="T69" fmla="*/ 40 h 44"/>
                    <a:gd name="T70" fmla="*/ 44 w 62"/>
                    <a:gd name="T71" fmla="*/ 36 h 44"/>
                    <a:gd name="T72" fmla="*/ 46 w 62"/>
                    <a:gd name="T73" fmla="*/ 34 h 44"/>
                    <a:gd name="T74" fmla="*/ 50 w 62"/>
                    <a:gd name="T75" fmla="*/ 32 h 44"/>
                    <a:gd name="T76" fmla="*/ 50 w 62"/>
                    <a:gd name="T77" fmla="*/ 30 h 44"/>
                    <a:gd name="T78" fmla="*/ 54 w 62"/>
                    <a:gd name="T79" fmla="*/ 26 h 44"/>
                    <a:gd name="T80" fmla="*/ 56 w 62"/>
                    <a:gd name="T81" fmla="*/ 28 h 44"/>
                    <a:gd name="T82" fmla="*/ 60 w 62"/>
                    <a:gd name="T83" fmla="*/ 26 h 44"/>
                    <a:gd name="T84" fmla="*/ 62 w 62"/>
                    <a:gd name="T85" fmla="*/ 26 h 44"/>
                    <a:gd name="T86" fmla="*/ 58 w 62"/>
                    <a:gd name="T87" fmla="*/ 24 h 44"/>
                    <a:gd name="T88" fmla="*/ 60 w 62"/>
                    <a:gd name="T89"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44">
                      <a:moveTo>
                        <a:pt x="60" y="20"/>
                      </a:moveTo>
                      <a:lnTo>
                        <a:pt x="60" y="20"/>
                      </a:lnTo>
                      <a:lnTo>
                        <a:pt x="62" y="18"/>
                      </a:lnTo>
                      <a:lnTo>
                        <a:pt x="62" y="18"/>
                      </a:lnTo>
                      <a:lnTo>
                        <a:pt x="60" y="18"/>
                      </a:lnTo>
                      <a:lnTo>
                        <a:pt x="60" y="18"/>
                      </a:lnTo>
                      <a:lnTo>
                        <a:pt x="60" y="18"/>
                      </a:lnTo>
                      <a:lnTo>
                        <a:pt x="60" y="18"/>
                      </a:lnTo>
                      <a:lnTo>
                        <a:pt x="56" y="16"/>
                      </a:lnTo>
                      <a:lnTo>
                        <a:pt x="56" y="12"/>
                      </a:lnTo>
                      <a:lnTo>
                        <a:pt x="58" y="10"/>
                      </a:lnTo>
                      <a:lnTo>
                        <a:pt x="46" y="2"/>
                      </a:lnTo>
                      <a:lnTo>
                        <a:pt x="46" y="2"/>
                      </a:lnTo>
                      <a:lnTo>
                        <a:pt x="42" y="0"/>
                      </a:lnTo>
                      <a:lnTo>
                        <a:pt x="42" y="0"/>
                      </a:lnTo>
                      <a:lnTo>
                        <a:pt x="40" y="0"/>
                      </a:lnTo>
                      <a:lnTo>
                        <a:pt x="38" y="0"/>
                      </a:lnTo>
                      <a:lnTo>
                        <a:pt x="36" y="2"/>
                      </a:lnTo>
                      <a:lnTo>
                        <a:pt x="36" y="2"/>
                      </a:lnTo>
                      <a:lnTo>
                        <a:pt x="30" y="6"/>
                      </a:lnTo>
                      <a:lnTo>
                        <a:pt x="30" y="6"/>
                      </a:lnTo>
                      <a:lnTo>
                        <a:pt x="28" y="6"/>
                      </a:lnTo>
                      <a:lnTo>
                        <a:pt x="26" y="6"/>
                      </a:lnTo>
                      <a:lnTo>
                        <a:pt x="24" y="6"/>
                      </a:lnTo>
                      <a:lnTo>
                        <a:pt x="24" y="6"/>
                      </a:lnTo>
                      <a:lnTo>
                        <a:pt x="24" y="6"/>
                      </a:lnTo>
                      <a:lnTo>
                        <a:pt x="22" y="6"/>
                      </a:lnTo>
                      <a:lnTo>
                        <a:pt x="22" y="10"/>
                      </a:lnTo>
                      <a:lnTo>
                        <a:pt x="22" y="10"/>
                      </a:lnTo>
                      <a:lnTo>
                        <a:pt x="22" y="10"/>
                      </a:lnTo>
                      <a:lnTo>
                        <a:pt x="18" y="12"/>
                      </a:lnTo>
                      <a:lnTo>
                        <a:pt x="18" y="12"/>
                      </a:lnTo>
                      <a:lnTo>
                        <a:pt x="16" y="14"/>
                      </a:lnTo>
                      <a:lnTo>
                        <a:pt x="14" y="16"/>
                      </a:lnTo>
                      <a:lnTo>
                        <a:pt x="10" y="22"/>
                      </a:lnTo>
                      <a:lnTo>
                        <a:pt x="10" y="22"/>
                      </a:lnTo>
                      <a:lnTo>
                        <a:pt x="2" y="32"/>
                      </a:lnTo>
                      <a:lnTo>
                        <a:pt x="2" y="32"/>
                      </a:lnTo>
                      <a:lnTo>
                        <a:pt x="0" y="36"/>
                      </a:lnTo>
                      <a:lnTo>
                        <a:pt x="0" y="38"/>
                      </a:lnTo>
                      <a:lnTo>
                        <a:pt x="4" y="38"/>
                      </a:lnTo>
                      <a:lnTo>
                        <a:pt x="4" y="38"/>
                      </a:lnTo>
                      <a:lnTo>
                        <a:pt x="6" y="36"/>
                      </a:lnTo>
                      <a:lnTo>
                        <a:pt x="8" y="36"/>
                      </a:lnTo>
                      <a:lnTo>
                        <a:pt x="10" y="38"/>
                      </a:lnTo>
                      <a:lnTo>
                        <a:pt x="10" y="38"/>
                      </a:lnTo>
                      <a:lnTo>
                        <a:pt x="10" y="40"/>
                      </a:lnTo>
                      <a:lnTo>
                        <a:pt x="12" y="40"/>
                      </a:lnTo>
                      <a:lnTo>
                        <a:pt x="16" y="40"/>
                      </a:lnTo>
                      <a:lnTo>
                        <a:pt x="16" y="42"/>
                      </a:lnTo>
                      <a:lnTo>
                        <a:pt x="16" y="42"/>
                      </a:lnTo>
                      <a:lnTo>
                        <a:pt x="18" y="44"/>
                      </a:lnTo>
                      <a:lnTo>
                        <a:pt x="20" y="44"/>
                      </a:lnTo>
                      <a:lnTo>
                        <a:pt x="22" y="44"/>
                      </a:lnTo>
                      <a:lnTo>
                        <a:pt x="22" y="44"/>
                      </a:lnTo>
                      <a:lnTo>
                        <a:pt x="24" y="42"/>
                      </a:lnTo>
                      <a:lnTo>
                        <a:pt x="26" y="40"/>
                      </a:lnTo>
                      <a:lnTo>
                        <a:pt x="28" y="40"/>
                      </a:lnTo>
                      <a:lnTo>
                        <a:pt x="30" y="38"/>
                      </a:lnTo>
                      <a:lnTo>
                        <a:pt x="30" y="38"/>
                      </a:lnTo>
                      <a:lnTo>
                        <a:pt x="30" y="34"/>
                      </a:lnTo>
                      <a:lnTo>
                        <a:pt x="30" y="32"/>
                      </a:lnTo>
                      <a:lnTo>
                        <a:pt x="32" y="34"/>
                      </a:lnTo>
                      <a:lnTo>
                        <a:pt x="32" y="34"/>
                      </a:lnTo>
                      <a:lnTo>
                        <a:pt x="34" y="38"/>
                      </a:lnTo>
                      <a:lnTo>
                        <a:pt x="38" y="38"/>
                      </a:lnTo>
                      <a:lnTo>
                        <a:pt x="38" y="38"/>
                      </a:lnTo>
                      <a:lnTo>
                        <a:pt x="42" y="40"/>
                      </a:lnTo>
                      <a:lnTo>
                        <a:pt x="44" y="40"/>
                      </a:lnTo>
                      <a:lnTo>
                        <a:pt x="44" y="40"/>
                      </a:lnTo>
                      <a:lnTo>
                        <a:pt x="46" y="40"/>
                      </a:lnTo>
                      <a:lnTo>
                        <a:pt x="44" y="36"/>
                      </a:lnTo>
                      <a:lnTo>
                        <a:pt x="44" y="36"/>
                      </a:lnTo>
                      <a:lnTo>
                        <a:pt x="46" y="34"/>
                      </a:lnTo>
                      <a:lnTo>
                        <a:pt x="48" y="32"/>
                      </a:lnTo>
                      <a:lnTo>
                        <a:pt x="50" y="32"/>
                      </a:lnTo>
                      <a:lnTo>
                        <a:pt x="50" y="30"/>
                      </a:lnTo>
                      <a:lnTo>
                        <a:pt x="50" y="30"/>
                      </a:lnTo>
                      <a:lnTo>
                        <a:pt x="52" y="28"/>
                      </a:lnTo>
                      <a:lnTo>
                        <a:pt x="54" y="26"/>
                      </a:lnTo>
                      <a:lnTo>
                        <a:pt x="56" y="28"/>
                      </a:lnTo>
                      <a:lnTo>
                        <a:pt x="56" y="28"/>
                      </a:lnTo>
                      <a:lnTo>
                        <a:pt x="58" y="28"/>
                      </a:lnTo>
                      <a:lnTo>
                        <a:pt x="60" y="26"/>
                      </a:lnTo>
                      <a:lnTo>
                        <a:pt x="60" y="26"/>
                      </a:lnTo>
                      <a:lnTo>
                        <a:pt x="62" y="26"/>
                      </a:lnTo>
                      <a:lnTo>
                        <a:pt x="60" y="24"/>
                      </a:lnTo>
                      <a:lnTo>
                        <a:pt x="58" y="24"/>
                      </a:lnTo>
                      <a:lnTo>
                        <a:pt x="60" y="22"/>
                      </a:lnTo>
                      <a:lnTo>
                        <a:pt x="60"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3" name="Freeform 36">
                  <a:extLst>
                    <a:ext uri="{FF2B5EF4-FFF2-40B4-BE49-F238E27FC236}">
                      <a16:creationId xmlns:a16="http://schemas.microsoft.com/office/drawing/2014/main" id="{016540FD-EEF5-2E48-ACBB-2CD4A94A7862}"/>
                    </a:ext>
                  </a:extLst>
                </p:cNvPr>
                <p:cNvSpPr>
                  <a:spLocks/>
                </p:cNvSpPr>
                <p:nvPr/>
              </p:nvSpPr>
              <p:spPr bwMode="auto">
                <a:xfrm>
                  <a:off x="6200793" y="1768562"/>
                  <a:ext cx="328759" cy="620729"/>
                </a:xfrm>
                <a:custGeom>
                  <a:avLst/>
                  <a:gdLst>
                    <a:gd name="T0" fmla="*/ 164 w 168"/>
                    <a:gd name="T1" fmla="*/ 52 h 310"/>
                    <a:gd name="T2" fmla="*/ 162 w 168"/>
                    <a:gd name="T3" fmla="*/ 36 h 310"/>
                    <a:gd name="T4" fmla="*/ 160 w 168"/>
                    <a:gd name="T5" fmla="*/ 24 h 310"/>
                    <a:gd name="T6" fmla="*/ 144 w 168"/>
                    <a:gd name="T7" fmla="*/ 12 h 310"/>
                    <a:gd name="T8" fmla="*/ 134 w 168"/>
                    <a:gd name="T9" fmla="*/ 2 h 310"/>
                    <a:gd name="T10" fmla="*/ 120 w 168"/>
                    <a:gd name="T11" fmla="*/ 12 h 310"/>
                    <a:gd name="T12" fmla="*/ 106 w 168"/>
                    <a:gd name="T13" fmla="*/ 18 h 310"/>
                    <a:gd name="T14" fmla="*/ 102 w 168"/>
                    <a:gd name="T15" fmla="*/ 24 h 310"/>
                    <a:gd name="T16" fmla="*/ 98 w 168"/>
                    <a:gd name="T17" fmla="*/ 26 h 310"/>
                    <a:gd name="T18" fmla="*/ 84 w 168"/>
                    <a:gd name="T19" fmla="*/ 30 h 310"/>
                    <a:gd name="T20" fmla="*/ 76 w 168"/>
                    <a:gd name="T21" fmla="*/ 46 h 310"/>
                    <a:gd name="T22" fmla="*/ 68 w 168"/>
                    <a:gd name="T23" fmla="*/ 52 h 310"/>
                    <a:gd name="T24" fmla="*/ 62 w 168"/>
                    <a:gd name="T25" fmla="*/ 70 h 310"/>
                    <a:gd name="T26" fmla="*/ 48 w 168"/>
                    <a:gd name="T27" fmla="*/ 86 h 310"/>
                    <a:gd name="T28" fmla="*/ 46 w 168"/>
                    <a:gd name="T29" fmla="*/ 108 h 310"/>
                    <a:gd name="T30" fmla="*/ 36 w 168"/>
                    <a:gd name="T31" fmla="*/ 102 h 310"/>
                    <a:gd name="T32" fmla="*/ 22 w 168"/>
                    <a:gd name="T33" fmla="*/ 116 h 310"/>
                    <a:gd name="T34" fmla="*/ 12 w 168"/>
                    <a:gd name="T35" fmla="*/ 128 h 310"/>
                    <a:gd name="T36" fmla="*/ 12 w 168"/>
                    <a:gd name="T37" fmla="*/ 146 h 310"/>
                    <a:gd name="T38" fmla="*/ 10 w 168"/>
                    <a:gd name="T39" fmla="*/ 168 h 310"/>
                    <a:gd name="T40" fmla="*/ 16 w 168"/>
                    <a:gd name="T41" fmla="*/ 178 h 310"/>
                    <a:gd name="T42" fmla="*/ 10 w 168"/>
                    <a:gd name="T43" fmla="*/ 188 h 310"/>
                    <a:gd name="T44" fmla="*/ 10 w 168"/>
                    <a:gd name="T45" fmla="*/ 204 h 310"/>
                    <a:gd name="T46" fmla="*/ 8 w 168"/>
                    <a:gd name="T47" fmla="*/ 214 h 310"/>
                    <a:gd name="T48" fmla="*/ 4 w 168"/>
                    <a:gd name="T49" fmla="*/ 220 h 310"/>
                    <a:gd name="T50" fmla="*/ 4 w 168"/>
                    <a:gd name="T51" fmla="*/ 236 h 310"/>
                    <a:gd name="T52" fmla="*/ 4 w 168"/>
                    <a:gd name="T53" fmla="*/ 244 h 310"/>
                    <a:gd name="T54" fmla="*/ 4 w 168"/>
                    <a:gd name="T55" fmla="*/ 260 h 310"/>
                    <a:gd name="T56" fmla="*/ 12 w 168"/>
                    <a:gd name="T57" fmla="*/ 266 h 310"/>
                    <a:gd name="T58" fmla="*/ 20 w 168"/>
                    <a:gd name="T59" fmla="*/ 278 h 310"/>
                    <a:gd name="T60" fmla="*/ 24 w 168"/>
                    <a:gd name="T61" fmla="*/ 286 h 310"/>
                    <a:gd name="T62" fmla="*/ 18 w 168"/>
                    <a:gd name="T63" fmla="*/ 294 h 310"/>
                    <a:gd name="T64" fmla="*/ 24 w 168"/>
                    <a:gd name="T65" fmla="*/ 310 h 310"/>
                    <a:gd name="T66" fmla="*/ 42 w 168"/>
                    <a:gd name="T67" fmla="*/ 296 h 310"/>
                    <a:gd name="T68" fmla="*/ 50 w 168"/>
                    <a:gd name="T69" fmla="*/ 290 h 310"/>
                    <a:gd name="T70" fmla="*/ 68 w 168"/>
                    <a:gd name="T71" fmla="*/ 288 h 310"/>
                    <a:gd name="T72" fmla="*/ 74 w 168"/>
                    <a:gd name="T73" fmla="*/ 278 h 310"/>
                    <a:gd name="T74" fmla="*/ 70 w 168"/>
                    <a:gd name="T75" fmla="*/ 284 h 310"/>
                    <a:gd name="T76" fmla="*/ 70 w 168"/>
                    <a:gd name="T77" fmla="*/ 270 h 310"/>
                    <a:gd name="T78" fmla="*/ 74 w 168"/>
                    <a:gd name="T79" fmla="*/ 260 h 310"/>
                    <a:gd name="T80" fmla="*/ 78 w 168"/>
                    <a:gd name="T81" fmla="*/ 240 h 310"/>
                    <a:gd name="T82" fmla="*/ 90 w 168"/>
                    <a:gd name="T83" fmla="*/ 236 h 310"/>
                    <a:gd name="T84" fmla="*/ 98 w 168"/>
                    <a:gd name="T85" fmla="*/ 232 h 310"/>
                    <a:gd name="T86" fmla="*/ 104 w 168"/>
                    <a:gd name="T87" fmla="*/ 226 h 310"/>
                    <a:gd name="T88" fmla="*/ 106 w 168"/>
                    <a:gd name="T89" fmla="*/ 218 h 310"/>
                    <a:gd name="T90" fmla="*/ 100 w 168"/>
                    <a:gd name="T91" fmla="*/ 206 h 310"/>
                    <a:gd name="T92" fmla="*/ 92 w 168"/>
                    <a:gd name="T93" fmla="*/ 194 h 310"/>
                    <a:gd name="T94" fmla="*/ 82 w 168"/>
                    <a:gd name="T95" fmla="*/ 194 h 310"/>
                    <a:gd name="T96" fmla="*/ 80 w 168"/>
                    <a:gd name="T97" fmla="*/ 170 h 310"/>
                    <a:gd name="T98" fmla="*/ 84 w 168"/>
                    <a:gd name="T99" fmla="*/ 158 h 310"/>
                    <a:gd name="T100" fmla="*/ 82 w 168"/>
                    <a:gd name="T101" fmla="*/ 148 h 310"/>
                    <a:gd name="T102" fmla="*/ 92 w 168"/>
                    <a:gd name="T103" fmla="*/ 146 h 310"/>
                    <a:gd name="T104" fmla="*/ 98 w 168"/>
                    <a:gd name="T105" fmla="*/ 138 h 310"/>
                    <a:gd name="T106" fmla="*/ 104 w 168"/>
                    <a:gd name="T107" fmla="*/ 126 h 310"/>
                    <a:gd name="T108" fmla="*/ 116 w 168"/>
                    <a:gd name="T109" fmla="*/ 122 h 310"/>
                    <a:gd name="T110" fmla="*/ 126 w 168"/>
                    <a:gd name="T111" fmla="*/ 116 h 310"/>
                    <a:gd name="T112" fmla="*/ 136 w 168"/>
                    <a:gd name="T113" fmla="*/ 106 h 310"/>
                    <a:gd name="T114" fmla="*/ 134 w 168"/>
                    <a:gd name="T115" fmla="*/ 100 h 310"/>
                    <a:gd name="T116" fmla="*/ 136 w 168"/>
                    <a:gd name="T117" fmla="*/ 84 h 310"/>
                    <a:gd name="T118" fmla="*/ 138 w 168"/>
                    <a:gd name="T119" fmla="*/ 80 h 310"/>
                    <a:gd name="T120" fmla="*/ 146 w 168"/>
                    <a:gd name="T121" fmla="*/ 78 h 310"/>
                    <a:gd name="T122" fmla="*/ 152 w 168"/>
                    <a:gd name="T123" fmla="*/ 70 h 310"/>
                    <a:gd name="T124" fmla="*/ 160 w 168"/>
                    <a:gd name="T125" fmla="*/ 68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310">
                      <a:moveTo>
                        <a:pt x="168" y="70"/>
                      </a:moveTo>
                      <a:lnTo>
                        <a:pt x="164" y="60"/>
                      </a:lnTo>
                      <a:lnTo>
                        <a:pt x="164" y="60"/>
                      </a:lnTo>
                      <a:lnTo>
                        <a:pt x="162" y="56"/>
                      </a:lnTo>
                      <a:lnTo>
                        <a:pt x="162" y="56"/>
                      </a:lnTo>
                      <a:lnTo>
                        <a:pt x="164" y="52"/>
                      </a:lnTo>
                      <a:lnTo>
                        <a:pt x="164" y="46"/>
                      </a:lnTo>
                      <a:lnTo>
                        <a:pt x="164" y="46"/>
                      </a:lnTo>
                      <a:lnTo>
                        <a:pt x="164" y="42"/>
                      </a:lnTo>
                      <a:lnTo>
                        <a:pt x="162" y="38"/>
                      </a:lnTo>
                      <a:lnTo>
                        <a:pt x="162" y="38"/>
                      </a:lnTo>
                      <a:lnTo>
                        <a:pt x="162" y="36"/>
                      </a:lnTo>
                      <a:lnTo>
                        <a:pt x="162" y="34"/>
                      </a:lnTo>
                      <a:lnTo>
                        <a:pt x="162" y="32"/>
                      </a:lnTo>
                      <a:lnTo>
                        <a:pt x="162" y="30"/>
                      </a:lnTo>
                      <a:lnTo>
                        <a:pt x="162" y="30"/>
                      </a:lnTo>
                      <a:lnTo>
                        <a:pt x="160" y="26"/>
                      </a:lnTo>
                      <a:lnTo>
                        <a:pt x="160" y="24"/>
                      </a:lnTo>
                      <a:lnTo>
                        <a:pt x="160" y="24"/>
                      </a:lnTo>
                      <a:lnTo>
                        <a:pt x="154" y="16"/>
                      </a:lnTo>
                      <a:lnTo>
                        <a:pt x="154" y="16"/>
                      </a:lnTo>
                      <a:lnTo>
                        <a:pt x="152" y="14"/>
                      </a:lnTo>
                      <a:lnTo>
                        <a:pt x="150" y="14"/>
                      </a:lnTo>
                      <a:lnTo>
                        <a:pt x="144" y="12"/>
                      </a:lnTo>
                      <a:lnTo>
                        <a:pt x="144" y="12"/>
                      </a:lnTo>
                      <a:lnTo>
                        <a:pt x="140" y="12"/>
                      </a:lnTo>
                      <a:lnTo>
                        <a:pt x="138" y="10"/>
                      </a:lnTo>
                      <a:lnTo>
                        <a:pt x="134" y="4"/>
                      </a:lnTo>
                      <a:lnTo>
                        <a:pt x="134" y="4"/>
                      </a:lnTo>
                      <a:lnTo>
                        <a:pt x="134" y="2"/>
                      </a:lnTo>
                      <a:lnTo>
                        <a:pt x="130" y="0"/>
                      </a:lnTo>
                      <a:lnTo>
                        <a:pt x="126" y="0"/>
                      </a:lnTo>
                      <a:lnTo>
                        <a:pt x="120" y="0"/>
                      </a:lnTo>
                      <a:lnTo>
                        <a:pt x="122" y="4"/>
                      </a:lnTo>
                      <a:lnTo>
                        <a:pt x="120" y="12"/>
                      </a:lnTo>
                      <a:lnTo>
                        <a:pt x="120" y="12"/>
                      </a:lnTo>
                      <a:lnTo>
                        <a:pt x="118" y="16"/>
                      </a:lnTo>
                      <a:lnTo>
                        <a:pt x="118" y="18"/>
                      </a:lnTo>
                      <a:lnTo>
                        <a:pt x="116" y="20"/>
                      </a:lnTo>
                      <a:lnTo>
                        <a:pt x="116" y="20"/>
                      </a:lnTo>
                      <a:lnTo>
                        <a:pt x="110" y="18"/>
                      </a:lnTo>
                      <a:lnTo>
                        <a:pt x="106" y="18"/>
                      </a:lnTo>
                      <a:lnTo>
                        <a:pt x="106" y="18"/>
                      </a:lnTo>
                      <a:lnTo>
                        <a:pt x="102" y="18"/>
                      </a:lnTo>
                      <a:lnTo>
                        <a:pt x="102" y="18"/>
                      </a:lnTo>
                      <a:lnTo>
                        <a:pt x="102" y="20"/>
                      </a:lnTo>
                      <a:lnTo>
                        <a:pt x="102" y="20"/>
                      </a:lnTo>
                      <a:lnTo>
                        <a:pt x="102" y="24"/>
                      </a:lnTo>
                      <a:lnTo>
                        <a:pt x="100" y="26"/>
                      </a:lnTo>
                      <a:lnTo>
                        <a:pt x="102" y="28"/>
                      </a:lnTo>
                      <a:lnTo>
                        <a:pt x="102" y="28"/>
                      </a:lnTo>
                      <a:lnTo>
                        <a:pt x="102" y="28"/>
                      </a:lnTo>
                      <a:lnTo>
                        <a:pt x="102" y="28"/>
                      </a:lnTo>
                      <a:lnTo>
                        <a:pt x="98" y="26"/>
                      </a:lnTo>
                      <a:lnTo>
                        <a:pt x="92" y="20"/>
                      </a:lnTo>
                      <a:lnTo>
                        <a:pt x="92" y="20"/>
                      </a:lnTo>
                      <a:lnTo>
                        <a:pt x="90" y="22"/>
                      </a:lnTo>
                      <a:lnTo>
                        <a:pt x="86" y="26"/>
                      </a:lnTo>
                      <a:lnTo>
                        <a:pt x="86" y="26"/>
                      </a:lnTo>
                      <a:lnTo>
                        <a:pt x="84" y="30"/>
                      </a:lnTo>
                      <a:lnTo>
                        <a:pt x="84" y="36"/>
                      </a:lnTo>
                      <a:lnTo>
                        <a:pt x="84" y="36"/>
                      </a:lnTo>
                      <a:lnTo>
                        <a:pt x="82" y="40"/>
                      </a:lnTo>
                      <a:lnTo>
                        <a:pt x="80" y="42"/>
                      </a:lnTo>
                      <a:lnTo>
                        <a:pt x="80" y="42"/>
                      </a:lnTo>
                      <a:lnTo>
                        <a:pt x="76" y="46"/>
                      </a:lnTo>
                      <a:lnTo>
                        <a:pt x="74" y="48"/>
                      </a:lnTo>
                      <a:lnTo>
                        <a:pt x="72" y="50"/>
                      </a:lnTo>
                      <a:lnTo>
                        <a:pt x="72" y="50"/>
                      </a:lnTo>
                      <a:lnTo>
                        <a:pt x="72" y="50"/>
                      </a:lnTo>
                      <a:lnTo>
                        <a:pt x="72" y="52"/>
                      </a:lnTo>
                      <a:lnTo>
                        <a:pt x="68" y="52"/>
                      </a:lnTo>
                      <a:lnTo>
                        <a:pt x="68" y="52"/>
                      </a:lnTo>
                      <a:lnTo>
                        <a:pt x="66" y="54"/>
                      </a:lnTo>
                      <a:lnTo>
                        <a:pt x="64" y="56"/>
                      </a:lnTo>
                      <a:lnTo>
                        <a:pt x="64" y="62"/>
                      </a:lnTo>
                      <a:lnTo>
                        <a:pt x="64" y="62"/>
                      </a:lnTo>
                      <a:lnTo>
                        <a:pt x="62" y="70"/>
                      </a:lnTo>
                      <a:lnTo>
                        <a:pt x="58" y="76"/>
                      </a:lnTo>
                      <a:lnTo>
                        <a:pt x="56" y="80"/>
                      </a:lnTo>
                      <a:lnTo>
                        <a:pt x="56" y="80"/>
                      </a:lnTo>
                      <a:lnTo>
                        <a:pt x="52" y="82"/>
                      </a:lnTo>
                      <a:lnTo>
                        <a:pt x="50" y="84"/>
                      </a:lnTo>
                      <a:lnTo>
                        <a:pt x="48" y="86"/>
                      </a:lnTo>
                      <a:lnTo>
                        <a:pt x="48" y="86"/>
                      </a:lnTo>
                      <a:lnTo>
                        <a:pt x="50" y="92"/>
                      </a:lnTo>
                      <a:lnTo>
                        <a:pt x="48" y="100"/>
                      </a:lnTo>
                      <a:lnTo>
                        <a:pt x="48" y="100"/>
                      </a:lnTo>
                      <a:lnTo>
                        <a:pt x="48" y="106"/>
                      </a:lnTo>
                      <a:lnTo>
                        <a:pt x="46" y="108"/>
                      </a:lnTo>
                      <a:lnTo>
                        <a:pt x="44" y="108"/>
                      </a:lnTo>
                      <a:lnTo>
                        <a:pt x="44" y="108"/>
                      </a:lnTo>
                      <a:lnTo>
                        <a:pt x="40" y="104"/>
                      </a:lnTo>
                      <a:lnTo>
                        <a:pt x="38" y="102"/>
                      </a:lnTo>
                      <a:lnTo>
                        <a:pt x="36" y="102"/>
                      </a:lnTo>
                      <a:lnTo>
                        <a:pt x="36" y="102"/>
                      </a:lnTo>
                      <a:lnTo>
                        <a:pt x="28" y="104"/>
                      </a:lnTo>
                      <a:lnTo>
                        <a:pt x="26" y="108"/>
                      </a:lnTo>
                      <a:lnTo>
                        <a:pt x="24" y="110"/>
                      </a:lnTo>
                      <a:lnTo>
                        <a:pt x="24" y="110"/>
                      </a:lnTo>
                      <a:lnTo>
                        <a:pt x="24" y="112"/>
                      </a:lnTo>
                      <a:lnTo>
                        <a:pt x="22" y="116"/>
                      </a:lnTo>
                      <a:lnTo>
                        <a:pt x="18" y="118"/>
                      </a:lnTo>
                      <a:lnTo>
                        <a:pt x="18" y="122"/>
                      </a:lnTo>
                      <a:lnTo>
                        <a:pt x="18" y="122"/>
                      </a:lnTo>
                      <a:lnTo>
                        <a:pt x="16" y="124"/>
                      </a:lnTo>
                      <a:lnTo>
                        <a:pt x="14" y="126"/>
                      </a:lnTo>
                      <a:lnTo>
                        <a:pt x="12" y="128"/>
                      </a:lnTo>
                      <a:lnTo>
                        <a:pt x="10" y="132"/>
                      </a:lnTo>
                      <a:lnTo>
                        <a:pt x="10" y="132"/>
                      </a:lnTo>
                      <a:lnTo>
                        <a:pt x="12" y="136"/>
                      </a:lnTo>
                      <a:lnTo>
                        <a:pt x="12" y="140"/>
                      </a:lnTo>
                      <a:lnTo>
                        <a:pt x="12" y="140"/>
                      </a:lnTo>
                      <a:lnTo>
                        <a:pt x="12" y="146"/>
                      </a:lnTo>
                      <a:lnTo>
                        <a:pt x="12" y="152"/>
                      </a:lnTo>
                      <a:lnTo>
                        <a:pt x="12" y="152"/>
                      </a:lnTo>
                      <a:lnTo>
                        <a:pt x="12" y="158"/>
                      </a:lnTo>
                      <a:lnTo>
                        <a:pt x="12" y="164"/>
                      </a:lnTo>
                      <a:lnTo>
                        <a:pt x="12" y="164"/>
                      </a:lnTo>
                      <a:lnTo>
                        <a:pt x="10" y="168"/>
                      </a:lnTo>
                      <a:lnTo>
                        <a:pt x="10" y="170"/>
                      </a:lnTo>
                      <a:lnTo>
                        <a:pt x="12" y="170"/>
                      </a:lnTo>
                      <a:lnTo>
                        <a:pt x="12" y="170"/>
                      </a:lnTo>
                      <a:lnTo>
                        <a:pt x="14" y="172"/>
                      </a:lnTo>
                      <a:lnTo>
                        <a:pt x="16" y="178"/>
                      </a:lnTo>
                      <a:lnTo>
                        <a:pt x="16" y="178"/>
                      </a:lnTo>
                      <a:lnTo>
                        <a:pt x="16" y="182"/>
                      </a:lnTo>
                      <a:lnTo>
                        <a:pt x="16" y="184"/>
                      </a:lnTo>
                      <a:lnTo>
                        <a:pt x="14" y="186"/>
                      </a:lnTo>
                      <a:lnTo>
                        <a:pt x="14" y="186"/>
                      </a:lnTo>
                      <a:lnTo>
                        <a:pt x="10" y="188"/>
                      </a:lnTo>
                      <a:lnTo>
                        <a:pt x="10" y="188"/>
                      </a:lnTo>
                      <a:lnTo>
                        <a:pt x="10" y="188"/>
                      </a:lnTo>
                      <a:lnTo>
                        <a:pt x="10" y="196"/>
                      </a:lnTo>
                      <a:lnTo>
                        <a:pt x="10" y="196"/>
                      </a:lnTo>
                      <a:lnTo>
                        <a:pt x="8" y="200"/>
                      </a:lnTo>
                      <a:lnTo>
                        <a:pt x="8" y="202"/>
                      </a:lnTo>
                      <a:lnTo>
                        <a:pt x="10" y="204"/>
                      </a:lnTo>
                      <a:lnTo>
                        <a:pt x="10" y="204"/>
                      </a:lnTo>
                      <a:lnTo>
                        <a:pt x="12" y="208"/>
                      </a:lnTo>
                      <a:lnTo>
                        <a:pt x="10" y="210"/>
                      </a:lnTo>
                      <a:lnTo>
                        <a:pt x="10" y="210"/>
                      </a:lnTo>
                      <a:lnTo>
                        <a:pt x="8" y="212"/>
                      </a:lnTo>
                      <a:lnTo>
                        <a:pt x="8" y="214"/>
                      </a:lnTo>
                      <a:lnTo>
                        <a:pt x="8" y="216"/>
                      </a:lnTo>
                      <a:lnTo>
                        <a:pt x="6" y="216"/>
                      </a:lnTo>
                      <a:lnTo>
                        <a:pt x="6" y="216"/>
                      </a:lnTo>
                      <a:lnTo>
                        <a:pt x="4" y="218"/>
                      </a:lnTo>
                      <a:lnTo>
                        <a:pt x="4" y="220"/>
                      </a:lnTo>
                      <a:lnTo>
                        <a:pt x="4" y="220"/>
                      </a:lnTo>
                      <a:lnTo>
                        <a:pt x="6" y="226"/>
                      </a:lnTo>
                      <a:lnTo>
                        <a:pt x="8" y="228"/>
                      </a:lnTo>
                      <a:lnTo>
                        <a:pt x="8" y="228"/>
                      </a:lnTo>
                      <a:lnTo>
                        <a:pt x="6" y="234"/>
                      </a:lnTo>
                      <a:lnTo>
                        <a:pt x="6" y="236"/>
                      </a:lnTo>
                      <a:lnTo>
                        <a:pt x="4" y="236"/>
                      </a:lnTo>
                      <a:lnTo>
                        <a:pt x="4" y="236"/>
                      </a:lnTo>
                      <a:lnTo>
                        <a:pt x="0" y="236"/>
                      </a:lnTo>
                      <a:lnTo>
                        <a:pt x="0" y="236"/>
                      </a:lnTo>
                      <a:lnTo>
                        <a:pt x="0" y="244"/>
                      </a:lnTo>
                      <a:lnTo>
                        <a:pt x="0" y="244"/>
                      </a:lnTo>
                      <a:lnTo>
                        <a:pt x="4" y="244"/>
                      </a:lnTo>
                      <a:lnTo>
                        <a:pt x="4" y="244"/>
                      </a:lnTo>
                      <a:lnTo>
                        <a:pt x="8" y="252"/>
                      </a:lnTo>
                      <a:lnTo>
                        <a:pt x="8" y="252"/>
                      </a:lnTo>
                      <a:lnTo>
                        <a:pt x="8" y="252"/>
                      </a:lnTo>
                      <a:lnTo>
                        <a:pt x="6" y="256"/>
                      </a:lnTo>
                      <a:lnTo>
                        <a:pt x="4" y="260"/>
                      </a:lnTo>
                      <a:lnTo>
                        <a:pt x="4" y="260"/>
                      </a:lnTo>
                      <a:lnTo>
                        <a:pt x="8" y="262"/>
                      </a:lnTo>
                      <a:lnTo>
                        <a:pt x="8" y="262"/>
                      </a:lnTo>
                      <a:lnTo>
                        <a:pt x="8" y="266"/>
                      </a:lnTo>
                      <a:lnTo>
                        <a:pt x="8" y="266"/>
                      </a:lnTo>
                      <a:lnTo>
                        <a:pt x="12" y="266"/>
                      </a:lnTo>
                      <a:lnTo>
                        <a:pt x="12" y="266"/>
                      </a:lnTo>
                      <a:lnTo>
                        <a:pt x="12" y="268"/>
                      </a:lnTo>
                      <a:lnTo>
                        <a:pt x="12" y="270"/>
                      </a:lnTo>
                      <a:lnTo>
                        <a:pt x="12" y="270"/>
                      </a:lnTo>
                      <a:lnTo>
                        <a:pt x="16" y="274"/>
                      </a:lnTo>
                      <a:lnTo>
                        <a:pt x="20" y="278"/>
                      </a:lnTo>
                      <a:lnTo>
                        <a:pt x="20" y="278"/>
                      </a:lnTo>
                      <a:lnTo>
                        <a:pt x="20" y="282"/>
                      </a:lnTo>
                      <a:lnTo>
                        <a:pt x="20" y="282"/>
                      </a:lnTo>
                      <a:lnTo>
                        <a:pt x="24" y="284"/>
                      </a:lnTo>
                      <a:lnTo>
                        <a:pt x="24" y="286"/>
                      </a:lnTo>
                      <a:lnTo>
                        <a:pt x="24" y="286"/>
                      </a:lnTo>
                      <a:lnTo>
                        <a:pt x="20" y="286"/>
                      </a:lnTo>
                      <a:lnTo>
                        <a:pt x="20" y="286"/>
                      </a:lnTo>
                      <a:lnTo>
                        <a:pt x="22" y="292"/>
                      </a:lnTo>
                      <a:lnTo>
                        <a:pt x="22" y="292"/>
                      </a:lnTo>
                      <a:lnTo>
                        <a:pt x="18" y="294"/>
                      </a:lnTo>
                      <a:lnTo>
                        <a:pt x="18" y="294"/>
                      </a:lnTo>
                      <a:lnTo>
                        <a:pt x="18" y="298"/>
                      </a:lnTo>
                      <a:lnTo>
                        <a:pt x="20" y="300"/>
                      </a:lnTo>
                      <a:lnTo>
                        <a:pt x="20" y="300"/>
                      </a:lnTo>
                      <a:lnTo>
                        <a:pt x="20" y="306"/>
                      </a:lnTo>
                      <a:lnTo>
                        <a:pt x="22" y="310"/>
                      </a:lnTo>
                      <a:lnTo>
                        <a:pt x="24" y="310"/>
                      </a:lnTo>
                      <a:lnTo>
                        <a:pt x="24" y="310"/>
                      </a:lnTo>
                      <a:lnTo>
                        <a:pt x="32" y="310"/>
                      </a:lnTo>
                      <a:lnTo>
                        <a:pt x="40" y="306"/>
                      </a:lnTo>
                      <a:lnTo>
                        <a:pt x="40" y="306"/>
                      </a:lnTo>
                      <a:lnTo>
                        <a:pt x="40" y="300"/>
                      </a:lnTo>
                      <a:lnTo>
                        <a:pt x="42" y="296"/>
                      </a:lnTo>
                      <a:lnTo>
                        <a:pt x="42" y="296"/>
                      </a:lnTo>
                      <a:lnTo>
                        <a:pt x="46" y="296"/>
                      </a:lnTo>
                      <a:lnTo>
                        <a:pt x="46" y="296"/>
                      </a:lnTo>
                      <a:lnTo>
                        <a:pt x="46" y="292"/>
                      </a:lnTo>
                      <a:lnTo>
                        <a:pt x="46" y="292"/>
                      </a:lnTo>
                      <a:lnTo>
                        <a:pt x="50" y="290"/>
                      </a:lnTo>
                      <a:lnTo>
                        <a:pt x="54" y="290"/>
                      </a:lnTo>
                      <a:lnTo>
                        <a:pt x="64" y="292"/>
                      </a:lnTo>
                      <a:lnTo>
                        <a:pt x="64" y="292"/>
                      </a:lnTo>
                      <a:lnTo>
                        <a:pt x="66" y="288"/>
                      </a:lnTo>
                      <a:lnTo>
                        <a:pt x="66" y="288"/>
                      </a:lnTo>
                      <a:lnTo>
                        <a:pt x="68" y="288"/>
                      </a:lnTo>
                      <a:lnTo>
                        <a:pt x="68" y="290"/>
                      </a:lnTo>
                      <a:lnTo>
                        <a:pt x="68" y="290"/>
                      </a:lnTo>
                      <a:lnTo>
                        <a:pt x="70" y="290"/>
                      </a:lnTo>
                      <a:lnTo>
                        <a:pt x="70" y="290"/>
                      </a:lnTo>
                      <a:lnTo>
                        <a:pt x="74" y="278"/>
                      </a:lnTo>
                      <a:lnTo>
                        <a:pt x="74" y="278"/>
                      </a:lnTo>
                      <a:lnTo>
                        <a:pt x="74" y="278"/>
                      </a:lnTo>
                      <a:lnTo>
                        <a:pt x="74" y="278"/>
                      </a:lnTo>
                      <a:lnTo>
                        <a:pt x="74" y="278"/>
                      </a:lnTo>
                      <a:lnTo>
                        <a:pt x="72" y="280"/>
                      </a:lnTo>
                      <a:lnTo>
                        <a:pt x="70" y="284"/>
                      </a:lnTo>
                      <a:lnTo>
                        <a:pt x="70" y="284"/>
                      </a:lnTo>
                      <a:lnTo>
                        <a:pt x="68" y="284"/>
                      </a:lnTo>
                      <a:lnTo>
                        <a:pt x="68" y="284"/>
                      </a:lnTo>
                      <a:lnTo>
                        <a:pt x="68" y="280"/>
                      </a:lnTo>
                      <a:lnTo>
                        <a:pt x="68" y="280"/>
                      </a:lnTo>
                      <a:lnTo>
                        <a:pt x="70" y="270"/>
                      </a:lnTo>
                      <a:lnTo>
                        <a:pt x="70" y="270"/>
                      </a:lnTo>
                      <a:lnTo>
                        <a:pt x="74" y="266"/>
                      </a:lnTo>
                      <a:lnTo>
                        <a:pt x="74" y="266"/>
                      </a:lnTo>
                      <a:lnTo>
                        <a:pt x="72" y="262"/>
                      </a:lnTo>
                      <a:lnTo>
                        <a:pt x="72" y="260"/>
                      </a:lnTo>
                      <a:lnTo>
                        <a:pt x="74" y="260"/>
                      </a:lnTo>
                      <a:lnTo>
                        <a:pt x="74" y="260"/>
                      </a:lnTo>
                      <a:lnTo>
                        <a:pt x="76" y="254"/>
                      </a:lnTo>
                      <a:lnTo>
                        <a:pt x="74" y="250"/>
                      </a:lnTo>
                      <a:lnTo>
                        <a:pt x="74" y="242"/>
                      </a:lnTo>
                      <a:lnTo>
                        <a:pt x="74" y="242"/>
                      </a:lnTo>
                      <a:lnTo>
                        <a:pt x="78" y="240"/>
                      </a:lnTo>
                      <a:lnTo>
                        <a:pt x="78" y="240"/>
                      </a:lnTo>
                      <a:lnTo>
                        <a:pt x="70" y="236"/>
                      </a:lnTo>
                      <a:lnTo>
                        <a:pt x="70" y="236"/>
                      </a:lnTo>
                      <a:lnTo>
                        <a:pt x="78" y="236"/>
                      </a:lnTo>
                      <a:lnTo>
                        <a:pt x="88" y="234"/>
                      </a:lnTo>
                      <a:lnTo>
                        <a:pt x="88" y="236"/>
                      </a:lnTo>
                      <a:lnTo>
                        <a:pt x="90" y="236"/>
                      </a:lnTo>
                      <a:lnTo>
                        <a:pt x="90" y="236"/>
                      </a:lnTo>
                      <a:lnTo>
                        <a:pt x="90" y="234"/>
                      </a:lnTo>
                      <a:lnTo>
                        <a:pt x="92" y="232"/>
                      </a:lnTo>
                      <a:lnTo>
                        <a:pt x="92" y="232"/>
                      </a:lnTo>
                      <a:lnTo>
                        <a:pt x="94" y="232"/>
                      </a:lnTo>
                      <a:lnTo>
                        <a:pt x="98" y="232"/>
                      </a:lnTo>
                      <a:lnTo>
                        <a:pt x="98" y="232"/>
                      </a:lnTo>
                      <a:lnTo>
                        <a:pt x="98" y="230"/>
                      </a:lnTo>
                      <a:lnTo>
                        <a:pt x="98" y="228"/>
                      </a:lnTo>
                      <a:lnTo>
                        <a:pt x="98" y="228"/>
                      </a:lnTo>
                      <a:lnTo>
                        <a:pt x="100" y="226"/>
                      </a:lnTo>
                      <a:lnTo>
                        <a:pt x="104" y="226"/>
                      </a:lnTo>
                      <a:lnTo>
                        <a:pt x="102" y="224"/>
                      </a:lnTo>
                      <a:lnTo>
                        <a:pt x="102" y="224"/>
                      </a:lnTo>
                      <a:lnTo>
                        <a:pt x="96" y="222"/>
                      </a:lnTo>
                      <a:lnTo>
                        <a:pt x="96" y="222"/>
                      </a:lnTo>
                      <a:lnTo>
                        <a:pt x="106" y="218"/>
                      </a:lnTo>
                      <a:lnTo>
                        <a:pt x="106" y="218"/>
                      </a:lnTo>
                      <a:lnTo>
                        <a:pt x="106" y="212"/>
                      </a:lnTo>
                      <a:lnTo>
                        <a:pt x="104" y="206"/>
                      </a:lnTo>
                      <a:lnTo>
                        <a:pt x="104" y="206"/>
                      </a:lnTo>
                      <a:lnTo>
                        <a:pt x="102" y="206"/>
                      </a:lnTo>
                      <a:lnTo>
                        <a:pt x="100" y="206"/>
                      </a:lnTo>
                      <a:lnTo>
                        <a:pt x="100" y="206"/>
                      </a:lnTo>
                      <a:lnTo>
                        <a:pt x="98" y="204"/>
                      </a:lnTo>
                      <a:lnTo>
                        <a:pt x="98" y="200"/>
                      </a:lnTo>
                      <a:lnTo>
                        <a:pt x="98" y="200"/>
                      </a:lnTo>
                      <a:lnTo>
                        <a:pt x="94" y="200"/>
                      </a:lnTo>
                      <a:lnTo>
                        <a:pt x="92" y="194"/>
                      </a:lnTo>
                      <a:lnTo>
                        <a:pt x="92" y="194"/>
                      </a:lnTo>
                      <a:lnTo>
                        <a:pt x="88" y="198"/>
                      </a:lnTo>
                      <a:lnTo>
                        <a:pt x="88" y="198"/>
                      </a:lnTo>
                      <a:lnTo>
                        <a:pt x="86" y="198"/>
                      </a:lnTo>
                      <a:lnTo>
                        <a:pt x="84" y="196"/>
                      </a:lnTo>
                      <a:lnTo>
                        <a:pt x="84" y="196"/>
                      </a:lnTo>
                      <a:lnTo>
                        <a:pt x="82" y="194"/>
                      </a:lnTo>
                      <a:lnTo>
                        <a:pt x="82" y="194"/>
                      </a:lnTo>
                      <a:lnTo>
                        <a:pt x="82" y="188"/>
                      </a:lnTo>
                      <a:lnTo>
                        <a:pt x="82" y="184"/>
                      </a:lnTo>
                      <a:lnTo>
                        <a:pt x="80" y="174"/>
                      </a:lnTo>
                      <a:lnTo>
                        <a:pt x="80" y="174"/>
                      </a:lnTo>
                      <a:lnTo>
                        <a:pt x="80" y="170"/>
                      </a:lnTo>
                      <a:lnTo>
                        <a:pt x="80" y="170"/>
                      </a:lnTo>
                      <a:lnTo>
                        <a:pt x="84" y="170"/>
                      </a:lnTo>
                      <a:lnTo>
                        <a:pt x="84" y="170"/>
                      </a:lnTo>
                      <a:lnTo>
                        <a:pt x="82" y="166"/>
                      </a:lnTo>
                      <a:lnTo>
                        <a:pt x="82" y="162"/>
                      </a:lnTo>
                      <a:lnTo>
                        <a:pt x="84" y="158"/>
                      </a:lnTo>
                      <a:lnTo>
                        <a:pt x="84" y="152"/>
                      </a:lnTo>
                      <a:lnTo>
                        <a:pt x="84" y="152"/>
                      </a:lnTo>
                      <a:lnTo>
                        <a:pt x="82" y="152"/>
                      </a:lnTo>
                      <a:lnTo>
                        <a:pt x="82" y="152"/>
                      </a:lnTo>
                      <a:lnTo>
                        <a:pt x="82" y="148"/>
                      </a:lnTo>
                      <a:lnTo>
                        <a:pt x="82" y="148"/>
                      </a:lnTo>
                      <a:lnTo>
                        <a:pt x="84" y="148"/>
                      </a:lnTo>
                      <a:lnTo>
                        <a:pt x="86" y="150"/>
                      </a:lnTo>
                      <a:lnTo>
                        <a:pt x="86" y="150"/>
                      </a:lnTo>
                      <a:lnTo>
                        <a:pt x="88" y="148"/>
                      </a:lnTo>
                      <a:lnTo>
                        <a:pt x="88" y="148"/>
                      </a:lnTo>
                      <a:lnTo>
                        <a:pt x="92" y="146"/>
                      </a:lnTo>
                      <a:lnTo>
                        <a:pt x="92" y="146"/>
                      </a:lnTo>
                      <a:lnTo>
                        <a:pt x="94" y="140"/>
                      </a:lnTo>
                      <a:lnTo>
                        <a:pt x="92" y="140"/>
                      </a:lnTo>
                      <a:lnTo>
                        <a:pt x="92" y="138"/>
                      </a:lnTo>
                      <a:lnTo>
                        <a:pt x="92" y="138"/>
                      </a:lnTo>
                      <a:lnTo>
                        <a:pt x="98" y="138"/>
                      </a:lnTo>
                      <a:lnTo>
                        <a:pt x="100" y="136"/>
                      </a:lnTo>
                      <a:lnTo>
                        <a:pt x="102" y="134"/>
                      </a:lnTo>
                      <a:lnTo>
                        <a:pt x="102" y="134"/>
                      </a:lnTo>
                      <a:lnTo>
                        <a:pt x="100" y="134"/>
                      </a:lnTo>
                      <a:lnTo>
                        <a:pt x="98" y="132"/>
                      </a:lnTo>
                      <a:lnTo>
                        <a:pt x="104" y="126"/>
                      </a:lnTo>
                      <a:lnTo>
                        <a:pt x="104" y="126"/>
                      </a:lnTo>
                      <a:lnTo>
                        <a:pt x="106" y="126"/>
                      </a:lnTo>
                      <a:lnTo>
                        <a:pt x="108" y="128"/>
                      </a:lnTo>
                      <a:lnTo>
                        <a:pt x="108" y="128"/>
                      </a:lnTo>
                      <a:lnTo>
                        <a:pt x="112" y="124"/>
                      </a:lnTo>
                      <a:lnTo>
                        <a:pt x="116" y="122"/>
                      </a:lnTo>
                      <a:lnTo>
                        <a:pt x="116" y="122"/>
                      </a:lnTo>
                      <a:lnTo>
                        <a:pt x="120" y="120"/>
                      </a:lnTo>
                      <a:lnTo>
                        <a:pt x="122" y="122"/>
                      </a:lnTo>
                      <a:lnTo>
                        <a:pt x="122" y="122"/>
                      </a:lnTo>
                      <a:lnTo>
                        <a:pt x="126" y="120"/>
                      </a:lnTo>
                      <a:lnTo>
                        <a:pt x="126" y="116"/>
                      </a:lnTo>
                      <a:lnTo>
                        <a:pt x="130" y="110"/>
                      </a:lnTo>
                      <a:lnTo>
                        <a:pt x="130" y="110"/>
                      </a:lnTo>
                      <a:lnTo>
                        <a:pt x="132" y="110"/>
                      </a:lnTo>
                      <a:lnTo>
                        <a:pt x="136" y="108"/>
                      </a:lnTo>
                      <a:lnTo>
                        <a:pt x="136" y="108"/>
                      </a:lnTo>
                      <a:lnTo>
                        <a:pt x="136" y="106"/>
                      </a:lnTo>
                      <a:lnTo>
                        <a:pt x="136" y="104"/>
                      </a:lnTo>
                      <a:lnTo>
                        <a:pt x="136" y="104"/>
                      </a:lnTo>
                      <a:lnTo>
                        <a:pt x="132" y="104"/>
                      </a:lnTo>
                      <a:lnTo>
                        <a:pt x="132" y="104"/>
                      </a:lnTo>
                      <a:lnTo>
                        <a:pt x="134" y="100"/>
                      </a:lnTo>
                      <a:lnTo>
                        <a:pt x="134" y="100"/>
                      </a:lnTo>
                      <a:lnTo>
                        <a:pt x="132" y="96"/>
                      </a:lnTo>
                      <a:lnTo>
                        <a:pt x="132" y="92"/>
                      </a:lnTo>
                      <a:lnTo>
                        <a:pt x="138" y="88"/>
                      </a:lnTo>
                      <a:lnTo>
                        <a:pt x="138" y="88"/>
                      </a:lnTo>
                      <a:lnTo>
                        <a:pt x="138" y="86"/>
                      </a:lnTo>
                      <a:lnTo>
                        <a:pt x="136" y="84"/>
                      </a:lnTo>
                      <a:lnTo>
                        <a:pt x="136" y="84"/>
                      </a:lnTo>
                      <a:lnTo>
                        <a:pt x="138" y="84"/>
                      </a:lnTo>
                      <a:lnTo>
                        <a:pt x="140" y="82"/>
                      </a:lnTo>
                      <a:lnTo>
                        <a:pt x="140" y="82"/>
                      </a:lnTo>
                      <a:lnTo>
                        <a:pt x="138" y="80"/>
                      </a:lnTo>
                      <a:lnTo>
                        <a:pt x="138" y="80"/>
                      </a:lnTo>
                      <a:lnTo>
                        <a:pt x="138" y="80"/>
                      </a:lnTo>
                      <a:lnTo>
                        <a:pt x="138" y="80"/>
                      </a:lnTo>
                      <a:lnTo>
                        <a:pt x="140" y="78"/>
                      </a:lnTo>
                      <a:lnTo>
                        <a:pt x="144" y="80"/>
                      </a:lnTo>
                      <a:lnTo>
                        <a:pt x="144" y="80"/>
                      </a:lnTo>
                      <a:lnTo>
                        <a:pt x="146" y="78"/>
                      </a:lnTo>
                      <a:lnTo>
                        <a:pt x="148" y="74"/>
                      </a:lnTo>
                      <a:lnTo>
                        <a:pt x="150" y="66"/>
                      </a:lnTo>
                      <a:lnTo>
                        <a:pt x="150" y="66"/>
                      </a:lnTo>
                      <a:lnTo>
                        <a:pt x="150" y="68"/>
                      </a:lnTo>
                      <a:lnTo>
                        <a:pt x="152" y="70"/>
                      </a:lnTo>
                      <a:lnTo>
                        <a:pt x="152" y="70"/>
                      </a:lnTo>
                      <a:lnTo>
                        <a:pt x="156" y="68"/>
                      </a:lnTo>
                      <a:lnTo>
                        <a:pt x="156" y="68"/>
                      </a:lnTo>
                      <a:lnTo>
                        <a:pt x="158" y="72"/>
                      </a:lnTo>
                      <a:lnTo>
                        <a:pt x="158" y="72"/>
                      </a:lnTo>
                      <a:lnTo>
                        <a:pt x="160" y="70"/>
                      </a:lnTo>
                      <a:lnTo>
                        <a:pt x="160" y="68"/>
                      </a:lnTo>
                      <a:lnTo>
                        <a:pt x="160" y="68"/>
                      </a:lnTo>
                      <a:lnTo>
                        <a:pt x="168" y="70"/>
                      </a:lnTo>
                      <a:lnTo>
                        <a:pt x="168"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4" name="Freeform 41">
                  <a:extLst>
                    <a:ext uri="{FF2B5EF4-FFF2-40B4-BE49-F238E27FC236}">
                      <a16:creationId xmlns:a16="http://schemas.microsoft.com/office/drawing/2014/main" id="{F425585E-5665-CC4C-BCB0-2BD0AECD34D4}"/>
                    </a:ext>
                  </a:extLst>
                </p:cNvPr>
                <p:cNvSpPr>
                  <a:spLocks noEditPoints="1"/>
                </p:cNvSpPr>
                <p:nvPr/>
              </p:nvSpPr>
              <p:spPr bwMode="auto">
                <a:xfrm>
                  <a:off x="5654817" y="2857843"/>
                  <a:ext cx="383553" cy="280329"/>
                </a:xfrm>
                <a:custGeom>
                  <a:avLst/>
                  <a:gdLst>
                    <a:gd name="T0" fmla="*/ 170 w 196"/>
                    <a:gd name="T1" fmla="*/ 34 h 140"/>
                    <a:gd name="T2" fmla="*/ 156 w 196"/>
                    <a:gd name="T3" fmla="*/ 42 h 140"/>
                    <a:gd name="T4" fmla="*/ 150 w 196"/>
                    <a:gd name="T5" fmla="*/ 48 h 140"/>
                    <a:gd name="T6" fmla="*/ 142 w 196"/>
                    <a:gd name="T7" fmla="*/ 56 h 140"/>
                    <a:gd name="T8" fmla="*/ 136 w 196"/>
                    <a:gd name="T9" fmla="*/ 62 h 140"/>
                    <a:gd name="T10" fmla="*/ 128 w 196"/>
                    <a:gd name="T11" fmla="*/ 72 h 140"/>
                    <a:gd name="T12" fmla="*/ 124 w 196"/>
                    <a:gd name="T13" fmla="*/ 82 h 140"/>
                    <a:gd name="T14" fmla="*/ 128 w 196"/>
                    <a:gd name="T15" fmla="*/ 88 h 140"/>
                    <a:gd name="T16" fmla="*/ 120 w 196"/>
                    <a:gd name="T17" fmla="*/ 100 h 140"/>
                    <a:gd name="T18" fmla="*/ 114 w 196"/>
                    <a:gd name="T19" fmla="*/ 108 h 140"/>
                    <a:gd name="T20" fmla="*/ 108 w 196"/>
                    <a:gd name="T21" fmla="*/ 114 h 140"/>
                    <a:gd name="T22" fmla="*/ 94 w 196"/>
                    <a:gd name="T23" fmla="*/ 128 h 140"/>
                    <a:gd name="T24" fmla="*/ 88 w 196"/>
                    <a:gd name="T25" fmla="*/ 132 h 140"/>
                    <a:gd name="T26" fmla="*/ 66 w 196"/>
                    <a:gd name="T27" fmla="*/ 130 h 140"/>
                    <a:gd name="T28" fmla="*/ 62 w 196"/>
                    <a:gd name="T29" fmla="*/ 136 h 140"/>
                    <a:gd name="T30" fmla="*/ 52 w 196"/>
                    <a:gd name="T31" fmla="*/ 140 h 140"/>
                    <a:gd name="T32" fmla="*/ 40 w 196"/>
                    <a:gd name="T33" fmla="*/ 128 h 140"/>
                    <a:gd name="T34" fmla="*/ 28 w 196"/>
                    <a:gd name="T35" fmla="*/ 120 h 140"/>
                    <a:gd name="T36" fmla="*/ 30 w 196"/>
                    <a:gd name="T37" fmla="*/ 112 h 140"/>
                    <a:gd name="T38" fmla="*/ 26 w 196"/>
                    <a:gd name="T39" fmla="*/ 106 h 140"/>
                    <a:gd name="T40" fmla="*/ 30 w 196"/>
                    <a:gd name="T41" fmla="*/ 96 h 140"/>
                    <a:gd name="T42" fmla="*/ 26 w 196"/>
                    <a:gd name="T43" fmla="*/ 88 h 140"/>
                    <a:gd name="T44" fmla="*/ 30 w 196"/>
                    <a:gd name="T45" fmla="*/ 74 h 140"/>
                    <a:gd name="T46" fmla="*/ 32 w 196"/>
                    <a:gd name="T47" fmla="*/ 66 h 140"/>
                    <a:gd name="T48" fmla="*/ 30 w 196"/>
                    <a:gd name="T49" fmla="*/ 52 h 140"/>
                    <a:gd name="T50" fmla="*/ 34 w 196"/>
                    <a:gd name="T51" fmla="*/ 44 h 140"/>
                    <a:gd name="T52" fmla="*/ 32 w 196"/>
                    <a:gd name="T53" fmla="*/ 36 h 140"/>
                    <a:gd name="T54" fmla="*/ 18 w 196"/>
                    <a:gd name="T55" fmla="*/ 36 h 140"/>
                    <a:gd name="T56" fmla="*/ 16 w 196"/>
                    <a:gd name="T57" fmla="*/ 34 h 140"/>
                    <a:gd name="T58" fmla="*/ 8 w 196"/>
                    <a:gd name="T59" fmla="*/ 36 h 140"/>
                    <a:gd name="T60" fmla="*/ 6 w 196"/>
                    <a:gd name="T61" fmla="*/ 32 h 140"/>
                    <a:gd name="T62" fmla="*/ 6 w 196"/>
                    <a:gd name="T63" fmla="*/ 26 h 140"/>
                    <a:gd name="T64" fmla="*/ 4 w 196"/>
                    <a:gd name="T65" fmla="*/ 20 h 140"/>
                    <a:gd name="T66" fmla="*/ 0 w 196"/>
                    <a:gd name="T67" fmla="*/ 14 h 140"/>
                    <a:gd name="T68" fmla="*/ 8 w 196"/>
                    <a:gd name="T69" fmla="*/ 6 h 140"/>
                    <a:gd name="T70" fmla="*/ 16 w 196"/>
                    <a:gd name="T71" fmla="*/ 4 h 140"/>
                    <a:gd name="T72" fmla="*/ 26 w 196"/>
                    <a:gd name="T73" fmla="*/ 0 h 140"/>
                    <a:gd name="T74" fmla="*/ 36 w 196"/>
                    <a:gd name="T75" fmla="*/ 4 h 140"/>
                    <a:gd name="T76" fmla="*/ 66 w 196"/>
                    <a:gd name="T77" fmla="*/ 6 h 140"/>
                    <a:gd name="T78" fmla="*/ 90 w 196"/>
                    <a:gd name="T79" fmla="*/ 6 h 140"/>
                    <a:gd name="T80" fmla="*/ 98 w 196"/>
                    <a:gd name="T81" fmla="*/ 10 h 140"/>
                    <a:gd name="T82" fmla="*/ 106 w 196"/>
                    <a:gd name="T83" fmla="*/ 16 h 140"/>
                    <a:gd name="T84" fmla="*/ 112 w 196"/>
                    <a:gd name="T85" fmla="*/ 18 h 140"/>
                    <a:gd name="T86" fmla="*/ 120 w 196"/>
                    <a:gd name="T87" fmla="*/ 20 h 140"/>
                    <a:gd name="T88" fmla="*/ 132 w 196"/>
                    <a:gd name="T89" fmla="*/ 22 h 140"/>
                    <a:gd name="T90" fmla="*/ 146 w 196"/>
                    <a:gd name="T91" fmla="*/ 26 h 140"/>
                    <a:gd name="T92" fmla="*/ 156 w 196"/>
                    <a:gd name="T93" fmla="*/ 28 h 140"/>
                    <a:gd name="T94" fmla="*/ 162 w 196"/>
                    <a:gd name="T95" fmla="*/ 26 h 140"/>
                    <a:gd name="T96" fmla="*/ 146 w 196"/>
                    <a:gd name="T97" fmla="*/ 82 h 140"/>
                    <a:gd name="T98" fmla="*/ 144 w 196"/>
                    <a:gd name="T99" fmla="*/ 88 h 140"/>
                    <a:gd name="T100" fmla="*/ 144 w 196"/>
                    <a:gd name="T101" fmla="*/ 88 h 140"/>
                    <a:gd name="T102" fmla="*/ 146 w 196"/>
                    <a:gd name="T103" fmla="*/ 82 h 140"/>
                    <a:gd name="T104" fmla="*/ 190 w 196"/>
                    <a:gd name="T105" fmla="*/ 74 h 140"/>
                    <a:gd name="T106" fmla="*/ 196 w 196"/>
                    <a:gd name="T107" fmla="*/ 70 h 140"/>
                    <a:gd name="T108" fmla="*/ 170 w 196"/>
                    <a:gd name="T109" fmla="*/ 70 h 140"/>
                    <a:gd name="T110" fmla="*/ 168 w 196"/>
                    <a:gd name="T111" fmla="*/ 76 h 140"/>
                    <a:gd name="T112" fmla="*/ 168 w 196"/>
                    <a:gd name="T113" fmla="*/ 86 h 140"/>
                    <a:gd name="T114" fmla="*/ 174 w 196"/>
                    <a:gd name="T115" fmla="*/ 82 h 140"/>
                    <a:gd name="T116" fmla="*/ 170 w 196"/>
                    <a:gd name="T117"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6" h="140">
                      <a:moveTo>
                        <a:pt x="168" y="24"/>
                      </a:moveTo>
                      <a:lnTo>
                        <a:pt x="168" y="24"/>
                      </a:lnTo>
                      <a:lnTo>
                        <a:pt x="170" y="34"/>
                      </a:lnTo>
                      <a:lnTo>
                        <a:pt x="170" y="34"/>
                      </a:lnTo>
                      <a:lnTo>
                        <a:pt x="162" y="42"/>
                      </a:lnTo>
                      <a:lnTo>
                        <a:pt x="162" y="42"/>
                      </a:lnTo>
                      <a:lnTo>
                        <a:pt x="158" y="42"/>
                      </a:lnTo>
                      <a:lnTo>
                        <a:pt x="156" y="42"/>
                      </a:lnTo>
                      <a:lnTo>
                        <a:pt x="156" y="42"/>
                      </a:lnTo>
                      <a:lnTo>
                        <a:pt x="156" y="46"/>
                      </a:lnTo>
                      <a:lnTo>
                        <a:pt x="156" y="46"/>
                      </a:lnTo>
                      <a:lnTo>
                        <a:pt x="150" y="48"/>
                      </a:lnTo>
                      <a:lnTo>
                        <a:pt x="150" y="48"/>
                      </a:lnTo>
                      <a:lnTo>
                        <a:pt x="144" y="52"/>
                      </a:lnTo>
                      <a:lnTo>
                        <a:pt x="142" y="56"/>
                      </a:lnTo>
                      <a:lnTo>
                        <a:pt x="142" y="56"/>
                      </a:lnTo>
                      <a:lnTo>
                        <a:pt x="136" y="58"/>
                      </a:lnTo>
                      <a:lnTo>
                        <a:pt x="136" y="58"/>
                      </a:lnTo>
                      <a:lnTo>
                        <a:pt x="136" y="62"/>
                      </a:lnTo>
                      <a:lnTo>
                        <a:pt x="136" y="62"/>
                      </a:lnTo>
                      <a:lnTo>
                        <a:pt x="132" y="64"/>
                      </a:lnTo>
                      <a:lnTo>
                        <a:pt x="132" y="64"/>
                      </a:lnTo>
                      <a:lnTo>
                        <a:pt x="130" y="68"/>
                      </a:lnTo>
                      <a:lnTo>
                        <a:pt x="128" y="72"/>
                      </a:lnTo>
                      <a:lnTo>
                        <a:pt x="128" y="72"/>
                      </a:lnTo>
                      <a:lnTo>
                        <a:pt x="124" y="76"/>
                      </a:lnTo>
                      <a:lnTo>
                        <a:pt x="122" y="80"/>
                      </a:lnTo>
                      <a:lnTo>
                        <a:pt x="124" y="82"/>
                      </a:lnTo>
                      <a:lnTo>
                        <a:pt x="124" y="82"/>
                      </a:lnTo>
                      <a:lnTo>
                        <a:pt x="124" y="86"/>
                      </a:lnTo>
                      <a:lnTo>
                        <a:pt x="124" y="86"/>
                      </a:lnTo>
                      <a:lnTo>
                        <a:pt x="128" y="88"/>
                      </a:lnTo>
                      <a:lnTo>
                        <a:pt x="128" y="88"/>
                      </a:lnTo>
                      <a:lnTo>
                        <a:pt x="128" y="90"/>
                      </a:lnTo>
                      <a:lnTo>
                        <a:pt x="128" y="90"/>
                      </a:lnTo>
                      <a:lnTo>
                        <a:pt x="120" y="100"/>
                      </a:lnTo>
                      <a:lnTo>
                        <a:pt x="120" y="100"/>
                      </a:lnTo>
                      <a:lnTo>
                        <a:pt x="116" y="104"/>
                      </a:lnTo>
                      <a:lnTo>
                        <a:pt x="116" y="104"/>
                      </a:lnTo>
                      <a:lnTo>
                        <a:pt x="114" y="108"/>
                      </a:lnTo>
                      <a:lnTo>
                        <a:pt x="114" y="112"/>
                      </a:lnTo>
                      <a:lnTo>
                        <a:pt x="114" y="112"/>
                      </a:lnTo>
                      <a:lnTo>
                        <a:pt x="112" y="114"/>
                      </a:lnTo>
                      <a:lnTo>
                        <a:pt x="108" y="114"/>
                      </a:lnTo>
                      <a:lnTo>
                        <a:pt x="108" y="114"/>
                      </a:lnTo>
                      <a:lnTo>
                        <a:pt x="96" y="124"/>
                      </a:lnTo>
                      <a:lnTo>
                        <a:pt x="96" y="124"/>
                      </a:lnTo>
                      <a:lnTo>
                        <a:pt x="94" y="128"/>
                      </a:lnTo>
                      <a:lnTo>
                        <a:pt x="94" y="130"/>
                      </a:lnTo>
                      <a:lnTo>
                        <a:pt x="92" y="132"/>
                      </a:lnTo>
                      <a:lnTo>
                        <a:pt x="92" y="132"/>
                      </a:lnTo>
                      <a:lnTo>
                        <a:pt x="88" y="132"/>
                      </a:lnTo>
                      <a:lnTo>
                        <a:pt x="84" y="132"/>
                      </a:lnTo>
                      <a:lnTo>
                        <a:pt x="82" y="134"/>
                      </a:lnTo>
                      <a:lnTo>
                        <a:pt x="82" y="134"/>
                      </a:lnTo>
                      <a:lnTo>
                        <a:pt x="66" y="130"/>
                      </a:lnTo>
                      <a:lnTo>
                        <a:pt x="66" y="130"/>
                      </a:lnTo>
                      <a:lnTo>
                        <a:pt x="64" y="134"/>
                      </a:lnTo>
                      <a:lnTo>
                        <a:pt x="64" y="134"/>
                      </a:lnTo>
                      <a:lnTo>
                        <a:pt x="62" y="136"/>
                      </a:lnTo>
                      <a:lnTo>
                        <a:pt x="58" y="136"/>
                      </a:lnTo>
                      <a:lnTo>
                        <a:pt x="58" y="136"/>
                      </a:lnTo>
                      <a:lnTo>
                        <a:pt x="52" y="140"/>
                      </a:lnTo>
                      <a:lnTo>
                        <a:pt x="52" y="140"/>
                      </a:lnTo>
                      <a:lnTo>
                        <a:pt x="52" y="140"/>
                      </a:lnTo>
                      <a:lnTo>
                        <a:pt x="46" y="140"/>
                      </a:lnTo>
                      <a:lnTo>
                        <a:pt x="46" y="140"/>
                      </a:lnTo>
                      <a:lnTo>
                        <a:pt x="40" y="128"/>
                      </a:lnTo>
                      <a:lnTo>
                        <a:pt x="34" y="124"/>
                      </a:lnTo>
                      <a:lnTo>
                        <a:pt x="28" y="122"/>
                      </a:lnTo>
                      <a:lnTo>
                        <a:pt x="28" y="122"/>
                      </a:lnTo>
                      <a:lnTo>
                        <a:pt x="28" y="120"/>
                      </a:lnTo>
                      <a:lnTo>
                        <a:pt x="30" y="114"/>
                      </a:lnTo>
                      <a:lnTo>
                        <a:pt x="30" y="114"/>
                      </a:lnTo>
                      <a:lnTo>
                        <a:pt x="32" y="112"/>
                      </a:lnTo>
                      <a:lnTo>
                        <a:pt x="30" y="112"/>
                      </a:lnTo>
                      <a:lnTo>
                        <a:pt x="28" y="112"/>
                      </a:lnTo>
                      <a:lnTo>
                        <a:pt x="26" y="110"/>
                      </a:lnTo>
                      <a:lnTo>
                        <a:pt x="26" y="110"/>
                      </a:lnTo>
                      <a:lnTo>
                        <a:pt x="26" y="106"/>
                      </a:lnTo>
                      <a:lnTo>
                        <a:pt x="26" y="104"/>
                      </a:lnTo>
                      <a:lnTo>
                        <a:pt x="28" y="100"/>
                      </a:lnTo>
                      <a:lnTo>
                        <a:pt x="28" y="100"/>
                      </a:lnTo>
                      <a:lnTo>
                        <a:pt x="30" y="96"/>
                      </a:lnTo>
                      <a:lnTo>
                        <a:pt x="28" y="94"/>
                      </a:lnTo>
                      <a:lnTo>
                        <a:pt x="28" y="94"/>
                      </a:lnTo>
                      <a:lnTo>
                        <a:pt x="26" y="90"/>
                      </a:lnTo>
                      <a:lnTo>
                        <a:pt x="26" y="88"/>
                      </a:lnTo>
                      <a:lnTo>
                        <a:pt x="30" y="84"/>
                      </a:lnTo>
                      <a:lnTo>
                        <a:pt x="30" y="84"/>
                      </a:lnTo>
                      <a:lnTo>
                        <a:pt x="30" y="80"/>
                      </a:lnTo>
                      <a:lnTo>
                        <a:pt x="30" y="74"/>
                      </a:lnTo>
                      <a:lnTo>
                        <a:pt x="30" y="74"/>
                      </a:lnTo>
                      <a:lnTo>
                        <a:pt x="28" y="70"/>
                      </a:lnTo>
                      <a:lnTo>
                        <a:pt x="32" y="66"/>
                      </a:lnTo>
                      <a:lnTo>
                        <a:pt x="32" y="66"/>
                      </a:lnTo>
                      <a:lnTo>
                        <a:pt x="34" y="64"/>
                      </a:lnTo>
                      <a:lnTo>
                        <a:pt x="34" y="60"/>
                      </a:lnTo>
                      <a:lnTo>
                        <a:pt x="30" y="52"/>
                      </a:lnTo>
                      <a:lnTo>
                        <a:pt x="30" y="52"/>
                      </a:lnTo>
                      <a:lnTo>
                        <a:pt x="28" y="50"/>
                      </a:lnTo>
                      <a:lnTo>
                        <a:pt x="30" y="48"/>
                      </a:lnTo>
                      <a:lnTo>
                        <a:pt x="34" y="44"/>
                      </a:lnTo>
                      <a:lnTo>
                        <a:pt x="34" y="44"/>
                      </a:lnTo>
                      <a:lnTo>
                        <a:pt x="36" y="38"/>
                      </a:lnTo>
                      <a:lnTo>
                        <a:pt x="32" y="38"/>
                      </a:lnTo>
                      <a:lnTo>
                        <a:pt x="32" y="38"/>
                      </a:lnTo>
                      <a:lnTo>
                        <a:pt x="32" y="36"/>
                      </a:lnTo>
                      <a:lnTo>
                        <a:pt x="28" y="36"/>
                      </a:lnTo>
                      <a:lnTo>
                        <a:pt x="28" y="36"/>
                      </a:lnTo>
                      <a:lnTo>
                        <a:pt x="18" y="36"/>
                      </a:lnTo>
                      <a:lnTo>
                        <a:pt x="18" y="36"/>
                      </a:lnTo>
                      <a:lnTo>
                        <a:pt x="16" y="36"/>
                      </a:lnTo>
                      <a:lnTo>
                        <a:pt x="16" y="36"/>
                      </a:lnTo>
                      <a:lnTo>
                        <a:pt x="16" y="34"/>
                      </a:lnTo>
                      <a:lnTo>
                        <a:pt x="16" y="34"/>
                      </a:lnTo>
                      <a:lnTo>
                        <a:pt x="14" y="32"/>
                      </a:lnTo>
                      <a:lnTo>
                        <a:pt x="10" y="34"/>
                      </a:lnTo>
                      <a:lnTo>
                        <a:pt x="8" y="36"/>
                      </a:lnTo>
                      <a:lnTo>
                        <a:pt x="8" y="36"/>
                      </a:lnTo>
                      <a:lnTo>
                        <a:pt x="6" y="34"/>
                      </a:lnTo>
                      <a:lnTo>
                        <a:pt x="4" y="34"/>
                      </a:lnTo>
                      <a:lnTo>
                        <a:pt x="6" y="32"/>
                      </a:lnTo>
                      <a:lnTo>
                        <a:pt x="6" y="32"/>
                      </a:lnTo>
                      <a:lnTo>
                        <a:pt x="10" y="28"/>
                      </a:lnTo>
                      <a:lnTo>
                        <a:pt x="10" y="28"/>
                      </a:lnTo>
                      <a:lnTo>
                        <a:pt x="6" y="26"/>
                      </a:lnTo>
                      <a:lnTo>
                        <a:pt x="6" y="26"/>
                      </a:lnTo>
                      <a:lnTo>
                        <a:pt x="6" y="24"/>
                      </a:lnTo>
                      <a:lnTo>
                        <a:pt x="4" y="22"/>
                      </a:lnTo>
                      <a:lnTo>
                        <a:pt x="4" y="22"/>
                      </a:lnTo>
                      <a:lnTo>
                        <a:pt x="4" y="20"/>
                      </a:lnTo>
                      <a:lnTo>
                        <a:pt x="4" y="18"/>
                      </a:lnTo>
                      <a:lnTo>
                        <a:pt x="0" y="16"/>
                      </a:lnTo>
                      <a:lnTo>
                        <a:pt x="0" y="16"/>
                      </a:lnTo>
                      <a:lnTo>
                        <a:pt x="0" y="14"/>
                      </a:lnTo>
                      <a:lnTo>
                        <a:pt x="2" y="10"/>
                      </a:lnTo>
                      <a:lnTo>
                        <a:pt x="2" y="10"/>
                      </a:lnTo>
                      <a:lnTo>
                        <a:pt x="8" y="6"/>
                      </a:lnTo>
                      <a:lnTo>
                        <a:pt x="8" y="6"/>
                      </a:lnTo>
                      <a:lnTo>
                        <a:pt x="12" y="8"/>
                      </a:lnTo>
                      <a:lnTo>
                        <a:pt x="16" y="6"/>
                      </a:lnTo>
                      <a:lnTo>
                        <a:pt x="16" y="6"/>
                      </a:lnTo>
                      <a:lnTo>
                        <a:pt x="16" y="4"/>
                      </a:lnTo>
                      <a:lnTo>
                        <a:pt x="16" y="4"/>
                      </a:lnTo>
                      <a:lnTo>
                        <a:pt x="22" y="2"/>
                      </a:lnTo>
                      <a:lnTo>
                        <a:pt x="26" y="0"/>
                      </a:lnTo>
                      <a:lnTo>
                        <a:pt x="26" y="0"/>
                      </a:lnTo>
                      <a:lnTo>
                        <a:pt x="30" y="0"/>
                      </a:lnTo>
                      <a:lnTo>
                        <a:pt x="32" y="2"/>
                      </a:lnTo>
                      <a:lnTo>
                        <a:pt x="36" y="4"/>
                      </a:lnTo>
                      <a:lnTo>
                        <a:pt x="36" y="4"/>
                      </a:lnTo>
                      <a:lnTo>
                        <a:pt x="48" y="2"/>
                      </a:lnTo>
                      <a:lnTo>
                        <a:pt x="48" y="2"/>
                      </a:lnTo>
                      <a:lnTo>
                        <a:pt x="58" y="4"/>
                      </a:lnTo>
                      <a:lnTo>
                        <a:pt x="66" y="6"/>
                      </a:lnTo>
                      <a:lnTo>
                        <a:pt x="66" y="6"/>
                      </a:lnTo>
                      <a:lnTo>
                        <a:pt x="82" y="4"/>
                      </a:lnTo>
                      <a:lnTo>
                        <a:pt x="82" y="4"/>
                      </a:lnTo>
                      <a:lnTo>
                        <a:pt x="90" y="6"/>
                      </a:lnTo>
                      <a:lnTo>
                        <a:pt x="90" y="6"/>
                      </a:lnTo>
                      <a:lnTo>
                        <a:pt x="92" y="10"/>
                      </a:lnTo>
                      <a:lnTo>
                        <a:pt x="92" y="10"/>
                      </a:lnTo>
                      <a:lnTo>
                        <a:pt x="98" y="10"/>
                      </a:lnTo>
                      <a:lnTo>
                        <a:pt x="102" y="10"/>
                      </a:lnTo>
                      <a:lnTo>
                        <a:pt x="102" y="10"/>
                      </a:lnTo>
                      <a:lnTo>
                        <a:pt x="104" y="12"/>
                      </a:lnTo>
                      <a:lnTo>
                        <a:pt x="106" y="16"/>
                      </a:lnTo>
                      <a:lnTo>
                        <a:pt x="106" y="16"/>
                      </a:lnTo>
                      <a:lnTo>
                        <a:pt x="106" y="16"/>
                      </a:lnTo>
                      <a:lnTo>
                        <a:pt x="108" y="18"/>
                      </a:lnTo>
                      <a:lnTo>
                        <a:pt x="112" y="18"/>
                      </a:lnTo>
                      <a:lnTo>
                        <a:pt x="112" y="18"/>
                      </a:lnTo>
                      <a:lnTo>
                        <a:pt x="116" y="20"/>
                      </a:lnTo>
                      <a:lnTo>
                        <a:pt x="120" y="20"/>
                      </a:lnTo>
                      <a:lnTo>
                        <a:pt x="120" y="20"/>
                      </a:lnTo>
                      <a:lnTo>
                        <a:pt x="124" y="22"/>
                      </a:lnTo>
                      <a:lnTo>
                        <a:pt x="128" y="24"/>
                      </a:lnTo>
                      <a:lnTo>
                        <a:pt x="128" y="24"/>
                      </a:lnTo>
                      <a:lnTo>
                        <a:pt x="132" y="22"/>
                      </a:lnTo>
                      <a:lnTo>
                        <a:pt x="134" y="22"/>
                      </a:lnTo>
                      <a:lnTo>
                        <a:pt x="136" y="24"/>
                      </a:lnTo>
                      <a:lnTo>
                        <a:pt x="136" y="24"/>
                      </a:lnTo>
                      <a:lnTo>
                        <a:pt x="146" y="26"/>
                      </a:lnTo>
                      <a:lnTo>
                        <a:pt x="148" y="30"/>
                      </a:lnTo>
                      <a:lnTo>
                        <a:pt x="152" y="28"/>
                      </a:lnTo>
                      <a:lnTo>
                        <a:pt x="152" y="28"/>
                      </a:lnTo>
                      <a:lnTo>
                        <a:pt x="156" y="28"/>
                      </a:lnTo>
                      <a:lnTo>
                        <a:pt x="160" y="28"/>
                      </a:lnTo>
                      <a:lnTo>
                        <a:pt x="160" y="28"/>
                      </a:lnTo>
                      <a:lnTo>
                        <a:pt x="162" y="26"/>
                      </a:lnTo>
                      <a:lnTo>
                        <a:pt x="162" y="26"/>
                      </a:lnTo>
                      <a:lnTo>
                        <a:pt x="164" y="24"/>
                      </a:lnTo>
                      <a:lnTo>
                        <a:pt x="168" y="24"/>
                      </a:lnTo>
                      <a:lnTo>
                        <a:pt x="168" y="24"/>
                      </a:lnTo>
                      <a:close/>
                      <a:moveTo>
                        <a:pt x="146" y="82"/>
                      </a:moveTo>
                      <a:lnTo>
                        <a:pt x="146" y="82"/>
                      </a:lnTo>
                      <a:lnTo>
                        <a:pt x="144" y="86"/>
                      </a:lnTo>
                      <a:lnTo>
                        <a:pt x="142" y="88"/>
                      </a:lnTo>
                      <a:lnTo>
                        <a:pt x="144" y="88"/>
                      </a:lnTo>
                      <a:lnTo>
                        <a:pt x="144" y="88"/>
                      </a:lnTo>
                      <a:lnTo>
                        <a:pt x="144" y="88"/>
                      </a:lnTo>
                      <a:lnTo>
                        <a:pt x="144" y="88"/>
                      </a:lnTo>
                      <a:lnTo>
                        <a:pt x="144" y="88"/>
                      </a:lnTo>
                      <a:lnTo>
                        <a:pt x="148" y="84"/>
                      </a:lnTo>
                      <a:lnTo>
                        <a:pt x="148" y="84"/>
                      </a:lnTo>
                      <a:lnTo>
                        <a:pt x="148" y="82"/>
                      </a:lnTo>
                      <a:lnTo>
                        <a:pt x="146" y="82"/>
                      </a:lnTo>
                      <a:lnTo>
                        <a:pt x="146" y="82"/>
                      </a:lnTo>
                      <a:close/>
                      <a:moveTo>
                        <a:pt x="190" y="70"/>
                      </a:moveTo>
                      <a:lnTo>
                        <a:pt x="190" y="74"/>
                      </a:lnTo>
                      <a:lnTo>
                        <a:pt x="190" y="74"/>
                      </a:lnTo>
                      <a:lnTo>
                        <a:pt x="194" y="74"/>
                      </a:lnTo>
                      <a:lnTo>
                        <a:pt x="196" y="74"/>
                      </a:lnTo>
                      <a:lnTo>
                        <a:pt x="196" y="72"/>
                      </a:lnTo>
                      <a:lnTo>
                        <a:pt x="196" y="70"/>
                      </a:lnTo>
                      <a:lnTo>
                        <a:pt x="196" y="70"/>
                      </a:lnTo>
                      <a:lnTo>
                        <a:pt x="190" y="70"/>
                      </a:lnTo>
                      <a:lnTo>
                        <a:pt x="190" y="70"/>
                      </a:lnTo>
                      <a:close/>
                      <a:moveTo>
                        <a:pt x="170" y="70"/>
                      </a:moveTo>
                      <a:lnTo>
                        <a:pt x="170" y="70"/>
                      </a:lnTo>
                      <a:lnTo>
                        <a:pt x="166" y="72"/>
                      </a:lnTo>
                      <a:lnTo>
                        <a:pt x="166" y="72"/>
                      </a:lnTo>
                      <a:lnTo>
                        <a:pt x="168" y="76"/>
                      </a:lnTo>
                      <a:lnTo>
                        <a:pt x="168" y="78"/>
                      </a:lnTo>
                      <a:lnTo>
                        <a:pt x="168" y="82"/>
                      </a:lnTo>
                      <a:lnTo>
                        <a:pt x="168" y="82"/>
                      </a:lnTo>
                      <a:lnTo>
                        <a:pt x="168" y="86"/>
                      </a:lnTo>
                      <a:lnTo>
                        <a:pt x="168" y="86"/>
                      </a:lnTo>
                      <a:lnTo>
                        <a:pt x="170" y="86"/>
                      </a:lnTo>
                      <a:lnTo>
                        <a:pt x="170" y="86"/>
                      </a:lnTo>
                      <a:lnTo>
                        <a:pt x="174" y="82"/>
                      </a:lnTo>
                      <a:lnTo>
                        <a:pt x="174" y="82"/>
                      </a:lnTo>
                      <a:lnTo>
                        <a:pt x="176" y="78"/>
                      </a:lnTo>
                      <a:lnTo>
                        <a:pt x="176" y="76"/>
                      </a:lnTo>
                      <a:lnTo>
                        <a:pt x="170" y="70"/>
                      </a:lnTo>
                      <a:lnTo>
                        <a:pt x="170"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5" name="Freeform 47">
                  <a:extLst>
                    <a:ext uri="{FF2B5EF4-FFF2-40B4-BE49-F238E27FC236}">
                      <a16:creationId xmlns:a16="http://schemas.microsoft.com/office/drawing/2014/main" id="{E67AF150-D6DD-9B40-8AE6-D63967C49053}"/>
                    </a:ext>
                  </a:extLst>
                </p:cNvPr>
                <p:cNvSpPr>
                  <a:spLocks/>
                </p:cNvSpPr>
                <p:nvPr/>
              </p:nvSpPr>
              <p:spPr bwMode="auto">
                <a:xfrm>
                  <a:off x="6243845" y="2721682"/>
                  <a:ext cx="90018" cy="88104"/>
                </a:xfrm>
                <a:custGeom>
                  <a:avLst/>
                  <a:gdLst>
                    <a:gd name="T0" fmla="*/ 6 w 46"/>
                    <a:gd name="T1" fmla="*/ 34 h 44"/>
                    <a:gd name="T2" fmla="*/ 6 w 46"/>
                    <a:gd name="T3" fmla="*/ 38 h 44"/>
                    <a:gd name="T4" fmla="*/ 4 w 46"/>
                    <a:gd name="T5" fmla="*/ 38 h 44"/>
                    <a:gd name="T6" fmla="*/ 2 w 46"/>
                    <a:gd name="T7" fmla="*/ 42 h 44"/>
                    <a:gd name="T8" fmla="*/ 4 w 46"/>
                    <a:gd name="T9" fmla="*/ 44 h 44"/>
                    <a:gd name="T10" fmla="*/ 12 w 46"/>
                    <a:gd name="T11" fmla="*/ 42 h 44"/>
                    <a:gd name="T12" fmla="*/ 20 w 46"/>
                    <a:gd name="T13" fmla="*/ 38 h 44"/>
                    <a:gd name="T14" fmla="*/ 22 w 46"/>
                    <a:gd name="T15" fmla="*/ 34 h 44"/>
                    <a:gd name="T16" fmla="*/ 20 w 46"/>
                    <a:gd name="T17" fmla="*/ 30 h 44"/>
                    <a:gd name="T18" fmla="*/ 22 w 46"/>
                    <a:gd name="T19" fmla="*/ 30 h 44"/>
                    <a:gd name="T20" fmla="*/ 26 w 46"/>
                    <a:gd name="T21" fmla="*/ 32 h 44"/>
                    <a:gd name="T22" fmla="*/ 28 w 46"/>
                    <a:gd name="T23" fmla="*/ 32 h 44"/>
                    <a:gd name="T24" fmla="*/ 32 w 46"/>
                    <a:gd name="T25" fmla="*/ 20 h 44"/>
                    <a:gd name="T26" fmla="*/ 34 w 46"/>
                    <a:gd name="T27" fmla="*/ 18 h 44"/>
                    <a:gd name="T28" fmla="*/ 36 w 46"/>
                    <a:gd name="T29" fmla="*/ 18 h 44"/>
                    <a:gd name="T30" fmla="*/ 42 w 46"/>
                    <a:gd name="T31" fmla="*/ 14 h 44"/>
                    <a:gd name="T32" fmla="*/ 44 w 46"/>
                    <a:gd name="T33" fmla="*/ 12 h 44"/>
                    <a:gd name="T34" fmla="*/ 46 w 46"/>
                    <a:gd name="T35" fmla="*/ 10 h 44"/>
                    <a:gd name="T36" fmla="*/ 46 w 46"/>
                    <a:gd name="T37" fmla="*/ 6 h 44"/>
                    <a:gd name="T38" fmla="*/ 44 w 46"/>
                    <a:gd name="T39" fmla="*/ 2 h 44"/>
                    <a:gd name="T40" fmla="*/ 44 w 46"/>
                    <a:gd name="T41" fmla="*/ 0 h 44"/>
                    <a:gd name="T42" fmla="*/ 38 w 46"/>
                    <a:gd name="T43" fmla="*/ 4 h 44"/>
                    <a:gd name="T44" fmla="*/ 30 w 46"/>
                    <a:gd name="T45" fmla="*/ 2 h 44"/>
                    <a:gd name="T46" fmla="*/ 26 w 46"/>
                    <a:gd name="T47" fmla="*/ 4 h 44"/>
                    <a:gd name="T48" fmla="*/ 22 w 46"/>
                    <a:gd name="T49" fmla="*/ 6 h 44"/>
                    <a:gd name="T50" fmla="*/ 14 w 46"/>
                    <a:gd name="T51" fmla="*/ 8 h 44"/>
                    <a:gd name="T52" fmla="*/ 8 w 46"/>
                    <a:gd name="T53" fmla="*/ 8 h 44"/>
                    <a:gd name="T54" fmla="*/ 8 w 46"/>
                    <a:gd name="T55" fmla="*/ 10 h 44"/>
                    <a:gd name="T56" fmla="*/ 6 w 46"/>
                    <a:gd name="T57" fmla="*/ 12 h 44"/>
                    <a:gd name="T58" fmla="*/ 2 w 46"/>
                    <a:gd name="T59" fmla="*/ 12 h 44"/>
                    <a:gd name="T60" fmla="*/ 0 w 46"/>
                    <a:gd name="T61" fmla="*/ 20 h 44"/>
                    <a:gd name="T62" fmla="*/ 2 w 46"/>
                    <a:gd name="T63" fmla="*/ 22 h 44"/>
                    <a:gd name="T64" fmla="*/ 4 w 46"/>
                    <a:gd name="T65" fmla="*/ 22 h 44"/>
                    <a:gd name="T66" fmla="*/ 6 w 46"/>
                    <a:gd name="T67" fmla="*/ 26 h 44"/>
                    <a:gd name="T68" fmla="*/ 4 w 46"/>
                    <a:gd name="T69" fmla="*/ 32 h 44"/>
                    <a:gd name="T70" fmla="*/ 6 w 46"/>
                    <a:gd name="T7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44">
                      <a:moveTo>
                        <a:pt x="6" y="34"/>
                      </a:moveTo>
                      <a:lnTo>
                        <a:pt x="6" y="34"/>
                      </a:lnTo>
                      <a:lnTo>
                        <a:pt x="6" y="36"/>
                      </a:lnTo>
                      <a:lnTo>
                        <a:pt x="6" y="38"/>
                      </a:lnTo>
                      <a:lnTo>
                        <a:pt x="4" y="38"/>
                      </a:lnTo>
                      <a:lnTo>
                        <a:pt x="4" y="38"/>
                      </a:lnTo>
                      <a:lnTo>
                        <a:pt x="4" y="42"/>
                      </a:lnTo>
                      <a:lnTo>
                        <a:pt x="2" y="42"/>
                      </a:lnTo>
                      <a:lnTo>
                        <a:pt x="2" y="42"/>
                      </a:lnTo>
                      <a:lnTo>
                        <a:pt x="4" y="44"/>
                      </a:lnTo>
                      <a:lnTo>
                        <a:pt x="4" y="44"/>
                      </a:lnTo>
                      <a:lnTo>
                        <a:pt x="12" y="42"/>
                      </a:lnTo>
                      <a:lnTo>
                        <a:pt x="16" y="40"/>
                      </a:lnTo>
                      <a:lnTo>
                        <a:pt x="20" y="38"/>
                      </a:lnTo>
                      <a:lnTo>
                        <a:pt x="20" y="38"/>
                      </a:lnTo>
                      <a:lnTo>
                        <a:pt x="22" y="34"/>
                      </a:lnTo>
                      <a:lnTo>
                        <a:pt x="20" y="30"/>
                      </a:lnTo>
                      <a:lnTo>
                        <a:pt x="20" y="30"/>
                      </a:lnTo>
                      <a:lnTo>
                        <a:pt x="22" y="28"/>
                      </a:lnTo>
                      <a:lnTo>
                        <a:pt x="22" y="30"/>
                      </a:lnTo>
                      <a:lnTo>
                        <a:pt x="24" y="32"/>
                      </a:lnTo>
                      <a:lnTo>
                        <a:pt x="26" y="32"/>
                      </a:lnTo>
                      <a:lnTo>
                        <a:pt x="26" y="32"/>
                      </a:lnTo>
                      <a:lnTo>
                        <a:pt x="28" y="32"/>
                      </a:lnTo>
                      <a:lnTo>
                        <a:pt x="30" y="28"/>
                      </a:lnTo>
                      <a:lnTo>
                        <a:pt x="32" y="20"/>
                      </a:lnTo>
                      <a:lnTo>
                        <a:pt x="32" y="20"/>
                      </a:lnTo>
                      <a:lnTo>
                        <a:pt x="34" y="18"/>
                      </a:lnTo>
                      <a:lnTo>
                        <a:pt x="36" y="18"/>
                      </a:lnTo>
                      <a:lnTo>
                        <a:pt x="36" y="18"/>
                      </a:lnTo>
                      <a:lnTo>
                        <a:pt x="40" y="18"/>
                      </a:lnTo>
                      <a:lnTo>
                        <a:pt x="42" y="14"/>
                      </a:lnTo>
                      <a:lnTo>
                        <a:pt x="42" y="14"/>
                      </a:lnTo>
                      <a:lnTo>
                        <a:pt x="44" y="12"/>
                      </a:lnTo>
                      <a:lnTo>
                        <a:pt x="46" y="10"/>
                      </a:lnTo>
                      <a:lnTo>
                        <a:pt x="46" y="10"/>
                      </a:lnTo>
                      <a:lnTo>
                        <a:pt x="46" y="10"/>
                      </a:lnTo>
                      <a:lnTo>
                        <a:pt x="46" y="6"/>
                      </a:lnTo>
                      <a:lnTo>
                        <a:pt x="46" y="6"/>
                      </a:lnTo>
                      <a:lnTo>
                        <a:pt x="44" y="2"/>
                      </a:lnTo>
                      <a:lnTo>
                        <a:pt x="44" y="0"/>
                      </a:lnTo>
                      <a:lnTo>
                        <a:pt x="44" y="0"/>
                      </a:lnTo>
                      <a:lnTo>
                        <a:pt x="38" y="4"/>
                      </a:lnTo>
                      <a:lnTo>
                        <a:pt x="38" y="4"/>
                      </a:lnTo>
                      <a:lnTo>
                        <a:pt x="34" y="4"/>
                      </a:lnTo>
                      <a:lnTo>
                        <a:pt x="30" y="2"/>
                      </a:lnTo>
                      <a:lnTo>
                        <a:pt x="30" y="2"/>
                      </a:lnTo>
                      <a:lnTo>
                        <a:pt x="26" y="4"/>
                      </a:lnTo>
                      <a:lnTo>
                        <a:pt x="22" y="6"/>
                      </a:lnTo>
                      <a:lnTo>
                        <a:pt x="22" y="6"/>
                      </a:lnTo>
                      <a:lnTo>
                        <a:pt x="20" y="10"/>
                      </a:lnTo>
                      <a:lnTo>
                        <a:pt x="14" y="8"/>
                      </a:lnTo>
                      <a:lnTo>
                        <a:pt x="14" y="8"/>
                      </a:lnTo>
                      <a:lnTo>
                        <a:pt x="8" y="8"/>
                      </a:lnTo>
                      <a:lnTo>
                        <a:pt x="8" y="10"/>
                      </a:lnTo>
                      <a:lnTo>
                        <a:pt x="8" y="10"/>
                      </a:lnTo>
                      <a:lnTo>
                        <a:pt x="6" y="12"/>
                      </a:lnTo>
                      <a:lnTo>
                        <a:pt x="6" y="12"/>
                      </a:lnTo>
                      <a:lnTo>
                        <a:pt x="2" y="12"/>
                      </a:lnTo>
                      <a:lnTo>
                        <a:pt x="2" y="12"/>
                      </a:lnTo>
                      <a:lnTo>
                        <a:pt x="0" y="16"/>
                      </a:lnTo>
                      <a:lnTo>
                        <a:pt x="0" y="20"/>
                      </a:lnTo>
                      <a:lnTo>
                        <a:pt x="2" y="22"/>
                      </a:lnTo>
                      <a:lnTo>
                        <a:pt x="2" y="22"/>
                      </a:lnTo>
                      <a:lnTo>
                        <a:pt x="4" y="22"/>
                      </a:lnTo>
                      <a:lnTo>
                        <a:pt x="4" y="22"/>
                      </a:lnTo>
                      <a:lnTo>
                        <a:pt x="6" y="26"/>
                      </a:lnTo>
                      <a:lnTo>
                        <a:pt x="6" y="26"/>
                      </a:lnTo>
                      <a:lnTo>
                        <a:pt x="4" y="30"/>
                      </a:lnTo>
                      <a:lnTo>
                        <a:pt x="4" y="32"/>
                      </a:lnTo>
                      <a:lnTo>
                        <a:pt x="6" y="32"/>
                      </a:lnTo>
                      <a:lnTo>
                        <a:pt x="6"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6" name="Freeform 48">
                  <a:extLst>
                    <a:ext uri="{FF2B5EF4-FFF2-40B4-BE49-F238E27FC236}">
                      <a16:creationId xmlns:a16="http://schemas.microsoft.com/office/drawing/2014/main" id="{BCD7D75B-C0E7-534B-91F3-D02F7DB13B3D}"/>
                    </a:ext>
                  </a:extLst>
                </p:cNvPr>
                <p:cNvSpPr>
                  <a:spLocks/>
                </p:cNvSpPr>
                <p:nvPr/>
              </p:nvSpPr>
              <p:spPr bwMode="auto">
                <a:xfrm>
                  <a:off x="6337776" y="2617560"/>
                  <a:ext cx="187863" cy="80094"/>
                </a:xfrm>
                <a:custGeom>
                  <a:avLst/>
                  <a:gdLst>
                    <a:gd name="T0" fmla="*/ 92 w 96"/>
                    <a:gd name="T1" fmla="*/ 26 h 40"/>
                    <a:gd name="T2" fmla="*/ 90 w 96"/>
                    <a:gd name="T3" fmla="*/ 32 h 40"/>
                    <a:gd name="T4" fmla="*/ 84 w 96"/>
                    <a:gd name="T5" fmla="*/ 30 h 40"/>
                    <a:gd name="T6" fmla="*/ 82 w 96"/>
                    <a:gd name="T7" fmla="*/ 28 h 40"/>
                    <a:gd name="T8" fmla="*/ 74 w 96"/>
                    <a:gd name="T9" fmla="*/ 30 h 40"/>
                    <a:gd name="T10" fmla="*/ 68 w 96"/>
                    <a:gd name="T11" fmla="*/ 30 h 40"/>
                    <a:gd name="T12" fmla="*/ 62 w 96"/>
                    <a:gd name="T13" fmla="*/ 30 h 40"/>
                    <a:gd name="T14" fmla="*/ 56 w 96"/>
                    <a:gd name="T15" fmla="*/ 34 h 40"/>
                    <a:gd name="T16" fmla="*/ 54 w 96"/>
                    <a:gd name="T17" fmla="*/ 36 h 40"/>
                    <a:gd name="T18" fmla="*/ 50 w 96"/>
                    <a:gd name="T19" fmla="*/ 34 h 40"/>
                    <a:gd name="T20" fmla="*/ 50 w 96"/>
                    <a:gd name="T21" fmla="*/ 32 h 40"/>
                    <a:gd name="T22" fmla="*/ 40 w 96"/>
                    <a:gd name="T23" fmla="*/ 34 h 40"/>
                    <a:gd name="T24" fmla="*/ 34 w 96"/>
                    <a:gd name="T25" fmla="*/ 36 h 40"/>
                    <a:gd name="T26" fmla="*/ 34 w 96"/>
                    <a:gd name="T27" fmla="*/ 40 h 40"/>
                    <a:gd name="T28" fmla="*/ 34 w 96"/>
                    <a:gd name="T29" fmla="*/ 40 h 40"/>
                    <a:gd name="T30" fmla="*/ 28 w 96"/>
                    <a:gd name="T31" fmla="*/ 40 h 40"/>
                    <a:gd name="T32" fmla="*/ 16 w 96"/>
                    <a:gd name="T33" fmla="*/ 38 h 40"/>
                    <a:gd name="T34" fmla="*/ 10 w 96"/>
                    <a:gd name="T35" fmla="*/ 36 h 40"/>
                    <a:gd name="T36" fmla="*/ 4 w 96"/>
                    <a:gd name="T37" fmla="*/ 28 h 40"/>
                    <a:gd name="T38" fmla="*/ 0 w 96"/>
                    <a:gd name="T39" fmla="*/ 26 h 40"/>
                    <a:gd name="T40" fmla="*/ 4 w 96"/>
                    <a:gd name="T41" fmla="*/ 20 h 40"/>
                    <a:gd name="T42" fmla="*/ 4 w 96"/>
                    <a:gd name="T43" fmla="*/ 18 h 40"/>
                    <a:gd name="T44" fmla="*/ 10 w 96"/>
                    <a:gd name="T45" fmla="*/ 14 h 40"/>
                    <a:gd name="T46" fmla="*/ 10 w 96"/>
                    <a:gd name="T47" fmla="*/ 14 h 40"/>
                    <a:gd name="T48" fmla="*/ 12 w 96"/>
                    <a:gd name="T49" fmla="*/ 10 h 40"/>
                    <a:gd name="T50" fmla="*/ 12 w 96"/>
                    <a:gd name="T51" fmla="*/ 8 h 40"/>
                    <a:gd name="T52" fmla="*/ 20 w 96"/>
                    <a:gd name="T53" fmla="*/ 6 h 40"/>
                    <a:gd name="T54" fmla="*/ 26 w 96"/>
                    <a:gd name="T55" fmla="*/ 6 h 40"/>
                    <a:gd name="T56" fmla="*/ 34 w 96"/>
                    <a:gd name="T57" fmla="*/ 6 h 40"/>
                    <a:gd name="T58" fmla="*/ 40 w 96"/>
                    <a:gd name="T59" fmla="*/ 10 h 40"/>
                    <a:gd name="T60" fmla="*/ 46 w 96"/>
                    <a:gd name="T61" fmla="*/ 12 h 40"/>
                    <a:gd name="T62" fmla="*/ 50 w 96"/>
                    <a:gd name="T63" fmla="*/ 10 h 40"/>
                    <a:gd name="T64" fmla="*/ 52 w 96"/>
                    <a:gd name="T65" fmla="*/ 8 h 40"/>
                    <a:gd name="T66" fmla="*/ 58 w 96"/>
                    <a:gd name="T67" fmla="*/ 6 h 40"/>
                    <a:gd name="T68" fmla="*/ 62 w 96"/>
                    <a:gd name="T69" fmla="*/ 4 h 40"/>
                    <a:gd name="T70" fmla="*/ 68 w 96"/>
                    <a:gd name="T71" fmla="*/ 0 h 40"/>
                    <a:gd name="T72" fmla="*/ 72 w 96"/>
                    <a:gd name="T73" fmla="*/ 0 h 40"/>
                    <a:gd name="T74" fmla="*/ 80 w 96"/>
                    <a:gd name="T75" fmla="*/ 6 h 40"/>
                    <a:gd name="T76" fmla="*/ 82 w 96"/>
                    <a:gd name="T77" fmla="*/ 6 h 40"/>
                    <a:gd name="T78" fmla="*/ 88 w 96"/>
                    <a:gd name="T79" fmla="*/ 12 h 40"/>
                    <a:gd name="T80" fmla="*/ 90 w 96"/>
                    <a:gd name="T81" fmla="*/ 14 h 40"/>
                    <a:gd name="T82" fmla="*/ 90 w 96"/>
                    <a:gd name="T83" fmla="*/ 18 h 40"/>
                    <a:gd name="T84" fmla="*/ 96 w 96"/>
                    <a:gd name="T85"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6" h="40">
                      <a:moveTo>
                        <a:pt x="96" y="24"/>
                      </a:moveTo>
                      <a:lnTo>
                        <a:pt x="92" y="26"/>
                      </a:lnTo>
                      <a:lnTo>
                        <a:pt x="90" y="32"/>
                      </a:lnTo>
                      <a:lnTo>
                        <a:pt x="90" y="32"/>
                      </a:lnTo>
                      <a:lnTo>
                        <a:pt x="88" y="32"/>
                      </a:lnTo>
                      <a:lnTo>
                        <a:pt x="84" y="30"/>
                      </a:lnTo>
                      <a:lnTo>
                        <a:pt x="84" y="30"/>
                      </a:lnTo>
                      <a:lnTo>
                        <a:pt x="82" y="28"/>
                      </a:lnTo>
                      <a:lnTo>
                        <a:pt x="80" y="28"/>
                      </a:lnTo>
                      <a:lnTo>
                        <a:pt x="74" y="30"/>
                      </a:lnTo>
                      <a:lnTo>
                        <a:pt x="74" y="30"/>
                      </a:lnTo>
                      <a:lnTo>
                        <a:pt x="68" y="30"/>
                      </a:lnTo>
                      <a:lnTo>
                        <a:pt x="62" y="30"/>
                      </a:lnTo>
                      <a:lnTo>
                        <a:pt x="62" y="30"/>
                      </a:lnTo>
                      <a:lnTo>
                        <a:pt x="58" y="34"/>
                      </a:lnTo>
                      <a:lnTo>
                        <a:pt x="56" y="34"/>
                      </a:lnTo>
                      <a:lnTo>
                        <a:pt x="56" y="34"/>
                      </a:lnTo>
                      <a:lnTo>
                        <a:pt x="54" y="36"/>
                      </a:lnTo>
                      <a:lnTo>
                        <a:pt x="52" y="34"/>
                      </a:lnTo>
                      <a:lnTo>
                        <a:pt x="50" y="34"/>
                      </a:lnTo>
                      <a:lnTo>
                        <a:pt x="50" y="34"/>
                      </a:lnTo>
                      <a:lnTo>
                        <a:pt x="50" y="32"/>
                      </a:lnTo>
                      <a:lnTo>
                        <a:pt x="48" y="32"/>
                      </a:lnTo>
                      <a:lnTo>
                        <a:pt x="40" y="34"/>
                      </a:lnTo>
                      <a:lnTo>
                        <a:pt x="40" y="34"/>
                      </a:lnTo>
                      <a:lnTo>
                        <a:pt x="34" y="36"/>
                      </a:lnTo>
                      <a:lnTo>
                        <a:pt x="34" y="36"/>
                      </a:lnTo>
                      <a:lnTo>
                        <a:pt x="34" y="40"/>
                      </a:lnTo>
                      <a:lnTo>
                        <a:pt x="34" y="40"/>
                      </a:lnTo>
                      <a:lnTo>
                        <a:pt x="34" y="40"/>
                      </a:lnTo>
                      <a:lnTo>
                        <a:pt x="28" y="40"/>
                      </a:lnTo>
                      <a:lnTo>
                        <a:pt x="28" y="40"/>
                      </a:lnTo>
                      <a:lnTo>
                        <a:pt x="20" y="38"/>
                      </a:lnTo>
                      <a:lnTo>
                        <a:pt x="16" y="38"/>
                      </a:lnTo>
                      <a:lnTo>
                        <a:pt x="16" y="38"/>
                      </a:lnTo>
                      <a:lnTo>
                        <a:pt x="10" y="36"/>
                      </a:lnTo>
                      <a:lnTo>
                        <a:pt x="6" y="34"/>
                      </a:lnTo>
                      <a:lnTo>
                        <a:pt x="4" y="28"/>
                      </a:lnTo>
                      <a:lnTo>
                        <a:pt x="4" y="28"/>
                      </a:lnTo>
                      <a:lnTo>
                        <a:pt x="0" y="26"/>
                      </a:lnTo>
                      <a:lnTo>
                        <a:pt x="0" y="24"/>
                      </a:lnTo>
                      <a:lnTo>
                        <a:pt x="4" y="20"/>
                      </a:lnTo>
                      <a:lnTo>
                        <a:pt x="4" y="20"/>
                      </a:lnTo>
                      <a:lnTo>
                        <a:pt x="4" y="18"/>
                      </a:lnTo>
                      <a:lnTo>
                        <a:pt x="6" y="16"/>
                      </a:lnTo>
                      <a:lnTo>
                        <a:pt x="10" y="14"/>
                      </a:lnTo>
                      <a:lnTo>
                        <a:pt x="10" y="14"/>
                      </a:lnTo>
                      <a:lnTo>
                        <a:pt x="10" y="14"/>
                      </a:lnTo>
                      <a:lnTo>
                        <a:pt x="12" y="12"/>
                      </a:lnTo>
                      <a:lnTo>
                        <a:pt x="12" y="10"/>
                      </a:lnTo>
                      <a:lnTo>
                        <a:pt x="12" y="8"/>
                      </a:lnTo>
                      <a:lnTo>
                        <a:pt x="12" y="8"/>
                      </a:lnTo>
                      <a:lnTo>
                        <a:pt x="20" y="6"/>
                      </a:lnTo>
                      <a:lnTo>
                        <a:pt x="20" y="6"/>
                      </a:lnTo>
                      <a:lnTo>
                        <a:pt x="26" y="6"/>
                      </a:lnTo>
                      <a:lnTo>
                        <a:pt x="26" y="6"/>
                      </a:lnTo>
                      <a:lnTo>
                        <a:pt x="30" y="4"/>
                      </a:lnTo>
                      <a:lnTo>
                        <a:pt x="34" y="6"/>
                      </a:lnTo>
                      <a:lnTo>
                        <a:pt x="34" y="6"/>
                      </a:lnTo>
                      <a:lnTo>
                        <a:pt x="40" y="10"/>
                      </a:lnTo>
                      <a:lnTo>
                        <a:pt x="40" y="10"/>
                      </a:lnTo>
                      <a:lnTo>
                        <a:pt x="46" y="12"/>
                      </a:lnTo>
                      <a:lnTo>
                        <a:pt x="48" y="12"/>
                      </a:lnTo>
                      <a:lnTo>
                        <a:pt x="50" y="10"/>
                      </a:lnTo>
                      <a:lnTo>
                        <a:pt x="50" y="10"/>
                      </a:lnTo>
                      <a:lnTo>
                        <a:pt x="52" y="8"/>
                      </a:lnTo>
                      <a:lnTo>
                        <a:pt x="54" y="8"/>
                      </a:lnTo>
                      <a:lnTo>
                        <a:pt x="58" y="6"/>
                      </a:lnTo>
                      <a:lnTo>
                        <a:pt x="58" y="6"/>
                      </a:lnTo>
                      <a:lnTo>
                        <a:pt x="62" y="4"/>
                      </a:lnTo>
                      <a:lnTo>
                        <a:pt x="66" y="2"/>
                      </a:lnTo>
                      <a:lnTo>
                        <a:pt x="68" y="0"/>
                      </a:lnTo>
                      <a:lnTo>
                        <a:pt x="72" y="0"/>
                      </a:lnTo>
                      <a:lnTo>
                        <a:pt x="72" y="0"/>
                      </a:lnTo>
                      <a:lnTo>
                        <a:pt x="76" y="4"/>
                      </a:lnTo>
                      <a:lnTo>
                        <a:pt x="80" y="6"/>
                      </a:lnTo>
                      <a:lnTo>
                        <a:pt x="80" y="6"/>
                      </a:lnTo>
                      <a:lnTo>
                        <a:pt x="82" y="6"/>
                      </a:lnTo>
                      <a:lnTo>
                        <a:pt x="84" y="8"/>
                      </a:lnTo>
                      <a:lnTo>
                        <a:pt x="88" y="12"/>
                      </a:lnTo>
                      <a:lnTo>
                        <a:pt x="88" y="12"/>
                      </a:lnTo>
                      <a:lnTo>
                        <a:pt x="90" y="14"/>
                      </a:lnTo>
                      <a:lnTo>
                        <a:pt x="90" y="18"/>
                      </a:lnTo>
                      <a:lnTo>
                        <a:pt x="90" y="18"/>
                      </a:lnTo>
                      <a:lnTo>
                        <a:pt x="94" y="22"/>
                      </a:lnTo>
                      <a:lnTo>
                        <a:pt x="96" y="24"/>
                      </a:lnTo>
                      <a:lnTo>
                        <a:pt x="96" y="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7" name="Freeform 105">
                  <a:extLst>
                    <a:ext uri="{FF2B5EF4-FFF2-40B4-BE49-F238E27FC236}">
                      <a16:creationId xmlns:a16="http://schemas.microsoft.com/office/drawing/2014/main" id="{242E499B-8C03-DA42-A252-0AAB63DA1293}"/>
                    </a:ext>
                  </a:extLst>
                </p:cNvPr>
                <p:cNvSpPr>
                  <a:spLocks/>
                </p:cNvSpPr>
                <p:nvPr/>
              </p:nvSpPr>
              <p:spPr bwMode="auto">
                <a:xfrm>
                  <a:off x="6455189" y="2677631"/>
                  <a:ext cx="227000" cy="180212"/>
                </a:xfrm>
                <a:custGeom>
                  <a:avLst/>
                  <a:gdLst>
                    <a:gd name="T0" fmla="*/ 114 w 116"/>
                    <a:gd name="T1" fmla="*/ 60 h 90"/>
                    <a:gd name="T2" fmla="*/ 108 w 116"/>
                    <a:gd name="T3" fmla="*/ 60 h 90"/>
                    <a:gd name="T4" fmla="*/ 104 w 116"/>
                    <a:gd name="T5" fmla="*/ 60 h 90"/>
                    <a:gd name="T6" fmla="*/ 102 w 116"/>
                    <a:gd name="T7" fmla="*/ 60 h 90"/>
                    <a:gd name="T8" fmla="*/ 96 w 116"/>
                    <a:gd name="T9" fmla="*/ 56 h 90"/>
                    <a:gd name="T10" fmla="*/ 96 w 116"/>
                    <a:gd name="T11" fmla="*/ 50 h 90"/>
                    <a:gd name="T12" fmla="*/ 96 w 116"/>
                    <a:gd name="T13" fmla="*/ 48 h 90"/>
                    <a:gd name="T14" fmla="*/ 96 w 116"/>
                    <a:gd name="T15" fmla="*/ 40 h 90"/>
                    <a:gd name="T16" fmla="*/ 96 w 116"/>
                    <a:gd name="T17" fmla="*/ 36 h 90"/>
                    <a:gd name="T18" fmla="*/ 96 w 116"/>
                    <a:gd name="T19" fmla="*/ 32 h 90"/>
                    <a:gd name="T20" fmla="*/ 96 w 116"/>
                    <a:gd name="T21" fmla="*/ 28 h 90"/>
                    <a:gd name="T22" fmla="*/ 90 w 116"/>
                    <a:gd name="T23" fmla="*/ 18 h 90"/>
                    <a:gd name="T24" fmla="*/ 86 w 116"/>
                    <a:gd name="T25" fmla="*/ 10 h 90"/>
                    <a:gd name="T26" fmla="*/ 76 w 116"/>
                    <a:gd name="T27" fmla="*/ 0 h 90"/>
                    <a:gd name="T28" fmla="*/ 70 w 116"/>
                    <a:gd name="T29" fmla="*/ 4 h 90"/>
                    <a:gd name="T30" fmla="*/ 64 w 116"/>
                    <a:gd name="T31" fmla="*/ 8 h 90"/>
                    <a:gd name="T32" fmla="*/ 58 w 116"/>
                    <a:gd name="T33" fmla="*/ 12 h 90"/>
                    <a:gd name="T34" fmla="*/ 52 w 116"/>
                    <a:gd name="T35" fmla="*/ 10 h 90"/>
                    <a:gd name="T36" fmla="*/ 44 w 116"/>
                    <a:gd name="T37" fmla="*/ 8 h 90"/>
                    <a:gd name="T38" fmla="*/ 34 w 116"/>
                    <a:gd name="T39" fmla="*/ 6 h 90"/>
                    <a:gd name="T40" fmla="*/ 30 w 116"/>
                    <a:gd name="T41" fmla="*/ 2 h 90"/>
                    <a:gd name="T42" fmla="*/ 28 w 116"/>
                    <a:gd name="T43" fmla="*/ 14 h 90"/>
                    <a:gd name="T44" fmla="*/ 20 w 116"/>
                    <a:gd name="T45" fmla="*/ 22 h 90"/>
                    <a:gd name="T46" fmla="*/ 16 w 116"/>
                    <a:gd name="T47" fmla="*/ 40 h 90"/>
                    <a:gd name="T48" fmla="*/ 10 w 116"/>
                    <a:gd name="T49" fmla="*/ 50 h 90"/>
                    <a:gd name="T50" fmla="*/ 4 w 116"/>
                    <a:gd name="T51" fmla="*/ 54 h 90"/>
                    <a:gd name="T52" fmla="*/ 4 w 116"/>
                    <a:gd name="T53" fmla="*/ 58 h 90"/>
                    <a:gd name="T54" fmla="*/ 8 w 116"/>
                    <a:gd name="T55" fmla="*/ 64 h 90"/>
                    <a:gd name="T56" fmla="*/ 10 w 116"/>
                    <a:gd name="T57" fmla="*/ 68 h 90"/>
                    <a:gd name="T58" fmla="*/ 14 w 116"/>
                    <a:gd name="T59" fmla="*/ 72 h 90"/>
                    <a:gd name="T60" fmla="*/ 20 w 116"/>
                    <a:gd name="T61" fmla="*/ 70 h 90"/>
                    <a:gd name="T62" fmla="*/ 24 w 116"/>
                    <a:gd name="T63" fmla="*/ 68 h 90"/>
                    <a:gd name="T64" fmla="*/ 30 w 116"/>
                    <a:gd name="T65" fmla="*/ 74 h 90"/>
                    <a:gd name="T66" fmla="*/ 24 w 116"/>
                    <a:gd name="T67" fmla="*/ 74 h 90"/>
                    <a:gd name="T68" fmla="*/ 26 w 116"/>
                    <a:gd name="T69" fmla="*/ 80 h 90"/>
                    <a:gd name="T70" fmla="*/ 32 w 116"/>
                    <a:gd name="T71" fmla="*/ 82 h 90"/>
                    <a:gd name="T72" fmla="*/ 38 w 116"/>
                    <a:gd name="T73" fmla="*/ 86 h 90"/>
                    <a:gd name="T74" fmla="*/ 36 w 116"/>
                    <a:gd name="T75" fmla="*/ 90 h 90"/>
                    <a:gd name="T76" fmla="*/ 42 w 116"/>
                    <a:gd name="T77" fmla="*/ 90 h 90"/>
                    <a:gd name="T78" fmla="*/ 48 w 116"/>
                    <a:gd name="T79" fmla="*/ 88 h 90"/>
                    <a:gd name="T80" fmla="*/ 56 w 116"/>
                    <a:gd name="T81" fmla="*/ 90 h 90"/>
                    <a:gd name="T82" fmla="*/ 66 w 116"/>
                    <a:gd name="T83" fmla="*/ 88 h 90"/>
                    <a:gd name="T84" fmla="*/ 74 w 116"/>
                    <a:gd name="T85" fmla="*/ 82 h 90"/>
                    <a:gd name="T86" fmla="*/ 82 w 116"/>
                    <a:gd name="T87" fmla="*/ 84 h 90"/>
                    <a:gd name="T88" fmla="*/ 88 w 116"/>
                    <a:gd name="T89" fmla="*/ 84 h 90"/>
                    <a:gd name="T90" fmla="*/ 96 w 116"/>
                    <a:gd name="T91" fmla="*/ 82 h 90"/>
                    <a:gd name="T92" fmla="*/ 106 w 116"/>
                    <a:gd name="T93" fmla="*/ 84 h 90"/>
                    <a:gd name="T94" fmla="*/ 106 w 116"/>
                    <a:gd name="T95" fmla="*/ 80 h 90"/>
                    <a:gd name="T96" fmla="*/ 108 w 116"/>
                    <a:gd name="T97" fmla="*/ 76 h 90"/>
                    <a:gd name="T98" fmla="*/ 112 w 116"/>
                    <a:gd name="T99" fmla="*/ 76 h 90"/>
                    <a:gd name="T100" fmla="*/ 114 w 116"/>
                    <a:gd name="T101" fmla="*/ 72 h 90"/>
                    <a:gd name="T102" fmla="*/ 116 w 116"/>
                    <a:gd name="T103" fmla="*/ 64 h 90"/>
                    <a:gd name="T104" fmla="*/ 114 w 116"/>
                    <a:gd name="T105" fmla="*/ 62 h 90"/>
                    <a:gd name="T106" fmla="*/ 116 w 116"/>
                    <a:gd name="T107" fmla="*/ 6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90">
                      <a:moveTo>
                        <a:pt x="116" y="60"/>
                      </a:moveTo>
                      <a:lnTo>
                        <a:pt x="116" y="60"/>
                      </a:lnTo>
                      <a:lnTo>
                        <a:pt x="114" y="60"/>
                      </a:lnTo>
                      <a:lnTo>
                        <a:pt x="110" y="60"/>
                      </a:lnTo>
                      <a:lnTo>
                        <a:pt x="108" y="60"/>
                      </a:lnTo>
                      <a:lnTo>
                        <a:pt x="108" y="60"/>
                      </a:lnTo>
                      <a:lnTo>
                        <a:pt x="108" y="62"/>
                      </a:lnTo>
                      <a:lnTo>
                        <a:pt x="106" y="62"/>
                      </a:lnTo>
                      <a:lnTo>
                        <a:pt x="104" y="60"/>
                      </a:lnTo>
                      <a:lnTo>
                        <a:pt x="104" y="60"/>
                      </a:lnTo>
                      <a:lnTo>
                        <a:pt x="102" y="60"/>
                      </a:lnTo>
                      <a:lnTo>
                        <a:pt x="102" y="60"/>
                      </a:lnTo>
                      <a:lnTo>
                        <a:pt x="98" y="58"/>
                      </a:lnTo>
                      <a:lnTo>
                        <a:pt x="98" y="58"/>
                      </a:lnTo>
                      <a:lnTo>
                        <a:pt x="96" y="56"/>
                      </a:lnTo>
                      <a:lnTo>
                        <a:pt x="96" y="54"/>
                      </a:lnTo>
                      <a:lnTo>
                        <a:pt x="98" y="52"/>
                      </a:lnTo>
                      <a:lnTo>
                        <a:pt x="96" y="50"/>
                      </a:lnTo>
                      <a:lnTo>
                        <a:pt x="96" y="50"/>
                      </a:lnTo>
                      <a:lnTo>
                        <a:pt x="96" y="50"/>
                      </a:lnTo>
                      <a:lnTo>
                        <a:pt x="96" y="48"/>
                      </a:lnTo>
                      <a:lnTo>
                        <a:pt x="96" y="42"/>
                      </a:lnTo>
                      <a:lnTo>
                        <a:pt x="96" y="42"/>
                      </a:lnTo>
                      <a:lnTo>
                        <a:pt x="96" y="40"/>
                      </a:lnTo>
                      <a:lnTo>
                        <a:pt x="98" y="38"/>
                      </a:lnTo>
                      <a:lnTo>
                        <a:pt x="98" y="38"/>
                      </a:lnTo>
                      <a:lnTo>
                        <a:pt x="96" y="36"/>
                      </a:lnTo>
                      <a:lnTo>
                        <a:pt x="96" y="36"/>
                      </a:lnTo>
                      <a:lnTo>
                        <a:pt x="96" y="34"/>
                      </a:lnTo>
                      <a:lnTo>
                        <a:pt x="96" y="32"/>
                      </a:lnTo>
                      <a:lnTo>
                        <a:pt x="96" y="30"/>
                      </a:lnTo>
                      <a:lnTo>
                        <a:pt x="96" y="28"/>
                      </a:lnTo>
                      <a:lnTo>
                        <a:pt x="96" y="28"/>
                      </a:lnTo>
                      <a:lnTo>
                        <a:pt x="94" y="24"/>
                      </a:lnTo>
                      <a:lnTo>
                        <a:pt x="90" y="18"/>
                      </a:lnTo>
                      <a:lnTo>
                        <a:pt x="90" y="18"/>
                      </a:lnTo>
                      <a:lnTo>
                        <a:pt x="86" y="14"/>
                      </a:lnTo>
                      <a:lnTo>
                        <a:pt x="86" y="10"/>
                      </a:lnTo>
                      <a:lnTo>
                        <a:pt x="86" y="10"/>
                      </a:lnTo>
                      <a:lnTo>
                        <a:pt x="80" y="2"/>
                      </a:lnTo>
                      <a:lnTo>
                        <a:pt x="76" y="0"/>
                      </a:lnTo>
                      <a:lnTo>
                        <a:pt x="76" y="0"/>
                      </a:lnTo>
                      <a:lnTo>
                        <a:pt x="74" y="0"/>
                      </a:lnTo>
                      <a:lnTo>
                        <a:pt x="70" y="4"/>
                      </a:lnTo>
                      <a:lnTo>
                        <a:pt x="70" y="4"/>
                      </a:lnTo>
                      <a:lnTo>
                        <a:pt x="68" y="6"/>
                      </a:lnTo>
                      <a:lnTo>
                        <a:pt x="64" y="8"/>
                      </a:lnTo>
                      <a:lnTo>
                        <a:pt x="64" y="8"/>
                      </a:lnTo>
                      <a:lnTo>
                        <a:pt x="62" y="8"/>
                      </a:lnTo>
                      <a:lnTo>
                        <a:pt x="62" y="10"/>
                      </a:lnTo>
                      <a:lnTo>
                        <a:pt x="58" y="12"/>
                      </a:lnTo>
                      <a:lnTo>
                        <a:pt x="58" y="12"/>
                      </a:lnTo>
                      <a:lnTo>
                        <a:pt x="54" y="14"/>
                      </a:lnTo>
                      <a:lnTo>
                        <a:pt x="52" y="10"/>
                      </a:lnTo>
                      <a:lnTo>
                        <a:pt x="52" y="10"/>
                      </a:lnTo>
                      <a:lnTo>
                        <a:pt x="48" y="8"/>
                      </a:lnTo>
                      <a:lnTo>
                        <a:pt x="44" y="8"/>
                      </a:lnTo>
                      <a:lnTo>
                        <a:pt x="44" y="8"/>
                      </a:lnTo>
                      <a:lnTo>
                        <a:pt x="38" y="8"/>
                      </a:lnTo>
                      <a:lnTo>
                        <a:pt x="34" y="6"/>
                      </a:lnTo>
                      <a:lnTo>
                        <a:pt x="34" y="6"/>
                      </a:lnTo>
                      <a:lnTo>
                        <a:pt x="32" y="2"/>
                      </a:lnTo>
                      <a:lnTo>
                        <a:pt x="30" y="2"/>
                      </a:lnTo>
                      <a:lnTo>
                        <a:pt x="30" y="2"/>
                      </a:lnTo>
                      <a:lnTo>
                        <a:pt x="28" y="14"/>
                      </a:lnTo>
                      <a:lnTo>
                        <a:pt x="28" y="14"/>
                      </a:lnTo>
                      <a:lnTo>
                        <a:pt x="26" y="18"/>
                      </a:lnTo>
                      <a:lnTo>
                        <a:pt x="20" y="22"/>
                      </a:lnTo>
                      <a:lnTo>
                        <a:pt x="20" y="22"/>
                      </a:lnTo>
                      <a:lnTo>
                        <a:pt x="18" y="26"/>
                      </a:lnTo>
                      <a:lnTo>
                        <a:pt x="16" y="32"/>
                      </a:lnTo>
                      <a:lnTo>
                        <a:pt x="16" y="40"/>
                      </a:lnTo>
                      <a:lnTo>
                        <a:pt x="14" y="46"/>
                      </a:lnTo>
                      <a:lnTo>
                        <a:pt x="14" y="46"/>
                      </a:lnTo>
                      <a:lnTo>
                        <a:pt x="10" y="50"/>
                      </a:lnTo>
                      <a:lnTo>
                        <a:pt x="8" y="52"/>
                      </a:lnTo>
                      <a:lnTo>
                        <a:pt x="4" y="54"/>
                      </a:lnTo>
                      <a:lnTo>
                        <a:pt x="4" y="54"/>
                      </a:lnTo>
                      <a:lnTo>
                        <a:pt x="0" y="54"/>
                      </a:lnTo>
                      <a:lnTo>
                        <a:pt x="0" y="54"/>
                      </a:lnTo>
                      <a:lnTo>
                        <a:pt x="4" y="58"/>
                      </a:lnTo>
                      <a:lnTo>
                        <a:pt x="6" y="60"/>
                      </a:lnTo>
                      <a:lnTo>
                        <a:pt x="8" y="64"/>
                      </a:lnTo>
                      <a:lnTo>
                        <a:pt x="8" y="64"/>
                      </a:lnTo>
                      <a:lnTo>
                        <a:pt x="6" y="68"/>
                      </a:lnTo>
                      <a:lnTo>
                        <a:pt x="10" y="68"/>
                      </a:lnTo>
                      <a:lnTo>
                        <a:pt x="10" y="68"/>
                      </a:lnTo>
                      <a:lnTo>
                        <a:pt x="12" y="68"/>
                      </a:lnTo>
                      <a:lnTo>
                        <a:pt x="14" y="72"/>
                      </a:lnTo>
                      <a:lnTo>
                        <a:pt x="14" y="72"/>
                      </a:lnTo>
                      <a:lnTo>
                        <a:pt x="16" y="74"/>
                      </a:lnTo>
                      <a:lnTo>
                        <a:pt x="18" y="72"/>
                      </a:lnTo>
                      <a:lnTo>
                        <a:pt x="20" y="70"/>
                      </a:lnTo>
                      <a:lnTo>
                        <a:pt x="20" y="70"/>
                      </a:lnTo>
                      <a:lnTo>
                        <a:pt x="20" y="68"/>
                      </a:lnTo>
                      <a:lnTo>
                        <a:pt x="24" y="68"/>
                      </a:lnTo>
                      <a:lnTo>
                        <a:pt x="28" y="72"/>
                      </a:lnTo>
                      <a:lnTo>
                        <a:pt x="28" y="72"/>
                      </a:lnTo>
                      <a:lnTo>
                        <a:pt x="30" y="74"/>
                      </a:lnTo>
                      <a:lnTo>
                        <a:pt x="28" y="74"/>
                      </a:lnTo>
                      <a:lnTo>
                        <a:pt x="28" y="74"/>
                      </a:lnTo>
                      <a:lnTo>
                        <a:pt x="24" y="74"/>
                      </a:lnTo>
                      <a:lnTo>
                        <a:pt x="24" y="76"/>
                      </a:lnTo>
                      <a:lnTo>
                        <a:pt x="26" y="80"/>
                      </a:lnTo>
                      <a:lnTo>
                        <a:pt x="26" y="80"/>
                      </a:lnTo>
                      <a:lnTo>
                        <a:pt x="30" y="82"/>
                      </a:lnTo>
                      <a:lnTo>
                        <a:pt x="32" y="82"/>
                      </a:lnTo>
                      <a:lnTo>
                        <a:pt x="32" y="82"/>
                      </a:lnTo>
                      <a:lnTo>
                        <a:pt x="36" y="84"/>
                      </a:lnTo>
                      <a:lnTo>
                        <a:pt x="38" y="84"/>
                      </a:lnTo>
                      <a:lnTo>
                        <a:pt x="38" y="86"/>
                      </a:lnTo>
                      <a:lnTo>
                        <a:pt x="38" y="86"/>
                      </a:lnTo>
                      <a:lnTo>
                        <a:pt x="36" y="88"/>
                      </a:lnTo>
                      <a:lnTo>
                        <a:pt x="36" y="90"/>
                      </a:lnTo>
                      <a:lnTo>
                        <a:pt x="38" y="90"/>
                      </a:lnTo>
                      <a:lnTo>
                        <a:pt x="42" y="90"/>
                      </a:lnTo>
                      <a:lnTo>
                        <a:pt x="42" y="90"/>
                      </a:lnTo>
                      <a:lnTo>
                        <a:pt x="46" y="90"/>
                      </a:lnTo>
                      <a:lnTo>
                        <a:pt x="46" y="90"/>
                      </a:lnTo>
                      <a:lnTo>
                        <a:pt x="48" y="88"/>
                      </a:lnTo>
                      <a:lnTo>
                        <a:pt x="50" y="90"/>
                      </a:lnTo>
                      <a:lnTo>
                        <a:pt x="50" y="90"/>
                      </a:lnTo>
                      <a:lnTo>
                        <a:pt x="56" y="90"/>
                      </a:lnTo>
                      <a:lnTo>
                        <a:pt x="62" y="90"/>
                      </a:lnTo>
                      <a:lnTo>
                        <a:pt x="62" y="90"/>
                      </a:lnTo>
                      <a:lnTo>
                        <a:pt x="66" y="88"/>
                      </a:lnTo>
                      <a:lnTo>
                        <a:pt x="70" y="86"/>
                      </a:lnTo>
                      <a:lnTo>
                        <a:pt x="70" y="86"/>
                      </a:lnTo>
                      <a:lnTo>
                        <a:pt x="74" y="82"/>
                      </a:lnTo>
                      <a:lnTo>
                        <a:pt x="78" y="82"/>
                      </a:lnTo>
                      <a:lnTo>
                        <a:pt x="78" y="82"/>
                      </a:lnTo>
                      <a:lnTo>
                        <a:pt x="82" y="84"/>
                      </a:lnTo>
                      <a:lnTo>
                        <a:pt x="84" y="86"/>
                      </a:lnTo>
                      <a:lnTo>
                        <a:pt x="88" y="84"/>
                      </a:lnTo>
                      <a:lnTo>
                        <a:pt x="88" y="84"/>
                      </a:lnTo>
                      <a:lnTo>
                        <a:pt x="92" y="82"/>
                      </a:lnTo>
                      <a:lnTo>
                        <a:pt x="96" y="82"/>
                      </a:lnTo>
                      <a:lnTo>
                        <a:pt x="96" y="82"/>
                      </a:lnTo>
                      <a:lnTo>
                        <a:pt x="102" y="86"/>
                      </a:lnTo>
                      <a:lnTo>
                        <a:pt x="106" y="84"/>
                      </a:lnTo>
                      <a:lnTo>
                        <a:pt x="106" y="84"/>
                      </a:lnTo>
                      <a:lnTo>
                        <a:pt x="106" y="82"/>
                      </a:lnTo>
                      <a:lnTo>
                        <a:pt x="106" y="80"/>
                      </a:lnTo>
                      <a:lnTo>
                        <a:pt x="106" y="80"/>
                      </a:lnTo>
                      <a:lnTo>
                        <a:pt x="106" y="78"/>
                      </a:lnTo>
                      <a:lnTo>
                        <a:pt x="108" y="76"/>
                      </a:lnTo>
                      <a:lnTo>
                        <a:pt x="108" y="76"/>
                      </a:lnTo>
                      <a:lnTo>
                        <a:pt x="112" y="78"/>
                      </a:lnTo>
                      <a:lnTo>
                        <a:pt x="112" y="78"/>
                      </a:lnTo>
                      <a:lnTo>
                        <a:pt x="112" y="76"/>
                      </a:lnTo>
                      <a:lnTo>
                        <a:pt x="114" y="76"/>
                      </a:lnTo>
                      <a:lnTo>
                        <a:pt x="114" y="76"/>
                      </a:lnTo>
                      <a:lnTo>
                        <a:pt x="114" y="72"/>
                      </a:lnTo>
                      <a:lnTo>
                        <a:pt x="114" y="66"/>
                      </a:lnTo>
                      <a:lnTo>
                        <a:pt x="114" y="66"/>
                      </a:lnTo>
                      <a:lnTo>
                        <a:pt x="116" y="64"/>
                      </a:lnTo>
                      <a:lnTo>
                        <a:pt x="114" y="64"/>
                      </a:lnTo>
                      <a:lnTo>
                        <a:pt x="114" y="64"/>
                      </a:lnTo>
                      <a:lnTo>
                        <a:pt x="114" y="62"/>
                      </a:lnTo>
                      <a:lnTo>
                        <a:pt x="114" y="62"/>
                      </a:lnTo>
                      <a:lnTo>
                        <a:pt x="116" y="62"/>
                      </a:lnTo>
                      <a:lnTo>
                        <a:pt x="116" y="62"/>
                      </a:lnTo>
                      <a:lnTo>
                        <a:pt x="116" y="60"/>
                      </a:lnTo>
                      <a:lnTo>
                        <a:pt x="11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8" name="Freeform 108">
                  <a:extLst>
                    <a:ext uri="{FF2B5EF4-FFF2-40B4-BE49-F238E27FC236}">
                      <a16:creationId xmlns:a16="http://schemas.microsoft.com/office/drawing/2014/main" id="{733D3704-0D76-DE45-B9F5-0C39A31C65F5}"/>
                    </a:ext>
                  </a:extLst>
                </p:cNvPr>
                <p:cNvSpPr>
                  <a:spLocks/>
                </p:cNvSpPr>
                <p:nvPr/>
              </p:nvSpPr>
              <p:spPr bwMode="auto">
                <a:xfrm>
                  <a:off x="5650904" y="2921917"/>
                  <a:ext cx="74362" cy="188221"/>
                </a:xfrm>
                <a:custGeom>
                  <a:avLst/>
                  <a:gdLst>
                    <a:gd name="T0" fmla="*/ 30 w 38"/>
                    <a:gd name="T1" fmla="*/ 90 h 94"/>
                    <a:gd name="T2" fmla="*/ 32 w 38"/>
                    <a:gd name="T3" fmla="*/ 82 h 94"/>
                    <a:gd name="T4" fmla="*/ 34 w 38"/>
                    <a:gd name="T5" fmla="*/ 80 h 94"/>
                    <a:gd name="T6" fmla="*/ 30 w 38"/>
                    <a:gd name="T7" fmla="*/ 80 h 94"/>
                    <a:gd name="T8" fmla="*/ 28 w 38"/>
                    <a:gd name="T9" fmla="*/ 78 h 94"/>
                    <a:gd name="T10" fmla="*/ 28 w 38"/>
                    <a:gd name="T11" fmla="*/ 72 h 94"/>
                    <a:gd name="T12" fmla="*/ 30 w 38"/>
                    <a:gd name="T13" fmla="*/ 68 h 94"/>
                    <a:gd name="T14" fmla="*/ 30 w 38"/>
                    <a:gd name="T15" fmla="*/ 62 h 94"/>
                    <a:gd name="T16" fmla="*/ 28 w 38"/>
                    <a:gd name="T17" fmla="*/ 58 h 94"/>
                    <a:gd name="T18" fmla="*/ 32 w 38"/>
                    <a:gd name="T19" fmla="*/ 52 h 94"/>
                    <a:gd name="T20" fmla="*/ 32 w 38"/>
                    <a:gd name="T21" fmla="*/ 48 h 94"/>
                    <a:gd name="T22" fmla="*/ 32 w 38"/>
                    <a:gd name="T23" fmla="*/ 42 h 94"/>
                    <a:gd name="T24" fmla="*/ 34 w 38"/>
                    <a:gd name="T25" fmla="*/ 34 h 94"/>
                    <a:gd name="T26" fmla="*/ 36 w 38"/>
                    <a:gd name="T27" fmla="*/ 32 h 94"/>
                    <a:gd name="T28" fmla="*/ 32 w 38"/>
                    <a:gd name="T29" fmla="*/ 20 h 94"/>
                    <a:gd name="T30" fmla="*/ 30 w 38"/>
                    <a:gd name="T31" fmla="*/ 18 h 94"/>
                    <a:gd name="T32" fmla="*/ 36 w 38"/>
                    <a:gd name="T33" fmla="*/ 12 h 94"/>
                    <a:gd name="T34" fmla="*/ 38 w 38"/>
                    <a:gd name="T35" fmla="*/ 6 h 94"/>
                    <a:gd name="T36" fmla="*/ 34 w 38"/>
                    <a:gd name="T37" fmla="*/ 6 h 94"/>
                    <a:gd name="T38" fmla="*/ 30 w 38"/>
                    <a:gd name="T39" fmla="*/ 4 h 94"/>
                    <a:gd name="T40" fmla="*/ 20 w 38"/>
                    <a:gd name="T41" fmla="*/ 4 h 94"/>
                    <a:gd name="T42" fmla="*/ 18 w 38"/>
                    <a:gd name="T43" fmla="*/ 4 h 94"/>
                    <a:gd name="T44" fmla="*/ 18 w 38"/>
                    <a:gd name="T45" fmla="*/ 2 h 94"/>
                    <a:gd name="T46" fmla="*/ 16 w 38"/>
                    <a:gd name="T47" fmla="*/ 0 h 94"/>
                    <a:gd name="T48" fmla="*/ 10 w 38"/>
                    <a:gd name="T49" fmla="*/ 4 h 94"/>
                    <a:gd name="T50" fmla="*/ 12 w 38"/>
                    <a:gd name="T51" fmla="*/ 16 h 94"/>
                    <a:gd name="T52" fmla="*/ 12 w 38"/>
                    <a:gd name="T53" fmla="*/ 30 h 94"/>
                    <a:gd name="T54" fmla="*/ 8 w 38"/>
                    <a:gd name="T55" fmla="*/ 34 h 94"/>
                    <a:gd name="T56" fmla="*/ 8 w 38"/>
                    <a:gd name="T57" fmla="*/ 36 h 94"/>
                    <a:gd name="T58" fmla="*/ 8 w 38"/>
                    <a:gd name="T59" fmla="*/ 38 h 94"/>
                    <a:gd name="T60" fmla="*/ 6 w 38"/>
                    <a:gd name="T61" fmla="*/ 42 h 94"/>
                    <a:gd name="T62" fmla="*/ 6 w 38"/>
                    <a:gd name="T63" fmla="*/ 46 h 94"/>
                    <a:gd name="T64" fmla="*/ 2 w 38"/>
                    <a:gd name="T65" fmla="*/ 48 h 94"/>
                    <a:gd name="T66" fmla="*/ 2 w 38"/>
                    <a:gd name="T67" fmla="*/ 54 h 94"/>
                    <a:gd name="T68" fmla="*/ 0 w 38"/>
                    <a:gd name="T69" fmla="*/ 56 h 94"/>
                    <a:gd name="T70" fmla="*/ 2 w 38"/>
                    <a:gd name="T71" fmla="*/ 58 h 94"/>
                    <a:gd name="T72" fmla="*/ 4 w 38"/>
                    <a:gd name="T73" fmla="*/ 62 h 94"/>
                    <a:gd name="T74" fmla="*/ 6 w 38"/>
                    <a:gd name="T75" fmla="*/ 58 h 94"/>
                    <a:gd name="T76" fmla="*/ 6 w 38"/>
                    <a:gd name="T77" fmla="*/ 62 h 94"/>
                    <a:gd name="T78" fmla="*/ 4 w 38"/>
                    <a:gd name="T79" fmla="*/ 64 h 94"/>
                    <a:gd name="T80" fmla="*/ 4 w 38"/>
                    <a:gd name="T81" fmla="*/ 66 h 94"/>
                    <a:gd name="T82" fmla="*/ 6 w 38"/>
                    <a:gd name="T83" fmla="*/ 66 h 94"/>
                    <a:gd name="T84" fmla="*/ 6 w 38"/>
                    <a:gd name="T85" fmla="*/ 72 h 94"/>
                    <a:gd name="T86" fmla="*/ 8 w 38"/>
                    <a:gd name="T87" fmla="*/ 76 h 94"/>
                    <a:gd name="T88" fmla="*/ 8 w 38"/>
                    <a:gd name="T89" fmla="*/ 78 h 94"/>
                    <a:gd name="T90" fmla="*/ 6 w 38"/>
                    <a:gd name="T91" fmla="*/ 92 h 94"/>
                    <a:gd name="T92" fmla="*/ 18 w 38"/>
                    <a:gd name="T93" fmla="*/ 92 h 94"/>
                    <a:gd name="T94" fmla="*/ 18 w 38"/>
                    <a:gd name="T95" fmla="*/ 94 h 94"/>
                    <a:gd name="T96" fmla="*/ 22 w 38"/>
                    <a:gd name="T97" fmla="*/ 94 h 94"/>
                    <a:gd name="T98" fmla="*/ 30 w 38"/>
                    <a:gd name="T99" fmla="*/ 9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8" h="94">
                      <a:moveTo>
                        <a:pt x="30" y="90"/>
                      </a:moveTo>
                      <a:lnTo>
                        <a:pt x="30" y="90"/>
                      </a:lnTo>
                      <a:lnTo>
                        <a:pt x="30" y="88"/>
                      </a:lnTo>
                      <a:lnTo>
                        <a:pt x="32" y="82"/>
                      </a:lnTo>
                      <a:lnTo>
                        <a:pt x="32" y="82"/>
                      </a:lnTo>
                      <a:lnTo>
                        <a:pt x="34" y="80"/>
                      </a:lnTo>
                      <a:lnTo>
                        <a:pt x="32" y="80"/>
                      </a:lnTo>
                      <a:lnTo>
                        <a:pt x="30" y="80"/>
                      </a:lnTo>
                      <a:lnTo>
                        <a:pt x="28" y="78"/>
                      </a:lnTo>
                      <a:lnTo>
                        <a:pt x="28" y="78"/>
                      </a:lnTo>
                      <a:lnTo>
                        <a:pt x="28" y="74"/>
                      </a:lnTo>
                      <a:lnTo>
                        <a:pt x="28" y="72"/>
                      </a:lnTo>
                      <a:lnTo>
                        <a:pt x="30" y="68"/>
                      </a:lnTo>
                      <a:lnTo>
                        <a:pt x="30" y="68"/>
                      </a:lnTo>
                      <a:lnTo>
                        <a:pt x="32" y="64"/>
                      </a:lnTo>
                      <a:lnTo>
                        <a:pt x="30" y="62"/>
                      </a:lnTo>
                      <a:lnTo>
                        <a:pt x="30" y="62"/>
                      </a:lnTo>
                      <a:lnTo>
                        <a:pt x="28" y="58"/>
                      </a:lnTo>
                      <a:lnTo>
                        <a:pt x="28" y="56"/>
                      </a:lnTo>
                      <a:lnTo>
                        <a:pt x="32" y="52"/>
                      </a:lnTo>
                      <a:lnTo>
                        <a:pt x="32" y="52"/>
                      </a:lnTo>
                      <a:lnTo>
                        <a:pt x="32" y="48"/>
                      </a:lnTo>
                      <a:lnTo>
                        <a:pt x="32" y="42"/>
                      </a:lnTo>
                      <a:lnTo>
                        <a:pt x="32" y="42"/>
                      </a:lnTo>
                      <a:lnTo>
                        <a:pt x="30" y="38"/>
                      </a:lnTo>
                      <a:lnTo>
                        <a:pt x="34" y="34"/>
                      </a:lnTo>
                      <a:lnTo>
                        <a:pt x="34" y="34"/>
                      </a:lnTo>
                      <a:lnTo>
                        <a:pt x="36" y="32"/>
                      </a:lnTo>
                      <a:lnTo>
                        <a:pt x="36" y="28"/>
                      </a:lnTo>
                      <a:lnTo>
                        <a:pt x="32" y="20"/>
                      </a:lnTo>
                      <a:lnTo>
                        <a:pt x="32" y="20"/>
                      </a:lnTo>
                      <a:lnTo>
                        <a:pt x="30" y="18"/>
                      </a:lnTo>
                      <a:lnTo>
                        <a:pt x="32" y="16"/>
                      </a:lnTo>
                      <a:lnTo>
                        <a:pt x="36" y="12"/>
                      </a:lnTo>
                      <a:lnTo>
                        <a:pt x="36" y="12"/>
                      </a:lnTo>
                      <a:lnTo>
                        <a:pt x="38" y="6"/>
                      </a:lnTo>
                      <a:lnTo>
                        <a:pt x="34" y="6"/>
                      </a:lnTo>
                      <a:lnTo>
                        <a:pt x="34" y="6"/>
                      </a:lnTo>
                      <a:lnTo>
                        <a:pt x="34" y="4"/>
                      </a:lnTo>
                      <a:lnTo>
                        <a:pt x="30" y="4"/>
                      </a:lnTo>
                      <a:lnTo>
                        <a:pt x="30" y="4"/>
                      </a:lnTo>
                      <a:lnTo>
                        <a:pt x="20" y="4"/>
                      </a:lnTo>
                      <a:lnTo>
                        <a:pt x="20" y="4"/>
                      </a:lnTo>
                      <a:lnTo>
                        <a:pt x="18" y="4"/>
                      </a:lnTo>
                      <a:lnTo>
                        <a:pt x="18" y="4"/>
                      </a:lnTo>
                      <a:lnTo>
                        <a:pt x="18" y="2"/>
                      </a:lnTo>
                      <a:lnTo>
                        <a:pt x="18" y="2"/>
                      </a:lnTo>
                      <a:lnTo>
                        <a:pt x="16" y="0"/>
                      </a:lnTo>
                      <a:lnTo>
                        <a:pt x="12" y="2"/>
                      </a:lnTo>
                      <a:lnTo>
                        <a:pt x="10" y="4"/>
                      </a:lnTo>
                      <a:lnTo>
                        <a:pt x="10" y="4"/>
                      </a:lnTo>
                      <a:lnTo>
                        <a:pt x="12" y="16"/>
                      </a:lnTo>
                      <a:lnTo>
                        <a:pt x="12" y="24"/>
                      </a:lnTo>
                      <a:lnTo>
                        <a:pt x="12" y="30"/>
                      </a:lnTo>
                      <a:lnTo>
                        <a:pt x="12" y="30"/>
                      </a:lnTo>
                      <a:lnTo>
                        <a:pt x="8" y="34"/>
                      </a:lnTo>
                      <a:lnTo>
                        <a:pt x="8" y="34"/>
                      </a:lnTo>
                      <a:lnTo>
                        <a:pt x="8" y="36"/>
                      </a:lnTo>
                      <a:lnTo>
                        <a:pt x="8" y="38"/>
                      </a:lnTo>
                      <a:lnTo>
                        <a:pt x="8" y="38"/>
                      </a:lnTo>
                      <a:lnTo>
                        <a:pt x="6" y="42"/>
                      </a:lnTo>
                      <a:lnTo>
                        <a:pt x="6" y="42"/>
                      </a:lnTo>
                      <a:lnTo>
                        <a:pt x="6" y="46"/>
                      </a:lnTo>
                      <a:lnTo>
                        <a:pt x="6" y="46"/>
                      </a:lnTo>
                      <a:lnTo>
                        <a:pt x="2" y="48"/>
                      </a:lnTo>
                      <a:lnTo>
                        <a:pt x="2" y="48"/>
                      </a:lnTo>
                      <a:lnTo>
                        <a:pt x="2" y="52"/>
                      </a:lnTo>
                      <a:lnTo>
                        <a:pt x="2" y="54"/>
                      </a:lnTo>
                      <a:lnTo>
                        <a:pt x="0" y="56"/>
                      </a:lnTo>
                      <a:lnTo>
                        <a:pt x="0" y="56"/>
                      </a:lnTo>
                      <a:lnTo>
                        <a:pt x="0" y="56"/>
                      </a:lnTo>
                      <a:lnTo>
                        <a:pt x="2" y="58"/>
                      </a:lnTo>
                      <a:lnTo>
                        <a:pt x="4" y="62"/>
                      </a:lnTo>
                      <a:lnTo>
                        <a:pt x="4" y="62"/>
                      </a:lnTo>
                      <a:lnTo>
                        <a:pt x="4" y="60"/>
                      </a:lnTo>
                      <a:lnTo>
                        <a:pt x="6" y="58"/>
                      </a:lnTo>
                      <a:lnTo>
                        <a:pt x="6" y="58"/>
                      </a:lnTo>
                      <a:lnTo>
                        <a:pt x="6" y="62"/>
                      </a:lnTo>
                      <a:lnTo>
                        <a:pt x="6" y="62"/>
                      </a:lnTo>
                      <a:lnTo>
                        <a:pt x="4" y="64"/>
                      </a:lnTo>
                      <a:lnTo>
                        <a:pt x="4" y="64"/>
                      </a:lnTo>
                      <a:lnTo>
                        <a:pt x="4" y="66"/>
                      </a:lnTo>
                      <a:lnTo>
                        <a:pt x="4" y="66"/>
                      </a:lnTo>
                      <a:lnTo>
                        <a:pt x="6" y="66"/>
                      </a:lnTo>
                      <a:lnTo>
                        <a:pt x="6" y="66"/>
                      </a:lnTo>
                      <a:lnTo>
                        <a:pt x="6" y="72"/>
                      </a:lnTo>
                      <a:lnTo>
                        <a:pt x="8" y="74"/>
                      </a:lnTo>
                      <a:lnTo>
                        <a:pt x="8" y="76"/>
                      </a:lnTo>
                      <a:lnTo>
                        <a:pt x="8" y="78"/>
                      </a:lnTo>
                      <a:lnTo>
                        <a:pt x="8" y="78"/>
                      </a:lnTo>
                      <a:lnTo>
                        <a:pt x="6" y="92"/>
                      </a:lnTo>
                      <a:lnTo>
                        <a:pt x="6" y="92"/>
                      </a:lnTo>
                      <a:lnTo>
                        <a:pt x="10" y="90"/>
                      </a:lnTo>
                      <a:lnTo>
                        <a:pt x="18" y="92"/>
                      </a:lnTo>
                      <a:lnTo>
                        <a:pt x="18" y="92"/>
                      </a:lnTo>
                      <a:lnTo>
                        <a:pt x="18" y="94"/>
                      </a:lnTo>
                      <a:lnTo>
                        <a:pt x="22" y="94"/>
                      </a:lnTo>
                      <a:lnTo>
                        <a:pt x="22" y="94"/>
                      </a:lnTo>
                      <a:lnTo>
                        <a:pt x="26" y="92"/>
                      </a:lnTo>
                      <a:lnTo>
                        <a:pt x="30" y="90"/>
                      </a:lnTo>
                      <a:lnTo>
                        <a:pt x="30" y="9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9" name="Freeform 109">
                  <a:extLst>
                    <a:ext uri="{FF2B5EF4-FFF2-40B4-BE49-F238E27FC236}">
                      <a16:creationId xmlns:a16="http://schemas.microsoft.com/office/drawing/2014/main" id="{0AA54D48-179A-A241-B413-7127BCB7AA32}"/>
                    </a:ext>
                  </a:extLst>
                </p:cNvPr>
                <p:cNvSpPr>
                  <a:spLocks/>
                </p:cNvSpPr>
                <p:nvPr/>
              </p:nvSpPr>
              <p:spPr bwMode="auto">
                <a:xfrm>
                  <a:off x="6271241" y="2421329"/>
                  <a:ext cx="281794" cy="244287"/>
                </a:xfrm>
                <a:custGeom>
                  <a:avLst/>
                  <a:gdLst>
                    <a:gd name="T0" fmla="*/ 72 w 144"/>
                    <a:gd name="T1" fmla="*/ 8 h 122"/>
                    <a:gd name="T2" fmla="*/ 72 w 144"/>
                    <a:gd name="T3" fmla="*/ 6 h 122"/>
                    <a:gd name="T4" fmla="*/ 66 w 144"/>
                    <a:gd name="T5" fmla="*/ 8 h 122"/>
                    <a:gd name="T6" fmla="*/ 60 w 144"/>
                    <a:gd name="T7" fmla="*/ 8 h 122"/>
                    <a:gd name="T8" fmla="*/ 58 w 144"/>
                    <a:gd name="T9" fmla="*/ 4 h 122"/>
                    <a:gd name="T10" fmla="*/ 60 w 144"/>
                    <a:gd name="T11" fmla="*/ 6 h 122"/>
                    <a:gd name="T12" fmla="*/ 62 w 144"/>
                    <a:gd name="T13" fmla="*/ 2 h 122"/>
                    <a:gd name="T14" fmla="*/ 58 w 144"/>
                    <a:gd name="T15" fmla="*/ 0 h 122"/>
                    <a:gd name="T16" fmla="*/ 40 w 144"/>
                    <a:gd name="T17" fmla="*/ 8 h 122"/>
                    <a:gd name="T18" fmla="*/ 34 w 144"/>
                    <a:gd name="T19" fmla="*/ 8 h 122"/>
                    <a:gd name="T20" fmla="*/ 28 w 144"/>
                    <a:gd name="T21" fmla="*/ 12 h 122"/>
                    <a:gd name="T22" fmla="*/ 22 w 144"/>
                    <a:gd name="T23" fmla="*/ 14 h 122"/>
                    <a:gd name="T24" fmla="*/ 8 w 144"/>
                    <a:gd name="T25" fmla="*/ 16 h 122"/>
                    <a:gd name="T26" fmla="*/ 2 w 144"/>
                    <a:gd name="T27" fmla="*/ 22 h 122"/>
                    <a:gd name="T28" fmla="*/ 0 w 144"/>
                    <a:gd name="T29" fmla="*/ 34 h 122"/>
                    <a:gd name="T30" fmla="*/ 4 w 144"/>
                    <a:gd name="T31" fmla="*/ 40 h 122"/>
                    <a:gd name="T32" fmla="*/ 4 w 144"/>
                    <a:gd name="T33" fmla="*/ 54 h 122"/>
                    <a:gd name="T34" fmla="*/ 6 w 144"/>
                    <a:gd name="T35" fmla="*/ 76 h 122"/>
                    <a:gd name="T36" fmla="*/ 18 w 144"/>
                    <a:gd name="T37" fmla="*/ 78 h 122"/>
                    <a:gd name="T38" fmla="*/ 20 w 144"/>
                    <a:gd name="T39" fmla="*/ 82 h 122"/>
                    <a:gd name="T40" fmla="*/ 24 w 144"/>
                    <a:gd name="T41" fmla="*/ 82 h 122"/>
                    <a:gd name="T42" fmla="*/ 32 w 144"/>
                    <a:gd name="T43" fmla="*/ 88 h 122"/>
                    <a:gd name="T44" fmla="*/ 42 w 144"/>
                    <a:gd name="T45" fmla="*/ 90 h 122"/>
                    <a:gd name="T46" fmla="*/ 46 w 144"/>
                    <a:gd name="T47" fmla="*/ 92 h 122"/>
                    <a:gd name="T48" fmla="*/ 48 w 144"/>
                    <a:gd name="T49" fmla="*/ 96 h 122"/>
                    <a:gd name="T50" fmla="*/ 54 w 144"/>
                    <a:gd name="T51" fmla="*/ 104 h 122"/>
                    <a:gd name="T52" fmla="*/ 60 w 144"/>
                    <a:gd name="T53" fmla="*/ 104 h 122"/>
                    <a:gd name="T54" fmla="*/ 68 w 144"/>
                    <a:gd name="T55" fmla="*/ 104 h 122"/>
                    <a:gd name="T56" fmla="*/ 80 w 144"/>
                    <a:gd name="T57" fmla="*/ 110 h 122"/>
                    <a:gd name="T58" fmla="*/ 84 w 144"/>
                    <a:gd name="T59" fmla="*/ 108 h 122"/>
                    <a:gd name="T60" fmla="*/ 92 w 144"/>
                    <a:gd name="T61" fmla="*/ 104 h 122"/>
                    <a:gd name="T62" fmla="*/ 100 w 144"/>
                    <a:gd name="T63" fmla="*/ 100 h 122"/>
                    <a:gd name="T64" fmla="*/ 106 w 144"/>
                    <a:gd name="T65" fmla="*/ 98 h 122"/>
                    <a:gd name="T66" fmla="*/ 114 w 144"/>
                    <a:gd name="T67" fmla="*/ 104 h 122"/>
                    <a:gd name="T68" fmla="*/ 122 w 144"/>
                    <a:gd name="T69" fmla="*/ 110 h 122"/>
                    <a:gd name="T70" fmla="*/ 124 w 144"/>
                    <a:gd name="T71" fmla="*/ 116 h 122"/>
                    <a:gd name="T72" fmla="*/ 130 w 144"/>
                    <a:gd name="T73" fmla="*/ 122 h 122"/>
                    <a:gd name="T74" fmla="*/ 138 w 144"/>
                    <a:gd name="T75" fmla="*/ 118 h 122"/>
                    <a:gd name="T76" fmla="*/ 136 w 144"/>
                    <a:gd name="T77" fmla="*/ 112 h 122"/>
                    <a:gd name="T78" fmla="*/ 136 w 144"/>
                    <a:gd name="T79" fmla="*/ 106 h 122"/>
                    <a:gd name="T80" fmla="*/ 144 w 144"/>
                    <a:gd name="T81" fmla="*/ 90 h 122"/>
                    <a:gd name="T82" fmla="*/ 140 w 144"/>
                    <a:gd name="T83" fmla="*/ 82 h 122"/>
                    <a:gd name="T84" fmla="*/ 140 w 144"/>
                    <a:gd name="T85" fmla="*/ 76 h 122"/>
                    <a:gd name="T86" fmla="*/ 142 w 144"/>
                    <a:gd name="T87" fmla="*/ 68 h 122"/>
                    <a:gd name="T88" fmla="*/ 142 w 144"/>
                    <a:gd name="T89" fmla="*/ 66 h 122"/>
                    <a:gd name="T90" fmla="*/ 140 w 144"/>
                    <a:gd name="T91" fmla="*/ 58 h 122"/>
                    <a:gd name="T92" fmla="*/ 140 w 144"/>
                    <a:gd name="T93" fmla="*/ 46 h 122"/>
                    <a:gd name="T94" fmla="*/ 144 w 144"/>
                    <a:gd name="T95" fmla="*/ 36 h 122"/>
                    <a:gd name="T96" fmla="*/ 142 w 144"/>
                    <a:gd name="T97" fmla="*/ 30 h 122"/>
                    <a:gd name="T98" fmla="*/ 140 w 144"/>
                    <a:gd name="T99" fmla="*/ 22 h 122"/>
                    <a:gd name="T100" fmla="*/ 138 w 144"/>
                    <a:gd name="T101" fmla="*/ 18 h 122"/>
                    <a:gd name="T102" fmla="*/ 120 w 144"/>
                    <a:gd name="T103" fmla="*/ 16 h 122"/>
                    <a:gd name="T104" fmla="*/ 106 w 144"/>
                    <a:gd name="T105" fmla="*/ 18 h 122"/>
                    <a:gd name="T106" fmla="*/ 88 w 144"/>
                    <a:gd name="T107" fmla="*/ 16 h 122"/>
                    <a:gd name="T108" fmla="*/ 74 w 144"/>
                    <a:gd name="T109" fmla="*/ 8 h 122"/>
                    <a:gd name="T110" fmla="*/ 74 w 144"/>
                    <a:gd name="T111" fmla="*/ 1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4" h="122">
                      <a:moveTo>
                        <a:pt x="74" y="10"/>
                      </a:moveTo>
                      <a:lnTo>
                        <a:pt x="74" y="10"/>
                      </a:lnTo>
                      <a:lnTo>
                        <a:pt x="72" y="8"/>
                      </a:lnTo>
                      <a:lnTo>
                        <a:pt x="72" y="8"/>
                      </a:lnTo>
                      <a:lnTo>
                        <a:pt x="72" y="6"/>
                      </a:lnTo>
                      <a:lnTo>
                        <a:pt x="72" y="6"/>
                      </a:lnTo>
                      <a:lnTo>
                        <a:pt x="70" y="6"/>
                      </a:lnTo>
                      <a:lnTo>
                        <a:pt x="66" y="8"/>
                      </a:lnTo>
                      <a:lnTo>
                        <a:pt x="66" y="8"/>
                      </a:lnTo>
                      <a:lnTo>
                        <a:pt x="62" y="10"/>
                      </a:lnTo>
                      <a:lnTo>
                        <a:pt x="62" y="10"/>
                      </a:lnTo>
                      <a:lnTo>
                        <a:pt x="60" y="8"/>
                      </a:lnTo>
                      <a:lnTo>
                        <a:pt x="58" y="8"/>
                      </a:lnTo>
                      <a:lnTo>
                        <a:pt x="58" y="8"/>
                      </a:lnTo>
                      <a:lnTo>
                        <a:pt x="58" y="4"/>
                      </a:lnTo>
                      <a:lnTo>
                        <a:pt x="58" y="4"/>
                      </a:lnTo>
                      <a:lnTo>
                        <a:pt x="60" y="6"/>
                      </a:lnTo>
                      <a:lnTo>
                        <a:pt x="60" y="6"/>
                      </a:lnTo>
                      <a:lnTo>
                        <a:pt x="62" y="4"/>
                      </a:lnTo>
                      <a:lnTo>
                        <a:pt x="62" y="4"/>
                      </a:lnTo>
                      <a:lnTo>
                        <a:pt x="62" y="2"/>
                      </a:lnTo>
                      <a:lnTo>
                        <a:pt x="60" y="2"/>
                      </a:lnTo>
                      <a:lnTo>
                        <a:pt x="58" y="0"/>
                      </a:lnTo>
                      <a:lnTo>
                        <a:pt x="58" y="0"/>
                      </a:lnTo>
                      <a:lnTo>
                        <a:pt x="44" y="4"/>
                      </a:lnTo>
                      <a:lnTo>
                        <a:pt x="44" y="4"/>
                      </a:lnTo>
                      <a:lnTo>
                        <a:pt x="40" y="8"/>
                      </a:lnTo>
                      <a:lnTo>
                        <a:pt x="40" y="8"/>
                      </a:lnTo>
                      <a:lnTo>
                        <a:pt x="34" y="8"/>
                      </a:lnTo>
                      <a:lnTo>
                        <a:pt x="34" y="8"/>
                      </a:lnTo>
                      <a:lnTo>
                        <a:pt x="32" y="10"/>
                      </a:lnTo>
                      <a:lnTo>
                        <a:pt x="28" y="12"/>
                      </a:lnTo>
                      <a:lnTo>
                        <a:pt x="28" y="12"/>
                      </a:lnTo>
                      <a:lnTo>
                        <a:pt x="26" y="12"/>
                      </a:lnTo>
                      <a:lnTo>
                        <a:pt x="24" y="12"/>
                      </a:lnTo>
                      <a:lnTo>
                        <a:pt x="22" y="14"/>
                      </a:lnTo>
                      <a:lnTo>
                        <a:pt x="22" y="14"/>
                      </a:lnTo>
                      <a:lnTo>
                        <a:pt x="8" y="16"/>
                      </a:lnTo>
                      <a:lnTo>
                        <a:pt x="8" y="16"/>
                      </a:lnTo>
                      <a:lnTo>
                        <a:pt x="2" y="16"/>
                      </a:lnTo>
                      <a:lnTo>
                        <a:pt x="2" y="16"/>
                      </a:lnTo>
                      <a:lnTo>
                        <a:pt x="2" y="22"/>
                      </a:lnTo>
                      <a:lnTo>
                        <a:pt x="0" y="32"/>
                      </a:lnTo>
                      <a:lnTo>
                        <a:pt x="0" y="32"/>
                      </a:lnTo>
                      <a:lnTo>
                        <a:pt x="0" y="34"/>
                      </a:lnTo>
                      <a:lnTo>
                        <a:pt x="2" y="38"/>
                      </a:lnTo>
                      <a:lnTo>
                        <a:pt x="4" y="40"/>
                      </a:lnTo>
                      <a:lnTo>
                        <a:pt x="4" y="40"/>
                      </a:lnTo>
                      <a:lnTo>
                        <a:pt x="2" y="50"/>
                      </a:lnTo>
                      <a:lnTo>
                        <a:pt x="2" y="50"/>
                      </a:lnTo>
                      <a:lnTo>
                        <a:pt x="4" y="54"/>
                      </a:lnTo>
                      <a:lnTo>
                        <a:pt x="4" y="58"/>
                      </a:lnTo>
                      <a:lnTo>
                        <a:pt x="4" y="58"/>
                      </a:lnTo>
                      <a:lnTo>
                        <a:pt x="6" y="76"/>
                      </a:lnTo>
                      <a:lnTo>
                        <a:pt x="10" y="78"/>
                      </a:lnTo>
                      <a:lnTo>
                        <a:pt x="10" y="78"/>
                      </a:lnTo>
                      <a:lnTo>
                        <a:pt x="18" y="78"/>
                      </a:lnTo>
                      <a:lnTo>
                        <a:pt x="18" y="78"/>
                      </a:lnTo>
                      <a:lnTo>
                        <a:pt x="20" y="80"/>
                      </a:lnTo>
                      <a:lnTo>
                        <a:pt x="20" y="82"/>
                      </a:lnTo>
                      <a:lnTo>
                        <a:pt x="22" y="82"/>
                      </a:lnTo>
                      <a:lnTo>
                        <a:pt x="24" y="82"/>
                      </a:lnTo>
                      <a:lnTo>
                        <a:pt x="24" y="82"/>
                      </a:lnTo>
                      <a:lnTo>
                        <a:pt x="26" y="82"/>
                      </a:lnTo>
                      <a:lnTo>
                        <a:pt x="28" y="84"/>
                      </a:lnTo>
                      <a:lnTo>
                        <a:pt x="32" y="88"/>
                      </a:lnTo>
                      <a:lnTo>
                        <a:pt x="32" y="88"/>
                      </a:lnTo>
                      <a:lnTo>
                        <a:pt x="38" y="90"/>
                      </a:lnTo>
                      <a:lnTo>
                        <a:pt x="42" y="90"/>
                      </a:lnTo>
                      <a:lnTo>
                        <a:pt x="42" y="90"/>
                      </a:lnTo>
                      <a:lnTo>
                        <a:pt x="44" y="90"/>
                      </a:lnTo>
                      <a:lnTo>
                        <a:pt x="46" y="92"/>
                      </a:lnTo>
                      <a:lnTo>
                        <a:pt x="48" y="94"/>
                      </a:lnTo>
                      <a:lnTo>
                        <a:pt x="48" y="96"/>
                      </a:lnTo>
                      <a:lnTo>
                        <a:pt x="48" y="96"/>
                      </a:lnTo>
                      <a:lnTo>
                        <a:pt x="50" y="96"/>
                      </a:lnTo>
                      <a:lnTo>
                        <a:pt x="52" y="98"/>
                      </a:lnTo>
                      <a:lnTo>
                        <a:pt x="54" y="104"/>
                      </a:lnTo>
                      <a:lnTo>
                        <a:pt x="54" y="104"/>
                      </a:lnTo>
                      <a:lnTo>
                        <a:pt x="60" y="104"/>
                      </a:lnTo>
                      <a:lnTo>
                        <a:pt x="60" y="104"/>
                      </a:lnTo>
                      <a:lnTo>
                        <a:pt x="64" y="102"/>
                      </a:lnTo>
                      <a:lnTo>
                        <a:pt x="68" y="104"/>
                      </a:lnTo>
                      <a:lnTo>
                        <a:pt x="68" y="104"/>
                      </a:lnTo>
                      <a:lnTo>
                        <a:pt x="74" y="108"/>
                      </a:lnTo>
                      <a:lnTo>
                        <a:pt x="74" y="108"/>
                      </a:lnTo>
                      <a:lnTo>
                        <a:pt x="80" y="110"/>
                      </a:lnTo>
                      <a:lnTo>
                        <a:pt x="82" y="110"/>
                      </a:lnTo>
                      <a:lnTo>
                        <a:pt x="84" y="108"/>
                      </a:lnTo>
                      <a:lnTo>
                        <a:pt x="84" y="108"/>
                      </a:lnTo>
                      <a:lnTo>
                        <a:pt x="86" y="106"/>
                      </a:lnTo>
                      <a:lnTo>
                        <a:pt x="88" y="106"/>
                      </a:lnTo>
                      <a:lnTo>
                        <a:pt x="92" y="104"/>
                      </a:lnTo>
                      <a:lnTo>
                        <a:pt x="92" y="104"/>
                      </a:lnTo>
                      <a:lnTo>
                        <a:pt x="96" y="102"/>
                      </a:lnTo>
                      <a:lnTo>
                        <a:pt x="100" y="100"/>
                      </a:lnTo>
                      <a:lnTo>
                        <a:pt x="102" y="98"/>
                      </a:lnTo>
                      <a:lnTo>
                        <a:pt x="106" y="98"/>
                      </a:lnTo>
                      <a:lnTo>
                        <a:pt x="106" y="98"/>
                      </a:lnTo>
                      <a:lnTo>
                        <a:pt x="110" y="102"/>
                      </a:lnTo>
                      <a:lnTo>
                        <a:pt x="114" y="104"/>
                      </a:lnTo>
                      <a:lnTo>
                        <a:pt x="114" y="104"/>
                      </a:lnTo>
                      <a:lnTo>
                        <a:pt x="116" y="104"/>
                      </a:lnTo>
                      <a:lnTo>
                        <a:pt x="118" y="106"/>
                      </a:lnTo>
                      <a:lnTo>
                        <a:pt x="122" y="110"/>
                      </a:lnTo>
                      <a:lnTo>
                        <a:pt x="122" y="110"/>
                      </a:lnTo>
                      <a:lnTo>
                        <a:pt x="124" y="112"/>
                      </a:lnTo>
                      <a:lnTo>
                        <a:pt x="124" y="116"/>
                      </a:lnTo>
                      <a:lnTo>
                        <a:pt x="124" y="116"/>
                      </a:lnTo>
                      <a:lnTo>
                        <a:pt x="128" y="120"/>
                      </a:lnTo>
                      <a:lnTo>
                        <a:pt x="130" y="122"/>
                      </a:lnTo>
                      <a:lnTo>
                        <a:pt x="130" y="122"/>
                      </a:lnTo>
                      <a:lnTo>
                        <a:pt x="134" y="120"/>
                      </a:lnTo>
                      <a:lnTo>
                        <a:pt x="138" y="118"/>
                      </a:lnTo>
                      <a:lnTo>
                        <a:pt x="138" y="116"/>
                      </a:lnTo>
                      <a:lnTo>
                        <a:pt x="138" y="116"/>
                      </a:lnTo>
                      <a:lnTo>
                        <a:pt x="136" y="112"/>
                      </a:lnTo>
                      <a:lnTo>
                        <a:pt x="136" y="108"/>
                      </a:lnTo>
                      <a:lnTo>
                        <a:pt x="136" y="106"/>
                      </a:lnTo>
                      <a:lnTo>
                        <a:pt x="136" y="106"/>
                      </a:lnTo>
                      <a:lnTo>
                        <a:pt x="140" y="98"/>
                      </a:lnTo>
                      <a:lnTo>
                        <a:pt x="140" y="98"/>
                      </a:lnTo>
                      <a:lnTo>
                        <a:pt x="144" y="90"/>
                      </a:lnTo>
                      <a:lnTo>
                        <a:pt x="144" y="90"/>
                      </a:lnTo>
                      <a:lnTo>
                        <a:pt x="142" y="86"/>
                      </a:lnTo>
                      <a:lnTo>
                        <a:pt x="140" y="82"/>
                      </a:lnTo>
                      <a:lnTo>
                        <a:pt x="140" y="80"/>
                      </a:lnTo>
                      <a:lnTo>
                        <a:pt x="140" y="80"/>
                      </a:lnTo>
                      <a:lnTo>
                        <a:pt x="140" y="76"/>
                      </a:lnTo>
                      <a:lnTo>
                        <a:pt x="142" y="70"/>
                      </a:lnTo>
                      <a:lnTo>
                        <a:pt x="142" y="70"/>
                      </a:lnTo>
                      <a:lnTo>
                        <a:pt x="142" y="68"/>
                      </a:lnTo>
                      <a:lnTo>
                        <a:pt x="142" y="68"/>
                      </a:lnTo>
                      <a:lnTo>
                        <a:pt x="142" y="66"/>
                      </a:lnTo>
                      <a:lnTo>
                        <a:pt x="142" y="66"/>
                      </a:lnTo>
                      <a:lnTo>
                        <a:pt x="142" y="66"/>
                      </a:lnTo>
                      <a:lnTo>
                        <a:pt x="140" y="60"/>
                      </a:lnTo>
                      <a:lnTo>
                        <a:pt x="140" y="58"/>
                      </a:lnTo>
                      <a:lnTo>
                        <a:pt x="142" y="56"/>
                      </a:lnTo>
                      <a:lnTo>
                        <a:pt x="142" y="56"/>
                      </a:lnTo>
                      <a:lnTo>
                        <a:pt x="140" y="46"/>
                      </a:lnTo>
                      <a:lnTo>
                        <a:pt x="140" y="46"/>
                      </a:lnTo>
                      <a:lnTo>
                        <a:pt x="144" y="40"/>
                      </a:lnTo>
                      <a:lnTo>
                        <a:pt x="144" y="36"/>
                      </a:lnTo>
                      <a:lnTo>
                        <a:pt x="144" y="34"/>
                      </a:lnTo>
                      <a:lnTo>
                        <a:pt x="144" y="34"/>
                      </a:lnTo>
                      <a:lnTo>
                        <a:pt x="142" y="30"/>
                      </a:lnTo>
                      <a:lnTo>
                        <a:pt x="140" y="26"/>
                      </a:lnTo>
                      <a:lnTo>
                        <a:pt x="140" y="22"/>
                      </a:lnTo>
                      <a:lnTo>
                        <a:pt x="140" y="22"/>
                      </a:lnTo>
                      <a:lnTo>
                        <a:pt x="140" y="22"/>
                      </a:lnTo>
                      <a:lnTo>
                        <a:pt x="140" y="20"/>
                      </a:lnTo>
                      <a:lnTo>
                        <a:pt x="138" y="18"/>
                      </a:lnTo>
                      <a:lnTo>
                        <a:pt x="138" y="18"/>
                      </a:lnTo>
                      <a:lnTo>
                        <a:pt x="128" y="16"/>
                      </a:lnTo>
                      <a:lnTo>
                        <a:pt x="120" y="16"/>
                      </a:lnTo>
                      <a:lnTo>
                        <a:pt x="114" y="18"/>
                      </a:lnTo>
                      <a:lnTo>
                        <a:pt x="114" y="18"/>
                      </a:lnTo>
                      <a:lnTo>
                        <a:pt x="106" y="18"/>
                      </a:lnTo>
                      <a:lnTo>
                        <a:pt x="106" y="18"/>
                      </a:lnTo>
                      <a:lnTo>
                        <a:pt x="100" y="18"/>
                      </a:lnTo>
                      <a:lnTo>
                        <a:pt x="88" y="16"/>
                      </a:lnTo>
                      <a:lnTo>
                        <a:pt x="88" y="16"/>
                      </a:lnTo>
                      <a:lnTo>
                        <a:pt x="78" y="12"/>
                      </a:lnTo>
                      <a:lnTo>
                        <a:pt x="74" y="8"/>
                      </a:lnTo>
                      <a:lnTo>
                        <a:pt x="74" y="8"/>
                      </a:lnTo>
                      <a:lnTo>
                        <a:pt x="74" y="10"/>
                      </a:lnTo>
                      <a:lnTo>
                        <a:pt x="74"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0" name="Freeform 117">
                  <a:extLst>
                    <a:ext uri="{FF2B5EF4-FFF2-40B4-BE49-F238E27FC236}">
                      <a16:creationId xmlns:a16="http://schemas.microsoft.com/office/drawing/2014/main" id="{FC578543-06CA-A74B-B103-207D893B4F65}"/>
                    </a:ext>
                  </a:extLst>
                </p:cNvPr>
                <p:cNvSpPr>
                  <a:spLocks/>
                </p:cNvSpPr>
                <p:nvPr/>
              </p:nvSpPr>
              <p:spPr bwMode="auto">
                <a:xfrm>
                  <a:off x="6286897" y="1912732"/>
                  <a:ext cx="3914" cy="4005"/>
                </a:xfrm>
                <a:custGeom>
                  <a:avLst/>
                  <a:gdLst>
                    <a:gd name="T0" fmla="*/ 2 w 2"/>
                    <a:gd name="T1" fmla="*/ 0 h 2"/>
                    <a:gd name="T2" fmla="*/ 2 w 2"/>
                    <a:gd name="T3" fmla="*/ 0 h 2"/>
                    <a:gd name="T4" fmla="*/ 2 w 2"/>
                    <a:gd name="T5" fmla="*/ 2 h 2"/>
                    <a:gd name="T6" fmla="*/ 2 w 2"/>
                    <a:gd name="T7" fmla="*/ 2 h 2"/>
                    <a:gd name="T8" fmla="*/ 0 w 2"/>
                    <a:gd name="T9" fmla="*/ 2 h 2"/>
                    <a:gd name="T10" fmla="*/ 0 w 2"/>
                    <a:gd name="T11" fmla="*/ 2 h 2"/>
                    <a:gd name="T12" fmla="*/ 0 w 2"/>
                    <a:gd name="T13" fmla="*/ 2 h 2"/>
                    <a:gd name="T14" fmla="*/ 2 w 2"/>
                    <a:gd name="T15" fmla="*/ 0 h 2"/>
                    <a:gd name="T16" fmla="*/ 2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2" y="0"/>
                      </a:moveTo>
                      <a:lnTo>
                        <a:pt x="2" y="0"/>
                      </a:lnTo>
                      <a:lnTo>
                        <a:pt x="2" y="2"/>
                      </a:lnTo>
                      <a:lnTo>
                        <a:pt x="2" y="2"/>
                      </a:lnTo>
                      <a:lnTo>
                        <a:pt x="0" y="2"/>
                      </a:lnTo>
                      <a:lnTo>
                        <a:pt x="0" y="2"/>
                      </a:lnTo>
                      <a:lnTo>
                        <a:pt x="0" y="2"/>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1" name="Freeform 118">
                  <a:extLst>
                    <a:ext uri="{FF2B5EF4-FFF2-40B4-BE49-F238E27FC236}">
                      <a16:creationId xmlns:a16="http://schemas.microsoft.com/office/drawing/2014/main" id="{552D91A9-F729-884A-B0F9-80FB0BE94F3B}"/>
                    </a:ext>
                  </a:extLst>
                </p:cNvPr>
                <p:cNvSpPr>
                  <a:spLocks/>
                </p:cNvSpPr>
                <p:nvPr/>
              </p:nvSpPr>
              <p:spPr bwMode="auto">
                <a:xfrm>
                  <a:off x="6267329" y="1916737"/>
                  <a:ext cx="3914"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0 w 2"/>
                    <a:gd name="T13" fmla="*/ 0 h 2"/>
                    <a:gd name="T14" fmla="*/ 0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0" y="0"/>
                      </a:moveTo>
                      <a:lnTo>
                        <a:pt x="0" y="0"/>
                      </a:lnTo>
                      <a:lnTo>
                        <a:pt x="0" y="2"/>
                      </a:lnTo>
                      <a:lnTo>
                        <a:pt x="2" y="2"/>
                      </a:lnTo>
                      <a:lnTo>
                        <a:pt x="2"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2" name="Freeform 119">
                  <a:extLst>
                    <a:ext uri="{FF2B5EF4-FFF2-40B4-BE49-F238E27FC236}">
                      <a16:creationId xmlns:a16="http://schemas.microsoft.com/office/drawing/2014/main" id="{20BCC3DA-D94B-A24C-AE6D-322B92EAA77B}"/>
                    </a:ext>
                  </a:extLst>
                </p:cNvPr>
                <p:cNvSpPr>
                  <a:spLocks/>
                </p:cNvSpPr>
                <p:nvPr/>
              </p:nvSpPr>
              <p:spPr bwMode="auto">
                <a:xfrm>
                  <a:off x="6128387" y="2048892"/>
                  <a:ext cx="7827" cy="4005"/>
                </a:xfrm>
                <a:custGeom>
                  <a:avLst/>
                  <a:gdLst>
                    <a:gd name="T0" fmla="*/ 2 w 4"/>
                    <a:gd name="T1" fmla="*/ 0 h 2"/>
                    <a:gd name="T2" fmla="*/ 2 w 4"/>
                    <a:gd name="T3" fmla="*/ 0 h 2"/>
                    <a:gd name="T4" fmla="*/ 4 w 4"/>
                    <a:gd name="T5" fmla="*/ 2 h 2"/>
                    <a:gd name="T6" fmla="*/ 2 w 4"/>
                    <a:gd name="T7" fmla="*/ 2 h 2"/>
                    <a:gd name="T8" fmla="*/ 2 w 4"/>
                    <a:gd name="T9" fmla="*/ 2 h 2"/>
                    <a:gd name="T10" fmla="*/ 2 w 4"/>
                    <a:gd name="T11" fmla="*/ 0 h 2"/>
                    <a:gd name="T12" fmla="*/ 0 w 4"/>
                    <a:gd name="T13" fmla="*/ 0 h 2"/>
                    <a:gd name="T14" fmla="*/ 2 w 4"/>
                    <a:gd name="T15" fmla="*/ 0 h 2"/>
                    <a:gd name="T16" fmla="*/ 2 w 4"/>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2" y="0"/>
                      </a:moveTo>
                      <a:lnTo>
                        <a:pt x="2" y="0"/>
                      </a:lnTo>
                      <a:lnTo>
                        <a:pt x="4" y="2"/>
                      </a:lnTo>
                      <a:lnTo>
                        <a:pt x="2" y="2"/>
                      </a:lnTo>
                      <a:lnTo>
                        <a:pt x="2" y="2"/>
                      </a:lnTo>
                      <a:lnTo>
                        <a:pt x="2" y="0"/>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3" name="Freeform 120">
                  <a:extLst>
                    <a:ext uri="{FF2B5EF4-FFF2-40B4-BE49-F238E27FC236}">
                      <a16:creationId xmlns:a16="http://schemas.microsoft.com/office/drawing/2014/main" id="{F43F2AA0-20FB-7E48-BA67-7C760A2B4979}"/>
                    </a:ext>
                  </a:extLst>
                </p:cNvPr>
                <p:cNvSpPr>
                  <a:spLocks/>
                </p:cNvSpPr>
                <p:nvPr/>
              </p:nvSpPr>
              <p:spPr bwMode="auto">
                <a:xfrm>
                  <a:off x="6089250" y="2088938"/>
                  <a:ext cx="7827" cy="12014"/>
                </a:xfrm>
                <a:custGeom>
                  <a:avLst/>
                  <a:gdLst>
                    <a:gd name="T0" fmla="*/ 2 w 4"/>
                    <a:gd name="T1" fmla="*/ 0 h 6"/>
                    <a:gd name="T2" fmla="*/ 2 w 4"/>
                    <a:gd name="T3" fmla="*/ 0 h 6"/>
                    <a:gd name="T4" fmla="*/ 2 w 4"/>
                    <a:gd name="T5" fmla="*/ 2 h 6"/>
                    <a:gd name="T6" fmla="*/ 2 w 4"/>
                    <a:gd name="T7" fmla="*/ 2 h 6"/>
                    <a:gd name="T8" fmla="*/ 4 w 4"/>
                    <a:gd name="T9" fmla="*/ 2 h 6"/>
                    <a:gd name="T10" fmla="*/ 4 w 4"/>
                    <a:gd name="T11" fmla="*/ 2 h 6"/>
                    <a:gd name="T12" fmla="*/ 2 w 4"/>
                    <a:gd name="T13" fmla="*/ 2 h 6"/>
                    <a:gd name="T14" fmla="*/ 2 w 4"/>
                    <a:gd name="T15" fmla="*/ 4 h 6"/>
                    <a:gd name="T16" fmla="*/ 2 w 4"/>
                    <a:gd name="T17" fmla="*/ 4 h 6"/>
                    <a:gd name="T18" fmla="*/ 0 w 4"/>
                    <a:gd name="T19" fmla="*/ 6 h 6"/>
                    <a:gd name="T20" fmla="*/ 0 w 4"/>
                    <a:gd name="T21" fmla="*/ 6 h 6"/>
                    <a:gd name="T22" fmla="*/ 0 w 4"/>
                    <a:gd name="T23" fmla="*/ 2 h 6"/>
                    <a:gd name="T24" fmla="*/ 0 w 4"/>
                    <a:gd name="T25" fmla="*/ 0 h 6"/>
                    <a:gd name="T26" fmla="*/ 2 w 4"/>
                    <a:gd name="T27" fmla="*/ 0 h 6"/>
                    <a:gd name="T28" fmla="*/ 2 w 4"/>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 h="6">
                      <a:moveTo>
                        <a:pt x="2" y="0"/>
                      </a:moveTo>
                      <a:lnTo>
                        <a:pt x="2" y="0"/>
                      </a:lnTo>
                      <a:lnTo>
                        <a:pt x="2" y="2"/>
                      </a:lnTo>
                      <a:lnTo>
                        <a:pt x="2" y="2"/>
                      </a:lnTo>
                      <a:lnTo>
                        <a:pt x="4" y="2"/>
                      </a:lnTo>
                      <a:lnTo>
                        <a:pt x="4" y="2"/>
                      </a:lnTo>
                      <a:lnTo>
                        <a:pt x="2" y="2"/>
                      </a:lnTo>
                      <a:lnTo>
                        <a:pt x="2" y="4"/>
                      </a:lnTo>
                      <a:lnTo>
                        <a:pt x="2" y="4"/>
                      </a:lnTo>
                      <a:lnTo>
                        <a:pt x="0" y="6"/>
                      </a:lnTo>
                      <a:lnTo>
                        <a:pt x="0" y="6"/>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4" name="Freeform 121">
                  <a:extLst>
                    <a:ext uri="{FF2B5EF4-FFF2-40B4-BE49-F238E27FC236}">
                      <a16:creationId xmlns:a16="http://schemas.microsoft.com/office/drawing/2014/main" id="{09F77EC2-61D4-5B4C-A00A-AAFB862B36FC}"/>
                    </a:ext>
                  </a:extLst>
                </p:cNvPr>
                <p:cNvSpPr>
                  <a:spLocks/>
                </p:cNvSpPr>
                <p:nvPr/>
              </p:nvSpPr>
              <p:spPr bwMode="auto">
                <a:xfrm>
                  <a:off x="6034456" y="1640412"/>
                  <a:ext cx="686873" cy="640753"/>
                </a:xfrm>
                <a:custGeom>
                  <a:avLst/>
                  <a:gdLst>
                    <a:gd name="T0" fmla="*/ 91 w 351"/>
                    <a:gd name="T1" fmla="*/ 280 h 320"/>
                    <a:gd name="T2" fmla="*/ 95 w 351"/>
                    <a:gd name="T3" fmla="*/ 252 h 320"/>
                    <a:gd name="T4" fmla="*/ 97 w 351"/>
                    <a:gd name="T5" fmla="*/ 228 h 320"/>
                    <a:gd name="T6" fmla="*/ 103 w 351"/>
                    <a:gd name="T7" fmla="*/ 186 h 320"/>
                    <a:gd name="T8" fmla="*/ 131 w 351"/>
                    <a:gd name="T9" fmla="*/ 172 h 320"/>
                    <a:gd name="T10" fmla="*/ 149 w 351"/>
                    <a:gd name="T11" fmla="*/ 126 h 320"/>
                    <a:gd name="T12" fmla="*/ 169 w 351"/>
                    <a:gd name="T13" fmla="*/ 100 h 320"/>
                    <a:gd name="T14" fmla="*/ 187 w 351"/>
                    <a:gd name="T15" fmla="*/ 88 h 320"/>
                    <a:gd name="T16" fmla="*/ 205 w 351"/>
                    <a:gd name="T17" fmla="*/ 64 h 320"/>
                    <a:gd name="T18" fmla="*/ 257 w 351"/>
                    <a:gd name="T19" fmla="*/ 72 h 320"/>
                    <a:gd name="T20" fmla="*/ 281 w 351"/>
                    <a:gd name="T21" fmla="*/ 64 h 320"/>
                    <a:gd name="T22" fmla="*/ 301 w 351"/>
                    <a:gd name="T23" fmla="*/ 42 h 320"/>
                    <a:gd name="T24" fmla="*/ 333 w 351"/>
                    <a:gd name="T25" fmla="*/ 58 h 320"/>
                    <a:gd name="T26" fmla="*/ 341 w 351"/>
                    <a:gd name="T27" fmla="*/ 42 h 320"/>
                    <a:gd name="T28" fmla="*/ 337 w 351"/>
                    <a:gd name="T29" fmla="*/ 40 h 320"/>
                    <a:gd name="T30" fmla="*/ 347 w 351"/>
                    <a:gd name="T31" fmla="*/ 28 h 320"/>
                    <a:gd name="T32" fmla="*/ 327 w 351"/>
                    <a:gd name="T33" fmla="*/ 8 h 320"/>
                    <a:gd name="T34" fmla="*/ 315 w 351"/>
                    <a:gd name="T35" fmla="*/ 16 h 320"/>
                    <a:gd name="T36" fmla="*/ 309 w 351"/>
                    <a:gd name="T37" fmla="*/ 0 h 320"/>
                    <a:gd name="T38" fmla="*/ 301 w 351"/>
                    <a:gd name="T39" fmla="*/ 20 h 320"/>
                    <a:gd name="T40" fmla="*/ 295 w 351"/>
                    <a:gd name="T41" fmla="*/ 20 h 320"/>
                    <a:gd name="T42" fmla="*/ 289 w 351"/>
                    <a:gd name="T43" fmla="*/ 16 h 320"/>
                    <a:gd name="T44" fmla="*/ 275 w 351"/>
                    <a:gd name="T45" fmla="*/ 24 h 320"/>
                    <a:gd name="T46" fmla="*/ 275 w 351"/>
                    <a:gd name="T47" fmla="*/ 14 h 320"/>
                    <a:gd name="T48" fmla="*/ 263 w 351"/>
                    <a:gd name="T49" fmla="*/ 22 h 320"/>
                    <a:gd name="T50" fmla="*/ 245 w 351"/>
                    <a:gd name="T51" fmla="*/ 32 h 320"/>
                    <a:gd name="T52" fmla="*/ 225 w 351"/>
                    <a:gd name="T53" fmla="*/ 24 h 320"/>
                    <a:gd name="T54" fmla="*/ 229 w 351"/>
                    <a:gd name="T55" fmla="*/ 36 h 320"/>
                    <a:gd name="T56" fmla="*/ 221 w 351"/>
                    <a:gd name="T57" fmla="*/ 36 h 320"/>
                    <a:gd name="T58" fmla="*/ 211 w 351"/>
                    <a:gd name="T59" fmla="*/ 38 h 320"/>
                    <a:gd name="T60" fmla="*/ 195 w 351"/>
                    <a:gd name="T61" fmla="*/ 36 h 320"/>
                    <a:gd name="T62" fmla="*/ 189 w 351"/>
                    <a:gd name="T63" fmla="*/ 50 h 320"/>
                    <a:gd name="T64" fmla="*/ 181 w 351"/>
                    <a:gd name="T65" fmla="*/ 54 h 320"/>
                    <a:gd name="T66" fmla="*/ 169 w 351"/>
                    <a:gd name="T67" fmla="*/ 76 h 320"/>
                    <a:gd name="T68" fmla="*/ 171 w 351"/>
                    <a:gd name="T69" fmla="*/ 82 h 320"/>
                    <a:gd name="T70" fmla="*/ 151 w 351"/>
                    <a:gd name="T71" fmla="*/ 92 h 320"/>
                    <a:gd name="T72" fmla="*/ 157 w 351"/>
                    <a:gd name="T73" fmla="*/ 102 h 320"/>
                    <a:gd name="T74" fmla="*/ 141 w 351"/>
                    <a:gd name="T75" fmla="*/ 120 h 320"/>
                    <a:gd name="T76" fmla="*/ 125 w 351"/>
                    <a:gd name="T77" fmla="*/ 132 h 320"/>
                    <a:gd name="T78" fmla="*/ 103 w 351"/>
                    <a:gd name="T79" fmla="*/ 152 h 320"/>
                    <a:gd name="T80" fmla="*/ 91 w 351"/>
                    <a:gd name="T81" fmla="*/ 168 h 320"/>
                    <a:gd name="T82" fmla="*/ 74 w 351"/>
                    <a:gd name="T83" fmla="*/ 184 h 320"/>
                    <a:gd name="T84" fmla="*/ 79 w 351"/>
                    <a:gd name="T85" fmla="*/ 196 h 320"/>
                    <a:gd name="T86" fmla="*/ 54 w 351"/>
                    <a:gd name="T87" fmla="*/ 198 h 320"/>
                    <a:gd name="T88" fmla="*/ 42 w 351"/>
                    <a:gd name="T89" fmla="*/ 204 h 320"/>
                    <a:gd name="T90" fmla="*/ 32 w 351"/>
                    <a:gd name="T91" fmla="*/ 218 h 320"/>
                    <a:gd name="T92" fmla="*/ 24 w 351"/>
                    <a:gd name="T93" fmla="*/ 228 h 320"/>
                    <a:gd name="T94" fmla="*/ 4 w 351"/>
                    <a:gd name="T95" fmla="*/ 228 h 320"/>
                    <a:gd name="T96" fmla="*/ 0 w 351"/>
                    <a:gd name="T97" fmla="*/ 248 h 320"/>
                    <a:gd name="T98" fmla="*/ 18 w 351"/>
                    <a:gd name="T99" fmla="*/ 244 h 320"/>
                    <a:gd name="T100" fmla="*/ 30 w 351"/>
                    <a:gd name="T101" fmla="*/ 250 h 320"/>
                    <a:gd name="T102" fmla="*/ 6 w 351"/>
                    <a:gd name="T103" fmla="*/ 256 h 320"/>
                    <a:gd name="T104" fmla="*/ 0 w 351"/>
                    <a:gd name="T105" fmla="*/ 264 h 320"/>
                    <a:gd name="T106" fmla="*/ 6 w 351"/>
                    <a:gd name="T107" fmla="*/ 270 h 320"/>
                    <a:gd name="T108" fmla="*/ 28 w 351"/>
                    <a:gd name="T109" fmla="*/ 264 h 320"/>
                    <a:gd name="T110" fmla="*/ 14 w 351"/>
                    <a:gd name="T111" fmla="*/ 282 h 320"/>
                    <a:gd name="T112" fmla="*/ 10 w 351"/>
                    <a:gd name="T113" fmla="*/ 290 h 320"/>
                    <a:gd name="T114" fmla="*/ 14 w 351"/>
                    <a:gd name="T115" fmla="*/ 304 h 320"/>
                    <a:gd name="T116" fmla="*/ 32 w 351"/>
                    <a:gd name="T117" fmla="*/ 320 h 320"/>
                    <a:gd name="T118" fmla="*/ 68 w 351"/>
                    <a:gd name="T119" fmla="*/ 30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1" h="320">
                      <a:moveTo>
                        <a:pt x="85" y="300"/>
                      </a:moveTo>
                      <a:lnTo>
                        <a:pt x="85" y="300"/>
                      </a:lnTo>
                      <a:lnTo>
                        <a:pt x="89" y="300"/>
                      </a:lnTo>
                      <a:lnTo>
                        <a:pt x="89" y="300"/>
                      </a:lnTo>
                      <a:lnTo>
                        <a:pt x="91" y="300"/>
                      </a:lnTo>
                      <a:lnTo>
                        <a:pt x="91" y="298"/>
                      </a:lnTo>
                      <a:lnTo>
                        <a:pt x="93" y="292"/>
                      </a:lnTo>
                      <a:lnTo>
                        <a:pt x="93" y="292"/>
                      </a:lnTo>
                      <a:lnTo>
                        <a:pt x="91" y="290"/>
                      </a:lnTo>
                      <a:lnTo>
                        <a:pt x="89" y="284"/>
                      </a:lnTo>
                      <a:lnTo>
                        <a:pt x="89" y="284"/>
                      </a:lnTo>
                      <a:lnTo>
                        <a:pt x="89" y="282"/>
                      </a:lnTo>
                      <a:lnTo>
                        <a:pt x="91" y="280"/>
                      </a:lnTo>
                      <a:lnTo>
                        <a:pt x="91" y="280"/>
                      </a:lnTo>
                      <a:lnTo>
                        <a:pt x="93" y="280"/>
                      </a:lnTo>
                      <a:lnTo>
                        <a:pt x="93" y="278"/>
                      </a:lnTo>
                      <a:lnTo>
                        <a:pt x="93" y="276"/>
                      </a:lnTo>
                      <a:lnTo>
                        <a:pt x="95" y="274"/>
                      </a:lnTo>
                      <a:lnTo>
                        <a:pt x="95" y="274"/>
                      </a:lnTo>
                      <a:lnTo>
                        <a:pt x="97" y="272"/>
                      </a:lnTo>
                      <a:lnTo>
                        <a:pt x="95" y="268"/>
                      </a:lnTo>
                      <a:lnTo>
                        <a:pt x="95" y="268"/>
                      </a:lnTo>
                      <a:lnTo>
                        <a:pt x="93" y="266"/>
                      </a:lnTo>
                      <a:lnTo>
                        <a:pt x="93" y="264"/>
                      </a:lnTo>
                      <a:lnTo>
                        <a:pt x="95" y="260"/>
                      </a:lnTo>
                      <a:lnTo>
                        <a:pt x="95" y="260"/>
                      </a:lnTo>
                      <a:lnTo>
                        <a:pt x="95" y="252"/>
                      </a:lnTo>
                      <a:lnTo>
                        <a:pt x="95" y="252"/>
                      </a:lnTo>
                      <a:lnTo>
                        <a:pt x="95" y="252"/>
                      </a:lnTo>
                      <a:lnTo>
                        <a:pt x="99" y="250"/>
                      </a:lnTo>
                      <a:lnTo>
                        <a:pt x="99" y="250"/>
                      </a:lnTo>
                      <a:lnTo>
                        <a:pt x="101" y="248"/>
                      </a:lnTo>
                      <a:lnTo>
                        <a:pt x="101" y="246"/>
                      </a:lnTo>
                      <a:lnTo>
                        <a:pt x="101" y="242"/>
                      </a:lnTo>
                      <a:lnTo>
                        <a:pt x="101" y="242"/>
                      </a:lnTo>
                      <a:lnTo>
                        <a:pt x="99" y="236"/>
                      </a:lnTo>
                      <a:lnTo>
                        <a:pt x="97" y="234"/>
                      </a:lnTo>
                      <a:lnTo>
                        <a:pt x="97" y="234"/>
                      </a:lnTo>
                      <a:lnTo>
                        <a:pt x="95" y="234"/>
                      </a:lnTo>
                      <a:lnTo>
                        <a:pt x="95" y="232"/>
                      </a:lnTo>
                      <a:lnTo>
                        <a:pt x="97" y="228"/>
                      </a:lnTo>
                      <a:lnTo>
                        <a:pt x="97" y="228"/>
                      </a:lnTo>
                      <a:lnTo>
                        <a:pt x="97" y="222"/>
                      </a:lnTo>
                      <a:lnTo>
                        <a:pt x="97" y="216"/>
                      </a:lnTo>
                      <a:lnTo>
                        <a:pt x="97" y="216"/>
                      </a:lnTo>
                      <a:lnTo>
                        <a:pt x="97" y="210"/>
                      </a:lnTo>
                      <a:lnTo>
                        <a:pt x="97" y="204"/>
                      </a:lnTo>
                      <a:lnTo>
                        <a:pt x="97" y="204"/>
                      </a:lnTo>
                      <a:lnTo>
                        <a:pt x="97" y="200"/>
                      </a:lnTo>
                      <a:lnTo>
                        <a:pt x="95" y="196"/>
                      </a:lnTo>
                      <a:lnTo>
                        <a:pt x="95" y="196"/>
                      </a:lnTo>
                      <a:lnTo>
                        <a:pt x="97" y="192"/>
                      </a:lnTo>
                      <a:lnTo>
                        <a:pt x="99" y="190"/>
                      </a:lnTo>
                      <a:lnTo>
                        <a:pt x="101" y="188"/>
                      </a:lnTo>
                      <a:lnTo>
                        <a:pt x="103" y="186"/>
                      </a:lnTo>
                      <a:lnTo>
                        <a:pt x="103" y="186"/>
                      </a:lnTo>
                      <a:lnTo>
                        <a:pt x="103" y="182"/>
                      </a:lnTo>
                      <a:lnTo>
                        <a:pt x="107" y="180"/>
                      </a:lnTo>
                      <a:lnTo>
                        <a:pt x="109" y="176"/>
                      </a:lnTo>
                      <a:lnTo>
                        <a:pt x="109" y="174"/>
                      </a:lnTo>
                      <a:lnTo>
                        <a:pt x="109" y="174"/>
                      </a:lnTo>
                      <a:lnTo>
                        <a:pt x="111" y="172"/>
                      </a:lnTo>
                      <a:lnTo>
                        <a:pt x="113" y="168"/>
                      </a:lnTo>
                      <a:lnTo>
                        <a:pt x="121" y="166"/>
                      </a:lnTo>
                      <a:lnTo>
                        <a:pt x="121" y="166"/>
                      </a:lnTo>
                      <a:lnTo>
                        <a:pt x="123" y="166"/>
                      </a:lnTo>
                      <a:lnTo>
                        <a:pt x="125" y="168"/>
                      </a:lnTo>
                      <a:lnTo>
                        <a:pt x="129" y="172"/>
                      </a:lnTo>
                      <a:lnTo>
                        <a:pt x="129" y="172"/>
                      </a:lnTo>
                      <a:lnTo>
                        <a:pt x="131" y="172"/>
                      </a:lnTo>
                      <a:lnTo>
                        <a:pt x="133" y="170"/>
                      </a:lnTo>
                      <a:lnTo>
                        <a:pt x="133" y="164"/>
                      </a:lnTo>
                      <a:lnTo>
                        <a:pt x="133" y="164"/>
                      </a:lnTo>
                      <a:lnTo>
                        <a:pt x="135" y="156"/>
                      </a:lnTo>
                      <a:lnTo>
                        <a:pt x="133" y="150"/>
                      </a:lnTo>
                      <a:lnTo>
                        <a:pt x="133" y="150"/>
                      </a:lnTo>
                      <a:lnTo>
                        <a:pt x="135" y="148"/>
                      </a:lnTo>
                      <a:lnTo>
                        <a:pt x="137" y="146"/>
                      </a:lnTo>
                      <a:lnTo>
                        <a:pt x="141" y="144"/>
                      </a:lnTo>
                      <a:lnTo>
                        <a:pt x="141" y="144"/>
                      </a:lnTo>
                      <a:lnTo>
                        <a:pt x="143" y="140"/>
                      </a:lnTo>
                      <a:lnTo>
                        <a:pt x="147" y="134"/>
                      </a:lnTo>
                      <a:lnTo>
                        <a:pt x="149" y="126"/>
                      </a:lnTo>
                      <a:lnTo>
                        <a:pt x="149" y="126"/>
                      </a:lnTo>
                      <a:lnTo>
                        <a:pt x="149" y="120"/>
                      </a:lnTo>
                      <a:lnTo>
                        <a:pt x="151" y="118"/>
                      </a:lnTo>
                      <a:lnTo>
                        <a:pt x="153" y="116"/>
                      </a:lnTo>
                      <a:lnTo>
                        <a:pt x="153" y="116"/>
                      </a:lnTo>
                      <a:lnTo>
                        <a:pt x="157" y="116"/>
                      </a:lnTo>
                      <a:lnTo>
                        <a:pt x="157" y="114"/>
                      </a:lnTo>
                      <a:lnTo>
                        <a:pt x="157" y="114"/>
                      </a:lnTo>
                      <a:lnTo>
                        <a:pt x="157" y="114"/>
                      </a:lnTo>
                      <a:lnTo>
                        <a:pt x="159" y="112"/>
                      </a:lnTo>
                      <a:lnTo>
                        <a:pt x="161" y="110"/>
                      </a:lnTo>
                      <a:lnTo>
                        <a:pt x="165" y="106"/>
                      </a:lnTo>
                      <a:lnTo>
                        <a:pt x="165" y="106"/>
                      </a:lnTo>
                      <a:lnTo>
                        <a:pt x="167" y="104"/>
                      </a:lnTo>
                      <a:lnTo>
                        <a:pt x="169" y="100"/>
                      </a:lnTo>
                      <a:lnTo>
                        <a:pt x="169" y="100"/>
                      </a:lnTo>
                      <a:lnTo>
                        <a:pt x="169" y="94"/>
                      </a:lnTo>
                      <a:lnTo>
                        <a:pt x="171" y="90"/>
                      </a:lnTo>
                      <a:lnTo>
                        <a:pt x="171" y="90"/>
                      </a:lnTo>
                      <a:lnTo>
                        <a:pt x="175" y="86"/>
                      </a:lnTo>
                      <a:lnTo>
                        <a:pt x="177" y="84"/>
                      </a:lnTo>
                      <a:lnTo>
                        <a:pt x="177" y="84"/>
                      </a:lnTo>
                      <a:lnTo>
                        <a:pt x="183" y="90"/>
                      </a:lnTo>
                      <a:lnTo>
                        <a:pt x="187" y="92"/>
                      </a:lnTo>
                      <a:lnTo>
                        <a:pt x="187" y="92"/>
                      </a:lnTo>
                      <a:lnTo>
                        <a:pt x="187" y="92"/>
                      </a:lnTo>
                      <a:lnTo>
                        <a:pt x="187" y="92"/>
                      </a:lnTo>
                      <a:lnTo>
                        <a:pt x="185" y="90"/>
                      </a:lnTo>
                      <a:lnTo>
                        <a:pt x="187" y="88"/>
                      </a:lnTo>
                      <a:lnTo>
                        <a:pt x="187" y="84"/>
                      </a:lnTo>
                      <a:lnTo>
                        <a:pt x="187" y="84"/>
                      </a:lnTo>
                      <a:lnTo>
                        <a:pt x="187" y="82"/>
                      </a:lnTo>
                      <a:lnTo>
                        <a:pt x="187" y="82"/>
                      </a:lnTo>
                      <a:lnTo>
                        <a:pt x="191" y="82"/>
                      </a:lnTo>
                      <a:lnTo>
                        <a:pt x="191" y="82"/>
                      </a:lnTo>
                      <a:lnTo>
                        <a:pt x="195" y="82"/>
                      </a:lnTo>
                      <a:lnTo>
                        <a:pt x="201" y="84"/>
                      </a:lnTo>
                      <a:lnTo>
                        <a:pt x="201" y="84"/>
                      </a:lnTo>
                      <a:lnTo>
                        <a:pt x="203" y="82"/>
                      </a:lnTo>
                      <a:lnTo>
                        <a:pt x="203" y="80"/>
                      </a:lnTo>
                      <a:lnTo>
                        <a:pt x="205" y="76"/>
                      </a:lnTo>
                      <a:lnTo>
                        <a:pt x="207" y="68"/>
                      </a:lnTo>
                      <a:lnTo>
                        <a:pt x="205" y="64"/>
                      </a:lnTo>
                      <a:lnTo>
                        <a:pt x="211" y="64"/>
                      </a:lnTo>
                      <a:lnTo>
                        <a:pt x="217" y="60"/>
                      </a:lnTo>
                      <a:lnTo>
                        <a:pt x="219" y="58"/>
                      </a:lnTo>
                      <a:lnTo>
                        <a:pt x="219" y="58"/>
                      </a:lnTo>
                      <a:lnTo>
                        <a:pt x="219" y="56"/>
                      </a:lnTo>
                      <a:lnTo>
                        <a:pt x="221" y="56"/>
                      </a:lnTo>
                      <a:lnTo>
                        <a:pt x="225" y="56"/>
                      </a:lnTo>
                      <a:lnTo>
                        <a:pt x="239" y="72"/>
                      </a:lnTo>
                      <a:lnTo>
                        <a:pt x="239" y="72"/>
                      </a:lnTo>
                      <a:lnTo>
                        <a:pt x="245" y="70"/>
                      </a:lnTo>
                      <a:lnTo>
                        <a:pt x="253" y="70"/>
                      </a:lnTo>
                      <a:lnTo>
                        <a:pt x="253" y="70"/>
                      </a:lnTo>
                      <a:lnTo>
                        <a:pt x="257" y="72"/>
                      </a:lnTo>
                      <a:lnTo>
                        <a:pt x="257" y="72"/>
                      </a:lnTo>
                      <a:lnTo>
                        <a:pt x="257" y="70"/>
                      </a:lnTo>
                      <a:lnTo>
                        <a:pt x="259" y="70"/>
                      </a:lnTo>
                      <a:lnTo>
                        <a:pt x="259" y="70"/>
                      </a:lnTo>
                      <a:lnTo>
                        <a:pt x="263" y="70"/>
                      </a:lnTo>
                      <a:lnTo>
                        <a:pt x="263" y="72"/>
                      </a:lnTo>
                      <a:lnTo>
                        <a:pt x="271" y="78"/>
                      </a:lnTo>
                      <a:lnTo>
                        <a:pt x="271" y="78"/>
                      </a:lnTo>
                      <a:lnTo>
                        <a:pt x="271" y="76"/>
                      </a:lnTo>
                      <a:lnTo>
                        <a:pt x="271" y="74"/>
                      </a:lnTo>
                      <a:lnTo>
                        <a:pt x="273" y="72"/>
                      </a:lnTo>
                      <a:lnTo>
                        <a:pt x="273" y="72"/>
                      </a:lnTo>
                      <a:lnTo>
                        <a:pt x="279" y="68"/>
                      </a:lnTo>
                      <a:lnTo>
                        <a:pt x="281" y="64"/>
                      </a:lnTo>
                      <a:lnTo>
                        <a:pt x="281" y="64"/>
                      </a:lnTo>
                      <a:lnTo>
                        <a:pt x="281" y="58"/>
                      </a:lnTo>
                      <a:lnTo>
                        <a:pt x="279" y="56"/>
                      </a:lnTo>
                      <a:lnTo>
                        <a:pt x="279" y="56"/>
                      </a:lnTo>
                      <a:lnTo>
                        <a:pt x="281" y="54"/>
                      </a:lnTo>
                      <a:lnTo>
                        <a:pt x="281" y="50"/>
                      </a:lnTo>
                      <a:lnTo>
                        <a:pt x="281" y="50"/>
                      </a:lnTo>
                      <a:lnTo>
                        <a:pt x="283" y="48"/>
                      </a:lnTo>
                      <a:lnTo>
                        <a:pt x="287" y="46"/>
                      </a:lnTo>
                      <a:lnTo>
                        <a:pt x="287" y="46"/>
                      </a:lnTo>
                      <a:lnTo>
                        <a:pt x="289" y="44"/>
                      </a:lnTo>
                      <a:lnTo>
                        <a:pt x="291" y="42"/>
                      </a:lnTo>
                      <a:lnTo>
                        <a:pt x="293" y="40"/>
                      </a:lnTo>
                      <a:lnTo>
                        <a:pt x="293" y="40"/>
                      </a:lnTo>
                      <a:lnTo>
                        <a:pt x="301" y="42"/>
                      </a:lnTo>
                      <a:lnTo>
                        <a:pt x="301" y="42"/>
                      </a:lnTo>
                      <a:lnTo>
                        <a:pt x="303" y="42"/>
                      </a:lnTo>
                      <a:lnTo>
                        <a:pt x="307" y="38"/>
                      </a:lnTo>
                      <a:lnTo>
                        <a:pt x="311" y="36"/>
                      </a:lnTo>
                      <a:lnTo>
                        <a:pt x="311" y="36"/>
                      </a:lnTo>
                      <a:lnTo>
                        <a:pt x="315" y="40"/>
                      </a:lnTo>
                      <a:lnTo>
                        <a:pt x="319" y="48"/>
                      </a:lnTo>
                      <a:lnTo>
                        <a:pt x="319" y="48"/>
                      </a:lnTo>
                      <a:lnTo>
                        <a:pt x="327" y="54"/>
                      </a:lnTo>
                      <a:lnTo>
                        <a:pt x="327" y="54"/>
                      </a:lnTo>
                      <a:lnTo>
                        <a:pt x="333" y="54"/>
                      </a:lnTo>
                      <a:lnTo>
                        <a:pt x="333" y="54"/>
                      </a:lnTo>
                      <a:lnTo>
                        <a:pt x="333" y="58"/>
                      </a:lnTo>
                      <a:lnTo>
                        <a:pt x="333" y="58"/>
                      </a:lnTo>
                      <a:lnTo>
                        <a:pt x="335" y="60"/>
                      </a:lnTo>
                      <a:lnTo>
                        <a:pt x="335" y="60"/>
                      </a:lnTo>
                      <a:lnTo>
                        <a:pt x="337" y="60"/>
                      </a:lnTo>
                      <a:lnTo>
                        <a:pt x="337" y="60"/>
                      </a:lnTo>
                      <a:lnTo>
                        <a:pt x="339" y="54"/>
                      </a:lnTo>
                      <a:lnTo>
                        <a:pt x="339" y="50"/>
                      </a:lnTo>
                      <a:lnTo>
                        <a:pt x="339" y="50"/>
                      </a:lnTo>
                      <a:lnTo>
                        <a:pt x="339" y="44"/>
                      </a:lnTo>
                      <a:lnTo>
                        <a:pt x="337" y="42"/>
                      </a:lnTo>
                      <a:lnTo>
                        <a:pt x="337" y="42"/>
                      </a:lnTo>
                      <a:lnTo>
                        <a:pt x="339" y="42"/>
                      </a:lnTo>
                      <a:lnTo>
                        <a:pt x="341" y="42"/>
                      </a:lnTo>
                      <a:lnTo>
                        <a:pt x="341" y="42"/>
                      </a:lnTo>
                      <a:lnTo>
                        <a:pt x="341" y="42"/>
                      </a:lnTo>
                      <a:lnTo>
                        <a:pt x="343" y="40"/>
                      </a:lnTo>
                      <a:lnTo>
                        <a:pt x="347" y="38"/>
                      </a:lnTo>
                      <a:lnTo>
                        <a:pt x="351" y="36"/>
                      </a:lnTo>
                      <a:lnTo>
                        <a:pt x="351" y="36"/>
                      </a:lnTo>
                      <a:lnTo>
                        <a:pt x="347" y="36"/>
                      </a:lnTo>
                      <a:lnTo>
                        <a:pt x="347" y="36"/>
                      </a:lnTo>
                      <a:lnTo>
                        <a:pt x="345" y="34"/>
                      </a:lnTo>
                      <a:lnTo>
                        <a:pt x="345" y="34"/>
                      </a:lnTo>
                      <a:lnTo>
                        <a:pt x="341" y="40"/>
                      </a:lnTo>
                      <a:lnTo>
                        <a:pt x="341" y="40"/>
                      </a:lnTo>
                      <a:lnTo>
                        <a:pt x="339" y="36"/>
                      </a:lnTo>
                      <a:lnTo>
                        <a:pt x="339" y="36"/>
                      </a:lnTo>
                      <a:lnTo>
                        <a:pt x="339" y="38"/>
                      </a:lnTo>
                      <a:lnTo>
                        <a:pt x="337" y="40"/>
                      </a:lnTo>
                      <a:lnTo>
                        <a:pt x="337" y="40"/>
                      </a:lnTo>
                      <a:lnTo>
                        <a:pt x="333" y="42"/>
                      </a:lnTo>
                      <a:lnTo>
                        <a:pt x="333" y="42"/>
                      </a:lnTo>
                      <a:lnTo>
                        <a:pt x="333" y="36"/>
                      </a:lnTo>
                      <a:lnTo>
                        <a:pt x="333" y="36"/>
                      </a:lnTo>
                      <a:lnTo>
                        <a:pt x="329" y="32"/>
                      </a:lnTo>
                      <a:lnTo>
                        <a:pt x="329" y="32"/>
                      </a:lnTo>
                      <a:lnTo>
                        <a:pt x="335" y="34"/>
                      </a:lnTo>
                      <a:lnTo>
                        <a:pt x="341" y="32"/>
                      </a:lnTo>
                      <a:lnTo>
                        <a:pt x="341" y="32"/>
                      </a:lnTo>
                      <a:lnTo>
                        <a:pt x="341" y="30"/>
                      </a:lnTo>
                      <a:lnTo>
                        <a:pt x="343" y="28"/>
                      </a:lnTo>
                      <a:lnTo>
                        <a:pt x="343" y="28"/>
                      </a:lnTo>
                      <a:lnTo>
                        <a:pt x="347" y="28"/>
                      </a:lnTo>
                      <a:lnTo>
                        <a:pt x="351" y="28"/>
                      </a:lnTo>
                      <a:lnTo>
                        <a:pt x="351" y="28"/>
                      </a:lnTo>
                      <a:lnTo>
                        <a:pt x="347" y="20"/>
                      </a:lnTo>
                      <a:lnTo>
                        <a:pt x="345" y="20"/>
                      </a:lnTo>
                      <a:lnTo>
                        <a:pt x="339" y="20"/>
                      </a:lnTo>
                      <a:lnTo>
                        <a:pt x="339" y="20"/>
                      </a:lnTo>
                      <a:lnTo>
                        <a:pt x="341" y="16"/>
                      </a:lnTo>
                      <a:lnTo>
                        <a:pt x="341" y="14"/>
                      </a:lnTo>
                      <a:lnTo>
                        <a:pt x="335" y="18"/>
                      </a:lnTo>
                      <a:lnTo>
                        <a:pt x="335" y="18"/>
                      </a:lnTo>
                      <a:lnTo>
                        <a:pt x="331" y="8"/>
                      </a:lnTo>
                      <a:lnTo>
                        <a:pt x="331" y="8"/>
                      </a:lnTo>
                      <a:lnTo>
                        <a:pt x="327" y="8"/>
                      </a:lnTo>
                      <a:lnTo>
                        <a:pt x="327" y="8"/>
                      </a:lnTo>
                      <a:lnTo>
                        <a:pt x="323" y="14"/>
                      </a:lnTo>
                      <a:lnTo>
                        <a:pt x="325" y="20"/>
                      </a:lnTo>
                      <a:lnTo>
                        <a:pt x="325" y="20"/>
                      </a:lnTo>
                      <a:lnTo>
                        <a:pt x="321" y="22"/>
                      </a:lnTo>
                      <a:lnTo>
                        <a:pt x="321" y="22"/>
                      </a:lnTo>
                      <a:lnTo>
                        <a:pt x="319" y="20"/>
                      </a:lnTo>
                      <a:lnTo>
                        <a:pt x="321" y="16"/>
                      </a:lnTo>
                      <a:lnTo>
                        <a:pt x="321" y="12"/>
                      </a:lnTo>
                      <a:lnTo>
                        <a:pt x="319" y="12"/>
                      </a:lnTo>
                      <a:lnTo>
                        <a:pt x="319" y="12"/>
                      </a:lnTo>
                      <a:lnTo>
                        <a:pt x="317" y="14"/>
                      </a:lnTo>
                      <a:lnTo>
                        <a:pt x="317" y="14"/>
                      </a:lnTo>
                      <a:lnTo>
                        <a:pt x="317" y="16"/>
                      </a:lnTo>
                      <a:lnTo>
                        <a:pt x="315" y="16"/>
                      </a:lnTo>
                      <a:lnTo>
                        <a:pt x="315" y="16"/>
                      </a:lnTo>
                      <a:lnTo>
                        <a:pt x="315" y="12"/>
                      </a:lnTo>
                      <a:lnTo>
                        <a:pt x="315" y="10"/>
                      </a:lnTo>
                      <a:lnTo>
                        <a:pt x="315" y="10"/>
                      </a:lnTo>
                      <a:lnTo>
                        <a:pt x="319" y="8"/>
                      </a:lnTo>
                      <a:lnTo>
                        <a:pt x="321" y="8"/>
                      </a:lnTo>
                      <a:lnTo>
                        <a:pt x="319" y="6"/>
                      </a:lnTo>
                      <a:lnTo>
                        <a:pt x="319" y="6"/>
                      </a:lnTo>
                      <a:lnTo>
                        <a:pt x="319" y="2"/>
                      </a:lnTo>
                      <a:lnTo>
                        <a:pt x="319" y="2"/>
                      </a:lnTo>
                      <a:lnTo>
                        <a:pt x="313" y="2"/>
                      </a:lnTo>
                      <a:lnTo>
                        <a:pt x="313" y="0"/>
                      </a:lnTo>
                      <a:lnTo>
                        <a:pt x="313" y="0"/>
                      </a:lnTo>
                      <a:lnTo>
                        <a:pt x="309" y="0"/>
                      </a:lnTo>
                      <a:lnTo>
                        <a:pt x="309" y="0"/>
                      </a:lnTo>
                      <a:lnTo>
                        <a:pt x="309" y="6"/>
                      </a:lnTo>
                      <a:lnTo>
                        <a:pt x="307" y="6"/>
                      </a:lnTo>
                      <a:lnTo>
                        <a:pt x="307" y="6"/>
                      </a:lnTo>
                      <a:lnTo>
                        <a:pt x="305" y="6"/>
                      </a:lnTo>
                      <a:lnTo>
                        <a:pt x="305" y="6"/>
                      </a:lnTo>
                      <a:lnTo>
                        <a:pt x="305" y="10"/>
                      </a:lnTo>
                      <a:lnTo>
                        <a:pt x="305" y="10"/>
                      </a:lnTo>
                      <a:lnTo>
                        <a:pt x="307" y="12"/>
                      </a:lnTo>
                      <a:lnTo>
                        <a:pt x="307" y="12"/>
                      </a:lnTo>
                      <a:lnTo>
                        <a:pt x="303" y="14"/>
                      </a:lnTo>
                      <a:lnTo>
                        <a:pt x="303" y="14"/>
                      </a:lnTo>
                      <a:lnTo>
                        <a:pt x="301" y="18"/>
                      </a:lnTo>
                      <a:lnTo>
                        <a:pt x="301" y="20"/>
                      </a:lnTo>
                      <a:lnTo>
                        <a:pt x="301" y="20"/>
                      </a:lnTo>
                      <a:lnTo>
                        <a:pt x="295" y="24"/>
                      </a:lnTo>
                      <a:lnTo>
                        <a:pt x="295" y="24"/>
                      </a:lnTo>
                      <a:lnTo>
                        <a:pt x="295" y="28"/>
                      </a:lnTo>
                      <a:lnTo>
                        <a:pt x="295" y="28"/>
                      </a:lnTo>
                      <a:lnTo>
                        <a:pt x="293" y="26"/>
                      </a:lnTo>
                      <a:lnTo>
                        <a:pt x="293" y="24"/>
                      </a:lnTo>
                      <a:lnTo>
                        <a:pt x="293" y="20"/>
                      </a:lnTo>
                      <a:lnTo>
                        <a:pt x="293" y="20"/>
                      </a:lnTo>
                      <a:lnTo>
                        <a:pt x="293" y="20"/>
                      </a:lnTo>
                      <a:lnTo>
                        <a:pt x="293" y="22"/>
                      </a:lnTo>
                      <a:lnTo>
                        <a:pt x="295" y="22"/>
                      </a:lnTo>
                      <a:lnTo>
                        <a:pt x="295" y="20"/>
                      </a:lnTo>
                      <a:lnTo>
                        <a:pt x="295" y="20"/>
                      </a:lnTo>
                      <a:lnTo>
                        <a:pt x="295" y="18"/>
                      </a:lnTo>
                      <a:lnTo>
                        <a:pt x="295" y="16"/>
                      </a:lnTo>
                      <a:lnTo>
                        <a:pt x="295" y="16"/>
                      </a:lnTo>
                      <a:lnTo>
                        <a:pt x="297" y="12"/>
                      </a:lnTo>
                      <a:lnTo>
                        <a:pt x="297" y="12"/>
                      </a:lnTo>
                      <a:lnTo>
                        <a:pt x="297" y="10"/>
                      </a:lnTo>
                      <a:lnTo>
                        <a:pt x="297" y="8"/>
                      </a:lnTo>
                      <a:lnTo>
                        <a:pt x="295" y="8"/>
                      </a:lnTo>
                      <a:lnTo>
                        <a:pt x="295" y="8"/>
                      </a:lnTo>
                      <a:lnTo>
                        <a:pt x="295" y="12"/>
                      </a:lnTo>
                      <a:lnTo>
                        <a:pt x="293" y="12"/>
                      </a:lnTo>
                      <a:lnTo>
                        <a:pt x="293" y="12"/>
                      </a:lnTo>
                      <a:lnTo>
                        <a:pt x="291" y="16"/>
                      </a:lnTo>
                      <a:lnTo>
                        <a:pt x="289" y="16"/>
                      </a:lnTo>
                      <a:lnTo>
                        <a:pt x="289" y="16"/>
                      </a:lnTo>
                      <a:lnTo>
                        <a:pt x="285" y="24"/>
                      </a:lnTo>
                      <a:lnTo>
                        <a:pt x="285" y="24"/>
                      </a:lnTo>
                      <a:lnTo>
                        <a:pt x="283" y="26"/>
                      </a:lnTo>
                      <a:lnTo>
                        <a:pt x="279" y="28"/>
                      </a:lnTo>
                      <a:lnTo>
                        <a:pt x="279" y="28"/>
                      </a:lnTo>
                      <a:lnTo>
                        <a:pt x="279" y="30"/>
                      </a:lnTo>
                      <a:lnTo>
                        <a:pt x="279" y="34"/>
                      </a:lnTo>
                      <a:lnTo>
                        <a:pt x="279" y="34"/>
                      </a:lnTo>
                      <a:lnTo>
                        <a:pt x="275" y="38"/>
                      </a:lnTo>
                      <a:lnTo>
                        <a:pt x="275" y="38"/>
                      </a:lnTo>
                      <a:lnTo>
                        <a:pt x="273" y="36"/>
                      </a:lnTo>
                      <a:lnTo>
                        <a:pt x="273" y="36"/>
                      </a:lnTo>
                      <a:lnTo>
                        <a:pt x="275" y="24"/>
                      </a:lnTo>
                      <a:lnTo>
                        <a:pt x="275" y="24"/>
                      </a:lnTo>
                      <a:lnTo>
                        <a:pt x="279" y="24"/>
                      </a:lnTo>
                      <a:lnTo>
                        <a:pt x="281" y="22"/>
                      </a:lnTo>
                      <a:lnTo>
                        <a:pt x="281" y="22"/>
                      </a:lnTo>
                      <a:lnTo>
                        <a:pt x="283" y="16"/>
                      </a:lnTo>
                      <a:lnTo>
                        <a:pt x="283" y="16"/>
                      </a:lnTo>
                      <a:lnTo>
                        <a:pt x="277" y="16"/>
                      </a:lnTo>
                      <a:lnTo>
                        <a:pt x="277" y="16"/>
                      </a:lnTo>
                      <a:lnTo>
                        <a:pt x="277" y="12"/>
                      </a:lnTo>
                      <a:lnTo>
                        <a:pt x="277" y="12"/>
                      </a:lnTo>
                      <a:lnTo>
                        <a:pt x="277" y="12"/>
                      </a:lnTo>
                      <a:lnTo>
                        <a:pt x="275" y="12"/>
                      </a:lnTo>
                      <a:lnTo>
                        <a:pt x="275" y="14"/>
                      </a:lnTo>
                      <a:lnTo>
                        <a:pt x="275" y="14"/>
                      </a:lnTo>
                      <a:lnTo>
                        <a:pt x="273" y="14"/>
                      </a:lnTo>
                      <a:lnTo>
                        <a:pt x="271" y="12"/>
                      </a:lnTo>
                      <a:lnTo>
                        <a:pt x="267" y="10"/>
                      </a:lnTo>
                      <a:lnTo>
                        <a:pt x="267" y="10"/>
                      </a:lnTo>
                      <a:lnTo>
                        <a:pt x="265" y="10"/>
                      </a:lnTo>
                      <a:lnTo>
                        <a:pt x="265" y="10"/>
                      </a:lnTo>
                      <a:lnTo>
                        <a:pt x="267" y="18"/>
                      </a:lnTo>
                      <a:lnTo>
                        <a:pt x="265" y="18"/>
                      </a:lnTo>
                      <a:lnTo>
                        <a:pt x="265" y="18"/>
                      </a:lnTo>
                      <a:lnTo>
                        <a:pt x="265" y="20"/>
                      </a:lnTo>
                      <a:lnTo>
                        <a:pt x="267" y="20"/>
                      </a:lnTo>
                      <a:lnTo>
                        <a:pt x="267" y="20"/>
                      </a:lnTo>
                      <a:lnTo>
                        <a:pt x="263" y="22"/>
                      </a:lnTo>
                      <a:lnTo>
                        <a:pt x="263" y="22"/>
                      </a:lnTo>
                      <a:lnTo>
                        <a:pt x="261" y="16"/>
                      </a:lnTo>
                      <a:lnTo>
                        <a:pt x="261" y="16"/>
                      </a:lnTo>
                      <a:lnTo>
                        <a:pt x="257" y="16"/>
                      </a:lnTo>
                      <a:lnTo>
                        <a:pt x="257" y="16"/>
                      </a:lnTo>
                      <a:lnTo>
                        <a:pt x="257" y="18"/>
                      </a:lnTo>
                      <a:lnTo>
                        <a:pt x="259" y="18"/>
                      </a:lnTo>
                      <a:lnTo>
                        <a:pt x="259" y="18"/>
                      </a:lnTo>
                      <a:lnTo>
                        <a:pt x="255" y="22"/>
                      </a:lnTo>
                      <a:lnTo>
                        <a:pt x="249" y="26"/>
                      </a:lnTo>
                      <a:lnTo>
                        <a:pt x="249" y="26"/>
                      </a:lnTo>
                      <a:lnTo>
                        <a:pt x="247" y="26"/>
                      </a:lnTo>
                      <a:lnTo>
                        <a:pt x="247" y="26"/>
                      </a:lnTo>
                      <a:lnTo>
                        <a:pt x="245" y="32"/>
                      </a:lnTo>
                      <a:lnTo>
                        <a:pt x="245" y="32"/>
                      </a:lnTo>
                      <a:lnTo>
                        <a:pt x="239" y="30"/>
                      </a:lnTo>
                      <a:lnTo>
                        <a:pt x="235" y="26"/>
                      </a:lnTo>
                      <a:lnTo>
                        <a:pt x="235" y="26"/>
                      </a:lnTo>
                      <a:lnTo>
                        <a:pt x="235" y="24"/>
                      </a:lnTo>
                      <a:lnTo>
                        <a:pt x="235" y="24"/>
                      </a:lnTo>
                      <a:lnTo>
                        <a:pt x="233" y="24"/>
                      </a:lnTo>
                      <a:lnTo>
                        <a:pt x="231" y="24"/>
                      </a:lnTo>
                      <a:lnTo>
                        <a:pt x="231" y="24"/>
                      </a:lnTo>
                      <a:lnTo>
                        <a:pt x="229" y="22"/>
                      </a:lnTo>
                      <a:lnTo>
                        <a:pt x="227" y="20"/>
                      </a:lnTo>
                      <a:lnTo>
                        <a:pt x="225" y="20"/>
                      </a:lnTo>
                      <a:lnTo>
                        <a:pt x="225" y="20"/>
                      </a:lnTo>
                      <a:lnTo>
                        <a:pt x="225" y="24"/>
                      </a:lnTo>
                      <a:lnTo>
                        <a:pt x="225" y="24"/>
                      </a:lnTo>
                      <a:lnTo>
                        <a:pt x="219" y="24"/>
                      </a:lnTo>
                      <a:lnTo>
                        <a:pt x="219" y="24"/>
                      </a:lnTo>
                      <a:lnTo>
                        <a:pt x="219" y="26"/>
                      </a:lnTo>
                      <a:lnTo>
                        <a:pt x="219" y="26"/>
                      </a:lnTo>
                      <a:lnTo>
                        <a:pt x="221" y="28"/>
                      </a:lnTo>
                      <a:lnTo>
                        <a:pt x="221" y="28"/>
                      </a:lnTo>
                      <a:lnTo>
                        <a:pt x="221" y="28"/>
                      </a:lnTo>
                      <a:lnTo>
                        <a:pt x="225" y="28"/>
                      </a:lnTo>
                      <a:lnTo>
                        <a:pt x="225" y="28"/>
                      </a:lnTo>
                      <a:lnTo>
                        <a:pt x="227" y="30"/>
                      </a:lnTo>
                      <a:lnTo>
                        <a:pt x="227" y="30"/>
                      </a:lnTo>
                      <a:lnTo>
                        <a:pt x="229" y="34"/>
                      </a:lnTo>
                      <a:lnTo>
                        <a:pt x="229" y="34"/>
                      </a:lnTo>
                      <a:lnTo>
                        <a:pt x="229" y="36"/>
                      </a:lnTo>
                      <a:lnTo>
                        <a:pt x="227" y="36"/>
                      </a:lnTo>
                      <a:lnTo>
                        <a:pt x="227" y="36"/>
                      </a:lnTo>
                      <a:lnTo>
                        <a:pt x="225" y="34"/>
                      </a:lnTo>
                      <a:lnTo>
                        <a:pt x="223" y="32"/>
                      </a:lnTo>
                      <a:lnTo>
                        <a:pt x="223" y="32"/>
                      </a:lnTo>
                      <a:lnTo>
                        <a:pt x="217" y="30"/>
                      </a:lnTo>
                      <a:lnTo>
                        <a:pt x="217" y="30"/>
                      </a:lnTo>
                      <a:lnTo>
                        <a:pt x="217" y="32"/>
                      </a:lnTo>
                      <a:lnTo>
                        <a:pt x="217" y="32"/>
                      </a:lnTo>
                      <a:lnTo>
                        <a:pt x="219" y="34"/>
                      </a:lnTo>
                      <a:lnTo>
                        <a:pt x="219" y="34"/>
                      </a:lnTo>
                      <a:lnTo>
                        <a:pt x="219" y="34"/>
                      </a:lnTo>
                      <a:lnTo>
                        <a:pt x="221" y="36"/>
                      </a:lnTo>
                      <a:lnTo>
                        <a:pt x="221" y="36"/>
                      </a:lnTo>
                      <a:lnTo>
                        <a:pt x="219" y="38"/>
                      </a:lnTo>
                      <a:lnTo>
                        <a:pt x="217" y="40"/>
                      </a:lnTo>
                      <a:lnTo>
                        <a:pt x="217" y="40"/>
                      </a:lnTo>
                      <a:lnTo>
                        <a:pt x="215" y="40"/>
                      </a:lnTo>
                      <a:lnTo>
                        <a:pt x="215" y="40"/>
                      </a:lnTo>
                      <a:lnTo>
                        <a:pt x="215" y="36"/>
                      </a:lnTo>
                      <a:lnTo>
                        <a:pt x="213" y="32"/>
                      </a:lnTo>
                      <a:lnTo>
                        <a:pt x="213" y="32"/>
                      </a:lnTo>
                      <a:lnTo>
                        <a:pt x="213" y="32"/>
                      </a:lnTo>
                      <a:lnTo>
                        <a:pt x="213" y="34"/>
                      </a:lnTo>
                      <a:lnTo>
                        <a:pt x="211" y="34"/>
                      </a:lnTo>
                      <a:lnTo>
                        <a:pt x="211" y="34"/>
                      </a:lnTo>
                      <a:lnTo>
                        <a:pt x="211" y="38"/>
                      </a:lnTo>
                      <a:lnTo>
                        <a:pt x="211" y="38"/>
                      </a:lnTo>
                      <a:lnTo>
                        <a:pt x="209" y="40"/>
                      </a:lnTo>
                      <a:lnTo>
                        <a:pt x="209" y="42"/>
                      </a:lnTo>
                      <a:lnTo>
                        <a:pt x="209" y="42"/>
                      </a:lnTo>
                      <a:lnTo>
                        <a:pt x="207" y="42"/>
                      </a:lnTo>
                      <a:lnTo>
                        <a:pt x="209" y="38"/>
                      </a:lnTo>
                      <a:lnTo>
                        <a:pt x="209" y="34"/>
                      </a:lnTo>
                      <a:lnTo>
                        <a:pt x="205" y="32"/>
                      </a:lnTo>
                      <a:lnTo>
                        <a:pt x="205" y="32"/>
                      </a:lnTo>
                      <a:lnTo>
                        <a:pt x="201" y="38"/>
                      </a:lnTo>
                      <a:lnTo>
                        <a:pt x="197" y="44"/>
                      </a:lnTo>
                      <a:lnTo>
                        <a:pt x="197" y="44"/>
                      </a:lnTo>
                      <a:lnTo>
                        <a:pt x="195" y="44"/>
                      </a:lnTo>
                      <a:lnTo>
                        <a:pt x="195" y="44"/>
                      </a:lnTo>
                      <a:lnTo>
                        <a:pt x="195" y="36"/>
                      </a:lnTo>
                      <a:lnTo>
                        <a:pt x="195" y="36"/>
                      </a:lnTo>
                      <a:lnTo>
                        <a:pt x="193" y="38"/>
                      </a:lnTo>
                      <a:lnTo>
                        <a:pt x="191" y="38"/>
                      </a:lnTo>
                      <a:lnTo>
                        <a:pt x="191" y="38"/>
                      </a:lnTo>
                      <a:lnTo>
                        <a:pt x="189" y="42"/>
                      </a:lnTo>
                      <a:lnTo>
                        <a:pt x="189" y="46"/>
                      </a:lnTo>
                      <a:lnTo>
                        <a:pt x="189" y="46"/>
                      </a:lnTo>
                      <a:lnTo>
                        <a:pt x="193" y="46"/>
                      </a:lnTo>
                      <a:lnTo>
                        <a:pt x="193" y="46"/>
                      </a:lnTo>
                      <a:lnTo>
                        <a:pt x="193" y="52"/>
                      </a:lnTo>
                      <a:lnTo>
                        <a:pt x="193" y="54"/>
                      </a:lnTo>
                      <a:lnTo>
                        <a:pt x="191" y="54"/>
                      </a:lnTo>
                      <a:lnTo>
                        <a:pt x="191" y="54"/>
                      </a:lnTo>
                      <a:lnTo>
                        <a:pt x="189" y="50"/>
                      </a:lnTo>
                      <a:lnTo>
                        <a:pt x="189" y="48"/>
                      </a:lnTo>
                      <a:lnTo>
                        <a:pt x="189" y="48"/>
                      </a:lnTo>
                      <a:lnTo>
                        <a:pt x="185" y="48"/>
                      </a:lnTo>
                      <a:lnTo>
                        <a:pt x="185" y="48"/>
                      </a:lnTo>
                      <a:lnTo>
                        <a:pt x="187" y="52"/>
                      </a:lnTo>
                      <a:lnTo>
                        <a:pt x="187" y="52"/>
                      </a:lnTo>
                      <a:lnTo>
                        <a:pt x="187" y="52"/>
                      </a:lnTo>
                      <a:lnTo>
                        <a:pt x="187" y="52"/>
                      </a:lnTo>
                      <a:lnTo>
                        <a:pt x="187" y="54"/>
                      </a:lnTo>
                      <a:lnTo>
                        <a:pt x="187" y="54"/>
                      </a:lnTo>
                      <a:lnTo>
                        <a:pt x="185" y="54"/>
                      </a:lnTo>
                      <a:lnTo>
                        <a:pt x="185" y="54"/>
                      </a:lnTo>
                      <a:lnTo>
                        <a:pt x="185" y="54"/>
                      </a:lnTo>
                      <a:lnTo>
                        <a:pt x="181" y="54"/>
                      </a:lnTo>
                      <a:lnTo>
                        <a:pt x="181" y="54"/>
                      </a:lnTo>
                      <a:lnTo>
                        <a:pt x="181" y="52"/>
                      </a:lnTo>
                      <a:lnTo>
                        <a:pt x="179" y="50"/>
                      </a:lnTo>
                      <a:lnTo>
                        <a:pt x="179" y="50"/>
                      </a:lnTo>
                      <a:lnTo>
                        <a:pt x="179" y="58"/>
                      </a:lnTo>
                      <a:lnTo>
                        <a:pt x="175" y="60"/>
                      </a:lnTo>
                      <a:lnTo>
                        <a:pt x="175" y="60"/>
                      </a:lnTo>
                      <a:lnTo>
                        <a:pt x="173" y="66"/>
                      </a:lnTo>
                      <a:lnTo>
                        <a:pt x="171" y="68"/>
                      </a:lnTo>
                      <a:lnTo>
                        <a:pt x="171" y="68"/>
                      </a:lnTo>
                      <a:lnTo>
                        <a:pt x="173" y="72"/>
                      </a:lnTo>
                      <a:lnTo>
                        <a:pt x="171" y="76"/>
                      </a:lnTo>
                      <a:lnTo>
                        <a:pt x="171" y="76"/>
                      </a:lnTo>
                      <a:lnTo>
                        <a:pt x="169" y="76"/>
                      </a:lnTo>
                      <a:lnTo>
                        <a:pt x="167" y="78"/>
                      </a:lnTo>
                      <a:lnTo>
                        <a:pt x="167" y="78"/>
                      </a:lnTo>
                      <a:lnTo>
                        <a:pt x="165" y="78"/>
                      </a:lnTo>
                      <a:lnTo>
                        <a:pt x="161" y="78"/>
                      </a:lnTo>
                      <a:lnTo>
                        <a:pt x="161" y="78"/>
                      </a:lnTo>
                      <a:lnTo>
                        <a:pt x="157" y="82"/>
                      </a:lnTo>
                      <a:lnTo>
                        <a:pt x="157" y="82"/>
                      </a:lnTo>
                      <a:lnTo>
                        <a:pt x="157" y="84"/>
                      </a:lnTo>
                      <a:lnTo>
                        <a:pt x="157" y="84"/>
                      </a:lnTo>
                      <a:lnTo>
                        <a:pt x="165" y="84"/>
                      </a:lnTo>
                      <a:lnTo>
                        <a:pt x="165" y="84"/>
                      </a:lnTo>
                      <a:lnTo>
                        <a:pt x="167" y="82"/>
                      </a:lnTo>
                      <a:lnTo>
                        <a:pt x="169" y="82"/>
                      </a:lnTo>
                      <a:lnTo>
                        <a:pt x="171" y="82"/>
                      </a:lnTo>
                      <a:lnTo>
                        <a:pt x="171" y="82"/>
                      </a:lnTo>
                      <a:lnTo>
                        <a:pt x="171" y="82"/>
                      </a:lnTo>
                      <a:lnTo>
                        <a:pt x="171" y="84"/>
                      </a:lnTo>
                      <a:lnTo>
                        <a:pt x="171" y="84"/>
                      </a:lnTo>
                      <a:lnTo>
                        <a:pt x="165" y="86"/>
                      </a:lnTo>
                      <a:lnTo>
                        <a:pt x="163" y="86"/>
                      </a:lnTo>
                      <a:lnTo>
                        <a:pt x="161" y="90"/>
                      </a:lnTo>
                      <a:lnTo>
                        <a:pt x="163" y="96"/>
                      </a:lnTo>
                      <a:lnTo>
                        <a:pt x="163" y="96"/>
                      </a:lnTo>
                      <a:lnTo>
                        <a:pt x="159" y="92"/>
                      </a:lnTo>
                      <a:lnTo>
                        <a:pt x="157" y="90"/>
                      </a:lnTo>
                      <a:lnTo>
                        <a:pt x="149" y="90"/>
                      </a:lnTo>
                      <a:lnTo>
                        <a:pt x="149" y="92"/>
                      </a:lnTo>
                      <a:lnTo>
                        <a:pt x="151" y="92"/>
                      </a:lnTo>
                      <a:lnTo>
                        <a:pt x="151" y="92"/>
                      </a:lnTo>
                      <a:lnTo>
                        <a:pt x="155" y="92"/>
                      </a:lnTo>
                      <a:lnTo>
                        <a:pt x="155" y="94"/>
                      </a:lnTo>
                      <a:lnTo>
                        <a:pt x="155" y="94"/>
                      </a:lnTo>
                      <a:lnTo>
                        <a:pt x="151" y="94"/>
                      </a:lnTo>
                      <a:lnTo>
                        <a:pt x="151" y="94"/>
                      </a:lnTo>
                      <a:lnTo>
                        <a:pt x="151" y="96"/>
                      </a:lnTo>
                      <a:lnTo>
                        <a:pt x="151" y="96"/>
                      </a:lnTo>
                      <a:lnTo>
                        <a:pt x="157" y="96"/>
                      </a:lnTo>
                      <a:lnTo>
                        <a:pt x="157" y="96"/>
                      </a:lnTo>
                      <a:lnTo>
                        <a:pt x="155" y="100"/>
                      </a:lnTo>
                      <a:lnTo>
                        <a:pt x="155" y="102"/>
                      </a:lnTo>
                      <a:lnTo>
                        <a:pt x="157" y="102"/>
                      </a:lnTo>
                      <a:lnTo>
                        <a:pt x="157" y="102"/>
                      </a:lnTo>
                      <a:lnTo>
                        <a:pt x="157" y="104"/>
                      </a:lnTo>
                      <a:lnTo>
                        <a:pt x="157" y="104"/>
                      </a:lnTo>
                      <a:lnTo>
                        <a:pt x="147" y="104"/>
                      </a:lnTo>
                      <a:lnTo>
                        <a:pt x="147" y="104"/>
                      </a:lnTo>
                      <a:lnTo>
                        <a:pt x="147" y="110"/>
                      </a:lnTo>
                      <a:lnTo>
                        <a:pt x="147" y="110"/>
                      </a:lnTo>
                      <a:lnTo>
                        <a:pt x="149" y="112"/>
                      </a:lnTo>
                      <a:lnTo>
                        <a:pt x="149" y="112"/>
                      </a:lnTo>
                      <a:lnTo>
                        <a:pt x="147" y="114"/>
                      </a:lnTo>
                      <a:lnTo>
                        <a:pt x="147" y="114"/>
                      </a:lnTo>
                      <a:lnTo>
                        <a:pt x="143" y="114"/>
                      </a:lnTo>
                      <a:lnTo>
                        <a:pt x="143" y="114"/>
                      </a:lnTo>
                      <a:lnTo>
                        <a:pt x="143" y="116"/>
                      </a:lnTo>
                      <a:lnTo>
                        <a:pt x="141" y="120"/>
                      </a:lnTo>
                      <a:lnTo>
                        <a:pt x="141" y="120"/>
                      </a:lnTo>
                      <a:lnTo>
                        <a:pt x="137" y="118"/>
                      </a:lnTo>
                      <a:lnTo>
                        <a:pt x="133" y="120"/>
                      </a:lnTo>
                      <a:lnTo>
                        <a:pt x="133" y="120"/>
                      </a:lnTo>
                      <a:lnTo>
                        <a:pt x="133" y="122"/>
                      </a:lnTo>
                      <a:lnTo>
                        <a:pt x="133" y="124"/>
                      </a:lnTo>
                      <a:lnTo>
                        <a:pt x="133" y="124"/>
                      </a:lnTo>
                      <a:lnTo>
                        <a:pt x="123" y="128"/>
                      </a:lnTo>
                      <a:lnTo>
                        <a:pt x="123" y="128"/>
                      </a:lnTo>
                      <a:lnTo>
                        <a:pt x="123" y="130"/>
                      </a:lnTo>
                      <a:lnTo>
                        <a:pt x="123" y="130"/>
                      </a:lnTo>
                      <a:lnTo>
                        <a:pt x="125" y="132"/>
                      </a:lnTo>
                      <a:lnTo>
                        <a:pt x="127" y="132"/>
                      </a:lnTo>
                      <a:lnTo>
                        <a:pt x="125" y="132"/>
                      </a:lnTo>
                      <a:lnTo>
                        <a:pt x="123" y="132"/>
                      </a:lnTo>
                      <a:lnTo>
                        <a:pt x="123" y="132"/>
                      </a:lnTo>
                      <a:lnTo>
                        <a:pt x="125" y="140"/>
                      </a:lnTo>
                      <a:lnTo>
                        <a:pt x="125" y="140"/>
                      </a:lnTo>
                      <a:lnTo>
                        <a:pt x="117" y="146"/>
                      </a:lnTo>
                      <a:lnTo>
                        <a:pt x="117" y="146"/>
                      </a:lnTo>
                      <a:lnTo>
                        <a:pt x="113" y="146"/>
                      </a:lnTo>
                      <a:lnTo>
                        <a:pt x="113" y="146"/>
                      </a:lnTo>
                      <a:lnTo>
                        <a:pt x="113" y="150"/>
                      </a:lnTo>
                      <a:lnTo>
                        <a:pt x="113" y="150"/>
                      </a:lnTo>
                      <a:lnTo>
                        <a:pt x="107" y="150"/>
                      </a:lnTo>
                      <a:lnTo>
                        <a:pt x="107" y="150"/>
                      </a:lnTo>
                      <a:lnTo>
                        <a:pt x="103" y="152"/>
                      </a:lnTo>
                      <a:lnTo>
                        <a:pt x="103" y="152"/>
                      </a:lnTo>
                      <a:lnTo>
                        <a:pt x="107" y="158"/>
                      </a:lnTo>
                      <a:lnTo>
                        <a:pt x="107" y="160"/>
                      </a:lnTo>
                      <a:lnTo>
                        <a:pt x="105" y="162"/>
                      </a:lnTo>
                      <a:lnTo>
                        <a:pt x="105" y="162"/>
                      </a:lnTo>
                      <a:lnTo>
                        <a:pt x="101" y="160"/>
                      </a:lnTo>
                      <a:lnTo>
                        <a:pt x="97" y="160"/>
                      </a:lnTo>
                      <a:lnTo>
                        <a:pt x="97" y="160"/>
                      </a:lnTo>
                      <a:lnTo>
                        <a:pt x="95" y="160"/>
                      </a:lnTo>
                      <a:lnTo>
                        <a:pt x="95" y="162"/>
                      </a:lnTo>
                      <a:lnTo>
                        <a:pt x="95" y="164"/>
                      </a:lnTo>
                      <a:lnTo>
                        <a:pt x="95" y="164"/>
                      </a:lnTo>
                      <a:lnTo>
                        <a:pt x="91" y="166"/>
                      </a:lnTo>
                      <a:lnTo>
                        <a:pt x="91" y="166"/>
                      </a:lnTo>
                      <a:lnTo>
                        <a:pt x="91" y="168"/>
                      </a:lnTo>
                      <a:lnTo>
                        <a:pt x="91" y="168"/>
                      </a:lnTo>
                      <a:lnTo>
                        <a:pt x="89" y="168"/>
                      </a:lnTo>
                      <a:lnTo>
                        <a:pt x="87" y="168"/>
                      </a:lnTo>
                      <a:lnTo>
                        <a:pt x="87" y="168"/>
                      </a:lnTo>
                      <a:lnTo>
                        <a:pt x="87" y="168"/>
                      </a:lnTo>
                      <a:lnTo>
                        <a:pt x="85" y="170"/>
                      </a:lnTo>
                      <a:lnTo>
                        <a:pt x="85" y="172"/>
                      </a:lnTo>
                      <a:lnTo>
                        <a:pt x="85" y="172"/>
                      </a:lnTo>
                      <a:lnTo>
                        <a:pt x="79" y="178"/>
                      </a:lnTo>
                      <a:lnTo>
                        <a:pt x="79" y="178"/>
                      </a:lnTo>
                      <a:lnTo>
                        <a:pt x="77" y="180"/>
                      </a:lnTo>
                      <a:lnTo>
                        <a:pt x="74" y="184"/>
                      </a:lnTo>
                      <a:lnTo>
                        <a:pt x="74" y="184"/>
                      </a:lnTo>
                      <a:lnTo>
                        <a:pt x="74" y="184"/>
                      </a:lnTo>
                      <a:lnTo>
                        <a:pt x="70" y="184"/>
                      </a:lnTo>
                      <a:lnTo>
                        <a:pt x="70" y="184"/>
                      </a:lnTo>
                      <a:lnTo>
                        <a:pt x="72" y="190"/>
                      </a:lnTo>
                      <a:lnTo>
                        <a:pt x="72" y="190"/>
                      </a:lnTo>
                      <a:lnTo>
                        <a:pt x="81" y="186"/>
                      </a:lnTo>
                      <a:lnTo>
                        <a:pt x="91" y="180"/>
                      </a:lnTo>
                      <a:lnTo>
                        <a:pt x="91" y="180"/>
                      </a:lnTo>
                      <a:lnTo>
                        <a:pt x="89" y="184"/>
                      </a:lnTo>
                      <a:lnTo>
                        <a:pt x="89" y="184"/>
                      </a:lnTo>
                      <a:lnTo>
                        <a:pt x="83" y="188"/>
                      </a:lnTo>
                      <a:lnTo>
                        <a:pt x="79" y="190"/>
                      </a:lnTo>
                      <a:lnTo>
                        <a:pt x="79" y="190"/>
                      </a:lnTo>
                      <a:lnTo>
                        <a:pt x="79" y="196"/>
                      </a:lnTo>
                      <a:lnTo>
                        <a:pt x="79" y="196"/>
                      </a:lnTo>
                      <a:lnTo>
                        <a:pt x="68" y="194"/>
                      </a:lnTo>
                      <a:lnTo>
                        <a:pt x="68" y="194"/>
                      </a:lnTo>
                      <a:lnTo>
                        <a:pt x="68" y="190"/>
                      </a:lnTo>
                      <a:lnTo>
                        <a:pt x="68" y="190"/>
                      </a:lnTo>
                      <a:lnTo>
                        <a:pt x="66" y="188"/>
                      </a:lnTo>
                      <a:lnTo>
                        <a:pt x="66" y="188"/>
                      </a:lnTo>
                      <a:lnTo>
                        <a:pt x="60" y="190"/>
                      </a:lnTo>
                      <a:lnTo>
                        <a:pt x="54" y="190"/>
                      </a:lnTo>
                      <a:lnTo>
                        <a:pt x="54" y="196"/>
                      </a:lnTo>
                      <a:lnTo>
                        <a:pt x="54" y="196"/>
                      </a:lnTo>
                      <a:lnTo>
                        <a:pt x="56" y="196"/>
                      </a:lnTo>
                      <a:lnTo>
                        <a:pt x="56" y="196"/>
                      </a:lnTo>
                      <a:lnTo>
                        <a:pt x="54" y="198"/>
                      </a:lnTo>
                      <a:lnTo>
                        <a:pt x="54" y="198"/>
                      </a:lnTo>
                      <a:lnTo>
                        <a:pt x="52" y="198"/>
                      </a:lnTo>
                      <a:lnTo>
                        <a:pt x="50" y="198"/>
                      </a:lnTo>
                      <a:lnTo>
                        <a:pt x="50" y="198"/>
                      </a:lnTo>
                      <a:lnTo>
                        <a:pt x="48" y="200"/>
                      </a:lnTo>
                      <a:lnTo>
                        <a:pt x="48" y="202"/>
                      </a:lnTo>
                      <a:lnTo>
                        <a:pt x="48" y="204"/>
                      </a:lnTo>
                      <a:lnTo>
                        <a:pt x="48" y="202"/>
                      </a:lnTo>
                      <a:lnTo>
                        <a:pt x="48" y="202"/>
                      </a:lnTo>
                      <a:lnTo>
                        <a:pt x="44" y="202"/>
                      </a:lnTo>
                      <a:lnTo>
                        <a:pt x="44" y="202"/>
                      </a:lnTo>
                      <a:lnTo>
                        <a:pt x="44" y="206"/>
                      </a:lnTo>
                      <a:lnTo>
                        <a:pt x="44" y="206"/>
                      </a:lnTo>
                      <a:lnTo>
                        <a:pt x="44" y="206"/>
                      </a:lnTo>
                      <a:lnTo>
                        <a:pt x="42" y="204"/>
                      </a:lnTo>
                      <a:lnTo>
                        <a:pt x="42" y="204"/>
                      </a:lnTo>
                      <a:lnTo>
                        <a:pt x="30" y="204"/>
                      </a:lnTo>
                      <a:lnTo>
                        <a:pt x="30" y="204"/>
                      </a:lnTo>
                      <a:lnTo>
                        <a:pt x="32" y="208"/>
                      </a:lnTo>
                      <a:lnTo>
                        <a:pt x="32" y="208"/>
                      </a:lnTo>
                      <a:lnTo>
                        <a:pt x="34" y="208"/>
                      </a:lnTo>
                      <a:lnTo>
                        <a:pt x="34" y="208"/>
                      </a:lnTo>
                      <a:lnTo>
                        <a:pt x="36" y="210"/>
                      </a:lnTo>
                      <a:lnTo>
                        <a:pt x="36" y="212"/>
                      </a:lnTo>
                      <a:lnTo>
                        <a:pt x="36" y="212"/>
                      </a:lnTo>
                      <a:lnTo>
                        <a:pt x="32" y="216"/>
                      </a:lnTo>
                      <a:lnTo>
                        <a:pt x="32" y="216"/>
                      </a:lnTo>
                      <a:lnTo>
                        <a:pt x="32" y="218"/>
                      </a:lnTo>
                      <a:lnTo>
                        <a:pt x="32" y="218"/>
                      </a:lnTo>
                      <a:lnTo>
                        <a:pt x="30" y="216"/>
                      </a:lnTo>
                      <a:lnTo>
                        <a:pt x="30" y="216"/>
                      </a:lnTo>
                      <a:lnTo>
                        <a:pt x="26" y="216"/>
                      </a:lnTo>
                      <a:lnTo>
                        <a:pt x="22" y="216"/>
                      </a:lnTo>
                      <a:lnTo>
                        <a:pt x="22" y="216"/>
                      </a:lnTo>
                      <a:lnTo>
                        <a:pt x="22" y="218"/>
                      </a:lnTo>
                      <a:lnTo>
                        <a:pt x="20" y="222"/>
                      </a:lnTo>
                      <a:lnTo>
                        <a:pt x="20" y="222"/>
                      </a:lnTo>
                      <a:lnTo>
                        <a:pt x="28" y="222"/>
                      </a:lnTo>
                      <a:lnTo>
                        <a:pt x="30" y="224"/>
                      </a:lnTo>
                      <a:lnTo>
                        <a:pt x="24" y="226"/>
                      </a:lnTo>
                      <a:lnTo>
                        <a:pt x="24" y="226"/>
                      </a:lnTo>
                      <a:lnTo>
                        <a:pt x="24" y="226"/>
                      </a:lnTo>
                      <a:lnTo>
                        <a:pt x="24" y="228"/>
                      </a:lnTo>
                      <a:lnTo>
                        <a:pt x="24" y="228"/>
                      </a:lnTo>
                      <a:lnTo>
                        <a:pt x="22" y="226"/>
                      </a:lnTo>
                      <a:lnTo>
                        <a:pt x="20" y="224"/>
                      </a:lnTo>
                      <a:lnTo>
                        <a:pt x="20" y="224"/>
                      </a:lnTo>
                      <a:lnTo>
                        <a:pt x="20" y="228"/>
                      </a:lnTo>
                      <a:lnTo>
                        <a:pt x="20" y="228"/>
                      </a:lnTo>
                      <a:lnTo>
                        <a:pt x="14" y="228"/>
                      </a:lnTo>
                      <a:lnTo>
                        <a:pt x="8" y="228"/>
                      </a:lnTo>
                      <a:lnTo>
                        <a:pt x="8" y="228"/>
                      </a:lnTo>
                      <a:lnTo>
                        <a:pt x="8" y="230"/>
                      </a:lnTo>
                      <a:lnTo>
                        <a:pt x="8" y="230"/>
                      </a:lnTo>
                      <a:lnTo>
                        <a:pt x="6" y="228"/>
                      </a:lnTo>
                      <a:lnTo>
                        <a:pt x="4" y="228"/>
                      </a:lnTo>
                      <a:lnTo>
                        <a:pt x="4" y="228"/>
                      </a:lnTo>
                      <a:lnTo>
                        <a:pt x="4" y="232"/>
                      </a:lnTo>
                      <a:lnTo>
                        <a:pt x="4" y="232"/>
                      </a:lnTo>
                      <a:lnTo>
                        <a:pt x="16" y="234"/>
                      </a:lnTo>
                      <a:lnTo>
                        <a:pt x="16" y="234"/>
                      </a:lnTo>
                      <a:lnTo>
                        <a:pt x="16" y="234"/>
                      </a:lnTo>
                      <a:lnTo>
                        <a:pt x="16" y="234"/>
                      </a:lnTo>
                      <a:lnTo>
                        <a:pt x="18" y="234"/>
                      </a:lnTo>
                      <a:lnTo>
                        <a:pt x="18" y="234"/>
                      </a:lnTo>
                      <a:lnTo>
                        <a:pt x="18" y="236"/>
                      </a:lnTo>
                      <a:lnTo>
                        <a:pt x="18" y="236"/>
                      </a:lnTo>
                      <a:lnTo>
                        <a:pt x="0" y="236"/>
                      </a:lnTo>
                      <a:lnTo>
                        <a:pt x="0" y="236"/>
                      </a:lnTo>
                      <a:lnTo>
                        <a:pt x="0" y="242"/>
                      </a:lnTo>
                      <a:lnTo>
                        <a:pt x="0" y="248"/>
                      </a:lnTo>
                      <a:lnTo>
                        <a:pt x="0" y="248"/>
                      </a:lnTo>
                      <a:lnTo>
                        <a:pt x="4" y="248"/>
                      </a:lnTo>
                      <a:lnTo>
                        <a:pt x="4" y="248"/>
                      </a:lnTo>
                      <a:lnTo>
                        <a:pt x="6" y="246"/>
                      </a:lnTo>
                      <a:lnTo>
                        <a:pt x="6" y="246"/>
                      </a:lnTo>
                      <a:lnTo>
                        <a:pt x="8" y="246"/>
                      </a:lnTo>
                      <a:lnTo>
                        <a:pt x="8" y="246"/>
                      </a:lnTo>
                      <a:lnTo>
                        <a:pt x="12" y="250"/>
                      </a:lnTo>
                      <a:lnTo>
                        <a:pt x="12" y="250"/>
                      </a:lnTo>
                      <a:lnTo>
                        <a:pt x="16" y="250"/>
                      </a:lnTo>
                      <a:lnTo>
                        <a:pt x="16" y="250"/>
                      </a:lnTo>
                      <a:lnTo>
                        <a:pt x="16" y="246"/>
                      </a:lnTo>
                      <a:lnTo>
                        <a:pt x="16" y="246"/>
                      </a:lnTo>
                      <a:lnTo>
                        <a:pt x="18" y="244"/>
                      </a:lnTo>
                      <a:lnTo>
                        <a:pt x="18" y="244"/>
                      </a:lnTo>
                      <a:lnTo>
                        <a:pt x="20" y="248"/>
                      </a:lnTo>
                      <a:lnTo>
                        <a:pt x="20" y="248"/>
                      </a:lnTo>
                      <a:lnTo>
                        <a:pt x="22" y="246"/>
                      </a:lnTo>
                      <a:lnTo>
                        <a:pt x="24" y="246"/>
                      </a:lnTo>
                      <a:lnTo>
                        <a:pt x="24" y="246"/>
                      </a:lnTo>
                      <a:lnTo>
                        <a:pt x="26" y="248"/>
                      </a:lnTo>
                      <a:lnTo>
                        <a:pt x="26" y="250"/>
                      </a:lnTo>
                      <a:lnTo>
                        <a:pt x="26" y="250"/>
                      </a:lnTo>
                      <a:lnTo>
                        <a:pt x="28" y="248"/>
                      </a:lnTo>
                      <a:lnTo>
                        <a:pt x="30" y="246"/>
                      </a:lnTo>
                      <a:lnTo>
                        <a:pt x="30" y="246"/>
                      </a:lnTo>
                      <a:lnTo>
                        <a:pt x="30" y="250"/>
                      </a:lnTo>
                      <a:lnTo>
                        <a:pt x="30" y="250"/>
                      </a:lnTo>
                      <a:lnTo>
                        <a:pt x="24" y="250"/>
                      </a:lnTo>
                      <a:lnTo>
                        <a:pt x="24" y="252"/>
                      </a:lnTo>
                      <a:lnTo>
                        <a:pt x="24" y="252"/>
                      </a:lnTo>
                      <a:lnTo>
                        <a:pt x="22" y="252"/>
                      </a:lnTo>
                      <a:lnTo>
                        <a:pt x="20" y="250"/>
                      </a:lnTo>
                      <a:lnTo>
                        <a:pt x="20" y="250"/>
                      </a:lnTo>
                      <a:lnTo>
                        <a:pt x="4" y="250"/>
                      </a:lnTo>
                      <a:lnTo>
                        <a:pt x="2" y="252"/>
                      </a:lnTo>
                      <a:lnTo>
                        <a:pt x="2" y="252"/>
                      </a:lnTo>
                      <a:lnTo>
                        <a:pt x="0" y="252"/>
                      </a:lnTo>
                      <a:lnTo>
                        <a:pt x="0" y="252"/>
                      </a:lnTo>
                      <a:lnTo>
                        <a:pt x="0" y="254"/>
                      </a:lnTo>
                      <a:lnTo>
                        <a:pt x="0" y="254"/>
                      </a:lnTo>
                      <a:lnTo>
                        <a:pt x="6" y="256"/>
                      </a:lnTo>
                      <a:lnTo>
                        <a:pt x="6" y="256"/>
                      </a:lnTo>
                      <a:lnTo>
                        <a:pt x="6" y="256"/>
                      </a:lnTo>
                      <a:lnTo>
                        <a:pt x="6" y="256"/>
                      </a:lnTo>
                      <a:lnTo>
                        <a:pt x="6" y="256"/>
                      </a:lnTo>
                      <a:lnTo>
                        <a:pt x="6" y="260"/>
                      </a:lnTo>
                      <a:lnTo>
                        <a:pt x="6" y="260"/>
                      </a:lnTo>
                      <a:lnTo>
                        <a:pt x="2" y="260"/>
                      </a:lnTo>
                      <a:lnTo>
                        <a:pt x="2" y="260"/>
                      </a:lnTo>
                      <a:lnTo>
                        <a:pt x="2" y="262"/>
                      </a:lnTo>
                      <a:lnTo>
                        <a:pt x="2" y="262"/>
                      </a:lnTo>
                      <a:lnTo>
                        <a:pt x="2" y="262"/>
                      </a:lnTo>
                      <a:lnTo>
                        <a:pt x="0" y="264"/>
                      </a:lnTo>
                      <a:lnTo>
                        <a:pt x="0" y="264"/>
                      </a:lnTo>
                      <a:lnTo>
                        <a:pt x="0" y="264"/>
                      </a:lnTo>
                      <a:lnTo>
                        <a:pt x="0" y="264"/>
                      </a:lnTo>
                      <a:lnTo>
                        <a:pt x="6" y="266"/>
                      </a:lnTo>
                      <a:lnTo>
                        <a:pt x="6" y="266"/>
                      </a:lnTo>
                      <a:lnTo>
                        <a:pt x="6" y="264"/>
                      </a:lnTo>
                      <a:lnTo>
                        <a:pt x="6" y="264"/>
                      </a:lnTo>
                      <a:lnTo>
                        <a:pt x="8" y="264"/>
                      </a:lnTo>
                      <a:lnTo>
                        <a:pt x="8" y="264"/>
                      </a:lnTo>
                      <a:lnTo>
                        <a:pt x="8" y="264"/>
                      </a:lnTo>
                      <a:lnTo>
                        <a:pt x="10" y="266"/>
                      </a:lnTo>
                      <a:lnTo>
                        <a:pt x="8" y="266"/>
                      </a:lnTo>
                      <a:lnTo>
                        <a:pt x="6" y="266"/>
                      </a:lnTo>
                      <a:lnTo>
                        <a:pt x="6" y="266"/>
                      </a:lnTo>
                      <a:lnTo>
                        <a:pt x="6" y="270"/>
                      </a:lnTo>
                      <a:lnTo>
                        <a:pt x="6" y="270"/>
                      </a:lnTo>
                      <a:lnTo>
                        <a:pt x="12" y="268"/>
                      </a:lnTo>
                      <a:lnTo>
                        <a:pt x="12" y="268"/>
                      </a:lnTo>
                      <a:lnTo>
                        <a:pt x="12" y="272"/>
                      </a:lnTo>
                      <a:lnTo>
                        <a:pt x="14" y="272"/>
                      </a:lnTo>
                      <a:lnTo>
                        <a:pt x="16" y="272"/>
                      </a:lnTo>
                      <a:lnTo>
                        <a:pt x="16" y="272"/>
                      </a:lnTo>
                      <a:lnTo>
                        <a:pt x="18" y="270"/>
                      </a:lnTo>
                      <a:lnTo>
                        <a:pt x="20" y="266"/>
                      </a:lnTo>
                      <a:lnTo>
                        <a:pt x="22" y="264"/>
                      </a:lnTo>
                      <a:lnTo>
                        <a:pt x="22" y="264"/>
                      </a:lnTo>
                      <a:lnTo>
                        <a:pt x="28" y="264"/>
                      </a:lnTo>
                      <a:lnTo>
                        <a:pt x="28" y="264"/>
                      </a:lnTo>
                      <a:lnTo>
                        <a:pt x="28" y="264"/>
                      </a:lnTo>
                      <a:lnTo>
                        <a:pt x="28" y="264"/>
                      </a:lnTo>
                      <a:lnTo>
                        <a:pt x="26" y="268"/>
                      </a:lnTo>
                      <a:lnTo>
                        <a:pt x="26" y="268"/>
                      </a:lnTo>
                      <a:lnTo>
                        <a:pt x="22" y="268"/>
                      </a:lnTo>
                      <a:lnTo>
                        <a:pt x="22" y="268"/>
                      </a:lnTo>
                      <a:lnTo>
                        <a:pt x="20" y="270"/>
                      </a:lnTo>
                      <a:lnTo>
                        <a:pt x="20" y="272"/>
                      </a:lnTo>
                      <a:lnTo>
                        <a:pt x="18" y="274"/>
                      </a:lnTo>
                      <a:lnTo>
                        <a:pt x="18" y="274"/>
                      </a:lnTo>
                      <a:lnTo>
                        <a:pt x="16" y="276"/>
                      </a:lnTo>
                      <a:lnTo>
                        <a:pt x="16" y="276"/>
                      </a:lnTo>
                      <a:lnTo>
                        <a:pt x="16" y="280"/>
                      </a:lnTo>
                      <a:lnTo>
                        <a:pt x="16" y="282"/>
                      </a:lnTo>
                      <a:lnTo>
                        <a:pt x="16" y="282"/>
                      </a:lnTo>
                      <a:lnTo>
                        <a:pt x="14" y="282"/>
                      </a:lnTo>
                      <a:lnTo>
                        <a:pt x="12" y="284"/>
                      </a:lnTo>
                      <a:lnTo>
                        <a:pt x="6" y="284"/>
                      </a:lnTo>
                      <a:lnTo>
                        <a:pt x="6" y="284"/>
                      </a:lnTo>
                      <a:lnTo>
                        <a:pt x="4" y="286"/>
                      </a:lnTo>
                      <a:lnTo>
                        <a:pt x="4" y="290"/>
                      </a:lnTo>
                      <a:lnTo>
                        <a:pt x="4" y="290"/>
                      </a:lnTo>
                      <a:lnTo>
                        <a:pt x="8" y="290"/>
                      </a:lnTo>
                      <a:lnTo>
                        <a:pt x="8" y="290"/>
                      </a:lnTo>
                      <a:lnTo>
                        <a:pt x="10" y="292"/>
                      </a:lnTo>
                      <a:lnTo>
                        <a:pt x="10" y="292"/>
                      </a:lnTo>
                      <a:lnTo>
                        <a:pt x="10" y="292"/>
                      </a:lnTo>
                      <a:lnTo>
                        <a:pt x="10" y="292"/>
                      </a:lnTo>
                      <a:lnTo>
                        <a:pt x="10" y="290"/>
                      </a:lnTo>
                      <a:lnTo>
                        <a:pt x="10" y="290"/>
                      </a:lnTo>
                      <a:lnTo>
                        <a:pt x="18" y="290"/>
                      </a:lnTo>
                      <a:lnTo>
                        <a:pt x="18" y="290"/>
                      </a:lnTo>
                      <a:lnTo>
                        <a:pt x="18" y="288"/>
                      </a:lnTo>
                      <a:lnTo>
                        <a:pt x="18" y="286"/>
                      </a:lnTo>
                      <a:lnTo>
                        <a:pt x="18" y="286"/>
                      </a:lnTo>
                      <a:lnTo>
                        <a:pt x="18" y="286"/>
                      </a:lnTo>
                      <a:lnTo>
                        <a:pt x="18" y="288"/>
                      </a:lnTo>
                      <a:lnTo>
                        <a:pt x="18" y="290"/>
                      </a:lnTo>
                      <a:lnTo>
                        <a:pt x="18" y="290"/>
                      </a:lnTo>
                      <a:lnTo>
                        <a:pt x="18" y="292"/>
                      </a:lnTo>
                      <a:lnTo>
                        <a:pt x="18" y="296"/>
                      </a:lnTo>
                      <a:lnTo>
                        <a:pt x="16" y="302"/>
                      </a:lnTo>
                      <a:lnTo>
                        <a:pt x="16" y="302"/>
                      </a:lnTo>
                      <a:lnTo>
                        <a:pt x="14" y="304"/>
                      </a:lnTo>
                      <a:lnTo>
                        <a:pt x="10" y="304"/>
                      </a:lnTo>
                      <a:lnTo>
                        <a:pt x="10" y="304"/>
                      </a:lnTo>
                      <a:lnTo>
                        <a:pt x="10" y="310"/>
                      </a:lnTo>
                      <a:lnTo>
                        <a:pt x="10" y="310"/>
                      </a:lnTo>
                      <a:lnTo>
                        <a:pt x="16" y="316"/>
                      </a:lnTo>
                      <a:lnTo>
                        <a:pt x="20" y="318"/>
                      </a:lnTo>
                      <a:lnTo>
                        <a:pt x="26" y="318"/>
                      </a:lnTo>
                      <a:lnTo>
                        <a:pt x="26" y="318"/>
                      </a:lnTo>
                      <a:lnTo>
                        <a:pt x="26" y="316"/>
                      </a:lnTo>
                      <a:lnTo>
                        <a:pt x="26" y="314"/>
                      </a:lnTo>
                      <a:lnTo>
                        <a:pt x="28" y="316"/>
                      </a:lnTo>
                      <a:lnTo>
                        <a:pt x="26" y="320"/>
                      </a:lnTo>
                      <a:lnTo>
                        <a:pt x="26" y="320"/>
                      </a:lnTo>
                      <a:lnTo>
                        <a:pt x="32" y="320"/>
                      </a:lnTo>
                      <a:lnTo>
                        <a:pt x="36" y="320"/>
                      </a:lnTo>
                      <a:lnTo>
                        <a:pt x="36" y="320"/>
                      </a:lnTo>
                      <a:lnTo>
                        <a:pt x="40" y="316"/>
                      </a:lnTo>
                      <a:lnTo>
                        <a:pt x="40" y="316"/>
                      </a:lnTo>
                      <a:lnTo>
                        <a:pt x="44" y="316"/>
                      </a:lnTo>
                      <a:lnTo>
                        <a:pt x="44" y="316"/>
                      </a:lnTo>
                      <a:lnTo>
                        <a:pt x="50" y="312"/>
                      </a:lnTo>
                      <a:lnTo>
                        <a:pt x="50" y="312"/>
                      </a:lnTo>
                      <a:lnTo>
                        <a:pt x="56" y="310"/>
                      </a:lnTo>
                      <a:lnTo>
                        <a:pt x="56" y="310"/>
                      </a:lnTo>
                      <a:lnTo>
                        <a:pt x="62" y="304"/>
                      </a:lnTo>
                      <a:lnTo>
                        <a:pt x="62" y="304"/>
                      </a:lnTo>
                      <a:lnTo>
                        <a:pt x="68" y="304"/>
                      </a:lnTo>
                      <a:lnTo>
                        <a:pt x="68" y="304"/>
                      </a:lnTo>
                      <a:lnTo>
                        <a:pt x="77" y="300"/>
                      </a:lnTo>
                      <a:lnTo>
                        <a:pt x="83" y="294"/>
                      </a:lnTo>
                      <a:lnTo>
                        <a:pt x="83" y="294"/>
                      </a:lnTo>
                      <a:lnTo>
                        <a:pt x="87" y="294"/>
                      </a:lnTo>
                      <a:lnTo>
                        <a:pt x="87" y="294"/>
                      </a:lnTo>
                      <a:lnTo>
                        <a:pt x="85" y="300"/>
                      </a:lnTo>
                      <a:lnTo>
                        <a:pt x="85" y="3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5" name="Freeform 129">
                  <a:extLst>
                    <a:ext uri="{FF2B5EF4-FFF2-40B4-BE49-F238E27FC236}">
                      <a16:creationId xmlns:a16="http://schemas.microsoft.com/office/drawing/2014/main" id="{09BB6CDE-C6A1-734D-9F27-EFC1BBBACC13}"/>
                    </a:ext>
                  </a:extLst>
                </p:cNvPr>
                <p:cNvSpPr>
                  <a:spLocks/>
                </p:cNvSpPr>
                <p:nvPr/>
              </p:nvSpPr>
              <p:spPr bwMode="auto">
                <a:xfrm>
                  <a:off x="5987491" y="2485405"/>
                  <a:ext cx="113501" cy="92108"/>
                </a:xfrm>
                <a:custGeom>
                  <a:avLst/>
                  <a:gdLst>
                    <a:gd name="T0" fmla="*/ 58 w 58"/>
                    <a:gd name="T1" fmla="*/ 8 h 46"/>
                    <a:gd name="T2" fmla="*/ 54 w 58"/>
                    <a:gd name="T3" fmla="*/ 6 h 46"/>
                    <a:gd name="T4" fmla="*/ 54 w 58"/>
                    <a:gd name="T5" fmla="*/ 2 h 46"/>
                    <a:gd name="T6" fmla="*/ 46 w 58"/>
                    <a:gd name="T7" fmla="*/ 0 h 46"/>
                    <a:gd name="T8" fmla="*/ 44 w 58"/>
                    <a:gd name="T9" fmla="*/ 2 h 46"/>
                    <a:gd name="T10" fmla="*/ 42 w 58"/>
                    <a:gd name="T11" fmla="*/ 0 h 46"/>
                    <a:gd name="T12" fmla="*/ 36 w 58"/>
                    <a:gd name="T13" fmla="*/ 0 h 46"/>
                    <a:gd name="T14" fmla="*/ 32 w 58"/>
                    <a:gd name="T15" fmla="*/ 2 h 46"/>
                    <a:gd name="T16" fmla="*/ 32 w 58"/>
                    <a:gd name="T17" fmla="*/ 4 h 46"/>
                    <a:gd name="T18" fmla="*/ 30 w 58"/>
                    <a:gd name="T19" fmla="*/ 6 h 46"/>
                    <a:gd name="T20" fmla="*/ 22 w 58"/>
                    <a:gd name="T21" fmla="*/ 8 h 46"/>
                    <a:gd name="T22" fmla="*/ 18 w 58"/>
                    <a:gd name="T23" fmla="*/ 14 h 46"/>
                    <a:gd name="T24" fmla="*/ 16 w 58"/>
                    <a:gd name="T25" fmla="*/ 22 h 46"/>
                    <a:gd name="T26" fmla="*/ 16 w 58"/>
                    <a:gd name="T27" fmla="*/ 22 h 46"/>
                    <a:gd name="T28" fmla="*/ 18 w 58"/>
                    <a:gd name="T29" fmla="*/ 26 h 46"/>
                    <a:gd name="T30" fmla="*/ 14 w 58"/>
                    <a:gd name="T31" fmla="*/ 30 h 46"/>
                    <a:gd name="T32" fmla="*/ 14 w 58"/>
                    <a:gd name="T33" fmla="*/ 34 h 46"/>
                    <a:gd name="T34" fmla="*/ 14 w 58"/>
                    <a:gd name="T35" fmla="*/ 34 h 46"/>
                    <a:gd name="T36" fmla="*/ 12 w 58"/>
                    <a:gd name="T37" fmla="*/ 36 h 46"/>
                    <a:gd name="T38" fmla="*/ 6 w 58"/>
                    <a:gd name="T39" fmla="*/ 36 h 46"/>
                    <a:gd name="T40" fmla="*/ 0 w 58"/>
                    <a:gd name="T41" fmla="*/ 34 h 46"/>
                    <a:gd name="T42" fmla="*/ 0 w 58"/>
                    <a:gd name="T43" fmla="*/ 34 h 46"/>
                    <a:gd name="T44" fmla="*/ 6 w 58"/>
                    <a:gd name="T45" fmla="*/ 42 h 46"/>
                    <a:gd name="T46" fmla="*/ 10 w 58"/>
                    <a:gd name="T47" fmla="*/ 44 h 46"/>
                    <a:gd name="T48" fmla="*/ 14 w 58"/>
                    <a:gd name="T49" fmla="*/ 42 h 46"/>
                    <a:gd name="T50" fmla="*/ 18 w 58"/>
                    <a:gd name="T51" fmla="*/ 40 h 46"/>
                    <a:gd name="T52" fmla="*/ 24 w 58"/>
                    <a:gd name="T53" fmla="*/ 40 h 46"/>
                    <a:gd name="T54" fmla="*/ 24 w 58"/>
                    <a:gd name="T55" fmla="*/ 42 h 46"/>
                    <a:gd name="T56" fmla="*/ 28 w 58"/>
                    <a:gd name="T57" fmla="*/ 46 h 46"/>
                    <a:gd name="T58" fmla="*/ 30 w 58"/>
                    <a:gd name="T59" fmla="*/ 46 h 46"/>
                    <a:gd name="T60" fmla="*/ 34 w 58"/>
                    <a:gd name="T61" fmla="*/ 32 h 46"/>
                    <a:gd name="T62" fmla="*/ 38 w 58"/>
                    <a:gd name="T63" fmla="*/ 28 h 46"/>
                    <a:gd name="T64" fmla="*/ 42 w 58"/>
                    <a:gd name="T65" fmla="*/ 28 h 46"/>
                    <a:gd name="T66" fmla="*/ 48 w 58"/>
                    <a:gd name="T67" fmla="*/ 28 h 46"/>
                    <a:gd name="T68" fmla="*/ 48 w 58"/>
                    <a:gd name="T69" fmla="*/ 26 h 46"/>
                    <a:gd name="T70" fmla="*/ 54 w 58"/>
                    <a:gd name="T71" fmla="*/ 24 h 46"/>
                    <a:gd name="T72" fmla="*/ 54 w 58"/>
                    <a:gd name="T73" fmla="*/ 22 h 46"/>
                    <a:gd name="T74" fmla="*/ 52 w 58"/>
                    <a:gd name="T75" fmla="*/ 18 h 46"/>
                    <a:gd name="T76" fmla="*/ 54 w 58"/>
                    <a:gd name="T77" fmla="*/ 18 h 46"/>
                    <a:gd name="T78" fmla="*/ 58 w 58"/>
                    <a:gd name="T79" fmla="*/ 14 h 46"/>
                    <a:gd name="T80" fmla="*/ 58 w 58"/>
                    <a:gd name="T81"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46">
                      <a:moveTo>
                        <a:pt x="58" y="8"/>
                      </a:moveTo>
                      <a:lnTo>
                        <a:pt x="58" y="8"/>
                      </a:lnTo>
                      <a:lnTo>
                        <a:pt x="54" y="6"/>
                      </a:lnTo>
                      <a:lnTo>
                        <a:pt x="54" y="6"/>
                      </a:lnTo>
                      <a:lnTo>
                        <a:pt x="54" y="2"/>
                      </a:lnTo>
                      <a:lnTo>
                        <a:pt x="54" y="2"/>
                      </a:lnTo>
                      <a:lnTo>
                        <a:pt x="50" y="0"/>
                      </a:lnTo>
                      <a:lnTo>
                        <a:pt x="46" y="0"/>
                      </a:lnTo>
                      <a:lnTo>
                        <a:pt x="46" y="0"/>
                      </a:lnTo>
                      <a:lnTo>
                        <a:pt x="44" y="2"/>
                      </a:lnTo>
                      <a:lnTo>
                        <a:pt x="42" y="0"/>
                      </a:lnTo>
                      <a:lnTo>
                        <a:pt x="42" y="0"/>
                      </a:lnTo>
                      <a:lnTo>
                        <a:pt x="38" y="0"/>
                      </a:lnTo>
                      <a:lnTo>
                        <a:pt x="36" y="0"/>
                      </a:lnTo>
                      <a:lnTo>
                        <a:pt x="36" y="0"/>
                      </a:lnTo>
                      <a:lnTo>
                        <a:pt x="32" y="2"/>
                      </a:lnTo>
                      <a:lnTo>
                        <a:pt x="32" y="2"/>
                      </a:lnTo>
                      <a:lnTo>
                        <a:pt x="32" y="4"/>
                      </a:lnTo>
                      <a:lnTo>
                        <a:pt x="30" y="6"/>
                      </a:lnTo>
                      <a:lnTo>
                        <a:pt x="30" y="6"/>
                      </a:lnTo>
                      <a:lnTo>
                        <a:pt x="26" y="8"/>
                      </a:lnTo>
                      <a:lnTo>
                        <a:pt x="22" y="8"/>
                      </a:lnTo>
                      <a:lnTo>
                        <a:pt x="22" y="8"/>
                      </a:lnTo>
                      <a:lnTo>
                        <a:pt x="18" y="14"/>
                      </a:lnTo>
                      <a:lnTo>
                        <a:pt x="18" y="18"/>
                      </a:lnTo>
                      <a:lnTo>
                        <a:pt x="16" y="22"/>
                      </a:lnTo>
                      <a:lnTo>
                        <a:pt x="16" y="22"/>
                      </a:lnTo>
                      <a:lnTo>
                        <a:pt x="16" y="22"/>
                      </a:lnTo>
                      <a:lnTo>
                        <a:pt x="16" y="24"/>
                      </a:lnTo>
                      <a:lnTo>
                        <a:pt x="18" y="26"/>
                      </a:lnTo>
                      <a:lnTo>
                        <a:pt x="18" y="26"/>
                      </a:lnTo>
                      <a:lnTo>
                        <a:pt x="14" y="30"/>
                      </a:lnTo>
                      <a:lnTo>
                        <a:pt x="14" y="30"/>
                      </a:lnTo>
                      <a:lnTo>
                        <a:pt x="14" y="34"/>
                      </a:lnTo>
                      <a:lnTo>
                        <a:pt x="14" y="34"/>
                      </a:lnTo>
                      <a:lnTo>
                        <a:pt x="14" y="34"/>
                      </a:lnTo>
                      <a:lnTo>
                        <a:pt x="12" y="36"/>
                      </a:lnTo>
                      <a:lnTo>
                        <a:pt x="12" y="36"/>
                      </a:lnTo>
                      <a:lnTo>
                        <a:pt x="6" y="36"/>
                      </a:lnTo>
                      <a:lnTo>
                        <a:pt x="6" y="36"/>
                      </a:lnTo>
                      <a:lnTo>
                        <a:pt x="4" y="36"/>
                      </a:lnTo>
                      <a:lnTo>
                        <a:pt x="0" y="34"/>
                      </a:lnTo>
                      <a:lnTo>
                        <a:pt x="0" y="34"/>
                      </a:lnTo>
                      <a:lnTo>
                        <a:pt x="0" y="34"/>
                      </a:lnTo>
                      <a:lnTo>
                        <a:pt x="2" y="38"/>
                      </a:lnTo>
                      <a:lnTo>
                        <a:pt x="6" y="42"/>
                      </a:lnTo>
                      <a:lnTo>
                        <a:pt x="10" y="44"/>
                      </a:lnTo>
                      <a:lnTo>
                        <a:pt x="10" y="44"/>
                      </a:lnTo>
                      <a:lnTo>
                        <a:pt x="12" y="44"/>
                      </a:lnTo>
                      <a:lnTo>
                        <a:pt x="14" y="42"/>
                      </a:lnTo>
                      <a:lnTo>
                        <a:pt x="18" y="40"/>
                      </a:lnTo>
                      <a:lnTo>
                        <a:pt x="18" y="40"/>
                      </a:lnTo>
                      <a:lnTo>
                        <a:pt x="22" y="40"/>
                      </a:lnTo>
                      <a:lnTo>
                        <a:pt x="24" y="40"/>
                      </a:lnTo>
                      <a:lnTo>
                        <a:pt x="24" y="42"/>
                      </a:lnTo>
                      <a:lnTo>
                        <a:pt x="24" y="42"/>
                      </a:lnTo>
                      <a:lnTo>
                        <a:pt x="26" y="44"/>
                      </a:lnTo>
                      <a:lnTo>
                        <a:pt x="28" y="46"/>
                      </a:lnTo>
                      <a:lnTo>
                        <a:pt x="30" y="46"/>
                      </a:lnTo>
                      <a:lnTo>
                        <a:pt x="30" y="46"/>
                      </a:lnTo>
                      <a:lnTo>
                        <a:pt x="34" y="32"/>
                      </a:lnTo>
                      <a:lnTo>
                        <a:pt x="34" y="32"/>
                      </a:lnTo>
                      <a:lnTo>
                        <a:pt x="36" y="28"/>
                      </a:lnTo>
                      <a:lnTo>
                        <a:pt x="38" y="28"/>
                      </a:lnTo>
                      <a:lnTo>
                        <a:pt x="42" y="28"/>
                      </a:lnTo>
                      <a:lnTo>
                        <a:pt x="42" y="28"/>
                      </a:lnTo>
                      <a:lnTo>
                        <a:pt x="46" y="30"/>
                      </a:lnTo>
                      <a:lnTo>
                        <a:pt x="48" y="28"/>
                      </a:lnTo>
                      <a:lnTo>
                        <a:pt x="48" y="26"/>
                      </a:lnTo>
                      <a:lnTo>
                        <a:pt x="48" y="26"/>
                      </a:lnTo>
                      <a:lnTo>
                        <a:pt x="52" y="24"/>
                      </a:lnTo>
                      <a:lnTo>
                        <a:pt x="54" y="24"/>
                      </a:lnTo>
                      <a:lnTo>
                        <a:pt x="54" y="22"/>
                      </a:lnTo>
                      <a:lnTo>
                        <a:pt x="54" y="22"/>
                      </a:lnTo>
                      <a:lnTo>
                        <a:pt x="52" y="18"/>
                      </a:lnTo>
                      <a:lnTo>
                        <a:pt x="52" y="18"/>
                      </a:lnTo>
                      <a:lnTo>
                        <a:pt x="54" y="18"/>
                      </a:lnTo>
                      <a:lnTo>
                        <a:pt x="54" y="18"/>
                      </a:lnTo>
                      <a:lnTo>
                        <a:pt x="56" y="16"/>
                      </a:lnTo>
                      <a:lnTo>
                        <a:pt x="58" y="14"/>
                      </a:lnTo>
                      <a:lnTo>
                        <a:pt x="58" y="8"/>
                      </a:lnTo>
                      <a:lnTo>
                        <a:pt x="58"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6" name="Freeform 136">
                  <a:extLst>
                    <a:ext uri="{FF2B5EF4-FFF2-40B4-BE49-F238E27FC236}">
                      <a16:creationId xmlns:a16="http://schemas.microsoft.com/office/drawing/2014/main" id="{F5161C01-7977-174C-9ED4-7CB47EFD3E90}"/>
                    </a:ext>
                  </a:extLst>
                </p:cNvPr>
                <p:cNvSpPr>
                  <a:spLocks/>
                </p:cNvSpPr>
                <p:nvPr/>
              </p:nvSpPr>
              <p:spPr bwMode="auto">
                <a:xfrm>
                  <a:off x="6073594" y="2861846"/>
                  <a:ext cx="11741" cy="8009"/>
                </a:xfrm>
                <a:custGeom>
                  <a:avLst/>
                  <a:gdLst>
                    <a:gd name="T0" fmla="*/ 4 w 6"/>
                    <a:gd name="T1" fmla="*/ 4 h 4"/>
                    <a:gd name="T2" fmla="*/ 0 w 6"/>
                    <a:gd name="T3" fmla="*/ 2 h 4"/>
                    <a:gd name="T4" fmla="*/ 4 w 6"/>
                    <a:gd name="T5" fmla="*/ 0 h 4"/>
                    <a:gd name="T6" fmla="*/ 6 w 6"/>
                    <a:gd name="T7" fmla="*/ 2 h 4"/>
                    <a:gd name="T8" fmla="*/ 6 w 6"/>
                    <a:gd name="T9" fmla="*/ 2 h 4"/>
                    <a:gd name="T10" fmla="*/ 4 w 6"/>
                    <a:gd name="T11" fmla="*/ 4 h 4"/>
                    <a:gd name="T12" fmla="*/ 4 w 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4" y="4"/>
                      </a:moveTo>
                      <a:lnTo>
                        <a:pt x="0" y="2"/>
                      </a:lnTo>
                      <a:lnTo>
                        <a:pt x="4" y="0"/>
                      </a:lnTo>
                      <a:lnTo>
                        <a:pt x="6" y="2"/>
                      </a:lnTo>
                      <a:lnTo>
                        <a:pt x="6" y="2"/>
                      </a:lnTo>
                      <a:lnTo>
                        <a:pt x="4" y="4"/>
                      </a:lnTo>
                      <a:lnTo>
                        <a:pt x="4"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7" name="Freeform 137">
                  <a:extLst>
                    <a:ext uri="{FF2B5EF4-FFF2-40B4-BE49-F238E27FC236}">
                      <a16:creationId xmlns:a16="http://schemas.microsoft.com/office/drawing/2014/main" id="{6B74769E-4BAE-994E-A5CE-5C420A5EF45B}"/>
                    </a:ext>
                  </a:extLst>
                </p:cNvPr>
                <p:cNvSpPr>
                  <a:spLocks/>
                </p:cNvSpPr>
                <p:nvPr/>
              </p:nvSpPr>
              <p:spPr bwMode="auto">
                <a:xfrm>
                  <a:off x="6603915" y="2665616"/>
                  <a:ext cx="97845" cy="128150"/>
                </a:xfrm>
                <a:custGeom>
                  <a:avLst/>
                  <a:gdLst>
                    <a:gd name="T0" fmla="*/ 24 w 50"/>
                    <a:gd name="T1" fmla="*/ 64 h 64"/>
                    <a:gd name="T2" fmla="*/ 30 w 50"/>
                    <a:gd name="T3" fmla="*/ 56 h 64"/>
                    <a:gd name="T4" fmla="*/ 32 w 50"/>
                    <a:gd name="T5" fmla="*/ 52 h 64"/>
                    <a:gd name="T6" fmla="*/ 36 w 50"/>
                    <a:gd name="T7" fmla="*/ 48 h 64"/>
                    <a:gd name="T8" fmla="*/ 36 w 50"/>
                    <a:gd name="T9" fmla="*/ 48 h 64"/>
                    <a:gd name="T10" fmla="*/ 42 w 50"/>
                    <a:gd name="T11" fmla="*/ 50 h 64"/>
                    <a:gd name="T12" fmla="*/ 48 w 50"/>
                    <a:gd name="T13" fmla="*/ 52 h 64"/>
                    <a:gd name="T14" fmla="*/ 42 w 50"/>
                    <a:gd name="T15" fmla="*/ 42 h 64"/>
                    <a:gd name="T16" fmla="*/ 40 w 50"/>
                    <a:gd name="T17" fmla="*/ 40 h 64"/>
                    <a:gd name="T18" fmla="*/ 38 w 50"/>
                    <a:gd name="T19" fmla="*/ 34 h 64"/>
                    <a:gd name="T20" fmla="*/ 38 w 50"/>
                    <a:gd name="T21" fmla="*/ 30 h 64"/>
                    <a:gd name="T22" fmla="*/ 36 w 50"/>
                    <a:gd name="T23" fmla="*/ 26 h 64"/>
                    <a:gd name="T24" fmla="*/ 34 w 50"/>
                    <a:gd name="T25" fmla="*/ 20 h 64"/>
                    <a:gd name="T26" fmla="*/ 32 w 50"/>
                    <a:gd name="T27" fmla="*/ 14 h 64"/>
                    <a:gd name="T28" fmla="*/ 28 w 50"/>
                    <a:gd name="T29" fmla="*/ 10 h 64"/>
                    <a:gd name="T30" fmla="*/ 22 w 50"/>
                    <a:gd name="T31" fmla="*/ 6 h 64"/>
                    <a:gd name="T32" fmla="*/ 16 w 50"/>
                    <a:gd name="T33" fmla="*/ 2 h 64"/>
                    <a:gd name="T34" fmla="*/ 8 w 50"/>
                    <a:gd name="T35" fmla="*/ 2 h 64"/>
                    <a:gd name="T36" fmla="*/ 4 w 50"/>
                    <a:gd name="T37" fmla="*/ 2 h 64"/>
                    <a:gd name="T38" fmla="*/ 0 w 50"/>
                    <a:gd name="T39" fmla="*/ 6 h 64"/>
                    <a:gd name="T40" fmla="*/ 4 w 50"/>
                    <a:gd name="T41" fmla="*/ 8 h 64"/>
                    <a:gd name="T42" fmla="*/ 10 w 50"/>
                    <a:gd name="T43" fmla="*/ 16 h 64"/>
                    <a:gd name="T44" fmla="*/ 14 w 50"/>
                    <a:gd name="T45" fmla="*/ 24 h 64"/>
                    <a:gd name="T46" fmla="*/ 18 w 50"/>
                    <a:gd name="T47" fmla="*/ 30 h 64"/>
                    <a:gd name="T48" fmla="*/ 20 w 50"/>
                    <a:gd name="T49" fmla="*/ 34 h 64"/>
                    <a:gd name="T50" fmla="*/ 20 w 50"/>
                    <a:gd name="T51" fmla="*/ 38 h 64"/>
                    <a:gd name="T52" fmla="*/ 20 w 50"/>
                    <a:gd name="T53" fmla="*/ 42 h 64"/>
                    <a:gd name="T54" fmla="*/ 22 w 50"/>
                    <a:gd name="T55" fmla="*/ 44 h 64"/>
                    <a:gd name="T56" fmla="*/ 20 w 50"/>
                    <a:gd name="T57" fmla="*/ 46 h 64"/>
                    <a:gd name="T58" fmla="*/ 20 w 50"/>
                    <a:gd name="T59" fmla="*/ 48 h 64"/>
                    <a:gd name="T60" fmla="*/ 20 w 50"/>
                    <a:gd name="T61" fmla="*/ 56 h 64"/>
                    <a:gd name="T62" fmla="*/ 20 w 50"/>
                    <a:gd name="T63" fmla="*/ 56 h 64"/>
                    <a:gd name="T64" fmla="*/ 20 w 50"/>
                    <a:gd name="T65" fmla="*/ 60 h 64"/>
                    <a:gd name="T66" fmla="*/ 22 w 50"/>
                    <a:gd name="T67" fmla="*/ 64 h 64"/>
                    <a:gd name="T68" fmla="*/ 24 w 50"/>
                    <a:gd name="T6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64">
                      <a:moveTo>
                        <a:pt x="24" y="64"/>
                      </a:moveTo>
                      <a:lnTo>
                        <a:pt x="24" y="64"/>
                      </a:lnTo>
                      <a:lnTo>
                        <a:pt x="28" y="62"/>
                      </a:lnTo>
                      <a:lnTo>
                        <a:pt x="30" y="56"/>
                      </a:lnTo>
                      <a:lnTo>
                        <a:pt x="30" y="56"/>
                      </a:lnTo>
                      <a:lnTo>
                        <a:pt x="32" y="52"/>
                      </a:lnTo>
                      <a:lnTo>
                        <a:pt x="34" y="50"/>
                      </a:lnTo>
                      <a:lnTo>
                        <a:pt x="36" y="48"/>
                      </a:lnTo>
                      <a:lnTo>
                        <a:pt x="36" y="48"/>
                      </a:lnTo>
                      <a:lnTo>
                        <a:pt x="36" y="48"/>
                      </a:lnTo>
                      <a:lnTo>
                        <a:pt x="38" y="48"/>
                      </a:lnTo>
                      <a:lnTo>
                        <a:pt x="42" y="50"/>
                      </a:lnTo>
                      <a:lnTo>
                        <a:pt x="42" y="50"/>
                      </a:lnTo>
                      <a:lnTo>
                        <a:pt x="48" y="52"/>
                      </a:lnTo>
                      <a:lnTo>
                        <a:pt x="50" y="54"/>
                      </a:lnTo>
                      <a:lnTo>
                        <a:pt x="42" y="42"/>
                      </a:lnTo>
                      <a:lnTo>
                        <a:pt x="42" y="42"/>
                      </a:lnTo>
                      <a:lnTo>
                        <a:pt x="40" y="40"/>
                      </a:lnTo>
                      <a:lnTo>
                        <a:pt x="38" y="38"/>
                      </a:lnTo>
                      <a:lnTo>
                        <a:pt x="38" y="34"/>
                      </a:lnTo>
                      <a:lnTo>
                        <a:pt x="38" y="34"/>
                      </a:lnTo>
                      <a:lnTo>
                        <a:pt x="38" y="30"/>
                      </a:lnTo>
                      <a:lnTo>
                        <a:pt x="36" y="26"/>
                      </a:lnTo>
                      <a:lnTo>
                        <a:pt x="36" y="26"/>
                      </a:lnTo>
                      <a:lnTo>
                        <a:pt x="34" y="24"/>
                      </a:lnTo>
                      <a:lnTo>
                        <a:pt x="34" y="20"/>
                      </a:lnTo>
                      <a:lnTo>
                        <a:pt x="34" y="20"/>
                      </a:lnTo>
                      <a:lnTo>
                        <a:pt x="32" y="14"/>
                      </a:lnTo>
                      <a:lnTo>
                        <a:pt x="28" y="10"/>
                      </a:lnTo>
                      <a:lnTo>
                        <a:pt x="28" y="10"/>
                      </a:lnTo>
                      <a:lnTo>
                        <a:pt x="22" y="6"/>
                      </a:lnTo>
                      <a:lnTo>
                        <a:pt x="22" y="6"/>
                      </a:lnTo>
                      <a:lnTo>
                        <a:pt x="16" y="2"/>
                      </a:lnTo>
                      <a:lnTo>
                        <a:pt x="16" y="2"/>
                      </a:lnTo>
                      <a:lnTo>
                        <a:pt x="12" y="0"/>
                      </a:lnTo>
                      <a:lnTo>
                        <a:pt x="8" y="2"/>
                      </a:lnTo>
                      <a:lnTo>
                        <a:pt x="8" y="2"/>
                      </a:lnTo>
                      <a:lnTo>
                        <a:pt x="4" y="2"/>
                      </a:lnTo>
                      <a:lnTo>
                        <a:pt x="0" y="4"/>
                      </a:lnTo>
                      <a:lnTo>
                        <a:pt x="0" y="6"/>
                      </a:lnTo>
                      <a:lnTo>
                        <a:pt x="0" y="6"/>
                      </a:lnTo>
                      <a:lnTo>
                        <a:pt x="4" y="8"/>
                      </a:lnTo>
                      <a:lnTo>
                        <a:pt x="10" y="16"/>
                      </a:lnTo>
                      <a:lnTo>
                        <a:pt x="10" y="16"/>
                      </a:lnTo>
                      <a:lnTo>
                        <a:pt x="10" y="20"/>
                      </a:lnTo>
                      <a:lnTo>
                        <a:pt x="14" y="24"/>
                      </a:lnTo>
                      <a:lnTo>
                        <a:pt x="14" y="24"/>
                      </a:lnTo>
                      <a:lnTo>
                        <a:pt x="18" y="30"/>
                      </a:lnTo>
                      <a:lnTo>
                        <a:pt x="20" y="34"/>
                      </a:lnTo>
                      <a:lnTo>
                        <a:pt x="20" y="34"/>
                      </a:lnTo>
                      <a:lnTo>
                        <a:pt x="20" y="36"/>
                      </a:lnTo>
                      <a:lnTo>
                        <a:pt x="20" y="38"/>
                      </a:lnTo>
                      <a:lnTo>
                        <a:pt x="20" y="40"/>
                      </a:lnTo>
                      <a:lnTo>
                        <a:pt x="20" y="42"/>
                      </a:lnTo>
                      <a:lnTo>
                        <a:pt x="20" y="42"/>
                      </a:lnTo>
                      <a:lnTo>
                        <a:pt x="22" y="44"/>
                      </a:lnTo>
                      <a:lnTo>
                        <a:pt x="22" y="44"/>
                      </a:lnTo>
                      <a:lnTo>
                        <a:pt x="20" y="46"/>
                      </a:lnTo>
                      <a:lnTo>
                        <a:pt x="20" y="48"/>
                      </a:lnTo>
                      <a:lnTo>
                        <a:pt x="20" y="48"/>
                      </a:lnTo>
                      <a:lnTo>
                        <a:pt x="20" y="54"/>
                      </a:lnTo>
                      <a:lnTo>
                        <a:pt x="20" y="56"/>
                      </a:lnTo>
                      <a:lnTo>
                        <a:pt x="20" y="56"/>
                      </a:lnTo>
                      <a:lnTo>
                        <a:pt x="20" y="56"/>
                      </a:lnTo>
                      <a:lnTo>
                        <a:pt x="22" y="58"/>
                      </a:lnTo>
                      <a:lnTo>
                        <a:pt x="20" y="60"/>
                      </a:lnTo>
                      <a:lnTo>
                        <a:pt x="20" y="62"/>
                      </a:lnTo>
                      <a:lnTo>
                        <a:pt x="22" y="64"/>
                      </a:lnTo>
                      <a:lnTo>
                        <a:pt x="22" y="64"/>
                      </a:lnTo>
                      <a:lnTo>
                        <a:pt x="24" y="64"/>
                      </a:lnTo>
                      <a:lnTo>
                        <a:pt x="24" y="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8" name="Freeform 144">
                  <a:extLst>
                    <a:ext uri="{FF2B5EF4-FFF2-40B4-BE49-F238E27FC236}">
                      <a16:creationId xmlns:a16="http://schemas.microsoft.com/office/drawing/2014/main" id="{82734B8A-DF68-004B-A350-05177BD4F4AA}"/>
                    </a:ext>
                  </a:extLst>
                </p:cNvPr>
                <p:cNvSpPr>
                  <a:spLocks/>
                </p:cNvSpPr>
                <p:nvPr/>
              </p:nvSpPr>
              <p:spPr bwMode="auto">
                <a:xfrm>
                  <a:off x="6443448" y="2913909"/>
                  <a:ext cx="78277" cy="68081"/>
                </a:xfrm>
                <a:custGeom>
                  <a:avLst/>
                  <a:gdLst>
                    <a:gd name="T0" fmla="*/ 4 w 40"/>
                    <a:gd name="T1" fmla="*/ 12 h 34"/>
                    <a:gd name="T2" fmla="*/ 8 w 40"/>
                    <a:gd name="T3" fmla="*/ 8 h 34"/>
                    <a:gd name="T4" fmla="*/ 12 w 40"/>
                    <a:gd name="T5" fmla="*/ 6 h 34"/>
                    <a:gd name="T6" fmla="*/ 14 w 40"/>
                    <a:gd name="T7" fmla="*/ 10 h 34"/>
                    <a:gd name="T8" fmla="*/ 16 w 40"/>
                    <a:gd name="T9" fmla="*/ 4 h 34"/>
                    <a:gd name="T10" fmla="*/ 20 w 40"/>
                    <a:gd name="T11" fmla="*/ 4 h 34"/>
                    <a:gd name="T12" fmla="*/ 24 w 40"/>
                    <a:gd name="T13" fmla="*/ 4 h 34"/>
                    <a:gd name="T14" fmla="*/ 30 w 40"/>
                    <a:gd name="T15" fmla="*/ 2 h 34"/>
                    <a:gd name="T16" fmla="*/ 32 w 40"/>
                    <a:gd name="T17" fmla="*/ 0 h 34"/>
                    <a:gd name="T18" fmla="*/ 32 w 40"/>
                    <a:gd name="T19" fmla="*/ 0 h 34"/>
                    <a:gd name="T20" fmla="*/ 36 w 40"/>
                    <a:gd name="T21" fmla="*/ 4 h 34"/>
                    <a:gd name="T22" fmla="*/ 36 w 40"/>
                    <a:gd name="T23" fmla="*/ 4 h 34"/>
                    <a:gd name="T24" fmla="*/ 36 w 40"/>
                    <a:gd name="T25" fmla="*/ 6 h 34"/>
                    <a:gd name="T26" fmla="*/ 36 w 40"/>
                    <a:gd name="T27" fmla="*/ 8 h 34"/>
                    <a:gd name="T28" fmla="*/ 36 w 40"/>
                    <a:gd name="T29" fmla="*/ 8 h 34"/>
                    <a:gd name="T30" fmla="*/ 36 w 40"/>
                    <a:gd name="T31" fmla="*/ 10 h 34"/>
                    <a:gd name="T32" fmla="*/ 36 w 40"/>
                    <a:gd name="T33" fmla="*/ 10 h 34"/>
                    <a:gd name="T34" fmla="*/ 40 w 40"/>
                    <a:gd name="T35" fmla="*/ 14 h 34"/>
                    <a:gd name="T36" fmla="*/ 38 w 40"/>
                    <a:gd name="T37" fmla="*/ 14 h 34"/>
                    <a:gd name="T38" fmla="*/ 38 w 40"/>
                    <a:gd name="T39" fmla="*/ 20 h 34"/>
                    <a:gd name="T40" fmla="*/ 38 w 40"/>
                    <a:gd name="T41" fmla="*/ 20 h 34"/>
                    <a:gd name="T42" fmla="*/ 38 w 40"/>
                    <a:gd name="T43" fmla="*/ 20 h 34"/>
                    <a:gd name="T44" fmla="*/ 36 w 40"/>
                    <a:gd name="T45" fmla="*/ 24 h 34"/>
                    <a:gd name="T46" fmla="*/ 36 w 40"/>
                    <a:gd name="T47" fmla="*/ 24 h 34"/>
                    <a:gd name="T48" fmla="*/ 36 w 40"/>
                    <a:gd name="T49" fmla="*/ 26 h 34"/>
                    <a:gd name="T50" fmla="*/ 36 w 40"/>
                    <a:gd name="T51" fmla="*/ 26 h 34"/>
                    <a:gd name="T52" fmla="*/ 34 w 40"/>
                    <a:gd name="T53" fmla="*/ 26 h 34"/>
                    <a:gd name="T54" fmla="*/ 34 w 40"/>
                    <a:gd name="T55" fmla="*/ 26 h 34"/>
                    <a:gd name="T56" fmla="*/ 30 w 40"/>
                    <a:gd name="T57" fmla="*/ 26 h 34"/>
                    <a:gd name="T58" fmla="*/ 28 w 40"/>
                    <a:gd name="T59" fmla="*/ 28 h 34"/>
                    <a:gd name="T60" fmla="*/ 26 w 40"/>
                    <a:gd name="T61" fmla="*/ 28 h 34"/>
                    <a:gd name="T62" fmla="*/ 26 w 40"/>
                    <a:gd name="T63" fmla="*/ 28 h 34"/>
                    <a:gd name="T64" fmla="*/ 26 w 40"/>
                    <a:gd name="T65" fmla="*/ 30 h 34"/>
                    <a:gd name="T66" fmla="*/ 24 w 40"/>
                    <a:gd name="T67" fmla="*/ 30 h 34"/>
                    <a:gd name="T68" fmla="*/ 24 w 40"/>
                    <a:gd name="T69" fmla="*/ 30 h 34"/>
                    <a:gd name="T70" fmla="*/ 22 w 40"/>
                    <a:gd name="T71" fmla="*/ 32 h 34"/>
                    <a:gd name="T72" fmla="*/ 22 w 40"/>
                    <a:gd name="T73" fmla="*/ 32 h 34"/>
                    <a:gd name="T74" fmla="*/ 20 w 40"/>
                    <a:gd name="T75" fmla="*/ 34 h 34"/>
                    <a:gd name="T76" fmla="*/ 18 w 40"/>
                    <a:gd name="T77" fmla="*/ 34 h 34"/>
                    <a:gd name="T78" fmla="*/ 18 w 40"/>
                    <a:gd name="T79" fmla="*/ 34 h 34"/>
                    <a:gd name="T80" fmla="*/ 6 w 40"/>
                    <a:gd name="T81" fmla="*/ 34 h 34"/>
                    <a:gd name="T82" fmla="*/ 6 w 40"/>
                    <a:gd name="T83" fmla="*/ 34 h 34"/>
                    <a:gd name="T84" fmla="*/ 4 w 40"/>
                    <a:gd name="T85" fmla="*/ 32 h 34"/>
                    <a:gd name="T86" fmla="*/ 2 w 40"/>
                    <a:gd name="T87" fmla="*/ 28 h 34"/>
                    <a:gd name="T88" fmla="*/ 2 w 40"/>
                    <a:gd name="T89" fmla="*/ 28 h 34"/>
                    <a:gd name="T90" fmla="*/ 0 w 40"/>
                    <a:gd name="T91" fmla="*/ 24 h 34"/>
                    <a:gd name="T92" fmla="*/ 2 w 40"/>
                    <a:gd name="T93" fmla="*/ 22 h 34"/>
                    <a:gd name="T94" fmla="*/ 2 w 40"/>
                    <a:gd name="T95" fmla="*/ 22 h 34"/>
                    <a:gd name="T96" fmla="*/ 2 w 40"/>
                    <a:gd name="T97" fmla="*/ 16 h 34"/>
                    <a:gd name="T98" fmla="*/ 2 w 40"/>
                    <a:gd name="T99" fmla="*/ 14 h 34"/>
                    <a:gd name="T100" fmla="*/ 4 w 40"/>
                    <a:gd name="T101"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 h="34">
                      <a:moveTo>
                        <a:pt x="4" y="12"/>
                      </a:moveTo>
                      <a:lnTo>
                        <a:pt x="8" y="8"/>
                      </a:lnTo>
                      <a:lnTo>
                        <a:pt x="12" y="6"/>
                      </a:lnTo>
                      <a:lnTo>
                        <a:pt x="14" y="10"/>
                      </a:lnTo>
                      <a:lnTo>
                        <a:pt x="16" y="4"/>
                      </a:lnTo>
                      <a:lnTo>
                        <a:pt x="20" y="4"/>
                      </a:lnTo>
                      <a:lnTo>
                        <a:pt x="24" y="4"/>
                      </a:lnTo>
                      <a:lnTo>
                        <a:pt x="30" y="2"/>
                      </a:lnTo>
                      <a:lnTo>
                        <a:pt x="32" y="0"/>
                      </a:lnTo>
                      <a:lnTo>
                        <a:pt x="32" y="0"/>
                      </a:lnTo>
                      <a:lnTo>
                        <a:pt x="36" y="4"/>
                      </a:lnTo>
                      <a:lnTo>
                        <a:pt x="36" y="4"/>
                      </a:lnTo>
                      <a:lnTo>
                        <a:pt x="36" y="6"/>
                      </a:lnTo>
                      <a:lnTo>
                        <a:pt x="36" y="8"/>
                      </a:lnTo>
                      <a:lnTo>
                        <a:pt x="36" y="8"/>
                      </a:lnTo>
                      <a:lnTo>
                        <a:pt x="36" y="10"/>
                      </a:lnTo>
                      <a:lnTo>
                        <a:pt x="36" y="10"/>
                      </a:lnTo>
                      <a:lnTo>
                        <a:pt x="40" y="14"/>
                      </a:lnTo>
                      <a:lnTo>
                        <a:pt x="38" y="14"/>
                      </a:lnTo>
                      <a:lnTo>
                        <a:pt x="38" y="20"/>
                      </a:lnTo>
                      <a:lnTo>
                        <a:pt x="38" y="20"/>
                      </a:lnTo>
                      <a:lnTo>
                        <a:pt x="38" y="20"/>
                      </a:lnTo>
                      <a:lnTo>
                        <a:pt x="36" y="24"/>
                      </a:lnTo>
                      <a:lnTo>
                        <a:pt x="36" y="24"/>
                      </a:lnTo>
                      <a:lnTo>
                        <a:pt x="36" y="26"/>
                      </a:lnTo>
                      <a:lnTo>
                        <a:pt x="36" y="26"/>
                      </a:lnTo>
                      <a:lnTo>
                        <a:pt x="34" y="26"/>
                      </a:lnTo>
                      <a:lnTo>
                        <a:pt x="34" y="26"/>
                      </a:lnTo>
                      <a:lnTo>
                        <a:pt x="30" y="26"/>
                      </a:lnTo>
                      <a:lnTo>
                        <a:pt x="28" y="28"/>
                      </a:lnTo>
                      <a:lnTo>
                        <a:pt x="26" y="28"/>
                      </a:lnTo>
                      <a:lnTo>
                        <a:pt x="26" y="28"/>
                      </a:lnTo>
                      <a:lnTo>
                        <a:pt x="26" y="30"/>
                      </a:lnTo>
                      <a:lnTo>
                        <a:pt x="24" y="30"/>
                      </a:lnTo>
                      <a:lnTo>
                        <a:pt x="24" y="30"/>
                      </a:lnTo>
                      <a:lnTo>
                        <a:pt x="22" y="32"/>
                      </a:lnTo>
                      <a:lnTo>
                        <a:pt x="22" y="32"/>
                      </a:lnTo>
                      <a:lnTo>
                        <a:pt x="20" y="34"/>
                      </a:lnTo>
                      <a:lnTo>
                        <a:pt x="18" y="34"/>
                      </a:lnTo>
                      <a:lnTo>
                        <a:pt x="18" y="34"/>
                      </a:lnTo>
                      <a:lnTo>
                        <a:pt x="6" y="34"/>
                      </a:lnTo>
                      <a:lnTo>
                        <a:pt x="6" y="34"/>
                      </a:lnTo>
                      <a:lnTo>
                        <a:pt x="4" y="32"/>
                      </a:lnTo>
                      <a:lnTo>
                        <a:pt x="2" y="28"/>
                      </a:lnTo>
                      <a:lnTo>
                        <a:pt x="2" y="28"/>
                      </a:lnTo>
                      <a:lnTo>
                        <a:pt x="0" y="24"/>
                      </a:lnTo>
                      <a:lnTo>
                        <a:pt x="2" y="22"/>
                      </a:lnTo>
                      <a:lnTo>
                        <a:pt x="2" y="22"/>
                      </a:lnTo>
                      <a:lnTo>
                        <a:pt x="2" y="16"/>
                      </a:lnTo>
                      <a:lnTo>
                        <a:pt x="2" y="14"/>
                      </a:lnTo>
                      <a:lnTo>
                        <a:pt x="4"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9" name="Freeform 145">
                  <a:extLst>
                    <a:ext uri="{FF2B5EF4-FFF2-40B4-BE49-F238E27FC236}">
                      <a16:creationId xmlns:a16="http://schemas.microsoft.com/office/drawing/2014/main" id="{4796656B-4E8E-C34C-9AA8-6A51C35A17E2}"/>
                    </a:ext>
                  </a:extLst>
                </p:cNvPr>
                <p:cNvSpPr>
                  <a:spLocks/>
                </p:cNvSpPr>
                <p:nvPr/>
              </p:nvSpPr>
              <p:spPr bwMode="auto">
                <a:xfrm>
                  <a:off x="6050112" y="2609550"/>
                  <a:ext cx="15656" cy="36043"/>
                </a:xfrm>
                <a:custGeom>
                  <a:avLst/>
                  <a:gdLst>
                    <a:gd name="T0" fmla="*/ 0 w 8"/>
                    <a:gd name="T1" fmla="*/ 10 h 18"/>
                    <a:gd name="T2" fmla="*/ 0 w 8"/>
                    <a:gd name="T3" fmla="*/ 10 h 18"/>
                    <a:gd name="T4" fmla="*/ 0 w 8"/>
                    <a:gd name="T5" fmla="*/ 10 h 18"/>
                    <a:gd name="T6" fmla="*/ 0 w 8"/>
                    <a:gd name="T7" fmla="*/ 6 h 18"/>
                    <a:gd name="T8" fmla="*/ 0 w 8"/>
                    <a:gd name="T9" fmla="*/ 6 h 18"/>
                    <a:gd name="T10" fmla="*/ 0 w 8"/>
                    <a:gd name="T11" fmla="*/ 2 h 18"/>
                    <a:gd name="T12" fmla="*/ 2 w 8"/>
                    <a:gd name="T13" fmla="*/ 2 h 18"/>
                    <a:gd name="T14" fmla="*/ 4 w 8"/>
                    <a:gd name="T15" fmla="*/ 0 h 18"/>
                    <a:gd name="T16" fmla="*/ 4 w 8"/>
                    <a:gd name="T17" fmla="*/ 0 h 18"/>
                    <a:gd name="T18" fmla="*/ 4 w 8"/>
                    <a:gd name="T19" fmla="*/ 2 h 18"/>
                    <a:gd name="T20" fmla="*/ 6 w 8"/>
                    <a:gd name="T21" fmla="*/ 4 h 18"/>
                    <a:gd name="T22" fmla="*/ 6 w 8"/>
                    <a:gd name="T23" fmla="*/ 4 h 18"/>
                    <a:gd name="T24" fmla="*/ 8 w 8"/>
                    <a:gd name="T25" fmla="*/ 6 h 18"/>
                    <a:gd name="T26" fmla="*/ 8 w 8"/>
                    <a:gd name="T27" fmla="*/ 6 h 18"/>
                    <a:gd name="T28" fmla="*/ 8 w 8"/>
                    <a:gd name="T29" fmla="*/ 10 h 18"/>
                    <a:gd name="T30" fmla="*/ 8 w 8"/>
                    <a:gd name="T31" fmla="*/ 10 h 18"/>
                    <a:gd name="T32" fmla="*/ 6 w 8"/>
                    <a:gd name="T33" fmla="*/ 12 h 18"/>
                    <a:gd name="T34" fmla="*/ 6 w 8"/>
                    <a:gd name="T35" fmla="*/ 16 h 18"/>
                    <a:gd name="T36" fmla="*/ 8 w 8"/>
                    <a:gd name="T37" fmla="*/ 18 h 18"/>
                    <a:gd name="T38" fmla="*/ 8 w 8"/>
                    <a:gd name="T39" fmla="*/ 18 h 18"/>
                    <a:gd name="T40" fmla="*/ 2 w 8"/>
                    <a:gd name="T41" fmla="*/ 16 h 18"/>
                    <a:gd name="T42" fmla="*/ 2 w 8"/>
                    <a:gd name="T43" fmla="*/ 16 h 18"/>
                    <a:gd name="T44" fmla="*/ 0 w 8"/>
                    <a:gd name="T45" fmla="*/ 14 h 18"/>
                    <a:gd name="T46" fmla="*/ 0 w 8"/>
                    <a:gd name="T47" fmla="*/ 12 h 18"/>
                    <a:gd name="T48" fmla="*/ 0 w 8"/>
                    <a:gd name="T49" fmla="*/ 10 h 18"/>
                    <a:gd name="T50" fmla="*/ 0 w 8"/>
                    <a:gd name="T51"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 h="18">
                      <a:moveTo>
                        <a:pt x="0" y="10"/>
                      </a:moveTo>
                      <a:lnTo>
                        <a:pt x="0" y="10"/>
                      </a:lnTo>
                      <a:lnTo>
                        <a:pt x="0" y="10"/>
                      </a:lnTo>
                      <a:lnTo>
                        <a:pt x="0" y="6"/>
                      </a:lnTo>
                      <a:lnTo>
                        <a:pt x="0" y="6"/>
                      </a:lnTo>
                      <a:lnTo>
                        <a:pt x="0" y="2"/>
                      </a:lnTo>
                      <a:lnTo>
                        <a:pt x="2" y="2"/>
                      </a:lnTo>
                      <a:lnTo>
                        <a:pt x="4" y="0"/>
                      </a:lnTo>
                      <a:lnTo>
                        <a:pt x="4" y="0"/>
                      </a:lnTo>
                      <a:lnTo>
                        <a:pt x="4" y="2"/>
                      </a:lnTo>
                      <a:lnTo>
                        <a:pt x="6" y="4"/>
                      </a:lnTo>
                      <a:lnTo>
                        <a:pt x="6" y="4"/>
                      </a:lnTo>
                      <a:lnTo>
                        <a:pt x="8" y="6"/>
                      </a:lnTo>
                      <a:lnTo>
                        <a:pt x="8" y="6"/>
                      </a:lnTo>
                      <a:lnTo>
                        <a:pt x="8" y="10"/>
                      </a:lnTo>
                      <a:lnTo>
                        <a:pt x="8" y="10"/>
                      </a:lnTo>
                      <a:lnTo>
                        <a:pt x="6" y="12"/>
                      </a:lnTo>
                      <a:lnTo>
                        <a:pt x="6" y="16"/>
                      </a:lnTo>
                      <a:lnTo>
                        <a:pt x="8" y="18"/>
                      </a:lnTo>
                      <a:lnTo>
                        <a:pt x="8" y="18"/>
                      </a:lnTo>
                      <a:lnTo>
                        <a:pt x="2" y="16"/>
                      </a:lnTo>
                      <a:lnTo>
                        <a:pt x="2" y="16"/>
                      </a:lnTo>
                      <a:lnTo>
                        <a:pt x="0" y="14"/>
                      </a:lnTo>
                      <a:lnTo>
                        <a:pt x="0" y="12"/>
                      </a:lnTo>
                      <a:lnTo>
                        <a:pt x="0" y="10"/>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0" name="Freeform 146">
                  <a:extLst>
                    <a:ext uri="{FF2B5EF4-FFF2-40B4-BE49-F238E27FC236}">
                      <a16:creationId xmlns:a16="http://schemas.microsoft.com/office/drawing/2014/main" id="{D952A8F6-92C8-6E42-8619-163950C8C25A}"/>
                    </a:ext>
                  </a:extLst>
                </p:cNvPr>
                <p:cNvSpPr>
                  <a:spLocks noEditPoints="1"/>
                </p:cNvSpPr>
                <p:nvPr/>
              </p:nvSpPr>
              <p:spPr bwMode="auto">
                <a:xfrm>
                  <a:off x="6443448" y="2345240"/>
                  <a:ext cx="160466" cy="120141"/>
                </a:xfrm>
                <a:custGeom>
                  <a:avLst/>
                  <a:gdLst>
                    <a:gd name="T0" fmla="*/ 4 w 82"/>
                    <a:gd name="T1" fmla="*/ 6 h 60"/>
                    <a:gd name="T2" fmla="*/ 6 w 82"/>
                    <a:gd name="T3" fmla="*/ 24 h 60"/>
                    <a:gd name="T4" fmla="*/ 2 w 82"/>
                    <a:gd name="T5" fmla="*/ 28 h 60"/>
                    <a:gd name="T6" fmla="*/ 12 w 82"/>
                    <a:gd name="T7" fmla="*/ 38 h 60"/>
                    <a:gd name="T8" fmla="*/ 22 w 82"/>
                    <a:gd name="T9" fmla="*/ 42 h 60"/>
                    <a:gd name="T10" fmla="*/ 32 w 82"/>
                    <a:gd name="T11" fmla="*/ 54 h 60"/>
                    <a:gd name="T12" fmla="*/ 40 w 82"/>
                    <a:gd name="T13" fmla="*/ 54 h 60"/>
                    <a:gd name="T14" fmla="*/ 50 w 82"/>
                    <a:gd name="T15" fmla="*/ 56 h 60"/>
                    <a:gd name="T16" fmla="*/ 52 w 82"/>
                    <a:gd name="T17" fmla="*/ 60 h 60"/>
                    <a:gd name="T18" fmla="*/ 58 w 82"/>
                    <a:gd name="T19" fmla="*/ 58 h 60"/>
                    <a:gd name="T20" fmla="*/ 66 w 82"/>
                    <a:gd name="T21" fmla="*/ 58 h 60"/>
                    <a:gd name="T22" fmla="*/ 68 w 82"/>
                    <a:gd name="T23" fmla="*/ 56 h 60"/>
                    <a:gd name="T24" fmla="*/ 74 w 82"/>
                    <a:gd name="T25" fmla="*/ 52 h 60"/>
                    <a:gd name="T26" fmla="*/ 74 w 82"/>
                    <a:gd name="T27" fmla="*/ 44 h 60"/>
                    <a:gd name="T28" fmla="*/ 74 w 82"/>
                    <a:gd name="T29" fmla="*/ 38 h 60"/>
                    <a:gd name="T30" fmla="*/ 78 w 82"/>
                    <a:gd name="T31" fmla="*/ 32 h 60"/>
                    <a:gd name="T32" fmla="*/ 82 w 82"/>
                    <a:gd name="T33" fmla="*/ 28 h 60"/>
                    <a:gd name="T34" fmla="*/ 80 w 82"/>
                    <a:gd name="T35" fmla="*/ 24 h 60"/>
                    <a:gd name="T36" fmla="*/ 74 w 82"/>
                    <a:gd name="T37" fmla="*/ 22 h 60"/>
                    <a:gd name="T38" fmla="*/ 68 w 82"/>
                    <a:gd name="T39" fmla="*/ 18 h 60"/>
                    <a:gd name="T40" fmla="*/ 60 w 82"/>
                    <a:gd name="T41" fmla="*/ 16 h 60"/>
                    <a:gd name="T42" fmla="*/ 58 w 82"/>
                    <a:gd name="T43" fmla="*/ 12 h 60"/>
                    <a:gd name="T44" fmla="*/ 56 w 82"/>
                    <a:gd name="T45" fmla="*/ 10 h 60"/>
                    <a:gd name="T46" fmla="*/ 50 w 82"/>
                    <a:gd name="T47" fmla="*/ 10 h 60"/>
                    <a:gd name="T48" fmla="*/ 42 w 82"/>
                    <a:gd name="T49" fmla="*/ 8 h 60"/>
                    <a:gd name="T50" fmla="*/ 30 w 82"/>
                    <a:gd name="T51" fmla="*/ 4 h 60"/>
                    <a:gd name="T52" fmla="*/ 22 w 82"/>
                    <a:gd name="T53" fmla="*/ 2 h 60"/>
                    <a:gd name="T54" fmla="*/ 16 w 82"/>
                    <a:gd name="T55" fmla="*/ 0 h 60"/>
                    <a:gd name="T56" fmla="*/ 4 w 82"/>
                    <a:gd name="T57" fmla="*/ 6 h 60"/>
                    <a:gd name="T58" fmla="*/ 0 w 82"/>
                    <a:gd name="T59" fmla="*/ 20 h 60"/>
                    <a:gd name="T60" fmla="*/ 2 w 82"/>
                    <a:gd name="T61" fmla="*/ 22 h 60"/>
                    <a:gd name="T62" fmla="*/ 2 w 82"/>
                    <a:gd name="T63" fmla="*/ 20 h 60"/>
                    <a:gd name="T64" fmla="*/ 0 w 82"/>
                    <a:gd name="T65" fmla="*/ 2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 h="60">
                      <a:moveTo>
                        <a:pt x="4" y="6"/>
                      </a:moveTo>
                      <a:lnTo>
                        <a:pt x="4" y="6"/>
                      </a:lnTo>
                      <a:lnTo>
                        <a:pt x="6" y="24"/>
                      </a:lnTo>
                      <a:lnTo>
                        <a:pt x="6" y="24"/>
                      </a:lnTo>
                      <a:lnTo>
                        <a:pt x="2" y="28"/>
                      </a:lnTo>
                      <a:lnTo>
                        <a:pt x="2" y="28"/>
                      </a:lnTo>
                      <a:lnTo>
                        <a:pt x="12" y="38"/>
                      </a:lnTo>
                      <a:lnTo>
                        <a:pt x="12" y="38"/>
                      </a:lnTo>
                      <a:lnTo>
                        <a:pt x="16" y="40"/>
                      </a:lnTo>
                      <a:lnTo>
                        <a:pt x="22" y="42"/>
                      </a:lnTo>
                      <a:lnTo>
                        <a:pt x="30" y="42"/>
                      </a:lnTo>
                      <a:lnTo>
                        <a:pt x="32" y="54"/>
                      </a:lnTo>
                      <a:lnTo>
                        <a:pt x="32" y="54"/>
                      </a:lnTo>
                      <a:lnTo>
                        <a:pt x="40" y="54"/>
                      </a:lnTo>
                      <a:lnTo>
                        <a:pt x="50" y="56"/>
                      </a:lnTo>
                      <a:lnTo>
                        <a:pt x="50" y="56"/>
                      </a:lnTo>
                      <a:lnTo>
                        <a:pt x="52" y="58"/>
                      </a:lnTo>
                      <a:lnTo>
                        <a:pt x="52" y="60"/>
                      </a:lnTo>
                      <a:lnTo>
                        <a:pt x="52" y="60"/>
                      </a:lnTo>
                      <a:lnTo>
                        <a:pt x="58" y="58"/>
                      </a:lnTo>
                      <a:lnTo>
                        <a:pt x="66" y="58"/>
                      </a:lnTo>
                      <a:lnTo>
                        <a:pt x="66" y="58"/>
                      </a:lnTo>
                      <a:lnTo>
                        <a:pt x="66" y="58"/>
                      </a:lnTo>
                      <a:lnTo>
                        <a:pt x="68" y="56"/>
                      </a:lnTo>
                      <a:lnTo>
                        <a:pt x="68" y="54"/>
                      </a:lnTo>
                      <a:lnTo>
                        <a:pt x="74" y="52"/>
                      </a:lnTo>
                      <a:lnTo>
                        <a:pt x="74" y="52"/>
                      </a:lnTo>
                      <a:lnTo>
                        <a:pt x="74" y="44"/>
                      </a:lnTo>
                      <a:lnTo>
                        <a:pt x="74" y="44"/>
                      </a:lnTo>
                      <a:lnTo>
                        <a:pt x="74" y="38"/>
                      </a:lnTo>
                      <a:lnTo>
                        <a:pt x="78" y="32"/>
                      </a:lnTo>
                      <a:lnTo>
                        <a:pt x="78" y="32"/>
                      </a:lnTo>
                      <a:lnTo>
                        <a:pt x="80" y="30"/>
                      </a:lnTo>
                      <a:lnTo>
                        <a:pt x="82" y="28"/>
                      </a:lnTo>
                      <a:lnTo>
                        <a:pt x="80" y="24"/>
                      </a:lnTo>
                      <a:lnTo>
                        <a:pt x="80" y="24"/>
                      </a:lnTo>
                      <a:lnTo>
                        <a:pt x="74" y="22"/>
                      </a:lnTo>
                      <a:lnTo>
                        <a:pt x="74" y="22"/>
                      </a:lnTo>
                      <a:lnTo>
                        <a:pt x="68" y="18"/>
                      </a:lnTo>
                      <a:lnTo>
                        <a:pt x="68" y="18"/>
                      </a:lnTo>
                      <a:lnTo>
                        <a:pt x="64" y="16"/>
                      </a:lnTo>
                      <a:lnTo>
                        <a:pt x="60" y="16"/>
                      </a:lnTo>
                      <a:lnTo>
                        <a:pt x="60" y="16"/>
                      </a:lnTo>
                      <a:lnTo>
                        <a:pt x="58" y="12"/>
                      </a:lnTo>
                      <a:lnTo>
                        <a:pt x="56" y="10"/>
                      </a:lnTo>
                      <a:lnTo>
                        <a:pt x="56" y="10"/>
                      </a:lnTo>
                      <a:lnTo>
                        <a:pt x="50" y="10"/>
                      </a:lnTo>
                      <a:lnTo>
                        <a:pt x="50" y="10"/>
                      </a:lnTo>
                      <a:lnTo>
                        <a:pt x="46" y="10"/>
                      </a:lnTo>
                      <a:lnTo>
                        <a:pt x="42" y="8"/>
                      </a:lnTo>
                      <a:lnTo>
                        <a:pt x="42" y="8"/>
                      </a:lnTo>
                      <a:lnTo>
                        <a:pt x="30" y="4"/>
                      </a:lnTo>
                      <a:lnTo>
                        <a:pt x="30" y="4"/>
                      </a:lnTo>
                      <a:lnTo>
                        <a:pt x="22" y="2"/>
                      </a:lnTo>
                      <a:lnTo>
                        <a:pt x="16" y="0"/>
                      </a:lnTo>
                      <a:lnTo>
                        <a:pt x="16" y="0"/>
                      </a:lnTo>
                      <a:lnTo>
                        <a:pt x="10" y="4"/>
                      </a:lnTo>
                      <a:lnTo>
                        <a:pt x="4" y="6"/>
                      </a:lnTo>
                      <a:lnTo>
                        <a:pt x="4" y="6"/>
                      </a:lnTo>
                      <a:close/>
                      <a:moveTo>
                        <a:pt x="0" y="20"/>
                      </a:moveTo>
                      <a:lnTo>
                        <a:pt x="0" y="22"/>
                      </a:lnTo>
                      <a:lnTo>
                        <a:pt x="2" y="22"/>
                      </a:lnTo>
                      <a:lnTo>
                        <a:pt x="2" y="22"/>
                      </a:lnTo>
                      <a:lnTo>
                        <a:pt x="2" y="20"/>
                      </a:lnTo>
                      <a:lnTo>
                        <a:pt x="0" y="20"/>
                      </a:lnTo>
                      <a:lnTo>
                        <a:pt x="0"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1" name="Freeform 147">
                  <a:extLst>
                    <a:ext uri="{FF2B5EF4-FFF2-40B4-BE49-F238E27FC236}">
                      <a16:creationId xmlns:a16="http://schemas.microsoft.com/office/drawing/2014/main" id="{81AAC8A4-E66D-E340-A47D-BF7D757861C3}"/>
                    </a:ext>
                  </a:extLst>
                </p:cNvPr>
                <p:cNvSpPr>
                  <a:spLocks/>
                </p:cNvSpPr>
                <p:nvPr/>
              </p:nvSpPr>
              <p:spPr bwMode="auto">
                <a:xfrm>
                  <a:off x="6163612" y="2721682"/>
                  <a:ext cx="7827" cy="16019"/>
                </a:xfrm>
                <a:custGeom>
                  <a:avLst/>
                  <a:gdLst>
                    <a:gd name="T0" fmla="*/ 4 w 4"/>
                    <a:gd name="T1" fmla="*/ 8 h 8"/>
                    <a:gd name="T2" fmla="*/ 4 w 4"/>
                    <a:gd name="T3" fmla="*/ 8 h 8"/>
                    <a:gd name="T4" fmla="*/ 2 w 4"/>
                    <a:gd name="T5" fmla="*/ 6 h 8"/>
                    <a:gd name="T6" fmla="*/ 0 w 4"/>
                    <a:gd name="T7" fmla="*/ 4 h 8"/>
                    <a:gd name="T8" fmla="*/ 0 w 4"/>
                    <a:gd name="T9" fmla="*/ 0 h 8"/>
                    <a:gd name="T10" fmla="*/ 0 w 4"/>
                    <a:gd name="T11" fmla="*/ 0 h 8"/>
                    <a:gd name="T12" fmla="*/ 4 w 4"/>
                    <a:gd name="T13" fmla="*/ 0 h 8"/>
                    <a:gd name="T14" fmla="*/ 4 w 4"/>
                    <a:gd name="T15" fmla="*/ 2 h 8"/>
                    <a:gd name="T16" fmla="*/ 4 w 4"/>
                    <a:gd name="T17" fmla="*/ 8 h 8"/>
                    <a:gd name="T18" fmla="*/ 4 w 4"/>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8">
                      <a:moveTo>
                        <a:pt x="4" y="8"/>
                      </a:moveTo>
                      <a:lnTo>
                        <a:pt x="4" y="8"/>
                      </a:lnTo>
                      <a:lnTo>
                        <a:pt x="2" y="6"/>
                      </a:lnTo>
                      <a:lnTo>
                        <a:pt x="0" y="4"/>
                      </a:lnTo>
                      <a:lnTo>
                        <a:pt x="0" y="0"/>
                      </a:lnTo>
                      <a:lnTo>
                        <a:pt x="0" y="0"/>
                      </a:lnTo>
                      <a:lnTo>
                        <a:pt x="4" y="0"/>
                      </a:lnTo>
                      <a:lnTo>
                        <a:pt x="4" y="2"/>
                      </a:lnTo>
                      <a:lnTo>
                        <a:pt x="4" y="8"/>
                      </a:lnTo>
                      <a:lnTo>
                        <a:pt x="4"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2" name="Freeform 151">
                  <a:extLst>
                    <a:ext uri="{FF2B5EF4-FFF2-40B4-BE49-F238E27FC236}">
                      <a16:creationId xmlns:a16="http://schemas.microsoft.com/office/drawing/2014/main" id="{D1D05ABB-7BC6-8C45-931D-1CF3147C293E}"/>
                    </a:ext>
                  </a:extLst>
                </p:cNvPr>
                <p:cNvSpPr>
                  <a:spLocks/>
                </p:cNvSpPr>
                <p:nvPr/>
              </p:nvSpPr>
              <p:spPr bwMode="auto">
                <a:xfrm>
                  <a:off x="6451277" y="2273156"/>
                  <a:ext cx="203518" cy="120141"/>
                </a:xfrm>
                <a:custGeom>
                  <a:avLst/>
                  <a:gdLst>
                    <a:gd name="T0" fmla="*/ 0 w 104"/>
                    <a:gd name="T1" fmla="*/ 42 h 60"/>
                    <a:gd name="T2" fmla="*/ 12 w 104"/>
                    <a:gd name="T3" fmla="*/ 36 h 60"/>
                    <a:gd name="T4" fmla="*/ 18 w 104"/>
                    <a:gd name="T5" fmla="*/ 38 h 60"/>
                    <a:gd name="T6" fmla="*/ 26 w 104"/>
                    <a:gd name="T7" fmla="*/ 40 h 60"/>
                    <a:gd name="T8" fmla="*/ 38 w 104"/>
                    <a:gd name="T9" fmla="*/ 44 h 60"/>
                    <a:gd name="T10" fmla="*/ 46 w 104"/>
                    <a:gd name="T11" fmla="*/ 46 h 60"/>
                    <a:gd name="T12" fmla="*/ 52 w 104"/>
                    <a:gd name="T13" fmla="*/ 46 h 60"/>
                    <a:gd name="T14" fmla="*/ 54 w 104"/>
                    <a:gd name="T15" fmla="*/ 48 h 60"/>
                    <a:gd name="T16" fmla="*/ 56 w 104"/>
                    <a:gd name="T17" fmla="*/ 52 h 60"/>
                    <a:gd name="T18" fmla="*/ 64 w 104"/>
                    <a:gd name="T19" fmla="*/ 54 h 60"/>
                    <a:gd name="T20" fmla="*/ 70 w 104"/>
                    <a:gd name="T21" fmla="*/ 58 h 60"/>
                    <a:gd name="T22" fmla="*/ 76 w 104"/>
                    <a:gd name="T23" fmla="*/ 60 h 60"/>
                    <a:gd name="T24" fmla="*/ 80 w 104"/>
                    <a:gd name="T25" fmla="*/ 56 h 60"/>
                    <a:gd name="T26" fmla="*/ 86 w 104"/>
                    <a:gd name="T27" fmla="*/ 54 h 60"/>
                    <a:gd name="T28" fmla="*/ 90 w 104"/>
                    <a:gd name="T29" fmla="*/ 56 h 60"/>
                    <a:gd name="T30" fmla="*/ 92 w 104"/>
                    <a:gd name="T31" fmla="*/ 50 h 60"/>
                    <a:gd name="T32" fmla="*/ 94 w 104"/>
                    <a:gd name="T33" fmla="*/ 42 h 60"/>
                    <a:gd name="T34" fmla="*/ 98 w 104"/>
                    <a:gd name="T35" fmla="*/ 44 h 60"/>
                    <a:gd name="T36" fmla="*/ 104 w 104"/>
                    <a:gd name="T37" fmla="*/ 42 h 60"/>
                    <a:gd name="T38" fmla="*/ 102 w 104"/>
                    <a:gd name="T39" fmla="*/ 36 h 60"/>
                    <a:gd name="T40" fmla="*/ 98 w 104"/>
                    <a:gd name="T41" fmla="*/ 30 h 60"/>
                    <a:gd name="T42" fmla="*/ 94 w 104"/>
                    <a:gd name="T43" fmla="*/ 28 h 60"/>
                    <a:gd name="T44" fmla="*/ 92 w 104"/>
                    <a:gd name="T45" fmla="*/ 26 h 60"/>
                    <a:gd name="T46" fmla="*/ 92 w 104"/>
                    <a:gd name="T47" fmla="*/ 16 h 60"/>
                    <a:gd name="T48" fmla="*/ 88 w 104"/>
                    <a:gd name="T49" fmla="*/ 18 h 60"/>
                    <a:gd name="T50" fmla="*/ 84 w 104"/>
                    <a:gd name="T51" fmla="*/ 16 h 60"/>
                    <a:gd name="T52" fmla="*/ 84 w 104"/>
                    <a:gd name="T53" fmla="*/ 12 h 60"/>
                    <a:gd name="T54" fmla="*/ 76 w 104"/>
                    <a:gd name="T55" fmla="*/ 14 h 60"/>
                    <a:gd name="T56" fmla="*/ 68 w 104"/>
                    <a:gd name="T57" fmla="*/ 6 h 60"/>
                    <a:gd name="T58" fmla="*/ 68 w 104"/>
                    <a:gd name="T59" fmla="*/ 4 h 60"/>
                    <a:gd name="T60" fmla="*/ 64 w 104"/>
                    <a:gd name="T61" fmla="*/ 2 h 60"/>
                    <a:gd name="T62" fmla="*/ 54 w 104"/>
                    <a:gd name="T63" fmla="*/ 0 h 60"/>
                    <a:gd name="T64" fmla="*/ 54 w 104"/>
                    <a:gd name="T65" fmla="*/ 2 h 60"/>
                    <a:gd name="T66" fmla="*/ 50 w 104"/>
                    <a:gd name="T67" fmla="*/ 2 h 60"/>
                    <a:gd name="T68" fmla="*/ 42 w 104"/>
                    <a:gd name="T69" fmla="*/ 2 h 60"/>
                    <a:gd name="T70" fmla="*/ 44 w 104"/>
                    <a:gd name="T71" fmla="*/ 20 h 60"/>
                    <a:gd name="T72" fmla="*/ 36 w 104"/>
                    <a:gd name="T73" fmla="*/ 24 h 60"/>
                    <a:gd name="T74" fmla="*/ 28 w 104"/>
                    <a:gd name="T75" fmla="*/ 22 h 60"/>
                    <a:gd name="T76" fmla="*/ 28 w 104"/>
                    <a:gd name="T77" fmla="*/ 22 h 60"/>
                    <a:gd name="T78" fmla="*/ 20 w 104"/>
                    <a:gd name="T79" fmla="*/ 14 h 60"/>
                    <a:gd name="T80" fmla="*/ 20 w 104"/>
                    <a:gd name="T81" fmla="*/ 12 h 60"/>
                    <a:gd name="T82" fmla="*/ 22 w 104"/>
                    <a:gd name="T83" fmla="*/ 12 h 60"/>
                    <a:gd name="T84" fmla="*/ 22 w 104"/>
                    <a:gd name="T85" fmla="*/ 8 h 60"/>
                    <a:gd name="T86" fmla="*/ 18 w 104"/>
                    <a:gd name="T87" fmla="*/ 10 h 60"/>
                    <a:gd name="T88" fmla="*/ 12 w 104"/>
                    <a:gd name="T89" fmla="*/ 12 h 60"/>
                    <a:gd name="T90" fmla="*/ 10 w 104"/>
                    <a:gd name="T91" fmla="*/ 18 h 60"/>
                    <a:gd name="T92" fmla="*/ 0 w 104"/>
                    <a:gd name="T93"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60">
                      <a:moveTo>
                        <a:pt x="0" y="42"/>
                      </a:moveTo>
                      <a:lnTo>
                        <a:pt x="0" y="42"/>
                      </a:lnTo>
                      <a:lnTo>
                        <a:pt x="6" y="40"/>
                      </a:lnTo>
                      <a:lnTo>
                        <a:pt x="12" y="36"/>
                      </a:lnTo>
                      <a:lnTo>
                        <a:pt x="12" y="36"/>
                      </a:lnTo>
                      <a:lnTo>
                        <a:pt x="18" y="38"/>
                      </a:lnTo>
                      <a:lnTo>
                        <a:pt x="26" y="40"/>
                      </a:lnTo>
                      <a:lnTo>
                        <a:pt x="26" y="40"/>
                      </a:lnTo>
                      <a:lnTo>
                        <a:pt x="38" y="44"/>
                      </a:lnTo>
                      <a:lnTo>
                        <a:pt x="38" y="44"/>
                      </a:lnTo>
                      <a:lnTo>
                        <a:pt x="42" y="46"/>
                      </a:lnTo>
                      <a:lnTo>
                        <a:pt x="46" y="46"/>
                      </a:lnTo>
                      <a:lnTo>
                        <a:pt x="46" y="46"/>
                      </a:lnTo>
                      <a:lnTo>
                        <a:pt x="52" y="46"/>
                      </a:lnTo>
                      <a:lnTo>
                        <a:pt x="52" y="46"/>
                      </a:lnTo>
                      <a:lnTo>
                        <a:pt x="54" y="48"/>
                      </a:lnTo>
                      <a:lnTo>
                        <a:pt x="56" y="52"/>
                      </a:lnTo>
                      <a:lnTo>
                        <a:pt x="56" y="52"/>
                      </a:lnTo>
                      <a:lnTo>
                        <a:pt x="60" y="52"/>
                      </a:lnTo>
                      <a:lnTo>
                        <a:pt x="64" y="54"/>
                      </a:lnTo>
                      <a:lnTo>
                        <a:pt x="64" y="54"/>
                      </a:lnTo>
                      <a:lnTo>
                        <a:pt x="70" y="58"/>
                      </a:lnTo>
                      <a:lnTo>
                        <a:pt x="70" y="58"/>
                      </a:lnTo>
                      <a:lnTo>
                        <a:pt x="76" y="60"/>
                      </a:lnTo>
                      <a:lnTo>
                        <a:pt x="76" y="60"/>
                      </a:lnTo>
                      <a:lnTo>
                        <a:pt x="80" y="56"/>
                      </a:lnTo>
                      <a:lnTo>
                        <a:pt x="82" y="54"/>
                      </a:lnTo>
                      <a:lnTo>
                        <a:pt x="86" y="54"/>
                      </a:lnTo>
                      <a:lnTo>
                        <a:pt x="86" y="54"/>
                      </a:lnTo>
                      <a:lnTo>
                        <a:pt x="90" y="56"/>
                      </a:lnTo>
                      <a:lnTo>
                        <a:pt x="92" y="50"/>
                      </a:lnTo>
                      <a:lnTo>
                        <a:pt x="92" y="50"/>
                      </a:lnTo>
                      <a:lnTo>
                        <a:pt x="92" y="44"/>
                      </a:lnTo>
                      <a:lnTo>
                        <a:pt x="94" y="42"/>
                      </a:lnTo>
                      <a:lnTo>
                        <a:pt x="94" y="42"/>
                      </a:lnTo>
                      <a:lnTo>
                        <a:pt x="98" y="44"/>
                      </a:lnTo>
                      <a:lnTo>
                        <a:pt x="102" y="44"/>
                      </a:lnTo>
                      <a:lnTo>
                        <a:pt x="104" y="42"/>
                      </a:lnTo>
                      <a:lnTo>
                        <a:pt x="102" y="36"/>
                      </a:lnTo>
                      <a:lnTo>
                        <a:pt x="102" y="36"/>
                      </a:lnTo>
                      <a:lnTo>
                        <a:pt x="98" y="30"/>
                      </a:lnTo>
                      <a:lnTo>
                        <a:pt x="98" y="30"/>
                      </a:lnTo>
                      <a:lnTo>
                        <a:pt x="96" y="28"/>
                      </a:lnTo>
                      <a:lnTo>
                        <a:pt x="94" y="28"/>
                      </a:lnTo>
                      <a:lnTo>
                        <a:pt x="94" y="28"/>
                      </a:lnTo>
                      <a:lnTo>
                        <a:pt x="92" y="26"/>
                      </a:lnTo>
                      <a:lnTo>
                        <a:pt x="92" y="26"/>
                      </a:lnTo>
                      <a:lnTo>
                        <a:pt x="92" y="16"/>
                      </a:lnTo>
                      <a:lnTo>
                        <a:pt x="92" y="16"/>
                      </a:lnTo>
                      <a:lnTo>
                        <a:pt x="88" y="18"/>
                      </a:lnTo>
                      <a:lnTo>
                        <a:pt x="86" y="18"/>
                      </a:lnTo>
                      <a:lnTo>
                        <a:pt x="84" y="16"/>
                      </a:lnTo>
                      <a:lnTo>
                        <a:pt x="84" y="16"/>
                      </a:lnTo>
                      <a:lnTo>
                        <a:pt x="84" y="12"/>
                      </a:lnTo>
                      <a:lnTo>
                        <a:pt x="82" y="12"/>
                      </a:lnTo>
                      <a:lnTo>
                        <a:pt x="76" y="14"/>
                      </a:lnTo>
                      <a:lnTo>
                        <a:pt x="72" y="6"/>
                      </a:lnTo>
                      <a:lnTo>
                        <a:pt x="68" y="6"/>
                      </a:lnTo>
                      <a:lnTo>
                        <a:pt x="68" y="6"/>
                      </a:lnTo>
                      <a:lnTo>
                        <a:pt x="68" y="4"/>
                      </a:lnTo>
                      <a:lnTo>
                        <a:pt x="64" y="2"/>
                      </a:lnTo>
                      <a:lnTo>
                        <a:pt x="64" y="2"/>
                      </a:lnTo>
                      <a:lnTo>
                        <a:pt x="58" y="0"/>
                      </a:lnTo>
                      <a:lnTo>
                        <a:pt x="54" y="0"/>
                      </a:lnTo>
                      <a:lnTo>
                        <a:pt x="54" y="0"/>
                      </a:lnTo>
                      <a:lnTo>
                        <a:pt x="54" y="2"/>
                      </a:lnTo>
                      <a:lnTo>
                        <a:pt x="50" y="2"/>
                      </a:lnTo>
                      <a:lnTo>
                        <a:pt x="50" y="2"/>
                      </a:lnTo>
                      <a:lnTo>
                        <a:pt x="42" y="2"/>
                      </a:lnTo>
                      <a:lnTo>
                        <a:pt x="42" y="2"/>
                      </a:lnTo>
                      <a:lnTo>
                        <a:pt x="42" y="10"/>
                      </a:lnTo>
                      <a:lnTo>
                        <a:pt x="44" y="20"/>
                      </a:lnTo>
                      <a:lnTo>
                        <a:pt x="44" y="20"/>
                      </a:lnTo>
                      <a:lnTo>
                        <a:pt x="36" y="24"/>
                      </a:lnTo>
                      <a:lnTo>
                        <a:pt x="32" y="24"/>
                      </a:lnTo>
                      <a:lnTo>
                        <a:pt x="28" y="22"/>
                      </a:lnTo>
                      <a:lnTo>
                        <a:pt x="28" y="22"/>
                      </a:lnTo>
                      <a:lnTo>
                        <a:pt x="28" y="22"/>
                      </a:lnTo>
                      <a:lnTo>
                        <a:pt x="28" y="22"/>
                      </a:lnTo>
                      <a:lnTo>
                        <a:pt x="20" y="14"/>
                      </a:lnTo>
                      <a:lnTo>
                        <a:pt x="20" y="14"/>
                      </a:lnTo>
                      <a:lnTo>
                        <a:pt x="20" y="12"/>
                      </a:lnTo>
                      <a:lnTo>
                        <a:pt x="20" y="12"/>
                      </a:lnTo>
                      <a:lnTo>
                        <a:pt x="22" y="12"/>
                      </a:lnTo>
                      <a:lnTo>
                        <a:pt x="22" y="12"/>
                      </a:lnTo>
                      <a:lnTo>
                        <a:pt x="22" y="8"/>
                      </a:lnTo>
                      <a:lnTo>
                        <a:pt x="20" y="8"/>
                      </a:lnTo>
                      <a:lnTo>
                        <a:pt x="18" y="10"/>
                      </a:lnTo>
                      <a:lnTo>
                        <a:pt x="18" y="10"/>
                      </a:lnTo>
                      <a:lnTo>
                        <a:pt x="12" y="12"/>
                      </a:lnTo>
                      <a:lnTo>
                        <a:pt x="10" y="18"/>
                      </a:lnTo>
                      <a:lnTo>
                        <a:pt x="10" y="18"/>
                      </a:lnTo>
                      <a:lnTo>
                        <a:pt x="2" y="30"/>
                      </a:lnTo>
                      <a:lnTo>
                        <a:pt x="0" y="42"/>
                      </a:lnTo>
                      <a:lnTo>
                        <a:pt x="0" y="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3" name="Freeform 156">
                  <a:extLst>
                    <a:ext uri="{FF2B5EF4-FFF2-40B4-BE49-F238E27FC236}">
                      <a16:creationId xmlns:a16="http://schemas.microsoft.com/office/drawing/2014/main" id="{7504B349-6795-534A-B5D0-82F672C27694}"/>
                    </a:ext>
                  </a:extLst>
                </p:cNvPr>
                <p:cNvSpPr>
                  <a:spLocks/>
                </p:cNvSpPr>
                <p:nvPr/>
              </p:nvSpPr>
              <p:spPr bwMode="auto">
                <a:xfrm>
                  <a:off x="7132278" y="2405311"/>
                  <a:ext cx="1072382" cy="560658"/>
                </a:xfrm>
                <a:custGeom>
                  <a:avLst/>
                  <a:gdLst>
                    <a:gd name="T0" fmla="*/ 488 w 548"/>
                    <a:gd name="T1" fmla="*/ 158 h 280"/>
                    <a:gd name="T2" fmla="*/ 450 w 548"/>
                    <a:gd name="T3" fmla="*/ 208 h 280"/>
                    <a:gd name="T4" fmla="*/ 436 w 548"/>
                    <a:gd name="T5" fmla="*/ 248 h 280"/>
                    <a:gd name="T6" fmla="*/ 408 w 548"/>
                    <a:gd name="T7" fmla="*/ 240 h 280"/>
                    <a:gd name="T8" fmla="*/ 372 w 548"/>
                    <a:gd name="T9" fmla="*/ 244 h 280"/>
                    <a:gd name="T10" fmla="*/ 358 w 548"/>
                    <a:gd name="T11" fmla="*/ 244 h 280"/>
                    <a:gd name="T12" fmla="*/ 338 w 548"/>
                    <a:gd name="T13" fmla="*/ 246 h 280"/>
                    <a:gd name="T14" fmla="*/ 306 w 548"/>
                    <a:gd name="T15" fmla="*/ 256 h 280"/>
                    <a:gd name="T16" fmla="*/ 290 w 548"/>
                    <a:gd name="T17" fmla="*/ 264 h 280"/>
                    <a:gd name="T18" fmla="*/ 272 w 548"/>
                    <a:gd name="T19" fmla="*/ 280 h 280"/>
                    <a:gd name="T20" fmla="*/ 250 w 548"/>
                    <a:gd name="T21" fmla="*/ 268 h 280"/>
                    <a:gd name="T22" fmla="*/ 246 w 548"/>
                    <a:gd name="T23" fmla="*/ 260 h 280"/>
                    <a:gd name="T24" fmla="*/ 228 w 548"/>
                    <a:gd name="T25" fmla="*/ 250 h 280"/>
                    <a:gd name="T26" fmla="*/ 194 w 548"/>
                    <a:gd name="T27" fmla="*/ 226 h 280"/>
                    <a:gd name="T28" fmla="*/ 200 w 548"/>
                    <a:gd name="T29" fmla="*/ 210 h 280"/>
                    <a:gd name="T30" fmla="*/ 188 w 548"/>
                    <a:gd name="T31" fmla="*/ 186 h 280"/>
                    <a:gd name="T32" fmla="*/ 188 w 548"/>
                    <a:gd name="T33" fmla="*/ 172 h 280"/>
                    <a:gd name="T34" fmla="*/ 178 w 548"/>
                    <a:gd name="T35" fmla="*/ 182 h 280"/>
                    <a:gd name="T36" fmla="*/ 164 w 548"/>
                    <a:gd name="T37" fmla="*/ 192 h 280"/>
                    <a:gd name="T38" fmla="*/ 156 w 548"/>
                    <a:gd name="T39" fmla="*/ 190 h 280"/>
                    <a:gd name="T40" fmla="*/ 136 w 548"/>
                    <a:gd name="T41" fmla="*/ 196 h 280"/>
                    <a:gd name="T42" fmla="*/ 102 w 548"/>
                    <a:gd name="T43" fmla="*/ 258 h 280"/>
                    <a:gd name="T44" fmla="*/ 74 w 548"/>
                    <a:gd name="T45" fmla="*/ 264 h 280"/>
                    <a:gd name="T46" fmla="*/ 64 w 548"/>
                    <a:gd name="T47" fmla="*/ 242 h 280"/>
                    <a:gd name="T48" fmla="*/ 52 w 548"/>
                    <a:gd name="T49" fmla="*/ 226 h 280"/>
                    <a:gd name="T50" fmla="*/ 56 w 548"/>
                    <a:gd name="T51" fmla="*/ 214 h 280"/>
                    <a:gd name="T52" fmla="*/ 60 w 548"/>
                    <a:gd name="T53" fmla="*/ 206 h 280"/>
                    <a:gd name="T54" fmla="*/ 72 w 548"/>
                    <a:gd name="T55" fmla="*/ 198 h 280"/>
                    <a:gd name="T56" fmla="*/ 92 w 548"/>
                    <a:gd name="T57" fmla="*/ 206 h 280"/>
                    <a:gd name="T58" fmla="*/ 96 w 548"/>
                    <a:gd name="T59" fmla="*/ 194 h 280"/>
                    <a:gd name="T60" fmla="*/ 90 w 548"/>
                    <a:gd name="T61" fmla="*/ 178 h 280"/>
                    <a:gd name="T62" fmla="*/ 74 w 548"/>
                    <a:gd name="T63" fmla="*/ 166 h 280"/>
                    <a:gd name="T64" fmla="*/ 56 w 548"/>
                    <a:gd name="T65" fmla="*/ 158 h 280"/>
                    <a:gd name="T66" fmla="*/ 42 w 548"/>
                    <a:gd name="T67" fmla="*/ 166 h 280"/>
                    <a:gd name="T68" fmla="*/ 26 w 548"/>
                    <a:gd name="T69" fmla="*/ 174 h 280"/>
                    <a:gd name="T70" fmla="*/ 16 w 548"/>
                    <a:gd name="T71" fmla="*/ 148 h 280"/>
                    <a:gd name="T72" fmla="*/ 6 w 548"/>
                    <a:gd name="T73" fmla="*/ 138 h 280"/>
                    <a:gd name="T74" fmla="*/ 10 w 548"/>
                    <a:gd name="T75" fmla="*/ 116 h 280"/>
                    <a:gd name="T76" fmla="*/ 10 w 548"/>
                    <a:gd name="T77" fmla="*/ 100 h 280"/>
                    <a:gd name="T78" fmla="*/ 26 w 548"/>
                    <a:gd name="T79" fmla="*/ 102 h 280"/>
                    <a:gd name="T80" fmla="*/ 34 w 548"/>
                    <a:gd name="T81" fmla="*/ 80 h 280"/>
                    <a:gd name="T82" fmla="*/ 50 w 548"/>
                    <a:gd name="T83" fmla="*/ 76 h 280"/>
                    <a:gd name="T84" fmla="*/ 76 w 548"/>
                    <a:gd name="T85" fmla="*/ 62 h 280"/>
                    <a:gd name="T86" fmla="*/ 84 w 548"/>
                    <a:gd name="T87" fmla="*/ 68 h 280"/>
                    <a:gd name="T88" fmla="*/ 104 w 548"/>
                    <a:gd name="T89" fmla="*/ 80 h 280"/>
                    <a:gd name="T90" fmla="*/ 118 w 548"/>
                    <a:gd name="T91" fmla="*/ 92 h 280"/>
                    <a:gd name="T92" fmla="*/ 126 w 548"/>
                    <a:gd name="T93" fmla="*/ 82 h 280"/>
                    <a:gd name="T94" fmla="*/ 152 w 548"/>
                    <a:gd name="T95" fmla="*/ 80 h 280"/>
                    <a:gd name="T96" fmla="*/ 168 w 548"/>
                    <a:gd name="T97" fmla="*/ 92 h 280"/>
                    <a:gd name="T98" fmla="*/ 180 w 548"/>
                    <a:gd name="T99" fmla="*/ 80 h 280"/>
                    <a:gd name="T100" fmla="*/ 182 w 548"/>
                    <a:gd name="T101" fmla="*/ 20 h 280"/>
                    <a:gd name="T102" fmla="*/ 256 w 548"/>
                    <a:gd name="T103" fmla="*/ 12 h 280"/>
                    <a:gd name="T104" fmla="*/ 298 w 548"/>
                    <a:gd name="T105" fmla="*/ 18 h 280"/>
                    <a:gd name="T106" fmla="*/ 334 w 548"/>
                    <a:gd name="T107" fmla="*/ 20 h 280"/>
                    <a:gd name="T108" fmla="*/ 394 w 548"/>
                    <a:gd name="T109" fmla="*/ 12 h 280"/>
                    <a:gd name="T110" fmla="*/ 430 w 548"/>
                    <a:gd name="T111" fmla="*/ 84 h 280"/>
                    <a:gd name="T112" fmla="*/ 472 w 548"/>
                    <a:gd name="T113" fmla="*/ 100 h 280"/>
                    <a:gd name="T114" fmla="*/ 536 w 548"/>
                    <a:gd name="T115" fmla="*/ 118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8" h="280">
                      <a:moveTo>
                        <a:pt x="548" y="124"/>
                      </a:moveTo>
                      <a:lnTo>
                        <a:pt x="528" y="128"/>
                      </a:lnTo>
                      <a:lnTo>
                        <a:pt x="522" y="134"/>
                      </a:lnTo>
                      <a:lnTo>
                        <a:pt x="518" y="140"/>
                      </a:lnTo>
                      <a:lnTo>
                        <a:pt x="510" y="142"/>
                      </a:lnTo>
                      <a:lnTo>
                        <a:pt x="508" y="146"/>
                      </a:lnTo>
                      <a:lnTo>
                        <a:pt x="506" y="154"/>
                      </a:lnTo>
                      <a:lnTo>
                        <a:pt x="496" y="158"/>
                      </a:lnTo>
                      <a:lnTo>
                        <a:pt x="488" y="158"/>
                      </a:lnTo>
                      <a:lnTo>
                        <a:pt x="482" y="162"/>
                      </a:lnTo>
                      <a:lnTo>
                        <a:pt x="478" y="170"/>
                      </a:lnTo>
                      <a:lnTo>
                        <a:pt x="472" y="174"/>
                      </a:lnTo>
                      <a:lnTo>
                        <a:pt x="470" y="184"/>
                      </a:lnTo>
                      <a:lnTo>
                        <a:pt x="472" y="194"/>
                      </a:lnTo>
                      <a:lnTo>
                        <a:pt x="476" y="198"/>
                      </a:lnTo>
                      <a:lnTo>
                        <a:pt x="474" y="202"/>
                      </a:lnTo>
                      <a:lnTo>
                        <a:pt x="460" y="202"/>
                      </a:lnTo>
                      <a:lnTo>
                        <a:pt x="450" y="208"/>
                      </a:lnTo>
                      <a:lnTo>
                        <a:pt x="440" y="210"/>
                      </a:lnTo>
                      <a:lnTo>
                        <a:pt x="436" y="212"/>
                      </a:lnTo>
                      <a:lnTo>
                        <a:pt x="438" y="218"/>
                      </a:lnTo>
                      <a:lnTo>
                        <a:pt x="446" y="224"/>
                      </a:lnTo>
                      <a:lnTo>
                        <a:pt x="448" y="230"/>
                      </a:lnTo>
                      <a:lnTo>
                        <a:pt x="442" y="242"/>
                      </a:lnTo>
                      <a:lnTo>
                        <a:pt x="442" y="252"/>
                      </a:lnTo>
                      <a:lnTo>
                        <a:pt x="436" y="248"/>
                      </a:lnTo>
                      <a:lnTo>
                        <a:pt x="436" y="248"/>
                      </a:lnTo>
                      <a:lnTo>
                        <a:pt x="432" y="248"/>
                      </a:lnTo>
                      <a:lnTo>
                        <a:pt x="428" y="246"/>
                      </a:lnTo>
                      <a:lnTo>
                        <a:pt x="428" y="246"/>
                      </a:lnTo>
                      <a:lnTo>
                        <a:pt x="426" y="242"/>
                      </a:lnTo>
                      <a:lnTo>
                        <a:pt x="420" y="240"/>
                      </a:lnTo>
                      <a:lnTo>
                        <a:pt x="420" y="240"/>
                      </a:lnTo>
                      <a:lnTo>
                        <a:pt x="414" y="240"/>
                      </a:lnTo>
                      <a:lnTo>
                        <a:pt x="408" y="240"/>
                      </a:lnTo>
                      <a:lnTo>
                        <a:pt x="408" y="240"/>
                      </a:lnTo>
                      <a:lnTo>
                        <a:pt x="392" y="240"/>
                      </a:lnTo>
                      <a:lnTo>
                        <a:pt x="392" y="240"/>
                      </a:lnTo>
                      <a:lnTo>
                        <a:pt x="386" y="244"/>
                      </a:lnTo>
                      <a:lnTo>
                        <a:pt x="378" y="248"/>
                      </a:lnTo>
                      <a:lnTo>
                        <a:pt x="378" y="248"/>
                      </a:lnTo>
                      <a:lnTo>
                        <a:pt x="376" y="248"/>
                      </a:lnTo>
                      <a:lnTo>
                        <a:pt x="374" y="246"/>
                      </a:lnTo>
                      <a:lnTo>
                        <a:pt x="374" y="246"/>
                      </a:lnTo>
                      <a:lnTo>
                        <a:pt x="372" y="244"/>
                      </a:lnTo>
                      <a:lnTo>
                        <a:pt x="372" y="244"/>
                      </a:lnTo>
                      <a:lnTo>
                        <a:pt x="368" y="244"/>
                      </a:lnTo>
                      <a:lnTo>
                        <a:pt x="368" y="242"/>
                      </a:lnTo>
                      <a:lnTo>
                        <a:pt x="366" y="240"/>
                      </a:lnTo>
                      <a:lnTo>
                        <a:pt x="364" y="240"/>
                      </a:lnTo>
                      <a:lnTo>
                        <a:pt x="364" y="240"/>
                      </a:lnTo>
                      <a:lnTo>
                        <a:pt x="360" y="244"/>
                      </a:lnTo>
                      <a:lnTo>
                        <a:pt x="358" y="244"/>
                      </a:lnTo>
                      <a:lnTo>
                        <a:pt x="358" y="244"/>
                      </a:lnTo>
                      <a:lnTo>
                        <a:pt x="354" y="246"/>
                      </a:lnTo>
                      <a:lnTo>
                        <a:pt x="352" y="248"/>
                      </a:lnTo>
                      <a:lnTo>
                        <a:pt x="352" y="248"/>
                      </a:lnTo>
                      <a:lnTo>
                        <a:pt x="350" y="250"/>
                      </a:lnTo>
                      <a:lnTo>
                        <a:pt x="348" y="254"/>
                      </a:lnTo>
                      <a:lnTo>
                        <a:pt x="348" y="254"/>
                      </a:lnTo>
                      <a:lnTo>
                        <a:pt x="346" y="254"/>
                      </a:lnTo>
                      <a:lnTo>
                        <a:pt x="344" y="250"/>
                      </a:lnTo>
                      <a:lnTo>
                        <a:pt x="338" y="246"/>
                      </a:lnTo>
                      <a:lnTo>
                        <a:pt x="334" y="246"/>
                      </a:lnTo>
                      <a:lnTo>
                        <a:pt x="324" y="246"/>
                      </a:lnTo>
                      <a:lnTo>
                        <a:pt x="324" y="246"/>
                      </a:lnTo>
                      <a:lnTo>
                        <a:pt x="320" y="246"/>
                      </a:lnTo>
                      <a:lnTo>
                        <a:pt x="318" y="250"/>
                      </a:lnTo>
                      <a:lnTo>
                        <a:pt x="314" y="254"/>
                      </a:lnTo>
                      <a:lnTo>
                        <a:pt x="314" y="254"/>
                      </a:lnTo>
                      <a:lnTo>
                        <a:pt x="310" y="256"/>
                      </a:lnTo>
                      <a:lnTo>
                        <a:pt x="306" y="256"/>
                      </a:lnTo>
                      <a:lnTo>
                        <a:pt x="306" y="256"/>
                      </a:lnTo>
                      <a:lnTo>
                        <a:pt x="300" y="258"/>
                      </a:lnTo>
                      <a:lnTo>
                        <a:pt x="298" y="258"/>
                      </a:lnTo>
                      <a:lnTo>
                        <a:pt x="298" y="260"/>
                      </a:lnTo>
                      <a:lnTo>
                        <a:pt x="298" y="260"/>
                      </a:lnTo>
                      <a:lnTo>
                        <a:pt x="296" y="262"/>
                      </a:lnTo>
                      <a:lnTo>
                        <a:pt x="294" y="262"/>
                      </a:lnTo>
                      <a:lnTo>
                        <a:pt x="290" y="264"/>
                      </a:lnTo>
                      <a:lnTo>
                        <a:pt x="290" y="264"/>
                      </a:lnTo>
                      <a:lnTo>
                        <a:pt x="288" y="266"/>
                      </a:lnTo>
                      <a:lnTo>
                        <a:pt x="286" y="268"/>
                      </a:lnTo>
                      <a:lnTo>
                        <a:pt x="286" y="272"/>
                      </a:lnTo>
                      <a:lnTo>
                        <a:pt x="286" y="272"/>
                      </a:lnTo>
                      <a:lnTo>
                        <a:pt x="278" y="274"/>
                      </a:lnTo>
                      <a:lnTo>
                        <a:pt x="278" y="278"/>
                      </a:lnTo>
                      <a:lnTo>
                        <a:pt x="278" y="278"/>
                      </a:lnTo>
                      <a:lnTo>
                        <a:pt x="272" y="280"/>
                      </a:lnTo>
                      <a:lnTo>
                        <a:pt x="272" y="280"/>
                      </a:lnTo>
                      <a:lnTo>
                        <a:pt x="272" y="280"/>
                      </a:lnTo>
                      <a:lnTo>
                        <a:pt x="272" y="278"/>
                      </a:lnTo>
                      <a:lnTo>
                        <a:pt x="272" y="274"/>
                      </a:lnTo>
                      <a:lnTo>
                        <a:pt x="272" y="274"/>
                      </a:lnTo>
                      <a:lnTo>
                        <a:pt x="266" y="270"/>
                      </a:lnTo>
                      <a:lnTo>
                        <a:pt x="262" y="270"/>
                      </a:lnTo>
                      <a:lnTo>
                        <a:pt x="262" y="270"/>
                      </a:lnTo>
                      <a:lnTo>
                        <a:pt x="256" y="270"/>
                      </a:lnTo>
                      <a:lnTo>
                        <a:pt x="250" y="268"/>
                      </a:lnTo>
                      <a:lnTo>
                        <a:pt x="250" y="268"/>
                      </a:lnTo>
                      <a:lnTo>
                        <a:pt x="248" y="268"/>
                      </a:lnTo>
                      <a:lnTo>
                        <a:pt x="248" y="266"/>
                      </a:lnTo>
                      <a:lnTo>
                        <a:pt x="250" y="262"/>
                      </a:lnTo>
                      <a:lnTo>
                        <a:pt x="250" y="262"/>
                      </a:lnTo>
                      <a:lnTo>
                        <a:pt x="248" y="262"/>
                      </a:lnTo>
                      <a:lnTo>
                        <a:pt x="248" y="260"/>
                      </a:lnTo>
                      <a:lnTo>
                        <a:pt x="246" y="260"/>
                      </a:lnTo>
                      <a:lnTo>
                        <a:pt x="246" y="260"/>
                      </a:lnTo>
                      <a:lnTo>
                        <a:pt x="246" y="260"/>
                      </a:lnTo>
                      <a:lnTo>
                        <a:pt x="246" y="256"/>
                      </a:lnTo>
                      <a:lnTo>
                        <a:pt x="242" y="256"/>
                      </a:lnTo>
                      <a:lnTo>
                        <a:pt x="242" y="256"/>
                      </a:lnTo>
                      <a:lnTo>
                        <a:pt x="238" y="256"/>
                      </a:lnTo>
                      <a:lnTo>
                        <a:pt x="234" y="254"/>
                      </a:lnTo>
                      <a:lnTo>
                        <a:pt x="234" y="254"/>
                      </a:lnTo>
                      <a:lnTo>
                        <a:pt x="230" y="246"/>
                      </a:lnTo>
                      <a:lnTo>
                        <a:pt x="228" y="250"/>
                      </a:lnTo>
                      <a:lnTo>
                        <a:pt x="228" y="250"/>
                      </a:lnTo>
                      <a:lnTo>
                        <a:pt x="212" y="246"/>
                      </a:lnTo>
                      <a:lnTo>
                        <a:pt x="212" y="246"/>
                      </a:lnTo>
                      <a:lnTo>
                        <a:pt x="202" y="246"/>
                      </a:lnTo>
                      <a:lnTo>
                        <a:pt x="198" y="246"/>
                      </a:lnTo>
                      <a:lnTo>
                        <a:pt x="198" y="246"/>
                      </a:lnTo>
                      <a:lnTo>
                        <a:pt x="196" y="230"/>
                      </a:lnTo>
                      <a:lnTo>
                        <a:pt x="196" y="230"/>
                      </a:lnTo>
                      <a:lnTo>
                        <a:pt x="194" y="226"/>
                      </a:lnTo>
                      <a:lnTo>
                        <a:pt x="194" y="222"/>
                      </a:lnTo>
                      <a:lnTo>
                        <a:pt x="192" y="222"/>
                      </a:lnTo>
                      <a:lnTo>
                        <a:pt x="192" y="222"/>
                      </a:lnTo>
                      <a:lnTo>
                        <a:pt x="194" y="220"/>
                      </a:lnTo>
                      <a:lnTo>
                        <a:pt x="196" y="218"/>
                      </a:lnTo>
                      <a:lnTo>
                        <a:pt x="196" y="218"/>
                      </a:lnTo>
                      <a:lnTo>
                        <a:pt x="196" y="214"/>
                      </a:lnTo>
                      <a:lnTo>
                        <a:pt x="200" y="212"/>
                      </a:lnTo>
                      <a:lnTo>
                        <a:pt x="200" y="210"/>
                      </a:lnTo>
                      <a:lnTo>
                        <a:pt x="200" y="210"/>
                      </a:lnTo>
                      <a:lnTo>
                        <a:pt x="192" y="206"/>
                      </a:lnTo>
                      <a:lnTo>
                        <a:pt x="190" y="204"/>
                      </a:lnTo>
                      <a:lnTo>
                        <a:pt x="188" y="200"/>
                      </a:lnTo>
                      <a:lnTo>
                        <a:pt x="188" y="200"/>
                      </a:lnTo>
                      <a:lnTo>
                        <a:pt x="188" y="196"/>
                      </a:lnTo>
                      <a:lnTo>
                        <a:pt x="188" y="192"/>
                      </a:lnTo>
                      <a:lnTo>
                        <a:pt x="188" y="192"/>
                      </a:lnTo>
                      <a:lnTo>
                        <a:pt x="188" y="186"/>
                      </a:lnTo>
                      <a:lnTo>
                        <a:pt x="188" y="186"/>
                      </a:lnTo>
                      <a:lnTo>
                        <a:pt x="196" y="172"/>
                      </a:lnTo>
                      <a:lnTo>
                        <a:pt x="196" y="172"/>
                      </a:lnTo>
                      <a:lnTo>
                        <a:pt x="194" y="172"/>
                      </a:lnTo>
                      <a:lnTo>
                        <a:pt x="192" y="174"/>
                      </a:lnTo>
                      <a:lnTo>
                        <a:pt x="192" y="174"/>
                      </a:lnTo>
                      <a:lnTo>
                        <a:pt x="188" y="172"/>
                      </a:lnTo>
                      <a:lnTo>
                        <a:pt x="188" y="172"/>
                      </a:lnTo>
                      <a:lnTo>
                        <a:pt x="188" y="172"/>
                      </a:lnTo>
                      <a:lnTo>
                        <a:pt x="188" y="174"/>
                      </a:lnTo>
                      <a:lnTo>
                        <a:pt x="188" y="174"/>
                      </a:lnTo>
                      <a:lnTo>
                        <a:pt x="178" y="174"/>
                      </a:lnTo>
                      <a:lnTo>
                        <a:pt x="178" y="174"/>
                      </a:lnTo>
                      <a:lnTo>
                        <a:pt x="178" y="176"/>
                      </a:lnTo>
                      <a:lnTo>
                        <a:pt x="178" y="176"/>
                      </a:lnTo>
                      <a:lnTo>
                        <a:pt x="180" y="178"/>
                      </a:lnTo>
                      <a:lnTo>
                        <a:pt x="180" y="178"/>
                      </a:lnTo>
                      <a:lnTo>
                        <a:pt x="178" y="182"/>
                      </a:lnTo>
                      <a:lnTo>
                        <a:pt x="178" y="182"/>
                      </a:lnTo>
                      <a:lnTo>
                        <a:pt x="172" y="180"/>
                      </a:lnTo>
                      <a:lnTo>
                        <a:pt x="170" y="184"/>
                      </a:lnTo>
                      <a:lnTo>
                        <a:pt x="170" y="184"/>
                      </a:lnTo>
                      <a:lnTo>
                        <a:pt x="166" y="184"/>
                      </a:lnTo>
                      <a:lnTo>
                        <a:pt x="166" y="184"/>
                      </a:lnTo>
                      <a:lnTo>
                        <a:pt x="164" y="190"/>
                      </a:lnTo>
                      <a:lnTo>
                        <a:pt x="164" y="190"/>
                      </a:lnTo>
                      <a:lnTo>
                        <a:pt x="164" y="192"/>
                      </a:lnTo>
                      <a:lnTo>
                        <a:pt x="164" y="194"/>
                      </a:lnTo>
                      <a:lnTo>
                        <a:pt x="164" y="194"/>
                      </a:lnTo>
                      <a:lnTo>
                        <a:pt x="162" y="194"/>
                      </a:lnTo>
                      <a:lnTo>
                        <a:pt x="162" y="192"/>
                      </a:lnTo>
                      <a:lnTo>
                        <a:pt x="162" y="188"/>
                      </a:lnTo>
                      <a:lnTo>
                        <a:pt x="162" y="188"/>
                      </a:lnTo>
                      <a:lnTo>
                        <a:pt x="160" y="188"/>
                      </a:lnTo>
                      <a:lnTo>
                        <a:pt x="160" y="188"/>
                      </a:lnTo>
                      <a:lnTo>
                        <a:pt x="156" y="190"/>
                      </a:lnTo>
                      <a:lnTo>
                        <a:pt x="156" y="190"/>
                      </a:lnTo>
                      <a:lnTo>
                        <a:pt x="154" y="192"/>
                      </a:lnTo>
                      <a:lnTo>
                        <a:pt x="154" y="194"/>
                      </a:lnTo>
                      <a:lnTo>
                        <a:pt x="154" y="196"/>
                      </a:lnTo>
                      <a:lnTo>
                        <a:pt x="154" y="196"/>
                      </a:lnTo>
                      <a:lnTo>
                        <a:pt x="148" y="194"/>
                      </a:lnTo>
                      <a:lnTo>
                        <a:pt x="148" y="194"/>
                      </a:lnTo>
                      <a:lnTo>
                        <a:pt x="142" y="196"/>
                      </a:lnTo>
                      <a:lnTo>
                        <a:pt x="136" y="196"/>
                      </a:lnTo>
                      <a:lnTo>
                        <a:pt x="136" y="196"/>
                      </a:lnTo>
                      <a:lnTo>
                        <a:pt x="128" y="200"/>
                      </a:lnTo>
                      <a:lnTo>
                        <a:pt x="122" y="202"/>
                      </a:lnTo>
                      <a:lnTo>
                        <a:pt x="120" y="266"/>
                      </a:lnTo>
                      <a:lnTo>
                        <a:pt x="120" y="266"/>
                      </a:lnTo>
                      <a:lnTo>
                        <a:pt x="116" y="266"/>
                      </a:lnTo>
                      <a:lnTo>
                        <a:pt x="108" y="266"/>
                      </a:lnTo>
                      <a:lnTo>
                        <a:pt x="108" y="266"/>
                      </a:lnTo>
                      <a:lnTo>
                        <a:pt x="102" y="258"/>
                      </a:lnTo>
                      <a:lnTo>
                        <a:pt x="98" y="254"/>
                      </a:lnTo>
                      <a:lnTo>
                        <a:pt x="94" y="252"/>
                      </a:lnTo>
                      <a:lnTo>
                        <a:pt x="90" y="252"/>
                      </a:lnTo>
                      <a:lnTo>
                        <a:pt x="90" y="252"/>
                      </a:lnTo>
                      <a:lnTo>
                        <a:pt x="80" y="252"/>
                      </a:lnTo>
                      <a:lnTo>
                        <a:pt x="76" y="254"/>
                      </a:lnTo>
                      <a:lnTo>
                        <a:pt x="76" y="260"/>
                      </a:lnTo>
                      <a:lnTo>
                        <a:pt x="76" y="260"/>
                      </a:lnTo>
                      <a:lnTo>
                        <a:pt x="74" y="264"/>
                      </a:lnTo>
                      <a:lnTo>
                        <a:pt x="72" y="264"/>
                      </a:lnTo>
                      <a:lnTo>
                        <a:pt x="72" y="264"/>
                      </a:lnTo>
                      <a:lnTo>
                        <a:pt x="72" y="264"/>
                      </a:lnTo>
                      <a:lnTo>
                        <a:pt x="74" y="256"/>
                      </a:lnTo>
                      <a:lnTo>
                        <a:pt x="76" y="246"/>
                      </a:lnTo>
                      <a:lnTo>
                        <a:pt x="76" y="246"/>
                      </a:lnTo>
                      <a:lnTo>
                        <a:pt x="66" y="244"/>
                      </a:lnTo>
                      <a:lnTo>
                        <a:pt x="66" y="244"/>
                      </a:lnTo>
                      <a:lnTo>
                        <a:pt x="64" y="242"/>
                      </a:lnTo>
                      <a:lnTo>
                        <a:pt x="64" y="240"/>
                      </a:lnTo>
                      <a:lnTo>
                        <a:pt x="62" y="238"/>
                      </a:lnTo>
                      <a:lnTo>
                        <a:pt x="58" y="240"/>
                      </a:lnTo>
                      <a:lnTo>
                        <a:pt x="58" y="240"/>
                      </a:lnTo>
                      <a:lnTo>
                        <a:pt x="58" y="236"/>
                      </a:lnTo>
                      <a:lnTo>
                        <a:pt x="58" y="234"/>
                      </a:lnTo>
                      <a:lnTo>
                        <a:pt x="56" y="234"/>
                      </a:lnTo>
                      <a:lnTo>
                        <a:pt x="56" y="234"/>
                      </a:lnTo>
                      <a:lnTo>
                        <a:pt x="52" y="226"/>
                      </a:lnTo>
                      <a:lnTo>
                        <a:pt x="44" y="220"/>
                      </a:lnTo>
                      <a:lnTo>
                        <a:pt x="44" y="220"/>
                      </a:lnTo>
                      <a:lnTo>
                        <a:pt x="46" y="216"/>
                      </a:lnTo>
                      <a:lnTo>
                        <a:pt x="46" y="216"/>
                      </a:lnTo>
                      <a:lnTo>
                        <a:pt x="54" y="218"/>
                      </a:lnTo>
                      <a:lnTo>
                        <a:pt x="60" y="218"/>
                      </a:lnTo>
                      <a:lnTo>
                        <a:pt x="62" y="214"/>
                      </a:lnTo>
                      <a:lnTo>
                        <a:pt x="62" y="214"/>
                      </a:lnTo>
                      <a:lnTo>
                        <a:pt x="56" y="214"/>
                      </a:lnTo>
                      <a:lnTo>
                        <a:pt x="56" y="214"/>
                      </a:lnTo>
                      <a:lnTo>
                        <a:pt x="52" y="208"/>
                      </a:lnTo>
                      <a:lnTo>
                        <a:pt x="52" y="208"/>
                      </a:lnTo>
                      <a:lnTo>
                        <a:pt x="52" y="206"/>
                      </a:lnTo>
                      <a:lnTo>
                        <a:pt x="54" y="206"/>
                      </a:lnTo>
                      <a:lnTo>
                        <a:pt x="54" y="206"/>
                      </a:lnTo>
                      <a:lnTo>
                        <a:pt x="56" y="208"/>
                      </a:lnTo>
                      <a:lnTo>
                        <a:pt x="56" y="208"/>
                      </a:lnTo>
                      <a:lnTo>
                        <a:pt x="60" y="206"/>
                      </a:lnTo>
                      <a:lnTo>
                        <a:pt x="62" y="206"/>
                      </a:lnTo>
                      <a:lnTo>
                        <a:pt x="62" y="206"/>
                      </a:lnTo>
                      <a:lnTo>
                        <a:pt x="64" y="206"/>
                      </a:lnTo>
                      <a:lnTo>
                        <a:pt x="66" y="206"/>
                      </a:lnTo>
                      <a:lnTo>
                        <a:pt x="66" y="206"/>
                      </a:lnTo>
                      <a:lnTo>
                        <a:pt x="66" y="198"/>
                      </a:lnTo>
                      <a:lnTo>
                        <a:pt x="66" y="198"/>
                      </a:lnTo>
                      <a:lnTo>
                        <a:pt x="72" y="198"/>
                      </a:lnTo>
                      <a:lnTo>
                        <a:pt x="72" y="198"/>
                      </a:lnTo>
                      <a:lnTo>
                        <a:pt x="76" y="202"/>
                      </a:lnTo>
                      <a:lnTo>
                        <a:pt x="76" y="202"/>
                      </a:lnTo>
                      <a:lnTo>
                        <a:pt x="88" y="204"/>
                      </a:lnTo>
                      <a:lnTo>
                        <a:pt x="88" y="204"/>
                      </a:lnTo>
                      <a:lnTo>
                        <a:pt x="84" y="210"/>
                      </a:lnTo>
                      <a:lnTo>
                        <a:pt x="84" y="210"/>
                      </a:lnTo>
                      <a:lnTo>
                        <a:pt x="88" y="208"/>
                      </a:lnTo>
                      <a:lnTo>
                        <a:pt x="92" y="206"/>
                      </a:lnTo>
                      <a:lnTo>
                        <a:pt x="92" y="206"/>
                      </a:lnTo>
                      <a:lnTo>
                        <a:pt x="92" y="206"/>
                      </a:lnTo>
                      <a:lnTo>
                        <a:pt x="94" y="208"/>
                      </a:lnTo>
                      <a:lnTo>
                        <a:pt x="94" y="208"/>
                      </a:lnTo>
                      <a:lnTo>
                        <a:pt x="96" y="206"/>
                      </a:lnTo>
                      <a:lnTo>
                        <a:pt x="96" y="206"/>
                      </a:lnTo>
                      <a:lnTo>
                        <a:pt x="96" y="206"/>
                      </a:lnTo>
                      <a:lnTo>
                        <a:pt x="98" y="194"/>
                      </a:lnTo>
                      <a:lnTo>
                        <a:pt x="98" y="194"/>
                      </a:lnTo>
                      <a:lnTo>
                        <a:pt x="96" y="194"/>
                      </a:lnTo>
                      <a:lnTo>
                        <a:pt x="96" y="194"/>
                      </a:lnTo>
                      <a:lnTo>
                        <a:pt x="94" y="190"/>
                      </a:lnTo>
                      <a:lnTo>
                        <a:pt x="94" y="190"/>
                      </a:lnTo>
                      <a:lnTo>
                        <a:pt x="94" y="190"/>
                      </a:lnTo>
                      <a:lnTo>
                        <a:pt x="92" y="190"/>
                      </a:lnTo>
                      <a:lnTo>
                        <a:pt x="92" y="190"/>
                      </a:lnTo>
                      <a:lnTo>
                        <a:pt x="90" y="184"/>
                      </a:lnTo>
                      <a:lnTo>
                        <a:pt x="90" y="178"/>
                      </a:lnTo>
                      <a:lnTo>
                        <a:pt x="90" y="178"/>
                      </a:lnTo>
                      <a:lnTo>
                        <a:pt x="86" y="178"/>
                      </a:lnTo>
                      <a:lnTo>
                        <a:pt x="84" y="178"/>
                      </a:lnTo>
                      <a:lnTo>
                        <a:pt x="84" y="178"/>
                      </a:lnTo>
                      <a:lnTo>
                        <a:pt x="82" y="172"/>
                      </a:lnTo>
                      <a:lnTo>
                        <a:pt x="82" y="172"/>
                      </a:lnTo>
                      <a:lnTo>
                        <a:pt x="78" y="172"/>
                      </a:lnTo>
                      <a:lnTo>
                        <a:pt x="78" y="172"/>
                      </a:lnTo>
                      <a:lnTo>
                        <a:pt x="74" y="166"/>
                      </a:lnTo>
                      <a:lnTo>
                        <a:pt x="74" y="166"/>
                      </a:lnTo>
                      <a:lnTo>
                        <a:pt x="72" y="166"/>
                      </a:lnTo>
                      <a:lnTo>
                        <a:pt x="70" y="166"/>
                      </a:lnTo>
                      <a:lnTo>
                        <a:pt x="68" y="164"/>
                      </a:lnTo>
                      <a:lnTo>
                        <a:pt x="68" y="164"/>
                      </a:lnTo>
                      <a:lnTo>
                        <a:pt x="60" y="164"/>
                      </a:lnTo>
                      <a:lnTo>
                        <a:pt x="60" y="164"/>
                      </a:lnTo>
                      <a:lnTo>
                        <a:pt x="60" y="160"/>
                      </a:lnTo>
                      <a:lnTo>
                        <a:pt x="60" y="160"/>
                      </a:lnTo>
                      <a:lnTo>
                        <a:pt x="56" y="158"/>
                      </a:lnTo>
                      <a:lnTo>
                        <a:pt x="56" y="158"/>
                      </a:lnTo>
                      <a:lnTo>
                        <a:pt x="52" y="158"/>
                      </a:lnTo>
                      <a:lnTo>
                        <a:pt x="52" y="158"/>
                      </a:lnTo>
                      <a:lnTo>
                        <a:pt x="50" y="158"/>
                      </a:lnTo>
                      <a:lnTo>
                        <a:pt x="50" y="158"/>
                      </a:lnTo>
                      <a:lnTo>
                        <a:pt x="50" y="162"/>
                      </a:lnTo>
                      <a:lnTo>
                        <a:pt x="50" y="162"/>
                      </a:lnTo>
                      <a:lnTo>
                        <a:pt x="46" y="166"/>
                      </a:lnTo>
                      <a:lnTo>
                        <a:pt x="42" y="166"/>
                      </a:lnTo>
                      <a:lnTo>
                        <a:pt x="42" y="166"/>
                      </a:lnTo>
                      <a:lnTo>
                        <a:pt x="40" y="170"/>
                      </a:lnTo>
                      <a:lnTo>
                        <a:pt x="40" y="170"/>
                      </a:lnTo>
                      <a:lnTo>
                        <a:pt x="36" y="170"/>
                      </a:lnTo>
                      <a:lnTo>
                        <a:pt x="32" y="170"/>
                      </a:lnTo>
                      <a:lnTo>
                        <a:pt x="32" y="170"/>
                      </a:lnTo>
                      <a:lnTo>
                        <a:pt x="28" y="174"/>
                      </a:lnTo>
                      <a:lnTo>
                        <a:pt x="28" y="174"/>
                      </a:lnTo>
                      <a:lnTo>
                        <a:pt x="26" y="174"/>
                      </a:lnTo>
                      <a:lnTo>
                        <a:pt x="22" y="174"/>
                      </a:lnTo>
                      <a:lnTo>
                        <a:pt x="22" y="174"/>
                      </a:lnTo>
                      <a:lnTo>
                        <a:pt x="22" y="172"/>
                      </a:lnTo>
                      <a:lnTo>
                        <a:pt x="20" y="168"/>
                      </a:lnTo>
                      <a:lnTo>
                        <a:pt x="20" y="166"/>
                      </a:lnTo>
                      <a:lnTo>
                        <a:pt x="20" y="166"/>
                      </a:lnTo>
                      <a:lnTo>
                        <a:pt x="22" y="162"/>
                      </a:lnTo>
                      <a:lnTo>
                        <a:pt x="20" y="160"/>
                      </a:lnTo>
                      <a:lnTo>
                        <a:pt x="16" y="148"/>
                      </a:lnTo>
                      <a:lnTo>
                        <a:pt x="16" y="148"/>
                      </a:lnTo>
                      <a:lnTo>
                        <a:pt x="12" y="150"/>
                      </a:lnTo>
                      <a:lnTo>
                        <a:pt x="10" y="150"/>
                      </a:lnTo>
                      <a:lnTo>
                        <a:pt x="8" y="148"/>
                      </a:lnTo>
                      <a:lnTo>
                        <a:pt x="8" y="148"/>
                      </a:lnTo>
                      <a:lnTo>
                        <a:pt x="8" y="142"/>
                      </a:lnTo>
                      <a:lnTo>
                        <a:pt x="8" y="140"/>
                      </a:lnTo>
                      <a:lnTo>
                        <a:pt x="6" y="138"/>
                      </a:lnTo>
                      <a:lnTo>
                        <a:pt x="6" y="138"/>
                      </a:lnTo>
                      <a:lnTo>
                        <a:pt x="2" y="134"/>
                      </a:lnTo>
                      <a:lnTo>
                        <a:pt x="0" y="132"/>
                      </a:lnTo>
                      <a:lnTo>
                        <a:pt x="2" y="130"/>
                      </a:lnTo>
                      <a:lnTo>
                        <a:pt x="2" y="130"/>
                      </a:lnTo>
                      <a:lnTo>
                        <a:pt x="8" y="122"/>
                      </a:lnTo>
                      <a:lnTo>
                        <a:pt x="8" y="122"/>
                      </a:lnTo>
                      <a:lnTo>
                        <a:pt x="8" y="120"/>
                      </a:lnTo>
                      <a:lnTo>
                        <a:pt x="10" y="118"/>
                      </a:lnTo>
                      <a:lnTo>
                        <a:pt x="10" y="116"/>
                      </a:lnTo>
                      <a:lnTo>
                        <a:pt x="10" y="116"/>
                      </a:lnTo>
                      <a:lnTo>
                        <a:pt x="8" y="114"/>
                      </a:lnTo>
                      <a:lnTo>
                        <a:pt x="6" y="114"/>
                      </a:lnTo>
                      <a:lnTo>
                        <a:pt x="6" y="114"/>
                      </a:lnTo>
                      <a:lnTo>
                        <a:pt x="8" y="110"/>
                      </a:lnTo>
                      <a:lnTo>
                        <a:pt x="10" y="106"/>
                      </a:lnTo>
                      <a:lnTo>
                        <a:pt x="10" y="100"/>
                      </a:lnTo>
                      <a:lnTo>
                        <a:pt x="10" y="100"/>
                      </a:lnTo>
                      <a:lnTo>
                        <a:pt x="10" y="100"/>
                      </a:lnTo>
                      <a:lnTo>
                        <a:pt x="12" y="100"/>
                      </a:lnTo>
                      <a:lnTo>
                        <a:pt x="14" y="98"/>
                      </a:lnTo>
                      <a:lnTo>
                        <a:pt x="16" y="98"/>
                      </a:lnTo>
                      <a:lnTo>
                        <a:pt x="16" y="98"/>
                      </a:lnTo>
                      <a:lnTo>
                        <a:pt x="18" y="92"/>
                      </a:lnTo>
                      <a:lnTo>
                        <a:pt x="22" y="92"/>
                      </a:lnTo>
                      <a:lnTo>
                        <a:pt x="22" y="92"/>
                      </a:lnTo>
                      <a:lnTo>
                        <a:pt x="22" y="92"/>
                      </a:lnTo>
                      <a:lnTo>
                        <a:pt x="26" y="102"/>
                      </a:lnTo>
                      <a:lnTo>
                        <a:pt x="36" y="98"/>
                      </a:lnTo>
                      <a:lnTo>
                        <a:pt x="36" y="98"/>
                      </a:lnTo>
                      <a:lnTo>
                        <a:pt x="32" y="94"/>
                      </a:lnTo>
                      <a:lnTo>
                        <a:pt x="30" y="92"/>
                      </a:lnTo>
                      <a:lnTo>
                        <a:pt x="30" y="90"/>
                      </a:lnTo>
                      <a:lnTo>
                        <a:pt x="30" y="90"/>
                      </a:lnTo>
                      <a:lnTo>
                        <a:pt x="30" y="84"/>
                      </a:lnTo>
                      <a:lnTo>
                        <a:pt x="32" y="80"/>
                      </a:lnTo>
                      <a:lnTo>
                        <a:pt x="34" y="80"/>
                      </a:lnTo>
                      <a:lnTo>
                        <a:pt x="34" y="80"/>
                      </a:lnTo>
                      <a:lnTo>
                        <a:pt x="36" y="78"/>
                      </a:lnTo>
                      <a:lnTo>
                        <a:pt x="36" y="76"/>
                      </a:lnTo>
                      <a:lnTo>
                        <a:pt x="38" y="76"/>
                      </a:lnTo>
                      <a:lnTo>
                        <a:pt x="40" y="76"/>
                      </a:lnTo>
                      <a:lnTo>
                        <a:pt x="40" y="76"/>
                      </a:lnTo>
                      <a:lnTo>
                        <a:pt x="46" y="76"/>
                      </a:lnTo>
                      <a:lnTo>
                        <a:pt x="50" y="76"/>
                      </a:lnTo>
                      <a:lnTo>
                        <a:pt x="50" y="76"/>
                      </a:lnTo>
                      <a:lnTo>
                        <a:pt x="60" y="64"/>
                      </a:lnTo>
                      <a:lnTo>
                        <a:pt x="60" y="64"/>
                      </a:lnTo>
                      <a:lnTo>
                        <a:pt x="60" y="62"/>
                      </a:lnTo>
                      <a:lnTo>
                        <a:pt x="60" y="62"/>
                      </a:lnTo>
                      <a:lnTo>
                        <a:pt x="58" y="60"/>
                      </a:lnTo>
                      <a:lnTo>
                        <a:pt x="70" y="58"/>
                      </a:lnTo>
                      <a:lnTo>
                        <a:pt x="70" y="62"/>
                      </a:lnTo>
                      <a:lnTo>
                        <a:pt x="76" y="62"/>
                      </a:lnTo>
                      <a:lnTo>
                        <a:pt x="76" y="62"/>
                      </a:lnTo>
                      <a:lnTo>
                        <a:pt x="76" y="60"/>
                      </a:lnTo>
                      <a:lnTo>
                        <a:pt x="76" y="58"/>
                      </a:lnTo>
                      <a:lnTo>
                        <a:pt x="76" y="58"/>
                      </a:lnTo>
                      <a:lnTo>
                        <a:pt x="76" y="58"/>
                      </a:lnTo>
                      <a:lnTo>
                        <a:pt x="80" y="60"/>
                      </a:lnTo>
                      <a:lnTo>
                        <a:pt x="84" y="62"/>
                      </a:lnTo>
                      <a:lnTo>
                        <a:pt x="84" y="62"/>
                      </a:lnTo>
                      <a:lnTo>
                        <a:pt x="84" y="66"/>
                      </a:lnTo>
                      <a:lnTo>
                        <a:pt x="84" y="68"/>
                      </a:lnTo>
                      <a:lnTo>
                        <a:pt x="84" y="68"/>
                      </a:lnTo>
                      <a:lnTo>
                        <a:pt x="88" y="68"/>
                      </a:lnTo>
                      <a:lnTo>
                        <a:pt x="92" y="70"/>
                      </a:lnTo>
                      <a:lnTo>
                        <a:pt x="92" y="70"/>
                      </a:lnTo>
                      <a:lnTo>
                        <a:pt x="96" y="72"/>
                      </a:lnTo>
                      <a:lnTo>
                        <a:pt x="100" y="76"/>
                      </a:lnTo>
                      <a:lnTo>
                        <a:pt x="100" y="76"/>
                      </a:lnTo>
                      <a:lnTo>
                        <a:pt x="102" y="80"/>
                      </a:lnTo>
                      <a:lnTo>
                        <a:pt x="104" y="80"/>
                      </a:lnTo>
                      <a:lnTo>
                        <a:pt x="104" y="80"/>
                      </a:lnTo>
                      <a:lnTo>
                        <a:pt x="110" y="80"/>
                      </a:lnTo>
                      <a:lnTo>
                        <a:pt x="112" y="80"/>
                      </a:lnTo>
                      <a:lnTo>
                        <a:pt x="112" y="82"/>
                      </a:lnTo>
                      <a:lnTo>
                        <a:pt x="112" y="82"/>
                      </a:lnTo>
                      <a:lnTo>
                        <a:pt x="114" y="86"/>
                      </a:lnTo>
                      <a:lnTo>
                        <a:pt x="112" y="88"/>
                      </a:lnTo>
                      <a:lnTo>
                        <a:pt x="110" y="90"/>
                      </a:lnTo>
                      <a:lnTo>
                        <a:pt x="118" y="92"/>
                      </a:lnTo>
                      <a:lnTo>
                        <a:pt x="118" y="92"/>
                      </a:lnTo>
                      <a:lnTo>
                        <a:pt x="118" y="88"/>
                      </a:lnTo>
                      <a:lnTo>
                        <a:pt x="118" y="86"/>
                      </a:lnTo>
                      <a:lnTo>
                        <a:pt x="118" y="84"/>
                      </a:lnTo>
                      <a:lnTo>
                        <a:pt x="118" y="84"/>
                      </a:lnTo>
                      <a:lnTo>
                        <a:pt x="120" y="82"/>
                      </a:lnTo>
                      <a:lnTo>
                        <a:pt x="122" y="82"/>
                      </a:lnTo>
                      <a:lnTo>
                        <a:pt x="126" y="82"/>
                      </a:lnTo>
                      <a:lnTo>
                        <a:pt x="126" y="82"/>
                      </a:lnTo>
                      <a:lnTo>
                        <a:pt x="132" y="86"/>
                      </a:lnTo>
                      <a:lnTo>
                        <a:pt x="136" y="86"/>
                      </a:lnTo>
                      <a:lnTo>
                        <a:pt x="138" y="86"/>
                      </a:lnTo>
                      <a:lnTo>
                        <a:pt x="138" y="86"/>
                      </a:lnTo>
                      <a:lnTo>
                        <a:pt x="142" y="82"/>
                      </a:lnTo>
                      <a:lnTo>
                        <a:pt x="148" y="78"/>
                      </a:lnTo>
                      <a:lnTo>
                        <a:pt x="148" y="78"/>
                      </a:lnTo>
                      <a:lnTo>
                        <a:pt x="152" y="78"/>
                      </a:lnTo>
                      <a:lnTo>
                        <a:pt x="152" y="80"/>
                      </a:lnTo>
                      <a:lnTo>
                        <a:pt x="154" y="82"/>
                      </a:lnTo>
                      <a:lnTo>
                        <a:pt x="156" y="82"/>
                      </a:lnTo>
                      <a:lnTo>
                        <a:pt x="156" y="82"/>
                      </a:lnTo>
                      <a:lnTo>
                        <a:pt x="158" y="80"/>
                      </a:lnTo>
                      <a:lnTo>
                        <a:pt x="160" y="80"/>
                      </a:lnTo>
                      <a:lnTo>
                        <a:pt x="162" y="80"/>
                      </a:lnTo>
                      <a:lnTo>
                        <a:pt x="162" y="80"/>
                      </a:lnTo>
                      <a:lnTo>
                        <a:pt x="166" y="88"/>
                      </a:lnTo>
                      <a:lnTo>
                        <a:pt x="168" y="92"/>
                      </a:lnTo>
                      <a:lnTo>
                        <a:pt x="176" y="94"/>
                      </a:lnTo>
                      <a:lnTo>
                        <a:pt x="182" y="94"/>
                      </a:lnTo>
                      <a:lnTo>
                        <a:pt x="182" y="94"/>
                      </a:lnTo>
                      <a:lnTo>
                        <a:pt x="186" y="92"/>
                      </a:lnTo>
                      <a:lnTo>
                        <a:pt x="188" y="90"/>
                      </a:lnTo>
                      <a:lnTo>
                        <a:pt x="188" y="86"/>
                      </a:lnTo>
                      <a:lnTo>
                        <a:pt x="188" y="86"/>
                      </a:lnTo>
                      <a:lnTo>
                        <a:pt x="182" y="80"/>
                      </a:lnTo>
                      <a:lnTo>
                        <a:pt x="180" y="80"/>
                      </a:lnTo>
                      <a:lnTo>
                        <a:pt x="174" y="76"/>
                      </a:lnTo>
                      <a:lnTo>
                        <a:pt x="180" y="66"/>
                      </a:lnTo>
                      <a:lnTo>
                        <a:pt x="178" y="62"/>
                      </a:lnTo>
                      <a:lnTo>
                        <a:pt x="172" y="54"/>
                      </a:lnTo>
                      <a:lnTo>
                        <a:pt x="172" y="48"/>
                      </a:lnTo>
                      <a:lnTo>
                        <a:pt x="176" y="42"/>
                      </a:lnTo>
                      <a:lnTo>
                        <a:pt x="176" y="34"/>
                      </a:lnTo>
                      <a:lnTo>
                        <a:pt x="182" y="28"/>
                      </a:lnTo>
                      <a:lnTo>
                        <a:pt x="182" y="20"/>
                      </a:lnTo>
                      <a:lnTo>
                        <a:pt x="180" y="16"/>
                      </a:lnTo>
                      <a:lnTo>
                        <a:pt x="186" y="12"/>
                      </a:lnTo>
                      <a:lnTo>
                        <a:pt x="194" y="16"/>
                      </a:lnTo>
                      <a:lnTo>
                        <a:pt x="202" y="18"/>
                      </a:lnTo>
                      <a:lnTo>
                        <a:pt x="208" y="20"/>
                      </a:lnTo>
                      <a:lnTo>
                        <a:pt x="220" y="18"/>
                      </a:lnTo>
                      <a:lnTo>
                        <a:pt x="230" y="14"/>
                      </a:lnTo>
                      <a:lnTo>
                        <a:pt x="242" y="16"/>
                      </a:lnTo>
                      <a:lnTo>
                        <a:pt x="256" y="12"/>
                      </a:lnTo>
                      <a:lnTo>
                        <a:pt x="260" y="12"/>
                      </a:lnTo>
                      <a:lnTo>
                        <a:pt x="272" y="4"/>
                      </a:lnTo>
                      <a:lnTo>
                        <a:pt x="282" y="2"/>
                      </a:lnTo>
                      <a:lnTo>
                        <a:pt x="288" y="0"/>
                      </a:lnTo>
                      <a:lnTo>
                        <a:pt x="290" y="4"/>
                      </a:lnTo>
                      <a:lnTo>
                        <a:pt x="296" y="6"/>
                      </a:lnTo>
                      <a:lnTo>
                        <a:pt x="296" y="10"/>
                      </a:lnTo>
                      <a:lnTo>
                        <a:pt x="294" y="16"/>
                      </a:lnTo>
                      <a:lnTo>
                        <a:pt x="298" y="18"/>
                      </a:lnTo>
                      <a:lnTo>
                        <a:pt x="304" y="24"/>
                      </a:lnTo>
                      <a:lnTo>
                        <a:pt x="310" y="22"/>
                      </a:lnTo>
                      <a:lnTo>
                        <a:pt x="316" y="14"/>
                      </a:lnTo>
                      <a:lnTo>
                        <a:pt x="324" y="20"/>
                      </a:lnTo>
                      <a:lnTo>
                        <a:pt x="326" y="22"/>
                      </a:lnTo>
                      <a:lnTo>
                        <a:pt x="332" y="20"/>
                      </a:lnTo>
                      <a:lnTo>
                        <a:pt x="332" y="20"/>
                      </a:lnTo>
                      <a:lnTo>
                        <a:pt x="332" y="20"/>
                      </a:lnTo>
                      <a:lnTo>
                        <a:pt x="334" y="20"/>
                      </a:lnTo>
                      <a:lnTo>
                        <a:pt x="336" y="22"/>
                      </a:lnTo>
                      <a:lnTo>
                        <a:pt x="336" y="22"/>
                      </a:lnTo>
                      <a:lnTo>
                        <a:pt x="336" y="26"/>
                      </a:lnTo>
                      <a:lnTo>
                        <a:pt x="336" y="28"/>
                      </a:lnTo>
                      <a:lnTo>
                        <a:pt x="348" y="28"/>
                      </a:lnTo>
                      <a:lnTo>
                        <a:pt x="358" y="24"/>
                      </a:lnTo>
                      <a:lnTo>
                        <a:pt x="372" y="18"/>
                      </a:lnTo>
                      <a:lnTo>
                        <a:pt x="382" y="14"/>
                      </a:lnTo>
                      <a:lnTo>
                        <a:pt x="394" y="12"/>
                      </a:lnTo>
                      <a:lnTo>
                        <a:pt x="396" y="14"/>
                      </a:lnTo>
                      <a:lnTo>
                        <a:pt x="394" y="20"/>
                      </a:lnTo>
                      <a:lnTo>
                        <a:pt x="404" y="36"/>
                      </a:lnTo>
                      <a:lnTo>
                        <a:pt x="414" y="58"/>
                      </a:lnTo>
                      <a:lnTo>
                        <a:pt x="420" y="74"/>
                      </a:lnTo>
                      <a:lnTo>
                        <a:pt x="420" y="74"/>
                      </a:lnTo>
                      <a:lnTo>
                        <a:pt x="424" y="78"/>
                      </a:lnTo>
                      <a:lnTo>
                        <a:pt x="426" y="82"/>
                      </a:lnTo>
                      <a:lnTo>
                        <a:pt x="430" y="84"/>
                      </a:lnTo>
                      <a:lnTo>
                        <a:pt x="430" y="84"/>
                      </a:lnTo>
                      <a:lnTo>
                        <a:pt x="438" y="82"/>
                      </a:lnTo>
                      <a:lnTo>
                        <a:pt x="442" y="80"/>
                      </a:lnTo>
                      <a:lnTo>
                        <a:pt x="456" y="80"/>
                      </a:lnTo>
                      <a:lnTo>
                        <a:pt x="456" y="80"/>
                      </a:lnTo>
                      <a:lnTo>
                        <a:pt x="460" y="82"/>
                      </a:lnTo>
                      <a:lnTo>
                        <a:pt x="464" y="86"/>
                      </a:lnTo>
                      <a:lnTo>
                        <a:pt x="470" y="92"/>
                      </a:lnTo>
                      <a:lnTo>
                        <a:pt x="472" y="100"/>
                      </a:lnTo>
                      <a:lnTo>
                        <a:pt x="474" y="110"/>
                      </a:lnTo>
                      <a:lnTo>
                        <a:pt x="478" y="114"/>
                      </a:lnTo>
                      <a:lnTo>
                        <a:pt x="484" y="118"/>
                      </a:lnTo>
                      <a:lnTo>
                        <a:pt x="494" y="116"/>
                      </a:lnTo>
                      <a:lnTo>
                        <a:pt x="510" y="108"/>
                      </a:lnTo>
                      <a:lnTo>
                        <a:pt x="520" y="106"/>
                      </a:lnTo>
                      <a:lnTo>
                        <a:pt x="528" y="106"/>
                      </a:lnTo>
                      <a:lnTo>
                        <a:pt x="530" y="114"/>
                      </a:lnTo>
                      <a:lnTo>
                        <a:pt x="536" y="118"/>
                      </a:lnTo>
                      <a:lnTo>
                        <a:pt x="538" y="122"/>
                      </a:lnTo>
                      <a:lnTo>
                        <a:pt x="548" y="124"/>
                      </a:lnTo>
                      <a:lnTo>
                        <a:pt x="548" y="1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4" name="Freeform 162">
                  <a:extLst>
                    <a:ext uri="{FF2B5EF4-FFF2-40B4-BE49-F238E27FC236}">
                      <a16:creationId xmlns:a16="http://schemas.microsoft.com/office/drawing/2014/main" id="{80679787-2DAB-6242-AADF-2562F34A5D54}"/>
                    </a:ext>
                  </a:extLst>
                </p:cNvPr>
                <p:cNvSpPr>
                  <a:spLocks noEditPoints="1"/>
                </p:cNvSpPr>
                <p:nvPr/>
              </p:nvSpPr>
              <p:spPr bwMode="auto">
                <a:xfrm>
                  <a:off x="6073594" y="2737701"/>
                  <a:ext cx="303320" cy="388457"/>
                </a:xfrm>
                <a:custGeom>
                  <a:avLst/>
                  <a:gdLst>
                    <a:gd name="T0" fmla="*/ 79 w 155"/>
                    <a:gd name="T1" fmla="*/ 176 h 194"/>
                    <a:gd name="T2" fmla="*/ 93 w 155"/>
                    <a:gd name="T3" fmla="*/ 186 h 194"/>
                    <a:gd name="T4" fmla="*/ 107 w 155"/>
                    <a:gd name="T5" fmla="*/ 192 h 194"/>
                    <a:gd name="T6" fmla="*/ 111 w 155"/>
                    <a:gd name="T7" fmla="*/ 188 h 194"/>
                    <a:gd name="T8" fmla="*/ 115 w 155"/>
                    <a:gd name="T9" fmla="*/ 178 h 194"/>
                    <a:gd name="T10" fmla="*/ 117 w 155"/>
                    <a:gd name="T11" fmla="*/ 168 h 194"/>
                    <a:gd name="T12" fmla="*/ 89 w 155"/>
                    <a:gd name="T13" fmla="*/ 170 h 194"/>
                    <a:gd name="T14" fmla="*/ 81 w 155"/>
                    <a:gd name="T15" fmla="*/ 168 h 194"/>
                    <a:gd name="T16" fmla="*/ 18 w 155"/>
                    <a:gd name="T17" fmla="*/ 62 h 194"/>
                    <a:gd name="T18" fmla="*/ 22 w 155"/>
                    <a:gd name="T19" fmla="*/ 52 h 194"/>
                    <a:gd name="T20" fmla="*/ 40 w 155"/>
                    <a:gd name="T21" fmla="*/ 54 h 194"/>
                    <a:gd name="T22" fmla="*/ 48 w 155"/>
                    <a:gd name="T23" fmla="*/ 64 h 194"/>
                    <a:gd name="T24" fmla="*/ 52 w 155"/>
                    <a:gd name="T25" fmla="*/ 76 h 194"/>
                    <a:gd name="T26" fmla="*/ 61 w 155"/>
                    <a:gd name="T27" fmla="*/ 90 h 194"/>
                    <a:gd name="T28" fmla="*/ 77 w 155"/>
                    <a:gd name="T29" fmla="*/ 108 h 194"/>
                    <a:gd name="T30" fmla="*/ 93 w 155"/>
                    <a:gd name="T31" fmla="*/ 112 h 194"/>
                    <a:gd name="T32" fmla="*/ 103 w 155"/>
                    <a:gd name="T33" fmla="*/ 124 h 194"/>
                    <a:gd name="T34" fmla="*/ 111 w 155"/>
                    <a:gd name="T35" fmla="*/ 132 h 194"/>
                    <a:gd name="T36" fmla="*/ 125 w 155"/>
                    <a:gd name="T37" fmla="*/ 158 h 194"/>
                    <a:gd name="T38" fmla="*/ 119 w 155"/>
                    <a:gd name="T39" fmla="*/ 170 h 194"/>
                    <a:gd name="T40" fmla="*/ 125 w 155"/>
                    <a:gd name="T41" fmla="*/ 176 h 194"/>
                    <a:gd name="T42" fmla="*/ 133 w 155"/>
                    <a:gd name="T43" fmla="*/ 158 h 194"/>
                    <a:gd name="T44" fmla="*/ 137 w 155"/>
                    <a:gd name="T45" fmla="*/ 148 h 194"/>
                    <a:gd name="T46" fmla="*/ 129 w 155"/>
                    <a:gd name="T47" fmla="*/ 138 h 194"/>
                    <a:gd name="T48" fmla="*/ 139 w 155"/>
                    <a:gd name="T49" fmla="*/ 128 h 194"/>
                    <a:gd name="T50" fmla="*/ 153 w 155"/>
                    <a:gd name="T51" fmla="*/ 136 h 194"/>
                    <a:gd name="T52" fmla="*/ 153 w 155"/>
                    <a:gd name="T53" fmla="*/ 126 h 194"/>
                    <a:gd name="T54" fmla="*/ 143 w 155"/>
                    <a:gd name="T55" fmla="*/ 118 h 194"/>
                    <a:gd name="T56" fmla="*/ 117 w 155"/>
                    <a:gd name="T57" fmla="*/ 100 h 194"/>
                    <a:gd name="T58" fmla="*/ 95 w 155"/>
                    <a:gd name="T59" fmla="*/ 76 h 194"/>
                    <a:gd name="T60" fmla="*/ 87 w 155"/>
                    <a:gd name="T61" fmla="*/ 64 h 194"/>
                    <a:gd name="T62" fmla="*/ 75 w 155"/>
                    <a:gd name="T63" fmla="*/ 56 h 194"/>
                    <a:gd name="T64" fmla="*/ 77 w 155"/>
                    <a:gd name="T65" fmla="*/ 42 h 194"/>
                    <a:gd name="T66" fmla="*/ 75 w 155"/>
                    <a:gd name="T67" fmla="*/ 32 h 194"/>
                    <a:gd name="T68" fmla="*/ 93 w 155"/>
                    <a:gd name="T69" fmla="*/ 26 h 194"/>
                    <a:gd name="T70" fmla="*/ 91 w 155"/>
                    <a:gd name="T71" fmla="*/ 14 h 194"/>
                    <a:gd name="T72" fmla="*/ 89 w 155"/>
                    <a:gd name="T73" fmla="*/ 4 h 194"/>
                    <a:gd name="T74" fmla="*/ 75 w 155"/>
                    <a:gd name="T75" fmla="*/ 6 h 194"/>
                    <a:gd name="T76" fmla="*/ 65 w 155"/>
                    <a:gd name="T77" fmla="*/ 2 h 194"/>
                    <a:gd name="T78" fmla="*/ 59 w 155"/>
                    <a:gd name="T79" fmla="*/ 2 h 194"/>
                    <a:gd name="T80" fmla="*/ 50 w 155"/>
                    <a:gd name="T81" fmla="*/ 4 h 194"/>
                    <a:gd name="T82" fmla="*/ 48 w 155"/>
                    <a:gd name="T83" fmla="*/ 10 h 194"/>
                    <a:gd name="T84" fmla="*/ 40 w 155"/>
                    <a:gd name="T85" fmla="*/ 12 h 194"/>
                    <a:gd name="T86" fmla="*/ 36 w 155"/>
                    <a:gd name="T87" fmla="*/ 22 h 194"/>
                    <a:gd name="T88" fmla="*/ 24 w 155"/>
                    <a:gd name="T89" fmla="*/ 20 h 194"/>
                    <a:gd name="T90" fmla="*/ 20 w 155"/>
                    <a:gd name="T91" fmla="*/ 20 h 194"/>
                    <a:gd name="T92" fmla="*/ 8 w 155"/>
                    <a:gd name="T93" fmla="*/ 32 h 194"/>
                    <a:gd name="T94" fmla="*/ 0 w 155"/>
                    <a:gd name="T95" fmla="*/ 40 h 194"/>
                    <a:gd name="T96" fmla="*/ 2 w 155"/>
                    <a:gd name="T97" fmla="*/ 52 h 194"/>
                    <a:gd name="T98" fmla="*/ 10 w 155"/>
                    <a:gd name="T99" fmla="*/ 56 h 194"/>
                    <a:gd name="T100" fmla="*/ 8 w 155"/>
                    <a:gd name="T101" fmla="*/ 64 h 194"/>
                    <a:gd name="T102" fmla="*/ 22 w 155"/>
                    <a:gd name="T103" fmla="*/ 118 h 194"/>
                    <a:gd name="T104" fmla="*/ 28 w 155"/>
                    <a:gd name="T105" fmla="*/ 148 h 194"/>
                    <a:gd name="T106" fmla="*/ 36 w 155"/>
                    <a:gd name="T107" fmla="*/ 152 h 194"/>
                    <a:gd name="T108" fmla="*/ 40 w 155"/>
                    <a:gd name="T109" fmla="*/ 118 h 194"/>
                    <a:gd name="T110" fmla="*/ 34 w 155"/>
                    <a:gd name="T111" fmla="*/ 11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5" h="194">
                      <a:moveTo>
                        <a:pt x="81" y="168"/>
                      </a:moveTo>
                      <a:lnTo>
                        <a:pt x="81" y="168"/>
                      </a:lnTo>
                      <a:lnTo>
                        <a:pt x="81" y="170"/>
                      </a:lnTo>
                      <a:lnTo>
                        <a:pt x="79" y="170"/>
                      </a:lnTo>
                      <a:lnTo>
                        <a:pt x="79" y="170"/>
                      </a:lnTo>
                      <a:lnTo>
                        <a:pt x="79" y="176"/>
                      </a:lnTo>
                      <a:lnTo>
                        <a:pt x="79" y="176"/>
                      </a:lnTo>
                      <a:lnTo>
                        <a:pt x="85" y="180"/>
                      </a:lnTo>
                      <a:lnTo>
                        <a:pt x="85" y="180"/>
                      </a:lnTo>
                      <a:lnTo>
                        <a:pt x="91" y="182"/>
                      </a:lnTo>
                      <a:lnTo>
                        <a:pt x="91" y="182"/>
                      </a:lnTo>
                      <a:lnTo>
                        <a:pt x="93" y="186"/>
                      </a:lnTo>
                      <a:lnTo>
                        <a:pt x="93" y="186"/>
                      </a:lnTo>
                      <a:lnTo>
                        <a:pt x="95" y="186"/>
                      </a:lnTo>
                      <a:lnTo>
                        <a:pt x="99" y="186"/>
                      </a:lnTo>
                      <a:lnTo>
                        <a:pt x="99" y="186"/>
                      </a:lnTo>
                      <a:lnTo>
                        <a:pt x="101" y="188"/>
                      </a:lnTo>
                      <a:lnTo>
                        <a:pt x="107" y="192"/>
                      </a:lnTo>
                      <a:lnTo>
                        <a:pt x="107" y="194"/>
                      </a:lnTo>
                      <a:lnTo>
                        <a:pt x="107" y="194"/>
                      </a:lnTo>
                      <a:lnTo>
                        <a:pt x="113" y="194"/>
                      </a:lnTo>
                      <a:lnTo>
                        <a:pt x="113" y="194"/>
                      </a:lnTo>
                      <a:lnTo>
                        <a:pt x="111" y="188"/>
                      </a:lnTo>
                      <a:lnTo>
                        <a:pt x="111" y="188"/>
                      </a:lnTo>
                      <a:lnTo>
                        <a:pt x="115" y="186"/>
                      </a:lnTo>
                      <a:lnTo>
                        <a:pt x="115" y="186"/>
                      </a:lnTo>
                      <a:lnTo>
                        <a:pt x="115" y="182"/>
                      </a:lnTo>
                      <a:lnTo>
                        <a:pt x="115" y="178"/>
                      </a:lnTo>
                      <a:lnTo>
                        <a:pt x="115" y="178"/>
                      </a:lnTo>
                      <a:lnTo>
                        <a:pt x="115" y="178"/>
                      </a:lnTo>
                      <a:lnTo>
                        <a:pt x="115" y="176"/>
                      </a:lnTo>
                      <a:lnTo>
                        <a:pt x="115" y="176"/>
                      </a:lnTo>
                      <a:lnTo>
                        <a:pt x="115" y="174"/>
                      </a:lnTo>
                      <a:lnTo>
                        <a:pt x="117" y="172"/>
                      </a:lnTo>
                      <a:lnTo>
                        <a:pt x="117" y="172"/>
                      </a:lnTo>
                      <a:lnTo>
                        <a:pt x="117" y="168"/>
                      </a:lnTo>
                      <a:lnTo>
                        <a:pt x="117" y="168"/>
                      </a:lnTo>
                      <a:lnTo>
                        <a:pt x="105" y="172"/>
                      </a:lnTo>
                      <a:lnTo>
                        <a:pt x="99" y="174"/>
                      </a:lnTo>
                      <a:lnTo>
                        <a:pt x="93" y="172"/>
                      </a:lnTo>
                      <a:lnTo>
                        <a:pt x="93" y="172"/>
                      </a:lnTo>
                      <a:lnTo>
                        <a:pt x="89" y="170"/>
                      </a:lnTo>
                      <a:lnTo>
                        <a:pt x="89" y="170"/>
                      </a:lnTo>
                      <a:lnTo>
                        <a:pt x="87" y="170"/>
                      </a:lnTo>
                      <a:lnTo>
                        <a:pt x="83" y="170"/>
                      </a:lnTo>
                      <a:lnTo>
                        <a:pt x="83" y="170"/>
                      </a:lnTo>
                      <a:lnTo>
                        <a:pt x="81" y="168"/>
                      </a:lnTo>
                      <a:lnTo>
                        <a:pt x="81" y="168"/>
                      </a:lnTo>
                      <a:close/>
                      <a:moveTo>
                        <a:pt x="8" y="64"/>
                      </a:moveTo>
                      <a:lnTo>
                        <a:pt x="8" y="64"/>
                      </a:lnTo>
                      <a:lnTo>
                        <a:pt x="12" y="62"/>
                      </a:lnTo>
                      <a:lnTo>
                        <a:pt x="12" y="62"/>
                      </a:lnTo>
                      <a:lnTo>
                        <a:pt x="18" y="62"/>
                      </a:lnTo>
                      <a:lnTo>
                        <a:pt x="18" y="62"/>
                      </a:lnTo>
                      <a:lnTo>
                        <a:pt x="18" y="58"/>
                      </a:lnTo>
                      <a:lnTo>
                        <a:pt x="18" y="58"/>
                      </a:lnTo>
                      <a:lnTo>
                        <a:pt x="22" y="56"/>
                      </a:lnTo>
                      <a:lnTo>
                        <a:pt x="22" y="56"/>
                      </a:lnTo>
                      <a:lnTo>
                        <a:pt x="22" y="52"/>
                      </a:lnTo>
                      <a:lnTo>
                        <a:pt x="22" y="52"/>
                      </a:lnTo>
                      <a:lnTo>
                        <a:pt x="26" y="50"/>
                      </a:lnTo>
                      <a:lnTo>
                        <a:pt x="32" y="50"/>
                      </a:lnTo>
                      <a:lnTo>
                        <a:pt x="32" y="50"/>
                      </a:lnTo>
                      <a:lnTo>
                        <a:pt x="36" y="54"/>
                      </a:lnTo>
                      <a:lnTo>
                        <a:pt x="36" y="54"/>
                      </a:lnTo>
                      <a:lnTo>
                        <a:pt x="40" y="54"/>
                      </a:lnTo>
                      <a:lnTo>
                        <a:pt x="40" y="54"/>
                      </a:lnTo>
                      <a:lnTo>
                        <a:pt x="46" y="58"/>
                      </a:lnTo>
                      <a:lnTo>
                        <a:pt x="46" y="60"/>
                      </a:lnTo>
                      <a:lnTo>
                        <a:pt x="48" y="60"/>
                      </a:lnTo>
                      <a:lnTo>
                        <a:pt x="48" y="60"/>
                      </a:lnTo>
                      <a:lnTo>
                        <a:pt x="48" y="64"/>
                      </a:lnTo>
                      <a:lnTo>
                        <a:pt x="48" y="66"/>
                      </a:lnTo>
                      <a:lnTo>
                        <a:pt x="48" y="66"/>
                      </a:lnTo>
                      <a:lnTo>
                        <a:pt x="52" y="70"/>
                      </a:lnTo>
                      <a:lnTo>
                        <a:pt x="52" y="70"/>
                      </a:lnTo>
                      <a:lnTo>
                        <a:pt x="52" y="76"/>
                      </a:lnTo>
                      <a:lnTo>
                        <a:pt x="52" y="76"/>
                      </a:lnTo>
                      <a:lnTo>
                        <a:pt x="57" y="78"/>
                      </a:lnTo>
                      <a:lnTo>
                        <a:pt x="57" y="78"/>
                      </a:lnTo>
                      <a:lnTo>
                        <a:pt x="57" y="82"/>
                      </a:lnTo>
                      <a:lnTo>
                        <a:pt x="59" y="88"/>
                      </a:lnTo>
                      <a:lnTo>
                        <a:pt x="59" y="88"/>
                      </a:lnTo>
                      <a:lnTo>
                        <a:pt x="61" y="90"/>
                      </a:lnTo>
                      <a:lnTo>
                        <a:pt x="65" y="94"/>
                      </a:lnTo>
                      <a:lnTo>
                        <a:pt x="73" y="100"/>
                      </a:lnTo>
                      <a:lnTo>
                        <a:pt x="73" y="100"/>
                      </a:lnTo>
                      <a:lnTo>
                        <a:pt x="75" y="104"/>
                      </a:lnTo>
                      <a:lnTo>
                        <a:pt x="77" y="108"/>
                      </a:lnTo>
                      <a:lnTo>
                        <a:pt x="77" y="108"/>
                      </a:lnTo>
                      <a:lnTo>
                        <a:pt x="87" y="112"/>
                      </a:lnTo>
                      <a:lnTo>
                        <a:pt x="87" y="114"/>
                      </a:lnTo>
                      <a:lnTo>
                        <a:pt x="87" y="114"/>
                      </a:lnTo>
                      <a:lnTo>
                        <a:pt x="91" y="112"/>
                      </a:lnTo>
                      <a:lnTo>
                        <a:pt x="93" y="112"/>
                      </a:lnTo>
                      <a:lnTo>
                        <a:pt x="93" y="112"/>
                      </a:lnTo>
                      <a:lnTo>
                        <a:pt x="97" y="116"/>
                      </a:lnTo>
                      <a:lnTo>
                        <a:pt x="101" y="120"/>
                      </a:lnTo>
                      <a:lnTo>
                        <a:pt x="103" y="120"/>
                      </a:lnTo>
                      <a:lnTo>
                        <a:pt x="103" y="120"/>
                      </a:lnTo>
                      <a:lnTo>
                        <a:pt x="103" y="122"/>
                      </a:lnTo>
                      <a:lnTo>
                        <a:pt x="103" y="124"/>
                      </a:lnTo>
                      <a:lnTo>
                        <a:pt x="103" y="124"/>
                      </a:lnTo>
                      <a:lnTo>
                        <a:pt x="105" y="124"/>
                      </a:lnTo>
                      <a:lnTo>
                        <a:pt x="109" y="124"/>
                      </a:lnTo>
                      <a:lnTo>
                        <a:pt x="109" y="124"/>
                      </a:lnTo>
                      <a:lnTo>
                        <a:pt x="109" y="128"/>
                      </a:lnTo>
                      <a:lnTo>
                        <a:pt x="111" y="132"/>
                      </a:lnTo>
                      <a:lnTo>
                        <a:pt x="111" y="132"/>
                      </a:lnTo>
                      <a:lnTo>
                        <a:pt x="115" y="134"/>
                      </a:lnTo>
                      <a:lnTo>
                        <a:pt x="119" y="136"/>
                      </a:lnTo>
                      <a:lnTo>
                        <a:pt x="119" y="136"/>
                      </a:lnTo>
                      <a:lnTo>
                        <a:pt x="123" y="146"/>
                      </a:lnTo>
                      <a:lnTo>
                        <a:pt x="125" y="158"/>
                      </a:lnTo>
                      <a:lnTo>
                        <a:pt x="121" y="158"/>
                      </a:lnTo>
                      <a:lnTo>
                        <a:pt x="121" y="158"/>
                      </a:lnTo>
                      <a:lnTo>
                        <a:pt x="121" y="166"/>
                      </a:lnTo>
                      <a:lnTo>
                        <a:pt x="121" y="166"/>
                      </a:lnTo>
                      <a:lnTo>
                        <a:pt x="119" y="170"/>
                      </a:lnTo>
                      <a:lnTo>
                        <a:pt x="119" y="170"/>
                      </a:lnTo>
                      <a:lnTo>
                        <a:pt x="119" y="174"/>
                      </a:lnTo>
                      <a:lnTo>
                        <a:pt x="121" y="176"/>
                      </a:lnTo>
                      <a:lnTo>
                        <a:pt x="121" y="176"/>
                      </a:lnTo>
                      <a:lnTo>
                        <a:pt x="123" y="176"/>
                      </a:lnTo>
                      <a:lnTo>
                        <a:pt x="125" y="176"/>
                      </a:lnTo>
                      <a:lnTo>
                        <a:pt x="125" y="176"/>
                      </a:lnTo>
                      <a:lnTo>
                        <a:pt x="127" y="170"/>
                      </a:lnTo>
                      <a:lnTo>
                        <a:pt x="127" y="170"/>
                      </a:lnTo>
                      <a:lnTo>
                        <a:pt x="133" y="166"/>
                      </a:lnTo>
                      <a:lnTo>
                        <a:pt x="133" y="166"/>
                      </a:lnTo>
                      <a:lnTo>
                        <a:pt x="133" y="162"/>
                      </a:lnTo>
                      <a:lnTo>
                        <a:pt x="133" y="158"/>
                      </a:lnTo>
                      <a:lnTo>
                        <a:pt x="133" y="158"/>
                      </a:lnTo>
                      <a:lnTo>
                        <a:pt x="135" y="158"/>
                      </a:lnTo>
                      <a:lnTo>
                        <a:pt x="139" y="156"/>
                      </a:lnTo>
                      <a:lnTo>
                        <a:pt x="139" y="156"/>
                      </a:lnTo>
                      <a:lnTo>
                        <a:pt x="139" y="150"/>
                      </a:lnTo>
                      <a:lnTo>
                        <a:pt x="137" y="148"/>
                      </a:lnTo>
                      <a:lnTo>
                        <a:pt x="137" y="148"/>
                      </a:lnTo>
                      <a:lnTo>
                        <a:pt x="135" y="146"/>
                      </a:lnTo>
                      <a:lnTo>
                        <a:pt x="135" y="146"/>
                      </a:lnTo>
                      <a:lnTo>
                        <a:pt x="133" y="140"/>
                      </a:lnTo>
                      <a:lnTo>
                        <a:pt x="133" y="140"/>
                      </a:lnTo>
                      <a:lnTo>
                        <a:pt x="129" y="138"/>
                      </a:lnTo>
                      <a:lnTo>
                        <a:pt x="129" y="138"/>
                      </a:lnTo>
                      <a:lnTo>
                        <a:pt x="133" y="130"/>
                      </a:lnTo>
                      <a:lnTo>
                        <a:pt x="135" y="126"/>
                      </a:lnTo>
                      <a:lnTo>
                        <a:pt x="139" y="126"/>
                      </a:lnTo>
                      <a:lnTo>
                        <a:pt x="139" y="128"/>
                      </a:lnTo>
                      <a:lnTo>
                        <a:pt x="139" y="128"/>
                      </a:lnTo>
                      <a:lnTo>
                        <a:pt x="149" y="130"/>
                      </a:lnTo>
                      <a:lnTo>
                        <a:pt x="149" y="130"/>
                      </a:lnTo>
                      <a:lnTo>
                        <a:pt x="149" y="136"/>
                      </a:lnTo>
                      <a:lnTo>
                        <a:pt x="149" y="136"/>
                      </a:lnTo>
                      <a:lnTo>
                        <a:pt x="153" y="136"/>
                      </a:lnTo>
                      <a:lnTo>
                        <a:pt x="153" y="136"/>
                      </a:lnTo>
                      <a:lnTo>
                        <a:pt x="153" y="134"/>
                      </a:lnTo>
                      <a:lnTo>
                        <a:pt x="155" y="132"/>
                      </a:lnTo>
                      <a:lnTo>
                        <a:pt x="155" y="132"/>
                      </a:lnTo>
                      <a:lnTo>
                        <a:pt x="153" y="130"/>
                      </a:lnTo>
                      <a:lnTo>
                        <a:pt x="153" y="130"/>
                      </a:lnTo>
                      <a:lnTo>
                        <a:pt x="153" y="126"/>
                      </a:lnTo>
                      <a:lnTo>
                        <a:pt x="153" y="126"/>
                      </a:lnTo>
                      <a:lnTo>
                        <a:pt x="151" y="126"/>
                      </a:lnTo>
                      <a:lnTo>
                        <a:pt x="149" y="124"/>
                      </a:lnTo>
                      <a:lnTo>
                        <a:pt x="149" y="124"/>
                      </a:lnTo>
                      <a:lnTo>
                        <a:pt x="143" y="118"/>
                      </a:lnTo>
                      <a:lnTo>
                        <a:pt x="143" y="118"/>
                      </a:lnTo>
                      <a:lnTo>
                        <a:pt x="135" y="112"/>
                      </a:lnTo>
                      <a:lnTo>
                        <a:pt x="125" y="108"/>
                      </a:lnTo>
                      <a:lnTo>
                        <a:pt x="125" y="108"/>
                      </a:lnTo>
                      <a:lnTo>
                        <a:pt x="125" y="100"/>
                      </a:lnTo>
                      <a:lnTo>
                        <a:pt x="125" y="100"/>
                      </a:lnTo>
                      <a:lnTo>
                        <a:pt x="117" y="100"/>
                      </a:lnTo>
                      <a:lnTo>
                        <a:pt x="109" y="96"/>
                      </a:lnTo>
                      <a:lnTo>
                        <a:pt x="109" y="96"/>
                      </a:lnTo>
                      <a:lnTo>
                        <a:pt x="101" y="90"/>
                      </a:lnTo>
                      <a:lnTo>
                        <a:pt x="95" y="80"/>
                      </a:lnTo>
                      <a:lnTo>
                        <a:pt x="95" y="80"/>
                      </a:lnTo>
                      <a:lnTo>
                        <a:pt x="95" y="76"/>
                      </a:lnTo>
                      <a:lnTo>
                        <a:pt x="93" y="72"/>
                      </a:lnTo>
                      <a:lnTo>
                        <a:pt x="93" y="72"/>
                      </a:lnTo>
                      <a:lnTo>
                        <a:pt x="93" y="72"/>
                      </a:lnTo>
                      <a:lnTo>
                        <a:pt x="91" y="70"/>
                      </a:lnTo>
                      <a:lnTo>
                        <a:pt x="91" y="70"/>
                      </a:lnTo>
                      <a:lnTo>
                        <a:pt x="87" y="64"/>
                      </a:lnTo>
                      <a:lnTo>
                        <a:pt x="87" y="64"/>
                      </a:lnTo>
                      <a:lnTo>
                        <a:pt x="87" y="64"/>
                      </a:lnTo>
                      <a:lnTo>
                        <a:pt x="87" y="64"/>
                      </a:lnTo>
                      <a:lnTo>
                        <a:pt x="81" y="60"/>
                      </a:lnTo>
                      <a:lnTo>
                        <a:pt x="77" y="60"/>
                      </a:lnTo>
                      <a:lnTo>
                        <a:pt x="75" y="56"/>
                      </a:lnTo>
                      <a:lnTo>
                        <a:pt x="75" y="56"/>
                      </a:lnTo>
                      <a:lnTo>
                        <a:pt x="73" y="56"/>
                      </a:lnTo>
                      <a:lnTo>
                        <a:pt x="73" y="56"/>
                      </a:lnTo>
                      <a:lnTo>
                        <a:pt x="73" y="52"/>
                      </a:lnTo>
                      <a:lnTo>
                        <a:pt x="75" y="46"/>
                      </a:lnTo>
                      <a:lnTo>
                        <a:pt x="77" y="42"/>
                      </a:lnTo>
                      <a:lnTo>
                        <a:pt x="77" y="42"/>
                      </a:lnTo>
                      <a:lnTo>
                        <a:pt x="77" y="38"/>
                      </a:lnTo>
                      <a:lnTo>
                        <a:pt x="77" y="36"/>
                      </a:lnTo>
                      <a:lnTo>
                        <a:pt x="75" y="34"/>
                      </a:lnTo>
                      <a:lnTo>
                        <a:pt x="75" y="34"/>
                      </a:lnTo>
                      <a:lnTo>
                        <a:pt x="75" y="32"/>
                      </a:lnTo>
                      <a:lnTo>
                        <a:pt x="75" y="30"/>
                      </a:lnTo>
                      <a:lnTo>
                        <a:pt x="75" y="30"/>
                      </a:lnTo>
                      <a:lnTo>
                        <a:pt x="77" y="30"/>
                      </a:lnTo>
                      <a:lnTo>
                        <a:pt x="77" y="32"/>
                      </a:lnTo>
                      <a:lnTo>
                        <a:pt x="77" y="32"/>
                      </a:lnTo>
                      <a:lnTo>
                        <a:pt x="93" y="26"/>
                      </a:lnTo>
                      <a:lnTo>
                        <a:pt x="93" y="26"/>
                      </a:lnTo>
                      <a:lnTo>
                        <a:pt x="91" y="24"/>
                      </a:lnTo>
                      <a:lnTo>
                        <a:pt x="91" y="22"/>
                      </a:lnTo>
                      <a:lnTo>
                        <a:pt x="93" y="18"/>
                      </a:lnTo>
                      <a:lnTo>
                        <a:pt x="93" y="18"/>
                      </a:lnTo>
                      <a:lnTo>
                        <a:pt x="91" y="14"/>
                      </a:lnTo>
                      <a:lnTo>
                        <a:pt x="91" y="14"/>
                      </a:lnTo>
                      <a:lnTo>
                        <a:pt x="89" y="14"/>
                      </a:lnTo>
                      <a:lnTo>
                        <a:pt x="89" y="14"/>
                      </a:lnTo>
                      <a:lnTo>
                        <a:pt x="87" y="12"/>
                      </a:lnTo>
                      <a:lnTo>
                        <a:pt x="87" y="8"/>
                      </a:lnTo>
                      <a:lnTo>
                        <a:pt x="89" y="4"/>
                      </a:lnTo>
                      <a:lnTo>
                        <a:pt x="89" y="4"/>
                      </a:lnTo>
                      <a:lnTo>
                        <a:pt x="81" y="4"/>
                      </a:lnTo>
                      <a:lnTo>
                        <a:pt x="81" y="4"/>
                      </a:lnTo>
                      <a:lnTo>
                        <a:pt x="77" y="6"/>
                      </a:lnTo>
                      <a:lnTo>
                        <a:pt x="75" y="6"/>
                      </a:lnTo>
                      <a:lnTo>
                        <a:pt x="75" y="6"/>
                      </a:lnTo>
                      <a:lnTo>
                        <a:pt x="73" y="4"/>
                      </a:lnTo>
                      <a:lnTo>
                        <a:pt x="73" y="4"/>
                      </a:lnTo>
                      <a:lnTo>
                        <a:pt x="71" y="2"/>
                      </a:lnTo>
                      <a:lnTo>
                        <a:pt x="69" y="2"/>
                      </a:lnTo>
                      <a:lnTo>
                        <a:pt x="69" y="2"/>
                      </a:lnTo>
                      <a:lnTo>
                        <a:pt x="65" y="2"/>
                      </a:lnTo>
                      <a:lnTo>
                        <a:pt x="63" y="0"/>
                      </a:lnTo>
                      <a:lnTo>
                        <a:pt x="63" y="0"/>
                      </a:lnTo>
                      <a:lnTo>
                        <a:pt x="59" y="0"/>
                      </a:lnTo>
                      <a:lnTo>
                        <a:pt x="59" y="2"/>
                      </a:lnTo>
                      <a:lnTo>
                        <a:pt x="59" y="2"/>
                      </a:lnTo>
                      <a:lnTo>
                        <a:pt x="59" y="2"/>
                      </a:lnTo>
                      <a:lnTo>
                        <a:pt x="57" y="2"/>
                      </a:lnTo>
                      <a:lnTo>
                        <a:pt x="52" y="0"/>
                      </a:lnTo>
                      <a:lnTo>
                        <a:pt x="52" y="0"/>
                      </a:lnTo>
                      <a:lnTo>
                        <a:pt x="52" y="2"/>
                      </a:lnTo>
                      <a:lnTo>
                        <a:pt x="50" y="4"/>
                      </a:lnTo>
                      <a:lnTo>
                        <a:pt x="50" y="4"/>
                      </a:lnTo>
                      <a:lnTo>
                        <a:pt x="48" y="6"/>
                      </a:lnTo>
                      <a:lnTo>
                        <a:pt x="50" y="6"/>
                      </a:lnTo>
                      <a:lnTo>
                        <a:pt x="52" y="8"/>
                      </a:lnTo>
                      <a:lnTo>
                        <a:pt x="50" y="8"/>
                      </a:lnTo>
                      <a:lnTo>
                        <a:pt x="50" y="8"/>
                      </a:lnTo>
                      <a:lnTo>
                        <a:pt x="48" y="10"/>
                      </a:lnTo>
                      <a:lnTo>
                        <a:pt x="46" y="10"/>
                      </a:lnTo>
                      <a:lnTo>
                        <a:pt x="46" y="10"/>
                      </a:lnTo>
                      <a:lnTo>
                        <a:pt x="44" y="8"/>
                      </a:lnTo>
                      <a:lnTo>
                        <a:pt x="42" y="10"/>
                      </a:lnTo>
                      <a:lnTo>
                        <a:pt x="40" y="12"/>
                      </a:lnTo>
                      <a:lnTo>
                        <a:pt x="40" y="12"/>
                      </a:lnTo>
                      <a:lnTo>
                        <a:pt x="40" y="14"/>
                      </a:lnTo>
                      <a:lnTo>
                        <a:pt x="38" y="14"/>
                      </a:lnTo>
                      <a:lnTo>
                        <a:pt x="36" y="16"/>
                      </a:lnTo>
                      <a:lnTo>
                        <a:pt x="34" y="18"/>
                      </a:lnTo>
                      <a:lnTo>
                        <a:pt x="34" y="18"/>
                      </a:lnTo>
                      <a:lnTo>
                        <a:pt x="36" y="22"/>
                      </a:lnTo>
                      <a:lnTo>
                        <a:pt x="34" y="22"/>
                      </a:lnTo>
                      <a:lnTo>
                        <a:pt x="34" y="22"/>
                      </a:lnTo>
                      <a:lnTo>
                        <a:pt x="32" y="22"/>
                      </a:lnTo>
                      <a:lnTo>
                        <a:pt x="28" y="20"/>
                      </a:lnTo>
                      <a:lnTo>
                        <a:pt x="28" y="20"/>
                      </a:lnTo>
                      <a:lnTo>
                        <a:pt x="24" y="20"/>
                      </a:lnTo>
                      <a:lnTo>
                        <a:pt x="22" y="16"/>
                      </a:lnTo>
                      <a:lnTo>
                        <a:pt x="22" y="16"/>
                      </a:lnTo>
                      <a:lnTo>
                        <a:pt x="20" y="14"/>
                      </a:lnTo>
                      <a:lnTo>
                        <a:pt x="20" y="16"/>
                      </a:lnTo>
                      <a:lnTo>
                        <a:pt x="20" y="20"/>
                      </a:lnTo>
                      <a:lnTo>
                        <a:pt x="20" y="20"/>
                      </a:lnTo>
                      <a:lnTo>
                        <a:pt x="18" y="22"/>
                      </a:lnTo>
                      <a:lnTo>
                        <a:pt x="16" y="24"/>
                      </a:lnTo>
                      <a:lnTo>
                        <a:pt x="12" y="24"/>
                      </a:lnTo>
                      <a:lnTo>
                        <a:pt x="10" y="26"/>
                      </a:lnTo>
                      <a:lnTo>
                        <a:pt x="8" y="32"/>
                      </a:lnTo>
                      <a:lnTo>
                        <a:pt x="8" y="32"/>
                      </a:lnTo>
                      <a:lnTo>
                        <a:pt x="6" y="34"/>
                      </a:lnTo>
                      <a:lnTo>
                        <a:pt x="4" y="36"/>
                      </a:lnTo>
                      <a:lnTo>
                        <a:pt x="2" y="36"/>
                      </a:lnTo>
                      <a:lnTo>
                        <a:pt x="2" y="36"/>
                      </a:lnTo>
                      <a:lnTo>
                        <a:pt x="0" y="38"/>
                      </a:lnTo>
                      <a:lnTo>
                        <a:pt x="0" y="40"/>
                      </a:lnTo>
                      <a:lnTo>
                        <a:pt x="0" y="42"/>
                      </a:lnTo>
                      <a:lnTo>
                        <a:pt x="2" y="44"/>
                      </a:lnTo>
                      <a:lnTo>
                        <a:pt x="2" y="44"/>
                      </a:lnTo>
                      <a:lnTo>
                        <a:pt x="4" y="46"/>
                      </a:lnTo>
                      <a:lnTo>
                        <a:pt x="4" y="48"/>
                      </a:lnTo>
                      <a:lnTo>
                        <a:pt x="2" y="52"/>
                      </a:lnTo>
                      <a:lnTo>
                        <a:pt x="4" y="56"/>
                      </a:lnTo>
                      <a:lnTo>
                        <a:pt x="4" y="56"/>
                      </a:lnTo>
                      <a:lnTo>
                        <a:pt x="6" y="56"/>
                      </a:lnTo>
                      <a:lnTo>
                        <a:pt x="8" y="56"/>
                      </a:lnTo>
                      <a:lnTo>
                        <a:pt x="10" y="56"/>
                      </a:lnTo>
                      <a:lnTo>
                        <a:pt x="10" y="56"/>
                      </a:lnTo>
                      <a:lnTo>
                        <a:pt x="10" y="56"/>
                      </a:lnTo>
                      <a:lnTo>
                        <a:pt x="6" y="60"/>
                      </a:lnTo>
                      <a:lnTo>
                        <a:pt x="6" y="60"/>
                      </a:lnTo>
                      <a:lnTo>
                        <a:pt x="6" y="62"/>
                      </a:lnTo>
                      <a:lnTo>
                        <a:pt x="6" y="62"/>
                      </a:lnTo>
                      <a:lnTo>
                        <a:pt x="8" y="64"/>
                      </a:lnTo>
                      <a:lnTo>
                        <a:pt x="8" y="64"/>
                      </a:lnTo>
                      <a:close/>
                      <a:moveTo>
                        <a:pt x="34" y="110"/>
                      </a:moveTo>
                      <a:lnTo>
                        <a:pt x="34" y="110"/>
                      </a:lnTo>
                      <a:lnTo>
                        <a:pt x="24" y="118"/>
                      </a:lnTo>
                      <a:lnTo>
                        <a:pt x="24" y="118"/>
                      </a:lnTo>
                      <a:lnTo>
                        <a:pt x="22" y="118"/>
                      </a:lnTo>
                      <a:lnTo>
                        <a:pt x="22" y="118"/>
                      </a:lnTo>
                      <a:lnTo>
                        <a:pt x="24" y="126"/>
                      </a:lnTo>
                      <a:lnTo>
                        <a:pt x="24" y="126"/>
                      </a:lnTo>
                      <a:lnTo>
                        <a:pt x="24" y="138"/>
                      </a:lnTo>
                      <a:lnTo>
                        <a:pt x="28" y="148"/>
                      </a:lnTo>
                      <a:lnTo>
                        <a:pt x="28" y="148"/>
                      </a:lnTo>
                      <a:lnTo>
                        <a:pt x="30" y="150"/>
                      </a:lnTo>
                      <a:lnTo>
                        <a:pt x="32" y="152"/>
                      </a:lnTo>
                      <a:lnTo>
                        <a:pt x="32" y="152"/>
                      </a:lnTo>
                      <a:lnTo>
                        <a:pt x="32" y="152"/>
                      </a:lnTo>
                      <a:lnTo>
                        <a:pt x="36" y="152"/>
                      </a:lnTo>
                      <a:lnTo>
                        <a:pt x="36" y="152"/>
                      </a:lnTo>
                      <a:lnTo>
                        <a:pt x="40" y="148"/>
                      </a:lnTo>
                      <a:lnTo>
                        <a:pt x="40" y="148"/>
                      </a:lnTo>
                      <a:lnTo>
                        <a:pt x="40" y="148"/>
                      </a:lnTo>
                      <a:lnTo>
                        <a:pt x="44" y="122"/>
                      </a:lnTo>
                      <a:lnTo>
                        <a:pt x="44" y="122"/>
                      </a:lnTo>
                      <a:lnTo>
                        <a:pt x="40" y="118"/>
                      </a:lnTo>
                      <a:lnTo>
                        <a:pt x="40" y="118"/>
                      </a:lnTo>
                      <a:lnTo>
                        <a:pt x="40" y="114"/>
                      </a:lnTo>
                      <a:lnTo>
                        <a:pt x="38" y="112"/>
                      </a:lnTo>
                      <a:lnTo>
                        <a:pt x="38" y="112"/>
                      </a:lnTo>
                      <a:lnTo>
                        <a:pt x="34" y="110"/>
                      </a:lnTo>
                      <a:lnTo>
                        <a:pt x="34" y="1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5" name="Freeform 164">
                  <a:extLst>
                    <a:ext uri="{FF2B5EF4-FFF2-40B4-BE49-F238E27FC236}">
                      <a16:creationId xmlns:a16="http://schemas.microsoft.com/office/drawing/2014/main" id="{22053270-CCDA-3B45-8F91-6F040F9DC6E2}"/>
                    </a:ext>
                  </a:extLst>
                </p:cNvPr>
                <p:cNvSpPr>
                  <a:spLocks noEditPoints="1"/>
                </p:cNvSpPr>
                <p:nvPr/>
              </p:nvSpPr>
              <p:spPr bwMode="auto">
                <a:xfrm>
                  <a:off x="5631334" y="2389291"/>
                  <a:ext cx="105673" cy="168198"/>
                </a:xfrm>
                <a:custGeom>
                  <a:avLst/>
                  <a:gdLst>
                    <a:gd name="T0" fmla="*/ 46 w 54"/>
                    <a:gd name="T1" fmla="*/ 4 h 84"/>
                    <a:gd name="T2" fmla="*/ 42 w 54"/>
                    <a:gd name="T3" fmla="*/ 0 h 84"/>
                    <a:gd name="T4" fmla="*/ 42 w 54"/>
                    <a:gd name="T5" fmla="*/ 4 h 84"/>
                    <a:gd name="T6" fmla="*/ 38 w 54"/>
                    <a:gd name="T7" fmla="*/ 6 h 84"/>
                    <a:gd name="T8" fmla="*/ 34 w 54"/>
                    <a:gd name="T9" fmla="*/ 4 h 84"/>
                    <a:gd name="T10" fmla="*/ 30 w 54"/>
                    <a:gd name="T11" fmla="*/ 10 h 84"/>
                    <a:gd name="T12" fmla="*/ 30 w 54"/>
                    <a:gd name="T13" fmla="*/ 12 h 84"/>
                    <a:gd name="T14" fmla="*/ 28 w 54"/>
                    <a:gd name="T15" fmla="*/ 16 h 84"/>
                    <a:gd name="T16" fmla="*/ 24 w 54"/>
                    <a:gd name="T17" fmla="*/ 20 h 84"/>
                    <a:gd name="T18" fmla="*/ 22 w 54"/>
                    <a:gd name="T19" fmla="*/ 24 h 84"/>
                    <a:gd name="T20" fmla="*/ 22 w 54"/>
                    <a:gd name="T21" fmla="*/ 24 h 84"/>
                    <a:gd name="T22" fmla="*/ 14 w 54"/>
                    <a:gd name="T23" fmla="*/ 24 h 84"/>
                    <a:gd name="T24" fmla="*/ 12 w 54"/>
                    <a:gd name="T25" fmla="*/ 24 h 84"/>
                    <a:gd name="T26" fmla="*/ 8 w 54"/>
                    <a:gd name="T27" fmla="*/ 20 h 84"/>
                    <a:gd name="T28" fmla="*/ 14 w 54"/>
                    <a:gd name="T29" fmla="*/ 30 h 84"/>
                    <a:gd name="T30" fmla="*/ 12 w 54"/>
                    <a:gd name="T31" fmla="*/ 34 h 84"/>
                    <a:gd name="T32" fmla="*/ 4 w 54"/>
                    <a:gd name="T33" fmla="*/ 34 h 84"/>
                    <a:gd name="T34" fmla="*/ 2 w 54"/>
                    <a:gd name="T35" fmla="*/ 38 h 84"/>
                    <a:gd name="T36" fmla="*/ 2 w 54"/>
                    <a:gd name="T37" fmla="*/ 44 h 84"/>
                    <a:gd name="T38" fmla="*/ 18 w 54"/>
                    <a:gd name="T39" fmla="*/ 46 h 84"/>
                    <a:gd name="T40" fmla="*/ 18 w 54"/>
                    <a:gd name="T41" fmla="*/ 42 h 84"/>
                    <a:gd name="T42" fmla="*/ 18 w 54"/>
                    <a:gd name="T43" fmla="*/ 46 h 84"/>
                    <a:gd name="T44" fmla="*/ 14 w 54"/>
                    <a:gd name="T45" fmla="*/ 50 h 84"/>
                    <a:gd name="T46" fmla="*/ 12 w 54"/>
                    <a:gd name="T47" fmla="*/ 56 h 84"/>
                    <a:gd name="T48" fmla="*/ 12 w 54"/>
                    <a:gd name="T49" fmla="*/ 62 h 84"/>
                    <a:gd name="T50" fmla="*/ 6 w 54"/>
                    <a:gd name="T51" fmla="*/ 64 h 84"/>
                    <a:gd name="T52" fmla="*/ 4 w 54"/>
                    <a:gd name="T53" fmla="*/ 68 h 84"/>
                    <a:gd name="T54" fmla="*/ 0 w 54"/>
                    <a:gd name="T55" fmla="*/ 72 h 84"/>
                    <a:gd name="T56" fmla="*/ 2 w 54"/>
                    <a:gd name="T57" fmla="*/ 76 h 84"/>
                    <a:gd name="T58" fmla="*/ 0 w 54"/>
                    <a:gd name="T59" fmla="*/ 80 h 84"/>
                    <a:gd name="T60" fmla="*/ 4 w 54"/>
                    <a:gd name="T61" fmla="*/ 78 h 84"/>
                    <a:gd name="T62" fmla="*/ 8 w 54"/>
                    <a:gd name="T63" fmla="*/ 80 h 84"/>
                    <a:gd name="T64" fmla="*/ 6 w 54"/>
                    <a:gd name="T65" fmla="*/ 84 h 84"/>
                    <a:gd name="T66" fmla="*/ 16 w 54"/>
                    <a:gd name="T67" fmla="*/ 78 h 84"/>
                    <a:gd name="T68" fmla="*/ 16 w 54"/>
                    <a:gd name="T69" fmla="*/ 82 h 84"/>
                    <a:gd name="T70" fmla="*/ 24 w 54"/>
                    <a:gd name="T71" fmla="*/ 80 h 84"/>
                    <a:gd name="T72" fmla="*/ 26 w 54"/>
                    <a:gd name="T73" fmla="*/ 80 h 84"/>
                    <a:gd name="T74" fmla="*/ 28 w 54"/>
                    <a:gd name="T75" fmla="*/ 74 h 84"/>
                    <a:gd name="T76" fmla="*/ 34 w 54"/>
                    <a:gd name="T77" fmla="*/ 76 h 84"/>
                    <a:gd name="T78" fmla="*/ 38 w 54"/>
                    <a:gd name="T79" fmla="*/ 72 h 84"/>
                    <a:gd name="T80" fmla="*/ 38 w 54"/>
                    <a:gd name="T81" fmla="*/ 68 h 84"/>
                    <a:gd name="T82" fmla="*/ 44 w 54"/>
                    <a:gd name="T83" fmla="*/ 66 h 84"/>
                    <a:gd name="T84" fmla="*/ 46 w 54"/>
                    <a:gd name="T85" fmla="*/ 64 h 84"/>
                    <a:gd name="T86" fmla="*/ 48 w 54"/>
                    <a:gd name="T87" fmla="*/ 64 h 84"/>
                    <a:gd name="T88" fmla="*/ 48 w 54"/>
                    <a:gd name="T89" fmla="*/ 60 h 84"/>
                    <a:gd name="T90" fmla="*/ 52 w 54"/>
                    <a:gd name="T91" fmla="*/ 48 h 84"/>
                    <a:gd name="T92" fmla="*/ 50 w 54"/>
                    <a:gd name="T93" fmla="*/ 44 h 84"/>
                    <a:gd name="T94" fmla="*/ 50 w 54"/>
                    <a:gd name="T95" fmla="*/ 36 h 84"/>
                    <a:gd name="T96" fmla="*/ 50 w 54"/>
                    <a:gd name="T97" fmla="*/ 34 h 84"/>
                    <a:gd name="T98" fmla="*/ 50 w 54"/>
                    <a:gd name="T99" fmla="*/ 30 h 84"/>
                    <a:gd name="T100" fmla="*/ 52 w 54"/>
                    <a:gd name="T101" fmla="*/ 28 h 84"/>
                    <a:gd name="T102" fmla="*/ 44 w 54"/>
                    <a:gd name="T103" fmla="*/ 26 h 84"/>
                    <a:gd name="T104" fmla="*/ 40 w 54"/>
                    <a:gd name="T105" fmla="*/ 28 h 84"/>
                    <a:gd name="T106" fmla="*/ 38 w 54"/>
                    <a:gd name="T107" fmla="*/ 24 h 84"/>
                    <a:gd name="T108" fmla="*/ 34 w 54"/>
                    <a:gd name="T109" fmla="*/ 22 h 84"/>
                    <a:gd name="T110" fmla="*/ 34 w 54"/>
                    <a:gd name="T111" fmla="*/ 18 h 84"/>
                    <a:gd name="T112" fmla="*/ 38 w 54"/>
                    <a:gd name="T113" fmla="*/ 14 h 84"/>
                    <a:gd name="T114" fmla="*/ 42 w 54"/>
                    <a:gd name="T115" fmla="*/ 8 h 84"/>
                    <a:gd name="T116" fmla="*/ 18 w 54"/>
                    <a:gd name="T117" fmla="*/ 56 h 84"/>
                    <a:gd name="T118" fmla="*/ 18 w 54"/>
                    <a:gd name="T119" fmla="*/ 58 h 84"/>
                    <a:gd name="T120" fmla="*/ 14 w 54"/>
                    <a:gd name="T121" fmla="*/ 60 h 84"/>
                    <a:gd name="T122" fmla="*/ 18 w 54"/>
                    <a:gd name="T123" fmla="*/ 5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 h="84">
                      <a:moveTo>
                        <a:pt x="46" y="6"/>
                      </a:moveTo>
                      <a:lnTo>
                        <a:pt x="46" y="6"/>
                      </a:lnTo>
                      <a:lnTo>
                        <a:pt x="46" y="4"/>
                      </a:lnTo>
                      <a:lnTo>
                        <a:pt x="46" y="4"/>
                      </a:lnTo>
                      <a:lnTo>
                        <a:pt x="44" y="2"/>
                      </a:lnTo>
                      <a:lnTo>
                        <a:pt x="42" y="0"/>
                      </a:lnTo>
                      <a:lnTo>
                        <a:pt x="42" y="0"/>
                      </a:lnTo>
                      <a:lnTo>
                        <a:pt x="42" y="0"/>
                      </a:lnTo>
                      <a:lnTo>
                        <a:pt x="42" y="4"/>
                      </a:lnTo>
                      <a:lnTo>
                        <a:pt x="42" y="4"/>
                      </a:lnTo>
                      <a:lnTo>
                        <a:pt x="40" y="6"/>
                      </a:lnTo>
                      <a:lnTo>
                        <a:pt x="38" y="6"/>
                      </a:lnTo>
                      <a:lnTo>
                        <a:pt x="38" y="4"/>
                      </a:lnTo>
                      <a:lnTo>
                        <a:pt x="38" y="4"/>
                      </a:lnTo>
                      <a:lnTo>
                        <a:pt x="34" y="4"/>
                      </a:lnTo>
                      <a:lnTo>
                        <a:pt x="30" y="4"/>
                      </a:lnTo>
                      <a:lnTo>
                        <a:pt x="30" y="4"/>
                      </a:lnTo>
                      <a:lnTo>
                        <a:pt x="30" y="10"/>
                      </a:lnTo>
                      <a:lnTo>
                        <a:pt x="30" y="10"/>
                      </a:lnTo>
                      <a:lnTo>
                        <a:pt x="26" y="10"/>
                      </a:lnTo>
                      <a:lnTo>
                        <a:pt x="30" y="12"/>
                      </a:lnTo>
                      <a:lnTo>
                        <a:pt x="30" y="16"/>
                      </a:lnTo>
                      <a:lnTo>
                        <a:pt x="30" y="16"/>
                      </a:lnTo>
                      <a:lnTo>
                        <a:pt x="28" y="16"/>
                      </a:lnTo>
                      <a:lnTo>
                        <a:pt x="24" y="18"/>
                      </a:lnTo>
                      <a:lnTo>
                        <a:pt x="24" y="18"/>
                      </a:lnTo>
                      <a:lnTo>
                        <a:pt x="24" y="20"/>
                      </a:lnTo>
                      <a:lnTo>
                        <a:pt x="24" y="24"/>
                      </a:lnTo>
                      <a:lnTo>
                        <a:pt x="24" y="24"/>
                      </a:lnTo>
                      <a:lnTo>
                        <a:pt x="22" y="24"/>
                      </a:lnTo>
                      <a:lnTo>
                        <a:pt x="22" y="24"/>
                      </a:lnTo>
                      <a:lnTo>
                        <a:pt x="22" y="24"/>
                      </a:lnTo>
                      <a:lnTo>
                        <a:pt x="22" y="24"/>
                      </a:lnTo>
                      <a:lnTo>
                        <a:pt x="16" y="22"/>
                      </a:lnTo>
                      <a:lnTo>
                        <a:pt x="16" y="22"/>
                      </a:lnTo>
                      <a:lnTo>
                        <a:pt x="14" y="24"/>
                      </a:lnTo>
                      <a:lnTo>
                        <a:pt x="14" y="24"/>
                      </a:lnTo>
                      <a:lnTo>
                        <a:pt x="12" y="24"/>
                      </a:lnTo>
                      <a:lnTo>
                        <a:pt x="12" y="24"/>
                      </a:lnTo>
                      <a:lnTo>
                        <a:pt x="10" y="20"/>
                      </a:lnTo>
                      <a:lnTo>
                        <a:pt x="8" y="20"/>
                      </a:lnTo>
                      <a:lnTo>
                        <a:pt x="8" y="20"/>
                      </a:lnTo>
                      <a:lnTo>
                        <a:pt x="8" y="26"/>
                      </a:lnTo>
                      <a:lnTo>
                        <a:pt x="14" y="30"/>
                      </a:lnTo>
                      <a:lnTo>
                        <a:pt x="14" y="30"/>
                      </a:lnTo>
                      <a:lnTo>
                        <a:pt x="12" y="32"/>
                      </a:lnTo>
                      <a:lnTo>
                        <a:pt x="12" y="34"/>
                      </a:lnTo>
                      <a:lnTo>
                        <a:pt x="12" y="34"/>
                      </a:lnTo>
                      <a:lnTo>
                        <a:pt x="8" y="34"/>
                      </a:lnTo>
                      <a:lnTo>
                        <a:pt x="4" y="34"/>
                      </a:lnTo>
                      <a:lnTo>
                        <a:pt x="4" y="34"/>
                      </a:lnTo>
                      <a:lnTo>
                        <a:pt x="6" y="38"/>
                      </a:lnTo>
                      <a:lnTo>
                        <a:pt x="6" y="38"/>
                      </a:lnTo>
                      <a:lnTo>
                        <a:pt x="2" y="38"/>
                      </a:lnTo>
                      <a:lnTo>
                        <a:pt x="2" y="38"/>
                      </a:lnTo>
                      <a:lnTo>
                        <a:pt x="2" y="44"/>
                      </a:lnTo>
                      <a:lnTo>
                        <a:pt x="2" y="44"/>
                      </a:lnTo>
                      <a:lnTo>
                        <a:pt x="10" y="44"/>
                      </a:lnTo>
                      <a:lnTo>
                        <a:pt x="18" y="46"/>
                      </a:lnTo>
                      <a:lnTo>
                        <a:pt x="18" y="46"/>
                      </a:lnTo>
                      <a:lnTo>
                        <a:pt x="18" y="42"/>
                      </a:lnTo>
                      <a:lnTo>
                        <a:pt x="18" y="42"/>
                      </a:lnTo>
                      <a:lnTo>
                        <a:pt x="18" y="42"/>
                      </a:lnTo>
                      <a:lnTo>
                        <a:pt x="18" y="42"/>
                      </a:lnTo>
                      <a:lnTo>
                        <a:pt x="18" y="44"/>
                      </a:lnTo>
                      <a:lnTo>
                        <a:pt x="18" y="46"/>
                      </a:lnTo>
                      <a:lnTo>
                        <a:pt x="18" y="46"/>
                      </a:lnTo>
                      <a:lnTo>
                        <a:pt x="14" y="50"/>
                      </a:lnTo>
                      <a:lnTo>
                        <a:pt x="14" y="50"/>
                      </a:lnTo>
                      <a:lnTo>
                        <a:pt x="14" y="54"/>
                      </a:lnTo>
                      <a:lnTo>
                        <a:pt x="14" y="54"/>
                      </a:lnTo>
                      <a:lnTo>
                        <a:pt x="12" y="56"/>
                      </a:lnTo>
                      <a:lnTo>
                        <a:pt x="8" y="58"/>
                      </a:lnTo>
                      <a:lnTo>
                        <a:pt x="8" y="60"/>
                      </a:lnTo>
                      <a:lnTo>
                        <a:pt x="12" y="62"/>
                      </a:lnTo>
                      <a:lnTo>
                        <a:pt x="12" y="62"/>
                      </a:lnTo>
                      <a:lnTo>
                        <a:pt x="6" y="64"/>
                      </a:lnTo>
                      <a:lnTo>
                        <a:pt x="6" y="64"/>
                      </a:lnTo>
                      <a:lnTo>
                        <a:pt x="8" y="68"/>
                      </a:lnTo>
                      <a:lnTo>
                        <a:pt x="8" y="68"/>
                      </a:lnTo>
                      <a:lnTo>
                        <a:pt x="4" y="68"/>
                      </a:lnTo>
                      <a:lnTo>
                        <a:pt x="0" y="68"/>
                      </a:lnTo>
                      <a:lnTo>
                        <a:pt x="0" y="72"/>
                      </a:lnTo>
                      <a:lnTo>
                        <a:pt x="0" y="72"/>
                      </a:lnTo>
                      <a:lnTo>
                        <a:pt x="4" y="72"/>
                      </a:lnTo>
                      <a:lnTo>
                        <a:pt x="4" y="72"/>
                      </a:lnTo>
                      <a:lnTo>
                        <a:pt x="2" y="76"/>
                      </a:lnTo>
                      <a:lnTo>
                        <a:pt x="2" y="76"/>
                      </a:lnTo>
                      <a:lnTo>
                        <a:pt x="2" y="76"/>
                      </a:lnTo>
                      <a:lnTo>
                        <a:pt x="0" y="80"/>
                      </a:lnTo>
                      <a:lnTo>
                        <a:pt x="0" y="80"/>
                      </a:lnTo>
                      <a:lnTo>
                        <a:pt x="4" y="78"/>
                      </a:lnTo>
                      <a:lnTo>
                        <a:pt x="4" y="78"/>
                      </a:lnTo>
                      <a:lnTo>
                        <a:pt x="10" y="78"/>
                      </a:lnTo>
                      <a:lnTo>
                        <a:pt x="10" y="78"/>
                      </a:lnTo>
                      <a:lnTo>
                        <a:pt x="8" y="80"/>
                      </a:lnTo>
                      <a:lnTo>
                        <a:pt x="8" y="80"/>
                      </a:lnTo>
                      <a:lnTo>
                        <a:pt x="6" y="82"/>
                      </a:lnTo>
                      <a:lnTo>
                        <a:pt x="6" y="84"/>
                      </a:lnTo>
                      <a:lnTo>
                        <a:pt x="8" y="84"/>
                      </a:lnTo>
                      <a:lnTo>
                        <a:pt x="8" y="84"/>
                      </a:lnTo>
                      <a:lnTo>
                        <a:pt x="16" y="78"/>
                      </a:lnTo>
                      <a:lnTo>
                        <a:pt x="16" y="78"/>
                      </a:lnTo>
                      <a:lnTo>
                        <a:pt x="16" y="82"/>
                      </a:lnTo>
                      <a:lnTo>
                        <a:pt x="16" y="82"/>
                      </a:lnTo>
                      <a:lnTo>
                        <a:pt x="20" y="84"/>
                      </a:lnTo>
                      <a:lnTo>
                        <a:pt x="20" y="84"/>
                      </a:lnTo>
                      <a:lnTo>
                        <a:pt x="24" y="80"/>
                      </a:lnTo>
                      <a:lnTo>
                        <a:pt x="24" y="80"/>
                      </a:lnTo>
                      <a:lnTo>
                        <a:pt x="26" y="80"/>
                      </a:lnTo>
                      <a:lnTo>
                        <a:pt x="26" y="80"/>
                      </a:lnTo>
                      <a:lnTo>
                        <a:pt x="28" y="78"/>
                      </a:lnTo>
                      <a:lnTo>
                        <a:pt x="28" y="76"/>
                      </a:lnTo>
                      <a:lnTo>
                        <a:pt x="28" y="74"/>
                      </a:lnTo>
                      <a:lnTo>
                        <a:pt x="28" y="74"/>
                      </a:lnTo>
                      <a:lnTo>
                        <a:pt x="32" y="74"/>
                      </a:lnTo>
                      <a:lnTo>
                        <a:pt x="34" y="76"/>
                      </a:lnTo>
                      <a:lnTo>
                        <a:pt x="34" y="76"/>
                      </a:lnTo>
                      <a:lnTo>
                        <a:pt x="36" y="72"/>
                      </a:lnTo>
                      <a:lnTo>
                        <a:pt x="38" y="72"/>
                      </a:lnTo>
                      <a:lnTo>
                        <a:pt x="38" y="72"/>
                      </a:lnTo>
                      <a:lnTo>
                        <a:pt x="38" y="68"/>
                      </a:lnTo>
                      <a:lnTo>
                        <a:pt x="38" y="68"/>
                      </a:lnTo>
                      <a:lnTo>
                        <a:pt x="44" y="68"/>
                      </a:lnTo>
                      <a:lnTo>
                        <a:pt x="44" y="68"/>
                      </a:lnTo>
                      <a:lnTo>
                        <a:pt x="44" y="66"/>
                      </a:lnTo>
                      <a:lnTo>
                        <a:pt x="44" y="64"/>
                      </a:lnTo>
                      <a:lnTo>
                        <a:pt x="44" y="64"/>
                      </a:lnTo>
                      <a:lnTo>
                        <a:pt x="46" y="64"/>
                      </a:lnTo>
                      <a:lnTo>
                        <a:pt x="50" y="66"/>
                      </a:lnTo>
                      <a:lnTo>
                        <a:pt x="50" y="66"/>
                      </a:lnTo>
                      <a:lnTo>
                        <a:pt x="48" y="64"/>
                      </a:lnTo>
                      <a:lnTo>
                        <a:pt x="48" y="62"/>
                      </a:lnTo>
                      <a:lnTo>
                        <a:pt x="48" y="60"/>
                      </a:lnTo>
                      <a:lnTo>
                        <a:pt x="48" y="60"/>
                      </a:lnTo>
                      <a:lnTo>
                        <a:pt x="52" y="60"/>
                      </a:lnTo>
                      <a:lnTo>
                        <a:pt x="52" y="60"/>
                      </a:lnTo>
                      <a:lnTo>
                        <a:pt x="52" y="48"/>
                      </a:lnTo>
                      <a:lnTo>
                        <a:pt x="50" y="48"/>
                      </a:lnTo>
                      <a:lnTo>
                        <a:pt x="50" y="48"/>
                      </a:lnTo>
                      <a:lnTo>
                        <a:pt x="50" y="44"/>
                      </a:lnTo>
                      <a:lnTo>
                        <a:pt x="48" y="44"/>
                      </a:lnTo>
                      <a:lnTo>
                        <a:pt x="48" y="44"/>
                      </a:lnTo>
                      <a:lnTo>
                        <a:pt x="50" y="36"/>
                      </a:lnTo>
                      <a:lnTo>
                        <a:pt x="50" y="36"/>
                      </a:lnTo>
                      <a:lnTo>
                        <a:pt x="50" y="34"/>
                      </a:lnTo>
                      <a:lnTo>
                        <a:pt x="50" y="34"/>
                      </a:lnTo>
                      <a:lnTo>
                        <a:pt x="50" y="34"/>
                      </a:lnTo>
                      <a:lnTo>
                        <a:pt x="50" y="34"/>
                      </a:lnTo>
                      <a:lnTo>
                        <a:pt x="50" y="30"/>
                      </a:lnTo>
                      <a:lnTo>
                        <a:pt x="50" y="30"/>
                      </a:lnTo>
                      <a:lnTo>
                        <a:pt x="54" y="28"/>
                      </a:lnTo>
                      <a:lnTo>
                        <a:pt x="52" y="28"/>
                      </a:lnTo>
                      <a:lnTo>
                        <a:pt x="48" y="28"/>
                      </a:lnTo>
                      <a:lnTo>
                        <a:pt x="44" y="26"/>
                      </a:lnTo>
                      <a:lnTo>
                        <a:pt x="44" y="26"/>
                      </a:lnTo>
                      <a:lnTo>
                        <a:pt x="44" y="26"/>
                      </a:lnTo>
                      <a:lnTo>
                        <a:pt x="40" y="28"/>
                      </a:lnTo>
                      <a:lnTo>
                        <a:pt x="40" y="28"/>
                      </a:lnTo>
                      <a:lnTo>
                        <a:pt x="38" y="28"/>
                      </a:lnTo>
                      <a:lnTo>
                        <a:pt x="38" y="26"/>
                      </a:lnTo>
                      <a:lnTo>
                        <a:pt x="38" y="24"/>
                      </a:lnTo>
                      <a:lnTo>
                        <a:pt x="36" y="22"/>
                      </a:lnTo>
                      <a:lnTo>
                        <a:pt x="36" y="22"/>
                      </a:lnTo>
                      <a:lnTo>
                        <a:pt x="34" y="22"/>
                      </a:lnTo>
                      <a:lnTo>
                        <a:pt x="34" y="20"/>
                      </a:lnTo>
                      <a:lnTo>
                        <a:pt x="34" y="20"/>
                      </a:lnTo>
                      <a:lnTo>
                        <a:pt x="34" y="18"/>
                      </a:lnTo>
                      <a:lnTo>
                        <a:pt x="36" y="18"/>
                      </a:lnTo>
                      <a:lnTo>
                        <a:pt x="38" y="16"/>
                      </a:lnTo>
                      <a:lnTo>
                        <a:pt x="38" y="14"/>
                      </a:lnTo>
                      <a:lnTo>
                        <a:pt x="38" y="14"/>
                      </a:lnTo>
                      <a:lnTo>
                        <a:pt x="40" y="10"/>
                      </a:lnTo>
                      <a:lnTo>
                        <a:pt x="42" y="8"/>
                      </a:lnTo>
                      <a:lnTo>
                        <a:pt x="46" y="6"/>
                      </a:lnTo>
                      <a:lnTo>
                        <a:pt x="46" y="6"/>
                      </a:lnTo>
                      <a:close/>
                      <a:moveTo>
                        <a:pt x="18" y="56"/>
                      </a:moveTo>
                      <a:lnTo>
                        <a:pt x="18" y="56"/>
                      </a:lnTo>
                      <a:lnTo>
                        <a:pt x="18" y="56"/>
                      </a:lnTo>
                      <a:lnTo>
                        <a:pt x="18" y="58"/>
                      </a:lnTo>
                      <a:lnTo>
                        <a:pt x="16" y="60"/>
                      </a:lnTo>
                      <a:lnTo>
                        <a:pt x="16" y="60"/>
                      </a:lnTo>
                      <a:lnTo>
                        <a:pt x="14" y="60"/>
                      </a:lnTo>
                      <a:lnTo>
                        <a:pt x="14" y="60"/>
                      </a:lnTo>
                      <a:lnTo>
                        <a:pt x="18" y="56"/>
                      </a:lnTo>
                      <a:lnTo>
                        <a:pt x="18" y="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6" name="Freeform 173">
                  <a:extLst>
                    <a:ext uri="{FF2B5EF4-FFF2-40B4-BE49-F238E27FC236}">
                      <a16:creationId xmlns:a16="http://schemas.microsoft.com/office/drawing/2014/main" id="{EE9143FA-F721-094D-8790-28CC960EED2D}"/>
                    </a:ext>
                  </a:extLst>
                </p:cNvPr>
                <p:cNvSpPr>
                  <a:spLocks/>
                </p:cNvSpPr>
                <p:nvPr/>
              </p:nvSpPr>
              <p:spPr bwMode="auto">
                <a:xfrm>
                  <a:off x="6329949" y="2673626"/>
                  <a:ext cx="183948" cy="128150"/>
                </a:xfrm>
                <a:custGeom>
                  <a:avLst/>
                  <a:gdLst>
                    <a:gd name="T0" fmla="*/ 40 w 94"/>
                    <a:gd name="T1" fmla="*/ 64 h 64"/>
                    <a:gd name="T2" fmla="*/ 34 w 94"/>
                    <a:gd name="T3" fmla="*/ 64 h 64"/>
                    <a:gd name="T4" fmla="*/ 30 w 94"/>
                    <a:gd name="T5" fmla="*/ 62 h 64"/>
                    <a:gd name="T6" fmla="*/ 20 w 94"/>
                    <a:gd name="T7" fmla="*/ 56 h 64"/>
                    <a:gd name="T8" fmla="*/ 14 w 94"/>
                    <a:gd name="T9" fmla="*/ 50 h 64"/>
                    <a:gd name="T10" fmla="*/ 10 w 94"/>
                    <a:gd name="T11" fmla="*/ 44 h 64"/>
                    <a:gd name="T12" fmla="*/ 6 w 94"/>
                    <a:gd name="T13" fmla="*/ 38 h 64"/>
                    <a:gd name="T14" fmla="*/ 2 w 94"/>
                    <a:gd name="T15" fmla="*/ 34 h 64"/>
                    <a:gd name="T16" fmla="*/ 2 w 94"/>
                    <a:gd name="T17" fmla="*/ 30 h 64"/>
                    <a:gd name="T18" fmla="*/ 0 w 94"/>
                    <a:gd name="T19" fmla="*/ 26 h 64"/>
                    <a:gd name="T20" fmla="*/ 0 w 94"/>
                    <a:gd name="T21" fmla="*/ 24 h 64"/>
                    <a:gd name="T22" fmla="*/ 2 w 94"/>
                    <a:gd name="T23" fmla="*/ 20 h 64"/>
                    <a:gd name="T24" fmla="*/ 4 w 94"/>
                    <a:gd name="T25" fmla="*/ 20 h 64"/>
                    <a:gd name="T26" fmla="*/ 6 w 94"/>
                    <a:gd name="T27" fmla="*/ 16 h 64"/>
                    <a:gd name="T28" fmla="*/ 8 w 94"/>
                    <a:gd name="T29" fmla="*/ 12 h 64"/>
                    <a:gd name="T30" fmla="*/ 8 w 94"/>
                    <a:gd name="T31" fmla="*/ 6 h 64"/>
                    <a:gd name="T32" fmla="*/ 10 w 94"/>
                    <a:gd name="T33" fmla="*/ 6 h 64"/>
                    <a:gd name="T34" fmla="*/ 20 w 94"/>
                    <a:gd name="T35" fmla="*/ 10 h 64"/>
                    <a:gd name="T36" fmla="*/ 24 w 94"/>
                    <a:gd name="T37" fmla="*/ 10 h 64"/>
                    <a:gd name="T38" fmla="*/ 32 w 94"/>
                    <a:gd name="T39" fmla="*/ 12 h 64"/>
                    <a:gd name="T40" fmla="*/ 38 w 94"/>
                    <a:gd name="T41" fmla="*/ 12 h 64"/>
                    <a:gd name="T42" fmla="*/ 38 w 94"/>
                    <a:gd name="T43" fmla="*/ 8 h 64"/>
                    <a:gd name="T44" fmla="*/ 44 w 94"/>
                    <a:gd name="T45" fmla="*/ 6 h 64"/>
                    <a:gd name="T46" fmla="*/ 52 w 94"/>
                    <a:gd name="T47" fmla="*/ 4 h 64"/>
                    <a:gd name="T48" fmla="*/ 54 w 94"/>
                    <a:gd name="T49" fmla="*/ 6 h 64"/>
                    <a:gd name="T50" fmla="*/ 56 w 94"/>
                    <a:gd name="T51" fmla="*/ 6 h 64"/>
                    <a:gd name="T52" fmla="*/ 60 w 94"/>
                    <a:gd name="T53" fmla="*/ 6 h 64"/>
                    <a:gd name="T54" fmla="*/ 62 w 94"/>
                    <a:gd name="T55" fmla="*/ 6 h 64"/>
                    <a:gd name="T56" fmla="*/ 66 w 94"/>
                    <a:gd name="T57" fmla="*/ 2 h 64"/>
                    <a:gd name="T58" fmla="*/ 78 w 94"/>
                    <a:gd name="T59" fmla="*/ 2 h 64"/>
                    <a:gd name="T60" fmla="*/ 84 w 94"/>
                    <a:gd name="T61" fmla="*/ 0 h 64"/>
                    <a:gd name="T62" fmla="*/ 88 w 94"/>
                    <a:gd name="T63" fmla="*/ 2 h 64"/>
                    <a:gd name="T64" fmla="*/ 92 w 94"/>
                    <a:gd name="T65" fmla="*/ 4 h 64"/>
                    <a:gd name="T66" fmla="*/ 94 w 94"/>
                    <a:gd name="T67" fmla="*/ 4 h 64"/>
                    <a:gd name="T68" fmla="*/ 92 w 94"/>
                    <a:gd name="T69" fmla="*/ 16 h 64"/>
                    <a:gd name="T70" fmla="*/ 84 w 94"/>
                    <a:gd name="T71" fmla="*/ 24 h 64"/>
                    <a:gd name="T72" fmla="*/ 82 w 94"/>
                    <a:gd name="T73" fmla="*/ 28 h 64"/>
                    <a:gd name="T74" fmla="*/ 80 w 94"/>
                    <a:gd name="T75" fmla="*/ 42 h 64"/>
                    <a:gd name="T76" fmla="*/ 78 w 94"/>
                    <a:gd name="T77" fmla="*/ 48 h 64"/>
                    <a:gd name="T78" fmla="*/ 72 w 94"/>
                    <a:gd name="T79" fmla="*/ 54 h 64"/>
                    <a:gd name="T80" fmla="*/ 68 w 94"/>
                    <a:gd name="T81" fmla="*/ 56 h 64"/>
                    <a:gd name="T82" fmla="*/ 66 w 94"/>
                    <a:gd name="T83" fmla="*/ 56 h 64"/>
                    <a:gd name="T84" fmla="*/ 58 w 94"/>
                    <a:gd name="T85" fmla="*/ 56 h 64"/>
                    <a:gd name="T86" fmla="*/ 48 w 94"/>
                    <a:gd name="T87" fmla="*/ 60 h 64"/>
                    <a:gd name="T88" fmla="*/ 44 w 94"/>
                    <a:gd name="T89" fmla="*/ 64 h 64"/>
                    <a:gd name="T90" fmla="*/ 40 w 94"/>
                    <a:gd name="T91"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64">
                      <a:moveTo>
                        <a:pt x="40" y="64"/>
                      </a:moveTo>
                      <a:lnTo>
                        <a:pt x="40" y="64"/>
                      </a:lnTo>
                      <a:lnTo>
                        <a:pt x="36" y="64"/>
                      </a:lnTo>
                      <a:lnTo>
                        <a:pt x="34" y="64"/>
                      </a:lnTo>
                      <a:lnTo>
                        <a:pt x="30" y="62"/>
                      </a:lnTo>
                      <a:lnTo>
                        <a:pt x="30" y="62"/>
                      </a:lnTo>
                      <a:lnTo>
                        <a:pt x="26" y="60"/>
                      </a:lnTo>
                      <a:lnTo>
                        <a:pt x="20" y="56"/>
                      </a:lnTo>
                      <a:lnTo>
                        <a:pt x="20" y="56"/>
                      </a:lnTo>
                      <a:lnTo>
                        <a:pt x="14" y="50"/>
                      </a:lnTo>
                      <a:lnTo>
                        <a:pt x="10" y="44"/>
                      </a:lnTo>
                      <a:lnTo>
                        <a:pt x="10" y="44"/>
                      </a:lnTo>
                      <a:lnTo>
                        <a:pt x="8" y="40"/>
                      </a:lnTo>
                      <a:lnTo>
                        <a:pt x="6" y="38"/>
                      </a:lnTo>
                      <a:lnTo>
                        <a:pt x="2" y="34"/>
                      </a:lnTo>
                      <a:lnTo>
                        <a:pt x="2" y="34"/>
                      </a:lnTo>
                      <a:lnTo>
                        <a:pt x="2" y="34"/>
                      </a:lnTo>
                      <a:lnTo>
                        <a:pt x="2" y="30"/>
                      </a:lnTo>
                      <a:lnTo>
                        <a:pt x="2" y="30"/>
                      </a:lnTo>
                      <a:lnTo>
                        <a:pt x="0" y="26"/>
                      </a:lnTo>
                      <a:lnTo>
                        <a:pt x="0" y="24"/>
                      </a:lnTo>
                      <a:lnTo>
                        <a:pt x="0" y="24"/>
                      </a:lnTo>
                      <a:lnTo>
                        <a:pt x="0" y="22"/>
                      </a:lnTo>
                      <a:lnTo>
                        <a:pt x="2" y="20"/>
                      </a:lnTo>
                      <a:lnTo>
                        <a:pt x="4" y="20"/>
                      </a:lnTo>
                      <a:lnTo>
                        <a:pt x="4" y="20"/>
                      </a:lnTo>
                      <a:lnTo>
                        <a:pt x="6" y="20"/>
                      </a:lnTo>
                      <a:lnTo>
                        <a:pt x="6" y="16"/>
                      </a:lnTo>
                      <a:lnTo>
                        <a:pt x="8" y="12"/>
                      </a:lnTo>
                      <a:lnTo>
                        <a:pt x="8" y="12"/>
                      </a:lnTo>
                      <a:lnTo>
                        <a:pt x="6" y="8"/>
                      </a:lnTo>
                      <a:lnTo>
                        <a:pt x="8" y="6"/>
                      </a:lnTo>
                      <a:lnTo>
                        <a:pt x="10" y="6"/>
                      </a:lnTo>
                      <a:lnTo>
                        <a:pt x="10" y="6"/>
                      </a:lnTo>
                      <a:lnTo>
                        <a:pt x="14" y="8"/>
                      </a:lnTo>
                      <a:lnTo>
                        <a:pt x="20" y="10"/>
                      </a:lnTo>
                      <a:lnTo>
                        <a:pt x="20" y="10"/>
                      </a:lnTo>
                      <a:lnTo>
                        <a:pt x="24" y="10"/>
                      </a:lnTo>
                      <a:lnTo>
                        <a:pt x="32" y="12"/>
                      </a:lnTo>
                      <a:lnTo>
                        <a:pt x="32" y="12"/>
                      </a:lnTo>
                      <a:lnTo>
                        <a:pt x="38" y="12"/>
                      </a:lnTo>
                      <a:lnTo>
                        <a:pt x="38" y="12"/>
                      </a:lnTo>
                      <a:lnTo>
                        <a:pt x="38" y="8"/>
                      </a:lnTo>
                      <a:lnTo>
                        <a:pt x="38" y="8"/>
                      </a:lnTo>
                      <a:lnTo>
                        <a:pt x="38" y="8"/>
                      </a:lnTo>
                      <a:lnTo>
                        <a:pt x="44" y="6"/>
                      </a:lnTo>
                      <a:lnTo>
                        <a:pt x="44" y="6"/>
                      </a:lnTo>
                      <a:lnTo>
                        <a:pt x="52" y="4"/>
                      </a:lnTo>
                      <a:lnTo>
                        <a:pt x="54" y="4"/>
                      </a:lnTo>
                      <a:lnTo>
                        <a:pt x="54" y="6"/>
                      </a:lnTo>
                      <a:lnTo>
                        <a:pt x="54" y="6"/>
                      </a:lnTo>
                      <a:lnTo>
                        <a:pt x="56" y="6"/>
                      </a:lnTo>
                      <a:lnTo>
                        <a:pt x="58" y="8"/>
                      </a:lnTo>
                      <a:lnTo>
                        <a:pt x="60" y="6"/>
                      </a:lnTo>
                      <a:lnTo>
                        <a:pt x="60" y="6"/>
                      </a:lnTo>
                      <a:lnTo>
                        <a:pt x="62" y="6"/>
                      </a:lnTo>
                      <a:lnTo>
                        <a:pt x="66" y="2"/>
                      </a:lnTo>
                      <a:lnTo>
                        <a:pt x="66" y="2"/>
                      </a:lnTo>
                      <a:lnTo>
                        <a:pt x="72" y="2"/>
                      </a:lnTo>
                      <a:lnTo>
                        <a:pt x="78" y="2"/>
                      </a:lnTo>
                      <a:lnTo>
                        <a:pt x="78" y="2"/>
                      </a:lnTo>
                      <a:lnTo>
                        <a:pt x="84" y="0"/>
                      </a:lnTo>
                      <a:lnTo>
                        <a:pt x="86" y="0"/>
                      </a:lnTo>
                      <a:lnTo>
                        <a:pt x="88" y="2"/>
                      </a:lnTo>
                      <a:lnTo>
                        <a:pt x="88" y="2"/>
                      </a:lnTo>
                      <a:lnTo>
                        <a:pt x="92" y="4"/>
                      </a:lnTo>
                      <a:lnTo>
                        <a:pt x="94" y="4"/>
                      </a:lnTo>
                      <a:lnTo>
                        <a:pt x="94" y="4"/>
                      </a:lnTo>
                      <a:lnTo>
                        <a:pt x="92" y="16"/>
                      </a:lnTo>
                      <a:lnTo>
                        <a:pt x="92" y="16"/>
                      </a:lnTo>
                      <a:lnTo>
                        <a:pt x="90" y="20"/>
                      </a:lnTo>
                      <a:lnTo>
                        <a:pt x="84" y="24"/>
                      </a:lnTo>
                      <a:lnTo>
                        <a:pt x="84" y="24"/>
                      </a:lnTo>
                      <a:lnTo>
                        <a:pt x="82" y="28"/>
                      </a:lnTo>
                      <a:lnTo>
                        <a:pt x="80" y="34"/>
                      </a:lnTo>
                      <a:lnTo>
                        <a:pt x="80" y="42"/>
                      </a:lnTo>
                      <a:lnTo>
                        <a:pt x="78" y="48"/>
                      </a:lnTo>
                      <a:lnTo>
                        <a:pt x="78" y="48"/>
                      </a:lnTo>
                      <a:lnTo>
                        <a:pt x="74" y="52"/>
                      </a:lnTo>
                      <a:lnTo>
                        <a:pt x="72" y="54"/>
                      </a:lnTo>
                      <a:lnTo>
                        <a:pt x="68" y="56"/>
                      </a:lnTo>
                      <a:lnTo>
                        <a:pt x="68" y="56"/>
                      </a:lnTo>
                      <a:lnTo>
                        <a:pt x="66" y="56"/>
                      </a:lnTo>
                      <a:lnTo>
                        <a:pt x="66" y="56"/>
                      </a:lnTo>
                      <a:lnTo>
                        <a:pt x="58" y="56"/>
                      </a:lnTo>
                      <a:lnTo>
                        <a:pt x="58" y="56"/>
                      </a:lnTo>
                      <a:lnTo>
                        <a:pt x="52" y="56"/>
                      </a:lnTo>
                      <a:lnTo>
                        <a:pt x="48" y="60"/>
                      </a:lnTo>
                      <a:lnTo>
                        <a:pt x="48" y="60"/>
                      </a:lnTo>
                      <a:lnTo>
                        <a:pt x="44" y="64"/>
                      </a:lnTo>
                      <a:lnTo>
                        <a:pt x="42" y="64"/>
                      </a:lnTo>
                      <a:lnTo>
                        <a:pt x="40" y="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7" name="Freeform 181">
                  <a:extLst>
                    <a:ext uri="{FF2B5EF4-FFF2-40B4-BE49-F238E27FC236}">
                      <a16:creationId xmlns:a16="http://schemas.microsoft.com/office/drawing/2014/main" id="{8949AA02-DF69-A146-883F-C2102F53B6D0}"/>
                    </a:ext>
                  </a:extLst>
                </p:cNvPr>
                <p:cNvSpPr>
                  <a:spLocks noEditPoints="1"/>
                </p:cNvSpPr>
                <p:nvPr/>
              </p:nvSpPr>
              <p:spPr bwMode="auto">
                <a:xfrm>
                  <a:off x="6427793" y="2941941"/>
                  <a:ext cx="191776" cy="256302"/>
                </a:xfrm>
                <a:custGeom>
                  <a:avLst/>
                  <a:gdLst>
                    <a:gd name="T0" fmla="*/ 8 w 98"/>
                    <a:gd name="T1" fmla="*/ 46 h 128"/>
                    <a:gd name="T2" fmla="*/ 12 w 98"/>
                    <a:gd name="T3" fmla="*/ 52 h 128"/>
                    <a:gd name="T4" fmla="*/ 14 w 98"/>
                    <a:gd name="T5" fmla="*/ 60 h 128"/>
                    <a:gd name="T6" fmla="*/ 38 w 98"/>
                    <a:gd name="T7" fmla="*/ 70 h 128"/>
                    <a:gd name="T8" fmla="*/ 32 w 98"/>
                    <a:gd name="T9" fmla="*/ 70 h 128"/>
                    <a:gd name="T10" fmla="*/ 16 w 98"/>
                    <a:gd name="T11" fmla="*/ 72 h 128"/>
                    <a:gd name="T12" fmla="*/ 22 w 98"/>
                    <a:gd name="T13" fmla="*/ 88 h 128"/>
                    <a:gd name="T14" fmla="*/ 24 w 98"/>
                    <a:gd name="T15" fmla="*/ 86 h 128"/>
                    <a:gd name="T16" fmla="*/ 34 w 98"/>
                    <a:gd name="T17" fmla="*/ 88 h 128"/>
                    <a:gd name="T18" fmla="*/ 36 w 98"/>
                    <a:gd name="T19" fmla="*/ 82 h 128"/>
                    <a:gd name="T20" fmla="*/ 48 w 98"/>
                    <a:gd name="T21" fmla="*/ 80 h 128"/>
                    <a:gd name="T22" fmla="*/ 48 w 98"/>
                    <a:gd name="T23" fmla="*/ 74 h 128"/>
                    <a:gd name="T24" fmla="*/ 54 w 98"/>
                    <a:gd name="T25" fmla="*/ 68 h 128"/>
                    <a:gd name="T26" fmla="*/ 44 w 98"/>
                    <a:gd name="T27" fmla="*/ 58 h 128"/>
                    <a:gd name="T28" fmla="*/ 46 w 98"/>
                    <a:gd name="T29" fmla="*/ 60 h 128"/>
                    <a:gd name="T30" fmla="*/ 58 w 98"/>
                    <a:gd name="T31" fmla="*/ 66 h 128"/>
                    <a:gd name="T32" fmla="*/ 64 w 98"/>
                    <a:gd name="T33" fmla="*/ 72 h 128"/>
                    <a:gd name="T34" fmla="*/ 58 w 98"/>
                    <a:gd name="T35" fmla="*/ 60 h 128"/>
                    <a:gd name="T36" fmla="*/ 46 w 98"/>
                    <a:gd name="T37" fmla="*/ 52 h 128"/>
                    <a:gd name="T38" fmla="*/ 42 w 98"/>
                    <a:gd name="T39" fmla="*/ 52 h 128"/>
                    <a:gd name="T40" fmla="*/ 42 w 98"/>
                    <a:gd name="T41" fmla="*/ 48 h 128"/>
                    <a:gd name="T42" fmla="*/ 40 w 98"/>
                    <a:gd name="T43" fmla="*/ 36 h 128"/>
                    <a:gd name="T44" fmla="*/ 34 w 98"/>
                    <a:gd name="T45" fmla="*/ 30 h 128"/>
                    <a:gd name="T46" fmla="*/ 46 w 98"/>
                    <a:gd name="T47" fmla="*/ 32 h 128"/>
                    <a:gd name="T48" fmla="*/ 46 w 98"/>
                    <a:gd name="T49" fmla="*/ 28 h 128"/>
                    <a:gd name="T50" fmla="*/ 54 w 98"/>
                    <a:gd name="T51" fmla="*/ 28 h 128"/>
                    <a:gd name="T52" fmla="*/ 56 w 98"/>
                    <a:gd name="T53" fmla="*/ 22 h 128"/>
                    <a:gd name="T54" fmla="*/ 62 w 98"/>
                    <a:gd name="T55" fmla="*/ 14 h 128"/>
                    <a:gd name="T56" fmla="*/ 82 w 98"/>
                    <a:gd name="T57" fmla="*/ 14 h 128"/>
                    <a:gd name="T58" fmla="*/ 88 w 98"/>
                    <a:gd name="T59" fmla="*/ 14 h 128"/>
                    <a:gd name="T60" fmla="*/ 94 w 98"/>
                    <a:gd name="T61" fmla="*/ 10 h 128"/>
                    <a:gd name="T62" fmla="*/ 96 w 98"/>
                    <a:gd name="T63" fmla="*/ 4 h 128"/>
                    <a:gd name="T64" fmla="*/ 86 w 98"/>
                    <a:gd name="T65" fmla="*/ 4 h 128"/>
                    <a:gd name="T66" fmla="*/ 82 w 98"/>
                    <a:gd name="T67" fmla="*/ 6 h 128"/>
                    <a:gd name="T68" fmla="*/ 72 w 98"/>
                    <a:gd name="T69" fmla="*/ 2 h 128"/>
                    <a:gd name="T70" fmla="*/ 62 w 98"/>
                    <a:gd name="T71" fmla="*/ 4 h 128"/>
                    <a:gd name="T72" fmla="*/ 46 w 98"/>
                    <a:gd name="T73" fmla="*/ 6 h 128"/>
                    <a:gd name="T74" fmla="*/ 44 w 98"/>
                    <a:gd name="T75" fmla="*/ 12 h 128"/>
                    <a:gd name="T76" fmla="*/ 36 w 98"/>
                    <a:gd name="T77" fmla="*/ 14 h 128"/>
                    <a:gd name="T78" fmla="*/ 32 w 98"/>
                    <a:gd name="T79" fmla="*/ 16 h 128"/>
                    <a:gd name="T80" fmla="*/ 26 w 98"/>
                    <a:gd name="T81" fmla="*/ 20 h 128"/>
                    <a:gd name="T82" fmla="*/ 12 w 98"/>
                    <a:gd name="T83" fmla="*/ 32 h 128"/>
                    <a:gd name="T84" fmla="*/ 8 w 98"/>
                    <a:gd name="T85" fmla="*/ 36 h 128"/>
                    <a:gd name="T86" fmla="*/ 46 w 98"/>
                    <a:gd name="T87" fmla="*/ 118 h 128"/>
                    <a:gd name="T88" fmla="*/ 56 w 98"/>
                    <a:gd name="T89" fmla="*/ 124 h 128"/>
                    <a:gd name="T90" fmla="*/ 72 w 98"/>
                    <a:gd name="T91" fmla="*/ 128 h 128"/>
                    <a:gd name="T92" fmla="*/ 80 w 98"/>
                    <a:gd name="T93" fmla="*/ 126 h 128"/>
                    <a:gd name="T94" fmla="*/ 84 w 98"/>
                    <a:gd name="T95" fmla="*/ 122 h 128"/>
                    <a:gd name="T96" fmla="*/ 78 w 98"/>
                    <a:gd name="T97" fmla="*/ 118 h 128"/>
                    <a:gd name="T98" fmla="*/ 68 w 98"/>
                    <a:gd name="T99" fmla="*/ 120 h 128"/>
                    <a:gd name="T100" fmla="*/ 40 w 98"/>
                    <a:gd name="T101" fmla="*/ 54 h 128"/>
                    <a:gd name="T102" fmla="*/ 40 w 98"/>
                    <a:gd name="T103" fmla="*/ 54 h 128"/>
                    <a:gd name="T104" fmla="*/ 84 w 98"/>
                    <a:gd name="T105" fmla="*/ 48 h 128"/>
                    <a:gd name="T106" fmla="*/ 88 w 98"/>
                    <a:gd name="T107" fmla="*/ 50 h 128"/>
                    <a:gd name="T108" fmla="*/ 84 w 98"/>
                    <a:gd name="T109" fmla="*/ 46 h 128"/>
                    <a:gd name="T110" fmla="*/ 0 w 98"/>
                    <a:gd name="T111"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 h="128">
                      <a:moveTo>
                        <a:pt x="2" y="36"/>
                      </a:moveTo>
                      <a:lnTo>
                        <a:pt x="2" y="36"/>
                      </a:lnTo>
                      <a:lnTo>
                        <a:pt x="4" y="44"/>
                      </a:lnTo>
                      <a:lnTo>
                        <a:pt x="4" y="44"/>
                      </a:lnTo>
                      <a:lnTo>
                        <a:pt x="8" y="46"/>
                      </a:lnTo>
                      <a:lnTo>
                        <a:pt x="8" y="46"/>
                      </a:lnTo>
                      <a:lnTo>
                        <a:pt x="8" y="48"/>
                      </a:lnTo>
                      <a:lnTo>
                        <a:pt x="8" y="48"/>
                      </a:lnTo>
                      <a:lnTo>
                        <a:pt x="12" y="52"/>
                      </a:lnTo>
                      <a:lnTo>
                        <a:pt x="12" y="52"/>
                      </a:lnTo>
                      <a:lnTo>
                        <a:pt x="18" y="52"/>
                      </a:lnTo>
                      <a:lnTo>
                        <a:pt x="18" y="52"/>
                      </a:lnTo>
                      <a:lnTo>
                        <a:pt x="14" y="54"/>
                      </a:lnTo>
                      <a:lnTo>
                        <a:pt x="14" y="54"/>
                      </a:lnTo>
                      <a:lnTo>
                        <a:pt x="14" y="60"/>
                      </a:lnTo>
                      <a:lnTo>
                        <a:pt x="16" y="64"/>
                      </a:lnTo>
                      <a:lnTo>
                        <a:pt x="16" y="64"/>
                      </a:lnTo>
                      <a:lnTo>
                        <a:pt x="22" y="64"/>
                      </a:lnTo>
                      <a:lnTo>
                        <a:pt x="28" y="66"/>
                      </a:lnTo>
                      <a:lnTo>
                        <a:pt x="38" y="70"/>
                      </a:lnTo>
                      <a:lnTo>
                        <a:pt x="38" y="70"/>
                      </a:lnTo>
                      <a:lnTo>
                        <a:pt x="38" y="72"/>
                      </a:lnTo>
                      <a:lnTo>
                        <a:pt x="34" y="72"/>
                      </a:lnTo>
                      <a:lnTo>
                        <a:pt x="34" y="72"/>
                      </a:lnTo>
                      <a:lnTo>
                        <a:pt x="32" y="70"/>
                      </a:lnTo>
                      <a:lnTo>
                        <a:pt x="30" y="68"/>
                      </a:lnTo>
                      <a:lnTo>
                        <a:pt x="30" y="68"/>
                      </a:lnTo>
                      <a:lnTo>
                        <a:pt x="24" y="66"/>
                      </a:lnTo>
                      <a:lnTo>
                        <a:pt x="22" y="68"/>
                      </a:lnTo>
                      <a:lnTo>
                        <a:pt x="16" y="72"/>
                      </a:lnTo>
                      <a:lnTo>
                        <a:pt x="16" y="72"/>
                      </a:lnTo>
                      <a:lnTo>
                        <a:pt x="20" y="78"/>
                      </a:lnTo>
                      <a:lnTo>
                        <a:pt x="20" y="86"/>
                      </a:lnTo>
                      <a:lnTo>
                        <a:pt x="20" y="86"/>
                      </a:lnTo>
                      <a:lnTo>
                        <a:pt x="22" y="88"/>
                      </a:lnTo>
                      <a:lnTo>
                        <a:pt x="22" y="88"/>
                      </a:lnTo>
                      <a:lnTo>
                        <a:pt x="22" y="88"/>
                      </a:lnTo>
                      <a:lnTo>
                        <a:pt x="24" y="88"/>
                      </a:lnTo>
                      <a:lnTo>
                        <a:pt x="24" y="86"/>
                      </a:lnTo>
                      <a:lnTo>
                        <a:pt x="24" y="86"/>
                      </a:lnTo>
                      <a:lnTo>
                        <a:pt x="28" y="88"/>
                      </a:lnTo>
                      <a:lnTo>
                        <a:pt x="28" y="88"/>
                      </a:lnTo>
                      <a:lnTo>
                        <a:pt x="34" y="88"/>
                      </a:lnTo>
                      <a:lnTo>
                        <a:pt x="34" y="88"/>
                      </a:lnTo>
                      <a:lnTo>
                        <a:pt x="34" y="88"/>
                      </a:lnTo>
                      <a:lnTo>
                        <a:pt x="38" y="88"/>
                      </a:lnTo>
                      <a:lnTo>
                        <a:pt x="38" y="86"/>
                      </a:lnTo>
                      <a:lnTo>
                        <a:pt x="38" y="86"/>
                      </a:lnTo>
                      <a:lnTo>
                        <a:pt x="36" y="84"/>
                      </a:lnTo>
                      <a:lnTo>
                        <a:pt x="36" y="82"/>
                      </a:lnTo>
                      <a:lnTo>
                        <a:pt x="36" y="82"/>
                      </a:lnTo>
                      <a:lnTo>
                        <a:pt x="42" y="82"/>
                      </a:lnTo>
                      <a:lnTo>
                        <a:pt x="46" y="84"/>
                      </a:lnTo>
                      <a:lnTo>
                        <a:pt x="46" y="84"/>
                      </a:lnTo>
                      <a:lnTo>
                        <a:pt x="48" y="80"/>
                      </a:lnTo>
                      <a:lnTo>
                        <a:pt x="42" y="76"/>
                      </a:lnTo>
                      <a:lnTo>
                        <a:pt x="42" y="76"/>
                      </a:lnTo>
                      <a:lnTo>
                        <a:pt x="42" y="74"/>
                      </a:lnTo>
                      <a:lnTo>
                        <a:pt x="42" y="74"/>
                      </a:lnTo>
                      <a:lnTo>
                        <a:pt x="48" y="74"/>
                      </a:lnTo>
                      <a:lnTo>
                        <a:pt x="48" y="74"/>
                      </a:lnTo>
                      <a:lnTo>
                        <a:pt x="54" y="78"/>
                      </a:lnTo>
                      <a:lnTo>
                        <a:pt x="54" y="78"/>
                      </a:lnTo>
                      <a:lnTo>
                        <a:pt x="54" y="68"/>
                      </a:lnTo>
                      <a:lnTo>
                        <a:pt x="54" y="68"/>
                      </a:lnTo>
                      <a:lnTo>
                        <a:pt x="48" y="66"/>
                      </a:lnTo>
                      <a:lnTo>
                        <a:pt x="44" y="62"/>
                      </a:lnTo>
                      <a:lnTo>
                        <a:pt x="44" y="62"/>
                      </a:lnTo>
                      <a:lnTo>
                        <a:pt x="44" y="58"/>
                      </a:lnTo>
                      <a:lnTo>
                        <a:pt x="44" y="58"/>
                      </a:lnTo>
                      <a:lnTo>
                        <a:pt x="42" y="58"/>
                      </a:lnTo>
                      <a:lnTo>
                        <a:pt x="44" y="56"/>
                      </a:lnTo>
                      <a:lnTo>
                        <a:pt x="44" y="56"/>
                      </a:lnTo>
                      <a:lnTo>
                        <a:pt x="46" y="60"/>
                      </a:lnTo>
                      <a:lnTo>
                        <a:pt x="46" y="60"/>
                      </a:lnTo>
                      <a:lnTo>
                        <a:pt x="50" y="64"/>
                      </a:lnTo>
                      <a:lnTo>
                        <a:pt x="50" y="64"/>
                      </a:lnTo>
                      <a:lnTo>
                        <a:pt x="52" y="66"/>
                      </a:lnTo>
                      <a:lnTo>
                        <a:pt x="52" y="66"/>
                      </a:lnTo>
                      <a:lnTo>
                        <a:pt x="58" y="66"/>
                      </a:lnTo>
                      <a:lnTo>
                        <a:pt x="58" y="66"/>
                      </a:lnTo>
                      <a:lnTo>
                        <a:pt x="62" y="68"/>
                      </a:lnTo>
                      <a:lnTo>
                        <a:pt x="62" y="68"/>
                      </a:lnTo>
                      <a:lnTo>
                        <a:pt x="64" y="72"/>
                      </a:lnTo>
                      <a:lnTo>
                        <a:pt x="64" y="72"/>
                      </a:lnTo>
                      <a:lnTo>
                        <a:pt x="64" y="72"/>
                      </a:lnTo>
                      <a:lnTo>
                        <a:pt x="64" y="70"/>
                      </a:lnTo>
                      <a:lnTo>
                        <a:pt x="64" y="68"/>
                      </a:lnTo>
                      <a:lnTo>
                        <a:pt x="58" y="60"/>
                      </a:lnTo>
                      <a:lnTo>
                        <a:pt x="58" y="60"/>
                      </a:lnTo>
                      <a:lnTo>
                        <a:pt x="50" y="58"/>
                      </a:lnTo>
                      <a:lnTo>
                        <a:pt x="50" y="58"/>
                      </a:lnTo>
                      <a:lnTo>
                        <a:pt x="50" y="54"/>
                      </a:lnTo>
                      <a:lnTo>
                        <a:pt x="50" y="54"/>
                      </a:lnTo>
                      <a:lnTo>
                        <a:pt x="46" y="52"/>
                      </a:lnTo>
                      <a:lnTo>
                        <a:pt x="40" y="54"/>
                      </a:lnTo>
                      <a:lnTo>
                        <a:pt x="40" y="54"/>
                      </a:lnTo>
                      <a:lnTo>
                        <a:pt x="42" y="52"/>
                      </a:lnTo>
                      <a:lnTo>
                        <a:pt x="42" y="52"/>
                      </a:lnTo>
                      <a:lnTo>
                        <a:pt x="42" y="52"/>
                      </a:lnTo>
                      <a:lnTo>
                        <a:pt x="40" y="48"/>
                      </a:lnTo>
                      <a:lnTo>
                        <a:pt x="38" y="44"/>
                      </a:lnTo>
                      <a:lnTo>
                        <a:pt x="38" y="44"/>
                      </a:lnTo>
                      <a:lnTo>
                        <a:pt x="42" y="48"/>
                      </a:lnTo>
                      <a:lnTo>
                        <a:pt x="42" y="48"/>
                      </a:lnTo>
                      <a:lnTo>
                        <a:pt x="46" y="48"/>
                      </a:lnTo>
                      <a:lnTo>
                        <a:pt x="44" y="44"/>
                      </a:lnTo>
                      <a:lnTo>
                        <a:pt x="40" y="40"/>
                      </a:lnTo>
                      <a:lnTo>
                        <a:pt x="40" y="40"/>
                      </a:lnTo>
                      <a:lnTo>
                        <a:pt x="40" y="36"/>
                      </a:lnTo>
                      <a:lnTo>
                        <a:pt x="38" y="32"/>
                      </a:lnTo>
                      <a:lnTo>
                        <a:pt x="38" y="32"/>
                      </a:lnTo>
                      <a:lnTo>
                        <a:pt x="36" y="32"/>
                      </a:lnTo>
                      <a:lnTo>
                        <a:pt x="34" y="30"/>
                      </a:lnTo>
                      <a:lnTo>
                        <a:pt x="34" y="30"/>
                      </a:lnTo>
                      <a:lnTo>
                        <a:pt x="36" y="24"/>
                      </a:lnTo>
                      <a:lnTo>
                        <a:pt x="40" y="20"/>
                      </a:lnTo>
                      <a:lnTo>
                        <a:pt x="40" y="20"/>
                      </a:lnTo>
                      <a:lnTo>
                        <a:pt x="42" y="26"/>
                      </a:lnTo>
                      <a:lnTo>
                        <a:pt x="46" y="32"/>
                      </a:lnTo>
                      <a:lnTo>
                        <a:pt x="46" y="32"/>
                      </a:lnTo>
                      <a:lnTo>
                        <a:pt x="50" y="32"/>
                      </a:lnTo>
                      <a:lnTo>
                        <a:pt x="50" y="32"/>
                      </a:lnTo>
                      <a:lnTo>
                        <a:pt x="46" y="28"/>
                      </a:lnTo>
                      <a:lnTo>
                        <a:pt x="46" y="28"/>
                      </a:lnTo>
                      <a:lnTo>
                        <a:pt x="48" y="28"/>
                      </a:lnTo>
                      <a:lnTo>
                        <a:pt x="48" y="26"/>
                      </a:lnTo>
                      <a:lnTo>
                        <a:pt x="48" y="26"/>
                      </a:lnTo>
                      <a:lnTo>
                        <a:pt x="54" y="28"/>
                      </a:lnTo>
                      <a:lnTo>
                        <a:pt x="54" y="28"/>
                      </a:lnTo>
                      <a:lnTo>
                        <a:pt x="54" y="26"/>
                      </a:lnTo>
                      <a:lnTo>
                        <a:pt x="54" y="24"/>
                      </a:lnTo>
                      <a:lnTo>
                        <a:pt x="54" y="24"/>
                      </a:lnTo>
                      <a:lnTo>
                        <a:pt x="58" y="24"/>
                      </a:lnTo>
                      <a:lnTo>
                        <a:pt x="56" y="22"/>
                      </a:lnTo>
                      <a:lnTo>
                        <a:pt x="56" y="22"/>
                      </a:lnTo>
                      <a:lnTo>
                        <a:pt x="52" y="18"/>
                      </a:lnTo>
                      <a:lnTo>
                        <a:pt x="52" y="16"/>
                      </a:lnTo>
                      <a:lnTo>
                        <a:pt x="52" y="14"/>
                      </a:lnTo>
                      <a:lnTo>
                        <a:pt x="62" y="14"/>
                      </a:lnTo>
                      <a:lnTo>
                        <a:pt x="62" y="14"/>
                      </a:lnTo>
                      <a:lnTo>
                        <a:pt x="68" y="16"/>
                      </a:lnTo>
                      <a:lnTo>
                        <a:pt x="68" y="16"/>
                      </a:lnTo>
                      <a:lnTo>
                        <a:pt x="82" y="14"/>
                      </a:lnTo>
                      <a:lnTo>
                        <a:pt x="82" y="14"/>
                      </a:lnTo>
                      <a:lnTo>
                        <a:pt x="82" y="16"/>
                      </a:lnTo>
                      <a:lnTo>
                        <a:pt x="84" y="18"/>
                      </a:lnTo>
                      <a:lnTo>
                        <a:pt x="84" y="18"/>
                      </a:lnTo>
                      <a:lnTo>
                        <a:pt x="86" y="16"/>
                      </a:lnTo>
                      <a:lnTo>
                        <a:pt x="88" y="14"/>
                      </a:lnTo>
                      <a:lnTo>
                        <a:pt x="88" y="10"/>
                      </a:lnTo>
                      <a:lnTo>
                        <a:pt x="88" y="10"/>
                      </a:lnTo>
                      <a:lnTo>
                        <a:pt x="90" y="8"/>
                      </a:lnTo>
                      <a:lnTo>
                        <a:pt x="90" y="10"/>
                      </a:lnTo>
                      <a:lnTo>
                        <a:pt x="94" y="10"/>
                      </a:lnTo>
                      <a:lnTo>
                        <a:pt x="96" y="10"/>
                      </a:lnTo>
                      <a:lnTo>
                        <a:pt x="96" y="10"/>
                      </a:lnTo>
                      <a:lnTo>
                        <a:pt x="98" y="8"/>
                      </a:lnTo>
                      <a:lnTo>
                        <a:pt x="98" y="6"/>
                      </a:lnTo>
                      <a:lnTo>
                        <a:pt x="96" y="4"/>
                      </a:lnTo>
                      <a:lnTo>
                        <a:pt x="92" y="0"/>
                      </a:lnTo>
                      <a:lnTo>
                        <a:pt x="92" y="0"/>
                      </a:lnTo>
                      <a:lnTo>
                        <a:pt x="88" y="0"/>
                      </a:lnTo>
                      <a:lnTo>
                        <a:pt x="86" y="2"/>
                      </a:lnTo>
                      <a:lnTo>
                        <a:pt x="86" y="4"/>
                      </a:lnTo>
                      <a:lnTo>
                        <a:pt x="86" y="4"/>
                      </a:lnTo>
                      <a:lnTo>
                        <a:pt x="88" y="6"/>
                      </a:lnTo>
                      <a:lnTo>
                        <a:pt x="86" y="6"/>
                      </a:lnTo>
                      <a:lnTo>
                        <a:pt x="82" y="6"/>
                      </a:lnTo>
                      <a:lnTo>
                        <a:pt x="82" y="6"/>
                      </a:lnTo>
                      <a:lnTo>
                        <a:pt x="76" y="6"/>
                      </a:lnTo>
                      <a:lnTo>
                        <a:pt x="76" y="6"/>
                      </a:lnTo>
                      <a:lnTo>
                        <a:pt x="76" y="4"/>
                      </a:lnTo>
                      <a:lnTo>
                        <a:pt x="74" y="2"/>
                      </a:lnTo>
                      <a:lnTo>
                        <a:pt x="72" y="2"/>
                      </a:lnTo>
                      <a:lnTo>
                        <a:pt x="72" y="2"/>
                      </a:lnTo>
                      <a:lnTo>
                        <a:pt x="66" y="0"/>
                      </a:lnTo>
                      <a:lnTo>
                        <a:pt x="64" y="2"/>
                      </a:lnTo>
                      <a:lnTo>
                        <a:pt x="62" y="4"/>
                      </a:lnTo>
                      <a:lnTo>
                        <a:pt x="62" y="4"/>
                      </a:lnTo>
                      <a:lnTo>
                        <a:pt x="60" y="8"/>
                      </a:lnTo>
                      <a:lnTo>
                        <a:pt x="56" y="8"/>
                      </a:lnTo>
                      <a:lnTo>
                        <a:pt x="56" y="8"/>
                      </a:lnTo>
                      <a:lnTo>
                        <a:pt x="50" y="6"/>
                      </a:lnTo>
                      <a:lnTo>
                        <a:pt x="46" y="6"/>
                      </a:lnTo>
                      <a:lnTo>
                        <a:pt x="46" y="6"/>
                      </a:lnTo>
                      <a:lnTo>
                        <a:pt x="46" y="6"/>
                      </a:lnTo>
                      <a:lnTo>
                        <a:pt x="44" y="10"/>
                      </a:lnTo>
                      <a:lnTo>
                        <a:pt x="44" y="10"/>
                      </a:lnTo>
                      <a:lnTo>
                        <a:pt x="44" y="12"/>
                      </a:lnTo>
                      <a:lnTo>
                        <a:pt x="44" y="12"/>
                      </a:lnTo>
                      <a:lnTo>
                        <a:pt x="42" y="12"/>
                      </a:lnTo>
                      <a:lnTo>
                        <a:pt x="42" y="12"/>
                      </a:lnTo>
                      <a:lnTo>
                        <a:pt x="38" y="12"/>
                      </a:lnTo>
                      <a:lnTo>
                        <a:pt x="36" y="14"/>
                      </a:lnTo>
                      <a:lnTo>
                        <a:pt x="34" y="14"/>
                      </a:lnTo>
                      <a:lnTo>
                        <a:pt x="34" y="14"/>
                      </a:lnTo>
                      <a:lnTo>
                        <a:pt x="34" y="16"/>
                      </a:lnTo>
                      <a:lnTo>
                        <a:pt x="32" y="16"/>
                      </a:lnTo>
                      <a:lnTo>
                        <a:pt x="32" y="16"/>
                      </a:lnTo>
                      <a:lnTo>
                        <a:pt x="30" y="18"/>
                      </a:lnTo>
                      <a:lnTo>
                        <a:pt x="30" y="18"/>
                      </a:lnTo>
                      <a:lnTo>
                        <a:pt x="28" y="20"/>
                      </a:lnTo>
                      <a:lnTo>
                        <a:pt x="26" y="20"/>
                      </a:lnTo>
                      <a:lnTo>
                        <a:pt x="26" y="20"/>
                      </a:lnTo>
                      <a:lnTo>
                        <a:pt x="14" y="20"/>
                      </a:lnTo>
                      <a:lnTo>
                        <a:pt x="14" y="26"/>
                      </a:lnTo>
                      <a:lnTo>
                        <a:pt x="14" y="26"/>
                      </a:lnTo>
                      <a:lnTo>
                        <a:pt x="12" y="32"/>
                      </a:lnTo>
                      <a:lnTo>
                        <a:pt x="12" y="32"/>
                      </a:lnTo>
                      <a:lnTo>
                        <a:pt x="8" y="34"/>
                      </a:lnTo>
                      <a:lnTo>
                        <a:pt x="8" y="34"/>
                      </a:lnTo>
                      <a:lnTo>
                        <a:pt x="8" y="34"/>
                      </a:lnTo>
                      <a:lnTo>
                        <a:pt x="8" y="36"/>
                      </a:lnTo>
                      <a:lnTo>
                        <a:pt x="8" y="36"/>
                      </a:lnTo>
                      <a:lnTo>
                        <a:pt x="6" y="36"/>
                      </a:lnTo>
                      <a:lnTo>
                        <a:pt x="2" y="36"/>
                      </a:lnTo>
                      <a:close/>
                      <a:moveTo>
                        <a:pt x="50" y="116"/>
                      </a:moveTo>
                      <a:lnTo>
                        <a:pt x="50" y="116"/>
                      </a:lnTo>
                      <a:lnTo>
                        <a:pt x="46" y="118"/>
                      </a:lnTo>
                      <a:lnTo>
                        <a:pt x="46" y="118"/>
                      </a:lnTo>
                      <a:lnTo>
                        <a:pt x="46" y="120"/>
                      </a:lnTo>
                      <a:lnTo>
                        <a:pt x="46" y="120"/>
                      </a:lnTo>
                      <a:lnTo>
                        <a:pt x="56" y="124"/>
                      </a:lnTo>
                      <a:lnTo>
                        <a:pt x="56" y="124"/>
                      </a:lnTo>
                      <a:lnTo>
                        <a:pt x="62" y="124"/>
                      </a:lnTo>
                      <a:lnTo>
                        <a:pt x="62" y="124"/>
                      </a:lnTo>
                      <a:lnTo>
                        <a:pt x="66" y="126"/>
                      </a:lnTo>
                      <a:lnTo>
                        <a:pt x="68" y="128"/>
                      </a:lnTo>
                      <a:lnTo>
                        <a:pt x="72" y="128"/>
                      </a:lnTo>
                      <a:lnTo>
                        <a:pt x="74" y="126"/>
                      </a:lnTo>
                      <a:lnTo>
                        <a:pt x="74" y="126"/>
                      </a:lnTo>
                      <a:lnTo>
                        <a:pt x="78" y="126"/>
                      </a:lnTo>
                      <a:lnTo>
                        <a:pt x="80" y="126"/>
                      </a:lnTo>
                      <a:lnTo>
                        <a:pt x="80" y="126"/>
                      </a:lnTo>
                      <a:lnTo>
                        <a:pt x="84" y="126"/>
                      </a:lnTo>
                      <a:lnTo>
                        <a:pt x="84" y="126"/>
                      </a:lnTo>
                      <a:lnTo>
                        <a:pt x="86" y="124"/>
                      </a:lnTo>
                      <a:lnTo>
                        <a:pt x="84" y="122"/>
                      </a:lnTo>
                      <a:lnTo>
                        <a:pt x="84" y="122"/>
                      </a:lnTo>
                      <a:lnTo>
                        <a:pt x="80" y="122"/>
                      </a:lnTo>
                      <a:lnTo>
                        <a:pt x="80" y="122"/>
                      </a:lnTo>
                      <a:lnTo>
                        <a:pt x="80" y="118"/>
                      </a:lnTo>
                      <a:lnTo>
                        <a:pt x="80" y="118"/>
                      </a:lnTo>
                      <a:lnTo>
                        <a:pt x="78" y="118"/>
                      </a:lnTo>
                      <a:lnTo>
                        <a:pt x="78" y="118"/>
                      </a:lnTo>
                      <a:lnTo>
                        <a:pt x="78" y="120"/>
                      </a:lnTo>
                      <a:lnTo>
                        <a:pt x="78" y="120"/>
                      </a:lnTo>
                      <a:lnTo>
                        <a:pt x="68" y="120"/>
                      </a:lnTo>
                      <a:lnTo>
                        <a:pt x="68" y="120"/>
                      </a:lnTo>
                      <a:lnTo>
                        <a:pt x="58" y="118"/>
                      </a:lnTo>
                      <a:lnTo>
                        <a:pt x="50" y="116"/>
                      </a:lnTo>
                      <a:lnTo>
                        <a:pt x="50" y="116"/>
                      </a:lnTo>
                      <a:close/>
                      <a:moveTo>
                        <a:pt x="40" y="54"/>
                      </a:moveTo>
                      <a:lnTo>
                        <a:pt x="40" y="54"/>
                      </a:lnTo>
                      <a:lnTo>
                        <a:pt x="42" y="56"/>
                      </a:lnTo>
                      <a:lnTo>
                        <a:pt x="42" y="56"/>
                      </a:lnTo>
                      <a:lnTo>
                        <a:pt x="38" y="54"/>
                      </a:lnTo>
                      <a:lnTo>
                        <a:pt x="40" y="54"/>
                      </a:lnTo>
                      <a:lnTo>
                        <a:pt x="40" y="54"/>
                      </a:lnTo>
                      <a:close/>
                      <a:moveTo>
                        <a:pt x="84" y="46"/>
                      </a:moveTo>
                      <a:lnTo>
                        <a:pt x="84" y="46"/>
                      </a:lnTo>
                      <a:lnTo>
                        <a:pt x="82" y="48"/>
                      </a:lnTo>
                      <a:lnTo>
                        <a:pt x="84" y="48"/>
                      </a:lnTo>
                      <a:lnTo>
                        <a:pt x="84" y="48"/>
                      </a:lnTo>
                      <a:lnTo>
                        <a:pt x="84" y="52"/>
                      </a:lnTo>
                      <a:lnTo>
                        <a:pt x="84" y="52"/>
                      </a:lnTo>
                      <a:lnTo>
                        <a:pt x="88" y="52"/>
                      </a:lnTo>
                      <a:lnTo>
                        <a:pt x="88" y="52"/>
                      </a:lnTo>
                      <a:lnTo>
                        <a:pt x="88" y="50"/>
                      </a:lnTo>
                      <a:lnTo>
                        <a:pt x="88" y="50"/>
                      </a:lnTo>
                      <a:lnTo>
                        <a:pt x="88" y="46"/>
                      </a:lnTo>
                      <a:lnTo>
                        <a:pt x="88" y="46"/>
                      </a:lnTo>
                      <a:lnTo>
                        <a:pt x="84" y="46"/>
                      </a:lnTo>
                      <a:lnTo>
                        <a:pt x="84" y="46"/>
                      </a:lnTo>
                      <a:close/>
                      <a:moveTo>
                        <a:pt x="0" y="36"/>
                      </a:moveTo>
                      <a:lnTo>
                        <a:pt x="0" y="36"/>
                      </a:lnTo>
                      <a:lnTo>
                        <a:pt x="0" y="40"/>
                      </a:lnTo>
                      <a:lnTo>
                        <a:pt x="0" y="40"/>
                      </a:lnTo>
                      <a:lnTo>
                        <a:pt x="0" y="40"/>
                      </a:lnTo>
                      <a:lnTo>
                        <a:pt x="2" y="40"/>
                      </a:lnTo>
                      <a:lnTo>
                        <a:pt x="0" y="36"/>
                      </a:lnTo>
                      <a:lnTo>
                        <a:pt x="0"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8" name="Freeform 183">
                  <a:extLst>
                    <a:ext uri="{FF2B5EF4-FFF2-40B4-BE49-F238E27FC236}">
                      <a16:creationId xmlns:a16="http://schemas.microsoft.com/office/drawing/2014/main" id="{E545560D-2295-E44F-B8C0-634E9C246D4D}"/>
                    </a:ext>
                  </a:extLst>
                </p:cNvPr>
                <p:cNvSpPr>
                  <a:spLocks/>
                </p:cNvSpPr>
                <p:nvPr/>
              </p:nvSpPr>
              <p:spPr bwMode="auto">
                <a:xfrm>
                  <a:off x="6046198" y="2409315"/>
                  <a:ext cx="236785" cy="312367"/>
                </a:xfrm>
                <a:custGeom>
                  <a:avLst/>
                  <a:gdLst>
                    <a:gd name="T0" fmla="*/ 113 w 121"/>
                    <a:gd name="T1" fmla="*/ 20 h 156"/>
                    <a:gd name="T2" fmla="*/ 107 w 121"/>
                    <a:gd name="T3" fmla="*/ 18 h 156"/>
                    <a:gd name="T4" fmla="*/ 93 w 121"/>
                    <a:gd name="T5" fmla="*/ 14 h 156"/>
                    <a:gd name="T6" fmla="*/ 89 w 121"/>
                    <a:gd name="T7" fmla="*/ 22 h 156"/>
                    <a:gd name="T8" fmla="*/ 83 w 121"/>
                    <a:gd name="T9" fmla="*/ 24 h 156"/>
                    <a:gd name="T10" fmla="*/ 83 w 121"/>
                    <a:gd name="T11" fmla="*/ 26 h 156"/>
                    <a:gd name="T12" fmla="*/ 71 w 121"/>
                    <a:gd name="T13" fmla="*/ 18 h 156"/>
                    <a:gd name="T14" fmla="*/ 62 w 121"/>
                    <a:gd name="T15" fmla="*/ 12 h 156"/>
                    <a:gd name="T16" fmla="*/ 58 w 121"/>
                    <a:gd name="T17" fmla="*/ 6 h 156"/>
                    <a:gd name="T18" fmla="*/ 64 w 121"/>
                    <a:gd name="T19" fmla="*/ 2 h 156"/>
                    <a:gd name="T20" fmla="*/ 62 w 121"/>
                    <a:gd name="T21" fmla="*/ 0 h 156"/>
                    <a:gd name="T22" fmla="*/ 56 w 121"/>
                    <a:gd name="T23" fmla="*/ 2 h 156"/>
                    <a:gd name="T24" fmla="*/ 42 w 121"/>
                    <a:gd name="T25" fmla="*/ 6 h 156"/>
                    <a:gd name="T26" fmla="*/ 46 w 121"/>
                    <a:gd name="T27" fmla="*/ 12 h 156"/>
                    <a:gd name="T28" fmla="*/ 46 w 121"/>
                    <a:gd name="T29" fmla="*/ 20 h 156"/>
                    <a:gd name="T30" fmla="*/ 44 w 121"/>
                    <a:gd name="T31" fmla="*/ 28 h 156"/>
                    <a:gd name="T32" fmla="*/ 40 w 121"/>
                    <a:gd name="T33" fmla="*/ 38 h 156"/>
                    <a:gd name="T34" fmla="*/ 26 w 121"/>
                    <a:gd name="T35" fmla="*/ 38 h 156"/>
                    <a:gd name="T36" fmla="*/ 28 w 121"/>
                    <a:gd name="T37" fmla="*/ 46 h 156"/>
                    <a:gd name="T38" fmla="*/ 24 w 121"/>
                    <a:gd name="T39" fmla="*/ 56 h 156"/>
                    <a:gd name="T40" fmla="*/ 24 w 121"/>
                    <a:gd name="T41" fmla="*/ 60 h 156"/>
                    <a:gd name="T42" fmla="*/ 18 w 121"/>
                    <a:gd name="T43" fmla="*/ 64 h 156"/>
                    <a:gd name="T44" fmla="*/ 12 w 121"/>
                    <a:gd name="T45" fmla="*/ 66 h 156"/>
                    <a:gd name="T46" fmla="*/ 4 w 121"/>
                    <a:gd name="T47" fmla="*/ 70 h 156"/>
                    <a:gd name="T48" fmla="*/ 6 w 121"/>
                    <a:gd name="T49" fmla="*/ 88 h 156"/>
                    <a:gd name="T50" fmla="*/ 4 w 121"/>
                    <a:gd name="T51" fmla="*/ 90 h 156"/>
                    <a:gd name="T52" fmla="*/ 6 w 121"/>
                    <a:gd name="T53" fmla="*/ 96 h 156"/>
                    <a:gd name="T54" fmla="*/ 8 w 121"/>
                    <a:gd name="T55" fmla="*/ 104 h 156"/>
                    <a:gd name="T56" fmla="*/ 10 w 121"/>
                    <a:gd name="T57" fmla="*/ 110 h 156"/>
                    <a:gd name="T58" fmla="*/ 10 w 121"/>
                    <a:gd name="T59" fmla="*/ 118 h 156"/>
                    <a:gd name="T60" fmla="*/ 20 w 121"/>
                    <a:gd name="T61" fmla="*/ 118 h 156"/>
                    <a:gd name="T62" fmla="*/ 28 w 121"/>
                    <a:gd name="T63" fmla="*/ 120 h 156"/>
                    <a:gd name="T64" fmla="*/ 34 w 121"/>
                    <a:gd name="T65" fmla="*/ 124 h 156"/>
                    <a:gd name="T66" fmla="*/ 32 w 121"/>
                    <a:gd name="T67" fmla="*/ 138 h 156"/>
                    <a:gd name="T68" fmla="*/ 34 w 121"/>
                    <a:gd name="T69" fmla="*/ 152 h 156"/>
                    <a:gd name="T70" fmla="*/ 42 w 121"/>
                    <a:gd name="T71" fmla="*/ 146 h 156"/>
                    <a:gd name="T72" fmla="*/ 50 w 121"/>
                    <a:gd name="T73" fmla="*/ 148 h 156"/>
                    <a:gd name="T74" fmla="*/ 68 w 121"/>
                    <a:gd name="T75" fmla="*/ 150 h 156"/>
                    <a:gd name="T76" fmla="*/ 75 w 121"/>
                    <a:gd name="T77" fmla="*/ 150 h 156"/>
                    <a:gd name="T78" fmla="*/ 83 w 121"/>
                    <a:gd name="T79" fmla="*/ 144 h 156"/>
                    <a:gd name="T80" fmla="*/ 91 w 121"/>
                    <a:gd name="T81" fmla="*/ 146 h 156"/>
                    <a:gd name="T82" fmla="*/ 99 w 121"/>
                    <a:gd name="T83" fmla="*/ 150 h 156"/>
                    <a:gd name="T84" fmla="*/ 97 w 121"/>
                    <a:gd name="T85" fmla="*/ 140 h 156"/>
                    <a:gd name="T86" fmla="*/ 99 w 121"/>
                    <a:gd name="T87" fmla="*/ 136 h 156"/>
                    <a:gd name="T88" fmla="*/ 103 w 121"/>
                    <a:gd name="T89" fmla="*/ 132 h 156"/>
                    <a:gd name="T90" fmla="*/ 109 w 121"/>
                    <a:gd name="T91" fmla="*/ 124 h 156"/>
                    <a:gd name="T92" fmla="*/ 101 w 121"/>
                    <a:gd name="T93" fmla="*/ 118 h 156"/>
                    <a:gd name="T94" fmla="*/ 97 w 121"/>
                    <a:gd name="T95" fmla="*/ 110 h 156"/>
                    <a:gd name="T96" fmla="*/ 89 w 121"/>
                    <a:gd name="T97" fmla="*/ 98 h 156"/>
                    <a:gd name="T98" fmla="*/ 91 w 121"/>
                    <a:gd name="T99" fmla="*/ 92 h 156"/>
                    <a:gd name="T100" fmla="*/ 101 w 121"/>
                    <a:gd name="T101" fmla="*/ 86 h 156"/>
                    <a:gd name="T102" fmla="*/ 121 w 121"/>
                    <a:gd name="T103" fmla="*/ 82 h 156"/>
                    <a:gd name="T104" fmla="*/ 119 w 121"/>
                    <a:gd name="T105" fmla="*/ 60 h 156"/>
                    <a:gd name="T106" fmla="*/ 119 w 121"/>
                    <a:gd name="T107" fmla="*/ 46 h 156"/>
                    <a:gd name="T108" fmla="*/ 115 w 121"/>
                    <a:gd name="T109" fmla="*/ 38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1" h="156">
                      <a:moveTo>
                        <a:pt x="117" y="22"/>
                      </a:moveTo>
                      <a:lnTo>
                        <a:pt x="117" y="22"/>
                      </a:lnTo>
                      <a:lnTo>
                        <a:pt x="113" y="20"/>
                      </a:lnTo>
                      <a:lnTo>
                        <a:pt x="113" y="20"/>
                      </a:lnTo>
                      <a:lnTo>
                        <a:pt x="113" y="18"/>
                      </a:lnTo>
                      <a:lnTo>
                        <a:pt x="113" y="18"/>
                      </a:lnTo>
                      <a:lnTo>
                        <a:pt x="109" y="18"/>
                      </a:lnTo>
                      <a:lnTo>
                        <a:pt x="107" y="18"/>
                      </a:lnTo>
                      <a:lnTo>
                        <a:pt x="107" y="18"/>
                      </a:lnTo>
                      <a:lnTo>
                        <a:pt x="101" y="16"/>
                      </a:lnTo>
                      <a:lnTo>
                        <a:pt x="101" y="16"/>
                      </a:lnTo>
                      <a:lnTo>
                        <a:pt x="93" y="14"/>
                      </a:lnTo>
                      <a:lnTo>
                        <a:pt x="93" y="14"/>
                      </a:lnTo>
                      <a:lnTo>
                        <a:pt x="91" y="18"/>
                      </a:lnTo>
                      <a:lnTo>
                        <a:pt x="89" y="22"/>
                      </a:lnTo>
                      <a:lnTo>
                        <a:pt x="89" y="22"/>
                      </a:lnTo>
                      <a:lnTo>
                        <a:pt x="87" y="22"/>
                      </a:lnTo>
                      <a:lnTo>
                        <a:pt x="83" y="22"/>
                      </a:lnTo>
                      <a:lnTo>
                        <a:pt x="83" y="22"/>
                      </a:lnTo>
                      <a:lnTo>
                        <a:pt x="83" y="24"/>
                      </a:lnTo>
                      <a:lnTo>
                        <a:pt x="83" y="24"/>
                      </a:lnTo>
                      <a:lnTo>
                        <a:pt x="83" y="26"/>
                      </a:lnTo>
                      <a:lnTo>
                        <a:pt x="83" y="26"/>
                      </a:lnTo>
                      <a:lnTo>
                        <a:pt x="83" y="26"/>
                      </a:lnTo>
                      <a:lnTo>
                        <a:pt x="75" y="24"/>
                      </a:lnTo>
                      <a:lnTo>
                        <a:pt x="75" y="24"/>
                      </a:lnTo>
                      <a:lnTo>
                        <a:pt x="75" y="20"/>
                      </a:lnTo>
                      <a:lnTo>
                        <a:pt x="71" y="18"/>
                      </a:lnTo>
                      <a:lnTo>
                        <a:pt x="71" y="18"/>
                      </a:lnTo>
                      <a:lnTo>
                        <a:pt x="66" y="20"/>
                      </a:lnTo>
                      <a:lnTo>
                        <a:pt x="66" y="20"/>
                      </a:lnTo>
                      <a:lnTo>
                        <a:pt x="62" y="12"/>
                      </a:lnTo>
                      <a:lnTo>
                        <a:pt x="62" y="12"/>
                      </a:lnTo>
                      <a:lnTo>
                        <a:pt x="62" y="8"/>
                      </a:lnTo>
                      <a:lnTo>
                        <a:pt x="62" y="8"/>
                      </a:lnTo>
                      <a:lnTo>
                        <a:pt x="58" y="6"/>
                      </a:lnTo>
                      <a:lnTo>
                        <a:pt x="58" y="6"/>
                      </a:lnTo>
                      <a:lnTo>
                        <a:pt x="60" y="4"/>
                      </a:lnTo>
                      <a:lnTo>
                        <a:pt x="60" y="4"/>
                      </a:lnTo>
                      <a:lnTo>
                        <a:pt x="64" y="2"/>
                      </a:lnTo>
                      <a:lnTo>
                        <a:pt x="64" y="2"/>
                      </a:lnTo>
                      <a:lnTo>
                        <a:pt x="64" y="0"/>
                      </a:lnTo>
                      <a:lnTo>
                        <a:pt x="62" y="0"/>
                      </a:lnTo>
                      <a:lnTo>
                        <a:pt x="62" y="0"/>
                      </a:lnTo>
                      <a:lnTo>
                        <a:pt x="60" y="2"/>
                      </a:lnTo>
                      <a:lnTo>
                        <a:pt x="60" y="2"/>
                      </a:lnTo>
                      <a:lnTo>
                        <a:pt x="56" y="2"/>
                      </a:lnTo>
                      <a:lnTo>
                        <a:pt x="56" y="2"/>
                      </a:lnTo>
                      <a:lnTo>
                        <a:pt x="56" y="0"/>
                      </a:lnTo>
                      <a:lnTo>
                        <a:pt x="44" y="0"/>
                      </a:lnTo>
                      <a:lnTo>
                        <a:pt x="44" y="0"/>
                      </a:lnTo>
                      <a:lnTo>
                        <a:pt x="42" y="6"/>
                      </a:lnTo>
                      <a:lnTo>
                        <a:pt x="44" y="6"/>
                      </a:lnTo>
                      <a:lnTo>
                        <a:pt x="44" y="6"/>
                      </a:lnTo>
                      <a:lnTo>
                        <a:pt x="46" y="12"/>
                      </a:lnTo>
                      <a:lnTo>
                        <a:pt x="46" y="12"/>
                      </a:lnTo>
                      <a:lnTo>
                        <a:pt x="46" y="12"/>
                      </a:lnTo>
                      <a:lnTo>
                        <a:pt x="46" y="12"/>
                      </a:lnTo>
                      <a:lnTo>
                        <a:pt x="46" y="18"/>
                      </a:lnTo>
                      <a:lnTo>
                        <a:pt x="46" y="20"/>
                      </a:lnTo>
                      <a:lnTo>
                        <a:pt x="46" y="24"/>
                      </a:lnTo>
                      <a:lnTo>
                        <a:pt x="50" y="28"/>
                      </a:lnTo>
                      <a:lnTo>
                        <a:pt x="50" y="28"/>
                      </a:lnTo>
                      <a:lnTo>
                        <a:pt x="44" y="28"/>
                      </a:lnTo>
                      <a:lnTo>
                        <a:pt x="44" y="28"/>
                      </a:lnTo>
                      <a:lnTo>
                        <a:pt x="42" y="34"/>
                      </a:lnTo>
                      <a:lnTo>
                        <a:pt x="40" y="38"/>
                      </a:lnTo>
                      <a:lnTo>
                        <a:pt x="40" y="38"/>
                      </a:lnTo>
                      <a:lnTo>
                        <a:pt x="36" y="34"/>
                      </a:lnTo>
                      <a:lnTo>
                        <a:pt x="36" y="34"/>
                      </a:lnTo>
                      <a:lnTo>
                        <a:pt x="30" y="36"/>
                      </a:lnTo>
                      <a:lnTo>
                        <a:pt x="26" y="38"/>
                      </a:lnTo>
                      <a:lnTo>
                        <a:pt x="26" y="40"/>
                      </a:lnTo>
                      <a:lnTo>
                        <a:pt x="30" y="46"/>
                      </a:lnTo>
                      <a:lnTo>
                        <a:pt x="28" y="46"/>
                      </a:lnTo>
                      <a:lnTo>
                        <a:pt x="28" y="46"/>
                      </a:lnTo>
                      <a:lnTo>
                        <a:pt x="28" y="52"/>
                      </a:lnTo>
                      <a:lnTo>
                        <a:pt x="26" y="54"/>
                      </a:lnTo>
                      <a:lnTo>
                        <a:pt x="24" y="56"/>
                      </a:lnTo>
                      <a:lnTo>
                        <a:pt x="24" y="56"/>
                      </a:lnTo>
                      <a:lnTo>
                        <a:pt x="22" y="56"/>
                      </a:lnTo>
                      <a:lnTo>
                        <a:pt x="22" y="56"/>
                      </a:lnTo>
                      <a:lnTo>
                        <a:pt x="24" y="60"/>
                      </a:lnTo>
                      <a:lnTo>
                        <a:pt x="24" y="60"/>
                      </a:lnTo>
                      <a:lnTo>
                        <a:pt x="24" y="62"/>
                      </a:lnTo>
                      <a:lnTo>
                        <a:pt x="22" y="62"/>
                      </a:lnTo>
                      <a:lnTo>
                        <a:pt x="18" y="64"/>
                      </a:lnTo>
                      <a:lnTo>
                        <a:pt x="18" y="64"/>
                      </a:lnTo>
                      <a:lnTo>
                        <a:pt x="18" y="66"/>
                      </a:lnTo>
                      <a:lnTo>
                        <a:pt x="16" y="68"/>
                      </a:lnTo>
                      <a:lnTo>
                        <a:pt x="12" y="66"/>
                      </a:lnTo>
                      <a:lnTo>
                        <a:pt x="12" y="66"/>
                      </a:lnTo>
                      <a:lnTo>
                        <a:pt x="8" y="66"/>
                      </a:lnTo>
                      <a:lnTo>
                        <a:pt x="6" y="66"/>
                      </a:lnTo>
                      <a:lnTo>
                        <a:pt x="4" y="70"/>
                      </a:lnTo>
                      <a:lnTo>
                        <a:pt x="4" y="70"/>
                      </a:lnTo>
                      <a:lnTo>
                        <a:pt x="0" y="84"/>
                      </a:lnTo>
                      <a:lnTo>
                        <a:pt x="0" y="84"/>
                      </a:lnTo>
                      <a:lnTo>
                        <a:pt x="2" y="86"/>
                      </a:lnTo>
                      <a:lnTo>
                        <a:pt x="6" y="88"/>
                      </a:lnTo>
                      <a:lnTo>
                        <a:pt x="6" y="88"/>
                      </a:lnTo>
                      <a:lnTo>
                        <a:pt x="6" y="88"/>
                      </a:lnTo>
                      <a:lnTo>
                        <a:pt x="4" y="88"/>
                      </a:lnTo>
                      <a:lnTo>
                        <a:pt x="4" y="90"/>
                      </a:lnTo>
                      <a:lnTo>
                        <a:pt x="4" y="92"/>
                      </a:lnTo>
                      <a:lnTo>
                        <a:pt x="4" y="92"/>
                      </a:lnTo>
                      <a:lnTo>
                        <a:pt x="6" y="94"/>
                      </a:lnTo>
                      <a:lnTo>
                        <a:pt x="6" y="96"/>
                      </a:lnTo>
                      <a:lnTo>
                        <a:pt x="6" y="100"/>
                      </a:lnTo>
                      <a:lnTo>
                        <a:pt x="6" y="100"/>
                      </a:lnTo>
                      <a:lnTo>
                        <a:pt x="6" y="102"/>
                      </a:lnTo>
                      <a:lnTo>
                        <a:pt x="8" y="104"/>
                      </a:lnTo>
                      <a:lnTo>
                        <a:pt x="8" y="104"/>
                      </a:lnTo>
                      <a:lnTo>
                        <a:pt x="10" y="106"/>
                      </a:lnTo>
                      <a:lnTo>
                        <a:pt x="10" y="106"/>
                      </a:lnTo>
                      <a:lnTo>
                        <a:pt x="10" y="110"/>
                      </a:lnTo>
                      <a:lnTo>
                        <a:pt x="10" y="110"/>
                      </a:lnTo>
                      <a:lnTo>
                        <a:pt x="8" y="112"/>
                      </a:lnTo>
                      <a:lnTo>
                        <a:pt x="8" y="116"/>
                      </a:lnTo>
                      <a:lnTo>
                        <a:pt x="10" y="118"/>
                      </a:lnTo>
                      <a:lnTo>
                        <a:pt x="10" y="118"/>
                      </a:lnTo>
                      <a:lnTo>
                        <a:pt x="14" y="116"/>
                      </a:lnTo>
                      <a:lnTo>
                        <a:pt x="18" y="116"/>
                      </a:lnTo>
                      <a:lnTo>
                        <a:pt x="20" y="118"/>
                      </a:lnTo>
                      <a:lnTo>
                        <a:pt x="20" y="118"/>
                      </a:lnTo>
                      <a:lnTo>
                        <a:pt x="22" y="120"/>
                      </a:lnTo>
                      <a:lnTo>
                        <a:pt x="24" y="122"/>
                      </a:lnTo>
                      <a:lnTo>
                        <a:pt x="28" y="120"/>
                      </a:lnTo>
                      <a:lnTo>
                        <a:pt x="28" y="120"/>
                      </a:lnTo>
                      <a:lnTo>
                        <a:pt x="34" y="122"/>
                      </a:lnTo>
                      <a:lnTo>
                        <a:pt x="34" y="122"/>
                      </a:lnTo>
                      <a:lnTo>
                        <a:pt x="34" y="124"/>
                      </a:lnTo>
                      <a:lnTo>
                        <a:pt x="34" y="130"/>
                      </a:lnTo>
                      <a:lnTo>
                        <a:pt x="34" y="130"/>
                      </a:lnTo>
                      <a:lnTo>
                        <a:pt x="32" y="134"/>
                      </a:lnTo>
                      <a:lnTo>
                        <a:pt x="32" y="138"/>
                      </a:lnTo>
                      <a:lnTo>
                        <a:pt x="32" y="138"/>
                      </a:lnTo>
                      <a:lnTo>
                        <a:pt x="32" y="144"/>
                      </a:lnTo>
                      <a:lnTo>
                        <a:pt x="32" y="148"/>
                      </a:lnTo>
                      <a:lnTo>
                        <a:pt x="34" y="152"/>
                      </a:lnTo>
                      <a:lnTo>
                        <a:pt x="34" y="152"/>
                      </a:lnTo>
                      <a:lnTo>
                        <a:pt x="40" y="148"/>
                      </a:lnTo>
                      <a:lnTo>
                        <a:pt x="40" y="148"/>
                      </a:lnTo>
                      <a:lnTo>
                        <a:pt x="42" y="146"/>
                      </a:lnTo>
                      <a:lnTo>
                        <a:pt x="44" y="146"/>
                      </a:lnTo>
                      <a:lnTo>
                        <a:pt x="46" y="146"/>
                      </a:lnTo>
                      <a:lnTo>
                        <a:pt x="46" y="146"/>
                      </a:lnTo>
                      <a:lnTo>
                        <a:pt x="50" y="148"/>
                      </a:lnTo>
                      <a:lnTo>
                        <a:pt x="62" y="156"/>
                      </a:lnTo>
                      <a:lnTo>
                        <a:pt x="62" y="156"/>
                      </a:lnTo>
                      <a:lnTo>
                        <a:pt x="64" y="152"/>
                      </a:lnTo>
                      <a:lnTo>
                        <a:pt x="68" y="150"/>
                      </a:lnTo>
                      <a:lnTo>
                        <a:pt x="68" y="150"/>
                      </a:lnTo>
                      <a:lnTo>
                        <a:pt x="71" y="150"/>
                      </a:lnTo>
                      <a:lnTo>
                        <a:pt x="75" y="150"/>
                      </a:lnTo>
                      <a:lnTo>
                        <a:pt x="75" y="150"/>
                      </a:lnTo>
                      <a:lnTo>
                        <a:pt x="79" y="148"/>
                      </a:lnTo>
                      <a:lnTo>
                        <a:pt x="81" y="144"/>
                      </a:lnTo>
                      <a:lnTo>
                        <a:pt x="81" y="144"/>
                      </a:lnTo>
                      <a:lnTo>
                        <a:pt x="83" y="144"/>
                      </a:lnTo>
                      <a:lnTo>
                        <a:pt x="85" y="146"/>
                      </a:lnTo>
                      <a:lnTo>
                        <a:pt x="89" y="146"/>
                      </a:lnTo>
                      <a:lnTo>
                        <a:pt x="89" y="146"/>
                      </a:lnTo>
                      <a:lnTo>
                        <a:pt x="91" y="146"/>
                      </a:lnTo>
                      <a:lnTo>
                        <a:pt x="93" y="146"/>
                      </a:lnTo>
                      <a:lnTo>
                        <a:pt x="95" y="150"/>
                      </a:lnTo>
                      <a:lnTo>
                        <a:pt x="95" y="150"/>
                      </a:lnTo>
                      <a:lnTo>
                        <a:pt x="99" y="150"/>
                      </a:lnTo>
                      <a:lnTo>
                        <a:pt x="99" y="144"/>
                      </a:lnTo>
                      <a:lnTo>
                        <a:pt x="99" y="144"/>
                      </a:lnTo>
                      <a:lnTo>
                        <a:pt x="97" y="142"/>
                      </a:lnTo>
                      <a:lnTo>
                        <a:pt x="97" y="140"/>
                      </a:lnTo>
                      <a:lnTo>
                        <a:pt x="95" y="140"/>
                      </a:lnTo>
                      <a:lnTo>
                        <a:pt x="95" y="140"/>
                      </a:lnTo>
                      <a:lnTo>
                        <a:pt x="95" y="138"/>
                      </a:lnTo>
                      <a:lnTo>
                        <a:pt x="99" y="136"/>
                      </a:lnTo>
                      <a:lnTo>
                        <a:pt x="99" y="136"/>
                      </a:lnTo>
                      <a:lnTo>
                        <a:pt x="103" y="134"/>
                      </a:lnTo>
                      <a:lnTo>
                        <a:pt x="103" y="132"/>
                      </a:lnTo>
                      <a:lnTo>
                        <a:pt x="103" y="132"/>
                      </a:lnTo>
                      <a:lnTo>
                        <a:pt x="105" y="128"/>
                      </a:lnTo>
                      <a:lnTo>
                        <a:pt x="107" y="126"/>
                      </a:lnTo>
                      <a:lnTo>
                        <a:pt x="109" y="124"/>
                      </a:lnTo>
                      <a:lnTo>
                        <a:pt x="109" y="124"/>
                      </a:lnTo>
                      <a:lnTo>
                        <a:pt x="105" y="120"/>
                      </a:lnTo>
                      <a:lnTo>
                        <a:pt x="105" y="120"/>
                      </a:lnTo>
                      <a:lnTo>
                        <a:pt x="103" y="118"/>
                      </a:lnTo>
                      <a:lnTo>
                        <a:pt x="101" y="118"/>
                      </a:lnTo>
                      <a:lnTo>
                        <a:pt x="99" y="118"/>
                      </a:lnTo>
                      <a:lnTo>
                        <a:pt x="97" y="114"/>
                      </a:lnTo>
                      <a:lnTo>
                        <a:pt x="97" y="114"/>
                      </a:lnTo>
                      <a:lnTo>
                        <a:pt x="97" y="110"/>
                      </a:lnTo>
                      <a:lnTo>
                        <a:pt x="95" y="106"/>
                      </a:lnTo>
                      <a:lnTo>
                        <a:pt x="95" y="106"/>
                      </a:lnTo>
                      <a:lnTo>
                        <a:pt x="93" y="102"/>
                      </a:lnTo>
                      <a:lnTo>
                        <a:pt x="89" y="98"/>
                      </a:lnTo>
                      <a:lnTo>
                        <a:pt x="89" y="98"/>
                      </a:lnTo>
                      <a:lnTo>
                        <a:pt x="89" y="94"/>
                      </a:lnTo>
                      <a:lnTo>
                        <a:pt x="91" y="92"/>
                      </a:lnTo>
                      <a:lnTo>
                        <a:pt x="91" y="92"/>
                      </a:lnTo>
                      <a:lnTo>
                        <a:pt x="95" y="92"/>
                      </a:lnTo>
                      <a:lnTo>
                        <a:pt x="99" y="90"/>
                      </a:lnTo>
                      <a:lnTo>
                        <a:pt x="99" y="90"/>
                      </a:lnTo>
                      <a:lnTo>
                        <a:pt x="101" y="86"/>
                      </a:lnTo>
                      <a:lnTo>
                        <a:pt x="107" y="84"/>
                      </a:lnTo>
                      <a:lnTo>
                        <a:pt x="107" y="84"/>
                      </a:lnTo>
                      <a:lnTo>
                        <a:pt x="115" y="78"/>
                      </a:lnTo>
                      <a:lnTo>
                        <a:pt x="121" y="82"/>
                      </a:lnTo>
                      <a:lnTo>
                        <a:pt x="121" y="82"/>
                      </a:lnTo>
                      <a:lnTo>
                        <a:pt x="119" y="64"/>
                      </a:lnTo>
                      <a:lnTo>
                        <a:pt x="119" y="64"/>
                      </a:lnTo>
                      <a:lnTo>
                        <a:pt x="119" y="60"/>
                      </a:lnTo>
                      <a:lnTo>
                        <a:pt x="117" y="56"/>
                      </a:lnTo>
                      <a:lnTo>
                        <a:pt x="117" y="56"/>
                      </a:lnTo>
                      <a:lnTo>
                        <a:pt x="119" y="46"/>
                      </a:lnTo>
                      <a:lnTo>
                        <a:pt x="119" y="46"/>
                      </a:lnTo>
                      <a:lnTo>
                        <a:pt x="117" y="44"/>
                      </a:lnTo>
                      <a:lnTo>
                        <a:pt x="115" y="40"/>
                      </a:lnTo>
                      <a:lnTo>
                        <a:pt x="115" y="38"/>
                      </a:lnTo>
                      <a:lnTo>
                        <a:pt x="115" y="38"/>
                      </a:lnTo>
                      <a:lnTo>
                        <a:pt x="117" y="28"/>
                      </a:lnTo>
                      <a:lnTo>
                        <a:pt x="117" y="22"/>
                      </a:lnTo>
                      <a:lnTo>
                        <a:pt x="117" y="2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9" name="Freeform 188">
                  <a:extLst>
                    <a:ext uri="{FF2B5EF4-FFF2-40B4-BE49-F238E27FC236}">
                      <a16:creationId xmlns:a16="http://schemas.microsoft.com/office/drawing/2014/main" id="{0ECC6AE4-CF55-0C48-B8AF-C4A6552347DF}"/>
                    </a:ext>
                  </a:extLst>
                </p:cNvPr>
                <p:cNvSpPr>
                  <a:spLocks noEditPoints="1"/>
                </p:cNvSpPr>
                <p:nvPr/>
              </p:nvSpPr>
              <p:spPr bwMode="auto">
                <a:xfrm>
                  <a:off x="5772231" y="2565499"/>
                  <a:ext cx="379639" cy="388457"/>
                </a:xfrm>
                <a:custGeom>
                  <a:avLst/>
                  <a:gdLst>
                    <a:gd name="T0" fmla="*/ 172 w 194"/>
                    <a:gd name="T1" fmla="*/ 66 h 194"/>
                    <a:gd name="T2" fmla="*/ 168 w 194"/>
                    <a:gd name="T3" fmla="*/ 74 h 194"/>
                    <a:gd name="T4" fmla="*/ 166 w 194"/>
                    <a:gd name="T5" fmla="*/ 78 h 194"/>
                    <a:gd name="T6" fmla="*/ 154 w 194"/>
                    <a:gd name="T7" fmla="*/ 90 h 194"/>
                    <a:gd name="T8" fmla="*/ 148 w 194"/>
                    <a:gd name="T9" fmla="*/ 106 h 194"/>
                    <a:gd name="T10" fmla="*/ 156 w 194"/>
                    <a:gd name="T11" fmla="*/ 108 h 194"/>
                    <a:gd name="T12" fmla="*/ 162 w 194"/>
                    <a:gd name="T13" fmla="*/ 118 h 194"/>
                    <a:gd name="T14" fmla="*/ 154 w 194"/>
                    <a:gd name="T15" fmla="*/ 124 h 194"/>
                    <a:gd name="T16" fmla="*/ 158 w 194"/>
                    <a:gd name="T17" fmla="*/ 134 h 194"/>
                    <a:gd name="T18" fmla="*/ 164 w 194"/>
                    <a:gd name="T19" fmla="*/ 142 h 194"/>
                    <a:gd name="T20" fmla="*/ 160 w 194"/>
                    <a:gd name="T21" fmla="*/ 148 h 194"/>
                    <a:gd name="T22" fmla="*/ 158 w 194"/>
                    <a:gd name="T23" fmla="*/ 152 h 194"/>
                    <a:gd name="T24" fmla="*/ 144 w 194"/>
                    <a:gd name="T25" fmla="*/ 160 h 194"/>
                    <a:gd name="T26" fmla="*/ 134 w 194"/>
                    <a:gd name="T27" fmla="*/ 152 h 194"/>
                    <a:gd name="T28" fmla="*/ 124 w 194"/>
                    <a:gd name="T29" fmla="*/ 152 h 194"/>
                    <a:gd name="T30" fmla="*/ 112 w 194"/>
                    <a:gd name="T31" fmla="*/ 160 h 194"/>
                    <a:gd name="T32" fmla="*/ 102 w 194"/>
                    <a:gd name="T33" fmla="*/ 172 h 194"/>
                    <a:gd name="T34" fmla="*/ 90 w 194"/>
                    <a:gd name="T35" fmla="*/ 172 h 194"/>
                    <a:gd name="T36" fmla="*/ 76 w 194"/>
                    <a:gd name="T37" fmla="*/ 170 h 194"/>
                    <a:gd name="T38" fmla="*/ 64 w 194"/>
                    <a:gd name="T39" fmla="*/ 168 h 194"/>
                    <a:gd name="T40" fmla="*/ 48 w 194"/>
                    <a:gd name="T41" fmla="*/ 164 h 194"/>
                    <a:gd name="T42" fmla="*/ 42 w 194"/>
                    <a:gd name="T43" fmla="*/ 156 h 194"/>
                    <a:gd name="T44" fmla="*/ 52 w 194"/>
                    <a:gd name="T45" fmla="*/ 140 h 194"/>
                    <a:gd name="T46" fmla="*/ 52 w 194"/>
                    <a:gd name="T47" fmla="*/ 130 h 194"/>
                    <a:gd name="T48" fmla="*/ 52 w 194"/>
                    <a:gd name="T49" fmla="*/ 116 h 194"/>
                    <a:gd name="T50" fmla="*/ 50 w 194"/>
                    <a:gd name="T51" fmla="*/ 106 h 194"/>
                    <a:gd name="T52" fmla="*/ 34 w 194"/>
                    <a:gd name="T53" fmla="*/ 94 h 194"/>
                    <a:gd name="T54" fmla="*/ 34 w 194"/>
                    <a:gd name="T55" fmla="*/ 82 h 194"/>
                    <a:gd name="T56" fmla="*/ 30 w 194"/>
                    <a:gd name="T57" fmla="*/ 78 h 194"/>
                    <a:gd name="T58" fmla="*/ 28 w 194"/>
                    <a:gd name="T59" fmla="*/ 72 h 194"/>
                    <a:gd name="T60" fmla="*/ 20 w 194"/>
                    <a:gd name="T61" fmla="*/ 78 h 194"/>
                    <a:gd name="T62" fmla="*/ 12 w 194"/>
                    <a:gd name="T63" fmla="*/ 68 h 194"/>
                    <a:gd name="T64" fmla="*/ 2 w 194"/>
                    <a:gd name="T65" fmla="*/ 64 h 194"/>
                    <a:gd name="T66" fmla="*/ 0 w 194"/>
                    <a:gd name="T67" fmla="*/ 56 h 194"/>
                    <a:gd name="T68" fmla="*/ 14 w 194"/>
                    <a:gd name="T69" fmla="*/ 52 h 194"/>
                    <a:gd name="T70" fmla="*/ 26 w 194"/>
                    <a:gd name="T71" fmla="*/ 54 h 194"/>
                    <a:gd name="T72" fmla="*/ 34 w 194"/>
                    <a:gd name="T73" fmla="*/ 50 h 194"/>
                    <a:gd name="T74" fmla="*/ 48 w 194"/>
                    <a:gd name="T75" fmla="*/ 48 h 194"/>
                    <a:gd name="T76" fmla="*/ 40 w 194"/>
                    <a:gd name="T77" fmla="*/ 28 h 194"/>
                    <a:gd name="T78" fmla="*/ 60 w 194"/>
                    <a:gd name="T79" fmla="*/ 34 h 194"/>
                    <a:gd name="T80" fmla="*/ 82 w 194"/>
                    <a:gd name="T81" fmla="*/ 20 h 194"/>
                    <a:gd name="T82" fmla="*/ 86 w 194"/>
                    <a:gd name="T83" fmla="*/ 8 h 194"/>
                    <a:gd name="T84" fmla="*/ 98 w 194"/>
                    <a:gd name="T85" fmla="*/ 4 h 194"/>
                    <a:gd name="T86" fmla="*/ 104 w 194"/>
                    <a:gd name="T87" fmla="*/ 12 h 194"/>
                    <a:gd name="T88" fmla="*/ 114 w 194"/>
                    <a:gd name="T89" fmla="*/ 16 h 194"/>
                    <a:gd name="T90" fmla="*/ 124 w 194"/>
                    <a:gd name="T91" fmla="*/ 26 h 194"/>
                    <a:gd name="T92" fmla="*/ 130 w 194"/>
                    <a:gd name="T93" fmla="*/ 30 h 194"/>
                    <a:gd name="T94" fmla="*/ 142 w 194"/>
                    <a:gd name="T95" fmla="*/ 32 h 194"/>
                    <a:gd name="T96" fmla="*/ 150 w 194"/>
                    <a:gd name="T97" fmla="*/ 40 h 194"/>
                    <a:gd name="T98" fmla="*/ 162 w 194"/>
                    <a:gd name="T99" fmla="*/ 42 h 194"/>
                    <a:gd name="T100" fmla="*/ 174 w 194"/>
                    <a:gd name="T101" fmla="*/ 46 h 194"/>
                    <a:gd name="T102" fmla="*/ 186 w 194"/>
                    <a:gd name="T103" fmla="*/ 168 h 194"/>
                    <a:gd name="T104" fmla="*/ 180 w 194"/>
                    <a:gd name="T105" fmla="*/ 184 h 194"/>
                    <a:gd name="T106" fmla="*/ 184 w 194"/>
                    <a:gd name="T107" fmla="*/ 190 h 194"/>
                    <a:gd name="T108" fmla="*/ 192 w 194"/>
                    <a:gd name="T109" fmla="*/ 16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4" h="194">
                      <a:moveTo>
                        <a:pt x="174" y="52"/>
                      </a:moveTo>
                      <a:lnTo>
                        <a:pt x="174" y="52"/>
                      </a:lnTo>
                      <a:lnTo>
                        <a:pt x="172" y="56"/>
                      </a:lnTo>
                      <a:lnTo>
                        <a:pt x="172" y="60"/>
                      </a:lnTo>
                      <a:lnTo>
                        <a:pt x="172" y="60"/>
                      </a:lnTo>
                      <a:lnTo>
                        <a:pt x="172" y="66"/>
                      </a:lnTo>
                      <a:lnTo>
                        <a:pt x="172" y="70"/>
                      </a:lnTo>
                      <a:lnTo>
                        <a:pt x="174" y="74"/>
                      </a:lnTo>
                      <a:lnTo>
                        <a:pt x="174" y="74"/>
                      </a:lnTo>
                      <a:lnTo>
                        <a:pt x="172" y="74"/>
                      </a:lnTo>
                      <a:lnTo>
                        <a:pt x="170" y="74"/>
                      </a:lnTo>
                      <a:lnTo>
                        <a:pt x="168" y="74"/>
                      </a:lnTo>
                      <a:lnTo>
                        <a:pt x="168" y="74"/>
                      </a:lnTo>
                      <a:lnTo>
                        <a:pt x="168" y="74"/>
                      </a:lnTo>
                      <a:lnTo>
                        <a:pt x="166" y="74"/>
                      </a:lnTo>
                      <a:lnTo>
                        <a:pt x="166" y="78"/>
                      </a:lnTo>
                      <a:lnTo>
                        <a:pt x="166" y="78"/>
                      </a:lnTo>
                      <a:lnTo>
                        <a:pt x="166" y="78"/>
                      </a:lnTo>
                      <a:lnTo>
                        <a:pt x="162" y="80"/>
                      </a:lnTo>
                      <a:lnTo>
                        <a:pt x="162" y="80"/>
                      </a:lnTo>
                      <a:lnTo>
                        <a:pt x="160" y="82"/>
                      </a:lnTo>
                      <a:lnTo>
                        <a:pt x="158" y="84"/>
                      </a:lnTo>
                      <a:lnTo>
                        <a:pt x="154" y="90"/>
                      </a:lnTo>
                      <a:lnTo>
                        <a:pt x="154" y="90"/>
                      </a:lnTo>
                      <a:lnTo>
                        <a:pt x="146" y="100"/>
                      </a:lnTo>
                      <a:lnTo>
                        <a:pt x="146" y="100"/>
                      </a:lnTo>
                      <a:lnTo>
                        <a:pt x="144" y="104"/>
                      </a:lnTo>
                      <a:lnTo>
                        <a:pt x="144" y="106"/>
                      </a:lnTo>
                      <a:lnTo>
                        <a:pt x="148" y="106"/>
                      </a:lnTo>
                      <a:lnTo>
                        <a:pt x="148" y="106"/>
                      </a:lnTo>
                      <a:lnTo>
                        <a:pt x="150" y="104"/>
                      </a:lnTo>
                      <a:lnTo>
                        <a:pt x="152" y="104"/>
                      </a:lnTo>
                      <a:lnTo>
                        <a:pt x="154" y="106"/>
                      </a:lnTo>
                      <a:lnTo>
                        <a:pt x="154" y="106"/>
                      </a:lnTo>
                      <a:lnTo>
                        <a:pt x="154" y="108"/>
                      </a:lnTo>
                      <a:lnTo>
                        <a:pt x="156" y="108"/>
                      </a:lnTo>
                      <a:lnTo>
                        <a:pt x="160" y="108"/>
                      </a:lnTo>
                      <a:lnTo>
                        <a:pt x="160" y="110"/>
                      </a:lnTo>
                      <a:lnTo>
                        <a:pt x="160" y="110"/>
                      </a:lnTo>
                      <a:lnTo>
                        <a:pt x="164" y="112"/>
                      </a:lnTo>
                      <a:lnTo>
                        <a:pt x="166" y="112"/>
                      </a:lnTo>
                      <a:lnTo>
                        <a:pt x="162" y="118"/>
                      </a:lnTo>
                      <a:lnTo>
                        <a:pt x="162" y="118"/>
                      </a:lnTo>
                      <a:lnTo>
                        <a:pt x="160" y="120"/>
                      </a:lnTo>
                      <a:lnTo>
                        <a:pt x="158" y="122"/>
                      </a:lnTo>
                      <a:lnTo>
                        <a:pt x="156" y="122"/>
                      </a:lnTo>
                      <a:lnTo>
                        <a:pt x="156" y="122"/>
                      </a:lnTo>
                      <a:lnTo>
                        <a:pt x="154" y="124"/>
                      </a:lnTo>
                      <a:lnTo>
                        <a:pt x="154" y="126"/>
                      </a:lnTo>
                      <a:lnTo>
                        <a:pt x="154" y="128"/>
                      </a:lnTo>
                      <a:lnTo>
                        <a:pt x="156" y="130"/>
                      </a:lnTo>
                      <a:lnTo>
                        <a:pt x="156" y="130"/>
                      </a:lnTo>
                      <a:lnTo>
                        <a:pt x="158" y="132"/>
                      </a:lnTo>
                      <a:lnTo>
                        <a:pt x="158" y="134"/>
                      </a:lnTo>
                      <a:lnTo>
                        <a:pt x="156" y="138"/>
                      </a:lnTo>
                      <a:lnTo>
                        <a:pt x="158" y="142"/>
                      </a:lnTo>
                      <a:lnTo>
                        <a:pt x="158" y="142"/>
                      </a:lnTo>
                      <a:lnTo>
                        <a:pt x="160" y="142"/>
                      </a:lnTo>
                      <a:lnTo>
                        <a:pt x="162" y="142"/>
                      </a:lnTo>
                      <a:lnTo>
                        <a:pt x="164" y="142"/>
                      </a:lnTo>
                      <a:lnTo>
                        <a:pt x="164" y="142"/>
                      </a:lnTo>
                      <a:lnTo>
                        <a:pt x="164" y="142"/>
                      </a:lnTo>
                      <a:lnTo>
                        <a:pt x="160" y="146"/>
                      </a:lnTo>
                      <a:lnTo>
                        <a:pt x="160" y="146"/>
                      </a:lnTo>
                      <a:lnTo>
                        <a:pt x="160" y="148"/>
                      </a:lnTo>
                      <a:lnTo>
                        <a:pt x="160" y="148"/>
                      </a:lnTo>
                      <a:lnTo>
                        <a:pt x="162" y="150"/>
                      </a:lnTo>
                      <a:lnTo>
                        <a:pt x="160" y="150"/>
                      </a:lnTo>
                      <a:lnTo>
                        <a:pt x="158" y="148"/>
                      </a:lnTo>
                      <a:lnTo>
                        <a:pt x="154" y="150"/>
                      </a:lnTo>
                      <a:lnTo>
                        <a:pt x="158" y="152"/>
                      </a:lnTo>
                      <a:lnTo>
                        <a:pt x="158" y="152"/>
                      </a:lnTo>
                      <a:lnTo>
                        <a:pt x="154" y="160"/>
                      </a:lnTo>
                      <a:lnTo>
                        <a:pt x="154" y="160"/>
                      </a:lnTo>
                      <a:lnTo>
                        <a:pt x="150" y="160"/>
                      </a:lnTo>
                      <a:lnTo>
                        <a:pt x="146" y="162"/>
                      </a:lnTo>
                      <a:lnTo>
                        <a:pt x="146" y="162"/>
                      </a:lnTo>
                      <a:lnTo>
                        <a:pt x="144" y="160"/>
                      </a:lnTo>
                      <a:lnTo>
                        <a:pt x="142" y="158"/>
                      </a:lnTo>
                      <a:lnTo>
                        <a:pt x="140" y="156"/>
                      </a:lnTo>
                      <a:lnTo>
                        <a:pt x="140" y="156"/>
                      </a:lnTo>
                      <a:lnTo>
                        <a:pt x="136" y="156"/>
                      </a:lnTo>
                      <a:lnTo>
                        <a:pt x="136" y="156"/>
                      </a:lnTo>
                      <a:lnTo>
                        <a:pt x="134" y="152"/>
                      </a:lnTo>
                      <a:lnTo>
                        <a:pt x="134" y="152"/>
                      </a:lnTo>
                      <a:lnTo>
                        <a:pt x="134" y="154"/>
                      </a:lnTo>
                      <a:lnTo>
                        <a:pt x="132" y="154"/>
                      </a:lnTo>
                      <a:lnTo>
                        <a:pt x="132" y="154"/>
                      </a:lnTo>
                      <a:lnTo>
                        <a:pt x="128" y="152"/>
                      </a:lnTo>
                      <a:lnTo>
                        <a:pt x="124" y="152"/>
                      </a:lnTo>
                      <a:lnTo>
                        <a:pt x="122" y="152"/>
                      </a:lnTo>
                      <a:lnTo>
                        <a:pt x="122" y="152"/>
                      </a:lnTo>
                      <a:lnTo>
                        <a:pt x="118" y="156"/>
                      </a:lnTo>
                      <a:lnTo>
                        <a:pt x="114" y="160"/>
                      </a:lnTo>
                      <a:lnTo>
                        <a:pt x="114" y="160"/>
                      </a:lnTo>
                      <a:lnTo>
                        <a:pt x="112" y="160"/>
                      </a:lnTo>
                      <a:lnTo>
                        <a:pt x="108" y="160"/>
                      </a:lnTo>
                      <a:lnTo>
                        <a:pt x="108" y="160"/>
                      </a:lnTo>
                      <a:lnTo>
                        <a:pt x="108" y="170"/>
                      </a:lnTo>
                      <a:lnTo>
                        <a:pt x="108" y="170"/>
                      </a:lnTo>
                      <a:lnTo>
                        <a:pt x="104" y="170"/>
                      </a:lnTo>
                      <a:lnTo>
                        <a:pt x="102" y="172"/>
                      </a:lnTo>
                      <a:lnTo>
                        <a:pt x="102" y="172"/>
                      </a:lnTo>
                      <a:lnTo>
                        <a:pt x="100" y="174"/>
                      </a:lnTo>
                      <a:lnTo>
                        <a:pt x="100" y="174"/>
                      </a:lnTo>
                      <a:lnTo>
                        <a:pt x="94" y="174"/>
                      </a:lnTo>
                      <a:lnTo>
                        <a:pt x="92" y="174"/>
                      </a:lnTo>
                      <a:lnTo>
                        <a:pt x="90" y="172"/>
                      </a:lnTo>
                      <a:lnTo>
                        <a:pt x="90" y="172"/>
                      </a:lnTo>
                      <a:lnTo>
                        <a:pt x="90" y="172"/>
                      </a:lnTo>
                      <a:lnTo>
                        <a:pt x="88" y="172"/>
                      </a:lnTo>
                      <a:lnTo>
                        <a:pt x="86" y="172"/>
                      </a:lnTo>
                      <a:lnTo>
                        <a:pt x="86" y="172"/>
                      </a:lnTo>
                      <a:lnTo>
                        <a:pt x="76" y="170"/>
                      </a:lnTo>
                      <a:lnTo>
                        <a:pt x="76" y="170"/>
                      </a:lnTo>
                      <a:lnTo>
                        <a:pt x="74" y="168"/>
                      </a:lnTo>
                      <a:lnTo>
                        <a:pt x="72" y="168"/>
                      </a:lnTo>
                      <a:lnTo>
                        <a:pt x="68" y="170"/>
                      </a:lnTo>
                      <a:lnTo>
                        <a:pt x="68" y="170"/>
                      </a:lnTo>
                      <a:lnTo>
                        <a:pt x="64" y="168"/>
                      </a:lnTo>
                      <a:lnTo>
                        <a:pt x="60" y="166"/>
                      </a:lnTo>
                      <a:lnTo>
                        <a:pt x="60" y="166"/>
                      </a:lnTo>
                      <a:lnTo>
                        <a:pt x="56" y="166"/>
                      </a:lnTo>
                      <a:lnTo>
                        <a:pt x="52" y="164"/>
                      </a:lnTo>
                      <a:lnTo>
                        <a:pt x="52" y="164"/>
                      </a:lnTo>
                      <a:lnTo>
                        <a:pt x="48" y="164"/>
                      </a:lnTo>
                      <a:lnTo>
                        <a:pt x="46" y="162"/>
                      </a:lnTo>
                      <a:lnTo>
                        <a:pt x="46" y="162"/>
                      </a:lnTo>
                      <a:lnTo>
                        <a:pt x="46" y="162"/>
                      </a:lnTo>
                      <a:lnTo>
                        <a:pt x="44" y="158"/>
                      </a:lnTo>
                      <a:lnTo>
                        <a:pt x="42" y="156"/>
                      </a:lnTo>
                      <a:lnTo>
                        <a:pt x="42" y="156"/>
                      </a:lnTo>
                      <a:lnTo>
                        <a:pt x="48" y="154"/>
                      </a:lnTo>
                      <a:lnTo>
                        <a:pt x="50" y="150"/>
                      </a:lnTo>
                      <a:lnTo>
                        <a:pt x="50" y="150"/>
                      </a:lnTo>
                      <a:lnTo>
                        <a:pt x="52" y="146"/>
                      </a:lnTo>
                      <a:lnTo>
                        <a:pt x="52" y="140"/>
                      </a:lnTo>
                      <a:lnTo>
                        <a:pt x="52" y="140"/>
                      </a:lnTo>
                      <a:lnTo>
                        <a:pt x="54" y="134"/>
                      </a:lnTo>
                      <a:lnTo>
                        <a:pt x="54" y="134"/>
                      </a:lnTo>
                      <a:lnTo>
                        <a:pt x="54" y="132"/>
                      </a:lnTo>
                      <a:lnTo>
                        <a:pt x="56" y="132"/>
                      </a:lnTo>
                      <a:lnTo>
                        <a:pt x="56" y="132"/>
                      </a:lnTo>
                      <a:lnTo>
                        <a:pt x="52" y="130"/>
                      </a:lnTo>
                      <a:lnTo>
                        <a:pt x="52" y="130"/>
                      </a:lnTo>
                      <a:lnTo>
                        <a:pt x="52" y="120"/>
                      </a:lnTo>
                      <a:lnTo>
                        <a:pt x="52" y="120"/>
                      </a:lnTo>
                      <a:lnTo>
                        <a:pt x="54" y="120"/>
                      </a:lnTo>
                      <a:lnTo>
                        <a:pt x="54" y="120"/>
                      </a:lnTo>
                      <a:lnTo>
                        <a:pt x="52" y="116"/>
                      </a:lnTo>
                      <a:lnTo>
                        <a:pt x="52" y="116"/>
                      </a:lnTo>
                      <a:lnTo>
                        <a:pt x="54" y="110"/>
                      </a:lnTo>
                      <a:lnTo>
                        <a:pt x="52" y="104"/>
                      </a:lnTo>
                      <a:lnTo>
                        <a:pt x="52" y="104"/>
                      </a:lnTo>
                      <a:lnTo>
                        <a:pt x="50" y="106"/>
                      </a:lnTo>
                      <a:lnTo>
                        <a:pt x="50" y="106"/>
                      </a:lnTo>
                      <a:lnTo>
                        <a:pt x="48" y="102"/>
                      </a:lnTo>
                      <a:lnTo>
                        <a:pt x="48" y="102"/>
                      </a:lnTo>
                      <a:lnTo>
                        <a:pt x="40" y="98"/>
                      </a:lnTo>
                      <a:lnTo>
                        <a:pt x="36" y="96"/>
                      </a:lnTo>
                      <a:lnTo>
                        <a:pt x="34" y="94"/>
                      </a:lnTo>
                      <a:lnTo>
                        <a:pt x="34" y="94"/>
                      </a:lnTo>
                      <a:lnTo>
                        <a:pt x="34" y="86"/>
                      </a:lnTo>
                      <a:lnTo>
                        <a:pt x="34" y="86"/>
                      </a:lnTo>
                      <a:lnTo>
                        <a:pt x="34" y="88"/>
                      </a:lnTo>
                      <a:lnTo>
                        <a:pt x="34" y="86"/>
                      </a:lnTo>
                      <a:lnTo>
                        <a:pt x="34" y="82"/>
                      </a:lnTo>
                      <a:lnTo>
                        <a:pt x="34" y="82"/>
                      </a:lnTo>
                      <a:lnTo>
                        <a:pt x="30" y="82"/>
                      </a:lnTo>
                      <a:lnTo>
                        <a:pt x="28" y="80"/>
                      </a:lnTo>
                      <a:lnTo>
                        <a:pt x="28" y="80"/>
                      </a:lnTo>
                      <a:lnTo>
                        <a:pt x="30" y="80"/>
                      </a:lnTo>
                      <a:lnTo>
                        <a:pt x="30" y="78"/>
                      </a:lnTo>
                      <a:lnTo>
                        <a:pt x="30" y="78"/>
                      </a:lnTo>
                      <a:lnTo>
                        <a:pt x="24" y="78"/>
                      </a:lnTo>
                      <a:lnTo>
                        <a:pt x="24" y="78"/>
                      </a:lnTo>
                      <a:lnTo>
                        <a:pt x="24" y="76"/>
                      </a:lnTo>
                      <a:lnTo>
                        <a:pt x="26" y="76"/>
                      </a:lnTo>
                      <a:lnTo>
                        <a:pt x="26" y="76"/>
                      </a:lnTo>
                      <a:lnTo>
                        <a:pt x="28" y="72"/>
                      </a:lnTo>
                      <a:lnTo>
                        <a:pt x="28" y="72"/>
                      </a:lnTo>
                      <a:lnTo>
                        <a:pt x="26" y="72"/>
                      </a:lnTo>
                      <a:lnTo>
                        <a:pt x="26" y="72"/>
                      </a:lnTo>
                      <a:lnTo>
                        <a:pt x="26" y="72"/>
                      </a:lnTo>
                      <a:lnTo>
                        <a:pt x="20" y="78"/>
                      </a:lnTo>
                      <a:lnTo>
                        <a:pt x="20" y="78"/>
                      </a:lnTo>
                      <a:lnTo>
                        <a:pt x="18" y="72"/>
                      </a:lnTo>
                      <a:lnTo>
                        <a:pt x="14" y="68"/>
                      </a:lnTo>
                      <a:lnTo>
                        <a:pt x="14" y="68"/>
                      </a:lnTo>
                      <a:lnTo>
                        <a:pt x="12" y="70"/>
                      </a:lnTo>
                      <a:lnTo>
                        <a:pt x="12" y="70"/>
                      </a:lnTo>
                      <a:lnTo>
                        <a:pt x="12" y="68"/>
                      </a:lnTo>
                      <a:lnTo>
                        <a:pt x="12" y="66"/>
                      </a:lnTo>
                      <a:lnTo>
                        <a:pt x="12" y="66"/>
                      </a:lnTo>
                      <a:lnTo>
                        <a:pt x="0" y="68"/>
                      </a:lnTo>
                      <a:lnTo>
                        <a:pt x="0" y="66"/>
                      </a:lnTo>
                      <a:lnTo>
                        <a:pt x="2" y="64"/>
                      </a:lnTo>
                      <a:lnTo>
                        <a:pt x="2" y="64"/>
                      </a:lnTo>
                      <a:lnTo>
                        <a:pt x="2" y="60"/>
                      </a:lnTo>
                      <a:lnTo>
                        <a:pt x="2" y="60"/>
                      </a:lnTo>
                      <a:lnTo>
                        <a:pt x="6" y="62"/>
                      </a:lnTo>
                      <a:lnTo>
                        <a:pt x="6" y="60"/>
                      </a:lnTo>
                      <a:lnTo>
                        <a:pt x="6" y="60"/>
                      </a:lnTo>
                      <a:lnTo>
                        <a:pt x="0" y="56"/>
                      </a:lnTo>
                      <a:lnTo>
                        <a:pt x="0" y="54"/>
                      </a:lnTo>
                      <a:lnTo>
                        <a:pt x="0" y="54"/>
                      </a:lnTo>
                      <a:lnTo>
                        <a:pt x="6" y="50"/>
                      </a:lnTo>
                      <a:lnTo>
                        <a:pt x="6" y="50"/>
                      </a:lnTo>
                      <a:lnTo>
                        <a:pt x="10" y="52"/>
                      </a:lnTo>
                      <a:lnTo>
                        <a:pt x="14" y="52"/>
                      </a:lnTo>
                      <a:lnTo>
                        <a:pt x="16" y="48"/>
                      </a:lnTo>
                      <a:lnTo>
                        <a:pt x="16" y="48"/>
                      </a:lnTo>
                      <a:lnTo>
                        <a:pt x="20" y="48"/>
                      </a:lnTo>
                      <a:lnTo>
                        <a:pt x="22" y="50"/>
                      </a:lnTo>
                      <a:lnTo>
                        <a:pt x="24" y="54"/>
                      </a:lnTo>
                      <a:lnTo>
                        <a:pt x="26" y="54"/>
                      </a:lnTo>
                      <a:lnTo>
                        <a:pt x="26" y="54"/>
                      </a:lnTo>
                      <a:lnTo>
                        <a:pt x="28" y="50"/>
                      </a:lnTo>
                      <a:lnTo>
                        <a:pt x="28" y="50"/>
                      </a:lnTo>
                      <a:lnTo>
                        <a:pt x="32" y="52"/>
                      </a:lnTo>
                      <a:lnTo>
                        <a:pt x="34" y="52"/>
                      </a:lnTo>
                      <a:lnTo>
                        <a:pt x="34" y="50"/>
                      </a:lnTo>
                      <a:lnTo>
                        <a:pt x="34" y="50"/>
                      </a:lnTo>
                      <a:lnTo>
                        <a:pt x="46" y="50"/>
                      </a:lnTo>
                      <a:lnTo>
                        <a:pt x="46" y="50"/>
                      </a:lnTo>
                      <a:lnTo>
                        <a:pt x="46" y="50"/>
                      </a:lnTo>
                      <a:lnTo>
                        <a:pt x="48" y="48"/>
                      </a:lnTo>
                      <a:lnTo>
                        <a:pt x="48" y="48"/>
                      </a:lnTo>
                      <a:lnTo>
                        <a:pt x="44" y="46"/>
                      </a:lnTo>
                      <a:lnTo>
                        <a:pt x="44" y="46"/>
                      </a:lnTo>
                      <a:lnTo>
                        <a:pt x="44" y="42"/>
                      </a:lnTo>
                      <a:lnTo>
                        <a:pt x="44" y="38"/>
                      </a:lnTo>
                      <a:lnTo>
                        <a:pt x="44" y="38"/>
                      </a:lnTo>
                      <a:lnTo>
                        <a:pt x="40" y="28"/>
                      </a:lnTo>
                      <a:lnTo>
                        <a:pt x="40" y="28"/>
                      </a:lnTo>
                      <a:lnTo>
                        <a:pt x="46" y="28"/>
                      </a:lnTo>
                      <a:lnTo>
                        <a:pt x="48" y="28"/>
                      </a:lnTo>
                      <a:lnTo>
                        <a:pt x="50" y="36"/>
                      </a:lnTo>
                      <a:lnTo>
                        <a:pt x="50" y="36"/>
                      </a:lnTo>
                      <a:lnTo>
                        <a:pt x="60" y="34"/>
                      </a:lnTo>
                      <a:lnTo>
                        <a:pt x="68" y="32"/>
                      </a:lnTo>
                      <a:lnTo>
                        <a:pt x="68" y="32"/>
                      </a:lnTo>
                      <a:lnTo>
                        <a:pt x="68" y="28"/>
                      </a:lnTo>
                      <a:lnTo>
                        <a:pt x="68" y="28"/>
                      </a:lnTo>
                      <a:lnTo>
                        <a:pt x="74" y="24"/>
                      </a:lnTo>
                      <a:lnTo>
                        <a:pt x="82" y="20"/>
                      </a:lnTo>
                      <a:lnTo>
                        <a:pt x="82" y="20"/>
                      </a:lnTo>
                      <a:lnTo>
                        <a:pt x="84" y="20"/>
                      </a:lnTo>
                      <a:lnTo>
                        <a:pt x="86" y="20"/>
                      </a:lnTo>
                      <a:lnTo>
                        <a:pt x="86" y="20"/>
                      </a:lnTo>
                      <a:lnTo>
                        <a:pt x="84" y="16"/>
                      </a:lnTo>
                      <a:lnTo>
                        <a:pt x="86" y="8"/>
                      </a:lnTo>
                      <a:lnTo>
                        <a:pt x="86" y="8"/>
                      </a:lnTo>
                      <a:lnTo>
                        <a:pt x="86" y="2"/>
                      </a:lnTo>
                      <a:lnTo>
                        <a:pt x="86" y="2"/>
                      </a:lnTo>
                      <a:lnTo>
                        <a:pt x="94" y="0"/>
                      </a:lnTo>
                      <a:lnTo>
                        <a:pt x="98" y="4"/>
                      </a:lnTo>
                      <a:lnTo>
                        <a:pt x="98" y="4"/>
                      </a:lnTo>
                      <a:lnTo>
                        <a:pt x="98" y="4"/>
                      </a:lnTo>
                      <a:lnTo>
                        <a:pt x="100" y="6"/>
                      </a:lnTo>
                      <a:lnTo>
                        <a:pt x="100" y="6"/>
                      </a:lnTo>
                      <a:lnTo>
                        <a:pt x="102" y="12"/>
                      </a:lnTo>
                      <a:lnTo>
                        <a:pt x="102" y="12"/>
                      </a:lnTo>
                      <a:lnTo>
                        <a:pt x="104" y="12"/>
                      </a:lnTo>
                      <a:lnTo>
                        <a:pt x="108" y="16"/>
                      </a:lnTo>
                      <a:lnTo>
                        <a:pt x="108" y="16"/>
                      </a:lnTo>
                      <a:lnTo>
                        <a:pt x="110" y="18"/>
                      </a:lnTo>
                      <a:lnTo>
                        <a:pt x="112" y="18"/>
                      </a:lnTo>
                      <a:lnTo>
                        <a:pt x="114" y="16"/>
                      </a:lnTo>
                      <a:lnTo>
                        <a:pt x="114" y="16"/>
                      </a:lnTo>
                      <a:lnTo>
                        <a:pt x="114" y="18"/>
                      </a:lnTo>
                      <a:lnTo>
                        <a:pt x="116" y="22"/>
                      </a:lnTo>
                      <a:lnTo>
                        <a:pt x="116" y="22"/>
                      </a:lnTo>
                      <a:lnTo>
                        <a:pt x="120" y="24"/>
                      </a:lnTo>
                      <a:lnTo>
                        <a:pt x="124" y="26"/>
                      </a:lnTo>
                      <a:lnTo>
                        <a:pt x="124" y="26"/>
                      </a:lnTo>
                      <a:lnTo>
                        <a:pt x="126" y="26"/>
                      </a:lnTo>
                      <a:lnTo>
                        <a:pt x="128" y="26"/>
                      </a:lnTo>
                      <a:lnTo>
                        <a:pt x="130" y="24"/>
                      </a:lnTo>
                      <a:lnTo>
                        <a:pt x="130" y="26"/>
                      </a:lnTo>
                      <a:lnTo>
                        <a:pt x="130" y="26"/>
                      </a:lnTo>
                      <a:lnTo>
                        <a:pt x="130" y="30"/>
                      </a:lnTo>
                      <a:lnTo>
                        <a:pt x="132" y="32"/>
                      </a:lnTo>
                      <a:lnTo>
                        <a:pt x="132" y="32"/>
                      </a:lnTo>
                      <a:lnTo>
                        <a:pt x="136" y="32"/>
                      </a:lnTo>
                      <a:lnTo>
                        <a:pt x="142" y="30"/>
                      </a:lnTo>
                      <a:lnTo>
                        <a:pt x="142" y="30"/>
                      </a:lnTo>
                      <a:lnTo>
                        <a:pt x="142" y="32"/>
                      </a:lnTo>
                      <a:lnTo>
                        <a:pt x="142" y="32"/>
                      </a:lnTo>
                      <a:lnTo>
                        <a:pt x="142" y="34"/>
                      </a:lnTo>
                      <a:lnTo>
                        <a:pt x="142" y="36"/>
                      </a:lnTo>
                      <a:lnTo>
                        <a:pt x="144" y="38"/>
                      </a:lnTo>
                      <a:lnTo>
                        <a:pt x="144" y="38"/>
                      </a:lnTo>
                      <a:lnTo>
                        <a:pt x="150" y="40"/>
                      </a:lnTo>
                      <a:lnTo>
                        <a:pt x="150" y="40"/>
                      </a:lnTo>
                      <a:lnTo>
                        <a:pt x="154" y="38"/>
                      </a:lnTo>
                      <a:lnTo>
                        <a:pt x="158" y="38"/>
                      </a:lnTo>
                      <a:lnTo>
                        <a:pt x="160" y="40"/>
                      </a:lnTo>
                      <a:lnTo>
                        <a:pt x="160" y="40"/>
                      </a:lnTo>
                      <a:lnTo>
                        <a:pt x="162" y="42"/>
                      </a:lnTo>
                      <a:lnTo>
                        <a:pt x="164" y="44"/>
                      </a:lnTo>
                      <a:lnTo>
                        <a:pt x="168" y="42"/>
                      </a:lnTo>
                      <a:lnTo>
                        <a:pt x="168" y="42"/>
                      </a:lnTo>
                      <a:lnTo>
                        <a:pt x="174" y="44"/>
                      </a:lnTo>
                      <a:lnTo>
                        <a:pt x="174" y="44"/>
                      </a:lnTo>
                      <a:lnTo>
                        <a:pt x="174" y="46"/>
                      </a:lnTo>
                      <a:lnTo>
                        <a:pt x="174" y="52"/>
                      </a:lnTo>
                      <a:lnTo>
                        <a:pt x="174" y="52"/>
                      </a:lnTo>
                      <a:close/>
                      <a:moveTo>
                        <a:pt x="190" y="160"/>
                      </a:moveTo>
                      <a:lnTo>
                        <a:pt x="190" y="160"/>
                      </a:lnTo>
                      <a:lnTo>
                        <a:pt x="188" y="164"/>
                      </a:lnTo>
                      <a:lnTo>
                        <a:pt x="186" y="168"/>
                      </a:lnTo>
                      <a:lnTo>
                        <a:pt x="186" y="168"/>
                      </a:lnTo>
                      <a:lnTo>
                        <a:pt x="182" y="168"/>
                      </a:lnTo>
                      <a:lnTo>
                        <a:pt x="178" y="170"/>
                      </a:lnTo>
                      <a:lnTo>
                        <a:pt x="178" y="170"/>
                      </a:lnTo>
                      <a:lnTo>
                        <a:pt x="178" y="178"/>
                      </a:lnTo>
                      <a:lnTo>
                        <a:pt x="180" y="184"/>
                      </a:lnTo>
                      <a:lnTo>
                        <a:pt x="180" y="184"/>
                      </a:lnTo>
                      <a:lnTo>
                        <a:pt x="178" y="184"/>
                      </a:lnTo>
                      <a:lnTo>
                        <a:pt x="178" y="186"/>
                      </a:lnTo>
                      <a:lnTo>
                        <a:pt x="178" y="186"/>
                      </a:lnTo>
                      <a:lnTo>
                        <a:pt x="180" y="188"/>
                      </a:lnTo>
                      <a:lnTo>
                        <a:pt x="184" y="190"/>
                      </a:lnTo>
                      <a:lnTo>
                        <a:pt x="190" y="194"/>
                      </a:lnTo>
                      <a:lnTo>
                        <a:pt x="190" y="194"/>
                      </a:lnTo>
                      <a:lnTo>
                        <a:pt x="194" y="178"/>
                      </a:lnTo>
                      <a:lnTo>
                        <a:pt x="194" y="170"/>
                      </a:lnTo>
                      <a:lnTo>
                        <a:pt x="192" y="162"/>
                      </a:lnTo>
                      <a:lnTo>
                        <a:pt x="192" y="162"/>
                      </a:lnTo>
                      <a:lnTo>
                        <a:pt x="190" y="160"/>
                      </a:lnTo>
                      <a:lnTo>
                        <a:pt x="190"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0" name="Freeform 191">
                  <a:extLst>
                    <a:ext uri="{FF2B5EF4-FFF2-40B4-BE49-F238E27FC236}">
                      <a16:creationId xmlns:a16="http://schemas.microsoft.com/office/drawing/2014/main" id="{D6E218F7-FE8F-DB48-961E-71DE1F77FA4F}"/>
                    </a:ext>
                  </a:extLst>
                </p:cNvPr>
                <p:cNvSpPr>
                  <a:spLocks/>
                </p:cNvSpPr>
                <p:nvPr/>
              </p:nvSpPr>
              <p:spPr bwMode="auto">
                <a:xfrm>
                  <a:off x="6447363" y="1712496"/>
                  <a:ext cx="285709" cy="472555"/>
                </a:xfrm>
                <a:custGeom>
                  <a:avLst/>
                  <a:gdLst>
                    <a:gd name="T0" fmla="*/ 54 w 146"/>
                    <a:gd name="T1" fmla="*/ 102 h 236"/>
                    <a:gd name="T2" fmla="*/ 58 w 146"/>
                    <a:gd name="T3" fmla="*/ 100 h 236"/>
                    <a:gd name="T4" fmla="*/ 60 w 146"/>
                    <a:gd name="T5" fmla="*/ 114 h 236"/>
                    <a:gd name="T6" fmla="*/ 58 w 146"/>
                    <a:gd name="T7" fmla="*/ 122 h 236"/>
                    <a:gd name="T8" fmla="*/ 54 w 146"/>
                    <a:gd name="T9" fmla="*/ 122 h 236"/>
                    <a:gd name="T10" fmla="*/ 46 w 146"/>
                    <a:gd name="T11" fmla="*/ 134 h 236"/>
                    <a:gd name="T12" fmla="*/ 40 w 146"/>
                    <a:gd name="T13" fmla="*/ 146 h 236"/>
                    <a:gd name="T14" fmla="*/ 28 w 146"/>
                    <a:gd name="T15" fmla="*/ 156 h 236"/>
                    <a:gd name="T16" fmla="*/ 22 w 146"/>
                    <a:gd name="T17" fmla="*/ 160 h 236"/>
                    <a:gd name="T18" fmla="*/ 18 w 146"/>
                    <a:gd name="T19" fmla="*/ 166 h 236"/>
                    <a:gd name="T20" fmla="*/ 16 w 146"/>
                    <a:gd name="T21" fmla="*/ 178 h 236"/>
                    <a:gd name="T22" fmla="*/ 20 w 146"/>
                    <a:gd name="T23" fmla="*/ 190 h 236"/>
                    <a:gd name="T24" fmla="*/ 16 w 146"/>
                    <a:gd name="T25" fmla="*/ 198 h 236"/>
                    <a:gd name="T26" fmla="*/ 18 w 146"/>
                    <a:gd name="T27" fmla="*/ 210 h 236"/>
                    <a:gd name="T28" fmla="*/ 22 w 146"/>
                    <a:gd name="T29" fmla="*/ 220 h 236"/>
                    <a:gd name="T30" fmla="*/ 24 w 146"/>
                    <a:gd name="T31" fmla="*/ 214 h 236"/>
                    <a:gd name="T32" fmla="*/ 32 w 146"/>
                    <a:gd name="T33" fmla="*/ 218 h 236"/>
                    <a:gd name="T34" fmla="*/ 38 w 146"/>
                    <a:gd name="T35" fmla="*/ 220 h 236"/>
                    <a:gd name="T36" fmla="*/ 28 w 146"/>
                    <a:gd name="T37" fmla="*/ 234 h 236"/>
                    <a:gd name="T38" fmla="*/ 40 w 146"/>
                    <a:gd name="T39" fmla="*/ 230 h 236"/>
                    <a:gd name="T40" fmla="*/ 42 w 146"/>
                    <a:gd name="T41" fmla="*/ 234 h 236"/>
                    <a:gd name="T42" fmla="*/ 54 w 146"/>
                    <a:gd name="T43" fmla="*/ 234 h 236"/>
                    <a:gd name="T44" fmla="*/ 70 w 146"/>
                    <a:gd name="T45" fmla="*/ 224 h 236"/>
                    <a:gd name="T46" fmla="*/ 74 w 146"/>
                    <a:gd name="T47" fmla="*/ 222 h 236"/>
                    <a:gd name="T48" fmla="*/ 84 w 146"/>
                    <a:gd name="T49" fmla="*/ 222 h 236"/>
                    <a:gd name="T50" fmla="*/ 86 w 146"/>
                    <a:gd name="T51" fmla="*/ 216 h 236"/>
                    <a:gd name="T52" fmla="*/ 92 w 146"/>
                    <a:gd name="T53" fmla="*/ 218 h 236"/>
                    <a:gd name="T54" fmla="*/ 140 w 146"/>
                    <a:gd name="T55" fmla="*/ 186 h 236"/>
                    <a:gd name="T56" fmla="*/ 144 w 146"/>
                    <a:gd name="T57" fmla="*/ 170 h 236"/>
                    <a:gd name="T58" fmla="*/ 134 w 146"/>
                    <a:gd name="T59" fmla="*/ 164 h 236"/>
                    <a:gd name="T60" fmla="*/ 138 w 146"/>
                    <a:gd name="T61" fmla="*/ 148 h 236"/>
                    <a:gd name="T62" fmla="*/ 136 w 146"/>
                    <a:gd name="T63" fmla="*/ 138 h 236"/>
                    <a:gd name="T64" fmla="*/ 128 w 146"/>
                    <a:gd name="T65" fmla="*/ 124 h 236"/>
                    <a:gd name="T66" fmla="*/ 126 w 146"/>
                    <a:gd name="T67" fmla="*/ 108 h 236"/>
                    <a:gd name="T68" fmla="*/ 126 w 146"/>
                    <a:gd name="T69" fmla="*/ 100 h 236"/>
                    <a:gd name="T70" fmla="*/ 118 w 146"/>
                    <a:gd name="T71" fmla="*/ 66 h 236"/>
                    <a:gd name="T72" fmla="*/ 126 w 146"/>
                    <a:gd name="T73" fmla="*/ 50 h 236"/>
                    <a:gd name="T74" fmla="*/ 118 w 146"/>
                    <a:gd name="T75" fmla="*/ 42 h 236"/>
                    <a:gd name="T76" fmla="*/ 122 w 146"/>
                    <a:gd name="T77" fmla="*/ 20 h 236"/>
                    <a:gd name="T78" fmla="*/ 116 w 146"/>
                    <a:gd name="T79" fmla="*/ 18 h 236"/>
                    <a:gd name="T80" fmla="*/ 100 w 146"/>
                    <a:gd name="T81" fmla="*/ 0 h 236"/>
                    <a:gd name="T82" fmla="*/ 82 w 146"/>
                    <a:gd name="T83" fmla="*/ 4 h 236"/>
                    <a:gd name="T84" fmla="*/ 76 w 146"/>
                    <a:gd name="T85" fmla="*/ 10 h 236"/>
                    <a:gd name="T86" fmla="*/ 68 w 146"/>
                    <a:gd name="T87" fmla="*/ 20 h 236"/>
                    <a:gd name="T88" fmla="*/ 68 w 146"/>
                    <a:gd name="T89" fmla="*/ 32 h 236"/>
                    <a:gd name="T90" fmla="*/ 60 w 146"/>
                    <a:gd name="T91" fmla="*/ 42 h 236"/>
                    <a:gd name="T92" fmla="*/ 48 w 146"/>
                    <a:gd name="T93" fmla="*/ 34 h 236"/>
                    <a:gd name="T94" fmla="*/ 42 w 146"/>
                    <a:gd name="T95" fmla="*/ 34 h 236"/>
                    <a:gd name="T96" fmla="*/ 10 w 146"/>
                    <a:gd name="T97" fmla="*/ 20 h 236"/>
                    <a:gd name="T98" fmla="*/ 0 w 146"/>
                    <a:gd name="T99" fmla="*/ 28 h 236"/>
                    <a:gd name="T100" fmla="*/ 12 w 146"/>
                    <a:gd name="T101" fmla="*/ 38 h 236"/>
                    <a:gd name="T102" fmla="*/ 26 w 146"/>
                    <a:gd name="T103" fmla="*/ 42 h 236"/>
                    <a:gd name="T104" fmla="*/ 36 w 146"/>
                    <a:gd name="T105" fmla="*/ 54 h 236"/>
                    <a:gd name="T106" fmla="*/ 36 w 146"/>
                    <a:gd name="T107" fmla="*/ 64 h 236"/>
                    <a:gd name="T108" fmla="*/ 38 w 146"/>
                    <a:gd name="T109" fmla="*/ 74 h 236"/>
                    <a:gd name="T110" fmla="*/ 40 w 146"/>
                    <a:gd name="T111" fmla="*/ 9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6" h="236">
                      <a:moveTo>
                        <a:pt x="40" y="98"/>
                      </a:moveTo>
                      <a:lnTo>
                        <a:pt x="40" y="98"/>
                      </a:lnTo>
                      <a:lnTo>
                        <a:pt x="52" y="98"/>
                      </a:lnTo>
                      <a:lnTo>
                        <a:pt x="54" y="102"/>
                      </a:lnTo>
                      <a:lnTo>
                        <a:pt x="54" y="102"/>
                      </a:lnTo>
                      <a:lnTo>
                        <a:pt x="54" y="102"/>
                      </a:lnTo>
                      <a:lnTo>
                        <a:pt x="56" y="102"/>
                      </a:lnTo>
                      <a:lnTo>
                        <a:pt x="56" y="100"/>
                      </a:lnTo>
                      <a:lnTo>
                        <a:pt x="58" y="100"/>
                      </a:lnTo>
                      <a:lnTo>
                        <a:pt x="58" y="100"/>
                      </a:lnTo>
                      <a:lnTo>
                        <a:pt x="58" y="104"/>
                      </a:lnTo>
                      <a:lnTo>
                        <a:pt x="58" y="106"/>
                      </a:lnTo>
                      <a:lnTo>
                        <a:pt x="58" y="112"/>
                      </a:lnTo>
                      <a:lnTo>
                        <a:pt x="60" y="114"/>
                      </a:lnTo>
                      <a:lnTo>
                        <a:pt x="60" y="114"/>
                      </a:lnTo>
                      <a:lnTo>
                        <a:pt x="60" y="116"/>
                      </a:lnTo>
                      <a:lnTo>
                        <a:pt x="58" y="118"/>
                      </a:lnTo>
                      <a:lnTo>
                        <a:pt x="58" y="118"/>
                      </a:lnTo>
                      <a:lnTo>
                        <a:pt x="58" y="120"/>
                      </a:lnTo>
                      <a:lnTo>
                        <a:pt x="58" y="122"/>
                      </a:lnTo>
                      <a:lnTo>
                        <a:pt x="58" y="122"/>
                      </a:lnTo>
                      <a:lnTo>
                        <a:pt x="58" y="122"/>
                      </a:lnTo>
                      <a:lnTo>
                        <a:pt x="58" y="122"/>
                      </a:lnTo>
                      <a:lnTo>
                        <a:pt x="58" y="122"/>
                      </a:lnTo>
                      <a:lnTo>
                        <a:pt x="54" y="122"/>
                      </a:lnTo>
                      <a:lnTo>
                        <a:pt x="52" y="124"/>
                      </a:lnTo>
                      <a:lnTo>
                        <a:pt x="52" y="124"/>
                      </a:lnTo>
                      <a:lnTo>
                        <a:pt x="48" y="128"/>
                      </a:lnTo>
                      <a:lnTo>
                        <a:pt x="48" y="134"/>
                      </a:lnTo>
                      <a:lnTo>
                        <a:pt x="46" y="134"/>
                      </a:lnTo>
                      <a:lnTo>
                        <a:pt x="46" y="134"/>
                      </a:lnTo>
                      <a:lnTo>
                        <a:pt x="40" y="142"/>
                      </a:lnTo>
                      <a:lnTo>
                        <a:pt x="40" y="142"/>
                      </a:lnTo>
                      <a:lnTo>
                        <a:pt x="40" y="146"/>
                      </a:lnTo>
                      <a:lnTo>
                        <a:pt x="40" y="146"/>
                      </a:lnTo>
                      <a:lnTo>
                        <a:pt x="38" y="148"/>
                      </a:lnTo>
                      <a:lnTo>
                        <a:pt x="32" y="150"/>
                      </a:lnTo>
                      <a:lnTo>
                        <a:pt x="32" y="150"/>
                      </a:lnTo>
                      <a:lnTo>
                        <a:pt x="30" y="152"/>
                      </a:lnTo>
                      <a:lnTo>
                        <a:pt x="28" y="156"/>
                      </a:lnTo>
                      <a:lnTo>
                        <a:pt x="26" y="156"/>
                      </a:lnTo>
                      <a:lnTo>
                        <a:pt x="26" y="156"/>
                      </a:lnTo>
                      <a:lnTo>
                        <a:pt x="26" y="160"/>
                      </a:lnTo>
                      <a:lnTo>
                        <a:pt x="26" y="160"/>
                      </a:lnTo>
                      <a:lnTo>
                        <a:pt x="22" y="160"/>
                      </a:lnTo>
                      <a:lnTo>
                        <a:pt x="20" y="160"/>
                      </a:lnTo>
                      <a:lnTo>
                        <a:pt x="20" y="160"/>
                      </a:lnTo>
                      <a:lnTo>
                        <a:pt x="20" y="162"/>
                      </a:lnTo>
                      <a:lnTo>
                        <a:pt x="18" y="166"/>
                      </a:lnTo>
                      <a:lnTo>
                        <a:pt x="18" y="166"/>
                      </a:lnTo>
                      <a:lnTo>
                        <a:pt x="12" y="170"/>
                      </a:lnTo>
                      <a:lnTo>
                        <a:pt x="12" y="170"/>
                      </a:lnTo>
                      <a:lnTo>
                        <a:pt x="12" y="176"/>
                      </a:lnTo>
                      <a:lnTo>
                        <a:pt x="12" y="176"/>
                      </a:lnTo>
                      <a:lnTo>
                        <a:pt x="16" y="178"/>
                      </a:lnTo>
                      <a:lnTo>
                        <a:pt x="16" y="178"/>
                      </a:lnTo>
                      <a:lnTo>
                        <a:pt x="16" y="180"/>
                      </a:lnTo>
                      <a:lnTo>
                        <a:pt x="16" y="182"/>
                      </a:lnTo>
                      <a:lnTo>
                        <a:pt x="20" y="190"/>
                      </a:lnTo>
                      <a:lnTo>
                        <a:pt x="20" y="190"/>
                      </a:lnTo>
                      <a:lnTo>
                        <a:pt x="20" y="192"/>
                      </a:lnTo>
                      <a:lnTo>
                        <a:pt x="20" y="192"/>
                      </a:lnTo>
                      <a:lnTo>
                        <a:pt x="16" y="196"/>
                      </a:lnTo>
                      <a:lnTo>
                        <a:pt x="16" y="198"/>
                      </a:lnTo>
                      <a:lnTo>
                        <a:pt x="16" y="198"/>
                      </a:lnTo>
                      <a:lnTo>
                        <a:pt x="16" y="206"/>
                      </a:lnTo>
                      <a:lnTo>
                        <a:pt x="16" y="206"/>
                      </a:lnTo>
                      <a:lnTo>
                        <a:pt x="18" y="212"/>
                      </a:lnTo>
                      <a:lnTo>
                        <a:pt x="18" y="212"/>
                      </a:lnTo>
                      <a:lnTo>
                        <a:pt x="18" y="210"/>
                      </a:lnTo>
                      <a:lnTo>
                        <a:pt x="20" y="210"/>
                      </a:lnTo>
                      <a:lnTo>
                        <a:pt x="22" y="210"/>
                      </a:lnTo>
                      <a:lnTo>
                        <a:pt x="22" y="210"/>
                      </a:lnTo>
                      <a:lnTo>
                        <a:pt x="22" y="220"/>
                      </a:lnTo>
                      <a:lnTo>
                        <a:pt x="22" y="220"/>
                      </a:lnTo>
                      <a:lnTo>
                        <a:pt x="26" y="220"/>
                      </a:lnTo>
                      <a:lnTo>
                        <a:pt x="26" y="220"/>
                      </a:lnTo>
                      <a:lnTo>
                        <a:pt x="24" y="216"/>
                      </a:lnTo>
                      <a:lnTo>
                        <a:pt x="24" y="214"/>
                      </a:lnTo>
                      <a:lnTo>
                        <a:pt x="24" y="214"/>
                      </a:lnTo>
                      <a:lnTo>
                        <a:pt x="24" y="214"/>
                      </a:lnTo>
                      <a:lnTo>
                        <a:pt x="26" y="216"/>
                      </a:lnTo>
                      <a:lnTo>
                        <a:pt x="26" y="216"/>
                      </a:lnTo>
                      <a:lnTo>
                        <a:pt x="32" y="218"/>
                      </a:lnTo>
                      <a:lnTo>
                        <a:pt x="32" y="218"/>
                      </a:lnTo>
                      <a:lnTo>
                        <a:pt x="32" y="222"/>
                      </a:lnTo>
                      <a:lnTo>
                        <a:pt x="32" y="222"/>
                      </a:lnTo>
                      <a:lnTo>
                        <a:pt x="36" y="222"/>
                      </a:lnTo>
                      <a:lnTo>
                        <a:pt x="38" y="220"/>
                      </a:lnTo>
                      <a:lnTo>
                        <a:pt x="38" y="220"/>
                      </a:lnTo>
                      <a:lnTo>
                        <a:pt x="38" y="224"/>
                      </a:lnTo>
                      <a:lnTo>
                        <a:pt x="38" y="224"/>
                      </a:lnTo>
                      <a:lnTo>
                        <a:pt x="28" y="226"/>
                      </a:lnTo>
                      <a:lnTo>
                        <a:pt x="28" y="226"/>
                      </a:lnTo>
                      <a:lnTo>
                        <a:pt x="28" y="234"/>
                      </a:lnTo>
                      <a:lnTo>
                        <a:pt x="28" y="234"/>
                      </a:lnTo>
                      <a:lnTo>
                        <a:pt x="34" y="232"/>
                      </a:lnTo>
                      <a:lnTo>
                        <a:pt x="36" y="226"/>
                      </a:lnTo>
                      <a:lnTo>
                        <a:pt x="36" y="226"/>
                      </a:lnTo>
                      <a:lnTo>
                        <a:pt x="40" y="230"/>
                      </a:lnTo>
                      <a:lnTo>
                        <a:pt x="40" y="230"/>
                      </a:lnTo>
                      <a:lnTo>
                        <a:pt x="40" y="232"/>
                      </a:lnTo>
                      <a:lnTo>
                        <a:pt x="38" y="234"/>
                      </a:lnTo>
                      <a:lnTo>
                        <a:pt x="38" y="234"/>
                      </a:lnTo>
                      <a:lnTo>
                        <a:pt x="42" y="234"/>
                      </a:lnTo>
                      <a:lnTo>
                        <a:pt x="42" y="234"/>
                      </a:lnTo>
                      <a:lnTo>
                        <a:pt x="42" y="236"/>
                      </a:lnTo>
                      <a:lnTo>
                        <a:pt x="42" y="236"/>
                      </a:lnTo>
                      <a:lnTo>
                        <a:pt x="54" y="234"/>
                      </a:lnTo>
                      <a:lnTo>
                        <a:pt x="54" y="234"/>
                      </a:lnTo>
                      <a:lnTo>
                        <a:pt x="54" y="232"/>
                      </a:lnTo>
                      <a:lnTo>
                        <a:pt x="54" y="232"/>
                      </a:lnTo>
                      <a:lnTo>
                        <a:pt x="60" y="228"/>
                      </a:lnTo>
                      <a:lnTo>
                        <a:pt x="70" y="224"/>
                      </a:lnTo>
                      <a:lnTo>
                        <a:pt x="70" y="224"/>
                      </a:lnTo>
                      <a:lnTo>
                        <a:pt x="70" y="220"/>
                      </a:lnTo>
                      <a:lnTo>
                        <a:pt x="70" y="220"/>
                      </a:lnTo>
                      <a:lnTo>
                        <a:pt x="72" y="220"/>
                      </a:lnTo>
                      <a:lnTo>
                        <a:pt x="74" y="222"/>
                      </a:lnTo>
                      <a:lnTo>
                        <a:pt x="74" y="222"/>
                      </a:lnTo>
                      <a:lnTo>
                        <a:pt x="76" y="220"/>
                      </a:lnTo>
                      <a:lnTo>
                        <a:pt x="78" y="220"/>
                      </a:lnTo>
                      <a:lnTo>
                        <a:pt x="78" y="220"/>
                      </a:lnTo>
                      <a:lnTo>
                        <a:pt x="80" y="220"/>
                      </a:lnTo>
                      <a:lnTo>
                        <a:pt x="84" y="222"/>
                      </a:lnTo>
                      <a:lnTo>
                        <a:pt x="84" y="222"/>
                      </a:lnTo>
                      <a:lnTo>
                        <a:pt x="84" y="218"/>
                      </a:lnTo>
                      <a:lnTo>
                        <a:pt x="84" y="218"/>
                      </a:lnTo>
                      <a:lnTo>
                        <a:pt x="86" y="218"/>
                      </a:lnTo>
                      <a:lnTo>
                        <a:pt x="86" y="216"/>
                      </a:lnTo>
                      <a:lnTo>
                        <a:pt x="86" y="216"/>
                      </a:lnTo>
                      <a:lnTo>
                        <a:pt x="88" y="216"/>
                      </a:lnTo>
                      <a:lnTo>
                        <a:pt x="88" y="218"/>
                      </a:lnTo>
                      <a:lnTo>
                        <a:pt x="88" y="218"/>
                      </a:lnTo>
                      <a:lnTo>
                        <a:pt x="92" y="218"/>
                      </a:lnTo>
                      <a:lnTo>
                        <a:pt x="92" y="218"/>
                      </a:lnTo>
                      <a:lnTo>
                        <a:pt x="100" y="212"/>
                      </a:lnTo>
                      <a:lnTo>
                        <a:pt x="100" y="212"/>
                      </a:lnTo>
                      <a:lnTo>
                        <a:pt x="124" y="196"/>
                      </a:lnTo>
                      <a:lnTo>
                        <a:pt x="140" y="186"/>
                      </a:lnTo>
                      <a:lnTo>
                        <a:pt x="146" y="180"/>
                      </a:lnTo>
                      <a:lnTo>
                        <a:pt x="146" y="180"/>
                      </a:lnTo>
                      <a:lnTo>
                        <a:pt x="146" y="176"/>
                      </a:lnTo>
                      <a:lnTo>
                        <a:pt x="144" y="170"/>
                      </a:lnTo>
                      <a:lnTo>
                        <a:pt x="144" y="170"/>
                      </a:lnTo>
                      <a:lnTo>
                        <a:pt x="144" y="168"/>
                      </a:lnTo>
                      <a:lnTo>
                        <a:pt x="142" y="168"/>
                      </a:lnTo>
                      <a:lnTo>
                        <a:pt x="136" y="166"/>
                      </a:lnTo>
                      <a:lnTo>
                        <a:pt x="136" y="166"/>
                      </a:lnTo>
                      <a:lnTo>
                        <a:pt x="134" y="164"/>
                      </a:lnTo>
                      <a:lnTo>
                        <a:pt x="134" y="162"/>
                      </a:lnTo>
                      <a:lnTo>
                        <a:pt x="134" y="156"/>
                      </a:lnTo>
                      <a:lnTo>
                        <a:pt x="134" y="156"/>
                      </a:lnTo>
                      <a:lnTo>
                        <a:pt x="134" y="152"/>
                      </a:lnTo>
                      <a:lnTo>
                        <a:pt x="138" y="148"/>
                      </a:lnTo>
                      <a:lnTo>
                        <a:pt x="138" y="148"/>
                      </a:lnTo>
                      <a:lnTo>
                        <a:pt x="138" y="146"/>
                      </a:lnTo>
                      <a:lnTo>
                        <a:pt x="138" y="144"/>
                      </a:lnTo>
                      <a:lnTo>
                        <a:pt x="136" y="138"/>
                      </a:lnTo>
                      <a:lnTo>
                        <a:pt x="136" y="138"/>
                      </a:lnTo>
                      <a:lnTo>
                        <a:pt x="134" y="134"/>
                      </a:lnTo>
                      <a:lnTo>
                        <a:pt x="132" y="132"/>
                      </a:lnTo>
                      <a:lnTo>
                        <a:pt x="132" y="132"/>
                      </a:lnTo>
                      <a:lnTo>
                        <a:pt x="128" y="128"/>
                      </a:lnTo>
                      <a:lnTo>
                        <a:pt x="128" y="124"/>
                      </a:lnTo>
                      <a:lnTo>
                        <a:pt x="128" y="124"/>
                      </a:lnTo>
                      <a:lnTo>
                        <a:pt x="126" y="116"/>
                      </a:lnTo>
                      <a:lnTo>
                        <a:pt x="126" y="116"/>
                      </a:lnTo>
                      <a:lnTo>
                        <a:pt x="126" y="112"/>
                      </a:lnTo>
                      <a:lnTo>
                        <a:pt x="126" y="108"/>
                      </a:lnTo>
                      <a:lnTo>
                        <a:pt x="126" y="108"/>
                      </a:lnTo>
                      <a:lnTo>
                        <a:pt x="128" y="106"/>
                      </a:lnTo>
                      <a:lnTo>
                        <a:pt x="126" y="104"/>
                      </a:lnTo>
                      <a:lnTo>
                        <a:pt x="126" y="100"/>
                      </a:lnTo>
                      <a:lnTo>
                        <a:pt x="126" y="100"/>
                      </a:lnTo>
                      <a:lnTo>
                        <a:pt x="126" y="96"/>
                      </a:lnTo>
                      <a:lnTo>
                        <a:pt x="124" y="92"/>
                      </a:lnTo>
                      <a:lnTo>
                        <a:pt x="124" y="92"/>
                      </a:lnTo>
                      <a:lnTo>
                        <a:pt x="118" y="66"/>
                      </a:lnTo>
                      <a:lnTo>
                        <a:pt x="118" y="66"/>
                      </a:lnTo>
                      <a:lnTo>
                        <a:pt x="118" y="64"/>
                      </a:lnTo>
                      <a:lnTo>
                        <a:pt x="120" y="60"/>
                      </a:lnTo>
                      <a:lnTo>
                        <a:pt x="126" y="54"/>
                      </a:lnTo>
                      <a:lnTo>
                        <a:pt x="126" y="54"/>
                      </a:lnTo>
                      <a:lnTo>
                        <a:pt x="126" y="50"/>
                      </a:lnTo>
                      <a:lnTo>
                        <a:pt x="124" y="46"/>
                      </a:lnTo>
                      <a:lnTo>
                        <a:pt x="122" y="42"/>
                      </a:lnTo>
                      <a:lnTo>
                        <a:pt x="122" y="42"/>
                      </a:lnTo>
                      <a:lnTo>
                        <a:pt x="120" y="44"/>
                      </a:lnTo>
                      <a:lnTo>
                        <a:pt x="118" y="42"/>
                      </a:lnTo>
                      <a:lnTo>
                        <a:pt x="118" y="42"/>
                      </a:lnTo>
                      <a:lnTo>
                        <a:pt x="116" y="38"/>
                      </a:lnTo>
                      <a:lnTo>
                        <a:pt x="116" y="32"/>
                      </a:lnTo>
                      <a:lnTo>
                        <a:pt x="118" y="24"/>
                      </a:lnTo>
                      <a:lnTo>
                        <a:pt x="122" y="20"/>
                      </a:lnTo>
                      <a:lnTo>
                        <a:pt x="122" y="18"/>
                      </a:lnTo>
                      <a:lnTo>
                        <a:pt x="122" y="18"/>
                      </a:lnTo>
                      <a:lnTo>
                        <a:pt x="122" y="18"/>
                      </a:lnTo>
                      <a:lnTo>
                        <a:pt x="116" y="18"/>
                      </a:lnTo>
                      <a:lnTo>
                        <a:pt x="116" y="18"/>
                      </a:lnTo>
                      <a:lnTo>
                        <a:pt x="108" y="12"/>
                      </a:lnTo>
                      <a:lnTo>
                        <a:pt x="108" y="12"/>
                      </a:lnTo>
                      <a:lnTo>
                        <a:pt x="104" y="4"/>
                      </a:lnTo>
                      <a:lnTo>
                        <a:pt x="100" y="0"/>
                      </a:lnTo>
                      <a:lnTo>
                        <a:pt x="100" y="0"/>
                      </a:lnTo>
                      <a:lnTo>
                        <a:pt x="96" y="2"/>
                      </a:lnTo>
                      <a:lnTo>
                        <a:pt x="92" y="6"/>
                      </a:lnTo>
                      <a:lnTo>
                        <a:pt x="90" y="6"/>
                      </a:lnTo>
                      <a:lnTo>
                        <a:pt x="90" y="6"/>
                      </a:lnTo>
                      <a:lnTo>
                        <a:pt x="82" y="4"/>
                      </a:lnTo>
                      <a:lnTo>
                        <a:pt x="82" y="4"/>
                      </a:lnTo>
                      <a:lnTo>
                        <a:pt x="80" y="6"/>
                      </a:lnTo>
                      <a:lnTo>
                        <a:pt x="78" y="8"/>
                      </a:lnTo>
                      <a:lnTo>
                        <a:pt x="76" y="10"/>
                      </a:lnTo>
                      <a:lnTo>
                        <a:pt x="76" y="10"/>
                      </a:lnTo>
                      <a:lnTo>
                        <a:pt x="72" y="12"/>
                      </a:lnTo>
                      <a:lnTo>
                        <a:pt x="70" y="14"/>
                      </a:lnTo>
                      <a:lnTo>
                        <a:pt x="70" y="14"/>
                      </a:lnTo>
                      <a:lnTo>
                        <a:pt x="70" y="18"/>
                      </a:lnTo>
                      <a:lnTo>
                        <a:pt x="68" y="20"/>
                      </a:lnTo>
                      <a:lnTo>
                        <a:pt x="68" y="20"/>
                      </a:lnTo>
                      <a:lnTo>
                        <a:pt x="70" y="22"/>
                      </a:lnTo>
                      <a:lnTo>
                        <a:pt x="70" y="28"/>
                      </a:lnTo>
                      <a:lnTo>
                        <a:pt x="70" y="28"/>
                      </a:lnTo>
                      <a:lnTo>
                        <a:pt x="68" y="32"/>
                      </a:lnTo>
                      <a:lnTo>
                        <a:pt x="62" y="36"/>
                      </a:lnTo>
                      <a:lnTo>
                        <a:pt x="62" y="36"/>
                      </a:lnTo>
                      <a:lnTo>
                        <a:pt x="60" y="38"/>
                      </a:lnTo>
                      <a:lnTo>
                        <a:pt x="60" y="40"/>
                      </a:lnTo>
                      <a:lnTo>
                        <a:pt x="60" y="42"/>
                      </a:lnTo>
                      <a:lnTo>
                        <a:pt x="52" y="36"/>
                      </a:lnTo>
                      <a:lnTo>
                        <a:pt x="52" y="36"/>
                      </a:lnTo>
                      <a:lnTo>
                        <a:pt x="52" y="34"/>
                      </a:lnTo>
                      <a:lnTo>
                        <a:pt x="48" y="34"/>
                      </a:lnTo>
                      <a:lnTo>
                        <a:pt x="48" y="34"/>
                      </a:lnTo>
                      <a:lnTo>
                        <a:pt x="46" y="34"/>
                      </a:lnTo>
                      <a:lnTo>
                        <a:pt x="46" y="36"/>
                      </a:lnTo>
                      <a:lnTo>
                        <a:pt x="46" y="36"/>
                      </a:lnTo>
                      <a:lnTo>
                        <a:pt x="42" y="34"/>
                      </a:lnTo>
                      <a:lnTo>
                        <a:pt x="42" y="34"/>
                      </a:lnTo>
                      <a:lnTo>
                        <a:pt x="34" y="34"/>
                      </a:lnTo>
                      <a:lnTo>
                        <a:pt x="28" y="36"/>
                      </a:lnTo>
                      <a:lnTo>
                        <a:pt x="14" y="20"/>
                      </a:lnTo>
                      <a:lnTo>
                        <a:pt x="14" y="20"/>
                      </a:lnTo>
                      <a:lnTo>
                        <a:pt x="10" y="20"/>
                      </a:lnTo>
                      <a:lnTo>
                        <a:pt x="8" y="20"/>
                      </a:lnTo>
                      <a:lnTo>
                        <a:pt x="8" y="22"/>
                      </a:lnTo>
                      <a:lnTo>
                        <a:pt x="6" y="24"/>
                      </a:lnTo>
                      <a:lnTo>
                        <a:pt x="0" y="28"/>
                      </a:lnTo>
                      <a:lnTo>
                        <a:pt x="0" y="28"/>
                      </a:lnTo>
                      <a:lnTo>
                        <a:pt x="4" y="28"/>
                      </a:lnTo>
                      <a:lnTo>
                        <a:pt x="8" y="30"/>
                      </a:lnTo>
                      <a:lnTo>
                        <a:pt x="8" y="32"/>
                      </a:lnTo>
                      <a:lnTo>
                        <a:pt x="8" y="32"/>
                      </a:lnTo>
                      <a:lnTo>
                        <a:pt x="12" y="38"/>
                      </a:lnTo>
                      <a:lnTo>
                        <a:pt x="14" y="40"/>
                      </a:lnTo>
                      <a:lnTo>
                        <a:pt x="18" y="40"/>
                      </a:lnTo>
                      <a:lnTo>
                        <a:pt x="18" y="40"/>
                      </a:lnTo>
                      <a:lnTo>
                        <a:pt x="24" y="42"/>
                      </a:lnTo>
                      <a:lnTo>
                        <a:pt x="26" y="42"/>
                      </a:lnTo>
                      <a:lnTo>
                        <a:pt x="28" y="44"/>
                      </a:lnTo>
                      <a:lnTo>
                        <a:pt x="28" y="44"/>
                      </a:lnTo>
                      <a:lnTo>
                        <a:pt x="34" y="52"/>
                      </a:lnTo>
                      <a:lnTo>
                        <a:pt x="34" y="52"/>
                      </a:lnTo>
                      <a:lnTo>
                        <a:pt x="36" y="54"/>
                      </a:lnTo>
                      <a:lnTo>
                        <a:pt x="36" y="58"/>
                      </a:lnTo>
                      <a:lnTo>
                        <a:pt x="36" y="58"/>
                      </a:lnTo>
                      <a:lnTo>
                        <a:pt x="36" y="60"/>
                      </a:lnTo>
                      <a:lnTo>
                        <a:pt x="36" y="62"/>
                      </a:lnTo>
                      <a:lnTo>
                        <a:pt x="36" y="64"/>
                      </a:lnTo>
                      <a:lnTo>
                        <a:pt x="36" y="66"/>
                      </a:lnTo>
                      <a:lnTo>
                        <a:pt x="36" y="66"/>
                      </a:lnTo>
                      <a:lnTo>
                        <a:pt x="38" y="70"/>
                      </a:lnTo>
                      <a:lnTo>
                        <a:pt x="38" y="74"/>
                      </a:lnTo>
                      <a:lnTo>
                        <a:pt x="38" y="74"/>
                      </a:lnTo>
                      <a:lnTo>
                        <a:pt x="38" y="80"/>
                      </a:lnTo>
                      <a:lnTo>
                        <a:pt x="36" y="84"/>
                      </a:lnTo>
                      <a:lnTo>
                        <a:pt x="36" y="84"/>
                      </a:lnTo>
                      <a:lnTo>
                        <a:pt x="38" y="88"/>
                      </a:lnTo>
                      <a:lnTo>
                        <a:pt x="40" y="9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1" name="Freeform 195">
                  <a:extLst>
                    <a:ext uri="{FF2B5EF4-FFF2-40B4-BE49-F238E27FC236}">
                      <a16:creationId xmlns:a16="http://schemas.microsoft.com/office/drawing/2014/main" id="{8AF555CD-EB0B-3A44-B5A9-5A3C8AECE00B}"/>
                    </a:ext>
                  </a:extLst>
                </p:cNvPr>
                <p:cNvSpPr>
                  <a:spLocks/>
                </p:cNvSpPr>
                <p:nvPr/>
              </p:nvSpPr>
              <p:spPr bwMode="auto">
                <a:xfrm>
                  <a:off x="6525639" y="2201071"/>
                  <a:ext cx="121328" cy="100117"/>
                </a:xfrm>
                <a:custGeom>
                  <a:avLst/>
                  <a:gdLst>
                    <a:gd name="T0" fmla="*/ 60 w 62"/>
                    <a:gd name="T1" fmla="*/ 14 h 50"/>
                    <a:gd name="T2" fmla="*/ 60 w 62"/>
                    <a:gd name="T3" fmla="*/ 12 h 50"/>
                    <a:gd name="T4" fmla="*/ 62 w 62"/>
                    <a:gd name="T5" fmla="*/ 10 h 50"/>
                    <a:gd name="T6" fmla="*/ 58 w 62"/>
                    <a:gd name="T7" fmla="*/ 4 h 50"/>
                    <a:gd name="T8" fmla="*/ 52 w 62"/>
                    <a:gd name="T9" fmla="*/ 2 h 50"/>
                    <a:gd name="T10" fmla="*/ 48 w 62"/>
                    <a:gd name="T11" fmla="*/ 0 h 50"/>
                    <a:gd name="T12" fmla="*/ 44 w 62"/>
                    <a:gd name="T13" fmla="*/ 0 h 50"/>
                    <a:gd name="T14" fmla="*/ 44 w 62"/>
                    <a:gd name="T15" fmla="*/ 4 h 50"/>
                    <a:gd name="T16" fmla="*/ 30 w 62"/>
                    <a:gd name="T17" fmla="*/ 4 h 50"/>
                    <a:gd name="T18" fmla="*/ 30 w 62"/>
                    <a:gd name="T19" fmla="*/ 2 h 50"/>
                    <a:gd name="T20" fmla="*/ 26 w 62"/>
                    <a:gd name="T21" fmla="*/ 2 h 50"/>
                    <a:gd name="T22" fmla="*/ 26 w 62"/>
                    <a:gd name="T23" fmla="*/ 2 h 50"/>
                    <a:gd name="T24" fmla="*/ 24 w 62"/>
                    <a:gd name="T25" fmla="*/ 6 h 50"/>
                    <a:gd name="T26" fmla="*/ 12 w 62"/>
                    <a:gd name="T27" fmla="*/ 6 h 50"/>
                    <a:gd name="T28" fmla="*/ 0 w 62"/>
                    <a:gd name="T29" fmla="*/ 10 h 50"/>
                    <a:gd name="T30" fmla="*/ 0 w 62"/>
                    <a:gd name="T31" fmla="*/ 28 h 50"/>
                    <a:gd name="T32" fmla="*/ 6 w 62"/>
                    <a:gd name="T33" fmla="*/ 28 h 50"/>
                    <a:gd name="T34" fmla="*/ 4 w 62"/>
                    <a:gd name="T35" fmla="*/ 38 h 50"/>
                    <a:gd name="T36" fmla="*/ 12 w 62"/>
                    <a:gd name="T37" fmla="*/ 38 h 50"/>
                    <a:gd name="T38" fmla="*/ 16 w 62"/>
                    <a:gd name="T39" fmla="*/ 38 h 50"/>
                    <a:gd name="T40" fmla="*/ 16 w 62"/>
                    <a:gd name="T41" fmla="*/ 36 h 50"/>
                    <a:gd name="T42" fmla="*/ 26 w 62"/>
                    <a:gd name="T43" fmla="*/ 38 h 50"/>
                    <a:gd name="T44" fmla="*/ 30 w 62"/>
                    <a:gd name="T45" fmla="*/ 40 h 50"/>
                    <a:gd name="T46" fmla="*/ 34 w 62"/>
                    <a:gd name="T47" fmla="*/ 42 h 50"/>
                    <a:gd name="T48" fmla="*/ 44 w 62"/>
                    <a:gd name="T49" fmla="*/ 48 h 50"/>
                    <a:gd name="T50" fmla="*/ 46 w 62"/>
                    <a:gd name="T51" fmla="*/ 44 h 50"/>
                    <a:gd name="T52" fmla="*/ 48 w 62"/>
                    <a:gd name="T53" fmla="*/ 40 h 50"/>
                    <a:gd name="T54" fmla="*/ 52 w 62"/>
                    <a:gd name="T55" fmla="*/ 36 h 50"/>
                    <a:gd name="T56" fmla="*/ 54 w 62"/>
                    <a:gd name="T57" fmla="*/ 30 h 50"/>
                    <a:gd name="T58" fmla="*/ 50 w 62"/>
                    <a:gd name="T59" fmla="*/ 28 h 50"/>
                    <a:gd name="T60" fmla="*/ 50 w 62"/>
                    <a:gd name="T61" fmla="*/ 22 h 50"/>
                    <a:gd name="T62" fmla="*/ 48 w 62"/>
                    <a:gd name="T63" fmla="*/ 16 h 50"/>
                    <a:gd name="T64" fmla="*/ 52 w 62"/>
                    <a:gd name="T65" fmla="*/ 14 h 50"/>
                    <a:gd name="T66" fmla="*/ 56 w 62"/>
                    <a:gd name="T67" fmla="*/ 14 h 50"/>
                    <a:gd name="T68" fmla="*/ 56 w 62"/>
                    <a:gd name="T69"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 h="50">
                      <a:moveTo>
                        <a:pt x="56" y="16"/>
                      </a:moveTo>
                      <a:lnTo>
                        <a:pt x="60" y="14"/>
                      </a:lnTo>
                      <a:lnTo>
                        <a:pt x="60" y="14"/>
                      </a:lnTo>
                      <a:lnTo>
                        <a:pt x="60" y="12"/>
                      </a:lnTo>
                      <a:lnTo>
                        <a:pt x="62" y="10"/>
                      </a:lnTo>
                      <a:lnTo>
                        <a:pt x="62" y="10"/>
                      </a:lnTo>
                      <a:lnTo>
                        <a:pt x="60" y="6"/>
                      </a:lnTo>
                      <a:lnTo>
                        <a:pt x="58" y="4"/>
                      </a:lnTo>
                      <a:lnTo>
                        <a:pt x="58" y="4"/>
                      </a:lnTo>
                      <a:lnTo>
                        <a:pt x="52" y="2"/>
                      </a:lnTo>
                      <a:lnTo>
                        <a:pt x="48" y="0"/>
                      </a:lnTo>
                      <a:lnTo>
                        <a:pt x="48" y="0"/>
                      </a:lnTo>
                      <a:lnTo>
                        <a:pt x="44" y="0"/>
                      </a:lnTo>
                      <a:lnTo>
                        <a:pt x="44" y="0"/>
                      </a:lnTo>
                      <a:lnTo>
                        <a:pt x="44" y="0"/>
                      </a:lnTo>
                      <a:lnTo>
                        <a:pt x="44" y="4"/>
                      </a:lnTo>
                      <a:lnTo>
                        <a:pt x="44" y="4"/>
                      </a:lnTo>
                      <a:lnTo>
                        <a:pt x="30" y="4"/>
                      </a:lnTo>
                      <a:lnTo>
                        <a:pt x="30" y="4"/>
                      </a:lnTo>
                      <a:lnTo>
                        <a:pt x="30" y="2"/>
                      </a:lnTo>
                      <a:lnTo>
                        <a:pt x="28" y="2"/>
                      </a:lnTo>
                      <a:lnTo>
                        <a:pt x="26" y="2"/>
                      </a:lnTo>
                      <a:lnTo>
                        <a:pt x="26" y="2"/>
                      </a:lnTo>
                      <a:lnTo>
                        <a:pt x="26" y="2"/>
                      </a:lnTo>
                      <a:lnTo>
                        <a:pt x="24" y="6"/>
                      </a:lnTo>
                      <a:lnTo>
                        <a:pt x="24" y="6"/>
                      </a:lnTo>
                      <a:lnTo>
                        <a:pt x="18" y="6"/>
                      </a:lnTo>
                      <a:lnTo>
                        <a:pt x="12" y="6"/>
                      </a:lnTo>
                      <a:lnTo>
                        <a:pt x="0" y="10"/>
                      </a:lnTo>
                      <a:lnTo>
                        <a:pt x="0" y="10"/>
                      </a:lnTo>
                      <a:lnTo>
                        <a:pt x="0" y="20"/>
                      </a:lnTo>
                      <a:lnTo>
                        <a:pt x="0" y="28"/>
                      </a:lnTo>
                      <a:lnTo>
                        <a:pt x="0" y="28"/>
                      </a:lnTo>
                      <a:lnTo>
                        <a:pt x="6" y="28"/>
                      </a:lnTo>
                      <a:lnTo>
                        <a:pt x="6" y="28"/>
                      </a:lnTo>
                      <a:lnTo>
                        <a:pt x="4" y="38"/>
                      </a:lnTo>
                      <a:lnTo>
                        <a:pt x="4" y="38"/>
                      </a:lnTo>
                      <a:lnTo>
                        <a:pt x="12" y="38"/>
                      </a:lnTo>
                      <a:lnTo>
                        <a:pt x="12" y="38"/>
                      </a:lnTo>
                      <a:lnTo>
                        <a:pt x="16" y="38"/>
                      </a:lnTo>
                      <a:lnTo>
                        <a:pt x="16" y="36"/>
                      </a:lnTo>
                      <a:lnTo>
                        <a:pt x="16" y="36"/>
                      </a:lnTo>
                      <a:lnTo>
                        <a:pt x="20" y="36"/>
                      </a:lnTo>
                      <a:lnTo>
                        <a:pt x="26" y="38"/>
                      </a:lnTo>
                      <a:lnTo>
                        <a:pt x="26" y="38"/>
                      </a:lnTo>
                      <a:lnTo>
                        <a:pt x="30" y="40"/>
                      </a:lnTo>
                      <a:lnTo>
                        <a:pt x="30" y="42"/>
                      </a:lnTo>
                      <a:lnTo>
                        <a:pt x="34" y="42"/>
                      </a:lnTo>
                      <a:lnTo>
                        <a:pt x="38" y="50"/>
                      </a:lnTo>
                      <a:lnTo>
                        <a:pt x="44" y="48"/>
                      </a:lnTo>
                      <a:lnTo>
                        <a:pt x="44" y="48"/>
                      </a:lnTo>
                      <a:lnTo>
                        <a:pt x="46" y="44"/>
                      </a:lnTo>
                      <a:lnTo>
                        <a:pt x="46" y="40"/>
                      </a:lnTo>
                      <a:lnTo>
                        <a:pt x="48" y="40"/>
                      </a:lnTo>
                      <a:lnTo>
                        <a:pt x="48" y="40"/>
                      </a:lnTo>
                      <a:lnTo>
                        <a:pt x="52" y="36"/>
                      </a:lnTo>
                      <a:lnTo>
                        <a:pt x="54" y="34"/>
                      </a:lnTo>
                      <a:lnTo>
                        <a:pt x="54" y="30"/>
                      </a:lnTo>
                      <a:lnTo>
                        <a:pt x="54" y="30"/>
                      </a:lnTo>
                      <a:lnTo>
                        <a:pt x="50" y="28"/>
                      </a:lnTo>
                      <a:lnTo>
                        <a:pt x="50" y="28"/>
                      </a:lnTo>
                      <a:lnTo>
                        <a:pt x="50" y="22"/>
                      </a:lnTo>
                      <a:lnTo>
                        <a:pt x="48" y="16"/>
                      </a:lnTo>
                      <a:lnTo>
                        <a:pt x="48" y="16"/>
                      </a:lnTo>
                      <a:lnTo>
                        <a:pt x="52" y="14"/>
                      </a:lnTo>
                      <a:lnTo>
                        <a:pt x="52" y="14"/>
                      </a:lnTo>
                      <a:lnTo>
                        <a:pt x="56" y="14"/>
                      </a:lnTo>
                      <a:lnTo>
                        <a:pt x="56" y="14"/>
                      </a:lnTo>
                      <a:lnTo>
                        <a:pt x="56" y="16"/>
                      </a:lnTo>
                      <a:lnTo>
                        <a:pt x="56" y="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2" name="Freeform 203">
                  <a:extLst>
                    <a:ext uri="{FF2B5EF4-FFF2-40B4-BE49-F238E27FC236}">
                      <a16:creationId xmlns:a16="http://schemas.microsoft.com/office/drawing/2014/main" id="{70E0CDF7-9785-924C-A728-825981D9A5B5}"/>
                    </a:ext>
                  </a:extLst>
                </p:cNvPr>
                <p:cNvSpPr>
                  <a:spLocks noEditPoints="1"/>
                </p:cNvSpPr>
                <p:nvPr/>
              </p:nvSpPr>
              <p:spPr bwMode="auto">
                <a:xfrm>
                  <a:off x="6112733" y="2281165"/>
                  <a:ext cx="123286" cy="156184"/>
                </a:xfrm>
                <a:custGeom>
                  <a:avLst/>
                  <a:gdLst>
                    <a:gd name="T0" fmla="*/ 24 w 63"/>
                    <a:gd name="T1" fmla="*/ 54 h 78"/>
                    <a:gd name="T2" fmla="*/ 30 w 63"/>
                    <a:gd name="T3" fmla="*/ 60 h 78"/>
                    <a:gd name="T4" fmla="*/ 32 w 63"/>
                    <a:gd name="T5" fmla="*/ 64 h 78"/>
                    <a:gd name="T6" fmla="*/ 37 w 63"/>
                    <a:gd name="T7" fmla="*/ 64 h 78"/>
                    <a:gd name="T8" fmla="*/ 37 w 63"/>
                    <a:gd name="T9" fmla="*/ 54 h 78"/>
                    <a:gd name="T10" fmla="*/ 30 w 63"/>
                    <a:gd name="T11" fmla="*/ 46 h 78"/>
                    <a:gd name="T12" fmla="*/ 37 w 63"/>
                    <a:gd name="T13" fmla="*/ 38 h 78"/>
                    <a:gd name="T14" fmla="*/ 39 w 63"/>
                    <a:gd name="T15" fmla="*/ 32 h 78"/>
                    <a:gd name="T16" fmla="*/ 32 w 63"/>
                    <a:gd name="T17" fmla="*/ 26 h 78"/>
                    <a:gd name="T18" fmla="*/ 26 w 63"/>
                    <a:gd name="T19" fmla="*/ 16 h 78"/>
                    <a:gd name="T20" fmla="*/ 32 w 63"/>
                    <a:gd name="T21" fmla="*/ 16 h 78"/>
                    <a:gd name="T22" fmla="*/ 37 w 63"/>
                    <a:gd name="T23" fmla="*/ 12 h 78"/>
                    <a:gd name="T24" fmla="*/ 34 w 63"/>
                    <a:gd name="T25" fmla="*/ 6 h 78"/>
                    <a:gd name="T26" fmla="*/ 37 w 63"/>
                    <a:gd name="T27" fmla="*/ 0 h 78"/>
                    <a:gd name="T28" fmla="*/ 26 w 63"/>
                    <a:gd name="T29" fmla="*/ 4 h 78"/>
                    <a:gd name="T30" fmla="*/ 22 w 63"/>
                    <a:gd name="T31" fmla="*/ 10 h 78"/>
                    <a:gd name="T32" fmla="*/ 16 w 63"/>
                    <a:gd name="T33" fmla="*/ 14 h 78"/>
                    <a:gd name="T34" fmla="*/ 8 w 63"/>
                    <a:gd name="T35" fmla="*/ 16 h 78"/>
                    <a:gd name="T36" fmla="*/ 2 w 63"/>
                    <a:gd name="T37" fmla="*/ 22 h 78"/>
                    <a:gd name="T38" fmla="*/ 2 w 63"/>
                    <a:gd name="T39" fmla="*/ 24 h 78"/>
                    <a:gd name="T40" fmla="*/ 8 w 63"/>
                    <a:gd name="T41" fmla="*/ 20 h 78"/>
                    <a:gd name="T42" fmla="*/ 12 w 63"/>
                    <a:gd name="T43" fmla="*/ 18 h 78"/>
                    <a:gd name="T44" fmla="*/ 22 w 63"/>
                    <a:gd name="T45" fmla="*/ 28 h 78"/>
                    <a:gd name="T46" fmla="*/ 16 w 63"/>
                    <a:gd name="T47" fmla="*/ 24 h 78"/>
                    <a:gd name="T48" fmla="*/ 0 w 63"/>
                    <a:gd name="T49" fmla="*/ 30 h 78"/>
                    <a:gd name="T50" fmla="*/ 2 w 63"/>
                    <a:gd name="T51" fmla="*/ 42 h 78"/>
                    <a:gd name="T52" fmla="*/ 2 w 63"/>
                    <a:gd name="T53" fmla="*/ 48 h 78"/>
                    <a:gd name="T54" fmla="*/ 4 w 63"/>
                    <a:gd name="T55" fmla="*/ 56 h 78"/>
                    <a:gd name="T56" fmla="*/ 10 w 63"/>
                    <a:gd name="T57" fmla="*/ 64 h 78"/>
                    <a:gd name="T58" fmla="*/ 61 w 63"/>
                    <a:gd name="T59" fmla="*/ 66 h 78"/>
                    <a:gd name="T60" fmla="*/ 51 w 63"/>
                    <a:gd name="T61" fmla="*/ 70 h 78"/>
                    <a:gd name="T62" fmla="*/ 45 w 63"/>
                    <a:gd name="T63" fmla="*/ 68 h 78"/>
                    <a:gd name="T64" fmla="*/ 43 w 63"/>
                    <a:gd name="T65" fmla="*/ 68 h 78"/>
                    <a:gd name="T66" fmla="*/ 43 w 63"/>
                    <a:gd name="T67" fmla="*/ 72 h 78"/>
                    <a:gd name="T68" fmla="*/ 45 w 63"/>
                    <a:gd name="T69" fmla="*/ 76 h 78"/>
                    <a:gd name="T70" fmla="*/ 49 w 63"/>
                    <a:gd name="T71" fmla="*/ 78 h 78"/>
                    <a:gd name="T72" fmla="*/ 53 w 63"/>
                    <a:gd name="T73" fmla="*/ 76 h 78"/>
                    <a:gd name="T74" fmla="*/ 57 w 63"/>
                    <a:gd name="T75" fmla="*/ 72 h 78"/>
                    <a:gd name="T76" fmla="*/ 63 w 63"/>
                    <a:gd name="T77" fmla="*/ 66 h 78"/>
                    <a:gd name="T78" fmla="*/ 39 w 63"/>
                    <a:gd name="T79" fmla="*/ 66 h 78"/>
                    <a:gd name="T80" fmla="*/ 37 w 63"/>
                    <a:gd name="T81" fmla="*/ 74 h 78"/>
                    <a:gd name="T82" fmla="*/ 39 w 63"/>
                    <a:gd name="T83" fmla="*/ 68 h 78"/>
                    <a:gd name="T84" fmla="*/ 39 w 63"/>
                    <a:gd name="T85" fmla="*/ 66 h 78"/>
                    <a:gd name="T86" fmla="*/ 55 w 63"/>
                    <a:gd name="T87" fmla="*/ 38 h 78"/>
                    <a:gd name="T88" fmla="*/ 53 w 63"/>
                    <a:gd name="T89" fmla="*/ 46 h 78"/>
                    <a:gd name="T90" fmla="*/ 49 w 63"/>
                    <a:gd name="T91" fmla="*/ 50 h 78"/>
                    <a:gd name="T92" fmla="*/ 49 w 63"/>
                    <a:gd name="T93" fmla="*/ 46 h 78"/>
                    <a:gd name="T94" fmla="*/ 43 w 63"/>
                    <a:gd name="T95" fmla="*/ 50 h 78"/>
                    <a:gd name="T96" fmla="*/ 39 w 63"/>
                    <a:gd name="T97" fmla="*/ 50 h 78"/>
                    <a:gd name="T98" fmla="*/ 41 w 63"/>
                    <a:gd name="T99" fmla="*/ 54 h 78"/>
                    <a:gd name="T100" fmla="*/ 43 w 63"/>
                    <a:gd name="T101" fmla="*/ 62 h 78"/>
                    <a:gd name="T102" fmla="*/ 49 w 63"/>
                    <a:gd name="T103" fmla="*/ 62 h 78"/>
                    <a:gd name="T104" fmla="*/ 51 w 63"/>
                    <a:gd name="T105" fmla="*/ 60 h 78"/>
                    <a:gd name="T106" fmla="*/ 55 w 63"/>
                    <a:gd name="T107" fmla="*/ 66 h 78"/>
                    <a:gd name="T108" fmla="*/ 55 w 63"/>
                    <a:gd name="T109" fmla="*/ 62 h 78"/>
                    <a:gd name="T110" fmla="*/ 61 w 63"/>
                    <a:gd name="T111" fmla="*/ 58 h 78"/>
                    <a:gd name="T112" fmla="*/ 57 w 63"/>
                    <a:gd name="T113" fmla="*/ 52 h 78"/>
                    <a:gd name="T114" fmla="*/ 61 w 63"/>
                    <a:gd name="T115" fmla="*/ 50 h 78"/>
                    <a:gd name="T116" fmla="*/ 59 w 63"/>
                    <a:gd name="T117" fmla="*/ 38 h 78"/>
                    <a:gd name="T118" fmla="*/ 12 w 63"/>
                    <a:gd name="T119" fmla="*/ 20 h 78"/>
                    <a:gd name="T120" fmla="*/ 10 w 63"/>
                    <a:gd name="T121" fmla="*/ 26 h 78"/>
                    <a:gd name="T122" fmla="*/ 14 w 63"/>
                    <a:gd name="T123" fmla="*/ 22 h 78"/>
                    <a:gd name="T124" fmla="*/ 12 w 63"/>
                    <a:gd name="T125" fmla="*/ 2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 h="78">
                      <a:moveTo>
                        <a:pt x="22" y="64"/>
                      </a:moveTo>
                      <a:lnTo>
                        <a:pt x="22" y="64"/>
                      </a:lnTo>
                      <a:lnTo>
                        <a:pt x="24" y="54"/>
                      </a:lnTo>
                      <a:lnTo>
                        <a:pt x="24" y="54"/>
                      </a:lnTo>
                      <a:lnTo>
                        <a:pt x="30" y="60"/>
                      </a:lnTo>
                      <a:lnTo>
                        <a:pt x="30" y="60"/>
                      </a:lnTo>
                      <a:lnTo>
                        <a:pt x="30" y="64"/>
                      </a:lnTo>
                      <a:lnTo>
                        <a:pt x="32" y="64"/>
                      </a:lnTo>
                      <a:lnTo>
                        <a:pt x="32" y="64"/>
                      </a:lnTo>
                      <a:lnTo>
                        <a:pt x="32" y="64"/>
                      </a:lnTo>
                      <a:lnTo>
                        <a:pt x="34" y="64"/>
                      </a:lnTo>
                      <a:lnTo>
                        <a:pt x="37" y="64"/>
                      </a:lnTo>
                      <a:lnTo>
                        <a:pt x="37" y="64"/>
                      </a:lnTo>
                      <a:lnTo>
                        <a:pt x="37" y="54"/>
                      </a:lnTo>
                      <a:lnTo>
                        <a:pt x="37" y="54"/>
                      </a:lnTo>
                      <a:lnTo>
                        <a:pt x="26" y="54"/>
                      </a:lnTo>
                      <a:lnTo>
                        <a:pt x="26" y="54"/>
                      </a:lnTo>
                      <a:lnTo>
                        <a:pt x="30" y="46"/>
                      </a:lnTo>
                      <a:lnTo>
                        <a:pt x="32" y="36"/>
                      </a:lnTo>
                      <a:lnTo>
                        <a:pt x="32" y="36"/>
                      </a:lnTo>
                      <a:lnTo>
                        <a:pt x="37" y="38"/>
                      </a:lnTo>
                      <a:lnTo>
                        <a:pt x="41" y="34"/>
                      </a:lnTo>
                      <a:lnTo>
                        <a:pt x="39" y="32"/>
                      </a:lnTo>
                      <a:lnTo>
                        <a:pt x="39" y="32"/>
                      </a:lnTo>
                      <a:lnTo>
                        <a:pt x="34" y="32"/>
                      </a:lnTo>
                      <a:lnTo>
                        <a:pt x="34" y="32"/>
                      </a:lnTo>
                      <a:lnTo>
                        <a:pt x="32" y="26"/>
                      </a:lnTo>
                      <a:lnTo>
                        <a:pt x="32" y="18"/>
                      </a:lnTo>
                      <a:lnTo>
                        <a:pt x="32" y="18"/>
                      </a:lnTo>
                      <a:lnTo>
                        <a:pt x="26" y="16"/>
                      </a:lnTo>
                      <a:lnTo>
                        <a:pt x="26" y="16"/>
                      </a:lnTo>
                      <a:lnTo>
                        <a:pt x="32" y="16"/>
                      </a:lnTo>
                      <a:lnTo>
                        <a:pt x="32" y="16"/>
                      </a:lnTo>
                      <a:lnTo>
                        <a:pt x="34" y="12"/>
                      </a:lnTo>
                      <a:lnTo>
                        <a:pt x="34" y="12"/>
                      </a:lnTo>
                      <a:lnTo>
                        <a:pt x="37" y="12"/>
                      </a:lnTo>
                      <a:lnTo>
                        <a:pt x="37" y="12"/>
                      </a:lnTo>
                      <a:lnTo>
                        <a:pt x="34" y="6"/>
                      </a:lnTo>
                      <a:lnTo>
                        <a:pt x="34" y="6"/>
                      </a:lnTo>
                      <a:lnTo>
                        <a:pt x="37" y="2"/>
                      </a:lnTo>
                      <a:lnTo>
                        <a:pt x="37" y="2"/>
                      </a:lnTo>
                      <a:lnTo>
                        <a:pt x="37" y="0"/>
                      </a:lnTo>
                      <a:lnTo>
                        <a:pt x="37" y="0"/>
                      </a:lnTo>
                      <a:lnTo>
                        <a:pt x="30" y="2"/>
                      </a:lnTo>
                      <a:lnTo>
                        <a:pt x="26" y="4"/>
                      </a:lnTo>
                      <a:lnTo>
                        <a:pt x="26" y="4"/>
                      </a:lnTo>
                      <a:lnTo>
                        <a:pt x="24" y="8"/>
                      </a:lnTo>
                      <a:lnTo>
                        <a:pt x="22" y="10"/>
                      </a:lnTo>
                      <a:lnTo>
                        <a:pt x="22" y="12"/>
                      </a:lnTo>
                      <a:lnTo>
                        <a:pt x="22" y="12"/>
                      </a:lnTo>
                      <a:lnTo>
                        <a:pt x="16" y="14"/>
                      </a:lnTo>
                      <a:lnTo>
                        <a:pt x="14" y="14"/>
                      </a:lnTo>
                      <a:lnTo>
                        <a:pt x="12" y="14"/>
                      </a:lnTo>
                      <a:lnTo>
                        <a:pt x="8" y="16"/>
                      </a:lnTo>
                      <a:lnTo>
                        <a:pt x="8" y="16"/>
                      </a:lnTo>
                      <a:lnTo>
                        <a:pt x="2" y="22"/>
                      </a:lnTo>
                      <a:lnTo>
                        <a:pt x="2" y="22"/>
                      </a:lnTo>
                      <a:lnTo>
                        <a:pt x="2" y="24"/>
                      </a:lnTo>
                      <a:lnTo>
                        <a:pt x="2" y="24"/>
                      </a:lnTo>
                      <a:lnTo>
                        <a:pt x="2" y="24"/>
                      </a:lnTo>
                      <a:lnTo>
                        <a:pt x="6" y="24"/>
                      </a:lnTo>
                      <a:lnTo>
                        <a:pt x="6" y="24"/>
                      </a:lnTo>
                      <a:lnTo>
                        <a:pt x="8" y="20"/>
                      </a:lnTo>
                      <a:lnTo>
                        <a:pt x="8" y="20"/>
                      </a:lnTo>
                      <a:lnTo>
                        <a:pt x="10" y="18"/>
                      </a:lnTo>
                      <a:lnTo>
                        <a:pt x="12" y="18"/>
                      </a:lnTo>
                      <a:lnTo>
                        <a:pt x="20" y="18"/>
                      </a:lnTo>
                      <a:lnTo>
                        <a:pt x="20" y="18"/>
                      </a:lnTo>
                      <a:lnTo>
                        <a:pt x="22" y="28"/>
                      </a:lnTo>
                      <a:lnTo>
                        <a:pt x="22" y="28"/>
                      </a:lnTo>
                      <a:lnTo>
                        <a:pt x="18" y="24"/>
                      </a:lnTo>
                      <a:lnTo>
                        <a:pt x="16" y="24"/>
                      </a:lnTo>
                      <a:lnTo>
                        <a:pt x="12" y="32"/>
                      </a:lnTo>
                      <a:lnTo>
                        <a:pt x="12" y="32"/>
                      </a:lnTo>
                      <a:lnTo>
                        <a:pt x="0" y="30"/>
                      </a:lnTo>
                      <a:lnTo>
                        <a:pt x="0" y="30"/>
                      </a:lnTo>
                      <a:lnTo>
                        <a:pt x="2" y="40"/>
                      </a:lnTo>
                      <a:lnTo>
                        <a:pt x="2" y="42"/>
                      </a:lnTo>
                      <a:lnTo>
                        <a:pt x="6" y="44"/>
                      </a:lnTo>
                      <a:lnTo>
                        <a:pt x="6" y="46"/>
                      </a:lnTo>
                      <a:lnTo>
                        <a:pt x="2" y="48"/>
                      </a:lnTo>
                      <a:lnTo>
                        <a:pt x="2" y="48"/>
                      </a:lnTo>
                      <a:lnTo>
                        <a:pt x="2" y="52"/>
                      </a:lnTo>
                      <a:lnTo>
                        <a:pt x="4" y="56"/>
                      </a:lnTo>
                      <a:lnTo>
                        <a:pt x="10" y="62"/>
                      </a:lnTo>
                      <a:lnTo>
                        <a:pt x="10" y="62"/>
                      </a:lnTo>
                      <a:lnTo>
                        <a:pt x="10" y="64"/>
                      </a:lnTo>
                      <a:lnTo>
                        <a:pt x="22" y="64"/>
                      </a:lnTo>
                      <a:close/>
                      <a:moveTo>
                        <a:pt x="61" y="66"/>
                      </a:moveTo>
                      <a:lnTo>
                        <a:pt x="61" y="66"/>
                      </a:lnTo>
                      <a:lnTo>
                        <a:pt x="55" y="68"/>
                      </a:lnTo>
                      <a:lnTo>
                        <a:pt x="51" y="70"/>
                      </a:lnTo>
                      <a:lnTo>
                        <a:pt x="51" y="70"/>
                      </a:lnTo>
                      <a:lnTo>
                        <a:pt x="49" y="70"/>
                      </a:lnTo>
                      <a:lnTo>
                        <a:pt x="49" y="70"/>
                      </a:lnTo>
                      <a:lnTo>
                        <a:pt x="45" y="68"/>
                      </a:lnTo>
                      <a:lnTo>
                        <a:pt x="45" y="68"/>
                      </a:lnTo>
                      <a:lnTo>
                        <a:pt x="43" y="68"/>
                      </a:lnTo>
                      <a:lnTo>
                        <a:pt x="43" y="68"/>
                      </a:lnTo>
                      <a:lnTo>
                        <a:pt x="43" y="68"/>
                      </a:lnTo>
                      <a:lnTo>
                        <a:pt x="43" y="70"/>
                      </a:lnTo>
                      <a:lnTo>
                        <a:pt x="43" y="72"/>
                      </a:lnTo>
                      <a:lnTo>
                        <a:pt x="43" y="72"/>
                      </a:lnTo>
                      <a:lnTo>
                        <a:pt x="45" y="76"/>
                      </a:lnTo>
                      <a:lnTo>
                        <a:pt x="45" y="76"/>
                      </a:lnTo>
                      <a:lnTo>
                        <a:pt x="45" y="76"/>
                      </a:lnTo>
                      <a:lnTo>
                        <a:pt x="47" y="78"/>
                      </a:lnTo>
                      <a:lnTo>
                        <a:pt x="49" y="78"/>
                      </a:lnTo>
                      <a:lnTo>
                        <a:pt x="51" y="76"/>
                      </a:lnTo>
                      <a:lnTo>
                        <a:pt x="51" y="76"/>
                      </a:lnTo>
                      <a:lnTo>
                        <a:pt x="53" y="76"/>
                      </a:lnTo>
                      <a:lnTo>
                        <a:pt x="55" y="76"/>
                      </a:lnTo>
                      <a:lnTo>
                        <a:pt x="55" y="76"/>
                      </a:lnTo>
                      <a:lnTo>
                        <a:pt x="57" y="72"/>
                      </a:lnTo>
                      <a:lnTo>
                        <a:pt x="57" y="72"/>
                      </a:lnTo>
                      <a:lnTo>
                        <a:pt x="61" y="68"/>
                      </a:lnTo>
                      <a:lnTo>
                        <a:pt x="63" y="66"/>
                      </a:lnTo>
                      <a:lnTo>
                        <a:pt x="61" y="66"/>
                      </a:lnTo>
                      <a:lnTo>
                        <a:pt x="61" y="66"/>
                      </a:lnTo>
                      <a:close/>
                      <a:moveTo>
                        <a:pt x="39" y="66"/>
                      </a:moveTo>
                      <a:lnTo>
                        <a:pt x="39" y="66"/>
                      </a:lnTo>
                      <a:lnTo>
                        <a:pt x="37" y="72"/>
                      </a:lnTo>
                      <a:lnTo>
                        <a:pt x="37" y="74"/>
                      </a:lnTo>
                      <a:lnTo>
                        <a:pt x="37" y="74"/>
                      </a:lnTo>
                      <a:lnTo>
                        <a:pt x="37" y="74"/>
                      </a:lnTo>
                      <a:lnTo>
                        <a:pt x="39" y="68"/>
                      </a:lnTo>
                      <a:lnTo>
                        <a:pt x="41" y="66"/>
                      </a:lnTo>
                      <a:lnTo>
                        <a:pt x="39" y="64"/>
                      </a:lnTo>
                      <a:lnTo>
                        <a:pt x="39" y="66"/>
                      </a:lnTo>
                      <a:lnTo>
                        <a:pt x="39" y="66"/>
                      </a:lnTo>
                      <a:close/>
                      <a:moveTo>
                        <a:pt x="55" y="38"/>
                      </a:moveTo>
                      <a:lnTo>
                        <a:pt x="55" y="38"/>
                      </a:lnTo>
                      <a:lnTo>
                        <a:pt x="51" y="40"/>
                      </a:lnTo>
                      <a:lnTo>
                        <a:pt x="53" y="46"/>
                      </a:lnTo>
                      <a:lnTo>
                        <a:pt x="53" y="46"/>
                      </a:lnTo>
                      <a:lnTo>
                        <a:pt x="51" y="48"/>
                      </a:lnTo>
                      <a:lnTo>
                        <a:pt x="51" y="50"/>
                      </a:lnTo>
                      <a:lnTo>
                        <a:pt x="49" y="50"/>
                      </a:lnTo>
                      <a:lnTo>
                        <a:pt x="49" y="50"/>
                      </a:lnTo>
                      <a:lnTo>
                        <a:pt x="49" y="46"/>
                      </a:lnTo>
                      <a:lnTo>
                        <a:pt x="49" y="46"/>
                      </a:lnTo>
                      <a:lnTo>
                        <a:pt x="45" y="46"/>
                      </a:lnTo>
                      <a:lnTo>
                        <a:pt x="43" y="46"/>
                      </a:lnTo>
                      <a:lnTo>
                        <a:pt x="43" y="50"/>
                      </a:lnTo>
                      <a:lnTo>
                        <a:pt x="43" y="50"/>
                      </a:lnTo>
                      <a:lnTo>
                        <a:pt x="39" y="50"/>
                      </a:lnTo>
                      <a:lnTo>
                        <a:pt x="39" y="50"/>
                      </a:lnTo>
                      <a:lnTo>
                        <a:pt x="39" y="52"/>
                      </a:lnTo>
                      <a:lnTo>
                        <a:pt x="39" y="52"/>
                      </a:lnTo>
                      <a:lnTo>
                        <a:pt x="41" y="54"/>
                      </a:lnTo>
                      <a:lnTo>
                        <a:pt x="43" y="54"/>
                      </a:lnTo>
                      <a:lnTo>
                        <a:pt x="43" y="54"/>
                      </a:lnTo>
                      <a:lnTo>
                        <a:pt x="43" y="62"/>
                      </a:lnTo>
                      <a:lnTo>
                        <a:pt x="43" y="62"/>
                      </a:lnTo>
                      <a:lnTo>
                        <a:pt x="49" y="62"/>
                      </a:lnTo>
                      <a:lnTo>
                        <a:pt x="49" y="62"/>
                      </a:lnTo>
                      <a:lnTo>
                        <a:pt x="47" y="60"/>
                      </a:lnTo>
                      <a:lnTo>
                        <a:pt x="49" y="60"/>
                      </a:lnTo>
                      <a:lnTo>
                        <a:pt x="51" y="60"/>
                      </a:lnTo>
                      <a:lnTo>
                        <a:pt x="51" y="66"/>
                      </a:lnTo>
                      <a:lnTo>
                        <a:pt x="51" y="66"/>
                      </a:lnTo>
                      <a:lnTo>
                        <a:pt x="55" y="66"/>
                      </a:lnTo>
                      <a:lnTo>
                        <a:pt x="55" y="66"/>
                      </a:lnTo>
                      <a:lnTo>
                        <a:pt x="55" y="62"/>
                      </a:lnTo>
                      <a:lnTo>
                        <a:pt x="55" y="62"/>
                      </a:lnTo>
                      <a:lnTo>
                        <a:pt x="59" y="60"/>
                      </a:lnTo>
                      <a:lnTo>
                        <a:pt x="61" y="58"/>
                      </a:lnTo>
                      <a:lnTo>
                        <a:pt x="61" y="58"/>
                      </a:lnTo>
                      <a:lnTo>
                        <a:pt x="61" y="54"/>
                      </a:lnTo>
                      <a:lnTo>
                        <a:pt x="61" y="54"/>
                      </a:lnTo>
                      <a:lnTo>
                        <a:pt x="57" y="52"/>
                      </a:lnTo>
                      <a:lnTo>
                        <a:pt x="57" y="52"/>
                      </a:lnTo>
                      <a:lnTo>
                        <a:pt x="61" y="50"/>
                      </a:lnTo>
                      <a:lnTo>
                        <a:pt x="61" y="50"/>
                      </a:lnTo>
                      <a:lnTo>
                        <a:pt x="61" y="44"/>
                      </a:lnTo>
                      <a:lnTo>
                        <a:pt x="59" y="38"/>
                      </a:lnTo>
                      <a:lnTo>
                        <a:pt x="59" y="38"/>
                      </a:lnTo>
                      <a:lnTo>
                        <a:pt x="55" y="38"/>
                      </a:lnTo>
                      <a:lnTo>
                        <a:pt x="55" y="38"/>
                      </a:lnTo>
                      <a:close/>
                      <a:moveTo>
                        <a:pt x="12" y="20"/>
                      </a:moveTo>
                      <a:lnTo>
                        <a:pt x="12" y="20"/>
                      </a:lnTo>
                      <a:lnTo>
                        <a:pt x="10" y="24"/>
                      </a:lnTo>
                      <a:lnTo>
                        <a:pt x="10" y="26"/>
                      </a:lnTo>
                      <a:lnTo>
                        <a:pt x="12" y="24"/>
                      </a:lnTo>
                      <a:lnTo>
                        <a:pt x="12" y="24"/>
                      </a:lnTo>
                      <a:lnTo>
                        <a:pt x="14" y="22"/>
                      </a:lnTo>
                      <a:lnTo>
                        <a:pt x="14" y="20"/>
                      </a:lnTo>
                      <a:lnTo>
                        <a:pt x="12" y="20"/>
                      </a:lnTo>
                      <a:lnTo>
                        <a:pt x="12"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3" name="Freeform 204">
                  <a:extLst>
                    <a:ext uri="{FF2B5EF4-FFF2-40B4-BE49-F238E27FC236}">
                      <a16:creationId xmlns:a16="http://schemas.microsoft.com/office/drawing/2014/main" id="{514133B9-B034-3A43-85E0-519F51870147}"/>
                    </a:ext>
                  </a:extLst>
                </p:cNvPr>
                <p:cNvSpPr>
                  <a:spLocks/>
                </p:cNvSpPr>
                <p:nvPr/>
              </p:nvSpPr>
              <p:spPr bwMode="auto">
                <a:xfrm>
                  <a:off x="6220362" y="2565499"/>
                  <a:ext cx="156552" cy="104122"/>
                </a:xfrm>
                <a:custGeom>
                  <a:avLst/>
                  <a:gdLst>
                    <a:gd name="T0" fmla="*/ 64 w 80"/>
                    <a:gd name="T1" fmla="*/ 46 h 52"/>
                    <a:gd name="T2" fmla="*/ 66 w 80"/>
                    <a:gd name="T3" fmla="*/ 42 h 52"/>
                    <a:gd name="T4" fmla="*/ 70 w 80"/>
                    <a:gd name="T5" fmla="*/ 40 h 52"/>
                    <a:gd name="T6" fmla="*/ 72 w 80"/>
                    <a:gd name="T7" fmla="*/ 38 h 52"/>
                    <a:gd name="T8" fmla="*/ 72 w 80"/>
                    <a:gd name="T9" fmla="*/ 34 h 52"/>
                    <a:gd name="T10" fmla="*/ 80 w 80"/>
                    <a:gd name="T11" fmla="*/ 32 h 52"/>
                    <a:gd name="T12" fmla="*/ 78 w 80"/>
                    <a:gd name="T13" fmla="*/ 26 h 52"/>
                    <a:gd name="T14" fmla="*/ 74 w 80"/>
                    <a:gd name="T15" fmla="*/ 24 h 52"/>
                    <a:gd name="T16" fmla="*/ 74 w 80"/>
                    <a:gd name="T17" fmla="*/ 22 h 52"/>
                    <a:gd name="T18" fmla="*/ 70 w 80"/>
                    <a:gd name="T19" fmla="*/ 18 h 52"/>
                    <a:gd name="T20" fmla="*/ 68 w 80"/>
                    <a:gd name="T21" fmla="*/ 18 h 52"/>
                    <a:gd name="T22" fmla="*/ 58 w 80"/>
                    <a:gd name="T23" fmla="*/ 16 h 52"/>
                    <a:gd name="T24" fmla="*/ 54 w 80"/>
                    <a:gd name="T25" fmla="*/ 12 h 52"/>
                    <a:gd name="T26" fmla="*/ 50 w 80"/>
                    <a:gd name="T27" fmla="*/ 10 h 52"/>
                    <a:gd name="T28" fmla="*/ 48 w 80"/>
                    <a:gd name="T29" fmla="*/ 10 h 52"/>
                    <a:gd name="T30" fmla="*/ 46 w 80"/>
                    <a:gd name="T31" fmla="*/ 8 h 52"/>
                    <a:gd name="T32" fmla="*/ 44 w 80"/>
                    <a:gd name="T33" fmla="*/ 6 h 52"/>
                    <a:gd name="T34" fmla="*/ 32 w 80"/>
                    <a:gd name="T35" fmla="*/ 4 h 52"/>
                    <a:gd name="T36" fmla="*/ 26 w 80"/>
                    <a:gd name="T37" fmla="*/ 0 h 52"/>
                    <a:gd name="T38" fmla="*/ 18 w 80"/>
                    <a:gd name="T39" fmla="*/ 6 h 52"/>
                    <a:gd name="T40" fmla="*/ 10 w 80"/>
                    <a:gd name="T41" fmla="*/ 12 h 52"/>
                    <a:gd name="T42" fmla="*/ 6 w 80"/>
                    <a:gd name="T43" fmla="*/ 14 h 52"/>
                    <a:gd name="T44" fmla="*/ 2 w 80"/>
                    <a:gd name="T45" fmla="*/ 14 h 52"/>
                    <a:gd name="T46" fmla="*/ 0 w 80"/>
                    <a:gd name="T47" fmla="*/ 20 h 52"/>
                    <a:gd name="T48" fmla="*/ 4 w 80"/>
                    <a:gd name="T49" fmla="*/ 24 h 52"/>
                    <a:gd name="T50" fmla="*/ 6 w 80"/>
                    <a:gd name="T51" fmla="*/ 28 h 52"/>
                    <a:gd name="T52" fmla="*/ 8 w 80"/>
                    <a:gd name="T53" fmla="*/ 36 h 52"/>
                    <a:gd name="T54" fmla="*/ 10 w 80"/>
                    <a:gd name="T55" fmla="*/ 40 h 52"/>
                    <a:gd name="T56" fmla="*/ 14 w 80"/>
                    <a:gd name="T57" fmla="*/ 40 h 52"/>
                    <a:gd name="T58" fmla="*/ 16 w 80"/>
                    <a:gd name="T59" fmla="*/ 42 h 52"/>
                    <a:gd name="T60" fmla="*/ 20 w 80"/>
                    <a:gd name="T61" fmla="*/ 46 h 52"/>
                    <a:gd name="T62" fmla="*/ 28 w 80"/>
                    <a:gd name="T63" fmla="*/ 52 h 52"/>
                    <a:gd name="T64" fmla="*/ 30 w 80"/>
                    <a:gd name="T65" fmla="*/ 50 h 52"/>
                    <a:gd name="T66" fmla="*/ 34 w 80"/>
                    <a:gd name="T67" fmla="*/ 44 h 52"/>
                    <a:gd name="T68" fmla="*/ 36 w 80"/>
                    <a:gd name="T69" fmla="*/ 42 h 52"/>
                    <a:gd name="T70" fmla="*/ 42 w 80"/>
                    <a:gd name="T71" fmla="*/ 42 h 52"/>
                    <a:gd name="T72" fmla="*/ 44 w 80"/>
                    <a:gd name="T73" fmla="*/ 44 h 52"/>
                    <a:gd name="T74" fmla="*/ 54 w 80"/>
                    <a:gd name="T75" fmla="*/ 48 h 52"/>
                    <a:gd name="T76" fmla="*/ 64 w 80"/>
                    <a:gd name="T77" fmla="*/ 4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0" h="52">
                      <a:moveTo>
                        <a:pt x="64" y="46"/>
                      </a:moveTo>
                      <a:lnTo>
                        <a:pt x="64" y="46"/>
                      </a:lnTo>
                      <a:lnTo>
                        <a:pt x="64" y="44"/>
                      </a:lnTo>
                      <a:lnTo>
                        <a:pt x="66" y="42"/>
                      </a:lnTo>
                      <a:lnTo>
                        <a:pt x="70" y="40"/>
                      </a:lnTo>
                      <a:lnTo>
                        <a:pt x="70" y="40"/>
                      </a:lnTo>
                      <a:lnTo>
                        <a:pt x="70" y="40"/>
                      </a:lnTo>
                      <a:lnTo>
                        <a:pt x="72" y="38"/>
                      </a:lnTo>
                      <a:lnTo>
                        <a:pt x="72" y="36"/>
                      </a:lnTo>
                      <a:lnTo>
                        <a:pt x="72" y="34"/>
                      </a:lnTo>
                      <a:lnTo>
                        <a:pt x="72" y="34"/>
                      </a:lnTo>
                      <a:lnTo>
                        <a:pt x="80" y="32"/>
                      </a:lnTo>
                      <a:lnTo>
                        <a:pt x="80" y="32"/>
                      </a:lnTo>
                      <a:lnTo>
                        <a:pt x="78" y="26"/>
                      </a:lnTo>
                      <a:lnTo>
                        <a:pt x="76" y="24"/>
                      </a:lnTo>
                      <a:lnTo>
                        <a:pt x="74" y="24"/>
                      </a:lnTo>
                      <a:lnTo>
                        <a:pt x="74" y="24"/>
                      </a:lnTo>
                      <a:lnTo>
                        <a:pt x="74" y="22"/>
                      </a:lnTo>
                      <a:lnTo>
                        <a:pt x="72" y="20"/>
                      </a:lnTo>
                      <a:lnTo>
                        <a:pt x="70" y="18"/>
                      </a:lnTo>
                      <a:lnTo>
                        <a:pt x="68" y="18"/>
                      </a:lnTo>
                      <a:lnTo>
                        <a:pt x="68" y="18"/>
                      </a:lnTo>
                      <a:lnTo>
                        <a:pt x="64" y="18"/>
                      </a:lnTo>
                      <a:lnTo>
                        <a:pt x="58" y="16"/>
                      </a:lnTo>
                      <a:lnTo>
                        <a:pt x="58" y="16"/>
                      </a:lnTo>
                      <a:lnTo>
                        <a:pt x="54" y="12"/>
                      </a:lnTo>
                      <a:lnTo>
                        <a:pt x="52" y="10"/>
                      </a:lnTo>
                      <a:lnTo>
                        <a:pt x="50" y="10"/>
                      </a:lnTo>
                      <a:lnTo>
                        <a:pt x="50" y="10"/>
                      </a:lnTo>
                      <a:lnTo>
                        <a:pt x="48" y="10"/>
                      </a:lnTo>
                      <a:lnTo>
                        <a:pt x="46" y="10"/>
                      </a:lnTo>
                      <a:lnTo>
                        <a:pt x="46" y="8"/>
                      </a:lnTo>
                      <a:lnTo>
                        <a:pt x="44" y="6"/>
                      </a:lnTo>
                      <a:lnTo>
                        <a:pt x="44" y="6"/>
                      </a:lnTo>
                      <a:lnTo>
                        <a:pt x="36" y="6"/>
                      </a:lnTo>
                      <a:lnTo>
                        <a:pt x="32" y="4"/>
                      </a:lnTo>
                      <a:lnTo>
                        <a:pt x="26" y="0"/>
                      </a:lnTo>
                      <a:lnTo>
                        <a:pt x="26" y="0"/>
                      </a:lnTo>
                      <a:lnTo>
                        <a:pt x="18" y="6"/>
                      </a:lnTo>
                      <a:lnTo>
                        <a:pt x="18" y="6"/>
                      </a:lnTo>
                      <a:lnTo>
                        <a:pt x="12" y="8"/>
                      </a:lnTo>
                      <a:lnTo>
                        <a:pt x="10" y="12"/>
                      </a:lnTo>
                      <a:lnTo>
                        <a:pt x="10" y="12"/>
                      </a:lnTo>
                      <a:lnTo>
                        <a:pt x="6" y="14"/>
                      </a:lnTo>
                      <a:lnTo>
                        <a:pt x="2" y="14"/>
                      </a:lnTo>
                      <a:lnTo>
                        <a:pt x="2" y="14"/>
                      </a:lnTo>
                      <a:lnTo>
                        <a:pt x="0" y="16"/>
                      </a:lnTo>
                      <a:lnTo>
                        <a:pt x="0" y="20"/>
                      </a:lnTo>
                      <a:lnTo>
                        <a:pt x="0" y="20"/>
                      </a:lnTo>
                      <a:lnTo>
                        <a:pt x="4" y="24"/>
                      </a:lnTo>
                      <a:lnTo>
                        <a:pt x="6" y="28"/>
                      </a:lnTo>
                      <a:lnTo>
                        <a:pt x="6" y="28"/>
                      </a:lnTo>
                      <a:lnTo>
                        <a:pt x="8" y="32"/>
                      </a:lnTo>
                      <a:lnTo>
                        <a:pt x="8" y="36"/>
                      </a:lnTo>
                      <a:lnTo>
                        <a:pt x="8" y="36"/>
                      </a:lnTo>
                      <a:lnTo>
                        <a:pt x="10" y="40"/>
                      </a:lnTo>
                      <a:lnTo>
                        <a:pt x="12" y="40"/>
                      </a:lnTo>
                      <a:lnTo>
                        <a:pt x="14" y="40"/>
                      </a:lnTo>
                      <a:lnTo>
                        <a:pt x="16" y="42"/>
                      </a:lnTo>
                      <a:lnTo>
                        <a:pt x="16" y="42"/>
                      </a:lnTo>
                      <a:lnTo>
                        <a:pt x="20" y="46"/>
                      </a:lnTo>
                      <a:lnTo>
                        <a:pt x="20" y="46"/>
                      </a:lnTo>
                      <a:lnTo>
                        <a:pt x="24" y="50"/>
                      </a:lnTo>
                      <a:lnTo>
                        <a:pt x="28" y="52"/>
                      </a:lnTo>
                      <a:lnTo>
                        <a:pt x="30" y="50"/>
                      </a:lnTo>
                      <a:lnTo>
                        <a:pt x="30" y="50"/>
                      </a:lnTo>
                      <a:lnTo>
                        <a:pt x="30" y="50"/>
                      </a:lnTo>
                      <a:lnTo>
                        <a:pt x="34" y="44"/>
                      </a:lnTo>
                      <a:lnTo>
                        <a:pt x="36" y="42"/>
                      </a:lnTo>
                      <a:lnTo>
                        <a:pt x="36" y="42"/>
                      </a:lnTo>
                      <a:lnTo>
                        <a:pt x="38" y="42"/>
                      </a:lnTo>
                      <a:lnTo>
                        <a:pt x="42" y="42"/>
                      </a:lnTo>
                      <a:lnTo>
                        <a:pt x="44" y="44"/>
                      </a:lnTo>
                      <a:lnTo>
                        <a:pt x="44" y="44"/>
                      </a:lnTo>
                      <a:lnTo>
                        <a:pt x="48" y="46"/>
                      </a:lnTo>
                      <a:lnTo>
                        <a:pt x="54" y="48"/>
                      </a:lnTo>
                      <a:lnTo>
                        <a:pt x="54" y="48"/>
                      </a:lnTo>
                      <a:lnTo>
                        <a:pt x="64" y="46"/>
                      </a:lnTo>
                      <a:lnTo>
                        <a:pt x="64"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4" name="Freeform 207">
                  <a:extLst>
                    <a:ext uri="{FF2B5EF4-FFF2-40B4-BE49-F238E27FC236}">
                      <a16:creationId xmlns:a16="http://schemas.microsoft.com/office/drawing/2014/main" id="{02AAE0D7-955D-A949-9FB2-0D46C059EC95}"/>
                    </a:ext>
                  </a:extLst>
                </p:cNvPr>
                <p:cNvSpPr>
                  <a:spLocks/>
                </p:cNvSpPr>
                <p:nvPr/>
              </p:nvSpPr>
              <p:spPr bwMode="auto">
                <a:xfrm>
                  <a:off x="6251194" y="2741705"/>
                  <a:ext cx="160752" cy="176207"/>
                </a:xfrm>
                <a:custGeom>
                  <a:avLst/>
                  <a:gdLst>
                    <a:gd name="T0" fmla="*/ 66 w 82"/>
                    <a:gd name="T1" fmla="*/ 84 h 88"/>
                    <a:gd name="T2" fmla="*/ 62 w 82"/>
                    <a:gd name="T3" fmla="*/ 80 h 88"/>
                    <a:gd name="T4" fmla="*/ 56 w 82"/>
                    <a:gd name="T5" fmla="*/ 76 h 88"/>
                    <a:gd name="T6" fmla="*/ 46 w 82"/>
                    <a:gd name="T7" fmla="*/ 64 h 88"/>
                    <a:gd name="T8" fmla="*/ 38 w 82"/>
                    <a:gd name="T9" fmla="*/ 54 h 88"/>
                    <a:gd name="T10" fmla="*/ 40 w 82"/>
                    <a:gd name="T11" fmla="*/ 52 h 88"/>
                    <a:gd name="T12" fmla="*/ 32 w 82"/>
                    <a:gd name="T13" fmla="*/ 40 h 88"/>
                    <a:gd name="T14" fmla="*/ 32 w 82"/>
                    <a:gd name="T15" fmla="*/ 34 h 88"/>
                    <a:gd name="T16" fmla="*/ 36 w 82"/>
                    <a:gd name="T17" fmla="*/ 34 h 88"/>
                    <a:gd name="T18" fmla="*/ 42 w 82"/>
                    <a:gd name="T19" fmla="*/ 38 h 88"/>
                    <a:gd name="T20" fmla="*/ 44 w 82"/>
                    <a:gd name="T21" fmla="*/ 38 h 88"/>
                    <a:gd name="T22" fmla="*/ 50 w 82"/>
                    <a:gd name="T23" fmla="*/ 40 h 88"/>
                    <a:gd name="T24" fmla="*/ 60 w 82"/>
                    <a:gd name="T25" fmla="*/ 38 h 88"/>
                    <a:gd name="T26" fmla="*/ 66 w 82"/>
                    <a:gd name="T27" fmla="*/ 40 h 88"/>
                    <a:gd name="T28" fmla="*/ 68 w 82"/>
                    <a:gd name="T29" fmla="*/ 42 h 88"/>
                    <a:gd name="T30" fmla="*/ 80 w 82"/>
                    <a:gd name="T31" fmla="*/ 44 h 88"/>
                    <a:gd name="T32" fmla="*/ 82 w 82"/>
                    <a:gd name="T33" fmla="*/ 40 h 88"/>
                    <a:gd name="T34" fmla="*/ 80 w 82"/>
                    <a:gd name="T35" fmla="*/ 34 h 88"/>
                    <a:gd name="T36" fmla="*/ 80 w 82"/>
                    <a:gd name="T37" fmla="*/ 30 h 88"/>
                    <a:gd name="T38" fmla="*/ 74 w 82"/>
                    <a:gd name="T39" fmla="*/ 30 h 88"/>
                    <a:gd name="T40" fmla="*/ 66 w 82"/>
                    <a:gd name="T41" fmla="*/ 26 h 88"/>
                    <a:gd name="T42" fmla="*/ 54 w 82"/>
                    <a:gd name="T43" fmla="*/ 16 h 88"/>
                    <a:gd name="T44" fmla="*/ 48 w 82"/>
                    <a:gd name="T45" fmla="*/ 6 h 88"/>
                    <a:gd name="T46" fmla="*/ 42 w 82"/>
                    <a:gd name="T47" fmla="*/ 0 h 88"/>
                    <a:gd name="T48" fmla="*/ 38 w 82"/>
                    <a:gd name="T49" fmla="*/ 4 h 88"/>
                    <a:gd name="T50" fmla="*/ 32 w 82"/>
                    <a:gd name="T51" fmla="*/ 8 h 88"/>
                    <a:gd name="T52" fmla="*/ 28 w 82"/>
                    <a:gd name="T53" fmla="*/ 10 h 88"/>
                    <a:gd name="T54" fmla="*/ 22 w 82"/>
                    <a:gd name="T55" fmla="*/ 22 h 88"/>
                    <a:gd name="T56" fmla="*/ 18 w 82"/>
                    <a:gd name="T57" fmla="*/ 20 h 88"/>
                    <a:gd name="T58" fmla="*/ 16 w 82"/>
                    <a:gd name="T59" fmla="*/ 20 h 88"/>
                    <a:gd name="T60" fmla="*/ 16 w 82"/>
                    <a:gd name="T61" fmla="*/ 28 h 88"/>
                    <a:gd name="T62" fmla="*/ 0 w 82"/>
                    <a:gd name="T63" fmla="*/ 34 h 88"/>
                    <a:gd name="T64" fmla="*/ 2 w 82"/>
                    <a:gd name="T65" fmla="*/ 40 h 88"/>
                    <a:gd name="T66" fmla="*/ 6 w 82"/>
                    <a:gd name="T67" fmla="*/ 44 h 88"/>
                    <a:gd name="T68" fmla="*/ 6 w 82"/>
                    <a:gd name="T69" fmla="*/ 42 h 88"/>
                    <a:gd name="T70" fmla="*/ 10 w 82"/>
                    <a:gd name="T71" fmla="*/ 40 h 88"/>
                    <a:gd name="T72" fmla="*/ 16 w 82"/>
                    <a:gd name="T73" fmla="*/ 34 h 88"/>
                    <a:gd name="T74" fmla="*/ 16 w 82"/>
                    <a:gd name="T75" fmla="*/ 46 h 88"/>
                    <a:gd name="T76" fmla="*/ 24 w 82"/>
                    <a:gd name="T77" fmla="*/ 56 h 88"/>
                    <a:gd name="T78" fmla="*/ 22 w 82"/>
                    <a:gd name="T79" fmla="*/ 60 h 88"/>
                    <a:gd name="T80" fmla="*/ 28 w 82"/>
                    <a:gd name="T81" fmla="*/ 64 h 88"/>
                    <a:gd name="T82" fmla="*/ 34 w 82"/>
                    <a:gd name="T83" fmla="*/ 66 h 88"/>
                    <a:gd name="T84" fmla="*/ 38 w 82"/>
                    <a:gd name="T85" fmla="*/ 68 h 88"/>
                    <a:gd name="T86" fmla="*/ 54 w 82"/>
                    <a:gd name="T87" fmla="*/ 80 h 88"/>
                    <a:gd name="T88" fmla="*/ 60 w 82"/>
                    <a:gd name="T89" fmla="*/ 80 h 88"/>
                    <a:gd name="T90" fmla="*/ 66 w 82"/>
                    <a:gd name="T91" fmla="*/ 88 h 88"/>
                    <a:gd name="T92" fmla="*/ 70 w 82"/>
                    <a:gd name="T93"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2" h="88">
                      <a:moveTo>
                        <a:pt x="70" y="88"/>
                      </a:moveTo>
                      <a:lnTo>
                        <a:pt x="70" y="88"/>
                      </a:lnTo>
                      <a:lnTo>
                        <a:pt x="66" y="84"/>
                      </a:lnTo>
                      <a:lnTo>
                        <a:pt x="66" y="84"/>
                      </a:lnTo>
                      <a:lnTo>
                        <a:pt x="62" y="80"/>
                      </a:lnTo>
                      <a:lnTo>
                        <a:pt x="62" y="80"/>
                      </a:lnTo>
                      <a:lnTo>
                        <a:pt x="60" y="78"/>
                      </a:lnTo>
                      <a:lnTo>
                        <a:pt x="56" y="76"/>
                      </a:lnTo>
                      <a:lnTo>
                        <a:pt x="56" y="76"/>
                      </a:lnTo>
                      <a:lnTo>
                        <a:pt x="52" y="70"/>
                      </a:lnTo>
                      <a:lnTo>
                        <a:pt x="52" y="70"/>
                      </a:lnTo>
                      <a:lnTo>
                        <a:pt x="46" y="64"/>
                      </a:lnTo>
                      <a:lnTo>
                        <a:pt x="40" y="56"/>
                      </a:lnTo>
                      <a:lnTo>
                        <a:pt x="40" y="56"/>
                      </a:lnTo>
                      <a:lnTo>
                        <a:pt x="38" y="54"/>
                      </a:lnTo>
                      <a:lnTo>
                        <a:pt x="40" y="54"/>
                      </a:lnTo>
                      <a:lnTo>
                        <a:pt x="40" y="52"/>
                      </a:lnTo>
                      <a:lnTo>
                        <a:pt x="40" y="52"/>
                      </a:lnTo>
                      <a:lnTo>
                        <a:pt x="36" y="44"/>
                      </a:lnTo>
                      <a:lnTo>
                        <a:pt x="32" y="40"/>
                      </a:lnTo>
                      <a:lnTo>
                        <a:pt x="32" y="40"/>
                      </a:lnTo>
                      <a:lnTo>
                        <a:pt x="32" y="36"/>
                      </a:lnTo>
                      <a:lnTo>
                        <a:pt x="32" y="36"/>
                      </a:lnTo>
                      <a:lnTo>
                        <a:pt x="32" y="34"/>
                      </a:lnTo>
                      <a:lnTo>
                        <a:pt x="34" y="34"/>
                      </a:lnTo>
                      <a:lnTo>
                        <a:pt x="36" y="34"/>
                      </a:lnTo>
                      <a:lnTo>
                        <a:pt x="36" y="34"/>
                      </a:lnTo>
                      <a:lnTo>
                        <a:pt x="38" y="38"/>
                      </a:lnTo>
                      <a:lnTo>
                        <a:pt x="40" y="38"/>
                      </a:lnTo>
                      <a:lnTo>
                        <a:pt x="42" y="38"/>
                      </a:lnTo>
                      <a:lnTo>
                        <a:pt x="42" y="38"/>
                      </a:lnTo>
                      <a:lnTo>
                        <a:pt x="42" y="36"/>
                      </a:lnTo>
                      <a:lnTo>
                        <a:pt x="44" y="38"/>
                      </a:lnTo>
                      <a:lnTo>
                        <a:pt x="48" y="40"/>
                      </a:lnTo>
                      <a:lnTo>
                        <a:pt x="48" y="40"/>
                      </a:lnTo>
                      <a:lnTo>
                        <a:pt x="50" y="40"/>
                      </a:lnTo>
                      <a:lnTo>
                        <a:pt x="52" y="38"/>
                      </a:lnTo>
                      <a:lnTo>
                        <a:pt x="56" y="38"/>
                      </a:lnTo>
                      <a:lnTo>
                        <a:pt x="60" y="38"/>
                      </a:lnTo>
                      <a:lnTo>
                        <a:pt x="60" y="38"/>
                      </a:lnTo>
                      <a:lnTo>
                        <a:pt x="66" y="40"/>
                      </a:lnTo>
                      <a:lnTo>
                        <a:pt x="66" y="40"/>
                      </a:lnTo>
                      <a:lnTo>
                        <a:pt x="66" y="40"/>
                      </a:lnTo>
                      <a:lnTo>
                        <a:pt x="68" y="42"/>
                      </a:lnTo>
                      <a:lnTo>
                        <a:pt x="68" y="42"/>
                      </a:lnTo>
                      <a:lnTo>
                        <a:pt x="70" y="44"/>
                      </a:lnTo>
                      <a:lnTo>
                        <a:pt x="74" y="44"/>
                      </a:lnTo>
                      <a:lnTo>
                        <a:pt x="80" y="44"/>
                      </a:lnTo>
                      <a:lnTo>
                        <a:pt x="80" y="44"/>
                      </a:lnTo>
                      <a:lnTo>
                        <a:pt x="82" y="42"/>
                      </a:lnTo>
                      <a:lnTo>
                        <a:pt x="82" y="40"/>
                      </a:lnTo>
                      <a:lnTo>
                        <a:pt x="80" y="36"/>
                      </a:lnTo>
                      <a:lnTo>
                        <a:pt x="80" y="36"/>
                      </a:lnTo>
                      <a:lnTo>
                        <a:pt x="80" y="34"/>
                      </a:lnTo>
                      <a:lnTo>
                        <a:pt x="80" y="32"/>
                      </a:lnTo>
                      <a:lnTo>
                        <a:pt x="82" y="30"/>
                      </a:lnTo>
                      <a:lnTo>
                        <a:pt x="80" y="30"/>
                      </a:lnTo>
                      <a:lnTo>
                        <a:pt x="80" y="30"/>
                      </a:lnTo>
                      <a:lnTo>
                        <a:pt x="76" y="30"/>
                      </a:lnTo>
                      <a:lnTo>
                        <a:pt x="74" y="30"/>
                      </a:lnTo>
                      <a:lnTo>
                        <a:pt x="70" y="28"/>
                      </a:lnTo>
                      <a:lnTo>
                        <a:pt x="70" y="28"/>
                      </a:lnTo>
                      <a:lnTo>
                        <a:pt x="66" y="26"/>
                      </a:lnTo>
                      <a:lnTo>
                        <a:pt x="60" y="22"/>
                      </a:lnTo>
                      <a:lnTo>
                        <a:pt x="60" y="22"/>
                      </a:lnTo>
                      <a:lnTo>
                        <a:pt x="54" y="16"/>
                      </a:lnTo>
                      <a:lnTo>
                        <a:pt x="50" y="10"/>
                      </a:lnTo>
                      <a:lnTo>
                        <a:pt x="50" y="10"/>
                      </a:lnTo>
                      <a:lnTo>
                        <a:pt x="48" y="6"/>
                      </a:lnTo>
                      <a:lnTo>
                        <a:pt x="46" y="4"/>
                      </a:lnTo>
                      <a:lnTo>
                        <a:pt x="42" y="0"/>
                      </a:lnTo>
                      <a:lnTo>
                        <a:pt x="42" y="0"/>
                      </a:lnTo>
                      <a:lnTo>
                        <a:pt x="40" y="2"/>
                      </a:lnTo>
                      <a:lnTo>
                        <a:pt x="38" y="4"/>
                      </a:lnTo>
                      <a:lnTo>
                        <a:pt x="38" y="4"/>
                      </a:lnTo>
                      <a:lnTo>
                        <a:pt x="36" y="8"/>
                      </a:lnTo>
                      <a:lnTo>
                        <a:pt x="32" y="8"/>
                      </a:lnTo>
                      <a:lnTo>
                        <a:pt x="32" y="8"/>
                      </a:lnTo>
                      <a:lnTo>
                        <a:pt x="30" y="8"/>
                      </a:lnTo>
                      <a:lnTo>
                        <a:pt x="28" y="10"/>
                      </a:lnTo>
                      <a:lnTo>
                        <a:pt x="28" y="10"/>
                      </a:lnTo>
                      <a:lnTo>
                        <a:pt x="26" y="18"/>
                      </a:lnTo>
                      <a:lnTo>
                        <a:pt x="24" y="22"/>
                      </a:lnTo>
                      <a:lnTo>
                        <a:pt x="22" y="22"/>
                      </a:lnTo>
                      <a:lnTo>
                        <a:pt x="22" y="22"/>
                      </a:lnTo>
                      <a:lnTo>
                        <a:pt x="20" y="22"/>
                      </a:lnTo>
                      <a:lnTo>
                        <a:pt x="18" y="20"/>
                      </a:lnTo>
                      <a:lnTo>
                        <a:pt x="18" y="18"/>
                      </a:lnTo>
                      <a:lnTo>
                        <a:pt x="16" y="20"/>
                      </a:lnTo>
                      <a:lnTo>
                        <a:pt x="16" y="20"/>
                      </a:lnTo>
                      <a:lnTo>
                        <a:pt x="18" y="24"/>
                      </a:lnTo>
                      <a:lnTo>
                        <a:pt x="16" y="28"/>
                      </a:lnTo>
                      <a:lnTo>
                        <a:pt x="16" y="28"/>
                      </a:lnTo>
                      <a:lnTo>
                        <a:pt x="12" y="30"/>
                      </a:lnTo>
                      <a:lnTo>
                        <a:pt x="8" y="32"/>
                      </a:lnTo>
                      <a:lnTo>
                        <a:pt x="0" y="34"/>
                      </a:lnTo>
                      <a:lnTo>
                        <a:pt x="0" y="34"/>
                      </a:lnTo>
                      <a:lnTo>
                        <a:pt x="0" y="34"/>
                      </a:lnTo>
                      <a:lnTo>
                        <a:pt x="2" y="40"/>
                      </a:lnTo>
                      <a:lnTo>
                        <a:pt x="2" y="46"/>
                      </a:lnTo>
                      <a:lnTo>
                        <a:pt x="2" y="46"/>
                      </a:lnTo>
                      <a:lnTo>
                        <a:pt x="6" y="44"/>
                      </a:lnTo>
                      <a:lnTo>
                        <a:pt x="6" y="44"/>
                      </a:lnTo>
                      <a:lnTo>
                        <a:pt x="6" y="42"/>
                      </a:lnTo>
                      <a:lnTo>
                        <a:pt x="6" y="42"/>
                      </a:lnTo>
                      <a:lnTo>
                        <a:pt x="8" y="40"/>
                      </a:lnTo>
                      <a:lnTo>
                        <a:pt x="10" y="40"/>
                      </a:lnTo>
                      <a:lnTo>
                        <a:pt x="10" y="40"/>
                      </a:lnTo>
                      <a:lnTo>
                        <a:pt x="14" y="30"/>
                      </a:lnTo>
                      <a:lnTo>
                        <a:pt x="14" y="30"/>
                      </a:lnTo>
                      <a:lnTo>
                        <a:pt x="16" y="34"/>
                      </a:lnTo>
                      <a:lnTo>
                        <a:pt x="18" y="38"/>
                      </a:lnTo>
                      <a:lnTo>
                        <a:pt x="16" y="46"/>
                      </a:lnTo>
                      <a:lnTo>
                        <a:pt x="16" y="46"/>
                      </a:lnTo>
                      <a:lnTo>
                        <a:pt x="24" y="52"/>
                      </a:lnTo>
                      <a:lnTo>
                        <a:pt x="26" y="54"/>
                      </a:lnTo>
                      <a:lnTo>
                        <a:pt x="24" y="56"/>
                      </a:lnTo>
                      <a:lnTo>
                        <a:pt x="22" y="56"/>
                      </a:lnTo>
                      <a:lnTo>
                        <a:pt x="22" y="56"/>
                      </a:lnTo>
                      <a:lnTo>
                        <a:pt x="22" y="60"/>
                      </a:lnTo>
                      <a:lnTo>
                        <a:pt x="22" y="60"/>
                      </a:lnTo>
                      <a:lnTo>
                        <a:pt x="28" y="64"/>
                      </a:lnTo>
                      <a:lnTo>
                        <a:pt x="28" y="64"/>
                      </a:lnTo>
                      <a:lnTo>
                        <a:pt x="32" y="64"/>
                      </a:lnTo>
                      <a:lnTo>
                        <a:pt x="32" y="64"/>
                      </a:lnTo>
                      <a:lnTo>
                        <a:pt x="34" y="66"/>
                      </a:lnTo>
                      <a:lnTo>
                        <a:pt x="34" y="68"/>
                      </a:lnTo>
                      <a:lnTo>
                        <a:pt x="34" y="68"/>
                      </a:lnTo>
                      <a:lnTo>
                        <a:pt x="38" y="68"/>
                      </a:lnTo>
                      <a:lnTo>
                        <a:pt x="42" y="66"/>
                      </a:lnTo>
                      <a:lnTo>
                        <a:pt x="42" y="66"/>
                      </a:lnTo>
                      <a:lnTo>
                        <a:pt x="54" y="80"/>
                      </a:lnTo>
                      <a:lnTo>
                        <a:pt x="54" y="80"/>
                      </a:lnTo>
                      <a:lnTo>
                        <a:pt x="58" y="80"/>
                      </a:lnTo>
                      <a:lnTo>
                        <a:pt x="60" y="80"/>
                      </a:lnTo>
                      <a:lnTo>
                        <a:pt x="60" y="80"/>
                      </a:lnTo>
                      <a:lnTo>
                        <a:pt x="62" y="84"/>
                      </a:lnTo>
                      <a:lnTo>
                        <a:pt x="66" y="88"/>
                      </a:lnTo>
                      <a:lnTo>
                        <a:pt x="66" y="88"/>
                      </a:lnTo>
                      <a:lnTo>
                        <a:pt x="70" y="88"/>
                      </a:lnTo>
                      <a:lnTo>
                        <a:pt x="70" y="8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5" name="Freeform 243">
                  <a:extLst>
                    <a:ext uri="{FF2B5EF4-FFF2-40B4-BE49-F238E27FC236}">
                      <a16:creationId xmlns:a16="http://schemas.microsoft.com/office/drawing/2014/main" id="{6153FB74-4E1C-4244-B375-DC9F76D3FF7F}"/>
                    </a:ext>
                  </a:extLst>
                </p:cNvPr>
                <p:cNvSpPr>
                  <a:spLocks/>
                </p:cNvSpPr>
                <p:nvPr/>
              </p:nvSpPr>
              <p:spPr bwMode="auto">
                <a:xfrm>
                  <a:off x="6496838" y="2841822"/>
                  <a:ext cx="157140" cy="116137"/>
                </a:xfrm>
                <a:custGeom>
                  <a:avLst/>
                  <a:gdLst>
                    <a:gd name="T0" fmla="*/ 80 w 80"/>
                    <a:gd name="T1" fmla="*/ 4 h 58"/>
                    <a:gd name="T2" fmla="*/ 74 w 80"/>
                    <a:gd name="T3" fmla="*/ 0 h 58"/>
                    <a:gd name="T4" fmla="*/ 66 w 80"/>
                    <a:gd name="T5" fmla="*/ 2 h 58"/>
                    <a:gd name="T6" fmla="*/ 62 w 80"/>
                    <a:gd name="T7" fmla="*/ 4 h 58"/>
                    <a:gd name="T8" fmla="*/ 56 w 80"/>
                    <a:gd name="T9" fmla="*/ 0 h 58"/>
                    <a:gd name="T10" fmla="*/ 52 w 80"/>
                    <a:gd name="T11" fmla="*/ 0 h 58"/>
                    <a:gd name="T12" fmla="*/ 48 w 80"/>
                    <a:gd name="T13" fmla="*/ 4 h 58"/>
                    <a:gd name="T14" fmla="*/ 40 w 80"/>
                    <a:gd name="T15" fmla="*/ 8 h 58"/>
                    <a:gd name="T16" fmla="*/ 34 w 80"/>
                    <a:gd name="T17" fmla="*/ 8 h 58"/>
                    <a:gd name="T18" fmla="*/ 28 w 80"/>
                    <a:gd name="T19" fmla="*/ 8 h 58"/>
                    <a:gd name="T20" fmla="*/ 24 w 80"/>
                    <a:gd name="T21" fmla="*/ 8 h 58"/>
                    <a:gd name="T22" fmla="*/ 20 w 80"/>
                    <a:gd name="T23" fmla="*/ 8 h 58"/>
                    <a:gd name="T24" fmla="*/ 16 w 80"/>
                    <a:gd name="T25" fmla="*/ 8 h 58"/>
                    <a:gd name="T26" fmla="*/ 14 w 80"/>
                    <a:gd name="T27" fmla="*/ 6 h 58"/>
                    <a:gd name="T28" fmla="*/ 16 w 80"/>
                    <a:gd name="T29" fmla="*/ 4 h 58"/>
                    <a:gd name="T30" fmla="*/ 14 w 80"/>
                    <a:gd name="T31" fmla="*/ 2 h 58"/>
                    <a:gd name="T32" fmla="*/ 10 w 80"/>
                    <a:gd name="T33" fmla="*/ 0 h 58"/>
                    <a:gd name="T34" fmla="*/ 6 w 80"/>
                    <a:gd name="T35" fmla="*/ 8 h 58"/>
                    <a:gd name="T36" fmla="*/ 2 w 80"/>
                    <a:gd name="T37" fmla="*/ 10 h 58"/>
                    <a:gd name="T38" fmla="*/ 2 w 80"/>
                    <a:gd name="T39" fmla="*/ 12 h 58"/>
                    <a:gd name="T40" fmla="*/ 2 w 80"/>
                    <a:gd name="T41" fmla="*/ 20 h 58"/>
                    <a:gd name="T42" fmla="*/ 4 w 80"/>
                    <a:gd name="T43" fmla="*/ 22 h 58"/>
                    <a:gd name="T44" fmla="*/ 10 w 80"/>
                    <a:gd name="T45" fmla="*/ 24 h 58"/>
                    <a:gd name="T46" fmla="*/ 10 w 80"/>
                    <a:gd name="T47" fmla="*/ 26 h 58"/>
                    <a:gd name="T48" fmla="*/ 6 w 80"/>
                    <a:gd name="T49" fmla="*/ 32 h 58"/>
                    <a:gd name="T50" fmla="*/ 4 w 80"/>
                    <a:gd name="T51" fmla="*/ 36 h 58"/>
                    <a:gd name="T52" fmla="*/ 8 w 80"/>
                    <a:gd name="T53" fmla="*/ 40 h 58"/>
                    <a:gd name="T54" fmla="*/ 8 w 80"/>
                    <a:gd name="T55" fmla="*/ 42 h 58"/>
                    <a:gd name="T56" fmla="*/ 8 w 80"/>
                    <a:gd name="T57" fmla="*/ 44 h 58"/>
                    <a:gd name="T58" fmla="*/ 8 w 80"/>
                    <a:gd name="T59" fmla="*/ 46 h 58"/>
                    <a:gd name="T60" fmla="*/ 10 w 80"/>
                    <a:gd name="T61" fmla="*/ 50 h 58"/>
                    <a:gd name="T62" fmla="*/ 10 w 80"/>
                    <a:gd name="T63" fmla="*/ 56 h 58"/>
                    <a:gd name="T64" fmla="*/ 20 w 80"/>
                    <a:gd name="T65" fmla="*/ 58 h 58"/>
                    <a:gd name="T66" fmla="*/ 24 w 80"/>
                    <a:gd name="T67" fmla="*/ 58 h 58"/>
                    <a:gd name="T68" fmla="*/ 26 w 80"/>
                    <a:gd name="T69" fmla="*/ 54 h 58"/>
                    <a:gd name="T70" fmla="*/ 30 w 80"/>
                    <a:gd name="T71" fmla="*/ 50 h 58"/>
                    <a:gd name="T72" fmla="*/ 36 w 80"/>
                    <a:gd name="T73" fmla="*/ 52 h 58"/>
                    <a:gd name="T74" fmla="*/ 40 w 80"/>
                    <a:gd name="T75" fmla="*/ 54 h 58"/>
                    <a:gd name="T76" fmla="*/ 40 w 80"/>
                    <a:gd name="T77" fmla="*/ 56 h 58"/>
                    <a:gd name="T78" fmla="*/ 46 w 80"/>
                    <a:gd name="T79" fmla="*/ 56 h 58"/>
                    <a:gd name="T80" fmla="*/ 52 w 80"/>
                    <a:gd name="T81" fmla="*/ 56 h 58"/>
                    <a:gd name="T82" fmla="*/ 50 w 80"/>
                    <a:gd name="T83" fmla="*/ 54 h 58"/>
                    <a:gd name="T84" fmla="*/ 52 w 80"/>
                    <a:gd name="T85" fmla="*/ 50 h 58"/>
                    <a:gd name="T86" fmla="*/ 56 w 80"/>
                    <a:gd name="T87" fmla="*/ 50 h 58"/>
                    <a:gd name="T88" fmla="*/ 56 w 80"/>
                    <a:gd name="T89" fmla="*/ 48 h 58"/>
                    <a:gd name="T90" fmla="*/ 60 w 80"/>
                    <a:gd name="T91" fmla="*/ 46 h 58"/>
                    <a:gd name="T92" fmla="*/ 64 w 80"/>
                    <a:gd name="T93" fmla="*/ 48 h 58"/>
                    <a:gd name="T94" fmla="*/ 72 w 80"/>
                    <a:gd name="T95" fmla="*/ 48 h 58"/>
                    <a:gd name="T96" fmla="*/ 70 w 80"/>
                    <a:gd name="T97" fmla="*/ 42 h 58"/>
                    <a:gd name="T98" fmla="*/ 66 w 80"/>
                    <a:gd name="T99" fmla="*/ 40 h 58"/>
                    <a:gd name="T100" fmla="*/ 70 w 80"/>
                    <a:gd name="T101" fmla="*/ 34 h 58"/>
                    <a:gd name="T102" fmla="*/ 70 w 80"/>
                    <a:gd name="T103" fmla="*/ 34 h 58"/>
                    <a:gd name="T104" fmla="*/ 70 w 80"/>
                    <a:gd name="T105" fmla="*/ 28 h 58"/>
                    <a:gd name="T106" fmla="*/ 80 w 80"/>
                    <a:gd name="T107" fmla="*/ 20 h 58"/>
                    <a:gd name="T108" fmla="*/ 80 w 80"/>
                    <a:gd name="T109" fmla="*/ 16 h 58"/>
                    <a:gd name="T110" fmla="*/ 80 w 80"/>
                    <a:gd name="T111"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0" h="58">
                      <a:moveTo>
                        <a:pt x="80" y="4"/>
                      </a:moveTo>
                      <a:lnTo>
                        <a:pt x="80" y="4"/>
                      </a:lnTo>
                      <a:lnTo>
                        <a:pt x="74" y="0"/>
                      </a:lnTo>
                      <a:lnTo>
                        <a:pt x="74" y="0"/>
                      </a:lnTo>
                      <a:lnTo>
                        <a:pt x="70" y="0"/>
                      </a:lnTo>
                      <a:lnTo>
                        <a:pt x="66" y="2"/>
                      </a:lnTo>
                      <a:lnTo>
                        <a:pt x="66" y="2"/>
                      </a:lnTo>
                      <a:lnTo>
                        <a:pt x="62" y="4"/>
                      </a:lnTo>
                      <a:lnTo>
                        <a:pt x="60" y="2"/>
                      </a:lnTo>
                      <a:lnTo>
                        <a:pt x="56" y="0"/>
                      </a:lnTo>
                      <a:lnTo>
                        <a:pt x="56" y="0"/>
                      </a:lnTo>
                      <a:lnTo>
                        <a:pt x="52" y="0"/>
                      </a:lnTo>
                      <a:lnTo>
                        <a:pt x="48" y="4"/>
                      </a:lnTo>
                      <a:lnTo>
                        <a:pt x="48" y="4"/>
                      </a:lnTo>
                      <a:lnTo>
                        <a:pt x="44" y="6"/>
                      </a:lnTo>
                      <a:lnTo>
                        <a:pt x="40" y="8"/>
                      </a:lnTo>
                      <a:lnTo>
                        <a:pt x="40" y="8"/>
                      </a:lnTo>
                      <a:lnTo>
                        <a:pt x="34" y="8"/>
                      </a:lnTo>
                      <a:lnTo>
                        <a:pt x="28" y="8"/>
                      </a:lnTo>
                      <a:lnTo>
                        <a:pt x="28" y="8"/>
                      </a:lnTo>
                      <a:lnTo>
                        <a:pt x="26" y="6"/>
                      </a:lnTo>
                      <a:lnTo>
                        <a:pt x="24" y="8"/>
                      </a:lnTo>
                      <a:lnTo>
                        <a:pt x="24" y="8"/>
                      </a:lnTo>
                      <a:lnTo>
                        <a:pt x="20" y="8"/>
                      </a:lnTo>
                      <a:lnTo>
                        <a:pt x="20" y="8"/>
                      </a:lnTo>
                      <a:lnTo>
                        <a:pt x="16" y="8"/>
                      </a:lnTo>
                      <a:lnTo>
                        <a:pt x="14" y="8"/>
                      </a:lnTo>
                      <a:lnTo>
                        <a:pt x="14" y="6"/>
                      </a:lnTo>
                      <a:lnTo>
                        <a:pt x="16" y="4"/>
                      </a:lnTo>
                      <a:lnTo>
                        <a:pt x="16" y="4"/>
                      </a:lnTo>
                      <a:lnTo>
                        <a:pt x="16" y="2"/>
                      </a:lnTo>
                      <a:lnTo>
                        <a:pt x="14" y="2"/>
                      </a:lnTo>
                      <a:lnTo>
                        <a:pt x="10" y="0"/>
                      </a:lnTo>
                      <a:lnTo>
                        <a:pt x="10" y="0"/>
                      </a:lnTo>
                      <a:lnTo>
                        <a:pt x="10" y="4"/>
                      </a:lnTo>
                      <a:lnTo>
                        <a:pt x="6" y="8"/>
                      </a:lnTo>
                      <a:lnTo>
                        <a:pt x="6" y="8"/>
                      </a:lnTo>
                      <a:lnTo>
                        <a:pt x="2" y="10"/>
                      </a:lnTo>
                      <a:lnTo>
                        <a:pt x="2" y="12"/>
                      </a:lnTo>
                      <a:lnTo>
                        <a:pt x="2" y="12"/>
                      </a:lnTo>
                      <a:lnTo>
                        <a:pt x="0" y="16"/>
                      </a:lnTo>
                      <a:lnTo>
                        <a:pt x="2" y="20"/>
                      </a:lnTo>
                      <a:lnTo>
                        <a:pt x="2" y="20"/>
                      </a:lnTo>
                      <a:lnTo>
                        <a:pt x="4" y="22"/>
                      </a:lnTo>
                      <a:lnTo>
                        <a:pt x="10" y="24"/>
                      </a:lnTo>
                      <a:lnTo>
                        <a:pt x="10" y="24"/>
                      </a:lnTo>
                      <a:lnTo>
                        <a:pt x="10" y="24"/>
                      </a:lnTo>
                      <a:lnTo>
                        <a:pt x="10" y="26"/>
                      </a:lnTo>
                      <a:lnTo>
                        <a:pt x="6" y="32"/>
                      </a:lnTo>
                      <a:lnTo>
                        <a:pt x="6" y="32"/>
                      </a:lnTo>
                      <a:lnTo>
                        <a:pt x="4" y="36"/>
                      </a:lnTo>
                      <a:lnTo>
                        <a:pt x="4" y="36"/>
                      </a:lnTo>
                      <a:lnTo>
                        <a:pt x="4" y="36"/>
                      </a:lnTo>
                      <a:lnTo>
                        <a:pt x="8" y="40"/>
                      </a:lnTo>
                      <a:lnTo>
                        <a:pt x="8" y="40"/>
                      </a:lnTo>
                      <a:lnTo>
                        <a:pt x="8" y="42"/>
                      </a:lnTo>
                      <a:lnTo>
                        <a:pt x="8" y="44"/>
                      </a:lnTo>
                      <a:lnTo>
                        <a:pt x="8" y="44"/>
                      </a:lnTo>
                      <a:lnTo>
                        <a:pt x="8" y="46"/>
                      </a:lnTo>
                      <a:lnTo>
                        <a:pt x="8" y="46"/>
                      </a:lnTo>
                      <a:lnTo>
                        <a:pt x="12" y="50"/>
                      </a:lnTo>
                      <a:lnTo>
                        <a:pt x="10" y="50"/>
                      </a:lnTo>
                      <a:lnTo>
                        <a:pt x="10" y="56"/>
                      </a:lnTo>
                      <a:lnTo>
                        <a:pt x="10" y="56"/>
                      </a:lnTo>
                      <a:lnTo>
                        <a:pt x="14" y="56"/>
                      </a:lnTo>
                      <a:lnTo>
                        <a:pt x="20" y="58"/>
                      </a:lnTo>
                      <a:lnTo>
                        <a:pt x="20" y="58"/>
                      </a:lnTo>
                      <a:lnTo>
                        <a:pt x="24" y="58"/>
                      </a:lnTo>
                      <a:lnTo>
                        <a:pt x="26" y="54"/>
                      </a:lnTo>
                      <a:lnTo>
                        <a:pt x="26" y="54"/>
                      </a:lnTo>
                      <a:lnTo>
                        <a:pt x="28" y="52"/>
                      </a:lnTo>
                      <a:lnTo>
                        <a:pt x="30" y="50"/>
                      </a:lnTo>
                      <a:lnTo>
                        <a:pt x="36" y="52"/>
                      </a:lnTo>
                      <a:lnTo>
                        <a:pt x="36" y="52"/>
                      </a:lnTo>
                      <a:lnTo>
                        <a:pt x="38" y="52"/>
                      </a:lnTo>
                      <a:lnTo>
                        <a:pt x="40" y="54"/>
                      </a:lnTo>
                      <a:lnTo>
                        <a:pt x="40" y="56"/>
                      </a:lnTo>
                      <a:lnTo>
                        <a:pt x="40" y="56"/>
                      </a:lnTo>
                      <a:lnTo>
                        <a:pt x="46" y="56"/>
                      </a:lnTo>
                      <a:lnTo>
                        <a:pt x="46" y="56"/>
                      </a:lnTo>
                      <a:lnTo>
                        <a:pt x="50" y="56"/>
                      </a:lnTo>
                      <a:lnTo>
                        <a:pt x="52" y="56"/>
                      </a:lnTo>
                      <a:lnTo>
                        <a:pt x="50" y="54"/>
                      </a:lnTo>
                      <a:lnTo>
                        <a:pt x="50" y="54"/>
                      </a:lnTo>
                      <a:lnTo>
                        <a:pt x="50" y="52"/>
                      </a:lnTo>
                      <a:lnTo>
                        <a:pt x="52" y="50"/>
                      </a:lnTo>
                      <a:lnTo>
                        <a:pt x="56" y="50"/>
                      </a:lnTo>
                      <a:lnTo>
                        <a:pt x="56" y="50"/>
                      </a:lnTo>
                      <a:lnTo>
                        <a:pt x="56" y="50"/>
                      </a:lnTo>
                      <a:lnTo>
                        <a:pt x="56" y="48"/>
                      </a:lnTo>
                      <a:lnTo>
                        <a:pt x="56" y="48"/>
                      </a:lnTo>
                      <a:lnTo>
                        <a:pt x="60" y="46"/>
                      </a:lnTo>
                      <a:lnTo>
                        <a:pt x="64" y="48"/>
                      </a:lnTo>
                      <a:lnTo>
                        <a:pt x="64" y="48"/>
                      </a:lnTo>
                      <a:lnTo>
                        <a:pt x="68" y="48"/>
                      </a:lnTo>
                      <a:lnTo>
                        <a:pt x="72" y="48"/>
                      </a:lnTo>
                      <a:lnTo>
                        <a:pt x="72" y="48"/>
                      </a:lnTo>
                      <a:lnTo>
                        <a:pt x="70" y="42"/>
                      </a:lnTo>
                      <a:lnTo>
                        <a:pt x="70" y="42"/>
                      </a:lnTo>
                      <a:lnTo>
                        <a:pt x="66" y="40"/>
                      </a:lnTo>
                      <a:lnTo>
                        <a:pt x="66" y="40"/>
                      </a:lnTo>
                      <a:lnTo>
                        <a:pt x="70" y="34"/>
                      </a:lnTo>
                      <a:lnTo>
                        <a:pt x="70" y="34"/>
                      </a:lnTo>
                      <a:lnTo>
                        <a:pt x="70" y="34"/>
                      </a:lnTo>
                      <a:lnTo>
                        <a:pt x="70" y="34"/>
                      </a:lnTo>
                      <a:lnTo>
                        <a:pt x="70" y="28"/>
                      </a:lnTo>
                      <a:lnTo>
                        <a:pt x="70" y="28"/>
                      </a:lnTo>
                      <a:lnTo>
                        <a:pt x="80" y="20"/>
                      </a:lnTo>
                      <a:lnTo>
                        <a:pt x="80" y="20"/>
                      </a:lnTo>
                      <a:lnTo>
                        <a:pt x="80" y="16"/>
                      </a:lnTo>
                      <a:lnTo>
                        <a:pt x="80" y="12"/>
                      </a:lnTo>
                      <a:lnTo>
                        <a:pt x="80" y="4"/>
                      </a:lnTo>
                      <a:lnTo>
                        <a:pt x="8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6" name="Freeform 250">
                  <a:extLst>
                    <a:ext uri="{FF2B5EF4-FFF2-40B4-BE49-F238E27FC236}">
                      <a16:creationId xmlns:a16="http://schemas.microsoft.com/office/drawing/2014/main" id="{2DA9C88F-7FB1-6042-841C-02C069BF416F}"/>
                    </a:ext>
                  </a:extLst>
                </p:cNvPr>
                <p:cNvSpPr>
                  <a:spLocks/>
                </p:cNvSpPr>
                <p:nvPr/>
              </p:nvSpPr>
              <p:spPr bwMode="auto">
                <a:xfrm>
                  <a:off x="6314411" y="2809786"/>
                  <a:ext cx="101148" cy="108127"/>
                </a:xfrm>
                <a:custGeom>
                  <a:avLst/>
                  <a:gdLst>
                    <a:gd name="T0" fmla="*/ 48 w 52"/>
                    <a:gd name="T1" fmla="*/ 10 h 54"/>
                    <a:gd name="T2" fmla="*/ 38 w 52"/>
                    <a:gd name="T3" fmla="*/ 10 h 54"/>
                    <a:gd name="T4" fmla="*/ 36 w 52"/>
                    <a:gd name="T5" fmla="*/ 8 h 54"/>
                    <a:gd name="T6" fmla="*/ 34 w 52"/>
                    <a:gd name="T7" fmla="*/ 6 h 54"/>
                    <a:gd name="T8" fmla="*/ 28 w 52"/>
                    <a:gd name="T9" fmla="*/ 4 h 54"/>
                    <a:gd name="T10" fmla="*/ 24 w 52"/>
                    <a:gd name="T11" fmla="*/ 4 h 54"/>
                    <a:gd name="T12" fmla="*/ 18 w 52"/>
                    <a:gd name="T13" fmla="*/ 6 h 54"/>
                    <a:gd name="T14" fmla="*/ 16 w 52"/>
                    <a:gd name="T15" fmla="*/ 6 h 54"/>
                    <a:gd name="T16" fmla="*/ 10 w 52"/>
                    <a:gd name="T17" fmla="*/ 2 h 54"/>
                    <a:gd name="T18" fmla="*/ 10 w 52"/>
                    <a:gd name="T19" fmla="*/ 4 h 54"/>
                    <a:gd name="T20" fmla="*/ 6 w 52"/>
                    <a:gd name="T21" fmla="*/ 4 h 54"/>
                    <a:gd name="T22" fmla="*/ 4 w 52"/>
                    <a:gd name="T23" fmla="*/ 0 h 54"/>
                    <a:gd name="T24" fmla="*/ 0 w 52"/>
                    <a:gd name="T25" fmla="*/ 0 h 54"/>
                    <a:gd name="T26" fmla="*/ 0 w 52"/>
                    <a:gd name="T27" fmla="*/ 2 h 54"/>
                    <a:gd name="T28" fmla="*/ 0 w 52"/>
                    <a:gd name="T29" fmla="*/ 6 h 54"/>
                    <a:gd name="T30" fmla="*/ 8 w 52"/>
                    <a:gd name="T31" fmla="*/ 18 h 54"/>
                    <a:gd name="T32" fmla="*/ 8 w 52"/>
                    <a:gd name="T33" fmla="*/ 20 h 54"/>
                    <a:gd name="T34" fmla="*/ 8 w 52"/>
                    <a:gd name="T35" fmla="*/ 22 h 54"/>
                    <a:gd name="T36" fmla="*/ 14 w 52"/>
                    <a:gd name="T37" fmla="*/ 30 h 54"/>
                    <a:gd name="T38" fmla="*/ 20 w 52"/>
                    <a:gd name="T39" fmla="*/ 36 h 54"/>
                    <a:gd name="T40" fmla="*/ 24 w 52"/>
                    <a:gd name="T41" fmla="*/ 42 h 54"/>
                    <a:gd name="T42" fmla="*/ 30 w 52"/>
                    <a:gd name="T43" fmla="*/ 46 h 54"/>
                    <a:gd name="T44" fmla="*/ 34 w 52"/>
                    <a:gd name="T45" fmla="*/ 50 h 54"/>
                    <a:gd name="T46" fmla="*/ 38 w 52"/>
                    <a:gd name="T47" fmla="*/ 54 h 54"/>
                    <a:gd name="T48" fmla="*/ 36 w 52"/>
                    <a:gd name="T49" fmla="*/ 50 h 54"/>
                    <a:gd name="T50" fmla="*/ 36 w 52"/>
                    <a:gd name="T51" fmla="*/ 46 h 54"/>
                    <a:gd name="T52" fmla="*/ 38 w 52"/>
                    <a:gd name="T53" fmla="*/ 38 h 54"/>
                    <a:gd name="T54" fmla="*/ 44 w 52"/>
                    <a:gd name="T55" fmla="*/ 36 h 54"/>
                    <a:gd name="T56" fmla="*/ 46 w 52"/>
                    <a:gd name="T57" fmla="*/ 32 h 54"/>
                    <a:gd name="T58" fmla="*/ 50 w 52"/>
                    <a:gd name="T59" fmla="*/ 30 h 54"/>
                    <a:gd name="T60" fmla="*/ 52 w 52"/>
                    <a:gd name="T61" fmla="*/ 28 h 54"/>
                    <a:gd name="T62" fmla="*/ 50 w 52"/>
                    <a:gd name="T63" fmla="*/ 26 h 54"/>
                    <a:gd name="T64" fmla="*/ 46 w 52"/>
                    <a:gd name="T65" fmla="*/ 22 h 54"/>
                    <a:gd name="T66" fmla="*/ 50 w 52"/>
                    <a:gd name="T67" fmla="*/ 22 h 54"/>
                    <a:gd name="T68" fmla="*/ 52 w 52"/>
                    <a:gd name="T69" fmla="*/ 20 h 54"/>
                    <a:gd name="T70" fmla="*/ 50 w 52"/>
                    <a:gd name="T71" fmla="*/ 18 h 54"/>
                    <a:gd name="T72" fmla="*/ 48 w 52"/>
                    <a:gd name="T73" fmla="*/ 14 h 54"/>
                    <a:gd name="T74" fmla="*/ 48 w 52"/>
                    <a:gd name="T7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 h="54">
                      <a:moveTo>
                        <a:pt x="48" y="10"/>
                      </a:moveTo>
                      <a:lnTo>
                        <a:pt x="48" y="10"/>
                      </a:lnTo>
                      <a:lnTo>
                        <a:pt x="42" y="10"/>
                      </a:lnTo>
                      <a:lnTo>
                        <a:pt x="38" y="10"/>
                      </a:lnTo>
                      <a:lnTo>
                        <a:pt x="36" y="8"/>
                      </a:lnTo>
                      <a:lnTo>
                        <a:pt x="36" y="8"/>
                      </a:lnTo>
                      <a:lnTo>
                        <a:pt x="34" y="6"/>
                      </a:lnTo>
                      <a:lnTo>
                        <a:pt x="34" y="6"/>
                      </a:lnTo>
                      <a:lnTo>
                        <a:pt x="34" y="6"/>
                      </a:lnTo>
                      <a:lnTo>
                        <a:pt x="28" y="4"/>
                      </a:lnTo>
                      <a:lnTo>
                        <a:pt x="28" y="4"/>
                      </a:lnTo>
                      <a:lnTo>
                        <a:pt x="24" y="4"/>
                      </a:lnTo>
                      <a:lnTo>
                        <a:pt x="20" y="4"/>
                      </a:lnTo>
                      <a:lnTo>
                        <a:pt x="18" y="6"/>
                      </a:lnTo>
                      <a:lnTo>
                        <a:pt x="16" y="6"/>
                      </a:lnTo>
                      <a:lnTo>
                        <a:pt x="16" y="6"/>
                      </a:lnTo>
                      <a:lnTo>
                        <a:pt x="12" y="4"/>
                      </a:lnTo>
                      <a:lnTo>
                        <a:pt x="10" y="2"/>
                      </a:lnTo>
                      <a:lnTo>
                        <a:pt x="10" y="4"/>
                      </a:lnTo>
                      <a:lnTo>
                        <a:pt x="10" y="4"/>
                      </a:lnTo>
                      <a:lnTo>
                        <a:pt x="8" y="4"/>
                      </a:lnTo>
                      <a:lnTo>
                        <a:pt x="6" y="4"/>
                      </a:lnTo>
                      <a:lnTo>
                        <a:pt x="4" y="0"/>
                      </a:lnTo>
                      <a:lnTo>
                        <a:pt x="4" y="0"/>
                      </a:lnTo>
                      <a:lnTo>
                        <a:pt x="2" y="0"/>
                      </a:lnTo>
                      <a:lnTo>
                        <a:pt x="0" y="0"/>
                      </a:lnTo>
                      <a:lnTo>
                        <a:pt x="0" y="2"/>
                      </a:lnTo>
                      <a:lnTo>
                        <a:pt x="0" y="2"/>
                      </a:lnTo>
                      <a:lnTo>
                        <a:pt x="0" y="6"/>
                      </a:lnTo>
                      <a:lnTo>
                        <a:pt x="0" y="6"/>
                      </a:lnTo>
                      <a:lnTo>
                        <a:pt x="4" y="10"/>
                      </a:lnTo>
                      <a:lnTo>
                        <a:pt x="8" y="18"/>
                      </a:lnTo>
                      <a:lnTo>
                        <a:pt x="8" y="18"/>
                      </a:lnTo>
                      <a:lnTo>
                        <a:pt x="8" y="20"/>
                      </a:lnTo>
                      <a:lnTo>
                        <a:pt x="6" y="20"/>
                      </a:lnTo>
                      <a:lnTo>
                        <a:pt x="8" y="22"/>
                      </a:lnTo>
                      <a:lnTo>
                        <a:pt x="8" y="22"/>
                      </a:lnTo>
                      <a:lnTo>
                        <a:pt x="14" y="30"/>
                      </a:lnTo>
                      <a:lnTo>
                        <a:pt x="20" y="36"/>
                      </a:lnTo>
                      <a:lnTo>
                        <a:pt x="20" y="36"/>
                      </a:lnTo>
                      <a:lnTo>
                        <a:pt x="24" y="42"/>
                      </a:lnTo>
                      <a:lnTo>
                        <a:pt x="24" y="42"/>
                      </a:lnTo>
                      <a:lnTo>
                        <a:pt x="28" y="44"/>
                      </a:lnTo>
                      <a:lnTo>
                        <a:pt x="30" y="46"/>
                      </a:lnTo>
                      <a:lnTo>
                        <a:pt x="30" y="46"/>
                      </a:lnTo>
                      <a:lnTo>
                        <a:pt x="34" y="50"/>
                      </a:lnTo>
                      <a:lnTo>
                        <a:pt x="34" y="50"/>
                      </a:lnTo>
                      <a:lnTo>
                        <a:pt x="38" y="54"/>
                      </a:lnTo>
                      <a:lnTo>
                        <a:pt x="38" y="54"/>
                      </a:lnTo>
                      <a:lnTo>
                        <a:pt x="36" y="50"/>
                      </a:lnTo>
                      <a:lnTo>
                        <a:pt x="36" y="46"/>
                      </a:lnTo>
                      <a:lnTo>
                        <a:pt x="36" y="46"/>
                      </a:lnTo>
                      <a:lnTo>
                        <a:pt x="36" y="42"/>
                      </a:lnTo>
                      <a:lnTo>
                        <a:pt x="38" y="38"/>
                      </a:lnTo>
                      <a:lnTo>
                        <a:pt x="38" y="38"/>
                      </a:lnTo>
                      <a:lnTo>
                        <a:pt x="44" y="36"/>
                      </a:lnTo>
                      <a:lnTo>
                        <a:pt x="44" y="36"/>
                      </a:lnTo>
                      <a:lnTo>
                        <a:pt x="46" y="32"/>
                      </a:lnTo>
                      <a:lnTo>
                        <a:pt x="46" y="32"/>
                      </a:lnTo>
                      <a:lnTo>
                        <a:pt x="50" y="30"/>
                      </a:lnTo>
                      <a:lnTo>
                        <a:pt x="52" y="28"/>
                      </a:lnTo>
                      <a:lnTo>
                        <a:pt x="52" y="28"/>
                      </a:lnTo>
                      <a:lnTo>
                        <a:pt x="52" y="26"/>
                      </a:lnTo>
                      <a:lnTo>
                        <a:pt x="50" y="26"/>
                      </a:lnTo>
                      <a:lnTo>
                        <a:pt x="48" y="24"/>
                      </a:lnTo>
                      <a:lnTo>
                        <a:pt x="46" y="22"/>
                      </a:lnTo>
                      <a:lnTo>
                        <a:pt x="46" y="22"/>
                      </a:lnTo>
                      <a:lnTo>
                        <a:pt x="50" y="22"/>
                      </a:lnTo>
                      <a:lnTo>
                        <a:pt x="52" y="20"/>
                      </a:lnTo>
                      <a:lnTo>
                        <a:pt x="52" y="20"/>
                      </a:lnTo>
                      <a:lnTo>
                        <a:pt x="52" y="18"/>
                      </a:lnTo>
                      <a:lnTo>
                        <a:pt x="50" y="18"/>
                      </a:lnTo>
                      <a:lnTo>
                        <a:pt x="48" y="14"/>
                      </a:lnTo>
                      <a:lnTo>
                        <a:pt x="48" y="14"/>
                      </a:lnTo>
                      <a:lnTo>
                        <a:pt x="48" y="10"/>
                      </a:lnTo>
                      <a:lnTo>
                        <a:pt x="48"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7" name="Freeform 255">
                  <a:extLst>
                    <a:ext uri="{FF2B5EF4-FFF2-40B4-BE49-F238E27FC236}">
                      <a16:creationId xmlns:a16="http://schemas.microsoft.com/office/drawing/2014/main" id="{352E6022-5E6D-B64F-919F-6633C695E4A0}"/>
                    </a:ext>
                  </a:extLst>
                </p:cNvPr>
                <p:cNvSpPr>
                  <a:spLocks/>
                </p:cNvSpPr>
                <p:nvPr/>
              </p:nvSpPr>
              <p:spPr bwMode="auto">
                <a:xfrm>
                  <a:off x="5954975" y="2553485"/>
                  <a:ext cx="102953" cy="76090"/>
                </a:xfrm>
                <a:custGeom>
                  <a:avLst/>
                  <a:gdLst>
                    <a:gd name="T0" fmla="*/ 16 w 52"/>
                    <a:gd name="T1" fmla="*/ 0 h 38"/>
                    <a:gd name="T2" fmla="*/ 10 w 52"/>
                    <a:gd name="T3" fmla="*/ 4 h 38"/>
                    <a:gd name="T4" fmla="*/ 4 w 52"/>
                    <a:gd name="T5" fmla="*/ 10 h 38"/>
                    <a:gd name="T6" fmla="*/ 4 w 52"/>
                    <a:gd name="T7" fmla="*/ 10 h 38"/>
                    <a:gd name="T8" fmla="*/ 6 w 52"/>
                    <a:gd name="T9" fmla="*/ 12 h 38"/>
                    <a:gd name="T10" fmla="*/ 8 w 52"/>
                    <a:gd name="T11" fmla="*/ 18 h 38"/>
                    <a:gd name="T12" fmla="*/ 14 w 52"/>
                    <a:gd name="T13" fmla="*/ 22 h 38"/>
                    <a:gd name="T14" fmla="*/ 16 w 52"/>
                    <a:gd name="T15" fmla="*/ 24 h 38"/>
                    <a:gd name="T16" fmla="*/ 20 w 52"/>
                    <a:gd name="T17" fmla="*/ 22 h 38"/>
                    <a:gd name="T18" fmla="*/ 20 w 52"/>
                    <a:gd name="T19" fmla="*/ 24 h 38"/>
                    <a:gd name="T20" fmla="*/ 22 w 52"/>
                    <a:gd name="T21" fmla="*/ 28 h 38"/>
                    <a:gd name="T22" fmla="*/ 30 w 52"/>
                    <a:gd name="T23" fmla="*/ 32 h 38"/>
                    <a:gd name="T24" fmla="*/ 32 w 52"/>
                    <a:gd name="T25" fmla="*/ 32 h 38"/>
                    <a:gd name="T26" fmla="*/ 36 w 52"/>
                    <a:gd name="T27" fmla="*/ 30 h 38"/>
                    <a:gd name="T28" fmla="*/ 36 w 52"/>
                    <a:gd name="T29" fmla="*/ 32 h 38"/>
                    <a:gd name="T30" fmla="*/ 38 w 52"/>
                    <a:gd name="T31" fmla="*/ 38 h 38"/>
                    <a:gd name="T32" fmla="*/ 42 w 52"/>
                    <a:gd name="T33" fmla="*/ 38 h 38"/>
                    <a:gd name="T34" fmla="*/ 48 w 52"/>
                    <a:gd name="T35" fmla="*/ 36 h 38"/>
                    <a:gd name="T36" fmla="*/ 48 w 52"/>
                    <a:gd name="T37" fmla="*/ 34 h 38"/>
                    <a:gd name="T38" fmla="*/ 50 w 52"/>
                    <a:gd name="T39" fmla="*/ 30 h 38"/>
                    <a:gd name="T40" fmla="*/ 52 w 52"/>
                    <a:gd name="T41" fmla="*/ 28 h 38"/>
                    <a:gd name="T42" fmla="*/ 52 w 52"/>
                    <a:gd name="T43" fmla="*/ 22 h 38"/>
                    <a:gd name="T44" fmla="*/ 50 w 52"/>
                    <a:gd name="T45" fmla="*/ 20 h 38"/>
                    <a:gd name="T46" fmla="*/ 50 w 52"/>
                    <a:gd name="T47" fmla="*/ 16 h 38"/>
                    <a:gd name="T48" fmla="*/ 52 w 52"/>
                    <a:gd name="T49" fmla="*/ 16 h 38"/>
                    <a:gd name="T50" fmla="*/ 48 w 52"/>
                    <a:gd name="T51" fmla="*/ 14 h 38"/>
                    <a:gd name="T52" fmla="*/ 46 w 52"/>
                    <a:gd name="T53" fmla="*/ 12 h 38"/>
                    <a:gd name="T54" fmla="*/ 42 w 52"/>
                    <a:gd name="T55" fmla="*/ 10 h 38"/>
                    <a:gd name="T56" fmla="*/ 40 w 52"/>
                    <a:gd name="T57" fmla="*/ 8 h 38"/>
                    <a:gd name="T58" fmla="*/ 38 w 52"/>
                    <a:gd name="T59" fmla="*/ 6 h 38"/>
                    <a:gd name="T60" fmla="*/ 34 w 52"/>
                    <a:gd name="T61" fmla="*/ 6 h 38"/>
                    <a:gd name="T62" fmla="*/ 28 w 52"/>
                    <a:gd name="T63" fmla="*/ 10 h 38"/>
                    <a:gd name="T64" fmla="*/ 26 w 52"/>
                    <a:gd name="T65" fmla="*/ 10 h 38"/>
                    <a:gd name="T66" fmla="*/ 18 w 52"/>
                    <a:gd name="T67" fmla="*/ 4 h 38"/>
                    <a:gd name="T68" fmla="*/ 16 w 52"/>
                    <a:gd name="T6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 h="38">
                      <a:moveTo>
                        <a:pt x="16" y="0"/>
                      </a:moveTo>
                      <a:lnTo>
                        <a:pt x="16" y="0"/>
                      </a:lnTo>
                      <a:lnTo>
                        <a:pt x="10" y="4"/>
                      </a:lnTo>
                      <a:lnTo>
                        <a:pt x="10" y="4"/>
                      </a:lnTo>
                      <a:lnTo>
                        <a:pt x="0" y="6"/>
                      </a:lnTo>
                      <a:lnTo>
                        <a:pt x="4" y="10"/>
                      </a:lnTo>
                      <a:lnTo>
                        <a:pt x="4" y="10"/>
                      </a:lnTo>
                      <a:lnTo>
                        <a:pt x="4" y="10"/>
                      </a:lnTo>
                      <a:lnTo>
                        <a:pt x="6" y="12"/>
                      </a:lnTo>
                      <a:lnTo>
                        <a:pt x="6" y="12"/>
                      </a:lnTo>
                      <a:lnTo>
                        <a:pt x="8" y="18"/>
                      </a:lnTo>
                      <a:lnTo>
                        <a:pt x="8" y="18"/>
                      </a:lnTo>
                      <a:lnTo>
                        <a:pt x="10" y="18"/>
                      </a:lnTo>
                      <a:lnTo>
                        <a:pt x="14" y="22"/>
                      </a:lnTo>
                      <a:lnTo>
                        <a:pt x="14" y="22"/>
                      </a:lnTo>
                      <a:lnTo>
                        <a:pt x="16" y="24"/>
                      </a:lnTo>
                      <a:lnTo>
                        <a:pt x="18" y="24"/>
                      </a:lnTo>
                      <a:lnTo>
                        <a:pt x="20" y="22"/>
                      </a:lnTo>
                      <a:lnTo>
                        <a:pt x="20" y="22"/>
                      </a:lnTo>
                      <a:lnTo>
                        <a:pt x="20" y="24"/>
                      </a:lnTo>
                      <a:lnTo>
                        <a:pt x="22" y="28"/>
                      </a:lnTo>
                      <a:lnTo>
                        <a:pt x="22" y="28"/>
                      </a:lnTo>
                      <a:lnTo>
                        <a:pt x="26" y="30"/>
                      </a:lnTo>
                      <a:lnTo>
                        <a:pt x="30" y="32"/>
                      </a:lnTo>
                      <a:lnTo>
                        <a:pt x="30" y="32"/>
                      </a:lnTo>
                      <a:lnTo>
                        <a:pt x="32" y="32"/>
                      </a:lnTo>
                      <a:lnTo>
                        <a:pt x="34" y="32"/>
                      </a:lnTo>
                      <a:lnTo>
                        <a:pt x="36" y="30"/>
                      </a:lnTo>
                      <a:lnTo>
                        <a:pt x="36" y="32"/>
                      </a:lnTo>
                      <a:lnTo>
                        <a:pt x="36" y="32"/>
                      </a:lnTo>
                      <a:lnTo>
                        <a:pt x="36" y="36"/>
                      </a:lnTo>
                      <a:lnTo>
                        <a:pt x="38" y="38"/>
                      </a:lnTo>
                      <a:lnTo>
                        <a:pt x="38" y="38"/>
                      </a:lnTo>
                      <a:lnTo>
                        <a:pt x="42" y="38"/>
                      </a:lnTo>
                      <a:lnTo>
                        <a:pt x="48" y="36"/>
                      </a:lnTo>
                      <a:lnTo>
                        <a:pt x="48" y="36"/>
                      </a:lnTo>
                      <a:lnTo>
                        <a:pt x="48" y="34"/>
                      </a:lnTo>
                      <a:lnTo>
                        <a:pt x="48" y="34"/>
                      </a:lnTo>
                      <a:lnTo>
                        <a:pt x="48" y="30"/>
                      </a:lnTo>
                      <a:lnTo>
                        <a:pt x="50" y="30"/>
                      </a:lnTo>
                      <a:lnTo>
                        <a:pt x="52" y="28"/>
                      </a:lnTo>
                      <a:lnTo>
                        <a:pt x="52" y="28"/>
                      </a:lnTo>
                      <a:lnTo>
                        <a:pt x="52" y="24"/>
                      </a:lnTo>
                      <a:lnTo>
                        <a:pt x="52" y="22"/>
                      </a:lnTo>
                      <a:lnTo>
                        <a:pt x="50" y="20"/>
                      </a:lnTo>
                      <a:lnTo>
                        <a:pt x="50" y="20"/>
                      </a:lnTo>
                      <a:lnTo>
                        <a:pt x="50" y="18"/>
                      </a:lnTo>
                      <a:lnTo>
                        <a:pt x="50" y="16"/>
                      </a:lnTo>
                      <a:lnTo>
                        <a:pt x="52" y="16"/>
                      </a:lnTo>
                      <a:lnTo>
                        <a:pt x="52" y="16"/>
                      </a:lnTo>
                      <a:lnTo>
                        <a:pt x="52" y="16"/>
                      </a:lnTo>
                      <a:lnTo>
                        <a:pt x="48" y="14"/>
                      </a:lnTo>
                      <a:lnTo>
                        <a:pt x="46" y="12"/>
                      </a:lnTo>
                      <a:lnTo>
                        <a:pt x="46" y="12"/>
                      </a:lnTo>
                      <a:lnTo>
                        <a:pt x="44" y="12"/>
                      </a:lnTo>
                      <a:lnTo>
                        <a:pt x="42" y="10"/>
                      </a:lnTo>
                      <a:lnTo>
                        <a:pt x="40" y="8"/>
                      </a:lnTo>
                      <a:lnTo>
                        <a:pt x="40" y="8"/>
                      </a:lnTo>
                      <a:lnTo>
                        <a:pt x="40" y="6"/>
                      </a:lnTo>
                      <a:lnTo>
                        <a:pt x="38" y="6"/>
                      </a:lnTo>
                      <a:lnTo>
                        <a:pt x="34" y="6"/>
                      </a:lnTo>
                      <a:lnTo>
                        <a:pt x="34" y="6"/>
                      </a:lnTo>
                      <a:lnTo>
                        <a:pt x="30" y="8"/>
                      </a:lnTo>
                      <a:lnTo>
                        <a:pt x="28" y="10"/>
                      </a:lnTo>
                      <a:lnTo>
                        <a:pt x="26" y="10"/>
                      </a:lnTo>
                      <a:lnTo>
                        <a:pt x="26" y="10"/>
                      </a:lnTo>
                      <a:lnTo>
                        <a:pt x="22" y="8"/>
                      </a:lnTo>
                      <a:lnTo>
                        <a:pt x="18" y="4"/>
                      </a:lnTo>
                      <a:lnTo>
                        <a:pt x="16" y="0"/>
                      </a:lnTo>
                      <a:lnTo>
                        <a:pt x="1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8" name="Freeform 256">
                  <a:extLst>
                    <a:ext uri="{FF2B5EF4-FFF2-40B4-BE49-F238E27FC236}">
                      <a16:creationId xmlns:a16="http://schemas.microsoft.com/office/drawing/2014/main" id="{3599339B-C353-FC47-AD59-C0E0413075B8}"/>
                    </a:ext>
                  </a:extLst>
                </p:cNvPr>
                <p:cNvSpPr>
                  <a:spLocks/>
                </p:cNvSpPr>
                <p:nvPr/>
              </p:nvSpPr>
              <p:spPr bwMode="auto">
                <a:xfrm>
                  <a:off x="6543799" y="2357254"/>
                  <a:ext cx="196876" cy="184215"/>
                </a:xfrm>
                <a:custGeom>
                  <a:avLst/>
                  <a:gdLst>
                    <a:gd name="T0" fmla="*/ 28 w 100"/>
                    <a:gd name="T1" fmla="*/ 18 h 92"/>
                    <a:gd name="T2" fmla="*/ 34 w 100"/>
                    <a:gd name="T3" fmla="*/ 12 h 92"/>
                    <a:gd name="T4" fmla="*/ 38 w 100"/>
                    <a:gd name="T5" fmla="*/ 12 h 92"/>
                    <a:gd name="T6" fmla="*/ 44 w 100"/>
                    <a:gd name="T7" fmla="*/ 8 h 92"/>
                    <a:gd name="T8" fmla="*/ 44 w 100"/>
                    <a:gd name="T9" fmla="*/ 2 h 92"/>
                    <a:gd name="T10" fmla="*/ 46 w 100"/>
                    <a:gd name="T11" fmla="*/ 0 h 92"/>
                    <a:gd name="T12" fmla="*/ 54 w 100"/>
                    <a:gd name="T13" fmla="*/ 2 h 92"/>
                    <a:gd name="T14" fmla="*/ 56 w 100"/>
                    <a:gd name="T15" fmla="*/ 0 h 92"/>
                    <a:gd name="T16" fmla="*/ 58 w 100"/>
                    <a:gd name="T17" fmla="*/ 2 h 92"/>
                    <a:gd name="T18" fmla="*/ 60 w 100"/>
                    <a:gd name="T19" fmla="*/ 4 h 92"/>
                    <a:gd name="T20" fmla="*/ 64 w 100"/>
                    <a:gd name="T21" fmla="*/ 2 h 92"/>
                    <a:gd name="T22" fmla="*/ 66 w 100"/>
                    <a:gd name="T23" fmla="*/ 2 h 92"/>
                    <a:gd name="T24" fmla="*/ 72 w 100"/>
                    <a:gd name="T25" fmla="*/ 4 h 92"/>
                    <a:gd name="T26" fmla="*/ 78 w 100"/>
                    <a:gd name="T27" fmla="*/ 6 h 92"/>
                    <a:gd name="T28" fmla="*/ 80 w 100"/>
                    <a:gd name="T29" fmla="*/ 8 h 92"/>
                    <a:gd name="T30" fmla="*/ 82 w 100"/>
                    <a:gd name="T31" fmla="*/ 12 h 92"/>
                    <a:gd name="T32" fmla="*/ 84 w 100"/>
                    <a:gd name="T33" fmla="*/ 16 h 92"/>
                    <a:gd name="T34" fmla="*/ 86 w 100"/>
                    <a:gd name="T35" fmla="*/ 20 h 92"/>
                    <a:gd name="T36" fmla="*/ 88 w 100"/>
                    <a:gd name="T37" fmla="*/ 26 h 92"/>
                    <a:gd name="T38" fmla="*/ 88 w 100"/>
                    <a:gd name="T39" fmla="*/ 36 h 92"/>
                    <a:gd name="T40" fmla="*/ 90 w 100"/>
                    <a:gd name="T41" fmla="*/ 38 h 92"/>
                    <a:gd name="T42" fmla="*/ 98 w 100"/>
                    <a:gd name="T43" fmla="*/ 46 h 92"/>
                    <a:gd name="T44" fmla="*/ 100 w 100"/>
                    <a:gd name="T45" fmla="*/ 52 h 92"/>
                    <a:gd name="T46" fmla="*/ 98 w 100"/>
                    <a:gd name="T47" fmla="*/ 56 h 92"/>
                    <a:gd name="T48" fmla="*/ 96 w 100"/>
                    <a:gd name="T49" fmla="*/ 56 h 92"/>
                    <a:gd name="T50" fmla="*/ 90 w 100"/>
                    <a:gd name="T51" fmla="*/ 54 h 92"/>
                    <a:gd name="T52" fmla="*/ 88 w 100"/>
                    <a:gd name="T53" fmla="*/ 56 h 92"/>
                    <a:gd name="T54" fmla="*/ 90 w 100"/>
                    <a:gd name="T55" fmla="*/ 60 h 92"/>
                    <a:gd name="T56" fmla="*/ 94 w 100"/>
                    <a:gd name="T57" fmla="*/ 64 h 92"/>
                    <a:gd name="T58" fmla="*/ 94 w 100"/>
                    <a:gd name="T59" fmla="*/ 80 h 92"/>
                    <a:gd name="T60" fmla="*/ 88 w 100"/>
                    <a:gd name="T61" fmla="*/ 80 h 92"/>
                    <a:gd name="T62" fmla="*/ 86 w 100"/>
                    <a:gd name="T63" fmla="*/ 82 h 92"/>
                    <a:gd name="T64" fmla="*/ 86 w 100"/>
                    <a:gd name="T65" fmla="*/ 86 h 92"/>
                    <a:gd name="T66" fmla="*/ 82 w 100"/>
                    <a:gd name="T67" fmla="*/ 90 h 92"/>
                    <a:gd name="T68" fmla="*/ 76 w 100"/>
                    <a:gd name="T69" fmla="*/ 90 h 92"/>
                    <a:gd name="T70" fmla="*/ 70 w 100"/>
                    <a:gd name="T71" fmla="*/ 90 h 92"/>
                    <a:gd name="T72" fmla="*/ 64 w 100"/>
                    <a:gd name="T73" fmla="*/ 90 h 92"/>
                    <a:gd name="T74" fmla="*/ 62 w 100"/>
                    <a:gd name="T75" fmla="*/ 90 h 92"/>
                    <a:gd name="T76" fmla="*/ 58 w 100"/>
                    <a:gd name="T77" fmla="*/ 88 h 92"/>
                    <a:gd name="T78" fmla="*/ 56 w 100"/>
                    <a:gd name="T79" fmla="*/ 92 h 92"/>
                    <a:gd name="T80" fmla="*/ 54 w 100"/>
                    <a:gd name="T81" fmla="*/ 88 h 92"/>
                    <a:gd name="T82" fmla="*/ 50 w 100"/>
                    <a:gd name="T83" fmla="*/ 88 h 92"/>
                    <a:gd name="T84" fmla="*/ 38 w 100"/>
                    <a:gd name="T85" fmla="*/ 88 h 92"/>
                    <a:gd name="T86" fmla="*/ 24 w 100"/>
                    <a:gd name="T87" fmla="*/ 86 h 92"/>
                    <a:gd name="T88" fmla="*/ 14 w 100"/>
                    <a:gd name="T89" fmla="*/ 86 h 92"/>
                    <a:gd name="T90" fmla="*/ 12 w 100"/>
                    <a:gd name="T91" fmla="*/ 90 h 92"/>
                    <a:gd name="T92" fmla="*/ 8 w 100"/>
                    <a:gd name="T93" fmla="*/ 90 h 92"/>
                    <a:gd name="T94" fmla="*/ 6 w 100"/>
                    <a:gd name="T95" fmla="*/ 86 h 92"/>
                    <a:gd name="T96" fmla="*/ 2 w 100"/>
                    <a:gd name="T97" fmla="*/ 88 h 92"/>
                    <a:gd name="T98" fmla="*/ 0 w 100"/>
                    <a:gd name="T99" fmla="*/ 78 h 92"/>
                    <a:gd name="T100" fmla="*/ 4 w 100"/>
                    <a:gd name="T101" fmla="*/ 72 h 92"/>
                    <a:gd name="T102" fmla="*/ 4 w 100"/>
                    <a:gd name="T103" fmla="*/ 66 h 92"/>
                    <a:gd name="T104" fmla="*/ 2 w 100"/>
                    <a:gd name="T105" fmla="*/ 62 h 92"/>
                    <a:gd name="T106" fmla="*/ 0 w 100"/>
                    <a:gd name="T107" fmla="*/ 54 h 92"/>
                    <a:gd name="T108" fmla="*/ 6 w 100"/>
                    <a:gd name="T109" fmla="*/ 52 h 92"/>
                    <a:gd name="T110" fmla="*/ 14 w 100"/>
                    <a:gd name="T111" fmla="*/ 52 h 92"/>
                    <a:gd name="T112" fmla="*/ 16 w 100"/>
                    <a:gd name="T113" fmla="*/ 50 h 92"/>
                    <a:gd name="T114" fmla="*/ 22 w 100"/>
                    <a:gd name="T115" fmla="*/ 46 h 92"/>
                    <a:gd name="T116" fmla="*/ 22 w 100"/>
                    <a:gd name="T117" fmla="*/ 38 h 92"/>
                    <a:gd name="T118" fmla="*/ 22 w 100"/>
                    <a:gd name="T119" fmla="*/ 32 h 92"/>
                    <a:gd name="T120" fmla="*/ 26 w 100"/>
                    <a:gd name="T121" fmla="*/ 26 h 92"/>
                    <a:gd name="T122" fmla="*/ 30 w 100"/>
                    <a:gd name="T123" fmla="*/ 22 h 92"/>
                    <a:gd name="T124" fmla="*/ 28 w 100"/>
                    <a:gd name="T12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 h="92">
                      <a:moveTo>
                        <a:pt x="28" y="18"/>
                      </a:moveTo>
                      <a:lnTo>
                        <a:pt x="28" y="18"/>
                      </a:lnTo>
                      <a:lnTo>
                        <a:pt x="32" y="14"/>
                      </a:lnTo>
                      <a:lnTo>
                        <a:pt x="34" y="12"/>
                      </a:lnTo>
                      <a:lnTo>
                        <a:pt x="38" y="12"/>
                      </a:lnTo>
                      <a:lnTo>
                        <a:pt x="38" y="12"/>
                      </a:lnTo>
                      <a:lnTo>
                        <a:pt x="42" y="14"/>
                      </a:lnTo>
                      <a:lnTo>
                        <a:pt x="44" y="8"/>
                      </a:lnTo>
                      <a:lnTo>
                        <a:pt x="44" y="8"/>
                      </a:lnTo>
                      <a:lnTo>
                        <a:pt x="44" y="2"/>
                      </a:lnTo>
                      <a:lnTo>
                        <a:pt x="46" y="0"/>
                      </a:lnTo>
                      <a:lnTo>
                        <a:pt x="46" y="0"/>
                      </a:lnTo>
                      <a:lnTo>
                        <a:pt x="50" y="2"/>
                      </a:lnTo>
                      <a:lnTo>
                        <a:pt x="54" y="2"/>
                      </a:lnTo>
                      <a:lnTo>
                        <a:pt x="56" y="0"/>
                      </a:lnTo>
                      <a:lnTo>
                        <a:pt x="56" y="0"/>
                      </a:lnTo>
                      <a:lnTo>
                        <a:pt x="56" y="0"/>
                      </a:lnTo>
                      <a:lnTo>
                        <a:pt x="58" y="2"/>
                      </a:lnTo>
                      <a:lnTo>
                        <a:pt x="58" y="4"/>
                      </a:lnTo>
                      <a:lnTo>
                        <a:pt x="60" y="4"/>
                      </a:lnTo>
                      <a:lnTo>
                        <a:pt x="60" y="4"/>
                      </a:lnTo>
                      <a:lnTo>
                        <a:pt x="64" y="2"/>
                      </a:lnTo>
                      <a:lnTo>
                        <a:pt x="66" y="2"/>
                      </a:lnTo>
                      <a:lnTo>
                        <a:pt x="66" y="2"/>
                      </a:lnTo>
                      <a:lnTo>
                        <a:pt x="72" y="4"/>
                      </a:lnTo>
                      <a:lnTo>
                        <a:pt x="72" y="4"/>
                      </a:lnTo>
                      <a:lnTo>
                        <a:pt x="76" y="6"/>
                      </a:lnTo>
                      <a:lnTo>
                        <a:pt x="78" y="6"/>
                      </a:lnTo>
                      <a:lnTo>
                        <a:pt x="80" y="8"/>
                      </a:lnTo>
                      <a:lnTo>
                        <a:pt x="80" y="8"/>
                      </a:lnTo>
                      <a:lnTo>
                        <a:pt x="80" y="10"/>
                      </a:lnTo>
                      <a:lnTo>
                        <a:pt x="82" y="12"/>
                      </a:lnTo>
                      <a:lnTo>
                        <a:pt x="84" y="12"/>
                      </a:lnTo>
                      <a:lnTo>
                        <a:pt x="84" y="16"/>
                      </a:lnTo>
                      <a:lnTo>
                        <a:pt x="84" y="16"/>
                      </a:lnTo>
                      <a:lnTo>
                        <a:pt x="86" y="20"/>
                      </a:lnTo>
                      <a:lnTo>
                        <a:pt x="88" y="26"/>
                      </a:lnTo>
                      <a:lnTo>
                        <a:pt x="88" y="26"/>
                      </a:lnTo>
                      <a:lnTo>
                        <a:pt x="88" y="34"/>
                      </a:lnTo>
                      <a:lnTo>
                        <a:pt x="88" y="36"/>
                      </a:lnTo>
                      <a:lnTo>
                        <a:pt x="90" y="38"/>
                      </a:lnTo>
                      <a:lnTo>
                        <a:pt x="90" y="38"/>
                      </a:lnTo>
                      <a:lnTo>
                        <a:pt x="94" y="42"/>
                      </a:lnTo>
                      <a:lnTo>
                        <a:pt x="98" y="46"/>
                      </a:lnTo>
                      <a:lnTo>
                        <a:pt x="98" y="46"/>
                      </a:lnTo>
                      <a:lnTo>
                        <a:pt x="100" y="52"/>
                      </a:lnTo>
                      <a:lnTo>
                        <a:pt x="100" y="54"/>
                      </a:lnTo>
                      <a:lnTo>
                        <a:pt x="98" y="56"/>
                      </a:lnTo>
                      <a:lnTo>
                        <a:pt x="98" y="56"/>
                      </a:lnTo>
                      <a:lnTo>
                        <a:pt x="96" y="56"/>
                      </a:lnTo>
                      <a:lnTo>
                        <a:pt x="92" y="54"/>
                      </a:lnTo>
                      <a:lnTo>
                        <a:pt x="90" y="54"/>
                      </a:lnTo>
                      <a:lnTo>
                        <a:pt x="88" y="56"/>
                      </a:lnTo>
                      <a:lnTo>
                        <a:pt x="88" y="56"/>
                      </a:lnTo>
                      <a:lnTo>
                        <a:pt x="88" y="60"/>
                      </a:lnTo>
                      <a:lnTo>
                        <a:pt x="90" y="60"/>
                      </a:lnTo>
                      <a:lnTo>
                        <a:pt x="92" y="62"/>
                      </a:lnTo>
                      <a:lnTo>
                        <a:pt x="94" y="64"/>
                      </a:lnTo>
                      <a:lnTo>
                        <a:pt x="94" y="64"/>
                      </a:lnTo>
                      <a:lnTo>
                        <a:pt x="94" y="80"/>
                      </a:lnTo>
                      <a:lnTo>
                        <a:pt x="94" y="80"/>
                      </a:lnTo>
                      <a:lnTo>
                        <a:pt x="88" y="80"/>
                      </a:lnTo>
                      <a:lnTo>
                        <a:pt x="88" y="80"/>
                      </a:lnTo>
                      <a:lnTo>
                        <a:pt x="86" y="82"/>
                      </a:lnTo>
                      <a:lnTo>
                        <a:pt x="86" y="86"/>
                      </a:lnTo>
                      <a:lnTo>
                        <a:pt x="86" y="86"/>
                      </a:lnTo>
                      <a:lnTo>
                        <a:pt x="84" y="90"/>
                      </a:lnTo>
                      <a:lnTo>
                        <a:pt x="82" y="90"/>
                      </a:lnTo>
                      <a:lnTo>
                        <a:pt x="82" y="90"/>
                      </a:lnTo>
                      <a:lnTo>
                        <a:pt x="76" y="90"/>
                      </a:lnTo>
                      <a:lnTo>
                        <a:pt x="70" y="90"/>
                      </a:lnTo>
                      <a:lnTo>
                        <a:pt x="70" y="90"/>
                      </a:lnTo>
                      <a:lnTo>
                        <a:pt x="66" y="88"/>
                      </a:lnTo>
                      <a:lnTo>
                        <a:pt x="64" y="90"/>
                      </a:lnTo>
                      <a:lnTo>
                        <a:pt x="64" y="90"/>
                      </a:lnTo>
                      <a:lnTo>
                        <a:pt x="62" y="90"/>
                      </a:lnTo>
                      <a:lnTo>
                        <a:pt x="60" y="90"/>
                      </a:lnTo>
                      <a:lnTo>
                        <a:pt x="58" y="88"/>
                      </a:lnTo>
                      <a:lnTo>
                        <a:pt x="58" y="88"/>
                      </a:lnTo>
                      <a:lnTo>
                        <a:pt x="56" y="92"/>
                      </a:lnTo>
                      <a:lnTo>
                        <a:pt x="54" y="88"/>
                      </a:lnTo>
                      <a:lnTo>
                        <a:pt x="54" y="88"/>
                      </a:lnTo>
                      <a:lnTo>
                        <a:pt x="50" y="88"/>
                      </a:lnTo>
                      <a:lnTo>
                        <a:pt x="50" y="88"/>
                      </a:lnTo>
                      <a:lnTo>
                        <a:pt x="44" y="90"/>
                      </a:lnTo>
                      <a:lnTo>
                        <a:pt x="38" y="88"/>
                      </a:lnTo>
                      <a:lnTo>
                        <a:pt x="38" y="88"/>
                      </a:lnTo>
                      <a:lnTo>
                        <a:pt x="24" y="86"/>
                      </a:lnTo>
                      <a:lnTo>
                        <a:pt x="24" y="86"/>
                      </a:lnTo>
                      <a:lnTo>
                        <a:pt x="14" y="86"/>
                      </a:lnTo>
                      <a:lnTo>
                        <a:pt x="14" y="86"/>
                      </a:lnTo>
                      <a:lnTo>
                        <a:pt x="12" y="90"/>
                      </a:lnTo>
                      <a:lnTo>
                        <a:pt x="10" y="92"/>
                      </a:lnTo>
                      <a:lnTo>
                        <a:pt x="8" y="90"/>
                      </a:lnTo>
                      <a:lnTo>
                        <a:pt x="8" y="90"/>
                      </a:lnTo>
                      <a:lnTo>
                        <a:pt x="6" y="86"/>
                      </a:lnTo>
                      <a:lnTo>
                        <a:pt x="4" y="86"/>
                      </a:lnTo>
                      <a:lnTo>
                        <a:pt x="2" y="88"/>
                      </a:lnTo>
                      <a:lnTo>
                        <a:pt x="2" y="88"/>
                      </a:lnTo>
                      <a:lnTo>
                        <a:pt x="0" y="78"/>
                      </a:lnTo>
                      <a:lnTo>
                        <a:pt x="0" y="78"/>
                      </a:lnTo>
                      <a:lnTo>
                        <a:pt x="4" y="72"/>
                      </a:lnTo>
                      <a:lnTo>
                        <a:pt x="4" y="68"/>
                      </a:lnTo>
                      <a:lnTo>
                        <a:pt x="4" y="66"/>
                      </a:lnTo>
                      <a:lnTo>
                        <a:pt x="4" y="66"/>
                      </a:lnTo>
                      <a:lnTo>
                        <a:pt x="2" y="62"/>
                      </a:lnTo>
                      <a:lnTo>
                        <a:pt x="0" y="58"/>
                      </a:lnTo>
                      <a:lnTo>
                        <a:pt x="0" y="54"/>
                      </a:lnTo>
                      <a:lnTo>
                        <a:pt x="6" y="52"/>
                      </a:lnTo>
                      <a:lnTo>
                        <a:pt x="6" y="52"/>
                      </a:lnTo>
                      <a:lnTo>
                        <a:pt x="14" y="52"/>
                      </a:lnTo>
                      <a:lnTo>
                        <a:pt x="14" y="52"/>
                      </a:lnTo>
                      <a:lnTo>
                        <a:pt x="14" y="52"/>
                      </a:lnTo>
                      <a:lnTo>
                        <a:pt x="16" y="50"/>
                      </a:lnTo>
                      <a:lnTo>
                        <a:pt x="16" y="48"/>
                      </a:lnTo>
                      <a:lnTo>
                        <a:pt x="22" y="46"/>
                      </a:lnTo>
                      <a:lnTo>
                        <a:pt x="22" y="46"/>
                      </a:lnTo>
                      <a:lnTo>
                        <a:pt x="22" y="38"/>
                      </a:lnTo>
                      <a:lnTo>
                        <a:pt x="22" y="38"/>
                      </a:lnTo>
                      <a:lnTo>
                        <a:pt x="22" y="32"/>
                      </a:lnTo>
                      <a:lnTo>
                        <a:pt x="26" y="26"/>
                      </a:lnTo>
                      <a:lnTo>
                        <a:pt x="26" y="26"/>
                      </a:lnTo>
                      <a:lnTo>
                        <a:pt x="28" y="24"/>
                      </a:lnTo>
                      <a:lnTo>
                        <a:pt x="30" y="22"/>
                      </a:lnTo>
                      <a:lnTo>
                        <a:pt x="28" y="18"/>
                      </a:lnTo>
                      <a:lnTo>
                        <a:pt x="28"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9" name="Freeform 259">
                  <a:extLst>
                    <a:ext uri="{FF2B5EF4-FFF2-40B4-BE49-F238E27FC236}">
                      <a16:creationId xmlns:a16="http://schemas.microsoft.com/office/drawing/2014/main" id="{BECBE8CF-C3A8-2A4B-8784-BA900E7787ED}"/>
                    </a:ext>
                  </a:extLst>
                </p:cNvPr>
                <p:cNvSpPr>
                  <a:spLocks/>
                </p:cNvSpPr>
                <p:nvPr/>
              </p:nvSpPr>
              <p:spPr bwMode="auto">
                <a:xfrm>
                  <a:off x="6162690" y="2649598"/>
                  <a:ext cx="186039" cy="100117"/>
                </a:xfrm>
                <a:custGeom>
                  <a:avLst/>
                  <a:gdLst>
                    <a:gd name="T0" fmla="*/ 0 w 95"/>
                    <a:gd name="T1" fmla="*/ 36 h 50"/>
                    <a:gd name="T2" fmla="*/ 4 w 95"/>
                    <a:gd name="T3" fmla="*/ 38 h 50"/>
                    <a:gd name="T4" fmla="*/ 4 w 95"/>
                    <a:gd name="T5" fmla="*/ 44 h 50"/>
                    <a:gd name="T6" fmla="*/ 13 w 95"/>
                    <a:gd name="T7" fmla="*/ 46 h 50"/>
                    <a:gd name="T8" fmla="*/ 13 w 95"/>
                    <a:gd name="T9" fmla="*/ 46 h 50"/>
                    <a:gd name="T10" fmla="*/ 17 w 95"/>
                    <a:gd name="T11" fmla="*/ 44 h 50"/>
                    <a:gd name="T12" fmla="*/ 19 w 95"/>
                    <a:gd name="T13" fmla="*/ 46 h 50"/>
                    <a:gd name="T14" fmla="*/ 23 w 95"/>
                    <a:gd name="T15" fmla="*/ 46 h 50"/>
                    <a:gd name="T16" fmla="*/ 27 w 95"/>
                    <a:gd name="T17" fmla="*/ 48 h 50"/>
                    <a:gd name="T18" fmla="*/ 29 w 95"/>
                    <a:gd name="T19" fmla="*/ 50 h 50"/>
                    <a:gd name="T20" fmla="*/ 31 w 95"/>
                    <a:gd name="T21" fmla="*/ 50 h 50"/>
                    <a:gd name="T22" fmla="*/ 35 w 95"/>
                    <a:gd name="T23" fmla="*/ 48 h 50"/>
                    <a:gd name="T24" fmla="*/ 43 w 95"/>
                    <a:gd name="T25" fmla="*/ 48 h 50"/>
                    <a:gd name="T26" fmla="*/ 47 w 95"/>
                    <a:gd name="T27" fmla="*/ 48 h 50"/>
                    <a:gd name="T28" fmla="*/ 49 w 95"/>
                    <a:gd name="T29" fmla="*/ 46 h 50"/>
                    <a:gd name="T30" fmla="*/ 55 w 95"/>
                    <a:gd name="T31" fmla="*/ 44 h 50"/>
                    <a:gd name="T32" fmla="*/ 61 w 95"/>
                    <a:gd name="T33" fmla="*/ 46 h 50"/>
                    <a:gd name="T34" fmla="*/ 63 w 95"/>
                    <a:gd name="T35" fmla="*/ 42 h 50"/>
                    <a:gd name="T36" fmla="*/ 71 w 95"/>
                    <a:gd name="T37" fmla="*/ 38 h 50"/>
                    <a:gd name="T38" fmla="*/ 75 w 95"/>
                    <a:gd name="T39" fmla="*/ 40 h 50"/>
                    <a:gd name="T40" fmla="*/ 79 w 95"/>
                    <a:gd name="T41" fmla="*/ 40 h 50"/>
                    <a:gd name="T42" fmla="*/ 85 w 95"/>
                    <a:gd name="T43" fmla="*/ 36 h 50"/>
                    <a:gd name="T44" fmla="*/ 87 w 95"/>
                    <a:gd name="T45" fmla="*/ 32 h 50"/>
                    <a:gd name="T46" fmla="*/ 89 w 95"/>
                    <a:gd name="T47" fmla="*/ 32 h 50"/>
                    <a:gd name="T48" fmla="*/ 91 w 95"/>
                    <a:gd name="T49" fmla="*/ 28 h 50"/>
                    <a:gd name="T50" fmla="*/ 93 w 95"/>
                    <a:gd name="T51" fmla="*/ 24 h 50"/>
                    <a:gd name="T52" fmla="*/ 93 w 95"/>
                    <a:gd name="T53" fmla="*/ 18 h 50"/>
                    <a:gd name="T54" fmla="*/ 93 w 95"/>
                    <a:gd name="T55" fmla="*/ 12 h 50"/>
                    <a:gd name="T56" fmla="*/ 89 w 95"/>
                    <a:gd name="T57" fmla="*/ 10 h 50"/>
                    <a:gd name="T58" fmla="*/ 93 w 95"/>
                    <a:gd name="T59" fmla="*/ 4 h 50"/>
                    <a:gd name="T60" fmla="*/ 83 w 95"/>
                    <a:gd name="T61" fmla="*/ 6 h 50"/>
                    <a:gd name="T62" fmla="*/ 77 w 95"/>
                    <a:gd name="T63" fmla="*/ 4 h 50"/>
                    <a:gd name="T64" fmla="*/ 73 w 95"/>
                    <a:gd name="T65" fmla="*/ 2 h 50"/>
                    <a:gd name="T66" fmla="*/ 67 w 95"/>
                    <a:gd name="T67" fmla="*/ 0 h 50"/>
                    <a:gd name="T68" fmla="*/ 65 w 95"/>
                    <a:gd name="T69" fmla="*/ 0 h 50"/>
                    <a:gd name="T70" fmla="*/ 59 w 95"/>
                    <a:gd name="T71" fmla="*/ 8 h 50"/>
                    <a:gd name="T72" fmla="*/ 59 w 95"/>
                    <a:gd name="T73" fmla="*/ 8 h 50"/>
                    <a:gd name="T74" fmla="*/ 53 w 95"/>
                    <a:gd name="T75" fmla="*/ 8 h 50"/>
                    <a:gd name="T76" fmla="*/ 49 w 95"/>
                    <a:gd name="T77" fmla="*/ 4 h 50"/>
                    <a:gd name="T78" fmla="*/ 45 w 95"/>
                    <a:gd name="T79" fmla="*/ 8 h 50"/>
                    <a:gd name="T80" fmla="*/ 43 w 95"/>
                    <a:gd name="T81" fmla="*/ 12 h 50"/>
                    <a:gd name="T82" fmla="*/ 39 w 95"/>
                    <a:gd name="T83" fmla="*/ 16 h 50"/>
                    <a:gd name="T84" fmla="*/ 35 w 95"/>
                    <a:gd name="T85" fmla="*/ 18 h 50"/>
                    <a:gd name="T86" fmla="*/ 35 w 95"/>
                    <a:gd name="T87" fmla="*/ 20 h 50"/>
                    <a:gd name="T88" fmla="*/ 37 w 95"/>
                    <a:gd name="T89" fmla="*/ 22 h 50"/>
                    <a:gd name="T90" fmla="*/ 39 w 95"/>
                    <a:gd name="T91" fmla="*/ 24 h 50"/>
                    <a:gd name="T92" fmla="*/ 35 w 95"/>
                    <a:gd name="T93" fmla="*/ 30 h 50"/>
                    <a:gd name="T94" fmla="*/ 33 w 95"/>
                    <a:gd name="T95" fmla="*/ 26 h 50"/>
                    <a:gd name="T96" fmla="*/ 29 w 95"/>
                    <a:gd name="T97" fmla="*/ 26 h 50"/>
                    <a:gd name="T98" fmla="*/ 25 w 95"/>
                    <a:gd name="T99" fmla="*/ 26 h 50"/>
                    <a:gd name="T100" fmla="*/ 21 w 95"/>
                    <a:gd name="T101" fmla="*/ 24 h 50"/>
                    <a:gd name="T102" fmla="*/ 19 w 95"/>
                    <a:gd name="T103" fmla="*/ 28 h 50"/>
                    <a:gd name="T104" fmla="*/ 15 w 95"/>
                    <a:gd name="T105" fmla="*/ 30 h 50"/>
                    <a:gd name="T106" fmla="*/ 8 w 95"/>
                    <a:gd name="T107" fmla="*/ 30 h 50"/>
                    <a:gd name="T108" fmla="*/ 4 w 95"/>
                    <a:gd name="T109" fmla="*/ 34 h 50"/>
                    <a:gd name="T110" fmla="*/ 0 w 95"/>
                    <a:gd name="T111"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5" h="50">
                      <a:moveTo>
                        <a:pt x="0" y="36"/>
                      </a:moveTo>
                      <a:lnTo>
                        <a:pt x="0" y="36"/>
                      </a:lnTo>
                      <a:lnTo>
                        <a:pt x="4" y="36"/>
                      </a:lnTo>
                      <a:lnTo>
                        <a:pt x="4" y="38"/>
                      </a:lnTo>
                      <a:lnTo>
                        <a:pt x="4" y="44"/>
                      </a:lnTo>
                      <a:lnTo>
                        <a:pt x="4" y="44"/>
                      </a:lnTo>
                      <a:lnTo>
                        <a:pt x="8" y="46"/>
                      </a:lnTo>
                      <a:lnTo>
                        <a:pt x="13" y="46"/>
                      </a:lnTo>
                      <a:lnTo>
                        <a:pt x="13" y="46"/>
                      </a:lnTo>
                      <a:lnTo>
                        <a:pt x="13" y="46"/>
                      </a:lnTo>
                      <a:lnTo>
                        <a:pt x="13" y="44"/>
                      </a:lnTo>
                      <a:lnTo>
                        <a:pt x="17" y="44"/>
                      </a:lnTo>
                      <a:lnTo>
                        <a:pt x="17" y="44"/>
                      </a:lnTo>
                      <a:lnTo>
                        <a:pt x="19" y="46"/>
                      </a:lnTo>
                      <a:lnTo>
                        <a:pt x="23" y="46"/>
                      </a:lnTo>
                      <a:lnTo>
                        <a:pt x="23" y="46"/>
                      </a:lnTo>
                      <a:lnTo>
                        <a:pt x="25" y="46"/>
                      </a:lnTo>
                      <a:lnTo>
                        <a:pt x="27" y="48"/>
                      </a:lnTo>
                      <a:lnTo>
                        <a:pt x="27" y="48"/>
                      </a:lnTo>
                      <a:lnTo>
                        <a:pt x="29" y="50"/>
                      </a:lnTo>
                      <a:lnTo>
                        <a:pt x="29" y="50"/>
                      </a:lnTo>
                      <a:lnTo>
                        <a:pt x="31" y="50"/>
                      </a:lnTo>
                      <a:lnTo>
                        <a:pt x="35" y="48"/>
                      </a:lnTo>
                      <a:lnTo>
                        <a:pt x="35" y="48"/>
                      </a:lnTo>
                      <a:lnTo>
                        <a:pt x="43" y="48"/>
                      </a:lnTo>
                      <a:lnTo>
                        <a:pt x="43" y="48"/>
                      </a:lnTo>
                      <a:lnTo>
                        <a:pt x="47" y="48"/>
                      </a:lnTo>
                      <a:lnTo>
                        <a:pt x="47" y="48"/>
                      </a:lnTo>
                      <a:lnTo>
                        <a:pt x="49" y="46"/>
                      </a:lnTo>
                      <a:lnTo>
                        <a:pt x="49" y="46"/>
                      </a:lnTo>
                      <a:lnTo>
                        <a:pt x="49" y="44"/>
                      </a:lnTo>
                      <a:lnTo>
                        <a:pt x="55" y="44"/>
                      </a:lnTo>
                      <a:lnTo>
                        <a:pt x="55" y="44"/>
                      </a:lnTo>
                      <a:lnTo>
                        <a:pt x="61" y="46"/>
                      </a:lnTo>
                      <a:lnTo>
                        <a:pt x="63" y="42"/>
                      </a:lnTo>
                      <a:lnTo>
                        <a:pt x="63" y="42"/>
                      </a:lnTo>
                      <a:lnTo>
                        <a:pt x="67" y="40"/>
                      </a:lnTo>
                      <a:lnTo>
                        <a:pt x="71" y="38"/>
                      </a:lnTo>
                      <a:lnTo>
                        <a:pt x="71" y="38"/>
                      </a:lnTo>
                      <a:lnTo>
                        <a:pt x="75" y="40"/>
                      </a:lnTo>
                      <a:lnTo>
                        <a:pt x="79" y="40"/>
                      </a:lnTo>
                      <a:lnTo>
                        <a:pt x="79" y="40"/>
                      </a:lnTo>
                      <a:lnTo>
                        <a:pt x="85" y="36"/>
                      </a:lnTo>
                      <a:lnTo>
                        <a:pt x="85" y="36"/>
                      </a:lnTo>
                      <a:lnTo>
                        <a:pt x="85" y="34"/>
                      </a:lnTo>
                      <a:lnTo>
                        <a:pt x="87" y="32"/>
                      </a:lnTo>
                      <a:lnTo>
                        <a:pt x="89" y="32"/>
                      </a:lnTo>
                      <a:lnTo>
                        <a:pt x="89" y="32"/>
                      </a:lnTo>
                      <a:lnTo>
                        <a:pt x="91" y="32"/>
                      </a:lnTo>
                      <a:lnTo>
                        <a:pt x="91" y="28"/>
                      </a:lnTo>
                      <a:lnTo>
                        <a:pt x="93" y="24"/>
                      </a:lnTo>
                      <a:lnTo>
                        <a:pt x="93" y="24"/>
                      </a:lnTo>
                      <a:lnTo>
                        <a:pt x="91" y="20"/>
                      </a:lnTo>
                      <a:lnTo>
                        <a:pt x="93" y="18"/>
                      </a:lnTo>
                      <a:lnTo>
                        <a:pt x="95" y="18"/>
                      </a:lnTo>
                      <a:lnTo>
                        <a:pt x="93" y="12"/>
                      </a:lnTo>
                      <a:lnTo>
                        <a:pt x="93" y="12"/>
                      </a:lnTo>
                      <a:lnTo>
                        <a:pt x="89" y="10"/>
                      </a:lnTo>
                      <a:lnTo>
                        <a:pt x="89" y="8"/>
                      </a:lnTo>
                      <a:lnTo>
                        <a:pt x="93" y="4"/>
                      </a:lnTo>
                      <a:lnTo>
                        <a:pt x="93" y="4"/>
                      </a:lnTo>
                      <a:lnTo>
                        <a:pt x="83" y="6"/>
                      </a:lnTo>
                      <a:lnTo>
                        <a:pt x="83" y="6"/>
                      </a:lnTo>
                      <a:lnTo>
                        <a:pt x="77" y="4"/>
                      </a:lnTo>
                      <a:lnTo>
                        <a:pt x="73" y="2"/>
                      </a:lnTo>
                      <a:lnTo>
                        <a:pt x="73" y="2"/>
                      </a:lnTo>
                      <a:lnTo>
                        <a:pt x="71" y="0"/>
                      </a:lnTo>
                      <a:lnTo>
                        <a:pt x="67" y="0"/>
                      </a:lnTo>
                      <a:lnTo>
                        <a:pt x="65" y="0"/>
                      </a:lnTo>
                      <a:lnTo>
                        <a:pt x="65" y="0"/>
                      </a:lnTo>
                      <a:lnTo>
                        <a:pt x="63" y="2"/>
                      </a:lnTo>
                      <a:lnTo>
                        <a:pt x="59" y="8"/>
                      </a:lnTo>
                      <a:lnTo>
                        <a:pt x="59" y="8"/>
                      </a:lnTo>
                      <a:lnTo>
                        <a:pt x="59" y="8"/>
                      </a:lnTo>
                      <a:lnTo>
                        <a:pt x="57" y="10"/>
                      </a:lnTo>
                      <a:lnTo>
                        <a:pt x="53" y="8"/>
                      </a:lnTo>
                      <a:lnTo>
                        <a:pt x="49" y="4"/>
                      </a:lnTo>
                      <a:lnTo>
                        <a:pt x="49" y="4"/>
                      </a:lnTo>
                      <a:lnTo>
                        <a:pt x="47" y="6"/>
                      </a:lnTo>
                      <a:lnTo>
                        <a:pt x="45" y="8"/>
                      </a:lnTo>
                      <a:lnTo>
                        <a:pt x="43" y="12"/>
                      </a:lnTo>
                      <a:lnTo>
                        <a:pt x="43" y="12"/>
                      </a:lnTo>
                      <a:lnTo>
                        <a:pt x="43" y="14"/>
                      </a:lnTo>
                      <a:lnTo>
                        <a:pt x="39" y="16"/>
                      </a:lnTo>
                      <a:lnTo>
                        <a:pt x="39" y="16"/>
                      </a:lnTo>
                      <a:lnTo>
                        <a:pt x="35" y="18"/>
                      </a:lnTo>
                      <a:lnTo>
                        <a:pt x="35" y="20"/>
                      </a:lnTo>
                      <a:lnTo>
                        <a:pt x="35" y="20"/>
                      </a:lnTo>
                      <a:lnTo>
                        <a:pt x="37" y="20"/>
                      </a:lnTo>
                      <a:lnTo>
                        <a:pt x="37" y="22"/>
                      </a:lnTo>
                      <a:lnTo>
                        <a:pt x="39" y="24"/>
                      </a:lnTo>
                      <a:lnTo>
                        <a:pt x="39" y="24"/>
                      </a:lnTo>
                      <a:lnTo>
                        <a:pt x="39" y="30"/>
                      </a:lnTo>
                      <a:lnTo>
                        <a:pt x="35" y="30"/>
                      </a:lnTo>
                      <a:lnTo>
                        <a:pt x="35" y="30"/>
                      </a:lnTo>
                      <a:lnTo>
                        <a:pt x="33" y="26"/>
                      </a:lnTo>
                      <a:lnTo>
                        <a:pt x="31" y="26"/>
                      </a:lnTo>
                      <a:lnTo>
                        <a:pt x="29" y="26"/>
                      </a:lnTo>
                      <a:lnTo>
                        <a:pt x="29" y="26"/>
                      </a:lnTo>
                      <a:lnTo>
                        <a:pt x="25" y="26"/>
                      </a:lnTo>
                      <a:lnTo>
                        <a:pt x="23" y="24"/>
                      </a:lnTo>
                      <a:lnTo>
                        <a:pt x="21" y="24"/>
                      </a:lnTo>
                      <a:lnTo>
                        <a:pt x="21" y="24"/>
                      </a:lnTo>
                      <a:lnTo>
                        <a:pt x="19" y="28"/>
                      </a:lnTo>
                      <a:lnTo>
                        <a:pt x="15" y="30"/>
                      </a:lnTo>
                      <a:lnTo>
                        <a:pt x="15" y="30"/>
                      </a:lnTo>
                      <a:lnTo>
                        <a:pt x="11" y="30"/>
                      </a:lnTo>
                      <a:lnTo>
                        <a:pt x="8" y="30"/>
                      </a:lnTo>
                      <a:lnTo>
                        <a:pt x="8" y="30"/>
                      </a:lnTo>
                      <a:lnTo>
                        <a:pt x="4" y="34"/>
                      </a:lnTo>
                      <a:lnTo>
                        <a:pt x="0" y="36"/>
                      </a:lnTo>
                      <a:lnTo>
                        <a:pt x="0"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0" name="Freeform 264">
                  <a:extLst>
                    <a:ext uri="{FF2B5EF4-FFF2-40B4-BE49-F238E27FC236}">
                      <a16:creationId xmlns:a16="http://schemas.microsoft.com/office/drawing/2014/main" id="{E6DA4619-B85E-5D44-AB63-D64B80F4F2C5}"/>
                    </a:ext>
                  </a:extLst>
                </p:cNvPr>
                <p:cNvSpPr>
                  <a:spLocks/>
                </p:cNvSpPr>
                <p:nvPr/>
              </p:nvSpPr>
              <p:spPr bwMode="auto">
                <a:xfrm>
                  <a:off x="5940527" y="2909903"/>
                  <a:ext cx="10837" cy="8009"/>
                </a:xfrm>
                <a:custGeom>
                  <a:avLst/>
                  <a:gdLst>
                    <a:gd name="T0" fmla="*/ 6 w 6"/>
                    <a:gd name="T1" fmla="*/ 2 h 4"/>
                    <a:gd name="T2" fmla="*/ 2 w 6"/>
                    <a:gd name="T3" fmla="*/ 4 h 4"/>
                    <a:gd name="T4" fmla="*/ 0 w 6"/>
                    <a:gd name="T5" fmla="*/ 0 h 4"/>
                    <a:gd name="T6" fmla="*/ 0 w 6"/>
                    <a:gd name="T7" fmla="*/ 0 h 4"/>
                    <a:gd name="T8" fmla="*/ 2 w 6"/>
                    <a:gd name="T9" fmla="*/ 0 h 4"/>
                    <a:gd name="T10" fmla="*/ 4 w 6"/>
                    <a:gd name="T11" fmla="*/ 0 h 4"/>
                    <a:gd name="T12" fmla="*/ 4 w 6"/>
                    <a:gd name="T13" fmla="*/ 0 h 4"/>
                    <a:gd name="T14" fmla="*/ 6 w 6"/>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6" y="2"/>
                      </a:moveTo>
                      <a:lnTo>
                        <a:pt x="2" y="4"/>
                      </a:lnTo>
                      <a:lnTo>
                        <a:pt x="0" y="0"/>
                      </a:lnTo>
                      <a:lnTo>
                        <a:pt x="0" y="0"/>
                      </a:lnTo>
                      <a:lnTo>
                        <a:pt x="2" y="0"/>
                      </a:lnTo>
                      <a:lnTo>
                        <a:pt x="4" y="0"/>
                      </a:lnTo>
                      <a:lnTo>
                        <a:pt x="4"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1" name="Freeform 266">
                  <a:extLst>
                    <a:ext uri="{FF2B5EF4-FFF2-40B4-BE49-F238E27FC236}">
                      <a16:creationId xmlns:a16="http://schemas.microsoft.com/office/drawing/2014/main" id="{A5B7304E-3F5C-C441-96C7-13535C79C68B}"/>
                    </a:ext>
                  </a:extLst>
                </p:cNvPr>
                <p:cNvSpPr>
                  <a:spLocks/>
                </p:cNvSpPr>
                <p:nvPr/>
              </p:nvSpPr>
              <p:spPr bwMode="auto">
                <a:xfrm>
                  <a:off x="6402914" y="2909903"/>
                  <a:ext cx="52380" cy="104122"/>
                </a:xfrm>
                <a:custGeom>
                  <a:avLst/>
                  <a:gdLst>
                    <a:gd name="T0" fmla="*/ 0 w 26"/>
                    <a:gd name="T1" fmla="*/ 10 h 52"/>
                    <a:gd name="T2" fmla="*/ 0 w 26"/>
                    <a:gd name="T3" fmla="*/ 10 h 52"/>
                    <a:gd name="T4" fmla="*/ 2 w 26"/>
                    <a:gd name="T5" fmla="*/ 12 h 52"/>
                    <a:gd name="T6" fmla="*/ 2 w 26"/>
                    <a:gd name="T7" fmla="*/ 12 h 52"/>
                    <a:gd name="T8" fmla="*/ 6 w 26"/>
                    <a:gd name="T9" fmla="*/ 12 h 52"/>
                    <a:gd name="T10" fmla="*/ 6 w 26"/>
                    <a:gd name="T11" fmla="*/ 12 h 52"/>
                    <a:gd name="T12" fmla="*/ 4 w 26"/>
                    <a:gd name="T13" fmla="*/ 20 h 52"/>
                    <a:gd name="T14" fmla="*/ 6 w 26"/>
                    <a:gd name="T15" fmla="*/ 22 h 52"/>
                    <a:gd name="T16" fmla="*/ 6 w 26"/>
                    <a:gd name="T17" fmla="*/ 24 h 52"/>
                    <a:gd name="T18" fmla="*/ 6 w 26"/>
                    <a:gd name="T19" fmla="*/ 24 h 52"/>
                    <a:gd name="T20" fmla="*/ 4 w 26"/>
                    <a:gd name="T21" fmla="*/ 30 h 52"/>
                    <a:gd name="T22" fmla="*/ 4 w 26"/>
                    <a:gd name="T23" fmla="*/ 38 h 52"/>
                    <a:gd name="T24" fmla="*/ 4 w 26"/>
                    <a:gd name="T25" fmla="*/ 38 h 52"/>
                    <a:gd name="T26" fmla="*/ 4 w 26"/>
                    <a:gd name="T27" fmla="*/ 42 h 52"/>
                    <a:gd name="T28" fmla="*/ 8 w 26"/>
                    <a:gd name="T29" fmla="*/ 44 h 52"/>
                    <a:gd name="T30" fmla="*/ 14 w 26"/>
                    <a:gd name="T31" fmla="*/ 48 h 52"/>
                    <a:gd name="T32" fmla="*/ 14 w 26"/>
                    <a:gd name="T33" fmla="*/ 48 h 52"/>
                    <a:gd name="T34" fmla="*/ 14 w 26"/>
                    <a:gd name="T35" fmla="*/ 52 h 52"/>
                    <a:gd name="T36" fmla="*/ 14 w 26"/>
                    <a:gd name="T37" fmla="*/ 52 h 52"/>
                    <a:gd name="T38" fmla="*/ 18 w 26"/>
                    <a:gd name="T39" fmla="*/ 52 h 52"/>
                    <a:gd name="T40" fmla="*/ 18 w 26"/>
                    <a:gd name="T41" fmla="*/ 52 h 52"/>
                    <a:gd name="T42" fmla="*/ 20 w 26"/>
                    <a:gd name="T43" fmla="*/ 52 h 52"/>
                    <a:gd name="T44" fmla="*/ 20 w 26"/>
                    <a:gd name="T45" fmla="*/ 52 h 52"/>
                    <a:gd name="T46" fmla="*/ 20 w 26"/>
                    <a:gd name="T47" fmla="*/ 50 h 52"/>
                    <a:gd name="T48" fmla="*/ 20 w 26"/>
                    <a:gd name="T49" fmla="*/ 50 h 52"/>
                    <a:gd name="T50" fmla="*/ 20 w 26"/>
                    <a:gd name="T51" fmla="*/ 50 h 52"/>
                    <a:gd name="T52" fmla="*/ 24 w 26"/>
                    <a:gd name="T53" fmla="*/ 48 h 52"/>
                    <a:gd name="T54" fmla="*/ 24 w 26"/>
                    <a:gd name="T55" fmla="*/ 48 h 52"/>
                    <a:gd name="T56" fmla="*/ 26 w 26"/>
                    <a:gd name="T57" fmla="*/ 42 h 52"/>
                    <a:gd name="T58" fmla="*/ 26 w 26"/>
                    <a:gd name="T59" fmla="*/ 36 h 52"/>
                    <a:gd name="T60" fmla="*/ 26 w 26"/>
                    <a:gd name="T61" fmla="*/ 36 h 52"/>
                    <a:gd name="T62" fmla="*/ 24 w 26"/>
                    <a:gd name="T63" fmla="*/ 34 h 52"/>
                    <a:gd name="T64" fmla="*/ 22 w 26"/>
                    <a:gd name="T65" fmla="*/ 30 h 52"/>
                    <a:gd name="T66" fmla="*/ 22 w 26"/>
                    <a:gd name="T67" fmla="*/ 30 h 52"/>
                    <a:gd name="T68" fmla="*/ 20 w 26"/>
                    <a:gd name="T69" fmla="*/ 26 h 52"/>
                    <a:gd name="T70" fmla="*/ 22 w 26"/>
                    <a:gd name="T71" fmla="*/ 24 h 52"/>
                    <a:gd name="T72" fmla="*/ 22 w 26"/>
                    <a:gd name="T73" fmla="*/ 24 h 52"/>
                    <a:gd name="T74" fmla="*/ 22 w 26"/>
                    <a:gd name="T75" fmla="*/ 18 h 52"/>
                    <a:gd name="T76" fmla="*/ 22 w 26"/>
                    <a:gd name="T77" fmla="*/ 16 h 52"/>
                    <a:gd name="T78" fmla="*/ 20 w 26"/>
                    <a:gd name="T79" fmla="*/ 8 h 52"/>
                    <a:gd name="T80" fmla="*/ 14 w 26"/>
                    <a:gd name="T81" fmla="*/ 2 h 52"/>
                    <a:gd name="T82" fmla="*/ 12 w 26"/>
                    <a:gd name="T83" fmla="*/ 6 h 52"/>
                    <a:gd name="T84" fmla="*/ 10 w 26"/>
                    <a:gd name="T85" fmla="*/ 0 h 52"/>
                    <a:gd name="T86" fmla="*/ 2 w 26"/>
                    <a:gd name="T87" fmla="*/ 4 h 52"/>
                    <a:gd name="T88" fmla="*/ 0 w 26"/>
                    <a:gd name="T89" fmla="*/ 1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 h="52">
                      <a:moveTo>
                        <a:pt x="0" y="10"/>
                      </a:moveTo>
                      <a:lnTo>
                        <a:pt x="0" y="10"/>
                      </a:lnTo>
                      <a:lnTo>
                        <a:pt x="2" y="12"/>
                      </a:lnTo>
                      <a:lnTo>
                        <a:pt x="2" y="12"/>
                      </a:lnTo>
                      <a:lnTo>
                        <a:pt x="6" y="12"/>
                      </a:lnTo>
                      <a:lnTo>
                        <a:pt x="6" y="12"/>
                      </a:lnTo>
                      <a:lnTo>
                        <a:pt x="4" y="20"/>
                      </a:lnTo>
                      <a:lnTo>
                        <a:pt x="6" y="22"/>
                      </a:lnTo>
                      <a:lnTo>
                        <a:pt x="6" y="24"/>
                      </a:lnTo>
                      <a:lnTo>
                        <a:pt x="6" y="24"/>
                      </a:lnTo>
                      <a:lnTo>
                        <a:pt x="4" y="30"/>
                      </a:lnTo>
                      <a:lnTo>
                        <a:pt x="4" y="38"/>
                      </a:lnTo>
                      <a:lnTo>
                        <a:pt x="4" y="38"/>
                      </a:lnTo>
                      <a:lnTo>
                        <a:pt x="4" y="42"/>
                      </a:lnTo>
                      <a:lnTo>
                        <a:pt x="8" y="44"/>
                      </a:lnTo>
                      <a:lnTo>
                        <a:pt x="14" y="48"/>
                      </a:lnTo>
                      <a:lnTo>
                        <a:pt x="14" y="48"/>
                      </a:lnTo>
                      <a:lnTo>
                        <a:pt x="14" y="52"/>
                      </a:lnTo>
                      <a:lnTo>
                        <a:pt x="14" y="52"/>
                      </a:lnTo>
                      <a:lnTo>
                        <a:pt x="18" y="52"/>
                      </a:lnTo>
                      <a:lnTo>
                        <a:pt x="18" y="52"/>
                      </a:lnTo>
                      <a:lnTo>
                        <a:pt x="20" y="52"/>
                      </a:lnTo>
                      <a:lnTo>
                        <a:pt x="20" y="52"/>
                      </a:lnTo>
                      <a:lnTo>
                        <a:pt x="20" y="50"/>
                      </a:lnTo>
                      <a:lnTo>
                        <a:pt x="20" y="50"/>
                      </a:lnTo>
                      <a:lnTo>
                        <a:pt x="20" y="50"/>
                      </a:lnTo>
                      <a:lnTo>
                        <a:pt x="24" y="48"/>
                      </a:lnTo>
                      <a:lnTo>
                        <a:pt x="24" y="48"/>
                      </a:lnTo>
                      <a:lnTo>
                        <a:pt x="26" y="42"/>
                      </a:lnTo>
                      <a:lnTo>
                        <a:pt x="26" y="36"/>
                      </a:lnTo>
                      <a:lnTo>
                        <a:pt x="26" y="36"/>
                      </a:lnTo>
                      <a:lnTo>
                        <a:pt x="24" y="34"/>
                      </a:lnTo>
                      <a:lnTo>
                        <a:pt x="22" y="30"/>
                      </a:lnTo>
                      <a:lnTo>
                        <a:pt x="22" y="30"/>
                      </a:lnTo>
                      <a:lnTo>
                        <a:pt x="20" y="26"/>
                      </a:lnTo>
                      <a:lnTo>
                        <a:pt x="22" y="24"/>
                      </a:lnTo>
                      <a:lnTo>
                        <a:pt x="22" y="24"/>
                      </a:lnTo>
                      <a:lnTo>
                        <a:pt x="22" y="18"/>
                      </a:lnTo>
                      <a:lnTo>
                        <a:pt x="22" y="16"/>
                      </a:lnTo>
                      <a:lnTo>
                        <a:pt x="20" y="8"/>
                      </a:lnTo>
                      <a:lnTo>
                        <a:pt x="14" y="2"/>
                      </a:lnTo>
                      <a:lnTo>
                        <a:pt x="12" y="6"/>
                      </a:lnTo>
                      <a:lnTo>
                        <a:pt x="10" y="0"/>
                      </a:lnTo>
                      <a:lnTo>
                        <a:pt x="2" y="4"/>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724" name="Group 723">
              <a:extLst>
                <a:ext uri="{FF2B5EF4-FFF2-40B4-BE49-F238E27FC236}">
                  <a16:creationId xmlns:a16="http://schemas.microsoft.com/office/drawing/2014/main" id="{D3C9D664-8EA7-3640-817A-AA985E3750AB}"/>
                </a:ext>
              </a:extLst>
            </p:cNvPr>
            <p:cNvGrpSpPr/>
            <p:nvPr/>
          </p:nvGrpSpPr>
          <p:grpSpPr>
            <a:xfrm>
              <a:off x="430098" y="537284"/>
              <a:ext cx="3683539" cy="2648402"/>
              <a:chOff x="1497263" y="1328044"/>
              <a:chExt cx="3057906" cy="2198583"/>
            </a:xfrm>
            <a:solidFill>
              <a:schemeClr val="bg2"/>
            </a:solidFill>
          </p:grpSpPr>
          <p:sp>
            <p:nvSpPr>
              <p:cNvPr id="725" name="Freeform 297">
                <a:extLst>
                  <a:ext uri="{FF2B5EF4-FFF2-40B4-BE49-F238E27FC236}">
                    <a16:creationId xmlns:a16="http://schemas.microsoft.com/office/drawing/2014/main" id="{BC2BC93A-130F-BC49-BD6A-3D2DF7943837}"/>
                  </a:ext>
                </a:extLst>
              </p:cNvPr>
              <p:cNvSpPr>
                <a:spLocks/>
              </p:cNvSpPr>
              <p:nvPr/>
            </p:nvSpPr>
            <p:spPr bwMode="auto">
              <a:xfrm>
                <a:off x="3729225" y="2889879"/>
                <a:ext cx="7827" cy="16019"/>
              </a:xfrm>
              <a:custGeom>
                <a:avLst/>
                <a:gdLst>
                  <a:gd name="T0" fmla="*/ 2 w 4"/>
                  <a:gd name="T1" fmla="*/ 0 h 8"/>
                  <a:gd name="T2" fmla="*/ 2 w 4"/>
                  <a:gd name="T3" fmla="*/ 0 h 8"/>
                  <a:gd name="T4" fmla="*/ 4 w 4"/>
                  <a:gd name="T5" fmla="*/ 0 h 8"/>
                  <a:gd name="T6" fmla="*/ 4 w 4"/>
                  <a:gd name="T7" fmla="*/ 2 h 8"/>
                  <a:gd name="T8" fmla="*/ 0 w 4"/>
                  <a:gd name="T9" fmla="*/ 8 h 8"/>
                  <a:gd name="T10" fmla="*/ 0 w 4"/>
                  <a:gd name="T11" fmla="*/ 8 h 8"/>
                  <a:gd name="T12" fmla="*/ 0 w 4"/>
                  <a:gd name="T13" fmla="*/ 6 h 8"/>
                  <a:gd name="T14" fmla="*/ 0 w 4"/>
                  <a:gd name="T15" fmla="*/ 4 h 8"/>
                  <a:gd name="T16" fmla="*/ 2 w 4"/>
                  <a:gd name="T17" fmla="*/ 0 h 8"/>
                  <a:gd name="T18" fmla="*/ 2 w 4"/>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8">
                    <a:moveTo>
                      <a:pt x="2" y="0"/>
                    </a:moveTo>
                    <a:lnTo>
                      <a:pt x="2" y="0"/>
                    </a:lnTo>
                    <a:lnTo>
                      <a:pt x="4" y="0"/>
                    </a:lnTo>
                    <a:lnTo>
                      <a:pt x="4" y="2"/>
                    </a:lnTo>
                    <a:lnTo>
                      <a:pt x="0" y="8"/>
                    </a:lnTo>
                    <a:lnTo>
                      <a:pt x="0" y="8"/>
                    </a:lnTo>
                    <a:lnTo>
                      <a:pt x="0" y="6"/>
                    </a:lnTo>
                    <a:lnTo>
                      <a:pt x="0" y="4"/>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6" name="Freeform 298">
                <a:extLst>
                  <a:ext uri="{FF2B5EF4-FFF2-40B4-BE49-F238E27FC236}">
                    <a16:creationId xmlns:a16="http://schemas.microsoft.com/office/drawing/2014/main" id="{AC763632-3E06-A942-AE59-2E77EDE02EFE}"/>
                  </a:ext>
                </a:extLst>
              </p:cNvPr>
              <p:cNvSpPr>
                <a:spLocks/>
              </p:cNvSpPr>
              <p:nvPr/>
            </p:nvSpPr>
            <p:spPr bwMode="auto">
              <a:xfrm>
                <a:off x="2688154" y="2661611"/>
                <a:ext cx="15656" cy="32038"/>
              </a:xfrm>
              <a:custGeom>
                <a:avLst/>
                <a:gdLst>
                  <a:gd name="T0" fmla="*/ 6 w 8"/>
                  <a:gd name="T1" fmla="*/ 0 h 16"/>
                  <a:gd name="T2" fmla="*/ 6 w 8"/>
                  <a:gd name="T3" fmla="*/ 0 h 16"/>
                  <a:gd name="T4" fmla="*/ 6 w 8"/>
                  <a:gd name="T5" fmla="*/ 2 h 16"/>
                  <a:gd name="T6" fmla="*/ 8 w 8"/>
                  <a:gd name="T7" fmla="*/ 4 h 16"/>
                  <a:gd name="T8" fmla="*/ 8 w 8"/>
                  <a:gd name="T9" fmla="*/ 4 h 16"/>
                  <a:gd name="T10" fmla="*/ 4 w 8"/>
                  <a:gd name="T11" fmla="*/ 8 h 16"/>
                  <a:gd name="T12" fmla="*/ 4 w 8"/>
                  <a:gd name="T13" fmla="*/ 8 h 16"/>
                  <a:gd name="T14" fmla="*/ 4 w 8"/>
                  <a:gd name="T15" fmla="*/ 16 h 16"/>
                  <a:gd name="T16" fmla="*/ 4 w 8"/>
                  <a:gd name="T17" fmla="*/ 16 h 16"/>
                  <a:gd name="T18" fmla="*/ 2 w 8"/>
                  <a:gd name="T19" fmla="*/ 14 h 16"/>
                  <a:gd name="T20" fmla="*/ 2 w 8"/>
                  <a:gd name="T21" fmla="*/ 14 h 16"/>
                  <a:gd name="T22" fmla="*/ 2 w 8"/>
                  <a:gd name="T23" fmla="*/ 12 h 16"/>
                  <a:gd name="T24" fmla="*/ 2 w 8"/>
                  <a:gd name="T25" fmla="*/ 12 h 16"/>
                  <a:gd name="T26" fmla="*/ 0 w 8"/>
                  <a:gd name="T27" fmla="*/ 8 h 16"/>
                  <a:gd name="T28" fmla="*/ 0 w 8"/>
                  <a:gd name="T29" fmla="*/ 6 h 16"/>
                  <a:gd name="T30" fmla="*/ 2 w 8"/>
                  <a:gd name="T31" fmla="*/ 4 h 16"/>
                  <a:gd name="T32" fmla="*/ 2 w 8"/>
                  <a:gd name="T33" fmla="*/ 4 h 16"/>
                  <a:gd name="T34" fmla="*/ 2 w 8"/>
                  <a:gd name="T35" fmla="*/ 6 h 16"/>
                  <a:gd name="T36" fmla="*/ 2 w 8"/>
                  <a:gd name="T37" fmla="*/ 6 h 16"/>
                  <a:gd name="T38" fmla="*/ 2 w 8"/>
                  <a:gd name="T39" fmla="*/ 6 h 16"/>
                  <a:gd name="T40" fmla="*/ 4 w 8"/>
                  <a:gd name="T41" fmla="*/ 4 h 16"/>
                  <a:gd name="T42" fmla="*/ 2 w 8"/>
                  <a:gd name="T43" fmla="*/ 2 h 16"/>
                  <a:gd name="T44" fmla="*/ 2 w 8"/>
                  <a:gd name="T45" fmla="*/ 2 h 16"/>
                  <a:gd name="T46" fmla="*/ 4 w 8"/>
                  <a:gd name="T47" fmla="*/ 2 h 16"/>
                  <a:gd name="T48" fmla="*/ 6 w 8"/>
                  <a:gd name="T4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 h="16">
                    <a:moveTo>
                      <a:pt x="6" y="0"/>
                    </a:moveTo>
                    <a:lnTo>
                      <a:pt x="6" y="0"/>
                    </a:lnTo>
                    <a:lnTo>
                      <a:pt x="6" y="2"/>
                    </a:lnTo>
                    <a:lnTo>
                      <a:pt x="8" y="4"/>
                    </a:lnTo>
                    <a:lnTo>
                      <a:pt x="8" y="4"/>
                    </a:lnTo>
                    <a:lnTo>
                      <a:pt x="4" y="8"/>
                    </a:lnTo>
                    <a:lnTo>
                      <a:pt x="4" y="8"/>
                    </a:lnTo>
                    <a:lnTo>
                      <a:pt x="4" y="16"/>
                    </a:lnTo>
                    <a:lnTo>
                      <a:pt x="4" y="16"/>
                    </a:lnTo>
                    <a:lnTo>
                      <a:pt x="2" y="14"/>
                    </a:lnTo>
                    <a:lnTo>
                      <a:pt x="2" y="14"/>
                    </a:lnTo>
                    <a:lnTo>
                      <a:pt x="2" y="12"/>
                    </a:lnTo>
                    <a:lnTo>
                      <a:pt x="2" y="12"/>
                    </a:lnTo>
                    <a:lnTo>
                      <a:pt x="0" y="8"/>
                    </a:lnTo>
                    <a:lnTo>
                      <a:pt x="0" y="6"/>
                    </a:lnTo>
                    <a:lnTo>
                      <a:pt x="2" y="4"/>
                    </a:lnTo>
                    <a:lnTo>
                      <a:pt x="2" y="4"/>
                    </a:lnTo>
                    <a:lnTo>
                      <a:pt x="2" y="6"/>
                    </a:lnTo>
                    <a:lnTo>
                      <a:pt x="2" y="6"/>
                    </a:lnTo>
                    <a:lnTo>
                      <a:pt x="2" y="6"/>
                    </a:lnTo>
                    <a:lnTo>
                      <a:pt x="4" y="4"/>
                    </a:lnTo>
                    <a:lnTo>
                      <a:pt x="2" y="2"/>
                    </a:lnTo>
                    <a:lnTo>
                      <a:pt x="2" y="2"/>
                    </a:lnTo>
                    <a:lnTo>
                      <a:pt x="4" y="2"/>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7" name="Freeform 299">
                <a:extLst>
                  <a:ext uri="{FF2B5EF4-FFF2-40B4-BE49-F238E27FC236}">
                    <a16:creationId xmlns:a16="http://schemas.microsoft.com/office/drawing/2014/main" id="{97D94711-2DF8-7146-838B-8C4B651718D2}"/>
                  </a:ext>
                </a:extLst>
              </p:cNvPr>
              <p:cNvSpPr>
                <a:spLocks/>
              </p:cNvSpPr>
              <p:nvPr/>
            </p:nvSpPr>
            <p:spPr bwMode="auto">
              <a:xfrm>
                <a:off x="2680326" y="2701658"/>
                <a:ext cx="11741" cy="16019"/>
              </a:xfrm>
              <a:custGeom>
                <a:avLst/>
                <a:gdLst>
                  <a:gd name="T0" fmla="*/ 6 w 6"/>
                  <a:gd name="T1" fmla="*/ 0 h 8"/>
                  <a:gd name="T2" fmla="*/ 6 w 6"/>
                  <a:gd name="T3" fmla="*/ 0 h 8"/>
                  <a:gd name="T4" fmla="*/ 6 w 6"/>
                  <a:gd name="T5" fmla="*/ 2 h 8"/>
                  <a:gd name="T6" fmla="*/ 6 w 6"/>
                  <a:gd name="T7" fmla="*/ 2 h 8"/>
                  <a:gd name="T8" fmla="*/ 2 w 6"/>
                  <a:gd name="T9" fmla="*/ 4 h 8"/>
                  <a:gd name="T10" fmla="*/ 2 w 6"/>
                  <a:gd name="T11" fmla="*/ 4 h 8"/>
                  <a:gd name="T12" fmla="*/ 2 w 6"/>
                  <a:gd name="T13" fmla="*/ 8 h 8"/>
                  <a:gd name="T14" fmla="*/ 2 w 6"/>
                  <a:gd name="T15" fmla="*/ 8 h 8"/>
                  <a:gd name="T16" fmla="*/ 0 w 6"/>
                  <a:gd name="T17" fmla="*/ 6 h 8"/>
                  <a:gd name="T18" fmla="*/ 0 w 6"/>
                  <a:gd name="T19" fmla="*/ 4 h 8"/>
                  <a:gd name="T20" fmla="*/ 0 w 6"/>
                  <a:gd name="T21" fmla="*/ 4 h 8"/>
                  <a:gd name="T22" fmla="*/ 6 w 6"/>
                  <a:gd name="T23" fmla="*/ 0 h 8"/>
                  <a:gd name="T24" fmla="*/ 6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6" y="0"/>
                    </a:moveTo>
                    <a:lnTo>
                      <a:pt x="6" y="0"/>
                    </a:lnTo>
                    <a:lnTo>
                      <a:pt x="6" y="2"/>
                    </a:lnTo>
                    <a:lnTo>
                      <a:pt x="6" y="2"/>
                    </a:lnTo>
                    <a:lnTo>
                      <a:pt x="2" y="4"/>
                    </a:lnTo>
                    <a:lnTo>
                      <a:pt x="2" y="4"/>
                    </a:lnTo>
                    <a:lnTo>
                      <a:pt x="2" y="8"/>
                    </a:lnTo>
                    <a:lnTo>
                      <a:pt x="2" y="8"/>
                    </a:lnTo>
                    <a:lnTo>
                      <a:pt x="0" y="6"/>
                    </a:lnTo>
                    <a:lnTo>
                      <a:pt x="0" y="4"/>
                    </a:lnTo>
                    <a:lnTo>
                      <a:pt x="0" y="4"/>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8" name="Freeform 300">
                <a:extLst>
                  <a:ext uri="{FF2B5EF4-FFF2-40B4-BE49-F238E27FC236}">
                    <a16:creationId xmlns:a16="http://schemas.microsoft.com/office/drawing/2014/main" id="{EE28A34D-F04A-2B45-BCEF-9B3F2D1A89BE}"/>
                  </a:ext>
                </a:extLst>
              </p:cNvPr>
              <p:cNvSpPr>
                <a:spLocks/>
              </p:cNvSpPr>
              <p:nvPr/>
            </p:nvSpPr>
            <p:spPr bwMode="auto">
              <a:xfrm>
                <a:off x="3983623" y="2809786"/>
                <a:ext cx="3914" cy="20024"/>
              </a:xfrm>
              <a:custGeom>
                <a:avLst/>
                <a:gdLst>
                  <a:gd name="T0" fmla="*/ 2 w 2"/>
                  <a:gd name="T1" fmla="*/ 0 h 10"/>
                  <a:gd name="T2" fmla="*/ 2 w 2"/>
                  <a:gd name="T3" fmla="*/ 0 h 10"/>
                  <a:gd name="T4" fmla="*/ 2 w 2"/>
                  <a:gd name="T5" fmla="*/ 10 h 10"/>
                  <a:gd name="T6" fmla="*/ 0 w 2"/>
                  <a:gd name="T7" fmla="*/ 10 h 10"/>
                  <a:gd name="T8" fmla="*/ 0 w 2"/>
                  <a:gd name="T9" fmla="*/ 10 h 10"/>
                  <a:gd name="T10" fmla="*/ 0 w 2"/>
                  <a:gd name="T11" fmla="*/ 4 h 10"/>
                  <a:gd name="T12" fmla="*/ 2 w 2"/>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2" h="10">
                    <a:moveTo>
                      <a:pt x="2" y="0"/>
                    </a:moveTo>
                    <a:lnTo>
                      <a:pt x="2" y="0"/>
                    </a:lnTo>
                    <a:lnTo>
                      <a:pt x="2" y="10"/>
                    </a:lnTo>
                    <a:lnTo>
                      <a:pt x="0" y="10"/>
                    </a:lnTo>
                    <a:lnTo>
                      <a:pt x="0" y="10"/>
                    </a:lnTo>
                    <a:lnTo>
                      <a:pt x="0" y="4"/>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9" name="Freeform 218">
                <a:extLst>
                  <a:ext uri="{FF2B5EF4-FFF2-40B4-BE49-F238E27FC236}">
                    <a16:creationId xmlns:a16="http://schemas.microsoft.com/office/drawing/2014/main" id="{D809DC2E-387D-F945-8CF3-65BD5020E4C0}"/>
                  </a:ext>
                </a:extLst>
              </p:cNvPr>
              <p:cNvSpPr>
                <a:spLocks/>
              </p:cNvSpPr>
              <p:nvPr/>
            </p:nvSpPr>
            <p:spPr bwMode="auto">
              <a:xfrm>
                <a:off x="3798368" y="1720507"/>
                <a:ext cx="5418" cy="4005"/>
              </a:xfrm>
              <a:custGeom>
                <a:avLst/>
                <a:gdLst>
                  <a:gd name="T0" fmla="*/ 0 w 2"/>
                  <a:gd name="T1" fmla="*/ 0 h 2"/>
                  <a:gd name="T2" fmla="*/ 2 w 2"/>
                  <a:gd name="T3" fmla="*/ 2 h 2"/>
                  <a:gd name="T4" fmla="*/ 2 w 2"/>
                  <a:gd name="T5" fmla="*/ 2 h 2"/>
                  <a:gd name="T6" fmla="*/ 2 w 2"/>
                  <a:gd name="T7" fmla="*/ 0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2"/>
                    </a:lnTo>
                    <a:lnTo>
                      <a:pt x="2"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0" name="Freeform 219">
                <a:extLst>
                  <a:ext uri="{FF2B5EF4-FFF2-40B4-BE49-F238E27FC236}">
                    <a16:creationId xmlns:a16="http://schemas.microsoft.com/office/drawing/2014/main" id="{F24D19D7-7867-2C4D-BB04-93E533B42F77}"/>
                  </a:ext>
                </a:extLst>
              </p:cNvPr>
              <p:cNvSpPr>
                <a:spLocks/>
              </p:cNvSpPr>
              <p:nvPr/>
            </p:nvSpPr>
            <p:spPr bwMode="auto">
              <a:xfrm>
                <a:off x="3841716" y="1592356"/>
                <a:ext cx="3613" cy="4005"/>
              </a:xfrm>
              <a:custGeom>
                <a:avLst/>
                <a:gdLst>
                  <a:gd name="T0" fmla="*/ 2 w 2"/>
                  <a:gd name="T1" fmla="*/ 0 h 2"/>
                  <a:gd name="T2" fmla="*/ 2 w 2"/>
                  <a:gd name="T3" fmla="*/ 0 h 2"/>
                  <a:gd name="T4" fmla="*/ 2 w 2"/>
                  <a:gd name="T5" fmla="*/ 2 h 2"/>
                  <a:gd name="T6" fmla="*/ 0 w 2"/>
                  <a:gd name="T7" fmla="*/ 2 h 2"/>
                  <a:gd name="T8" fmla="*/ 0 w 2"/>
                  <a:gd name="T9" fmla="*/ 2 h 2"/>
                  <a:gd name="T10" fmla="*/ 0 w 2"/>
                  <a:gd name="T11" fmla="*/ 0 h 2"/>
                  <a:gd name="T12" fmla="*/ 2 w 2"/>
                  <a:gd name="T13" fmla="*/ 0 h 2"/>
                  <a:gd name="T14" fmla="*/ 2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2" y="0"/>
                    </a:moveTo>
                    <a:lnTo>
                      <a:pt x="2" y="0"/>
                    </a:lnTo>
                    <a:lnTo>
                      <a:pt x="2" y="2"/>
                    </a:lnTo>
                    <a:lnTo>
                      <a:pt x="0" y="2"/>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1" name="Freeform 220">
                <a:extLst>
                  <a:ext uri="{FF2B5EF4-FFF2-40B4-BE49-F238E27FC236}">
                    <a16:creationId xmlns:a16="http://schemas.microsoft.com/office/drawing/2014/main" id="{C6D542B6-4223-A840-B9F9-732341FBB477}"/>
                  </a:ext>
                </a:extLst>
              </p:cNvPr>
              <p:cNvSpPr>
                <a:spLocks/>
              </p:cNvSpPr>
              <p:nvPr/>
            </p:nvSpPr>
            <p:spPr bwMode="auto">
              <a:xfrm>
                <a:off x="3845329" y="1600365"/>
                <a:ext cx="3613" cy="4005"/>
              </a:xfrm>
              <a:custGeom>
                <a:avLst/>
                <a:gdLst>
                  <a:gd name="T0" fmla="*/ 2 h 2"/>
                  <a:gd name="T1" fmla="*/ 2 h 2"/>
                  <a:gd name="T2" fmla="*/ 0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0"/>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2" name="Freeform 221">
                <a:extLst>
                  <a:ext uri="{FF2B5EF4-FFF2-40B4-BE49-F238E27FC236}">
                    <a16:creationId xmlns:a16="http://schemas.microsoft.com/office/drawing/2014/main" id="{E098EAEC-B1FB-704F-802B-35E58C4423AC}"/>
                  </a:ext>
                </a:extLst>
              </p:cNvPr>
              <p:cNvSpPr>
                <a:spLocks/>
              </p:cNvSpPr>
              <p:nvPr/>
            </p:nvSpPr>
            <p:spPr bwMode="auto">
              <a:xfrm>
                <a:off x="4076523" y="1704487"/>
                <a:ext cx="23481" cy="8009"/>
              </a:xfrm>
              <a:custGeom>
                <a:avLst/>
                <a:gdLst>
                  <a:gd name="T0" fmla="*/ 2 w 12"/>
                  <a:gd name="T1" fmla="*/ 0 h 4"/>
                  <a:gd name="T2" fmla="*/ 2 w 12"/>
                  <a:gd name="T3" fmla="*/ 0 h 4"/>
                  <a:gd name="T4" fmla="*/ 10 w 12"/>
                  <a:gd name="T5" fmla="*/ 2 h 4"/>
                  <a:gd name="T6" fmla="*/ 12 w 12"/>
                  <a:gd name="T7" fmla="*/ 4 h 4"/>
                  <a:gd name="T8" fmla="*/ 12 w 12"/>
                  <a:gd name="T9" fmla="*/ 4 h 4"/>
                  <a:gd name="T10" fmla="*/ 4 w 12"/>
                  <a:gd name="T11" fmla="*/ 2 h 4"/>
                  <a:gd name="T12" fmla="*/ 0 w 12"/>
                  <a:gd name="T13" fmla="*/ 2 h 4"/>
                  <a:gd name="T14" fmla="*/ 2 w 12"/>
                  <a:gd name="T15" fmla="*/ 0 h 4"/>
                  <a:gd name="T16" fmla="*/ 2 w 1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
                    <a:moveTo>
                      <a:pt x="2" y="0"/>
                    </a:moveTo>
                    <a:lnTo>
                      <a:pt x="2" y="0"/>
                    </a:lnTo>
                    <a:lnTo>
                      <a:pt x="10" y="2"/>
                    </a:lnTo>
                    <a:lnTo>
                      <a:pt x="12" y="4"/>
                    </a:lnTo>
                    <a:lnTo>
                      <a:pt x="12" y="4"/>
                    </a:lnTo>
                    <a:lnTo>
                      <a:pt x="4" y="2"/>
                    </a:lnTo>
                    <a:lnTo>
                      <a:pt x="0" y="2"/>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3" name="Freeform 222">
                <a:extLst>
                  <a:ext uri="{FF2B5EF4-FFF2-40B4-BE49-F238E27FC236}">
                    <a16:creationId xmlns:a16="http://schemas.microsoft.com/office/drawing/2014/main" id="{DE44CD73-B0E5-8C48-9093-8226753E0013}"/>
                  </a:ext>
                </a:extLst>
              </p:cNvPr>
              <p:cNvSpPr>
                <a:spLocks/>
              </p:cNvSpPr>
              <p:nvPr/>
            </p:nvSpPr>
            <p:spPr bwMode="auto">
              <a:xfrm>
                <a:off x="4053043" y="1668444"/>
                <a:ext cx="9032" cy="12014"/>
              </a:xfrm>
              <a:custGeom>
                <a:avLst/>
                <a:gdLst>
                  <a:gd name="T0" fmla="*/ 2 w 4"/>
                  <a:gd name="T1" fmla="*/ 0 h 6"/>
                  <a:gd name="T2" fmla="*/ 2 w 4"/>
                  <a:gd name="T3" fmla="*/ 0 h 6"/>
                  <a:gd name="T4" fmla="*/ 4 w 4"/>
                  <a:gd name="T5" fmla="*/ 0 h 6"/>
                  <a:gd name="T6" fmla="*/ 4 w 4"/>
                  <a:gd name="T7" fmla="*/ 2 h 6"/>
                  <a:gd name="T8" fmla="*/ 4 w 4"/>
                  <a:gd name="T9" fmla="*/ 6 h 6"/>
                  <a:gd name="T10" fmla="*/ 4 w 4"/>
                  <a:gd name="T11" fmla="*/ 6 h 6"/>
                  <a:gd name="T12" fmla="*/ 0 w 4"/>
                  <a:gd name="T13" fmla="*/ 6 h 6"/>
                  <a:gd name="T14" fmla="*/ 0 w 4"/>
                  <a:gd name="T15" fmla="*/ 6 h 6"/>
                  <a:gd name="T16" fmla="*/ 0 w 4"/>
                  <a:gd name="T17" fmla="*/ 2 h 6"/>
                  <a:gd name="T18" fmla="*/ 0 w 4"/>
                  <a:gd name="T19" fmla="*/ 0 h 6"/>
                  <a:gd name="T20" fmla="*/ 2 w 4"/>
                  <a:gd name="T21" fmla="*/ 0 h 6"/>
                  <a:gd name="T22" fmla="*/ 2 w 4"/>
                  <a:gd name="T2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6">
                    <a:moveTo>
                      <a:pt x="2" y="0"/>
                    </a:moveTo>
                    <a:lnTo>
                      <a:pt x="2" y="0"/>
                    </a:lnTo>
                    <a:lnTo>
                      <a:pt x="4" y="0"/>
                    </a:lnTo>
                    <a:lnTo>
                      <a:pt x="4" y="2"/>
                    </a:lnTo>
                    <a:lnTo>
                      <a:pt x="4" y="6"/>
                    </a:lnTo>
                    <a:lnTo>
                      <a:pt x="4" y="6"/>
                    </a:lnTo>
                    <a:lnTo>
                      <a:pt x="0" y="6"/>
                    </a:lnTo>
                    <a:lnTo>
                      <a:pt x="0" y="6"/>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4" name="Freeform 223">
                <a:extLst>
                  <a:ext uri="{FF2B5EF4-FFF2-40B4-BE49-F238E27FC236}">
                    <a16:creationId xmlns:a16="http://schemas.microsoft.com/office/drawing/2014/main" id="{CEF9F531-0448-8A43-B316-4D2A84F930FA}"/>
                  </a:ext>
                </a:extLst>
              </p:cNvPr>
              <p:cNvSpPr>
                <a:spLocks/>
              </p:cNvSpPr>
              <p:nvPr/>
            </p:nvSpPr>
            <p:spPr bwMode="auto">
              <a:xfrm>
                <a:off x="4183089" y="1980811"/>
                <a:ext cx="3613" cy="8009"/>
              </a:xfrm>
              <a:custGeom>
                <a:avLst/>
                <a:gdLst>
                  <a:gd name="T0" fmla="*/ 0 w 2"/>
                  <a:gd name="T1" fmla="*/ 0 h 4"/>
                  <a:gd name="T2" fmla="*/ 0 w 2"/>
                  <a:gd name="T3" fmla="*/ 0 h 4"/>
                  <a:gd name="T4" fmla="*/ 2 w 2"/>
                  <a:gd name="T5" fmla="*/ 2 h 4"/>
                  <a:gd name="T6" fmla="*/ 2 w 2"/>
                  <a:gd name="T7" fmla="*/ 4 h 4"/>
                  <a:gd name="T8" fmla="*/ 2 w 2"/>
                  <a:gd name="T9" fmla="*/ 2 h 4"/>
                  <a:gd name="T10" fmla="*/ 2 w 2"/>
                  <a:gd name="T11" fmla="*/ 2 h 4"/>
                  <a:gd name="T12" fmla="*/ 0 w 2"/>
                  <a:gd name="T13" fmla="*/ 0 h 4"/>
                  <a:gd name="T14" fmla="*/ 0 w 2"/>
                  <a:gd name="T15" fmla="*/ 0 h 4"/>
                  <a:gd name="T16" fmla="*/ 0 w 2"/>
                  <a:gd name="T17" fmla="*/ 0 h 4"/>
                  <a:gd name="T18" fmla="*/ 0 w 2"/>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4">
                    <a:moveTo>
                      <a:pt x="0" y="0"/>
                    </a:moveTo>
                    <a:lnTo>
                      <a:pt x="0" y="0"/>
                    </a:lnTo>
                    <a:lnTo>
                      <a:pt x="2" y="2"/>
                    </a:lnTo>
                    <a:lnTo>
                      <a:pt x="2" y="4"/>
                    </a:lnTo>
                    <a:lnTo>
                      <a:pt x="2" y="2"/>
                    </a:lnTo>
                    <a:lnTo>
                      <a:pt x="2" y="2"/>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5" name="Freeform 224">
                <a:extLst>
                  <a:ext uri="{FF2B5EF4-FFF2-40B4-BE49-F238E27FC236}">
                    <a16:creationId xmlns:a16="http://schemas.microsoft.com/office/drawing/2014/main" id="{7001F4AF-BE09-4948-B0FC-54556255F1B9}"/>
                  </a:ext>
                </a:extLst>
              </p:cNvPr>
              <p:cNvSpPr>
                <a:spLocks/>
              </p:cNvSpPr>
              <p:nvPr/>
            </p:nvSpPr>
            <p:spPr bwMode="auto">
              <a:xfrm>
                <a:off x="3592461" y="2617560"/>
                <a:ext cx="1806" cy="2002"/>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6" name="Freeform 225">
                <a:extLst>
                  <a:ext uri="{FF2B5EF4-FFF2-40B4-BE49-F238E27FC236}">
                    <a16:creationId xmlns:a16="http://schemas.microsoft.com/office/drawing/2014/main" id="{D3E794B5-9389-044D-9156-65E492334BDD}"/>
                  </a:ext>
                </a:extLst>
              </p:cNvPr>
              <p:cNvSpPr>
                <a:spLocks/>
              </p:cNvSpPr>
              <p:nvPr/>
            </p:nvSpPr>
            <p:spPr bwMode="auto">
              <a:xfrm>
                <a:off x="3563562" y="2669621"/>
                <a:ext cx="5418"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2 w 2"/>
                  <a:gd name="T13" fmla="*/ 0 h 2"/>
                  <a:gd name="T14" fmla="*/ 0 w 2"/>
                  <a:gd name="T15" fmla="*/ 0 h 2"/>
                  <a:gd name="T16" fmla="*/ 0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0" y="0"/>
                    </a:moveTo>
                    <a:lnTo>
                      <a:pt x="0" y="0"/>
                    </a:lnTo>
                    <a:lnTo>
                      <a:pt x="0" y="2"/>
                    </a:lnTo>
                    <a:lnTo>
                      <a:pt x="2" y="2"/>
                    </a:lnTo>
                    <a:lnTo>
                      <a:pt x="2" y="2"/>
                    </a:lnTo>
                    <a:lnTo>
                      <a:pt x="2" y="0"/>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7" name="Freeform 226">
                <a:extLst>
                  <a:ext uri="{FF2B5EF4-FFF2-40B4-BE49-F238E27FC236}">
                    <a16:creationId xmlns:a16="http://schemas.microsoft.com/office/drawing/2014/main" id="{9599BFA6-C5C5-D44A-9644-71EAAC0F3F86}"/>
                  </a:ext>
                </a:extLst>
              </p:cNvPr>
              <p:cNvSpPr>
                <a:spLocks/>
              </p:cNvSpPr>
              <p:nvPr/>
            </p:nvSpPr>
            <p:spPr bwMode="auto">
              <a:xfrm>
                <a:off x="3596073" y="2649598"/>
                <a:ext cx="7225" cy="4005"/>
              </a:xfrm>
              <a:custGeom>
                <a:avLst/>
                <a:gdLst>
                  <a:gd name="T0" fmla="*/ 2 w 4"/>
                  <a:gd name="T1" fmla="*/ 0 h 2"/>
                  <a:gd name="T2" fmla="*/ 2 w 4"/>
                  <a:gd name="T3" fmla="*/ 0 h 2"/>
                  <a:gd name="T4" fmla="*/ 0 w 4"/>
                  <a:gd name="T5" fmla="*/ 2 h 2"/>
                  <a:gd name="T6" fmla="*/ 0 w 4"/>
                  <a:gd name="T7" fmla="*/ 2 h 2"/>
                  <a:gd name="T8" fmla="*/ 4 w 4"/>
                  <a:gd name="T9" fmla="*/ 0 h 2"/>
                  <a:gd name="T10" fmla="*/ 2 w 4"/>
                  <a:gd name="T11" fmla="*/ 0 h 2"/>
                  <a:gd name="T12" fmla="*/ 2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2" y="0"/>
                    </a:moveTo>
                    <a:lnTo>
                      <a:pt x="2" y="0"/>
                    </a:lnTo>
                    <a:lnTo>
                      <a:pt x="0" y="2"/>
                    </a:lnTo>
                    <a:lnTo>
                      <a:pt x="0" y="2"/>
                    </a:lnTo>
                    <a:lnTo>
                      <a:pt x="4"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8" name="Freeform 227">
                <a:extLst>
                  <a:ext uri="{FF2B5EF4-FFF2-40B4-BE49-F238E27FC236}">
                    <a16:creationId xmlns:a16="http://schemas.microsoft.com/office/drawing/2014/main" id="{FDED255F-D5AD-FE42-A860-7BEECD8A7DC5}"/>
                  </a:ext>
                </a:extLst>
              </p:cNvPr>
              <p:cNvSpPr>
                <a:spLocks/>
              </p:cNvSpPr>
              <p:nvPr/>
            </p:nvSpPr>
            <p:spPr bwMode="auto">
              <a:xfrm>
                <a:off x="3724313" y="2905898"/>
                <a:ext cx="1806" cy="8009"/>
              </a:xfrm>
              <a:custGeom>
                <a:avLst/>
                <a:gdLst>
                  <a:gd name="T0" fmla="*/ 4 h 4"/>
                  <a:gd name="T1" fmla="*/ 2 h 4"/>
                  <a:gd name="T2" fmla="*/ 2 h 4"/>
                  <a:gd name="T3" fmla="*/ 0 h 4"/>
                  <a:gd name="T4" fmla="*/ 0 h 4"/>
                  <a:gd name="T5" fmla="*/ 4 h 4"/>
                  <a:gd name="T6" fmla="*/ 4 h 4"/>
                </a:gdLst>
                <a:ahLst/>
                <a:cxnLst>
                  <a:cxn ang="0">
                    <a:pos x="0" y="T0"/>
                  </a:cxn>
                  <a:cxn ang="0">
                    <a:pos x="0" y="T1"/>
                  </a:cxn>
                  <a:cxn ang="0">
                    <a:pos x="0" y="T2"/>
                  </a:cxn>
                  <a:cxn ang="0">
                    <a:pos x="0" y="T3"/>
                  </a:cxn>
                  <a:cxn ang="0">
                    <a:pos x="0" y="T4"/>
                  </a:cxn>
                  <a:cxn ang="0">
                    <a:pos x="0" y="T5"/>
                  </a:cxn>
                  <a:cxn ang="0">
                    <a:pos x="0" y="T6"/>
                  </a:cxn>
                </a:cxnLst>
                <a:rect l="0" t="0" r="r" b="b"/>
                <a:pathLst>
                  <a:path h="4">
                    <a:moveTo>
                      <a:pt x="0" y="4"/>
                    </a:moveTo>
                    <a:lnTo>
                      <a:pt x="0" y="2"/>
                    </a:lnTo>
                    <a:lnTo>
                      <a:pt x="0" y="2"/>
                    </a:lnTo>
                    <a:lnTo>
                      <a:pt x="0" y="0"/>
                    </a:lnTo>
                    <a:lnTo>
                      <a:pt x="0" y="0"/>
                    </a:lnTo>
                    <a:lnTo>
                      <a:pt x="0" y="4"/>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9" name="Freeform 228">
                <a:extLst>
                  <a:ext uri="{FF2B5EF4-FFF2-40B4-BE49-F238E27FC236}">
                    <a16:creationId xmlns:a16="http://schemas.microsoft.com/office/drawing/2014/main" id="{60422FCF-B2D3-FD4E-852E-8372BCFE12F7}"/>
                  </a:ext>
                </a:extLst>
              </p:cNvPr>
              <p:cNvSpPr>
                <a:spLocks/>
              </p:cNvSpPr>
              <p:nvPr/>
            </p:nvSpPr>
            <p:spPr bwMode="auto">
              <a:xfrm>
                <a:off x="2476226" y="1732520"/>
                <a:ext cx="1806" cy="4005"/>
              </a:xfrm>
              <a:custGeom>
                <a:avLst/>
                <a:gdLst>
                  <a:gd name="T0" fmla="*/ 2 h 2"/>
                  <a:gd name="T1" fmla="*/ 2 h 2"/>
                  <a:gd name="T2" fmla="*/ 0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0"/>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0" name="Freeform 229">
                <a:extLst>
                  <a:ext uri="{FF2B5EF4-FFF2-40B4-BE49-F238E27FC236}">
                    <a16:creationId xmlns:a16="http://schemas.microsoft.com/office/drawing/2014/main" id="{05E6ACF6-B6E9-2B47-BA85-69EF6F65CAFD}"/>
                  </a:ext>
                </a:extLst>
              </p:cNvPr>
              <p:cNvSpPr>
                <a:spLocks/>
              </p:cNvSpPr>
              <p:nvPr/>
            </p:nvSpPr>
            <p:spPr bwMode="auto">
              <a:xfrm>
                <a:off x="2526800" y="2449362"/>
                <a:ext cx="1806" cy="4005"/>
              </a:xfrm>
              <a:custGeom>
                <a:avLst/>
                <a:gdLst>
                  <a:gd name="T0" fmla="*/ 2 h 2"/>
                  <a:gd name="T1" fmla="*/ 2 h 2"/>
                  <a:gd name="T2" fmla="*/ 2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2"/>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1" name="Freeform 230">
                <a:extLst>
                  <a:ext uri="{FF2B5EF4-FFF2-40B4-BE49-F238E27FC236}">
                    <a16:creationId xmlns:a16="http://schemas.microsoft.com/office/drawing/2014/main" id="{55B03C08-4A72-7749-B46B-66ED4DBF5D91}"/>
                  </a:ext>
                </a:extLst>
              </p:cNvPr>
              <p:cNvSpPr>
                <a:spLocks/>
              </p:cNvSpPr>
              <p:nvPr/>
            </p:nvSpPr>
            <p:spPr bwMode="auto">
              <a:xfrm>
                <a:off x="3361266" y="1808609"/>
                <a:ext cx="1806" cy="4005"/>
              </a:xfrm>
              <a:custGeom>
                <a:avLst/>
                <a:gdLst>
                  <a:gd name="T0" fmla="*/ 0 h 2"/>
                  <a:gd name="T1" fmla="*/ 2 h 2"/>
                  <a:gd name="T2" fmla="*/ 2 h 2"/>
                  <a:gd name="T3" fmla="*/ 2 h 2"/>
                  <a:gd name="T4" fmla="*/ 0 h 2"/>
                  <a:gd name="T5" fmla="*/ 0 h 2"/>
                  <a:gd name="T6" fmla="*/ 0 h 2"/>
                </a:gdLst>
                <a:ahLst/>
                <a:cxnLst>
                  <a:cxn ang="0">
                    <a:pos x="0" y="T0"/>
                  </a:cxn>
                  <a:cxn ang="0">
                    <a:pos x="0" y="T1"/>
                  </a:cxn>
                  <a:cxn ang="0">
                    <a:pos x="0" y="T2"/>
                  </a:cxn>
                  <a:cxn ang="0">
                    <a:pos x="0" y="T3"/>
                  </a:cxn>
                  <a:cxn ang="0">
                    <a:pos x="0" y="T4"/>
                  </a:cxn>
                  <a:cxn ang="0">
                    <a:pos x="0" y="T5"/>
                  </a:cxn>
                  <a:cxn ang="0">
                    <a:pos x="0" y="T6"/>
                  </a:cxn>
                </a:cxnLst>
                <a:rect l="0" t="0" r="r" b="b"/>
                <a:pathLst>
                  <a:path h="2">
                    <a:moveTo>
                      <a:pt x="0" y="0"/>
                    </a:moveTo>
                    <a:lnTo>
                      <a:pt x="0" y="2"/>
                    </a:lnTo>
                    <a:lnTo>
                      <a:pt x="0" y="2"/>
                    </a:lnTo>
                    <a:lnTo>
                      <a:pt x="0" y="2"/>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2" name="Freeform 231">
                <a:extLst>
                  <a:ext uri="{FF2B5EF4-FFF2-40B4-BE49-F238E27FC236}">
                    <a16:creationId xmlns:a16="http://schemas.microsoft.com/office/drawing/2014/main" id="{65CF62F7-08A2-874C-99BE-CE7E923FC7BF}"/>
                  </a:ext>
                </a:extLst>
              </p:cNvPr>
              <p:cNvSpPr>
                <a:spLocks/>
              </p:cNvSpPr>
              <p:nvPr/>
            </p:nvSpPr>
            <p:spPr bwMode="auto">
              <a:xfrm>
                <a:off x="4042205" y="2721682"/>
                <a:ext cx="14449" cy="12014"/>
              </a:xfrm>
              <a:custGeom>
                <a:avLst/>
                <a:gdLst>
                  <a:gd name="T0" fmla="*/ 2 w 8"/>
                  <a:gd name="T1" fmla="*/ 4 h 6"/>
                  <a:gd name="T2" fmla="*/ 2 w 8"/>
                  <a:gd name="T3" fmla="*/ 4 h 6"/>
                  <a:gd name="T4" fmla="*/ 0 w 8"/>
                  <a:gd name="T5" fmla="*/ 6 h 6"/>
                  <a:gd name="T6" fmla="*/ 0 w 8"/>
                  <a:gd name="T7" fmla="*/ 4 h 6"/>
                  <a:gd name="T8" fmla="*/ 6 w 8"/>
                  <a:gd name="T9" fmla="*/ 0 h 6"/>
                  <a:gd name="T10" fmla="*/ 6 w 8"/>
                  <a:gd name="T11" fmla="*/ 0 h 6"/>
                  <a:gd name="T12" fmla="*/ 8 w 8"/>
                  <a:gd name="T13" fmla="*/ 0 h 6"/>
                  <a:gd name="T14" fmla="*/ 6 w 8"/>
                  <a:gd name="T15" fmla="*/ 2 h 6"/>
                  <a:gd name="T16" fmla="*/ 2 w 8"/>
                  <a:gd name="T17" fmla="*/ 4 h 6"/>
                  <a:gd name="T18" fmla="*/ 2 w 8"/>
                  <a:gd name="T1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6">
                    <a:moveTo>
                      <a:pt x="2" y="4"/>
                    </a:moveTo>
                    <a:lnTo>
                      <a:pt x="2" y="4"/>
                    </a:lnTo>
                    <a:lnTo>
                      <a:pt x="0" y="6"/>
                    </a:lnTo>
                    <a:lnTo>
                      <a:pt x="0" y="4"/>
                    </a:lnTo>
                    <a:lnTo>
                      <a:pt x="6" y="0"/>
                    </a:lnTo>
                    <a:lnTo>
                      <a:pt x="6" y="0"/>
                    </a:lnTo>
                    <a:lnTo>
                      <a:pt x="8" y="0"/>
                    </a:lnTo>
                    <a:lnTo>
                      <a:pt x="6" y="2"/>
                    </a:lnTo>
                    <a:lnTo>
                      <a:pt x="2" y="4"/>
                    </a:lnTo>
                    <a:lnTo>
                      <a:pt x="2"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3" name="Freeform 232">
                <a:extLst>
                  <a:ext uri="{FF2B5EF4-FFF2-40B4-BE49-F238E27FC236}">
                    <a16:creationId xmlns:a16="http://schemas.microsoft.com/office/drawing/2014/main" id="{B60AA66C-9B39-A641-96D8-628F1826F3D2}"/>
                  </a:ext>
                </a:extLst>
              </p:cNvPr>
              <p:cNvSpPr>
                <a:spLocks/>
              </p:cNvSpPr>
              <p:nvPr/>
            </p:nvSpPr>
            <p:spPr bwMode="auto">
              <a:xfrm>
                <a:off x="4123485" y="2765734"/>
                <a:ext cx="3613" cy="4005"/>
              </a:xfrm>
              <a:custGeom>
                <a:avLst/>
                <a:gdLst>
                  <a:gd name="T0" fmla="*/ 0 w 2"/>
                  <a:gd name="T1" fmla="*/ 2 h 2"/>
                  <a:gd name="T2" fmla="*/ 0 w 2"/>
                  <a:gd name="T3" fmla="*/ 2 h 2"/>
                  <a:gd name="T4" fmla="*/ 0 w 2"/>
                  <a:gd name="T5" fmla="*/ 0 h 2"/>
                  <a:gd name="T6" fmla="*/ 2 w 2"/>
                  <a:gd name="T7" fmla="*/ 0 h 2"/>
                  <a:gd name="T8" fmla="*/ 2 w 2"/>
                  <a:gd name="T9" fmla="*/ 0 h 2"/>
                  <a:gd name="T10" fmla="*/ 2 w 2"/>
                  <a:gd name="T11" fmla="*/ 0 h 2"/>
                  <a:gd name="T12" fmla="*/ 0 w 2"/>
                  <a:gd name="T13" fmla="*/ 2 h 2"/>
                  <a:gd name="T14" fmla="*/ 0 w 2"/>
                  <a:gd name="T15" fmla="*/ 2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0" y="2"/>
                    </a:moveTo>
                    <a:lnTo>
                      <a:pt x="0" y="2"/>
                    </a:lnTo>
                    <a:lnTo>
                      <a:pt x="0" y="0"/>
                    </a:lnTo>
                    <a:lnTo>
                      <a:pt x="2" y="0"/>
                    </a:lnTo>
                    <a:lnTo>
                      <a:pt x="2" y="0"/>
                    </a:lnTo>
                    <a:lnTo>
                      <a:pt x="2" y="0"/>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4" name="Freeform 233">
                <a:extLst>
                  <a:ext uri="{FF2B5EF4-FFF2-40B4-BE49-F238E27FC236}">
                    <a16:creationId xmlns:a16="http://schemas.microsoft.com/office/drawing/2014/main" id="{42C14173-E080-7A4E-BC92-9B135A783610}"/>
                  </a:ext>
                </a:extLst>
              </p:cNvPr>
              <p:cNvSpPr>
                <a:spLocks/>
              </p:cNvSpPr>
              <p:nvPr/>
            </p:nvSpPr>
            <p:spPr bwMode="auto">
              <a:xfrm>
                <a:off x="3689996" y="1884699"/>
                <a:ext cx="3613" cy="4005"/>
              </a:xfrm>
              <a:custGeom>
                <a:avLst/>
                <a:gdLst>
                  <a:gd name="T0" fmla="*/ 0 w 2"/>
                  <a:gd name="T1" fmla="*/ 0 h 2"/>
                  <a:gd name="T2" fmla="*/ 0 w 2"/>
                  <a:gd name="T3" fmla="*/ 2 h 2"/>
                  <a:gd name="T4" fmla="*/ 0 w 2"/>
                  <a:gd name="T5" fmla="*/ 2 h 2"/>
                  <a:gd name="T6" fmla="*/ 2 w 2"/>
                  <a:gd name="T7" fmla="*/ 0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0" y="2"/>
                    </a:lnTo>
                    <a:lnTo>
                      <a:pt x="0"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5" name="Freeform 234">
                <a:extLst>
                  <a:ext uri="{FF2B5EF4-FFF2-40B4-BE49-F238E27FC236}">
                    <a16:creationId xmlns:a16="http://schemas.microsoft.com/office/drawing/2014/main" id="{F8C3340F-B13E-C547-884B-DDBB4A0539C2}"/>
                  </a:ext>
                </a:extLst>
              </p:cNvPr>
              <p:cNvSpPr>
                <a:spLocks/>
              </p:cNvSpPr>
              <p:nvPr/>
            </p:nvSpPr>
            <p:spPr bwMode="auto">
              <a:xfrm>
                <a:off x="2499707" y="2389291"/>
                <a:ext cx="1806" cy="2002"/>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6" name="Rectangle 235">
                <a:extLst>
                  <a:ext uri="{FF2B5EF4-FFF2-40B4-BE49-F238E27FC236}">
                    <a16:creationId xmlns:a16="http://schemas.microsoft.com/office/drawing/2014/main" id="{0780FA5B-D333-1B41-AC36-ADCECBB5EFBF}"/>
                  </a:ext>
                </a:extLst>
              </p:cNvPr>
              <p:cNvSpPr>
                <a:spLocks noChangeArrowheads="1"/>
              </p:cNvSpPr>
              <p:nvPr/>
            </p:nvSpPr>
            <p:spPr bwMode="auto">
              <a:xfrm>
                <a:off x="2499707" y="2389291"/>
                <a:ext cx="1806" cy="4005"/>
              </a:xfrm>
              <a:prstGeom prst="rect">
                <a:avLst/>
              </a:prstGeom>
              <a:grpFill/>
              <a:ln w="3175">
                <a:no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7" name="Freeform 236">
                <a:extLst>
                  <a:ext uri="{FF2B5EF4-FFF2-40B4-BE49-F238E27FC236}">
                    <a16:creationId xmlns:a16="http://schemas.microsoft.com/office/drawing/2014/main" id="{209CAA32-7E19-904F-9E48-7988A6313090}"/>
                  </a:ext>
                </a:extLst>
              </p:cNvPr>
              <p:cNvSpPr>
                <a:spLocks/>
              </p:cNvSpPr>
              <p:nvPr/>
            </p:nvSpPr>
            <p:spPr bwMode="auto">
              <a:xfrm>
                <a:off x="3549112" y="1396125"/>
                <a:ext cx="1806" cy="4005"/>
              </a:xfrm>
              <a:custGeom>
                <a:avLst/>
                <a:gdLst>
                  <a:gd name="T0" fmla="*/ 0 h 2"/>
                  <a:gd name="T1" fmla="*/ 0 h 2"/>
                  <a:gd name="T2" fmla="*/ 0 h 2"/>
                  <a:gd name="T3" fmla="*/ 2 h 2"/>
                  <a:gd name="T4" fmla="*/ 2 h 2"/>
                  <a:gd name="T5" fmla="*/ 0 h 2"/>
                  <a:gd name="T6" fmla="*/ 0 h 2"/>
                  <a:gd name="T7" fmla="*/ 0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0"/>
                    </a:moveTo>
                    <a:lnTo>
                      <a:pt x="0" y="0"/>
                    </a:lnTo>
                    <a:lnTo>
                      <a:pt x="0" y="0"/>
                    </a:lnTo>
                    <a:lnTo>
                      <a:pt x="0" y="2"/>
                    </a:lnTo>
                    <a:lnTo>
                      <a:pt x="0" y="2"/>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748" name="Group 747">
                <a:extLst>
                  <a:ext uri="{FF2B5EF4-FFF2-40B4-BE49-F238E27FC236}">
                    <a16:creationId xmlns:a16="http://schemas.microsoft.com/office/drawing/2014/main" id="{A689E0BD-A0C7-2248-8663-087B2BAA1ADE}"/>
                  </a:ext>
                </a:extLst>
              </p:cNvPr>
              <p:cNvGrpSpPr/>
              <p:nvPr/>
            </p:nvGrpSpPr>
            <p:grpSpPr>
              <a:xfrm>
                <a:off x="1497263" y="1328044"/>
                <a:ext cx="3057906" cy="2198583"/>
                <a:chOff x="1497263" y="1328044"/>
                <a:chExt cx="3057906" cy="2198583"/>
              </a:xfrm>
              <a:grpFill/>
            </p:grpSpPr>
            <p:sp>
              <p:nvSpPr>
                <p:cNvPr id="749" name="Freeform 237">
                  <a:extLst>
                    <a:ext uri="{FF2B5EF4-FFF2-40B4-BE49-F238E27FC236}">
                      <a16:creationId xmlns:a16="http://schemas.microsoft.com/office/drawing/2014/main" id="{93225F5A-EC5C-ED47-A39C-E3EFDEA34CD2}"/>
                    </a:ext>
                  </a:extLst>
                </p:cNvPr>
                <p:cNvSpPr>
                  <a:spLocks noEditPoints="1"/>
                </p:cNvSpPr>
                <p:nvPr/>
              </p:nvSpPr>
              <p:spPr bwMode="auto">
                <a:xfrm>
                  <a:off x="2190846" y="1328044"/>
                  <a:ext cx="2364323" cy="1585862"/>
                </a:xfrm>
                <a:custGeom>
                  <a:avLst/>
                  <a:gdLst>
                    <a:gd name="T0" fmla="*/ 860 w 1208"/>
                    <a:gd name="T1" fmla="*/ 106 h 792"/>
                    <a:gd name="T2" fmla="*/ 540 w 1208"/>
                    <a:gd name="T3" fmla="*/ 46 h 792"/>
                    <a:gd name="T4" fmla="*/ 528 w 1208"/>
                    <a:gd name="T5" fmla="*/ 30 h 792"/>
                    <a:gd name="T6" fmla="*/ 668 w 1208"/>
                    <a:gd name="T7" fmla="*/ 36 h 792"/>
                    <a:gd name="T8" fmla="*/ 744 w 1208"/>
                    <a:gd name="T9" fmla="*/ 42 h 792"/>
                    <a:gd name="T10" fmla="*/ 716 w 1208"/>
                    <a:gd name="T11" fmla="*/ 74 h 792"/>
                    <a:gd name="T12" fmla="*/ 406 w 1208"/>
                    <a:gd name="T13" fmla="*/ 56 h 792"/>
                    <a:gd name="T14" fmla="*/ 456 w 1208"/>
                    <a:gd name="T15" fmla="*/ 22 h 792"/>
                    <a:gd name="T16" fmla="*/ 762 w 1208"/>
                    <a:gd name="T17" fmla="*/ 308 h 792"/>
                    <a:gd name="T18" fmla="*/ 1078 w 1208"/>
                    <a:gd name="T19" fmla="*/ 276 h 792"/>
                    <a:gd name="T20" fmla="*/ 1016 w 1208"/>
                    <a:gd name="T21" fmla="*/ 288 h 792"/>
                    <a:gd name="T22" fmla="*/ 1024 w 1208"/>
                    <a:gd name="T23" fmla="*/ 332 h 792"/>
                    <a:gd name="T24" fmla="*/ 962 w 1208"/>
                    <a:gd name="T25" fmla="*/ 374 h 792"/>
                    <a:gd name="T26" fmla="*/ 862 w 1208"/>
                    <a:gd name="T27" fmla="*/ 348 h 792"/>
                    <a:gd name="T28" fmla="*/ 920 w 1208"/>
                    <a:gd name="T29" fmla="*/ 226 h 792"/>
                    <a:gd name="T30" fmla="*/ 842 w 1208"/>
                    <a:gd name="T31" fmla="*/ 172 h 792"/>
                    <a:gd name="T32" fmla="*/ 742 w 1208"/>
                    <a:gd name="T33" fmla="*/ 172 h 792"/>
                    <a:gd name="T34" fmla="*/ 762 w 1208"/>
                    <a:gd name="T35" fmla="*/ 154 h 792"/>
                    <a:gd name="T36" fmla="*/ 818 w 1208"/>
                    <a:gd name="T37" fmla="*/ 136 h 792"/>
                    <a:gd name="T38" fmla="*/ 906 w 1208"/>
                    <a:gd name="T39" fmla="*/ 146 h 792"/>
                    <a:gd name="T40" fmla="*/ 982 w 1208"/>
                    <a:gd name="T41" fmla="*/ 170 h 792"/>
                    <a:gd name="T42" fmla="*/ 1008 w 1208"/>
                    <a:gd name="T43" fmla="*/ 238 h 792"/>
                    <a:gd name="T44" fmla="*/ 1078 w 1208"/>
                    <a:gd name="T45" fmla="*/ 256 h 792"/>
                    <a:gd name="T46" fmla="*/ 1030 w 1208"/>
                    <a:gd name="T47" fmla="*/ 722 h 792"/>
                    <a:gd name="T48" fmla="*/ 904 w 1208"/>
                    <a:gd name="T49" fmla="*/ 732 h 792"/>
                    <a:gd name="T50" fmla="*/ 822 w 1208"/>
                    <a:gd name="T51" fmla="*/ 750 h 792"/>
                    <a:gd name="T52" fmla="*/ 702 w 1208"/>
                    <a:gd name="T53" fmla="*/ 666 h 792"/>
                    <a:gd name="T54" fmla="*/ 198 w 1208"/>
                    <a:gd name="T55" fmla="*/ 626 h 792"/>
                    <a:gd name="T56" fmla="*/ 182 w 1208"/>
                    <a:gd name="T57" fmla="*/ 592 h 792"/>
                    <a:gd name="T58" fmla="*/ 132 w 1208"/>
                    <a:gd name="T59" fmla="*/ 478 h 792"/>
                    <a:gd name="T60" fmla="*/ 82 w 1208"/>
                    <a:gd name="T61" fmla="*/ 206 h 792"/>
                    <a:gd name="T62" fmla="*/ 148 w 1208"/>
                    <a:gd name="T63" fmla="*/ 200 h 792"/>
                    <a:gd name="T64" fmla="*/ 344 w 1208"/>
                    <a:gd name="T65" fmla="*/ 220 h 792"/>
                    <a:gd name="T66" fmla="*/ 468 w 1208"/>
                    <a:gd name="T67" fmla="*/ 232 h 792"/>
                    <a:gd name="T68" fmla="*/ 532 w 1208"/>
                    <a:gd name="T69" fmla="*/ 250 h 792"/>
                    <a:gd name="T70" fmla="*/ 634 w 1208"/>
                    <a:gd name="T71" fmla="*/ 232 h 792"/>
                    <a:gd name="T72" fmla="*/ 622 w 1208"/>
                    <a:gd name="T73" fmla="*/ 154 h 792"/>
                    <a:gd name="T74" fmla="*/ 634 w 1208"/>
                    <a:gd name="T75" fmla="*/ 138 h 792"/>
                    <a:gd name="T76" fmla="*/ 716 w 1208"/>
                    <a:gd name="T77" fmla="*/ 204 h 792"/>
                    <a:gd name="T78" fmla="*/ 810 w 1208"/>
                    <a:gd name="T79" fmla="*/ 206 h 792"/>
                    <a:gd name="T80" fmla="*/ 738 w 1208"/>
                    <a:gd name="T81" fmla="*/ 302 h 792"/>
                    <a:gd name="T82" fmla="*/ 666 w 1208"/>
                    <a:gd name="T83" fmla="*/ 374 h 792"/>
                    <a:gd name="T84" fmla="*/ 748 w 1208"/>
                    <a:gd name="T85" fmla="*/ 518 h 792"/>
                    <a:gd name="T86" fmla="*/ 858 w 1208"/>
                    <a:gd name="T87" fmla="*/ 524 h 792"/>
                    <a:gd name="T88" fmla="*/ 870 w 1208"/>
                    <a:gd name="T89" fmla="*/ 372 h 792"/>
                    <a:gd name="T90" fmla="*/ 1004 w 1208"/>
                    <a:gd name="T91" fmla="*/ 458 h 792"/>
                    <a:gd name="T92" fmla="*/ 1076 w 1208"/>
                    <a:gd name="T93" fmla="*/ 496 h 792"/>
                    <a:gd name="T94" fmla="*/ 1098 w 1208"/>
                    <a:gd name="T95" fmla="*/ 570 h 792"/>
                    <a:gd name="T96" fmla="*/ 1072 w 1208"/>
                    <a:gd name="T97" fmla="*/ 632 h 792"/>
                    <a:gd name="T98" fmla="*/ 998 w 1208"/>
                    <a:gd name="T99" fmla="*/ 656 h 792"/>
                    <a:gd name="T100" fmla="*/ 1052 w 1208"/>
                    <a:gd name="T101" fmla="*/ 724 h 792"/>
                    <a:gd name="T102" fmla="*/ 1160 w 1208"/>
                    <a:gd name="T103" fmla="*/ 646 h 792"/>
                    <a:gd name="T104" fmla="*/ 1112 w 1208"/>
                    <a:gd name="T105" fmla="*/ 656 h 792"/>
                    <a:gd name="T106" fmla="*/ 1204 w 1208"/>
                    <a:gd name="T107" fmla="*/ 688 h 792"/>
                    <a:gd name="T108" fmla="*/ 122 w 1208"/>
                    <a:gd name="T109" fmla="*/ 556 h 792"/>
                    <a:gd name="T110" fmla="*/ 440 w 1208"/>
                    <a:gd name="T111" fmla="*/ 108 h 792"/>
                    <a:gd name="T112" fmla="*/ 318 w 1208"/>
                    <a:gd name="T113" fmla="*/ 148 h 792"/>
                    <a:gd name="T114" fmla="*/ 352 w 1208"/>
                    <a:gd name="T115" fmla="*/ 184 h 792"/>
                    <a:gd name="T116" fmla="*/ 518 w 1208"/>
                    <a:gd name="T117" fmla="*/ 216 h 792"/>
                    <a:gd name="T118" fmla="*/ 590 w 1208"/>
                    <a:gd name="T119" fmla="*/ 86 h 792"/>
                    <a:gd name="T120" fmla="*/ 578 w 1208"/>
                    <a:gd name="T121" fmla="*/ 156 h 792"/>
                    <a:gd name="T122" fmla="*/ 136 w 1208"/>
                    <a:gd name="T123" fmla="*/ 576 h 792"/>
                    <a:gd name="T124" fmla="*/ 308 w 1208"/>
                    <a:gd name="T125" fmla="*/ 118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08" h="792">
                      <a:moveTo>
                        <a:pt x="790" y="726"/>
                      </a:moveTo>
                      <a:lnTo>
                        <a:pt x="790" y="726"/>
                      </a:lnTo>
                      <a:lnTo>
                        <a:pt x="784" y="722"/>
                      </a:lnTo>
                      <a:lnTo>
                        <a:pt x="784" y="722"/>
                      </a:lnTo>
                      <a:lnTo>
                        <a:pt x="786" y="720"/>
                      </a:lnTo>
                      <a:lnTo>
                        <a:pt x="786" y="720"/>
                      </a:lnTo>
                      <a:lnTo>
                        <a:pt x="792" y="722"/>
                      </a:lnTo>
                      <a:lnTo>
                        <a:pt x="798" y="724"/>
                      </a:lnTo>
                      <a:lnTo>
                        <a:pt x="798" y="724"/>
                      </a:lnTo>
                      <a:lnTo>
                        <a:pt x="800" y="726"/>
                      </a:lnTo>
                      <a:lnTo>
                        <a:pt x="802" y="726"/>
                      </a:lnTo>
                      <a:lnTo>
                        <a:pt x="800" y="726"/>
                      </a:lnTo>
                      <a:lnTo>
                        <a:pt x="800" y="726"/>
                      </a:lnTo>
                      <a:lnTo>
                        <a:pt x="790" y="726"/>
                      </a:lnTo>
                      <a:lnTo>
                        <a:pt x="790" y="726"/>
                      </a:lnTo>
                      <a:close/>
                      <a:moveTo>
                        <a:pt x="840" y="190"/>
                      </a:moveTo>
                      <a:lnTo>
                        <a:pt x="840" y="190"/>
                      </a:lnTo>
                      <a:lnTo>
                        <a:pt x="838" y="192"/>
                      </a:lnTo>
                      <a:lnTo>
                        <a:pt x="834" y="194"/>
                      </a:lnTo>
                      <a:lnTo>
                        <a:pt x="834" y="194"/>
                      </a:lnTo>
                      <a:lnTo>
                        <a:pt x="824" y="194"/>
                      </a:lnTo>
                      <a:lnTo>
                        <a:pt x="824" y="194"/>
                      </a:lnTo>
                      <a:lnTo>
                        <a:pt x="824" y="196"/>
                      </a:lnTo>
                      <a:lnTo>
                        <a:pt x="826" y="196"/>
                      </a:lnTo>
                      <a:lnTo>
                        <a:pt x="826" y="196"/>
                      </a:lnTo>
                      <a:lnTo>
                        <a:pt x="826" y="198"/>
                      </a:lnTo>
                      <a:lnTo>
                        <a:pt x="826" y="198"/>
                      </a:lnTo>
                      <a:lnTo>
                        <a:pt x="826" y="198"/>
                      </a:lnTo>
                      <a:lnTo>
                        <a:pt x="826" y="198"/>
                      </a:lnTo>
                      <a:lnTo>
                        <a:pt x="826" y="198"/>
                      </a:lnTo>
                      <a:lnTo>
                        <a:pt x="828" y="200"/>
                      </a:lnTo>
                      <a:lnTo>
                        <a:pt x="828" y="200"/>
                      </a:lnTo>
                      <a:lnTo>
                        <a:pt x="830" y="198"/>
                      </a:lnTo>
                      <a:lnTo>
                        <a:pt x="830" y="198"/>
                      </a:lnTo>
                      <a:lnTo>
                        <a:pt x="832" y="202"/>
                      </a:lnTo>
                      <a:lnTo>
                        <a:pt x="834" y="202"/>
                      </a:lnTo>
                      <a:lnTo>
                        <a:pt x="834" y="202"/>
                      </a:lnTo>
                      <a:lnTo>
                        <a:pt x="842" y="194"/>
                      </a:lnTo>
                      <a:lnTo>
                        <a:pt x="846" y="190"/>
                      </a:lnTo>
                      <a:lnTo>
                        <a:pt x="844" y="190"/>
                      </a:lnTo>
                      <a:lnTo>
                        <a:pt x="840" y="190"/>
                      </a:lnTo>
                      <a:lnTo>
                        <a:pt x="840" y="190"/>
                      </a:lnTo>
                      <a:close/>
                      <a:moveTo>
                        <a:pt x="868" y="100"/>
                      </a:moveTo>
                      <a:lnTo>
                        <a:pt x="866" y="100"/>
                      </a:lnTo>
                      <a:lnTo>
                        <a:pt x="866" y="100"/>
                      </a:lnTo>
                      <a:lnTo>
                        <a:pt x="862" y="88"/>
                      </a:lnTo>
                      <a:lnTo>
                        <a:pt x="862" y="88"/>
                      </a:lnTo>
                      <a:lnTo>
                        <a:pt x="860" y="84"/>
                      </a:lnTo>
                      <a:lnTo>
                        <a:pt x="860" y="84"/>
                      </a:lnTo>
                      <a:lnTo>
                        <a:pt x="856" y="84"/>
                      </a:lnTo>
                      <a:lnTo>
                        <a:pt x="856" y="84"/>
                      </a:lnTo>
                      <a:lnTo>
                        <a:pt x="854" y="84"/>
                      </a:lnTo>
                      <a:lnTo>
                        <a:pt x="852" y="82"/>
                      </a:lnTo>
                      <a:lnTo>
                        <a:pt x="852" y="82"/>
                      </a:lnTo>
                      <a:lnTo>
                        <a:pt x="846" y="84"/>
                      </a:lnTo>
                      <a:lnTo>
                        <a:pt x="840" y="86"/>
                      </a:lnTo>
                      <a:lnTo>
                        <a:pt x="840" y="86"/>
                      </a:lnTo>
                      <a:lnTo>
                        <a:pt x="840" y="86"/>
                      </a:lnTo>
                      <a:lnTo>
                        <a:pt x="836" y="86"/>
                      </a:lnTo>
                      <a:lnTo>
                        <a:pt x="834" y="86"/>
                      </a:lnTo>
                      <a:lnTo>
                        <a:pt x="830" y="82"/>
                      </a:lnTo>
                      <a:lnTo>
                        <a:pt x="830" y="82"/>
                      </a:lnTo>
                      <a:lnTo>
                        <a:pt x="826" y="84"/>
                      </a:lnTo>
                      <a:lnTo>
                        <a:pt x="822" y="86"/>
                      </a:lnTo>
                      <a:lnTo>
                        <a:pt x="822" y="86"/>
                      </a:lnTo>
                      <a:lnTo>
                        <a:pt x="818" y="86"/>
                      </a:lnTo>
                      <a:lnTo>
                        <a:pt x="818" y="86"/>
                      </a:lnTo>
                      <a:lnTo>
                        <a:pt x="814" y="90"/>
                      </a:lnTo>
                      <a:lnTo>
                        <a:pt x="812" y="96"/>
                      </a:lnTo>
                      <a:lnTo>
                        <a:pt x="808" y="108"/>
                      </a:lnTo>
                      <a:lnTo>
                        <a:pt x="808" y="108"/>
                      </a:lnTo>
                      <a:lnTo>
                        <a:pt x="808" y="106"/>
                      </a:lnTo>
                      <a:lnTo>
                        <a:pt x="808" y="110"/>
                      </a:lnTo>
                      <a:lnTo>
                        <a:pt x="810" y="114"/>
                      </a:lnTo>
                      <a:lnTo>
                        <a:pt x="814" y="118"/>
                      </a:lnTo>
                      <a:lnTo>
                        <a:pt x="814" y="118"/>
                      </a:lnTo>
                      <a:lnTo>
                        <a:pt x="818" y="118"/>
                      </a:lnTo>
                      <a:lnTo>
                        <a:pt x="820" y="116"/>
                      </a:lnTo>
                      <a:lnTo>
                        <a:pt x="824" y="114"/>
                      </a:lnTo>
                      <a:lnTo>
                        <a:pt x="824" y="114"/>
                      </a:lnTo>
                      <a:lnTo>
                        <a:pt x="830" y="116"/>
                      </a:lnTo>
                      <a:lnTo>
                        <a:pt x="838" y="116"/>
                      </a:lnTo>
                      <a:lnTo>
                        <a:pt x="838" y="116"/>
                      </a:lnTo>
                      <a:lnTo>
                        <a:pt x="842" y="116"/>
                      </a:lnTo>
                      <a:lnTo>
                        <a:pt x="844" y="112"/>
                      </a:lnTo>
                      <a:lnTo>
                        <a:pt x="850" y="108"/>
                      </a:lnTo>
                      <a:lnTo>
                        <a:pt x="850" y="108"/>
                      </a:lnTo>
                      <a:lnTo>
                        <a:pt x="852" y="108"/>
                      </a:lnTo>
                      <a:lnTo>
                        <a:pt x="856" y="108"/>
                      </a:lnTo>
                      <a:lnTo>
                        <a:pt x="856" y="108"/>
                      </a:lnTo>
                      <a:lnTo>
                        <a:pt x="858" y="106"/>
                      </a:lnTo>
                      <a:lnTo>
                        <a:pt x="858" y="106"/>
                      </a:lnTo>
                      <a:lnTo>
                        <a:pt x="860" y="106"/>
                      </a:lnTo>
                      <a:lnTo>
                        <a:pt x="864" y="106"/>
                      </a:lnTo>
                      <a:lnTo>
                        <a:pt x="864" y="106"/>
                      </a:lnTo>
                      <a:lnTo>
                        <a:pt x="868" y="104"/>
                      </a:lnTo>
                      <a:lnTo>
                        <a:pt x="868" y="104"/>
                      </a:lnTo>
                      <a:lnTo>
                        <a:pt x="868" y="100"/>
                      </a:lnTo>
                      <a:lnTo>
                        <a:pt x="868" y="100"/>
                      </a:lnTo>
                      <a:close/>
                      <a:moveTo>
                        <a:pt x="570" y="12"/>
                      </a:moveTo>
                      <a:lnTo>
                        <a:pt x="570" y="12"/>
                      </a:lnTo>
                      <a:lnTo>
                        <a:pt x="572" y="14"/>
                      </a:lnTo>
                      <a:lnTo>
                        <a:pt x="572" y="14"/>
                      </a:lnTo>
                      <a:lnTo>
                        <a:pt x="572" y="14"/>
                      </a:lnTo>
                      <a:lnTo>
                        <a:pt x="572" y="16"/>
                      </a:lnTo>
                      <a:lnTo>
                        <a:pt x="570" y="16"/>
                      </a:lnTo>
                      <a:lnTo>
                        <a:pt x="564" y="16"/>
                      </a:lnTo>
                      <a:lnTo>
                        <a:pt x="564" y="16"/>
                      </a:lnTo>
                      <a:lnTo>
                        <a:pt x="564" y="14"/>
                      </a:lnTo>
                      <a:lnTo>
                        <a:pt x="564" y="14"/>
                      </a:lnTo>
                      <a:lnTo>
                        <a:pt x="566" y="12"/>
                      </a:lnTo>
                      <a:lnTo>
                        <a:pt x="566" y="12"/>
                      </a:lnTo>
                      <a:lnTo>
                        <a:pt x="560" y="4"/>
                      </a:lnTo>
                      <a:lnTo>
                        <a:pt x="560" y="6"/>
                      </a:lnTo>
                      <a:lnTo>
                        <a:pt x="560" y="6"/>
                      </a:lnTo>
                      <a:lnTo>
                        <a:pt x="554" y="6"/>
                      </a:lnTo>
                      <a:lnTo>
                        <a:pt x="554" y="6"/>
                      </a:lnTo>
                      <a:lnTo>
                        <a:pt x="554" y="8"/>
                      </a:lnTo>
                      <a:lnTo>
                        <a:pt x="552" y="8"/>
                      </a:lnTo>
                      <a:lnTo>
                        <a:pt x="554" y="12"/>
                      </a:lnTo>
                      <a:lnTo>
                        <a:pt x="554" y="12"/>
                      </a:lnTo>
                      <a:lnTo>
                        <a:pt x="562" y="14"/>
                      </a:lnTo>
                      <a:lnTo>
                        <a:pt x="562" y="14"/>
                      </a:lnTo>
                      <a:lnTo>
                        <a:pt x="562" y="14"/>
                      </a:lnTo>
                      <a:lnTo>
                        <a:pt x="562" y="16"/>
                      </a:lnTo>
                      <a:lnTo>
                        <a:pt x="562" y="16"/>
                      </a:lnTo>
                      <a:lnTo>
                        <a:pt x="552" y="16"/>
                      </a:lnTo>
                      <a:lnTo>
                        <a:pt x="552" y="16"/>
                      </a:lnTo>
                      <a:lnTo>
                        <a:pt x="552" y="20"/>
                      </a:lnTo>
                      <a:lnTo>
                        <a:pt x="552" y="20"/>
                      </a:lnTo>
                      <a:lnTo>
                        <a:pt x="554" y="22"/>
                      </a:lnTo>
                      <a:lnTo>
                        <a:pt x="558" y="24"/>
                      </a:lnTo>
                      <a:lnTo>
                        <a:pt x="558" y="24"/>
                      </a:lnTo>
                      <a:lnTo>
                        <a:pt x="558" y="32"/>
                      </a:lnTo>
                      <a:lnTo>
                        <a:pt x="558" y="32"/>
                      </a:lnTo>
                      <a:lnTo>
                        <a:pt x="560" y="32"/>
                      </a:lnTo>
                      <a:lnTo>
                        <a:pt x="560" y="34"/>
                      </a:lnTo>
                      <a:lnTo>
                        <a:pt x="558" y="38"/>
                      </a:lnTo>
                      <a:lnTo>
                        <a:pt x="558" y="38"/>
                      </a:lnTo>
                      <a:lnTo>
                        <a:pt x="554" y="36"/>
                      </a:lnTo>
                      <a:lnTo>
                        <a:pt x="554" y="36"/>
                      </a:lnTo>
                      <a:lnTo>
                        <a:pt x="554" y="34"/>
                      </a:lnTo>
                      <a:lnTo>
                        <a:pt x="554" y="30"/>
                      </a:lnTo>
                      <a:lnTo>
                        <a:pt x="554" y="30"/>
                      </a:lnTo>
                      <a:lnTo>
                        <a:pt x="544" y="22"/>
                      </a:lnTo>
                      <a:lnTo>
                        <a:pt x="544" y="22"/>
                      </a:lnTo>
                      <a:lnTo>
                        <a:pt x="542" y="16"/>
                      </a:lnTo>
                      <a:lnTo>
                        <a:pt x="542" y="16"/>
                      </a:lnTo>
                      <a:lnTo>
                        <a:pt x="538" y="14"/>
                      </a:lnTo>
                      <a:lnTo>
                        <a:pt x="536" y="14"/>
                      </a:lnTo>
                      <a:lnTo>
                        <a:pt x="534" y="16"/>
                      </a:lnTo>
                      <a:lnTo>
                        <a:pt x="534" y="16"/>
                      </a:lnTo>
                      <a:lnTo>
                        <a:pt x="534" y="16"/>
                      </a:lnTo>
                      <a:lnTo>
                        <a:pt x="534" y="18"/>
                      </a:lnTo>
                      <a:lnTo>
                        <a:pt x="532" y="20"/>
                      </a:lnTo>
                      <a:lnTo>
                        <a:pt x="532" y="20"/>
                      </a:lnTo>
                      <a:lnTo>
                        <a:pt x="536" y="20"/>
                      </a:lnTo>
                      <a:lnTo>
                        <a:pt x="536" y="20"/>
                      </a:lnTo>
                      <a:lnTo>
                        <a:pt x="536" y="26"/>
                      </a:lnTo>
                      <a:lnTo>
                        <a:pt x="538" y="32"/>
                      </a:lnTo>
                      <a:lnTo>
                        <a:pt x="538" y="32"/>
                      </a:lnTo>
                      <a:lnTo>
                        <a:pt x="540" y="32"/>
                      </a:lnTo>
                      <a:lnTo>
                        <a:pt x="540" y="32"/>
                      </a:lnTo>
                      <a:lnTo>
                        <a:pt x="542" y="38"/>
                      </a:lnTo>
                      <a:lnTo>
                        <a:pt x="542" y="38"/>
                      </a:lnTo>
                      <a:lnTo>
                        <a:pt x="540" y="40"/>
                      </a:lnTo>
                      <a:lnTo>
                        <a:pt x="538" y="40"/>
                      </a:lnTo>
                      <a:lnTo>
                        <a:pt x="538" y="40"/>
                      </a:lnTo>
                      <a:lnTo>
                        <a:pt x="538" y="38"/>
                      </a:lnTo>
                      <a:lnTo>
                        <a:pt x="538" y="38"/>
                      </a:lnTo>
                      <a:lnTo>
                        <a:pt x="526" y="40"/>
                      </a:lnTo>
                      <a:lnTo>
                        <a:pt x="526" y="40"/>
                      </a:lnTo>
                      <a:lnTo>
                        <a:pt x="528" y="40"/>
                      </a:lnTo>
                      <a:lnTo>
                        <a:pt x="530" y="42"/>
                      </a:lnTo>
                      <a:lnTo>
                        <a:pt x="528" y="44"/>
                      </a:lnTo>
                      <a:lnTo>
                        <a:pt x="528" y="44"/>
                      </a:lnTo>
                      <a:lnTo>
                        <a:pt x="524" y="44"/>
                      </a:lnTo>
                      <a:lnTo>
                        <a:pt x="524" y="44"/>
                      </a:lnTo>
                      <a:lnTo>
                        <a:pt x="524" y="50"/>
                      </a:lnTo>
                      <a:lnTo>
                        <a:pt x="524" y="50"/>
                      </a:lnTo>
                      <a:lnTo>
                        <a:pt x="526" y="52"/>
                      </a:lnTo>
                      <a:lnTo>
                        <a:pt x="530" y="52"/>
                      </a:lnTo>
                      <a:lnTo>
                        <a:pt x="530" y="52"/>
                      </a:lnTo>
                      <a:lnTo>
                        <a:pt x="536" y="50"/>
                      </a:lnTo>
                      <a:lnTo>
                        <a:pt x="540" y="46"/>
                      </a:lnTo>
                      <a:lnTo>
                        <a:pt x="540" y="46"/>
                      </a:lnTo>
                      <a:lnTo>
                        <a:pt x="546" y="46"/>
                      </a:lnTo>
                      <a:lnTo>
                        <a:pt x="554" y="46"/>
                      </a:lnTo>
                      <a:lnTo>
                        <a:pt x="554" y="46"/>
                      </a:lnTo>
                      <a:lnTo>
                        <a:pt x="560" y="42"/>
                      </a:lnTo>
                      <a:lnTo>
                        <a:pt x="560" y="42"/>
                      </a:lnTo>
                      <a:lnTo>
                        <a:pt x="560" y="46"/>
                      </a:lnTo>
                      <a:lnTo>
                        <a:pt x="558" y="46"/>
                      </a:lnTo>
                      <a:lnTo>
                        <a:pt x="558" y="46"/>
                      </a:lnTo>
                      <a:lnTo>
                        <a:pt x="556" y="48"/>
                      </a:lnTo>
                      <a:lnTo>
                        <a:pt x="556" y="48"/>
                      </a:lnTo>
                      <a:lnTo>
                        <a:pt x="550" y="52"/>
                      </a:lnTo>
                      <a:lnTo>
                        <a:pt x="550" y="52"/>
                      </a:lnTo>
                      <a:lnTo>
                        <a:pt x="550" y="58"/>
                      </a:lnTo>
                      <a:lnTo>
                        <a:pt x="554" y="60"/>
                      </a:lnTo>
                      <a:lnTo>
                        <a:pt x="558" y="60"/>
                      </a:lnTo>
                      <a:lnTo>
                        <a:pt x="564" y="60"/>
                      </a:lnTo>
                      <a:lnTo>
                        <a:pt x="564" y="60"/>
                      </a:lnTo>
                      <a:lnTo>
                        <a:pt x="572" y="62"/>
                      </a:lnTo>
                      <a:lnTo>
                        <a:pt x="572" y="62"/>
                      </a:lnTo>
                      <a:lnTo>
                        <a:pt x="582" y="60"/>
                      </a:lnTo>
                      <a:lnTo>
                        <a:pt x="594" y="60"/>
                      </a:lnTo>
                      <a:lnTo>
                        <a:pt x="594" y="60"/>
                      </a:lnTo>
                      <a:lnTo>
                        <a:pt x="596" y="58"/>
                      </a:lnTo>
                      <a:lnTo>
                        <a:pt x="596" y="58"/>
                      </a:lnTo>
                      <a:lnTo>
                        <a:pt x="594" y="54"/>
                      </a:lnTo>
                      <a:lnTo>
                        <a:pt x="594" y="54"/>
                      </a:lnTo>
                      <a:lnTo>
                        <a:pt x="594" y="54"/>
                      </a:lnTo>
                      <a:lnTo>
                        <a:pt x="596" y="54"/>
                      </a:lnTo>
                      <a:lnTo>
                        <a:pt x="596" y="54"/>
                      </a:lnTo>
                      <a:lnTo>
                        <a:pt x="598" y="52"/>
                      </a:lnTo>
                      <a:lnTo>
                        <a:pt x="596" y="50"/>
                      </a:lnTo>
                      <a:lnTo>
                        <a:pt x="596" y="50"/>
                      </a:lnTo>
                      <a:lnTo>
                        <a:pt x="594" y="48"/>
                      </a:lnTo>
                      <a:lnTo>
                        <a:pt x="592" y="48"/>
                      </a:lnTo>
                      <a:lnTo>
                        <a:pt x="592" y="48"/>
                      </a:lnTo>
                      <a:lnTo>
                        <a:pt x="592" y="42"/>
                      </a:lnTo>
                      <a:lnTo>
                        <a:pt x="592" y="42"/>
                      </a:lnTo>
                      <a:lnTo>
                        <a:pt x="594" y="42"/>
                      </a:lnTo>
                      <a:lnTo>
                        <a:pt x="594" y="42"/>
                      </a:lnTo>
                      <a:lnTo>
                        <a:pt x="594" y="38"/>
                      </a:lnTo>
                      <a:lnTo>
                        <a:pt x="594" y="38"/>
                      </a:lnTo>
                      <a:lnTo>
                        <a:pt x="588" y="38"/>
                      </a:lnTo>
                      <a:lnTo>
                        <a:pt x="588" y="38"/>
                      </a:lnTo>
                      <a:lnTo>
                        <a:pt x="590" y="34"/>
                      </a:lnTo>
                      <a:lnTo>
                        <a:pt x="590" y="30"/>
                      </a:lnTo>
                      <a:lnTo>
                        <a:pt x="588" y="26"/>
                      </a:lnTo>
                      <a:lnTo>
                        <a:pt x="588" y="26"/>
                      </a:lnTo>
                      <a:lnTo>
                        <a:pt x="586" y="22"/>
                      </a:lnTo>
                      <a:lnTo>
                        <a:pt x="588" y="16"/>
                      </a:lnTo>
                      <a:lnTo>
                        <a:pt x="588" y="16"/>
                      </a:lnTo>
                      <a:lnTo>
                        <a:pt x="578" y="12"/>
                      </a:lnTo>
                      <a:lnTo>
                        <a:pt x="578" y="12"/>
                      </a:lnTo>
                      <a:lnTo>
                        <a:pt x="580" y="12"/>
                      </a:lnTo>
                      <a:lnTo>
                        <a:pt x="580" y="10"/>
                      </a:lnTo>
                      <a:lnTo>
                        <a:pt x="580" y="10"/>
                      </a:lnTo>
                      <a:lnTo>
                        <a:pt x="576" y="8"/>
                      </a:lnTo>
                      <a:lnTo>
                        <a:pt x="572" y="6"/>
                      </a:lnTo>
                      <a:lnTo>
                        <a:pt x="572" y="6"/>
                      </a:lnTo>
                      <a:lnTo>
                        <a:pt x="570" y="12"/>
                      </a:lnTo>
                      <a:lnTo>
                        <a:pt x="570" y="12"/>
                      </a:lnTo>
                      <a:close/>
                      <a:moveTo>
                        <a:pt x="504" y="26"/>
                      </a:moveTo>
                      <a:lnTo>
                        <a:pt x="504" y="28"/>
                      </a:lnTo>
                      <a:lnTo>
                        <a:pt x="504" y="28"/>
                      </a:lnTo>
                      <a:lnTo>
                        <a:pt x="518" y="26"/>
                      </a:lnTo>
                      <a:lnTo>
                        <a:pt x="518" y="26"/>
                      </a:lnTo>
                      <a:lnTo>
                        <a:pt x="516" y="28"/>
                      </a:lnTo>
                      <a:lnTo>
                        <a:pt x="516" y="28"/>
                      </a:lnTo>
                      <a:lnTo>
                        <a:pt x="506" y="32"/>
                      </a:lnTo>
                      <a:lnTo>
                        <a:pt x="504" y="34"/>
                      </a:lnTo>
                      <a:lnTo>
                        <a:pt x="504" y="34"/>
                      </a:lnTo>
                      <a:lnTo>
                        <a:pt x="516" y="32"/>
                      </a:lnTo>
                      <a:lnTo>
                        <a:pt x="518" y="34"/>
                      </a:lnTo>
                      <a:lnTo>
                        <a:pt x="518" y="34"/>
                      </a:lnTo>
                      <a:lnTo>
                        <a:pt x="514" y="36"/>
                      </a:lnTo>
                      <a:lnTo>
                        <a:pt x="514" y="36"/>
                      </a:lnTo>
                      <a:lnTo>
                        <a:pt x="512" y="40"/>
                      </a:lnTo>
                      <a:lnTo>
                        <a:pt x="512" y="40"/>
                      </a:lnTo>
                      <a:lnTo>
                        <a:pt x="508" y="40"/>
                      </a:lnTo>
                      <a:lnTo>
                        <a:pt x="508" y="40"/>
                      </a:lnTo>
                      <a:lnTo>
                        <a:pt x="508" y="44"/>
                      </a:lnTo>
                      <a:lnTo>
                        <a:pt x="508" y="44"/>
                      </a:lnTo>
                      <a:lnTo>
                        <a:pt x="514" y="44"/>
                      </a:lnTo>
                      <a:lnTo>
                        <a:pt x="520" y="42"/>
                      </a:lnTo>
                      <a:lnTo>
                        <a:pt x="520" y="42"/>
                      </a:lnTo>
                      <a:lnTo>
                        <a:pt x="522" y="40"/>
                      </a:lnTo>
                      <a:lnTo>
                        <a:pt x="524" y="38"/>
                      </a:lnTo>
                      <a:lnTo>
                        <a:pt x="524" y="38"/>
                      </a:lnTo>
                      <a:lnTo>
                        <a:pt x="530" y="34"/>
                      </a:lnTo>
                      <a:lnTo>
                        <a:pt x="530" y="34"/>
                      </a:lnTo>
                      <a:lnTo>
                        <a:pt x="530" y="32"/>
                      </a:lnTo>
                      <a:lnTo>
                        <a:pt x="530" y="32"/>
                      </a:lnTo>
                      <a:lnTo>
                        <a:pt x="528" y="32"/>
                      </a:lnTo>
                      <a:lnTo>
                        <a:pt x="528" y="30"/>
                      </a:lnTo>
                      <a:lnTo>
                        <a:pt x="530" y="28"/>
                      </a:lnTo>
                      <a:lnTo>
                        <a:pt x="530" y="28"/>
                      </a:lnTo>
                      <a:lnTo>
                        <a:pt x="530" y="26"/>
                      </a:lnTo>
                      <a:lnTo>
                        <a:pt x="530" y="26"/>
                      </a:lnTo>
                      <a:lnTo>
                        <a:pt x="530" y="24"/>
                      </a:lnTo>
                      <a:lnTo>
                        <a:pt x="526" y="22"/>
                      </a:lnTo>
                      <a:lnTo>
                        <a:pt x="526" y="22"/>
                      </a:lnTo>
                      <a:lnTo>
                        <a:pt x="520" y="24"/>
                      </a:lnTo>
                      <a:lnTo>
                        <a:pt x="520" y="24"/>
                      </a:lnTo>
                      <a:lnTo>
                        <a:pt x="524" y="18"/>
                      </a:lnTo>
                      <a:lnTo>
                        <a:pt x="524" y="16"/>
                      </a:lnTo>
                      <a:lnTo>
                        <a:pt x="520" y="14"/>
                      </a:lnTo>
                      <a:lnTo>
                        <a:pt x="520" y="14"/>
                      </a:lnTo>
                      <a:lnTo>
                        <a:pt x="512" y="16"/>
                      </a:lnTo>
                      <a:lnTo>
                        <a:pt x="506" y="18"/>
                      </a:lnTo>
                      <a:lnTo>
                        <a:pt x="506" y="18"/>
                      </a:lnTo>
                      <a:lnTo>
                        <a:pt x="502" y="20"/>
                      </a:lnTo>
                      <a:lnTo>
                        <a:pt x="502" y="20"/>
                      </a:lnTo>
                      <a:lnTo>
                        <a:pt x="500" y="20"/>
                      </a:lnTo>
                      <a:lnTo>
                        <a:pt x="500" y="22"/>
                      </a:lnTo>
                      <a:lnTo>
                        <a:pt x="500" y="24"/>
                      </a:lnTo>
                      <a:lnTo>
                        <a:pt x="504" y="26"/>
                      </a:lnTo>
                      <a:lnTo>
                        <a:pt x="504" y="26"/>
                      </a:lnTo>
                      <a:close/>
                      <a:moveTo>
                        <a:pt x="616" y="64"/>
                      </a:moveTo>
                      <a:lnTo>
                        <a:pt x="616" y="64"/>
                      </a:lnTo>
                      <a:lnTo>
                        <a:pt x="628" y="68"/>
                      </a:lnTo>
                      <a:lnTo>
                        <a:pt x="628" y="68"/>
                      </a:lnTo>
                      <a:lnTo>
                        <a:pt x="628" y="66"/>
                      </a:lnTo>
                      <a:lnTo>
                        <a:pt x="630" y="66"/>
                      </a:lnTo>
                      <a:lnTo>
                        <a:pt x="630" y="66"/>
                      </a:lnTo>
                      <a:lnTo>
                        <a:pt x="634" y="70"/>
                      </a:lnTo>
                      <a:lnTo>
                        <a:pt x="634" y="70"/>
                      </a:lnTo>
                      <a:lnTo>
                        <a:pt x="640" y="70"/>
                      </a:lnTo>
                      <a:lnTo>
                        <a:pt x="640" y="70"/>
                      </a:lnTo>
                      <a:lnTo>
                        <a:pt x="642" y="58"/>
                      </a:lnTo>
                      <a:lnTo>
                        <a:pt x="642" y="52"/>
                      </a:lnTo>
                      <a:lnTo>
                        <a:pt x="642" y="48"/>
                      </a:lnTo>
                      <a:lnTo>
                        <a:pt x="642" y="48"/>
                      </a:lnTo>
                      <a:lnTo>
                        <a:pt x="638" y="46"/>
                      </a:lnTo>
                      <a:lnTo>
                        <a:pt x="636" y="44"/>
                      </a:lnTo>
                      <a:lnTo>
                        <a:pt x="636" y="44"/>
                      </a:lnTo>
                      <a:lnTo>
                        <a:pt x="634" y="40"/>
                      </a:lnTo>
                      <a:lnTo>
                        <a:pt x="634" y="40"/>
                      </a:lnTo>
                      <a:lnTo>
                        <a:pt x="632" y="40"/>
                      </a:lnTo>
                      <a:lnTo>
                        <a:pt x="628" y="38"/>
                      </a:lnTo>
                      <a:lnTo>
                        <a:pt x="620" y="38"/>
                      </a:lnTo>
                      <a:lnTo>
                        <a:pt x="620" y="38"/>
                      </a:lnTo>
                      <a:lnTo>
                        <a:pt x="618" y="44"/>
                      </a:lnTo>
                      <a:lnTo>
                        <a:pt x="614" y="48"/>
                      </a:lnTo>
                      <a:lnTo>
                        <a:pt x="614" y="48"/>
                      </a:lnTo>
                      <a:lnTo>
                        <a:pt x="612" y="50"/>
                      </a:lnTo>
                      <a:lnTo>
                        <a:pt x="610" y="50"/>
                      </a:lnTo>
                      <a:lnTo>
                        <a:pt x="610" y="50"/>
                      </a:lnTo>
                      <a:lnTo>
                        <a:pt x="610" y="54"/>
                      </a:lnTo>
                      <a:lnTo>
                        <a:pt x="610" y="54"/>
                      </a:lnTo>
                      <a:lnTo>
                        <a:pt x="608" y="56"/>
                      </a:lnTo>
                      <a:lnTo>
                        <a:pt x="608" y="56"/>
                      </a:lnTo>
                      <a:lnTo>
                        <a:pt x="608" y="60"/>
                      </a:lnTo>
                      <a:lnTo>
                        <a:pt x="608" y="62"/>
                      </a:lnTo>
                      <a:lnTo>
                        <a:pt x="608" y="62"/>
                      </a:lnTo>
                      <a:lnTo>
                        <a:pt x="610" y="62"/>
                      </a:lnTo>
                      <a:lnTo>
                        <a:pt x="610" y="60"/>
                      </a:lnTo>
                      <a:lnTo>
                        <a:pt x="610" y="60"/>
                      </a:lnTo>
                      <a:lnTo>
                        <a:pt x="614" y="62"/>
                      </a:lnTo>
                      <a:lnTo>
                        <a:pt x="614" y="62"/>
                      </a:lnTo>
                      <a:lnTo>
                        <a:pt x="616" y="64"/>
                      </a:lnTo>
                      <a:lnTo>
                        <a:pt x="616" y="64"/>
                      </a:lnTo>
                      <a:close/>
                      <a:moveTo>
                        <a:pt x="682" y="74"/>
                      </a:moveTo>
                      <a:lnTo>
                        <a:pt x="682" y="74"/>
                      </a:lnTo>
                      <a:lnTo>
                        <a:pt x="682" y="74"/>
                      </a:lnTo>
                      <a:lnTo>
                        <a:pt x="680" y="72"/>
                      </a:lnTo>
                      <a:lnTo>
                        <a:pt x="680" y="70"/>
                      </a:lnTo>
                      <a:lnTo>
                        <a:pt x="676" y="70"/>
                      </a:lnTo>
                      <a:lnTo>
                        <a:pt x="676" y="74"/>
                      </a:lnTo>
                      <a:lnTo>
                        <a:pt x="676" y="74"/>
                      </a:lnTo>
                      <a:lnTo>
                        <a:pt x="672" y="74"/>
                      </a:lnTo>
                      <a:lnTo>
                        <a:pt x="668" y="74"/>
                      </a:lnTo>
                      <a:lnTo>
                        <a:pt x="668" y="74"/>
                      </a:lnTo>
                      <a:lnTo>
                        <a:pt x="668" y="68"/>
                      </a:lnTo>
                      <a:lnTo>
                        <a:pt x="668" y="68"/>
                      </a:lnTo>
                      <a:lnTo>
                        <a:pt x="668" y="66"/>
                      </a:lnTo>
                      <a:lnTo>
                        <a:pt x="668" y="66"/>
                      </a:lnTo>
                      <a:lnTo>
                        <a:pt x="666" y="58"/>
                      </a:lnTo>
                      <a:lnTo>
                        <a:pt x="666" y="58"/>
                      </a:lnTo>
                      <a:lnTo>
                        <a:pt x="668" y="56"/>
                      </a:lnTo>
                      <a:lnTo>
                        <a:pt x="668" y="52"/>
                      </a:lnTo>
                      <a:lnTo>
                        <a:pt x="668" y="52"/>
                      </a:lnTo>
                      <a:lnTo>
                        <a:pt x="666" y="48"/>
                      </a:lnTo>
                      <a:lnTo>
                        <a:pt x="666" y="48"/>
                      </a:lnTo>
                      <a:lnTo>
                        <a:pt x="670" y="44"/>
                      </a:lnTo>
                      <a:lnTo>
                        <a:pt x="670" y="40"/>
                      </a:lnTo>
                      <a:lnTo>
                        <a:pt x="668" y="36"/>
                      </a:lnTo>
                      <a:lnTo>
                        <a:pt x="668" y="36"/>
                      </a:lnTo>
                      <a:lnTo>
                        <a:pt x="664" y="34"/>
                      </a:lnTo>
                      <a:lnTo>
                        <a:pt x="664" y="34"/>
                      </a:lnTo>
                      <a:lnTo>
                        <a:pt x="664" y="32"/>
                      </a:lnTo>
                      <a:lnTo>
                        <a:pt x="664" y="32"/>
                      </a:lnTo>
                      <a:lnTo>
                        <a:pt x="662" y="28"/>
                      </a:lnTo>
                      <a:lnTo>
                        <a:pt x="658" y="28"/>
                      </a:lnTo>
                      <a:lnTo>
                        <a:pt x="648" y="26"/>
                      </a:lnTo>
                      <a:lnTo>
                        <a:pt x="648" y="22"/>
                      </a:lnTo>
                      <a:lnTo>
                        <a:pt x="648" y="22"/>
                      </a:lnTo>
                      <a:lnTo>
                        <a:pt x="646" y="22"/>
                      </a:lnTo>
                      <a:lnTo>
                        <a:pt x="644" y="24"/>
                      </a:lnTo>
                      <a:lnTo>
                        <a:pt x="642" y="28"/>
                      </a:lnTo>
                      <a:lnTo>
                        <a:pt x="642" y="28"/>
                      </a:lnTo>
                      <a:lnTo>
                        <a:pt x="640" y="28"/>
                      </a:lnTo>
                      <a:lnTo>
                        <a:pt x="640" y="28"/>
                      </a:lnTo>
                      <a:lnTo>
                        <a:pt x="634" y="24"/>
                      </a:lnTo>
                      <a:lnTo>
                        <a:pt x="628" y="22"/>
                      </a:lnTo>
                      <a:lnTo>
                        <a:pt x="628" y="22"/>
                      </a:lnTo>
                      <a:lnTo>
                        <a:pt x="622" y="22"/>
                      </a:lnTo>
                      <a:lnTo>
                        <a:pt x="618" y="20"/>
                      </a:lnTo>
                      <a:lnTo>
                        <a:pt x="618" y="20"/>
                      </a:lnTo>
                      <a:lnTo>
                        <a:pt x="616" y="18"/>
                      </a:lnTo>
                      <a:lnTo>
                        <a:pt x="614" y="14"/>
                      </a:lnTo>
                      <a:lnTo>
                        <a:pt x="614" y="14"/>
                      </a:lnTo>
                      <a:lnTo>
                        <a:pt x="608" y="10"/>
                      </a:lnTo>
                      <a:lnTo>
                        <a:pt x="608" y="10"/>
                      </a:lnTo>
                      <a:lnTo>
                        <a:pt x="608" y="8"/>
                      </a:lnTo>
                      <a:lnTo>
                        <a:pt x="608" y="8"/>
                      </a:lnTo>
                      <a:lnTo>
                        <a:pt x="610" y="8"/>
                      </a:lnTo>
                      <a:lnTo>
                        <a:pt x="610" y="8"/>
                      </a:lnTo>
                      <a:lnTo>
                        <a:pt x="614" y="2"/>
                      </a:lnTo>
                      <a:lnTo>
                        <a:pt x="614" y="2"/>
                      </a:lnTo>
                      <a:lnTo>
                        <a:pt x="620" y="4"/>
                      </a:lnTo>
                      <a:lnTo>
                        <a:pt x="620" y="4"/>
                      </a:lnTo>
                      <a:lnTo>
                        <a:pt x="624" y="2"/>
                      </a:lnTo>
                      <a:lnTo>
                        <a:pt x="624" y="2"/>
                      </a:lnTo>
                      <a:lnTo>
                        <a:pt x="624" y="4"/>
                      </a:lnTo>
                      <a:lnTo>
                        <a:pt x="624" y="4"/>
                      </a:lnTo>
                      <a:lnTo>
                        <a:pt x="634" y="6"/>
                      </a:lnTo>
                      <a:lnTo>
                        <a:pt x="634" y="6"/>
                      </a:lnTo>
                      <a:lnTo>
                        <a:pt x="640" y="6"/>
                      </a:lnTo>
                      <a:lnTo>
                        <a:pt x="644" y="6"/>
                      </a:lnTo>
                      <a:lnTo>
                        <a:pt x="644" y="6"/>
                      </a:lnTo>
                      <a:lnTo>
                        <a:pt x="650" y="10"/>
                      </a:lnTo>
                      <a:lnTo>
                        <a:pt x="650" y="10"/>
                      </a:lnTo>
                      <a:lnTo>
                        <a:pt x="650" y="14"/>
                      </a:lnTo>
                      <a:lnTo>
                        <a:pt x="650" y="14"/>
                      </a:lnTo>
                      <a:lnTo>
                        <a:pt x="660" y="14"/>
                      </a:lnTo>
                      <a:lnTo>
                        <a:pt x="674" y="10"/>
                      </a:lnTo>
                      <a:lnTo>
                        <a:pt x="674" y="10"/>
                      </a:lnTo>
                      <a:lnTo>
                        <a:pt x="676" y="16"/>
                      </a:lnTo>
                      <a:lnTo>
                        <a:pt x="676" y="16"/>
                      </a:lnTo>
                      <a:lnTo>
                        <a:pt x="680" y="16"/>
                      </a:lnTo>
                      <a:lnTo>
                        <a:pt x="684" y="16"/>
                      </a:lnTo>
                      <a:lnTo>
                        <a:pt x="684" y="16"/>
                      </a:lnTo>
                      <a:lnTo>
                        <a:pt x="686" y="20"/>
                      </a:lnTo>
                      <a:lnTo>
                        <a:pt x="686" y="20"/>
                      </a:lnTo>
                      <a:lnTo>
                        <a:pt x="696" y="22"/>
                      </a:lnTo>
                      <a:lnTo>
                        <a:pt x="696" y="22"/>
                      </a:lnTo>
                      <a:lnTo>
                        <a:pt x="696" y="26"/>
                      </a:lnTo>
                      <a:lnTo>
                        <a:pt x="696" y="26"/>
                      </a:lnTo>
                      <a:lnTo>
                        <a:pt x="690" y="28"/>
                      </a:lnTo>
                      <a:lnTo>
                        <a:pt x="682" y="28"/>
                      </a:lnTo>
                      <a:lnTo>
                        <a:pt x="682" y="30"/>
                      </a:lnTo>
                      <a:lnTo>
                        <a:pt x="682" y="30"/>
                      </a:lnTo>
                      <a:lnTo>
                        <a:pt x="686" y="32"/>
                      </a:lnTo>
                      <a:lnTo>
                        <a:pt x="686" y="32"/>
                      </a:lnTo>
                      <a:lnTo>
                        <a:pt x="684" y="36"/>
                      </a:lnTo>
                      <a:lnTo>
                        <a:pt x="684" y="36"/>
                      </a:lnTo>
                      <a:lnTo>
                        <a:pt x="686" y="36"/>
                      </a:lnTo>
                      <a:lnTo>
                        <a:pt x="686" y="36"/>
                      </a:lnTo>
                      <a:lnTo>
                        <a:pt x="688" y="32"/>
                      </a:lnTo>
                      <a:lnTo>
                        <a:pt x="688" y="32"/>
                      </a:lnTo>
                      <a:lnTo>
                        <a:pt x="694" y="32"/>
                      </a:lnTo>
                      <a:lnTo>
                        <a:pt x="700" y="34"/>
                      </a:lnTo>
                      <a:lnTo>
                        <a:pt x="700" y="34"/>
                      </a:lnTo>
                      <a:lnTo>
                        <a:pt x="700" y="40"/>
                      </a:lnTo>
                      <a:lnTo>
                        <a:pt x="700" y="40"/>
                      </a:lnTo>
                      <a:lnTo>
                        <a:pt x="702" y="38"/>
                      </a:lnTo>
                      <a:lnTo>
                        <a:pt x="702" y="36"/>
                      </a:lnTo>
                      <a:lnTo>
                        <a:pt x="702" y="36"/>
                      </a:lnTo>
                      <a:lnTo>
                        <a:pt x="716" y="40"/>
                      </a:lnTo>
                      <a:lnTo>
                        <a:pt x="716" y="42"/>
                      </a:lnTo>
                      <a:lnTo>
                        <a:pt x="716" y="42"/>
                      </a:lnTo>
                      <a:lnTo>
                        <a:pt x="718" y="42"/>
                      </a:lnTo>
                      <a:lnTo>
                        <a:pt x="718" y="40"/>
                      </a:lnTo>
                      <a:lnTo>
                        <a:pt x="718" y="40"/>
                      </a:lnTo>
                      <a:lnTo>
                        <a:pt x="722" y="42"/>
                      </a:lnTo>
                      <a:lnTo>
                        <a:pt x="726" y="44"/>
                      </a:lnTo>
                      <a:lnTo>
                        <a:pt x="726" y="38"/>
                      </a:lnTo>
                      <a:lnTo>
                        <a:pt x="726" y="38"/>
                      </a:lnTo>
                      <a:lnTo>
                        <a:pt x="734" y="42"/>
                      </a:lnTo>
                      <a:lnTo>
                        <a:pt x="744" y="42"/>
                      </a:lnTo>
                      <a:lnTo>
                        <a:pt x="744" y="42"/>
                      </a:lnTo>
                      <a:lnTo>
                        <a:pt x="744" y="40"/>
                      </a:lnTo>
                      <a:lnTo>
                        <a:pt x="744" y="40"/>
                      </a:lnTo>
                      <a:lnTo>
                        <a:pt x="748" y="38"/>
                      </a:lnTo>
                      <a:lnTo>
                        <a:pt x="748" y="38"/>
                      </a:lnTo>
                      <a:lnTo>
                        <a:pt x="756" y="38"/>
                      </a:lnTo>
                      <a:lnTo>
                        <a:pt x="762" y="38"/>
                      </a:lnTo>
                      <a:lnTo>
                        <a:pt x="762" y="34"/>
                      </a:lnTo>
                      <a:lnTo>
                        <a:pt x="762" y="34"/>
                      </a:lnTo>
                      <a:lnTo>
                        <a:pt x="768" y="34"/>
                      </a:lnTo>
                      <a:lnTo>
                        <a:pt x="770" y="32"/>
                      </a:lnTo>
                      <a:lnTo>
                        <a:pt x="770" y="32"/>
                      </a:lnTo>
                      <a:lnTo>
                        <a:pt x="774" y="32"/>
                      </a:lnTo>
                      <a:lnTo>
                        <a:pt x="776" y="34"/>
                      </a:lnTo>
                      <a:lnTo>
                        <a:pt x="780" y="36"/>
                      </a:lnTo>
                      <a:lnTo>
                        <a:pt x="780" y="36"/>
                      </a:lnTo>
                      <a:lnTo>
                        <a:pt x="784" y="34"/>
                      </a:lnTo>
                      <a:lnTo>
                        <a:pt x="786" y="34"/>
                      </a:lnTo>
                      <a:lnTo>
                        <a:pt x="786" y="34"/>
                      </a:lnTo>
                      <a:lnTo>
                        <a:pt x="802" y="34"/>
                      </a:lnTo>
                      <a:lnTo>
                        <a:pt x="802" y="34"/>
                      </a:lnTo>
                      <a:lnTo>
                        <a:pt x="802" y="38"/>
                      </a:lnTo>
                      <a:lnTo>
                        <a:pt x="806" y="40"/>
                      </a:lnTo>
                      <a:lnTo>
                        <a:pt x="806" y="40"/>
                      </a:lnTo>
                      <a:lnTo>
                        <a:pt x="810" y="40"/>
                      </a:lnTo>
                      <a:lnTo>
                        <a:pt x="812" y="38"/>
                      </a:lnTo>
                      <a:lnTo>
                        <a:pt x="812" y="38"/>
                      </a:lnTo>
                      <a:lnTo>
                        <a:pt x="816" y="38"/>
                      </a:lnTo>
                      <a:lnTo>
                        <a:pt x="820" y="40"/>
                      </a:lnTo>
                      <a:lnTo>
                        <a:pt x="826" y="44"/>
                      </a:lnTo>
                      <a:lnTo>
                        <a:pt x="826" y="44"/>
                      </a:lnTo>
                      <a:lnTo>
                        <a:pt x="830" y="44"/>
                      </a:lnTo>
                      <a:lnTo>
                        <a:pt x="830" y="44"/>
                      </a:lnTo>
                      <a:lnTo>
                        <a:pt x="832" y="50"/>
                      </a:lnTo>
                      <a:lnTo>
                        <a:pt x="832" y="52"/>
                      </a:lnTo>
                      <a:lnTo>
                        <a:pt x="830" y="54"/>
                      </a:lnTo>
                      <a:lnTo>
                        <a:pt x="830" y="54"/>
                      </a:lnTo>
                      <a:lnTo>
                        <a:pt x="822" y="60"/>
                      </a:lnTo>
                      <a:lnTo>
                        <a:pt x="822" y="60"/>
                      </a:lnTo>
                      <a:lnTo>
                        <a:pt x="822" y="58"/>
                      </a:lnTo>
                      <a:lnTo>
                        <a:pt x="822" y="60"/>
                      </a:lnTo>
                      <a:lnTo>
                        <a:pt x="822" y="60"/>
                      </a:lnTo>
                      <a:lnTo>
                        <a:pt x="822" y="64"/>
                      </a:lnTo>
                      <a:lnTo>
                        <a:pt x="822" y="66"/>
                      </a:lnTo>
                      <a:lnTo>
                        <a:pt x="822" y="64"/>
                      </a:lnTo>
                      <a:lnTo>
                        <a:pt x="822" y="64"/>
                      </a:lnTo>
                      <a:lnTo>
                        <a:pt x="820" y="68"/>
                      </a:lnTo>
                      <a:lnTo>
                        <a:pt x="820" y="68"/>
                      </a:lnTo>
                      <a:lnTo>
                        <a:pt x="806" y="70"/>
                      </a:lnTo>
                      <a:lnTo>
                        <a:pt x="794" y="70"/>
                      </a:lnTo>
                      <a:lnTo>
                        <a:pt x="794" y="70"/>
                      </a:lnTo>
                      <a:lnTo>
                        <a:pt x="792" y="68"/>
                      </a:lnTo>
                      <a:lnTo>
                        <a:pt x="792" y="68"/>
                      </a:lnTo>
                      <a:lnTo>
                        <a:pt x="792" y="68"/>
                      </a:lnTo>
                      <a:lnTo>
                        <a:pt x="792" y="70"/>
                      </a:lnTo>
                      <a:lnTo>
                        <a:pt x="792" y="70"/>
                      </a:lnTo>
                      <a:lnTo>
                        <a:pt x="790" y="70"/>
                      </a:lnTo>
                      <a:lnTo>
                        <a:pt x="788" y="70"/>
                      </a:lnTo>
                      <a:lnTo>
                        <a:pt x="788" y="70"/>
                      </a:lnTo>
                      <a:lnTo>
                        <a:pt x="784" y="68"/>
                      </a:lnTo>
                      <a:lnTo>
                        <a:pt x="784" y="68"/>
                      </a:lnTo>
                      <a:lnTo>
                        <a:pt x="782" y="64"/>
                      </a:lnTo>
                      <a:lnTo>
                        <a:pt x="782" y="64"/>
                      </a:lnTo>
                      <a:lnTo>
                        <a:pt x="780" y="64"/>
                      </a:lnTo>
                      <a:lnTo>
                        <a:pt x="780" y="64"/>
                      </a:lnTo>
                      <a:lnTo>
                        <a:pt x="780" y="70"/>
                      </a:lnTo>
                      <a:lnTo>
                        <a:pt x="780" y="70"/>
                      </a:lnTo>
                      <a:lnTo>
                        <a:pt x="778" y="70"/>
                      </a:lnTo>
                      <a:lnTo>
                        <a:pt x="778" y="70"/>
                      </a:lnTo>
                      <a:lnTo>
                        <a:pt x="778" y="70"/>
                      </a:lnTo>
                      <a:lnTo>
                        <a:pt x="762" y="72"/>
                      </a:lnTo>
                      <a:lnTo>
                        <a:pt x="762" y="72"/>
                      </a:lnTo>
                      <a:lnTo>
                        <a:pt x="754" y="70"/>
                      </a:lnTo>
                      <a:lnTo>
                        <a:pt x="754" y="70"/>
                      </a:lnTo>
                      <a:lnTo>
                        <a:pt x="750" y="72"/>
                      </a:lnTo>
                      <a:lnTo>
                        <a:pt x="750" y="72"/>
                      </a:lnTo>
                      <a:lnTo>
                        <a:pt x="750" y="70"/>
                      </a:lnTo>
                      <a:lnTo>
                        <a:pt x="748" y="68"/>
                      </a:lnTo>
                      <a:lnTo>
                        <a:pt x="748" y="72"/>
                      </a:lnTo>
                      <a:lnTo>
                        <a:pt x="748" y="72"/>
                      </a:lnTo>
                      <a:lnTo>
                        <a:pt x="736" y="72"/>
                      </a:lnTo>
                      <a:lnTo>
                        <a:pt x="736" y="72"/>
                      </a:lnTo>
                      <a:lnTo>
                        <a:pt x="736" y="70"/>
                      </a:lnTo>
                      <a:lnTo>
                        <a:pt x="736" y="68"/>
                      </a:lnTo>
                      <a:lnTo>
                        <a:pt x="736" y="68"/>
                      </a:lnTo>
                      <a:lnTo>
                        <a:pt x="730" y="68"/>
                      </a:lnTo>
                      <a:lnTo>
                        <a:pt x="730" y="72"/>
                      </a:lnTo>
                      <a:lnTo>
                        <a:pt x="730" y="72"/>
                      </a:lnTo>
                      <a:lnTo>
                        <a:pt x="724" y="72"/>
                      </a:lnTo>
                      <a:lnTo>
                        <a:pt x="722" y="70"/>
                      </a:lnTo>
                      <a:lnTo>
                        <a:pt x="722" y="70"/>
                      </a:lnTo>
                      <a:lnTo>
                        <a:pt x="716" y="74"/>
                      </a:lnTo>
                      <a:lnTo>
                        <a:pt x="716" y="74"/>
                      </a:lnTo>
                      <a:lnTo>
                        <a:pt x="712" y="74"/>
                      </a:lnTo>
                      <a:lnTo>
                        <a:pt x="710" y="72"/>
                      </a:lnTo>
                      <a:lnTo>
                        <a:pt x="710" y="72"/>
                      </a:lnTo>
                      <a:lnTo>
                        <a:pt x="706" y="62"/>
                      </a:lnTo>
                      <a:lnTo>
                        <a:pt x="700" y="66"/>
                      </a:lnTo>
                      <a:lnTo>
                        <a:pt x="700" y="66"/>
                      </a:lnTo>
                      <a:lnTo>
                        <a:pt x="700" y="68"/>
                      </a:lnTo>
                      <a:lnTo>
                        <a:pt x="700" y="70"/>
                      </a:lnTo>
                      <a:lnTo>
                        <a:pt x="700" y="70"/>
                      </a:lnTo>
                      <a:lnTo>
                        <a:pt x="682" y="74"/>
                      </a:lnTo>
                      <a:lnTo>
                        <a:pt x="682" y="74"/>
                      </a:lnTo>
                      <a:close/>
                      <a:moveTo>
                        <a:pt x="348" y="36"/>
                      </a:moveTo>
                      <a:lnTo>
                        <a:pt x="348" y="36"/>
                      </a:lnTo>
                      <a:lnTo>
                        <a:pt x="342" y="38"/>
                      </a:lnTo>
                      <a:lnTo>
                        <a:pt x="342" y="38"/>
                      </a:lnTo>
                      <a:lnTo>
                        <a:pt x="336" y="38"/>
                      </a:lnTo>
                      <a:lnTo>
                        <a:pt x="336" y="38"/>
                      </a:lnTo>
                      <a:lnTo>
                        <a:pt x="336" y="38"/>
                      </a:lnTo>
                      <a:lnTo>
                        <a:pt x="334" y="40"/>
                      </a:lnTo>
                      <a:lnTo>
                        <a:pt x="336" y="44"/>
                      </a:lnTo>
                      <a:lnTo>
                        <a:pt x="336" y="44"/>
                      </a:lnTo>
                      <a:lnTo>
                        <a:pt x="344" y="42"/>
                      </a:lnTo>
                      <a:lnTo>
                        <a:pt x="346" y="44"/>
                      </a:lnTo>
                      <a:lnTo>
                        <a:pt x="344" y="44"/>
                      </a:lnTo>
                      <a:lnTo>
                        <a:pt x="342" y="46"/>
                      </a:lnTo>
                      <a:lnTo>
                        <a:pt x="342" y="46"/>
                      </a:lnTo>
                      <a:lnTo>
                        <a:pt x="334" y="48"/>
                      </a:lnTo>
                      <a:lnTo>
                        <a:pt x="334" y="48"/>
                      </a:lnTo>
                      <a:lnTo>
                        <a:pt x="332" y="50"/>
                      </a:lnTo>
                      <a:lnTo>
                        <a:pt x="332" y="50"/>
                      </a:lnTo>
                      <a:lnTo>
                        <a:pt x="332" y="52"/>
                      </a:lnTo>
                      <a:lnTo>
                        <a:pt x="332" y="52"/>
                      </a:lnTo>
                      <a:lnTo>
                        <a:pt x="336" y="54"/>
                      </a:lnTo>
                      <a:lnTo>
                        <a:pt x="340" y="54"/>
                      </a:lnTo>
                      <a:lnTo>
                        <a:pt x="348" y="52"/>
                      </a:lnTo>
                      <a:lnTo>
                        <a:pt x="348" y="52"/>
                      </a:lnTo>
                      <a:lnTo>
                        <a:pt x="348" y="52"/>
                      </a:lnTo>
                      <a:lnTo>
                        <a:pt x="350" y="52"/>
                      </a:lnTo>
                      <a:lnTo>
                        <a:pt x="350" y="52"/>
                      </a:lnTo>
                      <a:lnTo>
                        <a:pt x="350" y="56"/>
                      </a:lnTo>
                      <a:lnTo>
                        <a:pt x="350" y="56"/>
                      </a:lnTo>
                      <a:lnTo>
                        <a:pt x="352" y="56"/>
                      </a:lnTo>
                      <a:lnTo>
                        <a:pt x="352" y="56"/>
                      </a:lnTo>
                      <a:lnTo>
                        <a:pt x="352" y="50"/>
                      </a:lnTo>
                      <a:lnTo>
                        <a:pt x="352" y="50"/>
                      </a:lnTo>
                      <a:lnTo>
                        <a:pt x="356" y="50"/>
                      </a:lnTo>
                      <a:lnTo>
                        <a:pt x="356" y="50"/>
                      </a:lnTo>
                      <a:lnTo>
                        <a:pt x="356" y="54"/>
                      </a:lnTo>
                      <a:lnTo>
                        <a:pt x="356" y="58"/>
                      </a:lnTo>
                      <a:lnTo>
                        <a:pt x="356" y="58"/>
                      </a:lnTo>
                      <a:lnTo>
                        <a:pt x="360" y="58"/>
                      </a:lnTo>
                      <a:lnTo>
                        <a:pt x="360" y="58"/>
                      </a:lnTo>
                      <a:lnTo>
                        <a:pt x="362" y="54"/>
                      </a:lnTo>
                      <a:lnTo>
                        <a:pt x="364" y="54"/>
                      </a:lnTo>
                      <a:lnTo>
                        <a:pt x="364" y="54"/>
                      </a:lnTo>
                      <a:lnTo>
                        <a:pt x="364" y="52"/>
                      </a:lnTo>
                      <a:lnTo>
                        <a:pt x="364" y="48"/>
                      </a:lnTo>
                      <a:lnTo>
                        <a:pt x="364" y="46"/>
                      </a:lnTo>
                      <a:lnTo>
                        <a:pt x="366" y="46"/>
                      </a:lnTo>
                      <a:lnTo>
                        <a:pt x="366" y="46"/>
                      </a:lnTo>
                      <a:lnTo>
                        <a:pt x="364" y="44"/>
                      </a:lnTo>
                      <a:lnTo>
                        <a:pt x="364" y="42"/>
                      </a:lnTo>
                      <a:lnTo>
                        <a:pt x="364" y="42"/>
                      </a:lnTo>
                      <a:lnTo>
                        <a:pt x="364" y="38"/>
                      </a:lnTo>
                      <a:lnTo>
                        <a:pt x="364" y="38"/>
                      </a:lnTo>
                      <a:lnTo>
                        <a:pt x="368" y="38"/>
                      </a:lnTo>
                      <a:lnTo>
                        <a:pt x="368" y="38"/>
                      </a:lnTo>
                      <a:lnTo>
                        <a:pt x="368" y="52"/>
                      </a:lnTo>
                      <a:lnTo>
                        <a:pt x="368" y="52"/>
                      </a:lnTo>
                      <a:lnTo>
                        <a:pt x="378" y="52"/>
                      </a:lnTo>
                      <a:lnTo>
                        <a:pt x="382" y="52"/>
                      </a:lnTo>
                      <a:lnTo>
                        <a:pt x="388" y="50"/>
                      </a:lnTo>
                      <a:lnTo>
                        <a:pt x="388" y="50"/>
                      </a:lnTo>
                      <a:lnTo>
                        <a:pt x="390" y="46"/>
                      </a:lnTo>
                      <a:lnTo>
                        <a:pt x="390" y="46"/>
                      </a:lnTo>
                      <a:lnTo>
                        <a:pt x="394" y="46"/>
                      </a:lnTo>
                      <a:lnTo>
                        <a:pt x="394" y="46"/>
                      </a:lnTo>
                      <a:lnTo>
                        <a:pt x="396" y="50"/>
                      </a:lnTo>
                      <a:lnTo>
                        <a:pt x="396" y="50"/>
                      </a:lnTo>
                      <a:lnTo>
                        <a:pt x="400" y="50"/>
                      </a:lnTo>
                      <a:lnTo>
                        <a:pt x="400" y="48"/>
                      </a:lnTo>
                      <a:lnTo>
                        <a:pt x="400" y="48"/>
                      </a:lnTo>
                      <a:lnTo>
                        <a:pt x="406" y="50"/>
                      </a:lnTo>
                      <a:lnTo>
                        <a:pt x="412" y="48"/>
                      </a:lnTo>
                      <a:lnTo>
                        <a:pt x="412" y="48"/>
                      </a:lnTo>
                      <a:lnTo>
                        <a:pt x="412" y="44"/>
                      </a:lnTo>
                      <a:lnTo>
                        <a:pt x="412" y="44"/>
                      </a:lnTo>
                      <a:lnTo>
                        <a:pt x="414" y="44"/>
                      </a:lnTo>
                      <a:lnTo>
                        <a:pt x="414" y="44"/>
                      </a:lnTo>
                      <a:lnTo>
                        <a:pt x="414" y="48"/>
                      </a:lnTo>
                      <a:lnTo>
                        <a:pt x="414" y="48"/>
                      </a:lnTo>
                      <a:lnTo>
                        <a:pt x="410" y="52"/>
                      </a:lnTo>
                      <a:lnTo>
                        <a:pt x="406" y="56"/>
                      </a:lnTo>
                      <a:lnTo>
                        <a:pt x="406" y="56"/>
                      </a:lnTo>
                      <a:lnTo>
                        <a:pt x="402" y="58"/>
                      </a:lnTo>
                      <a:lnTo>
                        <a:pt x="398" y="58"/>
                      </a:lnTo>
                      <a:lnTo>
                        <a:pt x="388" y="58"/>
                      </a:lnTo>
                      <a:lnTo>
                        <a:pt x="388" y="58"/>
                      </a:lnTo>
                      <a:lnTo>
                        <a:pt x="382" y="60"/>
                      </a:lnTo>
                      <a:lnTo>
                        <a:pt x="382" y="60"/>
                      </a:lnTo>
                      <a:lnTo>
                        <a:pt x="380" y="64"/>
                      </a:lnTo>
                      <a:lnTo>
                        <a:pt x="380" y="64"/>
                      </a:lnTo>
                      <a:lnTo>
                        <a:pt x="376" y="64"/>
                      </a:lnTo>
                      <a:lnTo>
                        <a:pt x="376" y="64"/>
                      </a:lnTo>
                      <a:lnTo>
                        <a:pt x="372" y="64"/>
                      </a:lnTo>
                      <a:lnTo>
                        <a:pt x="370" y="68"/>
                      </a:lnTo>
                      <a:lnTo>
                        <a:pt x="370" y="70"/>
                      </a:lnTo>
                      <a:lnTo>
                        <a:pt x="372" y="74"/>
                      </a:lnTo>
                      <a:lnTo>
                        <a:pt x="372" y="74"/>
                      </a:lnTo>
                      <a:lnTo>
                        <a:pt x="376" y="76"/>
                      </a:lnTo>
                      <a:lnTo>
                        <a:pt x="376" y="76"/>
                      </a:lnTo>
                      <a:lnTo>
                        <a:pt x="386" y="76"/>
                      </a:lnTo>
                      <a:lnTo>
                        <a:pt x="392" y="74"/>
                      </a:lnTo>
                      <a:lnTo>
                        <a:pt x="392" y="74"/>
                      </a:lnTo>
                      <a:lnTo>
                        <a:pt x="396" y="70"/>
                      </a:lnTo>
                      <a:lnTo>
                        <a:pt x="396" y="70"/>
                      </a:lnTo>
                      <a:lnTo>
                        <a:pt x="400" y="70"/>
                      </a:lnTo>
                      <a:lnTo>
                        <a:pt x="404" y="68"/>
                      </a:lnTo>
                      <a:lnTo>
                        <a:pt x="404" y="68"/>
                      </a:lnTo>
                      <a:lnTo>
                        <a:pt x="406" y="64"/>
                      </a:lnTo>
                      <a:lnTo>
                        <a:pt x="410" y="60"/>
                      </a:lnTo>
                      <a:lnTo>
                        <a:pt x="410" y="60"/>
                      </a:lnTo>
                      <a:lnTo>
                        <a:pt x="414" y="60"/>
                      </a:lnTo>
                      <a:lnTo>
                        <a:pt x="418" y="62"/>
                      </a:lnTo>
                      <a:lnTo>
                        <a:pt x="418" y="62"/>
                      </a:lnTo>
                      <a:lnTo>
                        <a:pt x="422" y="58"/>
                      </a:lnTo>
                      <a:lnTo>
                        <a:pt x="422" y="58"/>
                      </a:lnTo>
                      <a:lnTo>
                        <a:pt x="428" y="58"/>
                      </a:lnTo>
                      <a:lnTo>
                        <a:pt x="434" y="56"/>
                      </a:lnTo>
                      <a:lnTo>
                        <a:pt x="434" y="56"/>
                      </a:lnTo>
                      <a:lnTo>
                        <a:pt x="436" y="54"/>
                      </a:lnTo>
                      <a:lnTo>
                        <a:pt x="436" y="54"/>
                      </a:lnTo>
                      <a:lnTo>
                        <a:pt x="440" y="54"/>
                      </a:lnTo>
                      <a:lnTo>
                        <a:pt x="440" y="54"/>
                      </a:lnTo>
                      <a:lnTo>
                        <a:pt x="440" y="56"/>
                      </a:lnTo>
                      <a:lnTo>
                        <a:pt x="440" y="58"/>
                      </a:lnTo>
                      <a:lnTo>
                        <a:pt x="442" y="60"/>
                      </a:lnTo>
                      <a:lnTo>
                        <a:pt x="448" y="60"/>
                      </a:lnTo>
                      <a:lnTo>
                        <a:pt x="448" y="60"/>
                      </a:lnTo>
                      <a:lnTo>
                        <a:pt x="452" y="56"/>
                      </a:lnTo>
                      <a:lnTo>
                        <a:pt x="454" y="52"/>
                      </a:lnTo>
                      <a:lnTo>
                        <a:pt x="454" y="52"/>
                      </a:lnTo>
                      <a:lnTo>
                        <a:pt x="456" y="54"/>
                      </a:lnTo>
                      <a:lnTo>
                        <a:pt x="458" y="54"/>
                      </a:lnTo>
                      <a:lnTo>
                        <a:pt x="458" y="54"/>
                      </a:lnTo>
                      <a:lnTo>
                        <a:pt x="468" y="54"/>
                      </a:lnTo>
                      <a:lnTo>
                        <a:pt x="470" y="54"/>
                      </a:lnTo>
                      <a:lnTo>
                        <a:pt x="474" y="54"/>
                      </a:lnTo>
                      <a:lnTo>
                        <a:pt x="474" y="54"/>
                      </a:lnTo>
                      <a:lnTo>
                        <a:pt x="474" y="54"/>
                      </a:lnTo>
                      <a:lnTo>
                        <a:pt x="478" y="50"/>
                      </a:lnTo>
                      <a:lnTo>
                        <a:pt x="478" y="50"/>
                      </a:lnTo>
                      <a:lnTo>
                        <a:pt x="480" y="50"/>
                      </a:lnTo>
                      <a:lnTo>
                        <a:pt x="480" y="50"/>
                      </a:lnTo>
                      <a:lnTo>
                        <a:pt x="478" y="36"/>
                      </a:lnTo>
                      <a:lnTo>
                        <a:pt x="478" y="30"/>
                      </a:lnTo>
                      <a:lnTo>
                        <a:pt x="476" y="26"/>
                      </a:lnTo>
                      <a:lnTo>
                        <a:pt x="476" y="26"/>
                      </a:lnTo>
                      <a:lnTo>
                        <a:pt x="470" y="22"/>
                      </a:lnTo>
                      <a:lnTo>
                        <a:pt x="470" y="22"/>
                      </a:lnTo>
                      <a:lnTo>
                        <a:pt x="470" y="20"/>
                      </a:lnTo>
                      <a:lnTo>
                        <a:pt x="468" y="22"/>
                      </a:lnTo>
                      <a:lnTo>
                        <a:pt x="468" y="22"/>
                      </a:lnTo>
                      <a:lnTo>
                        <a:pt x="468" y="22"/>
                      </a:lnTo>
                      <a:lnTo>
                        <a:pt x="468" y="28"/>
                      </a:lnTo>
                      <a:lnTo>
                        <a:pt x="470" y="30"/>
                      </a:lnTo>
                      <a:lnTo>
                        <a:pt x="470" y="30"/>
                      </a:lnTo>
                      <a:lnTo>
                        <a:pt x="468" y="32"/>
                      </a:lnTo>
                      <a:lnTo>
                        <a:pt x="466" y="34"/>
                      </a:lnTo>
                      <a:lnTo>
                        <a:pt x="466" y="34"/>
                      </a:lnTo>
                      <a:lnTo>
                        <a:pt x="466" y="38"/>
                      </a:lnTo>
                      <a:lnTo>
                        <a:pt x="466" y="38"/>
                      </a:lnTo>
                      <a:lnTo>
                        <a:pt x="464" y="40"/>
                      </a:lnTo>
                      <a:lnTo>
                        <a:pt x="464" y="40"/>
                      </a:lnTo>
                      <a:lnTo>
                        <a:pt x="462" y="30"/>
                      </a:lnTo>
                      <a:lnTo>
                        <a:pt x="462" y="30"/>
                      </a:lnTo>
                      <a:lnTo>
                        <a:pt x="456" y="32"/>
                      </a:lnTo>
                      <a:lnTo>
                        <a:pt x="456" y="32"/>
                      </a:lnTo>
                      <a:lnTo>
                        <a:pt x="456" y="36"/>
                      </a:lnTo>
                      <a:lnTo>
                        <a:pt x="456" y="36"/>
                      </a:lnTo>
                      <a:lnTo>
                        <a:pt x="454" y="36"/>
                      </a:lnTo>
                      <a:lnTo>
                        <a:pt x="454" y="34"/>
                      </a:lnTo>
                      <a:lnTo>
                        <a:pt x="456" y="32"/>
                      </a:lnTo>
                      <a:lnTo>
                        <a:pt x="456" y="32"/>
                      </a:lnTo>
                      <a:lnTo>
                        <a:pt x="456" y="28"/>
                      </a:lnTo>
                      <a:lnTo>
                        <a:pt x="456" y="22"/>
                      </a:lnTo>
                      <a:lnTo>
                        <a:pt x="456" y="20"/>
                      </a:lnTo>
                      <a:lnTo>
                        <a:pt x="456" y="20"/>
                      </a:lnTo>
                      <a:lnTo>
                        <a:pt x="452" y="20"/>
                      </a:lnTo>
                      <a:lnTo>
                        <a:pt x="452" y="20"/>
                      </a:lnTo>
                      <a:lnTo>
                        <a:pt x="450" y="22"/>
                      </a:lnTo>
                      <a:lnTo>
                        <a:pt x="450" y="22"/>
                      </a:lnTo>
                      <a:lnTo>
                        <a:pt x="446" y="24"/>
                      </a:lnTo>
                      <a:lnTo>
                        <a:pt x="446" y="24"/>
                      </a:lnTo>
                      <a:lnTo>
                        <a:pt x="440" y="16"/>
                      </a:lnTo>
                      <a:lnTo>
                        <a:pt x="440" y="16"/>
                      </a:lnTo>
                      <a:lnTo>
                        <a:pt x="436" y="16"/>
                      </a:lnTo>
                      <a:lnTo>
                        <a:pt x="434" y="14"/>
                      </a:lnTo>
                      <a:lnTo>
                        <a:pt x="434" y="14"/>
                      </a:lnTo>
                      <a:lnTo>
                        <a:pt x="434" y="10"/>
                      </a:lnTo>
                      <a:lnTo>
                        <a:pt x="432" y="6"/>
                      </a:lnTo>
                      <a:lnTo>
                        <a:pt x="432" y="2"/>
                      </a:lnTo>
                      <a:lnTo>
                        <a:pt x="428" y="0"/>
                      </a:lnTo>
                      <a:lnTo>
                        <a:pt x="428" y="4"/>
                      </a:lnTo>
                      <a:lnTo>
                        <a:pt x="426" y="4"/>
                      </a:lnTo>
                      <a:lnTo>
                        <a:pt x="426" y="4"/>
                      </a:lnTo>
                      <a:lnTo>
                        <a:pt x="422" y="2"/>
                      </a:lnTo>
                      <a:lnTo>
                        <a:pt x="422" y="2"/>
                      </a:lnTo>
                      <a:lnTo>
                        <a:pt x="426" y="12"/>
                      </a:lnTo>
                      <a:lnTo>
                        <a:pt x="426" y="12"/>
                      </a:lnTo>
                      <a:lnTo>
                        <a:pt x="424" y="12"/>
                      </a:lnTo>
                      <a:lnTo>
                        <a:pt x="422" y="14"/>
                      </a:lnTo>
                      <a:lnTo>
                        <a:pt x="422" y="14"/>
                      </a:lnTo>
                      <a:lnTo>
                        <a:pt x="424" y="14"/>
                      </a:lnTo>
                      <a:lnTo>
                        <a:pt x="424" y="18"/>
                      </a:lnTo>
                      <a:lnTo>
                        <a:pt x="422" y="24"/>
                      </a:lnTo>
                      <a:lnTo>
                        <a:pt x="422" y="24"/>
                      </a:lnTo>
                      <a:lnTo>
                        <a:pt x="432" y="28"/>
                      </a:lnTo>
                      <a:lnTo>
                        <a:pt x="432" y="28"/>
                      </a:lnTo>
                      <a:lnTo>
                        <a:pt x="428" y="36"/>
                      </a:lnTo>
                      <a:lnTo>
                        <a:pt x="428" y="36"/>
                      </a:lnTo>
                      <a:lnTo>
                        <a:pt x="434" y="36"/>
                      </a:lnTo>
                      <a:lnTo>
                        <a:pt x="434" y="36"/>
                      </a:lnTo>
                      <a:lnTo>
                        <a:pt x="436" y="38"/>
                      </a:lnTo>
                      <a:lnTo>
                        <a:pt x="436" y="38"/>
                      </a:lnTo>
                      <a:lnTo>
                        <a:pt x="436" y="42"/>
                      </a:lnTo>
                      <a:lnTo>
                        <a:pt x="436" y="42"/>
                      </a:lnTo>
                      <a:lnTo>
                        <a:pt x="416" y="40"/>
                      </a:lnTo>
                      <a:lnTo>
                        <a:pt x="416" y="40"/>
                      </a:lnTo>
                      <a:lnTo>
                        <a:pt x="410" y="40"/>
                      </a:lnTo>
                      <a:lnTo>
                        <a:pt x="404" y="40"/>
                      </a:lnTo>
                      <a:lnTo>
                        <a:pt x="404" y="40"/>
                      </a:lnTo>
                      <a:lnTo>
                        <a:pt x="404" y="36"/>
                      </a:lnTo>
                      <a:lnTo>
                        <a:pt x="404" y="36"/>
                      </a:lnTo>
                      <a:lnTo>
                        <a:pt x="398" y="36"/>
                      </a:lnTo>
                      <a:lnTo>
                        <a:pt x="398" y="36"/>
                      </a:lnTo>
                      <a:lnTo>
                        <a:pt x="394" y="32"/>
                      </a:lnTo>
                      <a:lnTo>
                        <a:pt x="394" y="32"/>
                      </a:lnTo>
                      <a:lnTo>
                        <a:pt x="394" y="32"/>
                      </a:lnTo>
                      <a:lnTo>
                        <a:pt x="390" y="30"/>
                      </a:lnTo>
                      <a:lnTo>
                        <a:pt x="384" y="30"/>
                      </a:lnTo>
                      <a:lnTo>
                        <a:pt x="384" y="30"/>
                      </a:lnTo>
                      <a:lnTo>
                        <a:pt x="380" y="28"/>
                      </a:lnTo>
                      <a:lnTo>
                        <a:pt x="378" y="26"/>
                      </a:lnTo>
                      <a:lnTo>
                        <a:pt x="378" y="26"/>
                      </a:lnTo>
                      <a:lnTo>
                        <a:pt x="370" y="24"/>
                      </a:lnTo>
                      <a:lnTo>
                        <a:pt x="364" y="26"/>
                      </a:lnTo>
                      <a:lnTo>
                        <a:pt x="364" y="26"/>
                      </a:lnTo>
                      <a:lnTo>
                        <a:pt x="360" y="22"/>
                      </a:lnTo>
                      <a:lnTo>
                        <a:pt x="360" y="22"/>
                      </a:lnTo>
                      <a:lnTo>
                        <a:pt x="352" y="22"/>
                      </a:lnTo>
                      <a:lnTo>
                        <a:pt x="352" y="26"/>
                      </a:lnTo>
                      <a:lnTo>
                        <a:pt x="352" y="26"/>
                      </a:lnTo>
                      <a:lnTo>
                        <a:pt x="342" y="24"/>
                      </a:lnTo>
                      <a:lnTo>
                        <a:pt x="342" y="24"/>
                      </a:lnTo>
                      <a:lnTo>
                        <a:pt x="342" y="32"/>
                      </a:lnTo>
                      <a:lnTo>
                        <a:pt x="344" y="34"/>
                      </a:lnTo>
                      <a:lnTo>
                        <a:pt x="348" y="36"/>
                      </a:lnTo>
                      <a:lnTo>
                        <a:pt x="348" y="36"/>
                      </a:lnTo>
                      <a:close/>
                      <a:moveTo>
                        <a:pt x="798" y="334"/>
                      </a:moveTo>
                      <a:lnTo>
                        <a:pt x="798" y="334"/>
                      </a:lnTo>
                      <a:lnTo>
                        <a:pt x="792" y="334"/>
                      </a:lnTo>
                      <a:lnTo>
                        <a:pt x="792" y="334"/>
                      </a:lnTo>
                      <a:lnTo>
                        <a:pt x="790" y="338"/>
                      </a:lnTo>
                      <a:lnTo>
                        <a:pt x="790" y="338"/>
                      </a:lnTo>
                      <a:lnTo>
                        <a:pt x="788" y="332"/>
                      </a:lnTo>
                      <a:lnTo>
                        <a:pt x="786" y="324"/>
                      </a:lnTo>
                      <a:lnTo>
                        <a:pt x="784" y="324"/>
                      </a:lnTo>
                      <a:lnTo>
                        <a:pt x="784" y="322"/>
                      </a:lnTo>
                      <a:lnTo>
                        <a:pt x="776" y="316"/>
                      </a:lnTo>
                      <a:lnTo>
                        <a:pt x="776" y="314"/>
                      </a:lnTo>
                      <a:lnTo>
                        <a:pt x="774" y="314"/>
                      </a:lnTo>
                      <a:lnTo>
                        <a:pt x="774" y="314"/>
                      </a:lnTo>
                      <a:lnTo>
                        <a:pt x="774" y="312"/>
                      </a:lnTo>
                      <a:lnTo>
                        <a:pt x="772" y="310"/>
                      </a:lnTo>
                      <a:lnTo>
                        <a:pt x="772" y="310"/>
                      </a:lnTo>
                      <a:lnTo>
                        <a:pt x="768" y="310"/>
                      </a:lnTo>
                      <a:lnTo>
                        <a:pt x="762" y="310"/>
                      </a:lnTo>
                      <a:lnTo>
                        <a:pt x="762" y="308"/>
                      </a:lnTo>
                      <a:lnTo>
                        <a:pt x="762" y="308"/>
                      </a:lnTo>
                      <a:lnTo>
                        <a:pt x="760" y="308"/>
                      </a:lnTo>
                      <a:lnTo>
                        <a:pt x="758" y="308"/>
                      </a:lnTo>
                      <a:lnTo>
                        <a:pt x="758" y="312"/>
                      </a:lnTo>
                      <a:lnTo>
                        <a:pt x="758" y="312"/>
                      </a:lnTo>
                      <a:lnTo>
                        <a:pt x="756" y="310"/>
                      </a:lnTo>
                      <a:lnTo>
                        <a:pt x="754" y="310"/>
                      </a:lnTo>
                      <a:lnTo>
                        <a:pt x="752" y="306"/>
                      </a:lnTo>
                      <a:lnTo>
                        <a:pt x="752" y="306"/>
                      </a:lnTo>
                      <a:lnTo>
                        <a:pt x="756" y="302"/>
                      </a:lnTo>
                      <a:lnTo>
                        <a:pt x="756" y="302"/>
                      </a:lnTo>
                      <a:lnTo>
                        <a:pt x="754" y="300"/>
                      </a:lnTo>
                      <a:lnTo>
                        <a:pt x="750" y="300"/>
                      </a:lnTo>
                      <a:lnTo>
                        <a:pt x="750" y="300"/>
                      </a:lnTo>
                      <a:lnTo>
                        <a:pt x="748" y="314"/>
                      </a:lnTo>
                      <a:lnTo>
                        <a:pt x="750" y="330"/>
                      </a:lnTo>
                      <a:lnTo>
                        <a:pt x="750" y="330"/>
                      </a:lnTo>
                      <a:lnTo>
                        <a:pt x="736" y="340"/>
                      </a:lnTo>
                      <a:lnTo>
                        <a:pt x="736" y="340"/>
                      </a:lnTo>
                      <a:lnTo>
                        <a:pt x="736" y="342"/>
                      </a:lnTo>
                      <a:lnTo>
                        <a:pt x="736" y="344"/>
                      </a:lnTo>
                      <a:lnTo>
                        <a:pt x="736" y="346"/>
                      </a:lnTo>
                      <a:lnTo>
                        <a:pt x="736" y="346"/>
                      </a:lnTo>
                      <a:lnTo>
                        <a:pt x="740" y="348"/>
                      </a:lnTo>
                      <a:lnTo>
                        <a:pt x="742" y="346"/>
                      </a:lnTo>
                      <a:lnTo>
                        <a:pt x="748" y="344"/>
                      </a:lnTo>
                      <a:lnTo>
                        <a:pt x="748" y="344"/>
                      </a:lnTo>
                      <a:lnTo>
                        <a:pt x="750" y="346"/>
                      </a:lnTo>
                      <a:lnTo>
                        <a:pt x="748" y="346"/>
                      </a:lnTo>
                      <a:lnTo>
                        <a:pt x="748" y="346"/>
                      </a:lnTo>
                      <a:lnTo>
                        <a:pt x="750" y="354"/>
                      </a:lnTo>
                      <a:lnTo>
                        <a:pt x="750" y="354"/>
                      </a:lnTo>
                      <a:lnTo>
                        <a:pt x="756" y="354"/>
                      </a:lnTo>
                      <a:lnTo>
                        <a:pt x="762" y="352"/>
                      </a:lnTo>
                      <a:lnTo>
                        <a:pt x="762" y="352"/>
                      </a:lnTo>
                      <a:lnTo>
                        <a:pt x="762" y="350"/>
                      </a:lnTo>
                      <a:lnTo>
                        <a:pt x="762" y="350"/>
                      </a:lnTo>
                      <a:lnTo>
                        <a:pt x="764" y="346"/>
                      </a:lnTo>
                      <a:lnTo>
                        <a:pt x="764" y="346"/>
                      </a:lnTo>
                      <a:lnTo>
                        <a:pt x="764" y="340"/>
                      </a:lnTo>
                      <a:lnTo>
                        <a:pt x="764" y="334"/>
                      </a:lnTo>
                      <a:lnTo>
                        <a:pt x="764" y="334"/>
                      </a:lnTo>
                      <a:lnTo>
                        <a:pt x="770" y="328"/>
                      </a:lnTo>
                      <a:lnTo>
                        <a:pt x="770" y="328"/>
                      </a:lnTo>
                      <a:lnTo>
                        <a:pt x="774" y="328"/>
                      </a:lnTo>
                      <a:lnTo>
                        <a:pt x="774" y="328"/>
                      </a:lnTo>
                      <a:lnTo>
                        <a:pt x="774" y="328"/>
                      </a:lnTo>
                      <a:lnTo>
                        <a:pt x="774" y="326"/>
                      </a:lnTo>
                      <a:lnTo>
                        <a:pt x="778" y="326"/>
                      </a:lnTo>
                      <a:lnTo>
                        <a:pt x="778" y="326"/>
                      </a:lnTo>
                      <a:lnTo>
                        <a:pt x="780" y="332"/>
                      </a:lnTo>
                      <a:lnTo>
                        <a:pt x="780" y="332"/>
                      </a:lnTo>
                      <a:lnTo>
                        <a:pt x="780" y="336"/>
                      </a:lnTo>
                      <a:lnTo>
                        <a:pt x="780" y="336"/>
                      </a:lnTo>
                      <a:lnTo>
                        <a:pt x="776" y="338"/>
                      </a:lnTo>
                      <a:lnTo>
                        <a:pt x="776" y="338"/>
                      </a:lnTo>
                      <a:lnTo>
                        <a:pt x="776" y="340"/>
                      </a:lnTo>
                      <a:lnTo>
                        <a:pt x="776" y="340"/>
                      </a:lnTo>
                      <a:lnTo>
                        <a:pt x="780" y="340"/>
                      </a:lnTo>
                      <a:lnTo>
                        <a:pt x="780" y="340"/>
                      </a:lnTo>
                      <a:lnTo>
                        <a:pt x="782" y="344"/>
                      </a:lnTo>
                      <a:lnTo>
                        <a:pt x="782" y="344"/>
                      </a:lnTo>
                      <a:lnTo>
                        <a:pt x="790" y="344"/>
                      </a:lnTo>
                      <a:lnTo>
                        <a:pt x="798" y="348"/>
                      </a:lnTo>
                      <a:lnTo>
                        <a:pt x="798" y="348"/>
                      </a:lnTo>
                      <a:lnTo>
                        <a:pt x="802" y="344"/>
                      </a:lnTo>
                      <a:lnTo>
                        <a:pt x="802" y="344"/>
                      </a:lnTo>
                      <a:lnTo>
                        <a:pt x="802" y="338"/>
                      </a:lnTo>
                      <a:lnTo>
                        <a:pt x="802" y="338"/>
                      </a:lnTo>
                      <a:lnTo>
                        <a:pt x="804" y="338"/>
                      </a:lnTo>
                      <a:lnTo>
                        <a:pt x="804" y="338"/>
                      </a:lnTo>
                      <a:lnTo>
                        <a:pt x="804" y="334"/>
                      </a:lnTo>
                      <a:lnTo>
                        <a:pt x="804" y="334"/>
                      </a:lnTo>
                      <a:lnTo>
                        <a:pt x="798" y="334"/>
                      </a:lnTo>
                      <a:lnTo>
                        <a:pt x="798" y="334"/>
                      </a:lnTo>
                      <a:close/>
                      <a:moveTo>
                        <a:pt x="1082" y="270"/>
                      </a:moveTo>
                      <a:lnTo>
                        <a:pt x="1082" y="270"/>
                      </a:lnTo>
                      <a:lnTo>
                        <a:pt x="1080" y="270"/>
                      </a:lnTo>
                      <a:lnTo>
                        <a:pt x="1080" y="268"/>
                      </a:lnTo>
                      <a:lnTo>
                        <a:pt x="1080" y="268"/>
                      </a:lnTo>
                      <a:lnTo>
                        <a:pt x="1080" y="268"/>
                      </a:lnTo>
                      <a:lnTo>
                        <a:pt x="1076" y="268"/>
                      </a:lnTo>
                      <a:lnTo>
                        <a:pt x="1076" y="268"/>
                      </a:lnTo>
                      <a:lnTo>
                        <a:pt x="1078" y="270"/>
                      </a:lnTo>
                      <a:lnTo>
                        <a:pt x="1078" y="270"/>
                      </a:lnTo>
                      <a:lnTo>
                        <a:pt x="1078" y="272"/>
                      </a:lnTo>
                      <a:lnTo>
                        <a:pt x="1078" y="274"/>
                      </a:lnTo>
                      <a:lnTo>
                        <a:pt x="1078" y="274"/>
                      </a:lnTo>
                      <a:lnTo>
                        <a:pt x="1078" y="276"/>
                      </a:lnTo>
                      <a:lnTo>
                        <a:pt x="1078" y="276"/>
                      </a:lnTo>
                      <a:lnTo>
                        <a:pt x="1078" y="276"/>
                      </a:lnTo>
                      <a:lnTo>
                        <a:pt x="1078" y="278"/>
                      </a:lnTo>
                      <a:lnTo>
                        <a:pt x="1078" y="276"/>
                      </a:lnTo>
                      <a:lnTo>
                        <a:pt x="1078" y="276"/>
                      </a:lnTo>
                      <a:lnTo>
                        <a:pt x="1076" y="276"/>
                      </a:lnTo>
                      <a:lnTo>
                        <a:pt x="1072" y="276"/>
                      </a:lnTo>
                      <a:lnTo>
                        <a:pt x="1072" y="272"/>
                      </a:lnTo>
                      <a:lnTo>
                        <a:pt x="1072" y="272"/>
                      </a:lnTo>
                      <a:lnTo>
                        <a:pt x="1068" y="272"/>
                      </a:lnTo>
                      <a:lnTo>
                        <a:pt x="1068" y="272"/>
                      </a:lnTo>
                      <a:lnTo>
                        <a:pt x="1066" y="276"/>
                      </a:lnTo>
                      <a:lnTo>
                        <a:pt x="1066" y="276"/>
                      </a:lnTo>
                      <a:lnTo>
                        <a:pt x="1068" y="276"/>
                      </a:lnTo>
                      <a:lnTo>
                        <a:pt x="1068" y="276"/>
                      </a:lnTo>
                      <a:lnTo>
                        <a:pt x="1068" y="280"/>
                      </a:lnTo>
                      <a:lnTo>
                        <a:pt x="1068" y="280"/>
                      </a:lnTo>
                      <a:lnTo>
                        <a:pt x="1062" y="280"/>
                      </a:lnTo>
                      <a:lnTo>
                        <a:pt x="1062" y="280"/>
                      </a:lnTo>
                      <a:lnTo>
                        <a:pt x="1062" y="284"/>
                      </a:lnTo>
                      <a:lnTo>
                        <a:pt x="1062" y="284"/>
                      </a:lnTo>
                      <a:lnTo>
                        <a:pt x="1064" y="286"/>
                      </a:lnTo>
                      <a:lnTo>
                        <a:pt x="1064" y="288"/>
                      </a:lnTo>
                      <a:lnTo>
                        <a:pt x="1064" y="288"/>
                      </a:lnTo>
                      <a:lnTo>
                        <a:pt x="1060" y="288"/>
                      </a:lnTo>
                      <a:lnTo>
                        <a:pt x="1060" y="288"/>
                      </a:lnTo>
                      <a:lnTo>
                        <a:pt x="1060" y="288"/>
                      </a:lnTo>
                      <a:lnTo>
                        <a:pt x="1060" y="290"/>
                      </a:lnTo>
                      <a:lnTo>
                        <a:pt x="1060" y="290"/>
                      </a:lnTo>
                      <a:lnTo>
                        <a:pt x="1062" y="292"/>
                      </a:lnTo>
                      <a:lnTo>
                        <a:pt x="1064" y="292"/>
                      </a:lnTo>
                      <a:lnTo>
                        <a:pt x="1064" y="292"/>
                      </a:lnTo>
                      <a:lnTo>
                        <a:pt x="1064" y="294"/>
                      </a:lnTo>
                      <a:lnTo>
                        <a:pt x="1064" y="294"/>
                      </a:lnTo>
                      <a:lnTo>
                        <a:pt x="1058" y="294"/>
                      </a:lnTo>
                      <a:lnTo>
                        <a:pt x="1058" y="294"/>
                      </a:lnTo>
                      <a:lnTo>
                        <a:pt x="1058" y="294"/>
                      </a:lnTo>
                      <a:lnTo>
                        <a:pt x="1058" y="296"/>
                      </a:lnTo>
                      <a:lnTo>
                        <a:pt x="1054" y="296"/>
                      </a:lnTo>
                      <a:lnTo>
                        <a:pt x="1054" y="296"/>
                      </a:lnTo>
                      <a:lnTo>
                        <a:pt x="1054" y="294"/>
                      </a:lnTo>
                      <a:lnTo>
                        <a:pt x="1052" y="292"/>
                      </a:lnTo>
                      <a:lnTo>
                        <a:pt x="1052" y="292"/>
                      </a:lnTo>
                      <a:lnTo>
                        <a:pt x="1052" y="292"/>
                      </a:lnTo>
                      <a:lnTo>
                        <a:pt x="1052" y="294"/>
                      </a:lnTo>
                      <a:lnTo>
                        <a:pt x="1050" y="296"/>
                      </a:lnTo>
                      <a:lnTo>
                        <a:pt x="1050" y="296"/>
                      </a:lnTo>
                      <a:lnTo>
                        <a:pt x="1054" y="298"/>
                      </a:lnTo>
                      <a:lnTo>
                        <a:pt x="1054" y="298"/>
                      </a:lnTo>
                      <a:lnTo>
                        <a:pt x="1054" y="302"/>
                      </a:lnTo>
                      <a:lnTo>
                        <a:pt x="1054" y="302"/>
                      </a:lnTo>
                      <a:lnTo>
                        <a:pt x="1056" y="306"/>
                      </a:lnTo>
                      <a:lnTo>
                        <a:pt x="1056" y="308"/>
                      </a:lnTo>
                      <a:lnTo>
                        <a:pt x="1054" y="310"/>
                      </a:lnTo>
                      <a:lnTo>
                        <a:pt x="1054" y="310"/>
                      </a:lnTo>
                      <a:lnTo>
                        <a:pt x="1052" y="310"/>
                      </a:lnTo>
                      <a:lnTo>
                        <a:pt x="1052" y="310"/>
                      </a:lnTo>
                      <a:lnTo>
                        <a:pt x="1048" y="312"/>
                      </a:lnTo>
                      <a:lnTo>
                        <a:pt x="1048" y="310"/>
                      </a:lnTo>
                      <a:lnTo>
                        <a:pt x="1048" y="310"/>
                      </a:lnTo>
                      <a:lnTo>
                        <a:pt x="1046" y="310"/>
                      </a:lnTo>
                      <a:lnTo>
                        <a:pt x="1044" y="310"/>
                      </a:lnTo>
                      <a:lnTo>
                        <a:pt x="1044" y="310"/>
                      </a:lnTo>
                      <a:lnTo>
                        <a:pt x="1042" y="308"/>
                      </a:lnTo>
                      <a:lnTo>
                        <a:pt x="1042" y="308"/>
                      </a:lnTo>
                      <a:lnTo>
                        <a:pt x="1042" y="304"/>
                      </a:lnTo>
                      <a:lnTo>
                        <a:pt x="1042" y="304"/>
                      </a:lnTo>
                      <a:lnTo>
                        <a:pt x="1038" y="308"/>
                      </a:lnTo>
                      <a:lnTo>
                        <a:pt x="1038" y="308"/>
                      </a:lnTo>
                      <a:lnTo>
                        <a:pt x="1036" y="306"/>
                      </a:lnTo>
                      <a:lnTo>
                        <a:pt x="1038" y="304"/>
                      </a:lnTo>
                      <a:lnTo>
                        <a:pt x="1038" y="304"/>
                      </a:lnTo>
                      <a:lnTo>
                        <a:pt x="1040" y="300"/>
                      </a:lnTo>
                      <a:lnTo>
                        <a:pt x="1038" y="300"/>
                      </a:lnTo>
                      <a:lnTo>
                        <a:pt x="1030" y="302"/>
                      </a:lnTo>
                      <a:lnTo>
                        <a:pt x="1030" y="302"/>
                      </a:lnTo>
                      <a:lnTo>
                        <a:pt x="1030" y="300"/>
                      </a:lnTo>
                      <a:lnTo>
                        <a:pt x="1032" y="300"/>
                      </a:lnTo>
                      <a:lnTo>
                        <a:pt x="1032" y="300"/>
                      </a:lnTo>
                      <a:lnTo>
                        <a:pt x="1032" y="298"/>
                      </a:lnTo>
                      <a:lnTo>
                        <a:pt x="1034" y="294"/>
                      </a:lnTo>
                      <a:lnTo>
                        <a:pt x="1034" y="294"/>
                      </a:lnTo>
                      <a:lnTo>
                        <a:pt x="1032" y="294"/>
                      </a:lnTo>
                      <a:lnTo>
                        <a:pt x="1030" y="296"/>
                      </a:lnTo>
                      <a:lnTo>
                        <a:pt x="1030" y="296"/>
                      </a:lnTo>
                      <a:lnTo>
                        <a:pt x="1028" y="296"/>
                      </a:lnTo>
                      <a:lnTo>
                        <a:pt x="1028" y="292"/>
                      </a:lnTo>
                      <a:lnTo>
                        <a:pt x="1028" y="292"/>
                      </a:lnTo>
                      <a:lnTo>
                        <a:pt x="1022" y="292"/>
                      </a:lnTo>
                      <a:lnTo>
                        <a:pt x="1022" y="290"/>
                      </a:lnTo>
                      <a:lnTo>
                        <a:pt x="1022" y="290"/>
                      </a:lnTo>
                      <a:lnTo>
                        <a:pt x="1026" y="290"/>
                      </a:lnTo>
                      <a:lnTo>
                        <a:pt x="1026" y="290"/>
                      </a:lnTo>
                      <a:lnTo>
                        <a:pt x="1028" y="286"/>
                      </a:lnTo>
                      <a:lnTo>
                        <a:pt x="1028" y="286"/>
                      </a:lnTo>
                      <a:lnTo>
                        <a:pt x="1022" y="288"/>
                      </a:lnTo>
                      <a:lnTo>
                        <a:pt x="1016" y="288"/>
                      </a:lnTo>
                      <a:lnTo>
                        <a:pt x="1016" y="288"/>
                      </a:lnTo>
                      <a:lnTo>
                        <a:pt x="1012" y="286"/>
                      </a:lnTo>
                      <a:lnTo>
                        <a:pt x="1012" y="286"/>
                      </a:lnTo>
                      <a:lnTo>
                        <a:pt x="1010" y="286"/>
                      </a:lnTo>
                      <a:lnTo>
                        <a:pt x="1008" y="284"/>
                      </a:lnTo>
                      <a:lnTo>
                        <a:pt x="1008" y="284"/>
                      </a:lnTo>
                      <a:lnTo>
                        <a:pt x="1006" y="282"/>
                      </a:lnTo>
                      <a:lnTo>
                        <a:pt x="1006" y="278"/>
                      </a:lnTo>
                      <a:lnTo>
                        <a:pt x="1006" y="278"/>
                      </a:lnTo>
                      <a:lnTo>
                        <a:pt x="1002" y="276"/>
                      </a:lnTo>
                      <a:lnTo>
                        <a:pt x="1002" y="276"/>
                      </a:lnTo>
                      <a:lnTo>
                        <a:pt x="1004" y="274"/>
                      </a:lnTo>
                      <a:lnTo>
                        <a:pt x="1004" y="272"/>
                      </a:lnTo>
                      <a:lnTo>
                        <a:pt x="1004" y="272"/>
                      </a:lnTo>
                      <a:lnTo>
                        <a:pt x="1002" y="272"/>
                      </a:lnTo>
                      <a:lnTo>
                        <a:pt x="1000" y="272"/>
                      </a:lnTo>
                      <a:lnTo>
                        <a:pt x="998" y="270"/>
                      </a:lnTo>
                      <a:lnTo>
                        <a:pt x="998" y="270"/>
                      </a:lnTo>
                      <a:lnTo>
                        <a:pt x="996" y="270"/>
                      </a:lnTo>
                      <a:lnTo>
                        <a:pt x="996" y="270"/>
                      </a:lnTo>
                      <a:lnTo>
                        <a:pt x="998" y="272"/>
                      </a:lnTo>
                      <a:lnTo>
                        <a:pt x="998" y="272"/>
                      </a:lnTo>
                      <a:lnTo>
                        <a:pt x="998" y="278"/>
                      </a:lnTo>
                      <a:lnTo>
                        <a:pt x="998" y="280"/>
                      </a:lnTo>
                      <a:lnTo>
                        <a:pt x="996" y="280"/>
                      </a:lnTo>
                      <a:lnTo>
                        <a:pt x="996" y="280"/>
                      </a:lnTo>
                      <a:lnTo>
                        <a:pt x="994" y="274"/>
                      </a:lnTo>
                      <a:lnTo>
                        <a:pt x="994" y="274"/>
                      </a:lnTo>
                      <a:lnTo>
                        <a:pt x="990" y="274"/>
                      </a:lnTo>
                      <a:lnTo>
                        <a:pt x="990" y="274"/>
                      </a:lnTo>
                      <a:lnTo>
                        <a:pt x="992" y="278"/>
                      </a:lnTo>
                      <a:lnTo>
                        <a:pt x="994" y="284"/>
                      </a:lnTo>
                      <a:lnTo>
                        <a:pt x="996" y="284"/>
                      </a:lnTo>
                      <a:lnTo>
                        <a:pt x="996" y="284"/>
                      </a:lnTo>
                      <a:lnTo>
                        <a:pt x="996" y="284"/>
                      </a:lnTo>
                      <a:lnTo>
                        <a:pt x="996" y="286"/>
                      </a:lnTo>
                      <a:lnTo>
                        <a:pt x="996" y="286"/>
                      </a:lnTo>
                      <a:lnTo>
                        <a:pt x="996" y="288"/>
                      </a:lnTo>
                      <a:lnTo>
                        <a:pt x="996" y="288"/>
                      </a:lnTo>
                      <a:lnTo>
                        <a:pt x="992" y="288"/>
                      </a:lnTo>
                      <a:lnTo>
                        <a:pt x="990" y="286"/>
                      </a:lnTo>
                      <a:lnTo>
                        <a:pt x="990" y="286"/>
                      </a:lnTo>
                      <a:lnTo>
                        <a:pt x="988" y="286"/>
                      </a:lnTo>
                      <a:lnTo>
                        <a:pt x="986" y="286"/>
                      </a:lnTo>
                      <a:lnTo>
                        <a:pt x="986" y="286"/>
                      </a:lnTo>
                      <a:lnTo>
                        <a:pt x="990" y="294"/>
                      </a:lnTo>
                      <a:lnTo>
                        <a:pt x="992" y="296"/>
                      </a:lnTo>
                      <a:lnTo>
                        <a:pt x="998" y="296"/>
                      </a:lnTo>
                      <a:lnTo>
                        <a:pt x="998" y="296"/>
                      </a:lnTo>
                      <a:lnTo>
                        <a:pt x="998" y="302"/>
                      </a:lnTo>
                      <a:lnTo>
                        <a:pt x="1000" y="306"/>
                      </a:lnTo>
                      <a:lnTo>
                        <a:pt x="1000" y="306"/>
                      </a:lnTo>
                      <a:lnTo>
                        <a:pt x="1004" y="308"/>
                      </a:lnTo>
                      <a:lnTo>
                        <a:pt x="1004" y="308"/>
                      </a:lnTo>
                      <a:lnTo>
                        <a:pt x="1004" y="310"/>
                      </a:lnTo>
                      <a:lnTo>
                        <a:pt x="1006" y="312"/>
                      </a:lnTo>
                      <a:lnTo>
                        <a:pt x="1006" y="312"/>
                      </a:lnTo>
                      <a:lnTo>
                        <a:pt x="1008" y="312"/>
                      </a:lnTo>
                      <a:lnTo>
                        <a:pt x="1010" y="312"/>
                      </a:lnTo>
                      <a:lnTo>
                        <a:pt x="1010" y="312"/>
                      </a:lnTo>
                      <a:lnTo>
                        <a:pt x="1014" y="316"/>
                      </a:lnTo>
                      <a:lnTo>
                        <a:pt x="1014" y="316"/>
                      </a:lnTo>
                      <a:lnTo>
                        <a:pt x="1014" y="320"/>
                      </a:lnTo>
                      <a:lnTo>
                        <a:pt x="1014" y="320"/>
                      </a:lnTo>
                      <a:lnTo>
                        <a:pt x="1016" y="318"/>
                      </a:lnTo>
                      <a:lnTo>
                        <a:pt x="1020" y="318"/>
                      </a:lnTo>
                      <a:lnTo>
                        <a:pt x="1020" y="318"/>
                      </a:lnTo>
                      <a:lnTo>
                        <a:pt x="1020" y="320"/>
                      </a:lnTo>
                      <a:lnTo>
                        <a:pt x="1022" y="322"/>
                      </a:lnTo>
                      <a:lnTo>
                        <a:pt x="1022" y="322"/>
                      </a:lnTo>
                      <a:lnTo>
                        <a:pt x="1022" y="322"/>
                      </a:lnTo>
                      <a:lnTo>
                        <a:pt x="1024" y="322"/>
                      </a:lnTo>
                      <a:lnTo>
                        <a:pt x="1024" y="322"/>
                      </a:lnTo>
                      <a:lnTo>
                        <a:pt x="1022" y="320"/>
                      </a:lnTo>
                      <a:lnTo>
                        <a:pt x="1022" y="318"/>
                      </a:lnTo>
                      <a:lnTo>
                        <a:pt x="1022" y="318"/>
                      </a:lnTo>
                      <a:lnTo>
                        <a:pt x="1020" y="318"/>
                      </a:lnTo>
                      <a:lnTo>
                        <a:pt x="1022" y="318"/>
                      </a:lnTo>
                      <a:lnTo>
                        <a:pt x="1022" y="316"/>
                      </a:lnTo>
                      <a:lnTo>
                        <a:pt x="1022" y="316"/>
                      </a:lnTo>
                      <a:lnTo>
                        <a:pt x="1024" y="318"/>
                      </a:lnTo>
                      <a:lnTo>
                        <a:pt x="1026" y="318"/>
                      </a:lnTo>
                      <a:lnTo>
                        <a:pt x="1026" y="318"/>
                      </a:lnTo>
                      <a:lnTo>
                        <a:pt x="1030" y="328"/>
                      </a:lnTo>
                      <a:lnTo>
                        <a:pt x="1030" y="328"/>
                      </a:lnTo>
                      <a:lnTo>
                        <a:pt x="1030" y="330"/>
                      </a:lnTo>
                      <a:lnTo>
                        <a:pt x="1028" y="332"/>
                      </a:lnTo>
                      <a:lnTo>
                        <a:pt x="1028" y="332"/>
                      </a:lnTo>
                      <a:lnTo>
                        <a:pt x="1024" y="330"/>
                      </a:lnTo>
                      <a:lnTo>
                        <a:pt x="1024" y="330"/>
                      </a:lnTo>
                      <a:lnTo>
                        <a:pt x="1024" y="330"/>
                      </a:lnTo>
                      <a:lnTo>
                        <a:pt x="1024" y="332"/>
                      </a:lnTo>
                      <a:lnTo>
                        <a:pt x="1024" y="332"/>
                      </a:lnTo>
                      <a:lnTo>
                        <a:pt x="1026" y="338"/>
                      </a:lnTo>
                      <a:lnTo>
                        <a:pt x="1020" y="338"/>
                      </a:lnTo>
                      <a:lnTo>
                        <a:pt x="1020" y="338"/>
                      </a:lnTo>
                      <a:lnTo>
                        <a:pt x="1020" y="342"/>
                      </a:lnTo>
                      <a:lnTo>
                        <a:pt x="1020" y="342"/>
                      </a:lnTo>
                      <a:lnTo>
                        <a:pt x="1024" y="342"/>
                      </a:lnTo>
                      <a:lnTo>
                        <a:pt x="1024" y="342"/>
                      </a:lnTo>
                      <a:lnTo>
                        <a:pt x="1026" y="350"/>
                      </a:lnTo>
                      <a:lnTo>
                        <a:pt x="1026" y="350"/>
                      </a:lnTo>
                      <a:lnTo>
                        <a:pt x="1030" y="348"/>
                      </a:lnTo>
                      <a:lnTo>
                        <a:pt x="1030" y="350"/>
                      </a:lnTo>
                      <a:lnTo>
                        <a:pt x="1030" y="350"/>
                      </a:lnTo>
                      <a:lnTo>
                        <a:pt x="1026" y="352"/>
                      </a:lnTo>
                      <a:lnTo>
                        <a:pt x="1026" y="352"/>
                      </a:lnTo>
                      <a:lnTo>
                        <a:pt x="1022" y="346"/>
                      </a:lnTo>
                      <a:lnTo>
                        <a:pt x="1018" y="344"/>
                      </a:lnTo>
                      <a:lnTo>
                        <a:pt x="1018" y="344"/>
                      </a:lnTo>
                      <a:lnTo>
                        <a:pt x="1018" y="344"/>
                      </a:lnTo>
                      <a:lnTo>
                        <a:pt x="1016" y="346"/>
                      </a:lnTo>
                      <a:lnTo>
                        <a:pt x="1016" y="346"/>
                      </a:lnTo>
                      <a:lnTo>
                        <a:pt x="1016" y="342"/>
                      </a:lnTo>
                      <a:lnTo>
                        <a:pt x="1014" y="342"/>
                      </a:lnTo>
                      <a:lnTo>
                        <a:pt x="1014" y="342"/>
                      </a:lnTo>
                      <a:lnTo>
                        <a:pt x="1010" y="340"/>
                      </a:lnTo>
                      <a:lnTo>
                        <a:pt x="1004" y="342"/>
                      </a:lnTo>
                      <a:lnTo>
                        <a:pt x="1004" y="342"/>
                      </a:lnTo>
                      <a:lnTo>
                        <a:pt x="1002" y="342"/>
                      </a:lnTo>
                      <a:lnTo>
                        <a:pt x="1002" y="344"/>
                      </a:lnTo>
                      <a:lnTo>
                        <a:pt x="1002" y="344"/>
                      </a:lnTo>
                      <a:lnTo>
                        <a:pt x="998" y="340"/>
                      </a:lnTo>
                      <a:lnTo>
                        <a:pt x="994" y="338"/>
                      </a:lnTo>
                      <a:lnTo>
                        <a:pt x="992" y="338"/>
                      </a:lnTo>
                      <a:lnTo>
                        <a:pt x="992" y="338"/>
                      </a:lnTo>
                      <a:lnTo>
                        <a:pt x="992" y="342"/>
                      </a:lnTo>
                      <a:lnTo>
                        <a:pt x="992" y="342"/>
                      </a:lnTo>
                      <a:lnTo>
                        <a:pt x="988" y="342"/>
                      </a:lnTo>
                      <a:lnTo>
                        <a:pt x="984" y="338"/>
                      </a:lnTo>
                      <a:lnTo>
                        <a:pt x="980" y="336"/>
                      </a:lnTo>
                      <a:lnTo>
                        <a:pt x="974" y="336"/>
                      </a:lnTo>
                      <a:lnTo>
                        <a:pt x="974" y="336"/>
                      </a:lnTo>
                      <a:lnTo>
                        <a:pt x="972" y="340"/>
                      </a:lnTo>
                      <a:lnTo>
                        <a:pt x="972" y="340"/>
                      </a:lnTo>
                      <a:lnTo>
                        <a:pt x="972" y="338"/>
                      </a:lnTo>
                      <a:lnTo>
                        <a:pt x="972" y="340"/>
                      </a:lnTo>
                      <a:lnTo>
                        <a:pt x="972" y="342"/>
                      </a:lnTo>
                      <a:lnTo>
                        <a:pt x="972" y="342"/>
                      </a:lnTo>
                      <a:lnTo>
                        <a:pt x="980" y="348"/>
                      </a:lnTo>
                      <a:lnTo>
                        <a:pt x="990" y="354"/>
                      </a:lnTo>
                      <a:lnTo>
                        <a:pt x="992" y="354"/>
                      </a:lnTo>
                      <a:lnTo>
                        <a:pt x="992" y="354"/>
                      </a:lnTo>
                      <a:lnTo>
                        <a:pt x="992" y="356"/>
                      </a:lnTo>
                      <a:lnTo>
                        <a:pt x="992" y="356"/>
                      </a:lnTo>
                      <a:lnTo>
                        <a:pt x="994" y="356"/>
                      </a:lnTo>
                      <a:lnTo>
                        <a:pt x="1000" y="356"/>
                      </a:lnTo>
                      <a:lnTo>
                        <a:pt x="1000" y="356"/>
                      </a:lnTo>
                      <a:lnTo>
                        <a:pt x="1004" y="360"/>
                      </a:lnTo>
                      <a:lnTo>
                        <a:pt x="1006" y="360"/>
                      </a:lnTo>
                      <a:lnTo>
                        <a:pt x="1006" y="360"/>
                      </a:lnTo>
                      <a:lnTo>
                        <a:pt x="1006" y="366"/>
                      </a:lnTo>
                      <a:lnTo>
                        <a:pt x="1006" y="366"/>
                      </a:lnTo>
                      <a:lnTo>
                        <a:pt x="1012" y="366"/>
                      </a:lnTo>
                      <a:lnTo>
                        <a:pt x="1018" y="368"/>
                      </a:lnTo>
                      <a:lnTo>
                        <a:pt x="1018" y="368"/>
                      </a:lnTo>
                      <a:lnTo>
                        <a:pt x="1020" y="368"/>
                      </a:lnTo>
                      <a:lnTo>
                        <a:pt x="1020" y="370"/>
                      </a:lnTo>
                      <a:lnTo>
                        <a:pt x="1018" y="370"/>
                      </a:lnTo>
                      <a:lnTo>
                        <a:pt x="1018" y="372"/>
                      </a:lnTo>
                      <a:lnTo>
                        <a:pt x="1018" y="372"/>
                      </a:lnTo>
                      <a:lnTo>
                        <a:pt x="1018" y="376"/>
                      </a:lnTo>
                      <a:lnTo>
                        <a:pt x="1016" y="378"/>
                      </a:lnTo>
                      <a:lnTo>
                        <a:pt x="1016" y="378"/>
                      </a:lnTo>
                      <a:lnTo>
                        <a:pt x="1008" y="376"/>
                      </a:lnTo>
                      <a:lnTo>
                        <a:pt x="1008" y="376"/>
                      </a:lnTo>
                      <a:lnTo>
                        <a:pt x="1006" y="376"/>
                      </a:lnTo>
                      <a:lnTo>
                        <a:pt x="1006" y="376"/>
                      </a:lnTo>
                      <a:lnTo>
                        <a:pt x="1006" y="376"/>
                      </a:lnTo>
                      <a:lnTo>
                        <a:pt x="998" y="372"/>
                      </a:lnTo>
                      <a:lnTo>
                        <a:pt x="998" y="372"/>
                      </a:lnTo>
                      <a:lnTo>
                        <a:pt x="994" y="372"/>
                      </a:lnTo>
                      <a:lnTo>
                        <a:pt x="988" y="374"/>
                      </a:lnTo>
                      <a:lnTo>
                        <a:pt x="988" y="374"/>
                      </a:lnTo>
                      <a:lnTo>
                        <a:pt x="984" y="370"/>
                      </a:lnTo>
                      <a:lnTo>
                        <a:pt x="984" y="370"/>
                      </a:lnTo>
                      <a:lnTo>
                        <a:pt x="982" y="372"/>
                      </a:lnTo>
                      <a:lnTo>
                        <a:pt x="982" y="374"/>
                      </a:lnTo>
                      <a:lnTo>
                        <a:pt x="982" y="374"/>
                      </a:lnTo>
                      <a:lnTo>
                        <a:pt x="970" y="370"/>
                      </a:lnTo>
                      <a:lnTo>
                        <a:pt x="970" y="370"/>
                      </a:lnTo>
                      <a:lnTo>
                        <a:pt x="968" y="372"/>
                      </a:lnTo>
                      <a:lnTo>
                        <a:pt x="968" y="372"/>
                      </a:lnTo>
                      <a:lnTo>
                        <a:pt x="964" y="368"/>
                      </a:lnTo>
                      <a:lnTo>
                        <a:pt x="964" y="368"/>
                      </a:lnTo>
                      <a:lnTo>
                        <a:pt x="962" y="374"/>
                      </a:lnTo>
                      <a:lnTo>
                        <a:pt x="962" y="374"/>
                      </a:lnTo>
                      <a:lnTo>
                        <a:pt x="954" y="374"/>
                      </a:lnTo>
                      <a:lnTo>
                        <a:pt x="954" y="374"/>
                      </a:lnTo>
                      <a:lnTo>
                        <a:pt x="952" y="372"/>
                      </a:lnTo>
                      <a:lnTo>
                        <a:pt x="952" y="370"/>
                      </a:lnTo>
                      <a:lnTo>
                        <a:pt x="952" y="370"/>
                      </a:lnTo>
                      <a:lnTo>
                        <a:pt x="948" y="372"/>
                      </a:lnTo>
                      <a:lnTo>
                        <a:pt x="946" y="374"/>
                      </a:lnTo>
                      <a:lnTo>
                        <a:pt x="946" y="374"/>
                      </a:lnTo>
                      <a:lnTo>
                        <a:pt x="940" y="370"/>
                      </a:lnTo>
                      <a:lnTo>
                        <a:pt x="940" y="370"/>
                      </a:lnTo>
                      <a:lnTo>
                        <a:pt x="936" y="370"/>
                      </a:lnTo>
                      <a:lnTo>
                        <a:pt x="936" y="368"/>
                      </a:lnTo>
                      <a:lnTo>
                        <a:pt x="936" y="368"/>
                      </a:lnTo>
                      <a:lnTo>
                        <a:pt x="946" y="364"/>
                      </a:lnTo>
                      <a:lnTo>
                        <a:pt x="946" y="364"/>
                      </a:lnTo>
                      <a:lnTo>
                        <a:pt x="946" y="362"/>
                      </a:lnTo>
                      <a:lnTo>
                        <a:pt x="948" y="362"/>
                      </a:lnTo>
                      <a:lnTo>
                        <a:pt x="948" y="362"/>
                      </a:lnTo>
                      <a:lnTo>
                        <a:pt x="946" y="360"/>
                      </a:lnTo>
                      <a:lnTo>
                        <a:pt x="946" y="360"/>
                      </a:lnTo>
                      <a:lnTo>
                        <a:pt x="942" y="360"/>
                      </a:lnTo>
                      <a:lnTo>
                        <a:pt x="942" y="360"/>
                      </a:lnTo>
                      <a:lnTo>
                        <a:pt x="942" y="358"/>
                      </a:lnTo>
                      <a:lnTo>
                        <a:pt x="940" y="358"/>
                      </a:lnTo>
                      <a:lnTo>
                        <a:pt x="940" y="358"/>
                      </a:lnTo>
                      <a:lnTo>
                        <a:pt x="940" y="362"/>
                      </a:lnTo>
                      <a:lnTo>
                        <a:pt x="940" y="362"/>
                      </a:lnTo>
                      <a:lnTo>
                        <a:pt x="938" y="362"/>
                      </a:lnTo>
                      <a:lnTo>
                        <a:pt x="938" y="362"/>
                      </a:lnTo>
                      <a:lnTo>
                        <a:pt x="934" y="360"/>
                      </a:lnTo>
                      <a:lnTo>
                        <a:pt x="934" y="358"/>
                      </a:lnTo>
                      <a:lnTo>
                        <a:pt x="934" y="358"/>
                      </a:lnTo>
                      <a:lnTo>
                        <a:pt x="932" y="360"/>
                      </a:lnTo>
                      <a:lnTo>
                        <a:pt x="930" y="360"/>
                      </a:lnTo>
                      <a:lnTo>
                        <a:pt x="930" y="360"/>
                      </a:lnTo>
                      <a:lnTo>
                        <a:pt x="928" y="348"/>
                      </a:lnTo>
                      <a:lnTo>
                        <a:pt x="928" y="348"/>
                      </a:lnTo>
                      <a:lnTo>
                        <a:pt x="924" y="348"/>
                      </a:lnTo>
                      <a:lnTo>
                        <a:pt x="924" y="348"/>
                      </a:lnTo>
                      <a:lnTo>
                        <a:pt x="920" y="336"/>
                      </a:lnTo>
                      <a:lnTo>
                        <a:pt x="920" y="336"/>
                      </a:lnTo>
                      <a:lnTo>
                        <a:pt x="916" y="336"/>
                      </a:lnTo>
                      <a:lnTo>
                        <a:pt x="916" y="336"/>
                      </a:lnTo>
                      <a:lnTo>
                        <a:pt x="914" y="340"/>
                      </a:lnTo>
                      <a:lnTo>
                        <a:pt x="914" y="340"/>
                      </a:lnTo>
                      <a:lnTo>
                        <a:pt x="914" y="336"/>
                      </a:lnTo>
                      <a:lnTo>
                        <a:pt x="914" y="336"/>
                      </a:lnTo>
                      <a:lnTo>
                        <a:pt x="908" y="334"/>
                      </a:lnTo>
                      <a:lnTo>
                        <a:pt x="908" y="334"/>
                      </a:lnTo>
                      <a:lnTo>
                        <a:pt x="908" y="330"/>
                      </a:lnTo>
                      <a:lnTo>
                        <a:pt x="908" y="330"/>
                      </a:lnTo>
                      <a:lnTo>
                        <a:pt x="906" y="330"/>
                      </a:lnTo>
                      <a:lnTo>
                        <a:pt x="906" y="330"/>
                      </a:lnTo>
                      <a:lnTo>
                        <a:pt x="906" y="332"/>
                      </a:lnTo>
                      <a:lnTo>
                        <a:pt x="906" y="334"/>
                      </a:lnTo>
                      <a:lnTo>
                        <a:pt x="906" y="334"/>
                      </a:lnTo>
                      <a:lnTo>
                        <a:pt x="902" y="336"/>
                      </a:lnTo>
                      <a:lnTo>
                        <a:pt x="902" y="336"/>
                      </a:lnTo>
                      <a:lnTo>
                        <a:pt x="898" y="330"/>
                      </a:lnTo>
                      <a:lnTo>
                        <a:pt x="898" y="330"/>
                      </a:lnTo>
                      <a:lnTo>
                        <a:pt x="898" y="326"/>
                      </a:lnTo>
                      <a:lnTo>
                        <a:pt x="896" y="326"/>
                      </a:lnTo>
                      <a:lnTo>
                        <a:pt x="896" y="326"/>
                      </a:lnTo>
                      <a:lnTo>
                        <a:pt x="896" y="328"/>
                      </a:lnTo>
                      <a:lnTo>
                        <a:pt x="894" y="330"/>
                      </a:lnTo>
                      <a:lnTo>
                        <a:pt x="894" y="332"/>
                      </a:lnTo>
                      <a:lnTo>
                        <a:pt x="894" y="332"/>
                      </a:lnTo>
                      <a:lnTo>
                        <a:pt x="900" y="336"/>
                      </a:lnTo>
                      <a:lnTo>
                        <a:pt x="900" y="336"/>
                      </a:lnTo>
                      <a:lnTo>
                        <a:pt x="900" y="340"/>
                      </a:lnTo>
                      <a:lnTo>
                        <a:pt x="900" y="340"/>
                      </a:lnTo>
                      <a:lnTo>
                        <a:pt x="898" y="340"/>
                      </a:lnTo>
                      <a:lnTo>
                        <a:pt x="898" y="342"/>
                      </a:lnTo>
                      <a:lnTo>
                        <a:pt x="898" y="342"/>
                      </a:lnTo>
                      <a:lnTo>
                        <a:pt x="890" y="340"/>
                      </a:lnTo>
                      <a:lnTo>
                        <a:pt x="888" y="336"/>
                      </a:lnTo>
                      <a:lnTo>
                        <a:pt x="888" y="336"/>
                      </a:lnTo>
                      <a:lnTo>
                        <a:pt x="886" y="340"/>
                      </a:lnTo>
                      <a:lnTo>
                        <a:pt x="886" y="340"/>
                      </a:lnTo>
                      <a:lnTo>
                        <a:pt x="884" y="340"/>
                      </a:lnTo>
                      <a:lnTo>
                        <a:pt x="884" y="340"/>
                      </a:lnTo>
                      <a:lnTo>
                        <a:pt x="884" y="344"/>
                      </a:lnTo>
                      <a:lnTo>
                        <a:pt x="884" y="344"/>
                      </a:lnTo>
                      <a:lnTo>
                        <a:pt x="880" y="344"/>
                      </a:lnTo>
                      <a:lnTo>
                        <a:pt x="878" y="344"/>
                      </a:lnTo>
                      <a:lnTo>
                        <a:pt x="876" y="348"/>
                      </a:lnTo>
                      <a:lnTo>
                        <a:pt x="876" y="348"/>
                      </a:lnTo>
                      <a:lnTo>
                        <a:pt x="868" y="348"/>
                      </a:lnTo>
                      <a:lnTo>
                        <a:pt x="866" y="346"/>
                      </a:lnTo>
                      <a:lnTo>
                        <a:pt x="866" y="346"/>
                      </a:lnTo>
                      <a:lnTo>
                        <a:pt x="864" y="346"/>
                      </a:lnTo>
                      <a:lnTo>
                        <a:pt x="862" y="348"/>
                      </a:lnTo>
                      <a:lnTo>
                        <a:pt x="862" y="346"/>
                      </a:lnTo>
                      <a:lnTo>
                        <a:pt x="862" y="346"/>
                      </a:lnTo>
                      <a:lnTo>
                        <a:pt x="858" y="344"/>
                      </a:lnTo>
                      <a:lnTo>
                        <a:pt x="856" y="344"/>
                      </a:lnTo>
                      <a:lnTo>
                        <a:pt x="856" y="344"/>
                      </a:lnTo>
                      <a:lnTo>
                        <a:pt x="854" y="338"/>
                      </a:lnTo>
                      <a:lnTo>
                        <a:pt x="854" y="338"/>
                      </a:lnTo>
                      <a:lnTo>
                        <a:pt x="856" y="334"/>
                      </a:lnTo>
                      <a:lnTo>
                        <a:pt x="858" y="330"/>
                      </a:lnTo>
                      <a:lnTo>
                        <a:pt x="858" y="330"/>
                      </a:lnTo>
                      <a:lnTo>
                        <a:pt x="856" y="330"/>
                      </a:lnTo>
                      <a:lnTo>
                        <a:pt x="856" y="326"/>
                      </a:lnTo>
                      <a:lnTo>
                        <a:pt x="856" y="326"/>
                      </a:lnTo>
                      <a:lnTo>
                        <a:pt x="860" y="316"/>
                      </a:lnTo>
                      <a:lnTo>
                        <a:pt x="860" y="316"/>
                      </a:lnTo>
                      <a:lnTo>
                        <a:pt x="872" y="316"/>
                      </a:lnTo>
                      <a:lnTo>
                        <a:pt x="872" y="316"/>
                      </a:lnTo>
                      <a:lnTo>
                        <a:pt x="876" y="318"/>
                      </a:lnTo>
                      <a:lnTo>
                        <a:pt x="880" y="318"/>
                      </a:lnTo>
                      <a:lnTo>
                        <a:pt x="880" y="316"/>
                      </a:lnTo>
                      <a:lnTo>
                        <a:pt x="880" y="316"/>
                      </a:lnTo>
                      <a:lnTo>
                        <a:pt x="886" y="316"/>
                      </a:lnTo>
                      <a:lnTo>
                        <a:pt x="886" y="316"/>
                      </a:lnTo>
                      <a:lnTo>
                        <a:pt x="886" y="316"/>
                      </a:lnTo>
                      <a:lnTo>
                        <a:pt x="888" y="314"/>
                      </a:lnTo>
                      <a:lnTo>
                        <a:pt x="888" y="314"/>
                      </a:lnTo>
                      <a:lnTo>
                        <a:pt x="888" y="314"/>
                      </a:lnTo>
                      <a:lnTo>
                        <a:pt x="890" y="314"/>
                      </a:lnTo>
                      <a:lnTo>
                        <a:pt x="892" y="316"/>
                      </a:lnTo>
                      <a:lnTo>
                        <a:pt x="892" y="314"/>
                      </a:lnTo>
                      <a:lnTo>
                        <a:pt x="892" y="314"/>
                      </a:lnTo>
                      <a:lnTo>
                        <a:pt x="896" y="312"/>
                      </a:lnTo>
                      <a:lnTo>
                        <a:pt x="896" y="312"/>
                      </a:lnTo>
                      <a:lnTo>
                        <a:pt x="898" y="314"/>
                      </a:lnTo>
                      <a:lnTo>
                        <a:pt x="902" y="314"/>
                      </a:lnTo>
                      <a:lnTo>
                        <a:pt x="902" y="314"/>
                      </a:lnTo>
                      <a:lnTo>
                        <a:pt x="906" y="312"/>
                      </a:lnTo>
                      <a:lnTo>
                        <a:pt x="906" y="312"/>
                      </a:lnTo>
                      <a:lnTo>
                        <a:pt x="916" y="310"/>
                      </a:lnTo>
                      <a:lnTo>
                        <a:pt x="924" y="310"/>
                      </a:lnTo>
                      <a:lnTo>
                        <a:pt x="924" y="310"/>
                      </a:lnTo>
                      <a:lnTo>
                        <a:pt x="922" y="304"/>
                      </a:lnTo>
                      <a:lnTo>
                        <a:pt x="922" y="304"/>
                      </a:lnTo>
                      <a:lnTo>
                        <a:pt x="918" y="302"/>
                      </a:lnTo>
                      <a:lnTo>
                        <a:pt x="916" y="300"/>
                      </a:lnTo>
                      <a:lnTo>
                        <a:pt x="916" y="300"/>
                      </a:lnTo>
                      <a:lnTo>
                        <a:pt x="914" y="294"/>
                      </a:lnTo>
                      <a:lnTo>
                        <a:pt x="914" y="294"/>
                      </a:lnTo>
                      <a:lnTo>
                        <a:pt x="910" y="294"/>
                      </a:lnTo>
                      <a:lnTo>
                        <a:pt x="910" y="294"/>
                      </a:lnTo>
                      <a:lnTo>
                        <a:pt x="906" y="288"/>
                      </a:lnTo>
                      <a:lnTo>
                        <a:pt x="906" y="288"/>
                      </a:lnTo>
                      <a:lnTo>
                        <a:pt x="906" y="284"/>
                      </a:lnTo>
                      <a:lnTo>
                        <a:pt x="906" y="284"/>
                      </a:lnTo>
                      <a:lnTo>
                        <a:pt x="914" y="282"/>
                      </a:lnTo>
                      <a:lnTo>
                        <a:pt x="914" y="282"/>
                      </a:lnTo>
                      <a:lnTo>
                        <a:pt x="914" y="278"/>
                      </a:lnTo>
                      <a:lnTo>
                        <a:pt x="916" y="276"/>
                      </a:lnTo>
                      <a:lnTo>
                        <a:pt x="916" y="276"/>
                      </a:lnTo>
                      <a:lnTo>
                        <a:pt x="922" y="270"/>
                      </a:lnTo>
                      <a:lnTo>
                        <a:pt x="930" y="268"/>
                      </a:lnTo>
                      <a:lnTo>
                        <a:pt x="930" y="268"/>
                      </a:lnTo>
                      <a:lnTo>
                        <a:pt x="924" y="264"/>
                      </a:lnTo>
                      <a:lnTo>
                        <a:pt x="922" y="260"/>
                      </a:lnTo>
                      <a:lnTo>
                        <a:pt x="924" y="256"/>
                      </a:lnTo>
                      <a:lnTo>
                        <a:pt x="924" y="256"/>
                      </a:lnTo>
                      <a:lnTo>
                        <a:pt x="924" y="254"/>
                      </a:lnTo>
                      <a:lnTo>
                        <a:pt x="926" y="254"/>
                      </a:lnTo>
                      <a:lnTo>
                        <a:pt x="926" y="254"/>
                      </a:lnTo>
                      <a:lnTo>
                        <a:pt x="928" y="254"/>
                      </a:lnTo>
                      <a:lnTo>
                        <a:pt x="930" y="254"/>
                      </a:lnTo>
                      <a:lnTo>
                        <a:pt x="930" y="254"/>
                      </a:lnTo>
                      <a:lnTo>
                        <a:pt x="930" y="254"/>
                      </a:lnTo>
                      <a:lnTo>
                        <a:pt x="932" y="252"/>
                      </a:lnTo>
                      <a:lnTo>
                        <a:pt x="932" y="252"/>
                      </a:lnTo>
                      <a:lnTo>
                        <a:pt x="932" y="250"/>
                      </a:lnTo>
                      <a:lnTo>
                        <a:pt x="932" y="250"/>
                      </a:lnTo>
                      <a:lnTo>
                        <a:pt x="928" y="248"/>
                      </a:lnTo>
                      <a:lnTo>
                        <a:pt x="928" y="248"/>
                      </a:lnTo>
                      <a:lnTo>
                        <a:pt x="928" y="244"/>
                      </a:lnTo>
                      <a:lnTo>
                        <a:pt x="926" y="244"/>
                      </a:lnTo>
                      <a:lnTo>
                        <a:pt x="926" y="244"/>
                      </a:lnTo>
                      <a:lnTo>
                        <a:pt x="926" y="238"/>
                      </a:lnTo>
                      <a:lnTo>
                        <a:pt x="926" y="232"/>
                      </a:lnTo>
                      <a:lnTo>
                        <a:pt x="926" y="232"/>
                      </a:lnTo>
                      <a:lnTo>
                        <a:pt x="924" y="232"/>
                      </a:lnTo>
                      <a:lnTo>
                        <a:pt x="922" y="232"/>
                      </a:lnTo>
                      <a:lnTo>
                        <a:pt x="922" y="232"/>
                      </a:lnTo>
                      <a:lnTo>
                        <a:pt x="920" y="228"/>
                      </a:lnTo>
                      <a:lnTo>
                        <a:pt x="920" y="228"/>
                      </a:lnTo>
                      <a:lnTo>
                        <a:pt x="922" y="228"/>
                      </a:lnTo>
                      <a:lnTo>
                        <a:pt x="922" y="228"/>
                      </a:lnTo>
                      <a:lnTo>
                        <a:pt x="920" y="226"/>
                      </a:lnTo>
                      <a:lnTo>
                        <a:pt x="920" y="226"/>
                      </a:lnTo>
                      <a:lnTo>
                        <a:pt x="914" y="226"/>
                      </a:lnTo>
                      <a:lnTo>
                        <a:pt x="914" y="224"/>
                      </a:lnTo>
                      <a:lnTo>
                        <a:pt x="914" y="224"/>
                      </a:lnTo>
                      <a:lnTo>
                        <a:pt x="914" y="222"/>
                      </a:lnTo>
                      <a:lnTo>
                        <a:pt x="914" y="220"/>
                      </a:lnTo>
                      <a:lnTo>
                        <a:pt x="914" y="220"/>
                      </a:lnTo>
                      <a:lnTo>
                        <a:pt x="912" y="220"/>
                      </a:lnTo>
                      <a:lnTo>
                        <a:pt x="912" y="220"/>
                      </a:lnTo>
                      <a:lnTo>
                        <a:pt x="912" y="218"/>
                      </a:lnTo>
                      <a:lnTo>
                        <a:pt x="912" y="218"/>
                      </a:lnTo>
                      <a:lnTo>
                        <a:pt x="916" y="216"/>
                      </a:lnTo>
                      <a:lnTo>
                        <a:pt x="916" y="216"/>
                      </a:lnTo>
                      <a:lnTo>
                        <a:pt x="916" y="212"/>
                      </a:lnTo>
                      <a:lnTo>
                        <a:pt x="916" y="210"/>
                      </a:lnTo>
                      <a:lnTo>
                        <a:pt x="916" y="210"/>
                      </a:lnTo>
                      <a:lnTo>
                        <a:pt x="914" y="210"/>
                      </a:lnTo>
                      <a:lnTo>
                        <a:pt x="914" y="212"/>
                      </a:lnTo>
                      <a:lnTo>
                        <a:pt x="912" y="214"/>
                      </a:lnTo>
                      <a:lnTo>
                        <a:pt x="912" y="214"/>
                      </a:lnTo>
                      <a:lnTo>
                        <a:pt x="910" y="214"/>
                      </a:lnTo>
                      <a:lnTo>
                        <a:pt x="908" y="212"/>
                      </a:lnTo>
                      <a:lnTo>
                        <a:pt x="908" y="212"/>
                      </a:lnTo>
                      <a:lnTo>
                        <a:pt x="902" y="218"/>
                      </a:lnTo>
                      <a:lnTo>
                        <a:pt x="896" y="224"/>
                      </a:lnTo>
                      <a:lnTo>
                        <a:pt x="896" y="224"/>
                      </a:lnTo>
                      <a:lnTo>
                        <a:pt x="894" y="224"/>
                      </a:lnTo>
                      <a:lnTo>
                        <a:pt x="894" y="224"/>
                      </a:lnTo>
                      <a:lnTo>
                        <a:pt x="894" y="220"/>
                      </a:lnTo>
                      <a:lnTo>
                        <a:pt x="894" y="218"/>
                      </a:lnTo>
                      <a:lnTo>
                        <a:pt x="894" y="218"/>
                      </a:lnTo>
                      <a:lnTo>
                        <a:pt x="890" y="218"/>
                      </a:lnTo>
                      <a:lnTo>
                        <a:pt x="890" y="218"/>
                      </a:lnTo>
                      <a:lnTo>
                        <a:pt x="888" y="214"/>
                      </a:lnTo>
                      <a:lnTo>
                        <a:pt x="890" y="212"/>
                      </a:lnTo>
                      <a:lnTo>
                        <a:pt x="890" y="212"/>
                      </a:lnTo>
                      <a:lnTo>
                        <a:pt x="890" y="212"/>
                      </a:lnTo>
                      <a:lnTo>
                        <a:pt x="892" y="208"/>
                      </a:lnTo>
                      <a:lnTo>
                        <a:pt x="892" y="208"/>
                      </a:lnTo>
                      <a:lnTo>
                        <a:pt x="892" y="206"/>
                      </a:lnTo>
                      <a:lnTo>
                        <a:pt x="892" y="206"/>
                      </a:lnTo>
                      <a:lnTo>
                        <a:pt x="896" y="206"/>
                      </a:lnTo>
                      <a:lnTo>
                        <a:pt x="896" y="206"/>
                      </a:lnTo>
                      <a:lnTo>
                        <a:pt x="896" y="208"/>
                      </a:lnTo>
                      <a:lnTo>
                        <a:pt x="896" y="208"/>
                      </a:lnTo>
                      <a:lnTo>
                        <a:pt x="898" y="206"/>
                      </a:lnTo>
                      <a:lnTo>
                        <a:pt x="896" y="204"/>
                      </a:lnTo>
                      <a:lnTo>
                        <a:pt x="896" y="204"/>
                      </a:lnTo>
                      <a:lnTo>
                        <a:pt x="890" y="202"/>
                      </a:lnTo>
                      <a:lnTo>
                        <a:pt x="890" y="202"/>
                      </a:lnTo>
                      <a:lnTo>
                        <a:pt x="888" y="200"/>
                      </a:lnTo>
                      <a:lnTo>
                        <a:pt x="888" y="200"/>
                      </a:lnTo>
                      <a:lnTo>
                        <a:pt x="888" y="200"/>
                      </a:lnTo>
                      <a:lnTo>
                        <a:pt x="888" y="194"/>
                      </a:lnTo>
                      <a:lnTo>
                        <a:pt x="888" y="194"/>
                      </a:lnTo>
                      <a:lnTo>
                        <a:pt x="888" y="194"/>
                      </a:lnTo>
                      <a:lnTo>
                        <a:pt x="888" y="192"/>
                      </a:lnTo>
                      <a:lnTo>
                        <a:pt x="888" y="192"/>
                      </a:lnTo>
                      <a:lnTo>
                        <a:pt x="894" y="192"/>
                      </a:lnTo>
                      <a:lnTo>
                        <a:pt x="892" y="188"/>
                      </a:lnTo>
                      <a:lnTo>
                        <a:pt x="892" y="188"/>
                      </a:lnTo>
                      <a:lnTo>
                        <a:pt x="886" y="188"/>
                      </a:lnTo>
                      <a:lnTo>
                        <a:pt x="884" y="194"/>
                      </a:lnTo>
                      <a:lnTo>
                        <a:pt x="884" y="194"/>
                      </a:lnTo>
                      <a:lnTo>
                        <a:pt x="880" y="194"/>
                      </a:lnTo>
                      <a:lnTo>
                        <a:pt x="880" y="194"/>
                      </a:lnTo>
                      <a:lnTo>
                        <a:pt x="882" y="188"/>
                      </a:lnTo>
                      <a:lnTo>
                        <a:pt x="882" y="188"/>
                      </a:lnTo>
                      <a:lnTo>
                        <a:pt x="878" y="188"/>
                      </a:lnTo>
                      <a:lnTo>
                        <a:pt x="878" y="188"/>
                      </a:lnTo>
                      <a:lnTo>
                        <a:pt x="878" y="186"/>
                      </a:lnTo>
                      <a:lnTo>
                        <a:pt x="876" y="184"/>
                      </a:lnTo>
                      <a:lnTo>
                        <a:pt x="876" y="184"/>
                      </a:lnTo>
                      <a:lnTo>
                        <a:pt x="874" y="184"/>
                      </a:lnTo>
                      <a:lnTo>
                        <a:pt x="872" y="182"/>
                      </a:lnTo>
                      <a:lnTo>
                        <a:pt x="872" y="182"/>
                      </a:lnTo>
                      <a:lnTo>
                        <a:pt x="872" y="184"/>
                      </a:lnTo>
                      <a:lnTo>
                        <a:pt x="872" y="184"/>
                      </a:lnTo>
                      <a:lnTo>
                        <a:pt x="868" y="184"/>
                      </a:lnTo>
                      <a:lnTo>
                        <a:pt x="868" y="184"/>
                      </a:lnTo>
                      <a:lnTo>
                        <a:pt x="868" y="190"/>
                      </a:lnTo>
                      <a:lnTo>
                        <a:pt x="866" y="190"/>
                      </a:lnTo>
                      <a:lnTo>
                        <a:pt x="866" y="190"/>
                      </a:lnTo>
                      <a:lnTo>
                        <a:pt x="862" y="174"/>
                      </a:lnTo>
                      <a:lnTo>
                        <a:pt x="862" y="174"/>
                      </a:lnTo>
                      <a:lnTo>
                        <a:pt x="858" y="174"/>
                      </a:lnTo>
                      <a:lnTo>
                        <a:pt x="858" y="178"/>
                      </a:lnTo>
                      <a:lnTo>
                        <a:pt x="858" y="178"/>
                      </a:lnTo>
                      <a:lnTo>
                        <a:pt x="854" y="176"/>
                      </a:lnTo>
                      <a:lnTo>
                        <a:pt x="854" y="176"/>
                      </a:lnTo>
                      <a:lnTo>
                        <a:pt x="850" y="168"/>
                      </a:lnTo>
                      <a:lnTo>
                        <a:pt x="850" y="168"/>
                      </a:lnTo>
                      <a:lnTo>
                        <a:pt x="842" y="172"/>
                      </a:lnTo>
                      <a:lnTo>
                        <a:pt x="842" y="172"/>
                      </a:lnTo>
                      <a:lnTo>
                        <a:pt x="842" y="176"/>
                      </a:lnTo>
                      <a:lnTo>
                        <a:pt x="842" y="176"/>
                      </a:lnTo>
                      <a:lnTo>
                        <a:pt x="846" y="176"/>
                      </a:lnTo>
                      <a:lnTo>
                        <a:pt x="846" y="176"/>
                      </a:lnTo>
                      <a:lnTo>
                        <a:pt x="848" y="172"/>
                      </a:lnTo>
                      <a:lnTo>
                        <a:pt x="850" y="172"/>
                      </a:lnTo>
                      <a:lnTo>
                        <a:pt x="850" y="172"/>
                      </a:lnTo>
                      <a:lnTo>
                        <a:pt x="852" y="180"/>
                      </a:lnTo>
                      <a:lnTo>
                        <a:pt x="852" y="180"/>
                      </a:lnTo>
                      <a:lnTo>
                        <a:pt x="850" y="182"/>
                      </a:lnTo>
                      <a:lnTo>
                        <a:pt x="850" y="182"/>
                      </a:lnTo>
                      <a:lnTo>
                        <a:pt x="846" y="182"/>
                      </a:lnTo>
                      <a:lnTo>
                        <a:pt x="846" y="182"/>
                      </a:lnTo>
                      <a:lnTo>
                        <a:pt x="846" y="182"/>
                      </a:lnTo>
                      <a:lnTo>
                        <a:pt x="840" y="184"/>
                      </a:lnTo>
                      <a:lnTo>
                        <a:pt x="838" y="182"/>
                      </a:lnTo>
                      <a:lnTo>
                        <a:pt x="834" y="180"/>
                      </a:lnTo>
                      <a:lnTo>
                        <a:pt x="834" y="180"/>
                      </a:lnTo>
                      <a:lnTo>
                        <a:pt x="832" y="178"/>
                      </a:lnTo>
                      <a:lnTo>
                        <a:pt x="830" y="176"/>
                      </a:lnTo>
                      <a:lnTo>
                        <a:pt x="830" y="176"/>
                      </a:lnTo>
                      <a:lnTo>
                        <a:pt x="828" y="176"/>
                      </a:lnTo>
                      <a:lnTo>
                        <a:pt x="828" y="176"/>
                      </a:lnTo>
                      <a:lnTo>
                        <a:pt x="824" y="174"/>
                      </a:lnTo>
                      <a:lnTo>
                        <a:pt x="824" y="176"/>
                      </a:lnTo>
                      <a:lnTo>
                        <a:pt x="824" y="176"/>
                      </a:lnTo>
                      <a:lnTo>
                        <a:pt x="816" y="176"/>
                      </a:lnTo>
                      <a:lnTo>
                        <a:pt x="816" y="176"/>
                      </a:lnTo>
                      <a:lnTo>
                        <a:pt x="814" y="178"/>
                      </a:lnTo>
                      <a:lnTo>
                        <a:pt x="814" y="180"/>
                      </a:lnTo>
                      <a:lnTo>
                        <a:pt x="814" y="180"/>
                      </a:lnTo>
                      <a:lnTo>
                        <a:pt x="818" y="182"/>
                      </a:lnTo>
                      <a:lnTo>
                        <a:pt x="818" y="182"/>
                      </a:lnTo>
                      <a:lnTo>
                        <a:pt x="818" y="184"/>
                      </a:lnTo>
                      <a:lnTo>
                        <a:pt x="818" y="184"/>
                      </a:lnTo>
                      <a:lnTo>
                        <a:pt x="822" y="186"/>
                      </a:lnTo>
                      <a:lnTo>
                        <a:pt x="822" y="186"/>
                      </a:lnTo>
                      <a:lnTo>
                        <a:pt x="822" y="190"/>
                      </a:lnTo>
                      <a:lnTo>
                        <a:pt x="822" y="194"/>
                      </a:lnTo>
                      <a:lnTo>
                        <a:pt x="822" y="194"/>
                      </a:lnTo>
                      <a:lnTo>
                        <a:pt x="818" y="194"/>
                      </a:lnTo>
                      <a:lnTo>
                        <a:pt x="818" y="194"/>
                      </a:lnTo>
                      <a:lnTo>
                        <a:pt x="816" y="188"/>
                      </a:lnTo>
                      <a:lnTo>
                        <a:pt x="812" y="184"/>
                      </a:lnTo>
                      <a:lnTo>
                        <a:pt x="812" y="184"/>
                      </a:lnTo>
                      <a:lnTo>
                        <a:pt x="808" y="184"/>
                      </a:lnTo>
                      <a:lnTo>
                        <a:pt x="808" y="184"/>
                      </a:lnTo>
                      <a:lnTo>
                        <a:pt x="804" y="180"/>
                      </a:lnTo>
                      <a:lnTo>
                        <a:pt x="800" y="174"/>
                      </a:lnTo>
                      <a:lnTo>
                        <a:pt x="800" y="174"/>
                      </a:lnTo>
                      <a:lnTo>
                        <a:pt x="796" y="174"/>
                      </a:lnTo>
                      <a:lnTo>
                        <a:pt x="796" y="176"/>
                      </a:lnTo>
                      <a:lnTo>
                        <a:pt x="796" y="176"/>
                      </a:lnTo>
                      <a:lnTo>
                        <a:pt x="796" y="176"/>
                      </a:lnTo>
                      <a:lnTo>
                        <a:pt x="802" y="182"/>
                      </a:lnTo>
                      <a:lnTo>
                        <a:pt x="802" y="182"/>
                      </a:lnTo>
                      <a:lnTo>
                        <a:pt x="804" y="184"/>
                      </a:lnTo>
                      <a:lnTo>
                        <a:pt x="804" y="184"/>
                      </a:lnTo>
                      <a:lnTo>
                        <a:pt x="808" y="188"/>
                      </a:lnTo>
                      <a:lnTo>
                        <a:pt x="808" y="190"/>
                      </a:lnTo>
                      <a:lnTo>
                        <a:pt x="802" y="190"/>
                      </a:lnTo>
                      <a:lnTo>
                        <a:pt x="802" y="190"/>
                      </a:lnTo>
                      <a:lnTo>
                        <a:pt x="794" y="188"/>
                      </a:lnTo>
                      <a:lnTo>
                        <a:pt x="794" y="188"/>
                      </a:lnTo>
                      <a:lnTo>
                        <a:pt x="792" y="184"/>
                      </a:lnTo>
                      <a:lnTo>
                        <a:pt x="792" y="184"/>
                      </a:lnTo>
                      <a:lnTo>
                        <a:pt x="786" y="186"/>
                      </a:lnTo>
                      <a:lnTo>
                        <a:pt x="782" y="186"/>
                      </a:lnTo>
                      <a:lnTo>
                        <a:pt x="782" y="186"/>
                      </a:lnTo>
                      <a:lnTo>
                        <a:pt x="776" y="186"/>
                      </a:lnTo>
                      <a:lnTo>
                        <a:pt x="774" y="184"/>
                      </a:lnTo>
                      <a:lnTo>
                        <a:pt x="774" y="184"/>
                      </a:lnTo>
                      <a:lnTo>
                        <a:pt x="770" y="184"/>
                      </a:lnTo>
                      <a:lnTo>
                        <a:pt x="764" y="184"/>
                      </a:lnTo>
                      <a:lnTo>
                        <a:pt x="764" y="184"/>
                      </a:lnTo>
                      <a:lnTo>
                        <a:pt x="760" y="180"/>
                      </a:lnTo>
                      <a:lnTo>
                        <a:pt x="758" y="180"/>
                      </a:lnTo>
                      <a:lnTo>
                        <a:pt x="758" y="180"/>
                      </a:lnTo>
                      <a:lnTo>
                        <a:pt x="758" y="182"/>
                      </a:lnTo>
                      <a:lnTo>
                        <a:pt x="760" y="184"/>
                      </a:lnTo>
                      <a:lnTo>
                        <a:pt x="760" y="184"/>
                      </a:lnTo>
                      <a:lnTo>
                        <a:pt x="750" y="184"/>
                      </a:lnTo>
                      <a:lnTo>
                        <a:pt x="750" y="184"/>
                      </a:lnTo>
                      <a:lnTo>
                        <a:pt x="750" y="184"/>
                      </a:lnTo>
                      <a:lnTo>
                        <a:pt x="750" y="184"/>
                      </a:lnTo>
                      <a:lnTo>
                        <a:pt x="750" y="182"/>
                      </a:lnTo>
                      <a:lnTo>
                        <a:pt x="750" y="180"/>
                      </a:lnTo>
                      <a:lnTo>
                        <a:pt x="750" y="180"/>
                      </a:lnTo>
                      <a:lnTo>
                        <a:pt x="742" y="174"/>
                      </a:lnTo>
                      <a:lnTo>
                        <a:pt x="742" y="174"/>
                      </a:lnTo>
                      <a:lnTo>
                        <a:pt x="742" y="172"/>
                      </a:lnTo>
                      <a:lnTo>
                        <a:pt x="742" y="172"/>
                      </a:lnTo>
                      <a:lnTo>
                        <a:pt x="738" y="170"/>
                      </a:lnTo>
                      <a:lnTo>
                        <a:pt x="736" y="172"/>
                      </a:lnTo>
                      <a:lnTo>
                        <a:pt x="732" y="176"/>
                      </a:lnTo>
                      <a:lnTo>
                        <a:pt x="732" y="176"/>
                      </a:lnTo>
                      <a:lnTo>
                        <a:pt x="726" y="174"/>
                      </a:lnTo>
                      <a:lnTo>
                        <a:pt x="726" y="172"/>
                      </a:lnTo>
                      <a:lnTo>
                        <a:pt x="726" y="172"/>
                      </a:lnTo>
                      <a:lnTo>
                        <a:pt x="728" y="172"/>
                      </a:lnTo>
                      <a:lnTo>
                        <a:pt x="728" y="172"/>
                      </a:lnTo>
                      <a:lnTo>
                        <a:pt x="722" y="168"/>
                      </a:lnTo>
                      <a:lnTo>
                        <a:pt x="722" y="168"/>
                      </a:lnTo>
                      <a:lnTo>
                        <a:pt x="720" y="168"/>
                      </a:lnTo>
                      <a:lnTo>
                        <a:pt x="720" y="168"/>
                      </a:lnTo>
                      <a:lnTo>
                        <a:pt x="720" y="168"/>
                      </a:lnTo>
                      <a:lnTo>
                        <a:pt x="720" y="168"/>
                      </a:lnTo>
                      <a:lnTo>
                        <a:pt x="716" y="162"/>
                      </a:lnTo>
                      <a:lnTo>
                        <a:pt x="716" y="162"/>
                      </a:lnTo>
                      <a:lnTo>
                        <a:pt x="716" y="158"/>
                      </a:lnTo>
                      <a:lnTo>
                        <a:pt x="716" y="158"/>
                      </a:lnTo>
                      <a:lnTo>
                        <a:pt x="724" y="158"/>
                      </a:lnTo>
                      <a:lnTo>
                        <a:pt x="724" y="154"/>
                      </a:lnTo>
                      <a:lnTo>
                        <a:pt x="724" y="154"/>
                      </a:lnTo>
                      <a:lnTo>
                        <a:pt x="714" y="156"/>
                      </a:lnTo>
                      <a:lnTo>
                        <a:pt x="704" y="154"/>
                      </a:lnTo>
                      <a:lnTo>
                        <a:pt x="704" y="154"/>
                      </a:lnTo>
                      <a:lnTo>
                        <a:pt x="704" y="154"/>
                      </a:lnTo>
                      <a:lnTo>
                        <a:pt x="702" y="150"/>
                      </a:lnTo>
                      <a:lnTo>
                        <a:pt x="700" y="148"/>
                      </a:lnTo>
                      <a:lnTo>
                        <a:pt x="700" y="148"/>
                      </a:lnTo>
                      <a:lnTo>
                        <a:pt x="702" y="148"/>
                      </a:lnTo>
                      <a:lnTo>
                        <a:pt x="702" y="146"/>
                      </a:lnTo>
                      <a:lnTo>
                        <a:pt x="702" y="146"/>
                      </a:lnTo>
                      <a:lnTo>
                        <a:pt x="692" y="140"/>
                      </a:lnTo>
                      <a:lnTo>
                        <a:pt x="692" y="140"/>
                      </a:lnTo>
                      <a:lnTo>
                        <a:pt x="692" y="136"/>
                      </a:lnTo>
                      <a:lnTo>
                        <a:pt x="692" y="136"/>
                      </a:lnTo>
                      <a:lnTo>
                        <a:pt x="698" y="130"/>
                      </a:lnTo>
                      <a:lnTo>
                        <a:pt x="698" y="130"/>
                      </a:lnTo>
                      <a:lnTo>
                        <a:pt x="696" y="126"/>
                      </a:lnTo>
                      <a:lnTo>
                        <a:pt x="696" y="124"/>
                      </a:lnTo>
                      <a:lnTo>
                        <a:pt x="696" y="124"/>
                      </a:lnTo>
                      <a:lnTo>
                        <a:pt x="702" y="118"/>
                      </a:lnTo>
                      <a:lnTo>
                        <a:pt x="708" y="110"/>
                      </a:lnTo>
                      <a:lnTo>
                        <a:pt x="708" y="106"/>
                      </a:lnTo>
                      <a:lnTo>
                        <a:pt x="708" y="106"/>
                      </a:lnTo>
                      <a:lnTo>
                        <a:pt x="714" y="102"/>
                      </a:lnTo>
                      <a:lnTo>
                        <a:pt x="714" y="102"/>
                      </a:lnTo>
                      <a:lnTo>
                        <a:pt x="714" y="96"/>
                      </a:lnTo>
                      <a:lnTo>
                        <a:pt x="714" y="96"/>
                      </a:lnTo>
                      <a:lnTo>
                        <a:pt x="720" y="90"/>
                      </a:lnTo>
                      <a:lnTo>
                        <a:pt x="720" y="88"/>
                      </a:lnTo>
                      <a:lnTo>
                        <a:pt x="720" y="88"/>
                      </a:lnTo>
                      <a:lnTo>
                        <a:pt x="724" y="90"/>
                      </a:lnTo>
                      <a:lnTo>
                        <a:pt x="728" y="90"/>
                      </a:lnTo>
                      <a:lnTo>
                        <a:pt x="728" y="90"/>
                      </a:lnTo>
                      <a:lnTo>
                        <a:pt x="736" y="86"/>
                      </a:lnTo>
                      <a:lnTo>
                        <a:pt x="736" y="86"/>
                      </a:lnTo>
                      <a:lnTo>
                        <a:pt x="740" y="88"/>
                      </a:lnTo>
                      <a:lnTo>
                        <a:pt x="744" y="88"/>
                      </a:lnTo>
                      <a:lnTo>
                        <a:pt x="748" y="86"/>
                      </a:lnTo>
                      <a:lnTo>
                        <a:pt x="748" y="86"/>
                      </a:lnTo>
                      <a:lnTo>
                        <a:pt x="758" y="86"/>
                      </a:lnTo>
                      <a:lnTo>
                        <a:pt x="768" y="86"/>
                      </a:lnTo>
                      <a:lnTo>
                        <a:pt x="768" y="86"/>
                      </a:lnTo>
                      <a:lnTo>
                        <a:pt x="778" y="88"/>
                      </a:lnTo>
                      <a:lnTo>
                        <a:pt x="778" y="88"/>
                      </a:lnTo>
                      <a:lnTo>
                        <a:pt x="778" y="90"/>
                      </a:lnTo>
                      <a:lnTo>
                        <a:pt x="778" y="90"/>
                      </a:lnTo>
                      <a:lnTo>
                        <a:pt x="776" y="90"/>
                      </a:lnTo>
                      <a:lnTo>
                        <a:pt x="776" y="92"/>
                      </a:lnTo>
                      <a:lnTo>
                        <a:pt x="776" y="92"/>
                      </a:lnTo>
                      <a:lnTo>
                        <a:pt x="766" y="94"/>
                      </a:lnTo>
                      <a:lnTo>
                        <a:pt x="756" y="96"/>
                      </a:lnTo>
                      <a:lnTo>
                        <a:pt x="748" y="100"/>
                      </a:lnTo>
                      <a:lnTo>
                        <a:pt x="746" y="104"/>
                      </a:lnTo>
                      <a:lnTo>
                        <a:pt x="744" y="108"/>
                      </a:lnTo>
                      <a:lnTo>
                        <a:pt x="744" y="108"/>
                      </a:lnTo>
                      <a:lnTo>
                        <a:pt x="742" y="124"/>
                      </a:lnTo>
                      <a:lnTo>
                        <a:pt x="744" y="132"/>
                      </a:lnTo>
                      <a:lnTo>
                        <a:pt x="746" y="138"/>
                      </a:lnTo>
                      <a:lnTo>
                        <a:pt x="746" y="138"/>
                      </a:lnTo>
                      <a:lnTo>
                        <a:pt x="748" y="140"/>
                      </a:lnTo>
                      <a:lnTo>
                        <a:pt x="752" y="142"/>
                      </a:lnTo>
                      <a:lnTo>
                        <a:pt x="752" y="142"/>
                      </a:lnTo>
                      <a:lnTo>
                        <a:pt x="754" y="148"/>
                      </a:lnTo>
                      <a:lnTo>
                        <a:pt x="754" y="148"/>
                      </a:lnTo>
                      <a:lnTo>
                        <a:pt x="750" y="148"/>
                      </a:lnTo>
                      <a:lnTo>
                        <a:pt x="750" y="148"/>
                      </a:lnTo>
                      <a:lnTo>
                        <a:pt x="746" y="150"/>
                      </a:lnTo>
                      <a:lnTo>
                        <a:pt x="742" y="154"/>
                      </a:lnTo>
                      <a:lnTo>
                        <a:pt x="742" y="154"/>
                      </a:lnTo>
                      <a:lnTo>
                        <a:pt x="752" y="152"/>
                      </a:lnTo>
                      <a:lnTo>
                        <a:pt x="762" y="154"/>
                      </a:lnTo>
                      <a:lnTo>
                        <a:pt x="762" y="154"/>
                      </a:lnTo>
                      <a:lnTo>
                        <a:pt x="760" y="144"/>
                      </a:lnTo>
                      <a:lnTo>
                        <a:pt x="760" y="144"/>
                      </a:lnTo>
                      <a:lnTo>
                        <a:pt x="764" y="140"/>
                      </a:lnTo>
                      <a:lnTo>
                        <a:pt x="762" y="138"/>
                      </a:lnTo>
                      <a:lnTo>
                        <a:pt x="760" y="136"/>
                      </a:lnTo>
                      <a:lnTo>
                        <a:pt x="754" y="134"/>
                      </a:lnTo>
                      <a:lnTo>
                        <a:pt x="754" y="134"/>
                      </a:lnTo>
                      <a:lnTo>
                        <a:pt x="754" y="128"/>
                      </a:lnTo>
                      <a:lnTo>
                        <a:pt x="754" y="128"/>
                      </a:lnTo>
                      <a:lnTo>
                        <a:pt x="762" y="128"/>
                      </a:lnTo>
                      <a:lnTo>
                        <a:pt x="768" y="132"/>
                      </a:lnTo>
                      <a:lnTo>
                        <a:pt x="768" y="132"/>
                      </a:lnTo>
                      <a:lnTo>
                        <a:pt x="768" y="126"/>
                      </a:lnTo>
                      <a:lnTo>
                        <a:pt x="768" y="122"/>
                      </a:lnTo>
                      <a:lnTo>
                        <a:pt x="768" y="122"/>
                      </a:lnTo>
                      <a:lnTo>
                        <a:pt x="766" y="122"/>
                      </a:lnTo>
                      <a:lnTo>
                        <a:pt x="764" y="122"/>
                      </a:lnTo>
                      <a:lnTo>
                        <a:pt x="758" y="122"/>
                      </a:lnTo>
                      <a:lnTo>
                        <a:pt x="758" y="122"/>
                      </a:lnTo>
                      <a:lnTo>
                        <a:pt x="756" y="120"/>
                      </a:lnTo>
                      <a:lnTo>
                        <a:pt x="756" y="120"/>
                      </a:lnTo>
                      <a:lnTo>
                        <a:pt x="756" y="110"/>
                      </a:lnTo>
                      <a:lnTo>
                        <a:pt x="756" y="110"/>
                      </a:lnTo>
                      <a:lnTo>
                        <a:pt x="756" y="108"/>
                      </a:lnTo>
                      <a:lnTo>
                        <a:pt x="760" y="106"/>
                      </a:lnTo>
                      <a:lnTo>
                        <a:pt x="760" y="106"/>
                      </a:lnTo>
                      <a:lnTo>
                        <a:pt x="762" y="108"/>
                      </a:lnTo>
                      <a:lnTo>
                        <a:pt x="766" y="108"/>
                      </a:lnTo>
                      <a:lnTo>
                        <a:pt x="766" y="108"/>
                      </a:lnTo>
                      <a:lnTo>
                        <a:pt x="766" y="106"/>
                      </a:lnTo>
                      <a:lnTo>
                        <a:pt x="766" y="106"/>
                      </a:lnTo>
                      <a:lnTo>
                        <a:pt x="764" y="106"/>
                      </a:lnTo>
                      <a:lnTo>
                        <a:pt x="764" y="106"/>
                      </a:lnTo>
                      <a:lnTo>
                        <a:pt x="766" y="102"/>
                      </a:lnTo>
                      <a:lnTo>
                        <a:pt x="766" y="102"/>
                      </a:lnTo>
                      <a:lnTo>
                        <a:pt x="766" y="100"/>
                      </a:lnTo>
                      <a:lnTo>
                        <a:pt x="766" y="100"/>
                      </a:lnTo>
                      <a:lnTo>
                        <a:pt x="764" y="100"/>
                      </a:lnTo>
                      <a:lnTo>
                        <a:pt x="764" y="100"/>
                      </a:lnTo>
                      <a:lnTo>
                        <a:pt x="764" y="100"/>
                      </a:lnTo>
                      <a:lnTo>
                        <a:pt x="770" y="98"/>
                      </a:lnTo>
                      <a:lnTo>
                        <a:pt x="772" y="98"/>
                      </a:lnTo>
                      <a:lnTo>
                        <a:pt x="772" y="98"/>
                      </a:lnTo>
                      <a:lnTo>
                        <a:pt x="772" y="96"/>
                      </a:lnTo>
                      <a:lnTo>
                        <a:pt x="782" y="94"/>
                      </a:lnTo>
                      <a:lnTo>
                        <a:pt x="782" y="94"/>
                      </a:lnTo>
                      <a:lnTo>
                        <a:pt x="782" y="92"/>
                      </a:lnTo>
                      <a:lnTo>
                        <a:pt x="782" y="90"/>
                      </a:lnTo>
                      <a:lnTo>
                        <a:pt x="782" y="90"/>
                      </a:lnTo>
                      <a:lnTo>
                        <a:pt x="788" y="90"/>
                      </a:lnTo>
                      <a:lnTo>
                        <a:pt x="788" y="90"/>
                      </a:lnTo>
                      <a:lnTo>
                        <a:pt x="792" y="86"/>
                      </a:lnTo>
                      <a:lnTo>
                        <a:pt x="792" y="86"/>
                      </a:lnTo>
                      <a:lnTo>
                        <a:pt x="792" y="86"/>
                      </a:lnTo>
                      <a:lnTo>
                        <a:pt x="798" y="86"/>
                      </a:lnTo>
                      <a:lnTo>
                        <a:pt x="804" y="88"/>
                      </a:lnTo>
                      <a:lnTo>
                        <a:pt x="804" y="88"/>
                      </a:lnTo>
                      <a:lnTo>
                        <a:pt x="808" y="90"/>
                      </a:lnTo>
                      <a:lnTo>
                        <a:pt x="810" y="92"/>
                      </a:lnTo>
                      <a:lnTo>
                        <a:pt x="806" y="100"/>
                      </a:lnTo>
                      <a:lnTo>
                        <a:pt x="806" y="100"/>
                      </a:lnTo>
                      <a:lnTo>
                        <a:pt x="806" y="102"/>
                      </a:lnTo>
                      <a:lnTo>
                        <a:pt x="808" y="102"/>
                      </a:lnTo>
                      <a:lnTo>
                        <a:pt x="808" y="102"/>
                      </a:lnTo>
                      <a:lnTo>
                        <a:pt x="808" y="104"/>
                      </a:lnTo>
                      <a:lnTo>
                        <a:pt x="808" y="104"/>
                      </a:lnTo>
                      <a:lnTo>
                        <a:pt x="804" y="106"/>
                      </a:lnTo>
                      <a:lnTo>
                        <a:pt x="804" y="110"/>
                      </a:lnTo>
                      <a:lnTo>
                        <a:pt x="804" y="114"/>
                      </a:lnTo>
                      <a:lnTo>
                        <a:pt x="806" y="114"/>
                      </a:lnTo>
                      <a:lnTo>
                        <a:pt x="806" y="114"/>
                      </a:lnTo>
                      <a:lnTo>
                        <a:pt x="808" y="116"/>
                      </a:lnTo>
                      <a:lnTo>
                        <a:pt x="808" y="118"/>
                      </a:lnTo>
                      <a:lnTo>
                        <a:pt x="810" y="118"/>
                      </a:lnTo>
                      <a:lnTo>
                        <a:pt x="810" y="118"/>
                      </a:lnTo>
                      <a:lnTo>
                        <a:pt x="808" y="124"/>
                      </a:lnTo>
                      <a:lnTo>
                        <a:pt x="808" y="126"/>
                      </a:lnTo>
                      <a:lnTo>
                        <a:pt x="808" y="126"/>
                      </a:lnTo>
                      <a:lnTo>
                        <a:pt x="812" y="126"/>
                      </a:lnTo>
                      <a:lnTo>
                        <a:pt x="812" y="128"/>
                      </a:lnTo>
                      <a:lnTo>
                        <a:pt x="812" y="130"/>
                      </a:lnTo>
                      <a:lnTo>
                        <a:pt x="812" y="130"/>
                      </a:lnTo>
                      <a:lnTo>
                        <a:pt x="810" y="132"/>
                      </a:lnTo>
                      <a:lnTo>
                        <a:pt x="810" y="136"/>
                      </a:lnTo>
                      <a:lnTo>
                        <a:pt x="810" y="136"/>
                      </a:lnTo>
                      <a:lnTo>
                        <a:pt x="804" y="136"/>
                      </a:lnTo>
                      <a:lnTo>
                        <a:pt x="804" y="138"/>
                      </a:lnTo>
                      <a:lnTo>
                        <a:pt x="804" y="138"/>
                      </a:lnTo>
                      <a:lnTo>
                        <a:pt x="810" y="140"/>
                      </a:lnTo>
                      <a:lnTo>
                        <a:pt x="816" y="140"/>
                      </a:lnTo>
                      <a:lnTo>
                        <a:pt x="816" y="140"/>
                      </a:lnTo>
                      <a:lnTo>
                        <a:pt x="818" y="136"/>
                      </a:lnTo>
                      <a:lnTo>
                        <a:pt x="818" y="136"/>
                      </a:lnTo>
                      <a:lnTo>
                        <a:pt x="814" y="132"/>
                      </a:lnTo>
                      <a:lnTo>
                        <a:pt x="814" y="132"/>
                      </a:lnTo>
                      <a:lnTo>
                        <a:pt x="818" y="128"/>
                      </a:lnTo>
                      <a:lnTo>
                        <a:pt x="822" y="124"/>
                      </a:lnTo>
                      <a:lnTo>
                        <a:pt x="824" y="122"/>
                      </a:lnTo>
                      <a:lnTo>
                        <a:pt x="824" y="122"/>
                      </a:lnTo>
                      <a:lnTo>
                        <a:pt x="826" y="124"/>
                      </a:lnTo>
                      <a:lnTo>
                        <a:pt x="828" y="124"/>
                      </a:lnTo>
                      <a:lnTo>
                        <a:pt x="828" y="126"/>
                      </a:lnTo>
                      <a:lnTo>
                        <a:pt x="826" y="126"/>
                      </a:lnTo>
                      <a:lnTo>
                        <a:pt x="828" y="130"/>
                      </a:lnTo>
                      <a:lnTo>
                        <a:pt x="828" y="130"/>
                      </a:lnTo>
                      <a:lnTo>
                        <a:pt x="836" y="126"/>
                      </a:lnTo>
                      <a:lnTo>
                        <a:pt x="838" y="128"/>
                      </a:lnTo>
                      <a:lnTo>
                        <a:pt x="836" y="136"/>
                      </a:lnTo>
                      <a:lnTo>
                        <a:pt x="836" y="136"/>
                      </a:lnTo>
                      <a:lnTo>
                        <a:pt x="836" y="138"/>
                      </a:lnTo>
                      <a:lnTo>
                        <a:pt x="836" y="138"/>
                      </a:lnTo>
                      <a:lnTo>
                        <a:pt x="836" y="140"/>
                      </a:lnTo>
                      <a:lnTo>
                        <a:pt x="836" y="140"/>
                      </a:lnTo>
                      <a:lnTo>
                        <a:pt x="836" y="140"/>
                      </a:lnTo>
                      <a:lnTo>
                        <a:pt x="836" y="140"/>
                      </a:lnTo>
                      <a:lnTo>
                        <a:pt x="838" y="140"/>
                      </a:lnTo>
                      <a:lnTo>
                        <a:pt x="838" y="140"/>
                      </a:lnTo>
                      <a:lnTo>
                        <a:pt x="840" y="140"/>
                      </a:lnTo>
                      <a:lnTo>
                        <a:pt x="840" y="140"/>
                      </a:lnTo>
                      <a:lnTo>
                        <a:pt x="840" y="138"/>
                      </a:lnTo>
                      <a:lnTo>
                        <a:pt x="838" y="138"/>
                      </a:lnTo>
                      <a:lnTo>
                        <a:pt x="838" y="138"/>
                      </a:lnTo>
                      <a:lnTo>
                        <a:pt x="838" y="136"/>
                      </a:lnTo>
                      <a:lnTo>
                        <a:pt x="838" y="134"/>
                      </a:lnTo>
                      <a:lnTo>
                        <a:pt x="838" y="136"/>
                      </a:lnTo>
                      <a:lnTo>
                        <a:pt x="838" y="136"/>
                      </a:lnTo>
                      <a:lnTo>
                        <a:pt x="840" y="132"/>
                      </a:lnTo>
                      <a:lnTo>
                        <a:pt x="840" y="132"/>
                      </a:lnTo>
                      <a:lnTo>
                        <a:pt x="844" y="132"/>
                      </a:lnTo>
                      <a:lnTo>
                        <a:pt x="844" y="132"/>
                      </a:lnTo>
                      <a:lnTo>
                        <a:pt x="844" y="130"/>
                      </a:lnTo>
                      <a:lnTo>
                        <a:pt x="842" y="128"/>
                      </a:lnTo>
                      <a:lnTo>
                        <a:pt x="842" y="124"/>
                      </a:lnTo>
                      <a:lnTo>
                        <a:pt x="842" y="124"/>
                      </a:lnTo>
                      <a:lnTo>
                        <a:pt x="848" y="124"/>
                      </a:lnTo>
                      <a:lnTo>
                        <a:pt x="848" y="124"/>
                      </a:lnTo>
                      <a:lnTo>
                        <a:pt x="850" y="126"/>
                      </a:lnTo>
                      <a:lnTo>
                        <a:pt x="854" y="128"/>
                      </a:lnTo>
                      <a:lnTo>
                        <a:pt x="854" y="128"/>
                      </a:lnTo>
                      <a:lnTo>
                        <a:pt x="858" y="128"/>
                      </a:lnTo>
                      <a:lnTo>
                        <a:pt x="858" y="128"/>
                      </a:lnTo>
                      <a:lnTo>
                        <a:pt x="860" y="128"/>
                      </a:lnTo>
                      <a:lnTo>
                        <a:pt x="860" y="130"/>
                      </a:lnTo>
                      <a:lnTo>
                        <a:pt x="860" y="130"/>
                      </a:lnTo>
                      <a:lnTo>
                        <a:pt x="862" y="128"/>
                      </a:lnTo>
                      <a:lnTo>
                        <a:pt x="862" y="128"/>
                      </a:lnTo>
                      <a:lnTo>
                        <a:pt x="858" y="126"/>
                      </a:lnTo>
                      <a:lnTo>
                        <a:pt x="850" y="122"/>
                      </a:lnTo>
                      <a:lnTo>
                        <a:pt x="850" y="122"/>
                      </a:lnTo>
                      <a:lnTo>
                        <a:pt x="846" y="120"/>
                      </a:lnTo>
                      <a:lnTo>
                        <a:pt x="844" y="116"/>
                      </a:lnTo>
                      <a:lnTo>
                        <a:pt x="846" y="114"/>
                      </a:lnTo>
                      <a:lnTo>
                        <a:pt x="852" y="112"/>
                      </a:lnTo>
                      <a:lnTo>
                        <a:pt x="852" y="112"/>
                      </a:lnTo>
                      <a:lnTo>
                        <a:pt x="858" y="112"/>
                      </a:lnTo>
                      <a:lnTo>
                        <a:pt x="864" y="112"/>
                      </a:lnTo>
                      <a:lnTo>
                        <a:pt x="864" y="112"/>
                      </a:lnTo>
                      <a:lnTo>
                        <a:pt x="866" y="116"/>
                      </a:lnTo>
                      <a:lnTo>
                        <a:pt x="866" y="116"/>
                      </a:lnTo>
                      <a:lnTo>
                        <a:pt x="876" y="118"/>
                      </a:lnTo>
                      <a:lnTo>
                        <a:pt x="876" y="118"/>
                      </a:lnTo>
                      <a:lnTo>
                        <a:pt x="880" y="120"/>
                      </a:lnTo>
                      <a:lnTo>
                        <a:pt x="884" y="122"/>
                      </a:lnTo>
                      <a:lnTo>
                        <a:pt x="884" y="122"/>
                      </a:lnTo>
                      <a:lnTo>
                        <a:pt x="888" y="120"/>
                      </a:lnTo>
                      <a:lnTo>
                        <a:pt x="892" y="118"/>
                      </a:lnTo>
                      <a:lnTo>
                        <a:pt x="892" y="118"/>
                      </a:lnTo>
                      <a:lnTo>
                        <a:pt x="896" y="120"/>
                      </a:lnTo>
                      <a:lnTo>
                        <a:pt x="896" y="120"/>
                      </a:lnTo>
                      <a:lnTo>
                        <a:pt x="904" y="118"/>
                      </a:lnTo>
                      <a:lnTo>
                        <a:pt x="904" y="118"/>
                      </a:lnTo>
                      <a:lnTo>
                        <a:pt x="908" y="124"/>
                      </a:lnTo>
                      <a:lnTo>
                        <a:pt x="908" y="124"/>
                      </a:lnTo>
                      <a:lnTo>
                        <a:pt x="908" y="124"/>
                      </a:lnTo>
                      <a:lnTo>
                        <a:pt x="908" y="130"/>
                      </a:lnTo>
                      <a:lnTo>
                        <a:pt x="908" y="130"/>
                      </a:lnTo>
                      <a:lnTo>
                        <a:pt x="904" y="130"/>
                      </a:lnTo>
                      <a:lnTo>
                        <a:pt x="904" y="130"/>
                      </a:lnTo>
                      <a:lnTo>
                        <a:pt x="910" y="130"/>
                      </a:lnTo>
                      <a:lnTo>
                        <a:pt x="912" y="132"/>
                      </a:lnTo>
                      <a:lnTo>
                        <a:pt x="914" y="142"/>
                      </a:lnTo>
                      <a:lnTo>
                        <a:pt x="914" y="142"/>
                      </a:lnTo>
                      <a:lnTo>
                        <a:pt x="906" y="144"/>
                      </a:lnTo>
                      <a:lnTo>
                        <a:pt x="906" y="144"/>
                      </a:lnTo>
                      <a:lnTo>
                        <a:pt x="906" y="146"/>
                      </a:lnTo>
                      <a:lnTo>
                        <a:pt x="906" y="148"/>
                      </a:lnTo>
                      <a:lnTo>
                        <a:pt x="906" y="148"/>
                      </a:lnTo>
                      <a:lnTo>
                        <a:pt x="910" y="148"/>
                      </a:lnTo>
                      <a:lnTo>
                        <a:pt x="910" y="148"/>
                      </a:lnTo>
                      <a:lnTo>
                        <a:pt x="910" y="150"/>
                      </a:lnTo>
                      <a:lnTo>
                        <a:pt x="910" y="150"/>
                      </a:lnTo>
                      <a:lnTo>
                        <a:pt x="910" y="150"/>
                      </a:lnTo>
                      <a:lnTo>
                        <a:pt x="910" y="150"/>
                      </a:lnTo>
                      <a:lnTo>
                        <a:pt x="908" y="152"/>
                      </a:lnTo>
                      <a:lnTo>
                        <a:pt x="908" y="152"/>
                      </a:lnTo>
                      <a:lnTo>
                        <a:pt x="910" y="154"/>
                      </a:lnTo>
                      <a:lnTo>
                        <a:pt x="910" y="154"/>
                      </a:lnTo>
                      <a:lnTo>
                        <a:pt x="914" y="154"/>
                      </a:lnTo>
                      <a:lnTo>
                        <a:pt x="914" y="154"/>
                      </a:lnTo>
                      <a:lnTo>
                        <a:pt x="916" y="148"/>
                      </a:lnTo>
                      <a:lnTo>
                        <a:pt x="916" y="148"/>
                      </a:lnTo>
                      <a:lnTo>
                        <a:pt x="918" y="144"/>
                      </a:lnTo>
                      <a:lnTo>
                        <a:pt x="920" y="146"/>
                      </a:lnTo>
                      <a:lnTo>
                        <a:pt x="922" y="156"/>
                      </a:lnTo>
                      <a:lnTo>
                        <a:pt x="922" y="156"/>
                      </a:lnTo>
                      <a:lnTo>
                        <a:pt x="924" y="152"/>
                      </a:lnTo>
                      <a:lnTo>
                        <a:pt x="924" y="152"/>
                      </a:lnTo>
                      <a:lnTo>
                        <a:pt x="926" y="154"/>
                      </a:lnTo>
                      <a:lnTo>
                        <a:pt x="928" y="154"/>
                      </a:lnTo>
                      <a:lnTo>
                        <a:pt x="928" y="154"/>
                      </a:lnTo>
                      <a:lnTo>
                        <a:pt x="928" y="156"/>
                      </a:lnTo>
                      <a:lnTo>
                        <a:pt x="928" y="156"/>
                      </a:lnTo>
                      <a:lnTo>
                        <a:pt x="930" y="156"/>
                      </a:lnTo>
                      <a:lnTo>
                        <a:pt x="930" y="156"/>
                      </a:lnTo>
                      <a:lnTo>
                        <a:pt x="930" y="150"/>
                      </a:lnTo>
                      <a:lnTo>
                        <a:pt x="930" y="146"/>
                      </a:lnTo>
                      <a:lnTo>
                        <a:pt x="934" y="146"/>
                      </a:lnTo>
                      <a:lnTo>
                        <a:pt x="934" y="146"/>
                      </a:lnTo>
                      <a:lnTo>
                        <a:pt x="936" y="146"/>
                      </a:lnTo>
                      <a:lnTo>
                        <a:pt x="936" y="146"/>
                      </a:lnTo>
                      <a:lnTo>
                        <a:pt x="936" y="146"/>
                      </a:lnTo>
                      <a:lnTo>
                        <a:pt x="938" y="150"/>
                      </a:lnTo>
                      <a:lnTo>
                        <a:pt x="940" y="152"/>
                      </a:lnTo>
                      <a:lnTo>
                        <a:pt x="940" y="152"/>
                      </a:lnTo>
                      <a:lnTo>
                        <a:pt x="946" y="154"/>
                      </a:lnTo>
                      <a:lnTo>
                        <a:pt x="946" y="154"/>
                      </a:lnTo>
                      <a:lnTo>
                        <a:pt x="946" y="154"/>
                      </a:lnTo>
                      <a:lnTo>
                        <a:pt x="948" y="154"/>
                      </a:lnTo>
                      <a:lnTo>
                        <a:pt x="948" y="156"/>
                      </a:lnTo>
                      <a:lnTo>
                        <a:pt x="948" y="156"/>
                      </a:lnTo>
                      <a:lnTo>
                        <a:pt x="942" y="158"/>
                      </a:lnTo>
                      <a:lnTo>
                        <a:pt x="942" y="158"/>
                      </a:lnTo>
                      <a:lnTo>
                        <a:pt x="940" y="162"/>
                      </a:lnTo>
                      <a:lnTo>
                        <a:pt x="946" y="162"/>
                      </a:lnTo>
                      <a:lnTo>
                        <a:pt x="946" y="162"/>
                      </a:lnTo>
                      <a:lnTo>
                        <a:pt x="948" y="160"/>
                      </a:lnTo>
                      <a:lnTo>
                        <a:pt x="950" y="160"/>
                      </a:lnTo>
                      <a:lnTo>
                        <a:pt x="950" y="160"/>
                      </a:lnTo>
                      <a:lnTo>
                        <a:pt x="948" y="156"/>
                      </a:lnTo>
                      <a:lnTo>
                        <a:pt x="950" y="156"/>
                      </a:lnTo>
                      <a:lnTo>
                        <a:pt x="950" y="156"/>
                      </a:lnTo>
                      <a:lnTo>
                        <a:pt x="950" y="156"/>
                      </a:lnTo>
                      <a:lnTo>
                        <a:pt x="952" y="156"/>
                      </a:lnTo>
                      <a:lnTo>
                        <a:pt x="952" y="156"/>
                      </a:lnTo>
                      <a:lnTo>
                        <a:pt x="950" y="158"/>
                      </a:lnTo>
                      <a:lnTo>
                        <a:pt x="950" y="158"/>
                      </a:lnTo>
                      <a:lnTo>
                        <a:pt x="954" y="158"/>
                      </a:lnTo>
                      <a:lnTo>
                        <a:pt x="954" y="158"/>
                      </a:lnTo>
                      <a:lnTo>
                        <a:pt x="956" y="156"/>
                      </a:lnTo>
                      <a:lnTo>
                        <a:pt x="958" y="162"/>
                      </a:lnTo>
                      <a:lnTo>
                        <a:pt x="958" y="162"/>
                      </a:lnTo>
                      <a:lnTo>
                        <a:pt x="954" y="164"/>
                      </a:lnTo>
                      <a:lnTo>
                        <a:pt x="954" y="164"/>
                      </a:lnTo>
                      <a:lnTo>
                        <a:pt x="952" y="164"/>
                      </a:lnTo>
                      <a:lnTo>
                        <a:pt x="952" y="164"/>
                      </a:lnTo>
                      <a:lnTo>
                        <a:pt x="952" y="170"/>
                      </a:lnTo>
                      <a:lnTo>
                        <a:pt x="954" y="170"/>
                      </a:lnTo>
                      <a:lnTo>
                        <a:pt x="954" y="168"/>
                      </a:lnTo>
                      <a:lnTo>
                        <a:pt x="954" y="168"/>
                      </a:lnTo>
                      <a:lnTo>
                        <a:pt x="954" y="164"/>
                      </a:lnTo>
                      <a:lnTo>
                        <a:pt x="958" y="164"/>
                      </a:lnTo>
                      <a:lnTo>
                        <a:pt x="964" y="164"/>
                      </a:lnTo>
                      <a:lnTo>
                        <a:pt x="964" y="164"/>
                      </a:lnTo>
                      <a:lnTo>
                        <a:pt x="962" y="168"/>
                      </a:lnTo>
                      <a:lnTo>
                        <a:pt x="962" y="168"/>
                      </a:lnTo>
                      <a:lnTo>
                        <a:pt x="960" y="168"/>
                      </a:lnTo>
                      <a:lnTo>
                        <a:pt x="960" y="168"/>
                      </a:lnTo>
                      <a:lnTo>
                        <a:pt x="962" y="168"/>
                      </a:lnTo>
                      <a:lnTo>
                        <a:pt x="962" y="168"/>
                      </a:lnTo>
                      <a:lnTo>
                        <a:pt x="966" y="164"/>
                      </a:lnTo>
                      <a:lnTo>
                        <a:pt x="966" y="164"/>
                      </a:lnTo>
                      <a:lnTo>
                        <a:pt x="972" y="164"/>
                      </a:lnTo>
                      <a:lnTo>
                        <a:pt x="972" y="164"/>
                      </a:lnTo>
                      <a:lnTo>
                        <a:pt x="974" y="170"/>
                      </a:lnTo>
                      <a:lnTo>
                        <a:pt x="974" y="170"/>
                      </a:lnTo>
                      <a:lnTo>
                        <a:pt x="978" y="170"/>
                      </a:lnTo>
                      <a:lnTo>
                        <a:pt x="982" y="170"/>
                      </a:lnTo>
                      <a:lnTo>
                        <a:pt x="982" y="170"/>
                      </a:lnTo>
                      <a:lnTo>
                        <a:pt x="982" y="174"/>
                      </a:lnTo>
                      <a:lnTo>
                        <a:pt x="982" y="174"/>
                      </a:lnTo>
                      <a:lnTo>
                        <a:pt x="976" y="172"/>
                      </a:lnTo>
                      <a:lnTo>
                        <a:pt x="976" y="172"/>
                      </a:lnTo>
                      <a:lnTo>
                        <a:pt x="976" y="176"/>
                      </a:lnTo>
                      <a:lnTo>
                        <a:pt x="976" y="176"/>
                      </a:lnTo>
                      <a:lnTo>
                        <a:pt x="972" y="176"/>
                      </a:lnTo>
                      <a:lnTo>
                        <a:pt x="972" y="176"/>
                      </a:lnTo>
                      <a:lnTo>
                        <a:pt x="970" y="178"/>
                      </a:lnTo>
                      <a:lnTo>
                        <a:pt x="970" y="178"/>
                      </a:lnTo>
                      <a:lnTo>
                        <a:pt x="976" y="178"/>
                      </a:lnTo>
                      <a:lnTo>
                        <a:pt x="976" y="178"/>
                      </a:lnTo>
                      <a:lnTo>
                        <a:pt x="978" y="180"/>
                      </a:lnTo>
                      <a:lnTo>
                        <a:pt x="978" y="182"/>
                      </a:lnTo>
                      <a:lnTo>
                        <a:pt x="978" y="182"/>
                      </a:lnTo>
                      <a:lnTo>
                        <a:pt x="980" y="182"/>
                      </a:lnTo>
                      <a:lnTo>
                        <a:pt x="980" y="182"/>
                      </a:lnTo>
                      <a:lnTo>
                        <a:pt x="986" y="176"/>
                      </a:lnTo>
                      <a:lnTo>
                        <a:pt x="986" y="176"/>
                      </a:lnTo>
                      <a:lnTo>
                        <a:pt x="986" y="174"/>
                      </a:lnTo>
                      <a:lnTo>
                        <a:pt x="986" y="174"/>
                      </a:lnTo>
                      <a:lnTo>
                        <a:pt x="988" y="174"/>
                      </a:lnTo>
                      <a:lnTo>
                        <a:pt x="988" y="174"/>
                      </a:lnTo>
                      <a:lnTo>
                        <a:pt x="990" y="178"/>
                      </a:lnTo>
                      <a:lnTo>
                        <a:pt x="990" y="178"/>
                      </a:lnTo>
                      <a:lnTo>
                        <a:pt x="994" y="180"/>
                      </a:lnTo>
                      <a:lnTo>
                        <a:pt x="994" y="180"/>
                      </a:lnTo>
                      <a:lnTo>
                        <a:pt x="994" y="184"/>
                      </a:lnTo>
                      <a:lnTo>
                        <a:pt x="994" y="188"/>
                      </a:lnTo>
                      <a:lnTo>
                        <a:pt x="994" y="188"/>
                      </a:lnTo>
                      <a:lnTo>
                        <a:pt x="988" y="188"/>
                      </a:lnTo>
                      <a:lnTo>
                        <a:pt x="988" y="188"/>
                      </a:lnTo>
                      <a:lnTo>
                        <a:pt x="986" y="192"/>
                      </a:lnTo>
                      <a:lnTo>
                        <a:pt x="986" y="192"/>
                      </a:lnTo>
                      <a:lnTo>
                        <a:pt x="982" y="192"/>
                      </a:lnTo>
                      <a:lnTo>
                        <a:pt x="978" y="192"/>
                      </a:lnTo>
                      <a:lnTo>
                        <a:pt x="978" y="192"/>
                      </a:lnTo>
                      <a:lnTo>
                        <a:pt x="984" y="196"/>
                      </a:lnTo>
                      <a:lnTo>
                        <a:pt x="984" y="198"/>
                      </a:lnTo>
                      <a:lnTo>
                        <a:pt x="984" y="198"/>
                      </a:lnTo>
                      <a:lnTo>
                        <a:pt x="990" y="198"/>
                      </a:lnTo>
                      <a:lnTo>
                        <a:pt x="990" y="198"/>
                      </a:lnTo>
                      <a:lnTo>
                        <a:pt x="998" y="202"/>
                      </a:lnTo>
                      <a:lnTo>
                        <a:pt x="1000" y="204"/>
                      </a:lnTo>
                      <a:lnTo>
                        <a:pt x="1000" y="204"/>
                      </a:lnTo>
                      <a:lnTo>
                        <a:pt x="998" y="206"/>
                      </a:lnTo>
                      <a:lnTo>
                        <a:pt x="998" y="206"/>
                      </a:lnTo>
                      <a:lnTo>
                        <a:pt x="988" y="206"/>
                      </a:lnTo>
                      <a:lnTo>
                        <a:pt x="986" y="204"/>
                      </a:lnTo>
                      <a:lnTo>
                        <a:pt x="986" y="204"/>
                      </a:lnTo>
                      <a:lnTo>
                        <a:pt x="984" y="204"/>
                      </a:lnTo>
                      <a:lnTo>
                        <a:pt x="986" y="204"/>
                      </a:lnTo>
                      <a:lnTo>
                        <a:pt x="986" y="208"/>
                      </a:lnTo>
                      <a:lnTo>
                        <a:pt x="986" y="208"/>
                      </a:lnTo>
                      <a:lnTo>
                        <a:pt x="992" y="212"/>
                      </a:lnTo>
                      <a:lnTo>
                        <a:pt x="992" y="214"/>
                      </a:lnTo>
                      <a:lnTo>
                        <a:pt x="992" y="214"/>
                      </a:lnTo>
                      <a:lnTo>
                        <a:pt x="988" y="214"/>
                      </a:lnTo>
                      <a:lnTo>
                        <a:pt x="988" y="214"/>
                      </a:lnTo>
                      <a:lnTo>
                        <a:pt x="988" y="218"/>
                      </a:lnTo>
                      <a:lnTo>
                        <a:pt x="988" y="218"/>
                      </a:lnTo>
                      <a:lnTo>
                        <a:pt x="978" y="218"/>
                      </a:lnTo>
                      <a:lnTo>
                        <a:pt x="978" y="220"/>
                      </a:lnTo>
                      <a:lnTo>
                        <a:pt x="978" y="220"/>
                      </a:lnTo>
                      <a:lnTo>
                        <a:pt x="980" y="220"/>
                      </a:lnTo>
                      <a:lnTo>
                        <a:pt x="984" y="222"/>
                      </a:lnTo>
                      <a:lnTo>
                        <a:pt x="984" y="222"/>
                      </a:lnTo>
                      <a:lnTo>
                        <a:pt x="982" y="224"/>
                      </a:lnTo>
                      <a:lnTo>
                        <a:pt x="982" y="224"/>
                      </a:lnTo>
                      <a:lnTo>
                        <a:pt x="984" y="224"/>
                      </a:lnTo>
                      <a:lnTo>
                        <a:pt x="984" y="224"/>
                      </a:lnTo>
                      <a:lnTo>
                        <a:pt x="990" y="226"/>
                      </a:lnTo>
                      <a:lnTo>
                        <a:pt x="994" y="226"/>
                      </a:lnTo>
                      <a:lnTo>
                        <a:pt x="994" y="226"/>
                      </a:lnTo>
                      <a:lnTo>
                        <a:pt x="994" y="232"/>
                      </a:lnTo>
                      <a:lnTo>
                        <a:pt x="994" y="232"/>
                      </a:lnTo>
                      <a:lnTo>
                        <a:pt x="996" y="230"/>
                      </a:lnTo>
                      <a:lnTo>
                        <a:pt x="996" y="228"/>
                      </a:lnTo>
                      <a:lnTo>
                        <a:pt x="996" y="228"/>
                      </a:lnTo>
                      <a:lnTo>
                        <a:pt x="1002" y="230"/>
                      </a:lnTo>
                      <a:lnTo>
                        <a:pt x="998" y="236"/>
                      </a:lnTo>
                      <a:lnTo>
                        <a:pt x="998" y="236"/>
                      </a:lnTo>
                      <a:lnTo>
                        <a:pt x="1004" y="234"/>
                      </a:lnTo>
                      <a:lnTo>
                        <a:pt x="1004" y="234"/>
                      </a:lnTo>
                      <a:lnTo>
                        <a:pt x="1004" y="238"/>
                      </a:lnTo>
                      <a:lnTo>
                        <a:pt x="1004" y="238"/>
                      </a:lnTo>
                      <a:lnTo>
                        <a:pt x="1006" y="238"/>
                      </a:lnTo>
                      <a:lnTo>
                        <a:pt x="1006" y="238"/>
                      </a:lnTo>
                      <a:lnTo>
                        <a:pt x="1006" y="240"/>
                      </a:lnTo>
                      <a:lnTo>
                        <a:pt x="1006" y="240"/>
                      </a:lnTo>
                      <a:lnTo>
                        <a:pt x="1008" y="240"/>
                      </a:lnTo>
                      <a:lnTo>
                        <a:pt x="1008" y="238"/>
                      </a:lnTo>
                      <a:lnTo>
                        <a:pt x="1008" y="238"/>
                      </a:lnTo>
                      <a:lnTo>
                        <a:pt x="1010" y="238"/>
                      </a:lnTo>
                      <a:lnTo>
                        <a:pt x="1010" y="238"/>
                      </a:lnTo>
                      <a:lnTo>
                        <a:pt x="1010" y="240"/>
                      </a:lnTo>
                      <a:lnTo>
                        <a:pt x="1010" y="240"/>
                      </a:lnTo>
                      <a:lnTo>
                        <a:pt x="1008" y="248"/>
                      </a:lnTo>
                      <a:lnTo>
                        <a:pt x="1008" y="248"/>
                      </a:lnTo>
                      <a:lnTo>
                        <a:pt x="1010" y="248"/>
                      </a:lnTo>
                      <a:lnTo>
                        <a:pt x="1010" y="248"/>
                      </a:lnTo>
                      <a:lnTo>
                        <a:pt x="1012" y="242"/>
                      </a:lnTo>
                      <a:lnTo>
                        <a:pt x="1014" y="242"/>
                      </a:lnTo>
                      <a:lnTo>
                        <a:pt x="1014" y="242"/>
                      </a:lnTo>
                      <a:lnTo>
                        <a:pt x="1016" y="246"/>
                      </a:lnTo>
                      <a:lnTo>
                        <a:pt x="1016" y="246"/>
                      </a:lnTo>
                      <a:lnTo>
                        <a:pt x="1018" y="244"/>
                      </a:lnTo>
                      <a:lnTo>
                        <a:pt x="1018" y="242"/>
                      </a:lnTo>
                      <a:lnTo>
                        <a:pt x="1018" y="242"/>
                      </a:lnTo>
                      <a:lnTo>
                        <a:pt x="1018" y="242"/>
                      </a:lnTo>
                      <a:lnTo>
                        <a:pt x="1020" y="240"/>
                      </a:lnTo>
                      <a:lnTo>
                        <a:pt x="1020" y="240"/>
                      </a:lnTo>
                      <a:lnTo>
                        <a:pt x="1022" y="240"/>
                      </a:lnTo>
                      <a:lnTo>
                        <a:pt x="1022" y="240"/>
                      </a:lnTo>
                      <a:lnTo>
                        <a:pt x="1022" y="246"/>
                      </a:lnTo>
                      <a:lnTo>
                        <a:pt x="1022" y="246"/>
                      </a:lnTo>
                      <a:lnTo>
                        <a:pt x="1024" y="244"/>
                      </a:lnTo>
                      <a:lnTo>
                        <a:pt x="1024" y="244"/>
                      </a:lnTo>
                      <a:lnTo>
                        <a:pt x="1024" y="240"/>
                      </a:lnTo>
                      <a:lnTo>
                        <a:pt x="1024" y="240"/>
                      </a:lnTo>
                      <a:lnTo>
                        <a:pt x="1028" y="236"/>
                      </a:lnTo>
                      <a:lnTo>
                        <a:pt x="1028" y="236"/>
                      </a:lnTo>
                      <a:lnTo>
                        <a:pt x="1030" y="236"/>
                      </a:lnTo>
                      <a:lnTo>
                        <a:pt x="1030" y="238"/>
                      </a:lnTo>
                      <a:lnTo>
                        <a:pt x="1030" y="238"/>
                      </a:lnTo>
                      <a:lnTo>
                        <a:pt x="1028" y="248"/>
                      </a:lnTo>
                      <a:lnTo>
                        <a:pt x="1028" y="248"/>
                      </a:lnTo>
                      <a:lnTo>
                        <a:pt x="1032" y="248"/>
                      </a:lnTo>
                      <a:lnTo>
                        <a:pt x="1032" y="248"/>
                      </a:lnTo>
                      <a:lnTo>
                        <a:pt x="1032" y="242"/>
                      </a:lnTo>
                      <a:lnTo>
                        <a:pt x="1032" y="242"/>
                      </a:lnTo>
                      <a:lnTo>
                        <a:pt x="1036" y="244"/>
                      </a:lnTo>
                      <a:lnTo>
                        <a:pt x="1040" y="246"/>
                      </a:lnTo>
                      <a:lnTo>
                        <a:pt x="1040" y="246"/>
                      </a:lnTo>
                      <a:lnTo>
                        <a:pt x="1040" y="250"/>
                      </a:lnTo>
                      <a:lnTo>
                        <a:pt x="1040" y="250"/>
                      </a:lnTo>
                      <a:lnTo>
                        <a:pt x="1042" y="252"/>
                      </a:lnTo>
                      <a:lnTo>
                        <a:pt x="1042" y="252"/>
                      </a:lnTo>
                      <a:lnTo>
                        <a:pt x="1036" y="254"/>
                      </a:lnTo>
                      <a:lnTo>
                        <a:pt x="1038" y="256"/>
                      </a:lnTo>
                      <a:lnTo>
                        <a:pt x="1038" y="256"/>
                      </a:lnTo>
                      <a:lnTo>
                        <a:pt x="1042" y="256"/>
                      </a:lnTo>
                      <a:lnTo>
                        <a:pt x="1042" y="258"/>
                      </a:lnTo>
                      <a:lnTo>
                        <a:pt x="1042" y="258"/>
                      </a:lnTo>
                      <a:lnTo>
                        <a:pt x="1048" y="258"/>
                      </a:lnTo>
                      <a:lnTo>
                        <a:pt x="1054" y="260"/>
                      </a:lnTo>
                      <a:lnTo>
                        <a:pt x="1054" y="260"/>
                      </a:lnTo>
                      <a:lnTo>
                        <a:pt x="1054" y="254"/>
                      </a:lnTo>
                      <a:lnTo>
                        <a:pt x="1054" y="254"/>
                      </a:lnTo>
                      <a:lnTo>
                        <a:pt x="1054" y="252"/>
                      </a:lnTo>
                      <a:lnTo>
                        <a:pt x="1054" y="252"/>
                      </a:lnTo>
                      <a:lnTo>
                        <a:pt x="1058" y="254"/>
                      </a:lnTo>
                      <a:lnTo>
                        <a:pt x="1058" y="254"/>
                      </a:lnTo>
                      <a:lnTo>
                        <a:pt x="1058" y="254"/>
                      </a:lnTo>
                      <a:lnTo>
                        <a:pt x="1060" y="254"/>
                      </a:lnTo>
                      <a:lnTo>
                        <a:pt x="1060" y="254"/>
                      </a:lnTo>
                      <a:lnTo>
                        <a:pt x="1060" y="254"/>
                      </a:lnTo>
                      <a:lnTo>
                        <a:pt x="1056" y="258"/>
                      </a:lnTo>
                      <a:lnTo>
                        <a:pt x="1056" y="258"/>
                      </a:lnTo>
                      <a:lnTo>
                        <a:pt x="1056" y="266"/>
                      </a:lnTo>
                      <a:lnTo>
                        <a:pt x="1056" y="266"/>
                      </a:lnTo>
                      <a:lnTo>
                        <a:pt x="1060" y="266"/>
                      </a:lnTo>
                      <a:lnTo>
                        <a:pt x="1060" y="266"/>
                      </a:lnTo>
                      <a:lnTo>
                        <a:pt x="1060" y="260"/>
                      </a:lnTo>
                      <a:lnTo>
                        <a:pt x="1060" y="260"/>
                      </a:lnTo>
                      <a:lnTo>
                        <a:pt x="1060" y="260"/>
                      </a:lnTo>
                      <a:lnTo>
                        <a:pt x="1062" y="258"/>
                      </a:lnTo>
                      <a:lnTo>
                        <a:pt x="1062" y="258"/>
                      </a:lnTo>
                      <a:lnTo>
                        <a:pt x="1062" y="258"/>
                      </a:lnTo>
                      <a:lnTo>
                        <a:pt x="1064" y="258"/>
                      </a:lnTo>
                      <a:lnTo>
                        <a:pt x="1064" y="260"/>
                      </a:lnTo>
                      <a:lnTo>
                        <a:pt x="1064" y="260"/>
                      </a:lnTo>
                      <a:lnTo>
                        <a:pt x="1068" y="258"/>
                      </a:lnTo>
                      <a:lnTo>
                        <a:pt x="1068" y="258"/>
                      </a:lnTo>
                      <a:lnTo>
                        <a:pt x="1070" y="260"/>
                      </a:lnTo>
                      <a:lnTo>
                        <a:pt x="1070" y="260"/>
                      </a:lnTo>
                      <a:lnTo>
                        <a:pt x="1070" y="260"/>
                      </a:lnTo>
                      <a:lnTo>
                        <a:pt x="1070" y="256"/>
                      </a:lnTo>
                      <a:lnTo>
                        <a:pt x="1070" y="252"/>
                      </a:lnTo>
                      <a:lnTo>
                        <a:pt x="1070" y="252"/>
                      </a:lnTo>
                      <a:lnTo>
                        <a:pt x="1070" y="252"/>
                      </a:lnTo>
                      <a:lnTo>
                        <a:pt x="1072" y="254"/>
                      </a:lnTo>
                      <a:lnTo>
                        <a:pt x="1072" y="254"/>
                      </a:lnTo>
                      <a:lnTo>
                        <a:pt x="1072" y="254"/>
                      </a:lnTo>
                      <a:lnTo>
                        <a:pt x="1078" y="256"/>
                      </a:lnTo>
                      <a:lnTo>
                        <a:pt x="1078" y="256"/>
                      </a:lnTo>
                      <a:lnTo>
                        <a:pt x="1080" y="262"/>
                      </a:lnTo>
                      <a:lnTo>
                        <a:pt x="1082" y="264"/>
                      </a:lnTo>
                      <a:lnTo>
                        <a:pt x="1082" y="266"/>
                      </a:lnTo>
                      <a:lnTo>
                        <a:pt x="1082" y="266"/>
                      </a:lnTo>
                      <a:lnTo>
                        <a:pt x="1082" y="268"/>
                      </a:lnTo>
                      <a:lnTo>
                        <a:pt x="1082" y="270"/>
                      </a:lnTo>
                      <a:lnTo>
                        <a:pt x="1082" y="270"/>
                      </a:lnTo>
                      <a:close/>
                      <a:moveTo>
                        <a:pt x="1074" y="730"/>
                      </a:moveTo>
                      <a:lnTo>
                        <a:pt x="1074" y="730"/>
                      </a:lnTo>
                      <a:lnTo>
                        <a:pt x="1072" y="730"/>
                      </a:lnTo>
                      <a:lnTo>
                        <a:pt x="1072" y="730"/>
                      </a:lnTo>
                      <a:lnTo>
                        <a:pt x="1068" y="738"/>
                      </a:lnTo>
                      <a:lnTo>
                        <a:pt x="1064" y="742"/>
                      </a:lnTo>
                      <a:lnTo>
                        <a:pt x="1056" y="744"/>
                      </a:lnTo>
                      <a:lnTo>
                        <a:pt x="1048" y="746"/>
                      </a:lnTo>
                      <a:lnTo>
                        <a:pt x="1048" y="746"/>
                      </a:lnTo>
                      <a:lnTo>
                        <a:pt x="1046" y="748"/>
                      </a:lnTo>
                      <a:lnTo>
                        <a:pt x="1046" y="748"/>
                      </a:lnTo>
                      <a:lnTo>
                        <a:pt x="1046" y="750"/>
                      </a:lnTo>
                      <a:lnTo>
                        <a:pt x="1046" y="754"/>
                      </a:lnTo>
                      <a:lnTo>
                        <a:pt x="1046" y="754"/>
                      </a:lnTo>
                      <a:lnTo>
                        <a:pt x="1040" y="748"/>
                      </a:lnTo>
                      <a:lnTo>
                        <a:pt x="1040" y="748"/>
                      </a:lnTo>
                      <a:lnTo>
                        <a:pt x="1040" y="750"/>
                      </a:lnTo>
                      <a:lnTo>
                        <a:pt x="1040" y="752"/>
                      </a:lnTo>
                      <a:lnTo>
                        <a:pt x="1040" y="752"/>
                      </a:lnTo>
                      <a:lnTo>
                        <a:pt x="1038" y="752"/>
                      </a:lnTo>
                      <a:lnTo>
                        <a:pt x="1036" y="750"/>
                      </a:lnTo>
                      <a:lnTo>
                        <a:pt x="1036" y="750"/>
                      </a:lnTo>
                      <a:lnTo>
                        <a:pt x="1036" y="754"/>
                      </a:lnTo>
                      <a:lnTo>
                        <a:pt x="1036" y="760"/>
                      </a:lnTo>
                      <a:lnTo>
                        <a:pt x="1036" y="760"/>
                      </a:lnTo>
                      <a:lnTo>
                        <a:pt x="1036" y="760"/>
                      </a:lnTo>
                      <a:lnTo>
                        <a:pt x="1036" y="762"/>
                      </a:lnTo>
                      <a:lnTo>
                        <a:pt x="1034" y="762"/>
                      </a:lnTo>
                      <a:lnTo>
                        <a:pt x="1034" y="762"/>
                      </a:lnTo>
                      <a:lnTo>
                        <a:pt x="1036" y="760"/>
                      </a:lnTo>
                      <a:lnTo>
                        <a:pt x="1034" y="760"/>
                      </a:lnTo>
                      <a:lnTo>
                        <a:pt x="1032" y="760"/>
                      </a:lnTo>
                      <a:lnTo>
                        <a:pt x="1032" y="760"/>
                      </a:lnTo>
                      <a:lnTo>
                        <a:pt x="1030" y="764"/>
                      </a:lnTo>
                      <a:lnTo>
                        <a:pt x="1030" y="764"/>
                      </a:lnTo>
                      <a:lnTo>
                        <a:pt x="1026" y="768"/>
                      </a:lnTo>
                      <a:lnTo>
                        <a:pt x="1026" y="768"/>
                      </a:lnTo>
                      <a:lnTo>
                        <a:pt x="1024" y="766"/>
                      </a:lnTo>
                      <a:lnTo>
                        <a:pt x="1026" y="764"/>
                      </a:lnTo>
                      <a:lnTo>
                        <a:pt x="1024" y="764"/>
                      </a:lnTo>
                      <a:lnTo>
                        <a:pt x="1024" y="764"/>
                      </a:lnTo>
                      <a:lnTo>
                        <a:pt x="1022" y="768"/>
                      </a:lnTo>
                      <a:lnTo>
                        <a:pt x="1022" y="768"/>
                      </a:lnTo>
                      <a:lnTo>
                        <a:pt x="1020" y="766"/>
                      </a:lnTo>
                      <a:lnTo>
                        <a:pt x="1020" y="766"/>
                      </a:lnTo>
                      <a:lnTo>
                        <a:pt x="1018" y="764"/>
                      </a:lnTo>
                      <a:lnTo>
                        <a:pt x="1018" y="764"/>
                      </a:lnTo>
                      <a:lnTo>
                        <a:pt x="1014" y="762"/>
                      </a:lnTo>
                      <a:lnTo>
                        <a:pt x="1014" y="762"/>
                      </a:lnTo>
                      <a:lnTo>
                        <a:pt x="1010" y="762"/>
                      </a:lnTo>
                      <a:lnTo>
                        <a:pt x="1010" y="762"/>
                      </a:lnTo>
                      <a:lnTo>
                        <a:pt x="1008" y="754"/>
                      </a:lnTo>
                      <a:lnTo>
                        <a:pt x="1012" y="750"/>
                      </a:lnTo>
                      <a:lnTo>
                        <a:pt x="1012" y="750"/>
                      </a:lnTo>
                      <a:lnTo>
                        <a:pt x="1014" y="746"/>
                      </a:lnTo>
                      <a:lnTo>
                        <a:pt x="1014" y="746"/>
                      </a:lnTo>
                      <a:lnTo>
                        <a:pt x="1018" y="744"/>
                      </a:lnTo>
                      <a:lnTo>
                        <a:pt x="1020" y="744"/>
                      </a:lnTo>
                      <a:lnTo>
                        <a:pt x="1020" y="744"/>
                      </a:lnTo>
                      <a:lnTo>
                        <a:pt x="1020" y="742"/>
                      </a:lnTo>
                      <a:lnTo>
                        <a:pt x="1022" y="738"/>
                      </a:lnTo>
                      <a:lnTo>
                        <a:pt x="1022" y="738"/>
                      </a:lnTo>
                      <a:lnTo>
                        <a:pt x="1026" y="736"/>
                      </a:lnTo>
                      <a:lnTo>
                        <a:pt x="1032" y="734"/>
                      </a:lnTo>
                      <a:lnTo>
                        <a:pt x="1034" y="734"/>
                      </a:lnTo>
                      <a:lnTo>
                        <a:pt x="1034" y="734"/>
                      </a:lnTo>
                      <a:lnTo>
                        <a:pt x="1034" y="736"/>
                      </a:lnTo>
                      <a:lnTo>
                        <a:pt x="1034" y="736"/>
                      </a:lnTo>
                      <a:lnTo>
                        <a:pt x="1038" y="738"/>
                      </a:lnTo>
                      <a:lnTo>
                        <a:pt x="1038" y="738"/>
                      </a:lnTo>
                      <a:lnTo>
                        <a:pt x="1044" y="730"/>
                      </a:lnTo>
                      <a:lnTo>
                        <a:pt x="1044" y="730"/>
                      </a:lnTo>
                      <a:lnTo>
                        <a:pt x="1048" y="730"/>
                      </a:lnTo>
                      <a:lnTo>
                        <a:pt x="1048" y="730"/>
                      </a:lnTo>
                      <a:lnTo>
                        <a:pt x="1038" y="728"/>
                      </a:lnTo>
                      <a:lnTo>
                        <a:pt x="1034" y="728"/>
                      </a:lnTo>
                      <a:lnTo>
                        <a:pt x="1028" y="730"/>
                      </a:lnTo>
                      <a:lnTo>
                        <a:pt x="1028" y="730"/>
                      </a:lnTo>
                      <a:lnTo>
                        <a:pt x="1028" y="732"/>
                      </a:lnTo>
                      <a:lnTo>
                        <a:pt x="1028" y="732"/>
                      </a:lnTo>
                      <a:lnTo>
                        <a:pt x="1028" y="728"/>
                      </a:lnTo>
                      <a:lnTo>
                        <a:pt x="1028" y="728"/>
                      </a:lnTo>
                      <a:lnTo>
                        <a:pt x="1030" y="724"/>
                      </a:lnTo>
                      <a:lnTo>
                        <a:pt x="1030" y="724"/>
                      </a:lnTo>
                      <a:lnTo>
                        <a:pt x="1030" y="724"/>
                      </a:lnTo>
                      <a:lnTo>
                        <a:pt x="1030" y="722"/>
                      </a:lnTo>
                      <a:lnTo>
                        <a:pt x="1030" y="722"/>
                      </a:lnTo>
                      <a:lnTo>
                        <a:pt x="1032" y="720"/>
                      </a:lnTo>
                      <a:lnTo>
                        <a:pt x="1032" y="720"/>
                      </a:lnTo>
                      <a:lnTo>
                        <a:pt x="1032" y="718"/>
                      </a:lnTo>
                      <a:lnTo>
                        <a:pt x="1032" y="718"/>
                      </a:lnTo>
                      <a:lnTo>
                        <a:pt x="1030" y="718"/>
                      </a:lnTo>
                      <a:lnTo>
                        <a:pt x="1028" y="718"/>
                      </a:lnTo>
                      <a:lnTo>
                        <a:pt x="1028" y="718"/>
                      </a:lnTo>
                      <a:lnTo>
                        <a:pt x="1026" y="716"/>
                      </a:lnTo>
                      <a:lnTo>
                        <a:pt x="1026" y="716"/>
                      </a:lnTo>
                      <a:lnTo>
                        <a:pt x="1026" y="722"/>
                      </a:lnTo>
                      <a:lnTo>
                        <a:pt x="1026" y="722"/>
                      </a:lnTo>
                      <a:lnTo>
                        <a:pt x="1026" y="722"/>
                      </a:lnTo>
                      <a:lnTo>
                        <a:pt x="1026" y="726"/>
                      </a:lnTo>
                      <a:lnTo>
                        <a:pt x="1024" y="726"/>
                      </a:lnTo>
                      <a:lnTo>
                        <a:pt x="1024" y="726"/>
                      </a:lnTo>
                      <a:lnTo>
                        <a:pt x="1022" y="728"/>
                      </a:lnTo>
                      <a:lnTo>
                        <a:pt x="1020" y="730"/>
                      </a:lnTo>
                      <a:lnTo>
                        <a:pt x="1018" y="734"/>
                      </a:lnTo>
                      <a:lnTo>
                        <a:pt x="1014" y="734"/>
                      </a:lnTo>
                      <a:lnTo>
                        <a:pt x="1014" y="734"/>
                      </a:lnTo>
                      <a:lnTo>
                        <a:pt x="1014" y="730"/>
                      </a:lnTo>
                      <a:lnTo>
                        <a:pt x="1014" y="730"/>
                      </a:lnTo>
                      <a:lnTo>
                        <a:pt x="1014" y="728"/>
                      </a:lnTo>
                      <a:lnTo>
                        <a:pt x="1014" y="726"/>
                      </a:lnTo>
                      <a:lnTo>
                        <a:pt x="1014" y="726"/>
                      </a:lnTo>
                      <a:lnTo>
                        <a:pt x="1012" y="726"/>
                      </a:lnTo>
                      <a:lnTo>
                        <a:pt x="1012" y="726"/>
                      </a:lnTo>
                      <a:lnTo>
                        <a:pt x="1012" y="730"/>
                      </a:lnTo>
                      <a:lnTo>
                        <a:pt x="1012" y="730"/>
                      </a:lnTo>
                      <a:lnTo>
                        <a:pt x="1008" y="730"/>
                      </a:lnTo>
                      <a:lnTo>
                        <a:pt x="1008" y="732"/>
                      </a:lnTo>
                      <a:lnTo>
                        <a:pt x="1008" y="732"/>
                      </a:lnTo>
                      <a:lnTo>
                        <a:pt x="1012" y="734"/>
                      </a:lnTo>
                      <a:lnTo>
                        <a:pt x="1012" y="734"/>
                      </a:lnTo>
                      <a:lnTo>
                        <a:pt x="1012" y="734"/>
                      </a:lnTo>
                      <a:lnTo>
                        <a:pt x="1012" y="736"/>
                      </a:lnTo>
                      <a:lnTo>
                        <a:pt x="1008" y="736"/>
                      </a:lnTo>
                      <a:lnTo>
                        <a:pt x="1008" y="736"/>
                      </a:lnTo>
                      <a:lnTo>
                        <a:pt x="1008" y="738"/>
                      </a:lnTo>
                      <a:lnTo>
                        <a:pt x="1006" y="738"/>
                      </a:lnTo>
                      <a:lnTo>
                        <a:pt x="1006" y="738"/>
                      </a:lnTo>
                      <a:lnTo>
                        <a:pt x="1002" y="736"/>
                      </a:lnTo>
                      <a:lnTo>
                        <a:pt x="1000" y="734"/>
                      </a:lnTo>
                      <a:lnTo>
                        <a:pt x="1000" y="734"/>
                      </a:lnTo>
                      <a:lnTo>
                        <a:pt x="996" y="734"/>
                      </a:lnTo>
                      <a:lnTo>
                        <a:pt x="996" y="734"/>
                      </a:lnTo>
                      <a:lnTo>
                        <a:pt x="994" y="734"/>
                      </a:lnTo>
                      <a:lnTo>
                        <a:pt x="994" y="734"/>
                      </a:lnTo>
                      <a:lnTo>
                        <a:pt x="994" y="732"/>
                      </a:lnTo>
                      <a:lnTo>
                        <a:pt x="992" y="730"/>
                      </a:lnTo>
                      <a:lnTo>
                        <a:pt x="994" y="726"/>
                      </a:lnTo>
                      <a:lnTo>
                        <a:pt x="994" y="726"/>
                      </a:lnTo>
                      <a:lnTo>
                        <a:pt x="992" y="724"/>
                      </a:lnTo>
                      <a:lnTo>
                        <a:pt x="990" y="724"/>
                      </a:lnTo>
                      <a:lnTo>
                        <a:pt x="988" y="724"/>
                      </a:lnTo>
                      <a:lnTo>
                        <a:pt x="988" y="724"/>
                      </a:lnTo>
                      <a:lnTo>
                        <a:pt x="988" y="718"/>
                      </a:lnTo>
                      <a:lnTo>
                        <a:pt x="988" y="704"/>
                      </a:lnTo>
                      <a:lnTo>
                        <a:pt x="988" y="704"/>
                      </a:lnTo>
                      <a:lnTo>
                        <a:pt x="988" y="700"/>
                      </a:lnTo>
                      <a:lnTo>
                        <a:pt x="986" y="698"/>
                      </a:lnTo>
                      <a:lnTo>
                        <a:pt x="980" y="694"/>
                      </a:lnTo>
                      <a:lnTo>
                        <a:pt x="980" y="694"/>
                      </a:lnTo>
                      <a:lnTo>
                        <a:pt x="976" y="694"/>
                      </a:lnTo>
                      <a:lnTo>
                        <a:pt x="974" y="698"/>
                      </a:lnTo>
                      <a:lnTo>
                        <a:pt x="972" y="700"/>
                      </a:lnTo>
                      <a:lnTo>
                        <a:pt x="972" y="698"/>
                      </a:lnTo>
                      <a:lnTo>
                        <a:pt x="972" y="698"/>
                      </a:lnTo>
                      <a:lnTo>
                        <a:pt x="970" y="694"/>
                      </a:lnTo>
                      <a:lnTo>
                        <a:pt x="968" y="694"/>
                      </a:lnTo>
                      <a:lnTo>
                        <a:pt x="966" y="696"/>
                      </a:lnTo>
                      <a:lnTo>
                        <a:pt x="964" y="704"/>
                      </a:lnTo>
                      <a:lnTo>
                        <a:pt x="964" y="704"/>
                      </a:lnTo>
                      <a:lnTo>
                        <a:pt x="960" y="708"/>
                      </a:lnTo>
                      <a:lnTo>
                        <a:pt x="960" y="714"/>
                      </a:lnTo>
                      <a:lnTo>
                        <a:pt x="960" y="714"/>
                      </a:lnTo>
                      <a:lnTo>
                        <a:pt x="958" y="716"/>
                      </a:lnTo>
                      <a:lnTo>
                        <a:pt x="954" y="720"/>
                      </a:lnTo>
                      <a:lnTo>
                        <a:pt x="948" y="726"/>
                      </a:lnTo>
                      <a:lnTo>
                        <a:pt x="948" y="726"/>
                      </a:lnTo>
                      <a:lnTo>
                        <a:pt x="944" y="728"/>
                      </a:lnTo>
                      <a:lnTo>
                        <a:pt x="944" y="730"/>
                      </a:lnTo>
                      <a:lnTo>
                        <a:pt x="944" y="730"/>
                      </a:lnTo>
                      <a:lnTo>
                        <a:pt x="926" y="734"/>
                      </a:lnTo>
                      <a:lnTo>
                        <a:pt x="904" y="736"/>
                      </a:lnTo>
                      <a:lnTo>
                        <a:pt x="904" y="736"/>
                      </a:lnTo>
                      <a:lnTo>
                        <a:pt x="902" y="734"/>
                      </a:lnTo>
                      <a:lnTo>
                        <a:pt x="902" y="734"/>
                      </a:lnTo>
                      <a:lnTo>
                        <a:pt x="904" y="732"/>
                      </a:lnTo>
                      <a:lnTo>
                        <a:pt x="904" y="732"/>
                      </a:lnTo>
                      <a:lnTo>
                        <a:pt x="904" y="732"/>
                      </a:lnTo>
                      <a:lnTo>
                        <a:pt x="904" y="732"/>
                      </a:lnTo>
                      <a:lnTo>
                        <a:pt x="900" y="734"/>
                      </a:lnTo>
                      <a:lnTo>
                        <a:pt x="900" y="734"/>
                      </a:lnTo>
                      <a:lnTo>
                        <a:pt x="890" y="740"/>
                      </a:lnTo>
                      <a:lnTo>
                        <a:pt x="890" y="740"/>
                      </a:lnTo>
                      <a:lnTo>
                        <a:pt x="880" y="746"/>
                      </a:lnTo>
                      <a:lnTo>
                        <a:pt x="878" y="748"/>
                      </a:lnTo>
                      <a:lnTo>
                        <a:pt x="878" y="748"/>
                      </a:lnTo>
                      <a:lnTo>
                        <a:pt x="878" y="750"/>
                      </a:lnTo>
                      <a:lnTo>
                        <a:pt x="878" y="750"/>
                      </a:lnTo>
                      <a:lnTo>
                        <a:pt x="872" y="754"/>
                      </a:lnTo>
                      <a:lnTo>
                        <a:pt x="872" y="754"/>
                      </a:lnTo>
                      <a:lnTo>
                        <a:pt x="866" y="752"/>
                      </a:lnTo>
                      <a:lnTo>
                        <a:pt x="862" y="752"/>
                      </a:lnTo>
                      <a:lnTo>
                        <a:pt x="862" y="752"/>
                      </a:lnTo>
                      <a:lnTo>
                        <a:pt x="854" y="752"/>
                      </a:lnTo>
                      <a:lnTo>
                        <a:pt x="854" y="752"/>
                      </a:lnTo>
                      <a:lnTo>
                        <a:pt x="854" y="754"/>
                      </a:lnTo>
                      <a:lnTo>
                        <a:pt x="854" y="754"/>
                      </a:lnTo>
                      <a:lnTo>
                        <a:pt x="856" y="754"/>
                      </a:lnTo>
                      <a:lnTo>
                        <a:pt x="860" y="756"/>
                      </a:lnTo>
                      <a:lnTo>
                        <a:pt x="860" y="756"/>
                      </a:lnTo>
                      <a:lnTo>
                        <a:pt x="860" y="758"/>
                      </a:lnTo>
                      <a:lnTo>
                        <a:pt x="860" y="758"/>
                      </a:lnTo>
                      <a:lnTo>
                        <a:pt x="860" y="758"/>
                      </a:lnTo>
                      <a:lnTo>
                        <a:pt x="864" y="758"/>
                      </a:lnTo>
                      <a:lnTo>
                        <a:pt x="864" y="758"/>
                      </a:lnTo>
                      <a:lnTo>
                        <a:pt x="866" y="758"/>
                      </a:lnTo>
                      <a:lnTo>
                        <a:pt x="866" y="758"/>
                      </a:lnTo>
                      <a:lnTo>
                        <a:pt x="866" y="758"/>
                      </a:lnTo>
                      <a:lnTo>
                        <a:pt x="864" y="760"/>
                      </a:lnTo>
                      <a:lnTo>
                        <a:pt x="862" y="762"/>
                      </a:lnTo>
                      <a:lnTo>
                        <a:pt x="862" y="762"/>
                      </a:lnTo>
                      <a:lnTo>
                        <a:pt x="858" y="762"/>
                      </a:lnTo>
                      <a:lnTo>
                        <a:pt x="858" y="762"/>
                      </a:lnTo>
                      <a:lnTo>
                        <a:pt x="856" y="760"/>
                      </a:lnTo>
                      <a:lnTo>
                        <a:pt x="856" y="760"/>
                      </a:lnTo>
                      <a:lnTo>
                        <a:pt x="848" y="758"/>
                      </a:lnTo>
                      <a:lnTo>
                        <a:pt x="840" y="760"/>
                      </a:lnTo>
                      <a:lnTo>
                        <a:pt x="834" y="764"/>
                      </a:lnTo>
                      <a:lnTo>
                        <a:pt x="828" y="766"/>
                      </a:lnTo>
                      <a:lnTo>
                        <a:pt x="828" y="768"/>
                      </a:lnTo>
                      <a:lnTo>
                        <a:pt x="828" y="768"/>
                      </a:lnTo>
                      <a:lnTo>
                        <a:pt x="832" y="768"/>
                      </a:lnTo>
                      <a:lnTo>
                        <a:pt x="832" y="768"/>
                      </a:lnTo>
                      <a:lnTo>
                        <a:pt x="834" y="770"/>
                      </a:lnTo>
                      <a:lnTo>
                        <a:pt x="834" y="772"/>
                      </a:lnTo>
                      <a:lnTo>
                        <a:pt x="832" y="774"/>
                      </a:lnTo>
                      <a:lnTo>
                        <a:pt x="832" y="774"/>
                      </a:lnTo>
                      <a:lnTo>
                        <a:pt x="826" y="774"/>
                      </a:lnTo>
                      <a:lnTo>
                        <a:pt x="822" y="774"/>
                      </a:lnTo>
                      <a:lnTo>
                        <a:pt x="820" y="776"/>
                      </a:lnTo>
                      <a:lnTo>
                        <a:pt x="820" y="776"/>
                      </a:lnTo>
                      <a:lnTo>
                        <a:pt x="818" y="780"/>
                      </a:lnTo>
                      <a:lnTo>
                        <a:pt x="818" y="780"/>
                      </a:lnTo>
                      <a:lnTo>
                        <a:pt x="812" y="780"/>
                      </a:lnTo>
                      <a:lnTo>
                        <a:pt x="808" y="780"/>
                      </a:lnTo>
                      <a:lnTo>
                        <a:pt x="808" y="780"/>
                      </a:lnTo>
                      <a:lnTo>
                        <a:pt x="804" y="784"/>
                      </a:lnTo>
                      <a:lnTo>
                        <a:pt x="804" y="784"/>
                      </a:lnTo>
                      <a:lnTo>
                        <a:pt x="800" y="786"/>
                      </a:lnTo>
                      <a:lnTo>
                        <a:pt x="800" y="786"/>
                      </a:lnTo>
                      <a:lnTo>
                        <a:pt x="796" y="790"/>
                      </a:lnTo>
                      <a:lnTo>
                        <a:pt x="796" y="790"/>
                      </a:lnTo>
                      <a:lnTo>
                        <a:pt x="792" y="792"/>
                      </a:lnTo>
                      <a:lnTo>
                        <a:pt x="786" y="792"/>
                      </a:lnTo>
                      <a:lnTo>
                        <a:pt x="786" y="792"/>
                      </a:lnTo>
                      <a:lnTo>
                        <a:pt x="786" y="788"/>
                      </a:lnTo>
                      <a:lnTo>
                        <a:pt x="786" y="788"/>
                      </a:lnTo>
                      <a:lnTo>
                        <a:pt x="788" y="786"/>
                      </a:lnTo>
                      <a:lnTo>
                        <a:pt x="790" y="782"/>
                      </a:lnTo>
                      <a:lnTo>
                        <a:pt x="790" y="782"/>
                      </a:lnTo>
                      <a:lnTo>
                        <a:pt x="792" y="772"/>
                      </a:lnTo>
                      <a:lnTo>
                        <a:pt x="792" y="772"/>
                      </a:lnTo>
                      <a:lnTo>
                        <a:pt x="798" y="770"/>
                      </a:lnTo>
                      <a:lnTo>
                        <a:pt x="798" y="770"/>
                      </a:lnTo>
                      <a:lnTo>
                        <a:pt x="800" y="766"/>
                      </a:lnTo>
                      <a:lnTo>
                        <a:pt x="800" y="766"/>
                      </a:lnTo>
                      <a:lnTo>
                        <a:pt x="800" y="758"/>
                      </a:lnTo>
                      <a:lnTo>
                        <a:pt x="800" y="754"/>
                      </a:lnTo>
                      <a:lnTo>
                        <a:pt x="800" y="750"/>
                      </a:lnTo>
                      <a:lnTo>
                        <a:pt x="800" y="750"/>
                      </a:lnTo>
                      <a:lnTo>
                        <a:pt x="808" y="740"/>
                      </a:lnTo>
                      <a:lnTo>
                        <a:pt x="808" y="740"/>
                      </a:lnTo>
                      <a:lnTo>
                        <a:pt x="812" y="742"/>
                      </a:lnTo>
                      <a:lnTo>
                        <a:pt x="812" y="742"/>
                      </a:lnTo>
                      <a:lnTo>
                        <a:pt x="812" y="746"/>
                      </a:lnTo>
                      <a:lnTo>
                        <a:pt x="812" y="746"/>
                      </a:lnTo>
                      <a:lnTo>
                        <a:pt x="816" y="746"/>
                      </a:lnTo>
                      <a:lnTo>
                        <a:pt x="820" y="746"/>
                      </a:lnTo>
                      <a:lnTo>
                        <a:pt x="820" y="746"/>
                      </a:lnTo>
                      <a:lnTo>
                        <a:pt x="820" y="748"/>
                      </a:lnTo>
                      <a:lnTo>
                        <a:pt x="822" y="750"/>
                      </a:lnTo>
                      <a:lnTo>
                        <a:pt x="822" y="750"/>
                      </a:lnTo>
                      <a:lnTo>
                        <a:pt x="826" y="750"/>
                      </a:lnTo>
                      <a:lnTo>
                        <a:pt x="826" y="750"/>
                      </a:lnTo>
                      <a:lnTo>
                        <a:pt x="826" y="748"/>
                      </a:lnTo>
                      <a:lnTo>
                        <a:pt x="826" y="746"/>
                      </a:lnTo>
                      <a:lnTo>
                        <a:pt x="826" y="746"/>
                      </a:lnTo>
                      <a:lnTo>
                        <a:pt x="826" y="746"/>
                      </a:lnTo>
                      <a:lnTo>
                        <a:pt x="826" y="744"/>
                      </a:lnTo>
                      <a:lnTo>
                        <a:pt x="826" y="744"/>
                      </a:lnTo>
                      <a:lnTo>
                        <a:pt x="824" y="744"/>
                      </a:lnTo>
                      <a:lnTo>
                        <a:pt x="824" y="744"/>
                      </a:lnTo>
                      <a:lnTo>
                        <a:pt x="830" y="744"/>
                      </a:lnTo>
                      <a:lnTo>
                        <a:pt x="830" y="744"/>
                      </a:lnTo>
                      <a:lnTo>
                        <a:pt x="832" y="740"/>
                      </a:lnTo>
                      <a:lnTo>
                        <a:pt x="832" y="740"/>
                      </a:lnTo>
                      <a:lnTo>
                        <a:pt x="830" y="738"/>
                      </a:lnTo>
                      <a:lnTo>
                        <a:pt x="830" y="738"/>
                      </a:lnTo>
                      <a:lnTo>
                        <a:pt x="826" y="734"/>
                      </a:lnTo>
                      <a:lnTo>
                        <a:pt x="826" y="724"/>
                      </a:lnTo>
                      <a:lnTo>
                        <a:pt x="826" y="724"/>
                      </a:lnTo>
                      <a:lnTo>
                        <a:pt x="820" y="724"/>
                      </a:lnTo>
                      <a:lnTo>
                        <a:pt x="820" y="722"/>
                      </a:lnTo>
                      <a:lnTo>
                        <a:pt x="820" y="722"/>
                      </a:lnTo>
                      <a:lnTo>
                        <a:pt x="818" y="720"/>
                      </a:lnTo>
                      <a:lnTo>
                        <a:pt x="814" y="718"/>
                      </a:lnTo>
                      <a:lnTo>
                        <a:pt x="814" y="716"/>
                      </a:lnTo>
                      <a:lnTo>
                        <a:pt x="814" y="716"/>
                      </a:lnTo>
                      <a:lnTo>
                        <a:pt x="812" y="716"/>
                      </a:lnTo>
                      <a:lnTo>
                        <a:pt x="808" y="718"/>
                      </a:lnTo>
                      <a:lnTo>
                        <a:pt x="806" y="718"/>
                      </a:lnTo>
                      <a:lnTo>
                        <a:pt x="802" y="718"/>
                      </a:lnTo>
                      <a:lnTo>
                        <a:pt x="802" y="718"/>
                      </a:lnTo>
                      <a:lnTo>
                        <a:pt x="800" y="716"/>
                      </a:lnTo>
                      <a:lnTo>
                        <a:pt x="800" y="716"/>
                      </a:lnTo>
                      <a:lnTo>
                        <a:pt x="796" y="716"/>
                      </a:lnTo>
                      <a:lnTo>
                        <a:pt x="792" y="716"/>
                      </a:lnTo>
                      <a:lnTo>
                        <a:pt x="790" y="714"/>
                      </a:lnTo>
                      <a:lnTo>
                        <a:pt x="790" y="714"/>
                      </a:lnTo>
                      <a:lnTo>
                        <a:pt x="780" y="712"/>
                      </a:lnTo>
                      <a:lnTo>
                        <a:pt x="780" y="712"/>
                      </a:lnTo>
                      <a:lnTo>
                        <a:pt x="780" y="712"/>
                      </a:lnTo>
                      <a:lnTo>
                        <a:pt x="778" y="714"/>
                      </a:lnTo>
                      <a:lnTo>
                        <a:pt x="778" y="714"/>
                      </a:lnTo>
                      <a:lnTo>
                        <a:pt x="774" y="710"/>
                      </a:lnTo>
                      <a:lnTo>
                        <a:pt x="770" y="706"/>
                      </a:lnTo>
                      <a:lnTo>
                        <a:pt x="770" y="706"/>
                      </a:lnTo>
                      <a:lnTo>
                        <a:pt x="764" y="706"/>
                      </a:lnTo>
                      <a:lnTo>
                        <a:pt x="764" y="706"/>
                      </a:lnTo>
                      <a:lnTo>
                        <a:pt x="762" y="692"/>
                      </a:lnTo>
                      <a:lnTo>
                        <a:pt x="762" y="692"/>
                      </a:lnTo>
                      <a:lnTo>
                        <a:pt x="764" y="690"/>
                      </a:lnTo>
                      <a:lnTo>
                        <a:pt x="764" y="690"/>
                      </a:lnTo>
                      <a:lnTo>
                        <a:pt x="758" y="686"/>
                      </a:lnTo>
                      <a:lnTo>
                        <a:pt x="758" y="680"/>
                      </a:lnTo>
                      <a:lnTo>
                        <a:pt x="758" y="680"/>
                      </a:lnTo>
                      <a:lnTo>
                        <a:pt x="756" y="678"/>
                      </a:lnTo>
                      <a:lnTo>
                        <a:pt x="756" y="678"/>
                      </a:lnTo>
                      <a:lnTo>
                        <a:pt x="754" y="678"/>
                      </a:lnTo>
                      <a:lnTo>
                        <a:pt x="750" y="678"/>
                      </a:lnTo>
                      <a:lnTo>
                        <a:pt x="750" y="678"/>
                      </a:lnTo>
                      <a:lnTo>
                        <a:pt x="744" y="676"/>
                      </a:lnTo>
                      <a:lnTo>
                        <a:pt x="740" y="670"/>
                      </a:lnTo>
                      <a:lnTo>
                        <a:pt x="736" y="658"/>
                      </a:lnTo>
                      <a:lnTo>
                        <a:pt x="736" y="658"/>
                      </a:lnTo>
                      <a:lnTo>
                        <a:pt x="734" y="658"/>
                      </a:lnTo>
                      <a:lnTo>
                        <a:pt x="732" y="660"/>
                      </a:lnTo>
                      <a:lnTo>
                        <a:pt x="732" y="660"/>
                      </a:lnTo>
                      <a:lnTo>
                        <a:pt x="732" y="660"/>
                      </a:lnTo>
                      <a:lnTo>
                        <a:pt x="730" y="658"/>
                      </a:lnTo>
                      <a:lnTo>
                        <a:pt x="728" y="656"/>
                      </a:lnTo>
                      <a:lnTo>
                        <a:pt x="728" y="656"/>
                      </a:lnTo>
                      <a:lnTo>
                        <a:pt x="726" y="658"/>
                      </a:lnTo>
                      <a:lnTo>
                        <a:pt x="724" y="658"/>
                      </a:lnTo>
                      <a:lnTo>
                        <a:pt x="724" y="658"/>
                      </a:lnTo>
                      <a:lnTo>
                        <a:pt x="720" y="658"/>
                      </a:lnTo>
                      <a:lnTo>
                        <a:pt x="718" y="656"/>
                      </a:lnTo>
                      <a:lnTo>
                        <a:pt x="716" y="658"/>
                      </a:lnTo>
                      <a:lnTo>
                        <a:pt x="716" y="658"/>
                      </a:lnTo>
                      <a:lnTo>
                        <a:pt x="716" y="662"/>
                      </a:lnTo>
                      <a:lnTo>
                        <a:pt x="716" y="664"/>
                      </a:lnTo>
                      <a:lnTo>
                        <a:pt x="716" y="664"/>
                      </a:lnTo>
                      <a:lnTo>
                        <a:pt x="714" y="664"/>
                      </a:lnTo>
                      <a:lnTo>
                        <a:pt x="714" y="664"/>
                      </a:lnTo>
                      <a:lnTo>
                        <a:pt x="714" y="662"/>
                      </a:lnTo>
                      <a:lnTo>
                        <a:pt x="714" y="660"/>
                      </a:lnTo>
                      <a:lnTo>
                        <a:pt x="712" y="660"/>
                      </a:lnTo>
                      <a:lnTo>
                        <a:pt x="712" y="660"/>
                      </a:lnTo>
                      <a:lnTo>
                        <a:pt x="712" y="662"/>
                      </a:lnTo>
                      <a:lnTo>
                        <a:pt x="712" y="664"/>
                      </a:lnTo>
                      <a:lnTo>
                        <a:pt x="710" y="664"/>
                      </a:lnTo>
                      <a:lnTo>
                        <a:pt x="710" y="664"/>
                      </a:lnTo>
                      <a:lnTo>
                        <a:pt x="708" y="668"/>
                      </a:lnTo>
                      <a:lnTo>
                        <a:pt x="708" y="668"/>
                      </a:lnTo>
                      <a:lnTo>
                        <a:pt x="702" y="666"/>
                      </a:lnTo>
                      <a:lnTo>
                        <a:pt x="702" y="666"/>
                      </a:lnTo>
                      <a:lnTo>
                        <a:pt x="700" y="674"/>
                      </a:lnTo>
                      <a:lnTo>
                        <a:pt x="696" y="676"/>
                      </a:lnTo>
                      <a:lnTo>
                        <a:pt x="696" y="676"/>
                      </a:lnTo>
                      <a:lnTo>
                        <a:pt x="694" y="676"/>
                      </a:lnTo>
                      <a:lnTo>
                        <a:pt x="690" y="674"/>
                      </a:lnTo>
                      <a:lnTo>
                        <a:pt x="690" y="674"/>
                      </a:lnTo>
                      <a:lnTo>
                        <a:pt x="688" y="672"/>
                      </a:lnTo>
                      <a:lnTo>
                        <a:pt x="686" y="672"/>
                      </a:lnTo>
                      <a:lnTo>
                        <a:pt x="682" y="672"/>
                      </a:lnTo>
                      <a:lnTo>
                        <a:pt x="682" y="672"/>
                      </a:lnTo>
                      <a:lnTo>
                        <a:pt x="674" y="672"/>
                      </a:lnTo>
                      <a:lnTo>
                        <a:pt x="674" y="672"/>
                      </a:lnTo>
                      <a:lnTo>
                        <a:pt x="670" y="672"/>
                      </a:lnTo>
                      <a:lnTo>
                        <a:pt x="666" y="672"/>
                      </a:lnTo>
                      <a:lnTo>
                        <a:pt x="666" y="672"/>
                      </a:lnTo>
                      <a:lnTo>
                        <a:pt x="662" y="668"/>
                      </a:lnTo>
                      <a:lnTo>
                        <a:pt x="656" y="666"/>
                      </a:lnTo>
                      <a:lnTo>
                        <a:pt x="656" y="666"/>
                      </a:lnTo>
                      <a:lnTo>
                        <a:pt x="652" y="666"/>
                      </a:lnTo>
                      <a:lnTo>
                        <a:pt x="650" y="666"/>
                      </a:lnTo>
                      <a:lnTo>
                        <a:pt x="650" y="668"/>
                      </a:lnTo>
                      <a:lnTo>
                        <a:pt x="650" y="668"/>
                      </a:lnTo>
                      <a:lnTo>
                        <a:pt x="648" y="670"/>
                      </a:lnTo>
                      <a:lnTo>
                        <a:pt x="646" y="670"/>
                      </a:lnTo>
                      <a:lnTo>
                        <a:pt x="640" y="666"/>
                      </a:lnTo>
                      <a:lnTo>
                        <a:pt x="640" y="666"/>
                      </a:lnTo>
                      <a:lnTo>
                        <a:pt x="636" y="666"/>
                      </a:lnTo>
                      <a:lnTo>
                        <a:pt x="634" y="666"/>
                      </a:lnTo>
                      <a:lnTo>
                        <a:pt x="634" y="666"/>
                      </a:lnTo>
                      <a:lnTo>
                        <a:pt x="632" y="660"/>
                      </a:lnTo>
                      <a:lnTo>
                        <a:pt x="630" y="654"/>
                      </a:lnTo>
                      <a:lnTo>
                        <a:pt x="628" y="652"/>
                      </a:lnTo>
                      <a:lnTo>
                        <a:pt x="628" y="652"/>
                      </a:lnTo>
                      <a:lnTo>
                        <a:pt x="626" y="654"/>
                      </a:lnTo>
                      <a:lnTo>
                        <a:pt x="626" y="656"/>
                      </a:lnTo>
                      <a:lnTo>
                        <a:pt x="624" y="660"/>
                      </a:lnTo>
                      <a:lnTo>
                        <a:pt x="256" y="654"/>
                      </a:lnTo>
                      <a:lnTo>
                        <a:pt x="256" y="654"/>
                      </a:lnTo>
                      <a:lnTo>
                        <a:pt x="254" y="652"/>
                      </a:lnTo>
                      <a:lnTo>
                        <a:pt x="252" y="650"/>
                      </a:lnTo>
                      <a:lnTo>
                        <a:pt x="252" y="650"/>
                      </a:lnTo>
                      <a:lnTo>
                        <a:pt x="252" y="646"/>
                      </a:lnTo>
                      <a:lnTo>
                        <a:pt x="252" y="646"/>
                      </a:lnTo>
                      <a:lnTo>
                        <a:pt x="248" y="646"/>
                      </a:lnTo>
                      <a:lnTo>
                        <a:pt x="248" y="644"/>
                      </a:lnTo>
                      <a:lnTo>
                        <a:pt x="248" y="644"/>
                      </a:lnTo>
                      <a:lnTo>
                        <a:pt x="244" y="642"/>
                      </a:lnTo>
                      <a:lnTo>
                        <a:pt x="244" y="642"/>
                      </a:lnTo>
                      <a:lnTo>
                        <a:pt x="244" y="640"/>
                      </a:lnTo>
                      <a:lnTo>
                        <a:pt x="244" y="638"/>
                      </a:lnTo>
                      <a:lnTo>
                        <a:pt x="246" y="638"/>
                      </a:lnTo>
                      <a:lnTo>
                        <a:pt x="246" y="638"/>
                      </a:lnTo>
                      <a:lnTo>
                        <a:pt x="244" y="636"/>
                      </a:lnTo>
                      <a:lnTo>
                        <a:pt x="244" y="636"/>
                      </a:lnTo>
                      <a:lnTo>
                        <a:pt x="242" y="636"/>
                      </a:lnTo>
                      <a:lnTo>
                        <a:pt x="242" y="636"/>
                      </a:lnTo>
                      <a:lnTo>
                        <a:pt x="240" y="638"/>
                      </a:lnTo>
                      <a:lnTo>
                        <a:pt x="238" y="640"/>
                      </a:lnTo>
                      <a:lnTo>
                        <a:pt x="238" y="640"/>
                      </a:lnTo>
                      <a:lnTo>
                        <a:pt x="236" y="640"/>
                      </a:lnTo>
                      <a:lnTo>
                        <a:pt x="236" y="638"/>
                      </a:lnTo>
                      <a:lnTo>
                        <a:pt x="236" y="636"/>
                      </a:lnTo>
                      <a:lnTo>
                        <a:pt x="236" y="632"/>
                      </a:lnTo>
                      <a:lnTo>
                        <a:pt x="236" y="630"/>
                      </a:lnTo>
                      <a:lnTo>
                        <a:pt x="236" y="630"/>
                      </a:lnTo>
                      <a:lnTo>
                        <a:pt x="230" y="630"/>
                      </a:lnTo>
                      <a:lnTo>
                        <a:pt x="224" y="628"/>
                      </a:lnTo>
                      <a:lnTo>
                        <a:pt x="224" y="628"/>
                      </a:lnTo>
                      <a:lnTo>
                        <a:pt x="224" y="628"/>
                      </a:lnTo>
                      <a:lnTo>
                        <a:pt x="224" y="626"/>
                      </a:lnTo>
                      <a:lnTo>
                        <a:pt x="224" y="626"/>
                      </a:lnTo>
                      <a:lnTo>
                        <a:pt x="220" y="624"/>
                      </a:lnTo>
                      <a:lnTo>
                        <a:pt x="220" y="624"/>
                      </a:lnTo>
                      <a:lnTo>
                        <a:pt x="220" y="620"/>
                      </a:lnTo>
                      <a:lnTo>
                        <a:pt x="220" y="620"/>
                      </a:lnTo>
                      <a:lnTo>
                        <a:pt x="216" y="622"/>
                      </a:lnTo>
                      <a:lnTo>
                        <a:pt x="216" y="622"/>
                      </a:lnTo>
                      <a:lnTo>
                        <a:pt x="210" y="624"/>
                      </a:lnTo>
                      <a:lnTo>
                        <a:pt x="202" y="624"/>
                      </a:lnTo>
                      <a:lnTo>
                        <a:pt x="202" y="624"/>
                      </a:lnTo>
                      <a:lnTo>
                        <a:pt x="200" y="624"/>
                      </a:lnTo>
                      <a:lnTo>
                        <a:pt x="200" y="622"/>
                      </a:lnTo>
                      <a:lnTo>
                        <a:pt x="200" y="622"/>
                      </a:lnTo>
                      <a:lnTo>
                        <a:pt x="202" y="618"/>
                      </a:lnTo>
                      <a:lnTo>
                        <a:pt x="200" y="618"/>
                      </a:lnTo>
                      <a:lnTo>
                        <a:pt x="198" y="616"/>
                      </a:lnTo>
                      <a:lnTo>
                        <a:pt x="198" y="616"/>
                      </a:lnTo>
                      <a:lnTo>
                        <a:pt x="190" y="618"/>
                      </a:lnTo>
                      <a:lnTo>
                        <a:pt x="184" y="620"/>
                      </a:lnTo>
                      <a:lnTo>
                        <a:pt x="184" y="620"/>
                      </a:lnTo>
                      <a:lnTo>
                        <a:pt x="198" y="626"/>
                      </a:lnTo>
                      <a:lnTo>
                        <a:pt x="198" y="626"/>
                      </a:lnTo>
                      <a:lnTo>
                        <a:pt x="204" y="626"/>
                      </a:lnTo>
                      <a:lnTo>
                        <a:pt x="210" y="626"/>
                      </a:lnTo>
                      <a:lnTo>
                        <a:pt x="210" y="626"/>
                      </a:lnTo>
                      <a:lnTo>
                        <a:pt x="214" y="628"/>
                      </a:lnTo>
                      <a:lnTo>
                        <a:pt x="214" y="628"/>
                      </a:lnTo>
                      <a:lnTo>
                        <a:pt x="216" y="628"/>
                      </a:lnTo>
                      <a:lnTo>
                        <a:pt x="218" y="628"/>
                      </a:lnTo>
                      <a:lnTo>
                        <a:pt x="216" y="630"/>
                      </a:lnTo>
                      <a:lnTo>
                        <a:pt x="216" y="630"/>
                      </a:lnTo>
                      <a:lnTo>
                        <a:pt x="216" y="630"/>
                      </a:lnTo>
                      <a:lnTo>
                        <a:pt x="216" y="630"/>
                      </a:lnTo>
                      <a:lnTo>
                        <a:pt x="218" y="634"/>
                      </a:lnTo>
                      <a:lnTo>
                        <a:pt x="218" y="634"/>
                      </a:lnTo>
                      <a:lnTo>
                        <a:pt x="222" y="634"/>
                      </a:lnTo>
                      <a:lnTo>
                        <a:pt x="222" y="634"/>
                      </a:lnTo>
                      <a:lnTo>
                        <a:pt x="222" y="640"/>
                      </a:lnTo>
                      <a:lnTo>
                        <a:pt x="222" y="640"/>
                      </a:lnTo>
                      <a:lnTo>
                        <a:pt x="226" y="642"/>
                      </a:lnTo>
                      <a:lnTo>
                        <a:pt x="232" y="644"/>
                      </a:lnTo>
                      <a:lnTo>
                        <a:pt x="232" y="644"/>
                      </a:lnTo>
                      <a:lnTo>
                        <a:pt x="238" y="646"/>
                      </a:lnTo>
                      <a:lnTo>
                        <a:pt x="244" y="652"/>
                      </a:lnTo>
                      <a:lnTo>
                        <a:pt x="244" y="652"/>
                      </a:lnTo>
                      <a:lnTo>
                        <a:pt x="244" y="654"/>
                      </a:lnTo>
                      <a:lnTo>
                        <a:pt x="244" y="654"/>
                      </a:lnTo>
                      <a:lnTo>
                        <a:pt x="248" y="658"/>
                      </a:lnTo>
                      <a:lnTo>
                        <a:pt x="248" y="658"/>
                      </a:lnTo>
                      <a:lnTo>
                        <a:pt x="252" y="660"/>
                      </a:lnTo>
                      <a:lnTo>
                        <a:pt x="252" y="660"/>
                      </a:lnTo>
                      <a:lnTo>
                        <a:pt x="252" y="666"/>
                      </a:lnTo>
                      <a:lnTo>
                        <a:pt x="252" y="666"/>
                      </a:lnTo>
                      <a:lnTo>
                        <a:pt x="244" y="664"/>
                      </a:lnTo>
                      <a:lnTo>
                        <a:pt x="232" y="664"/>
                      </a:lnTo>
                      <a:lnTo>
                        <a:pt x="232" y="664"/>
                      </a:lnTo>
                      <a:lnTo>
                        <a:pt x="232" y="662"/>
                      </a:lnTo>
                      <a:lnTo>
                        <a:pt x="232" y="662"/>
                      </a:lnTo>
                      <a:lnTo>
                        <a:pt x="228" y="662"/>
                      </a:lnTo>
                      <a:lnTo>
                        <a:pt x="228" y="662"/>
                      </a:lnTo>
                      <a:lnTo>
                        <a:pt x="224" y="660"/>
                      </a:lnTo>
                      <a:lnTo>
                        <a:pt x="222" y="658"/>
                      </a:lnTo>
                      <a:lnTo>
                        <a:pt x="222" y="652"/>
                      </a:lnTo>
                      <a:lnTo>
                        <a:pt x="222" y="652"/>
                      </a:lnTo>
                      <a:lnTo>
                        <a:pt x="212" y="650"/>
                      </a:lnTo>
                      <a:lnTo>
                        <a:pt x="212" y="650"/>
                      </a:lnTo>
                      <a:lnTo>
                        <a:pt x="214" y="646"/>
                      </a:lnTo>
                      <a:lnTo>
                        <a:pt x="214" y="646"/>
                      </a:lnTo>
                      <a:lnTo>
                        <a:pt x="210" y="646"/>
                      </a:lnTo>
                      <a:lnTo>
                        <a:pt x="210" y="646"/>
                      </a:lnTo>
                      <a:lnTo>
                        <a:pt x="210" y="644"/>
                      </a:lnTo>
                      <a:lnTo>
                        <a:pt x="210" y="644"/>
                      </a:lnTo>
                      <a:lnTo>
                        <a:pt x="200" y="644"/>
                      </a:lnTo>
                      <a:lnTo>
                        <a:pt x="200" y="644"/>
                      </a:lnTo>
                      <a:lnTo>
                        <a:pt x="202" y="636"/>
                      </a:lnTo>
                      <a:lnTo>
                        <a:pt x="202" y="636"/>
                      </a:lnTo>
                      <a:lnTo>
                        <a:pt x="188" y="636"/>
                      </a:lnTo>
                      <a:lnTo>
                        <a:pt x="188" y="632"/>
                      </a:lnTo>
                      <a:lnTo>
                        <a:pt x="188" y="632"/>
                      </a:lnTo>
                      <a:lnTo>
                        <a:pt x="184" y="636"/>
                      </a:lnTo>
                      <a:lnTo>
                        <a:pt x="184" y="636"/>
                      </a:lnTo>
                      <a:lnTo>
                        <a:pt x="182" y="636"/>
                      </a:lnTo>
                      <a:lnTo>
                        <a:pt x="180" y="634"/>
                      </a:lnTo>
                      <a:lnTo>
                        <a:pt x="180" y="634"/>
                      </a:lnTo>
                      <a:lnTo>
                        <a:pt x="180" y="626"/>
                      </a:lnTo>
                      <a:lnTo>
                        <a:pt x="176" y="624"/>
                      </a:lnTo>
                      <a:lnTo>
                        <a:pt x="176" y="624"/>
                      </a:lnTo>
                      <a:lnTo>
                        <a:pt x="178" y="618"/>
                      </a:lnTo>
                      <a:lnTo>
                        <a:pt x="178" y="618"/>
                      </a:lnTo>
                      <a:lnTo>
                        <a:pt x="184" y="620"/>
                      </a:lnTo>
                      <a:lnTo>
                        <a:pt x="184" y="620"/>
                      </a:lnTo>
                      <a:lnTo>
                        <a:pt x="184" y="614"/>
                      </a:lnTo>
                      <a:lnTo>
                        <a:pt x="184" y="612"/>
                      </a:lnTo>
                      <a:lnTo>
                        <a:pt x="184" y="610"/>
                      </a:lnTo>
                      <a:lnTo>
                        <a:pt x="184" y="610"/>
                      </a:lnTo>
                      <a:lnTo>
                        <a:pt x="188" y="610"/>
                      </a:lnTo>
                      <a:lnTo>
                        <a:pt x="188" y="610"/>
                      </a:lnTo>
                      <a:lnTo>
                        <a:pt x="188" y="608"/>
                      </a:lnTo>
                      <a:lnTo>
                        <a:pt x="186" y="608"/>
                      </a:lnTo>
                      <a:lnTo>
                        <a:pt x="186" y="608"/>
                      </a:lnTo>
                      <a:lnTo>
                        <a:pt x="186" y="608"/>
                      </a:lnTo>
                      <a:lnTo>
                        <a:pt x="186" y="608"/>
                      </a:lnTo>
                      <a:lnTo>
                        <a:pt x="190" y="606"/>
                      </a:lnTo>
                      <a:lnTo>
                        <a:pt x="190" y="606"/>
                      </a:lnTo>
                      <a:lnTo>
                        <a:pt x="186" y="604"/>
                      </a:lnTo>
                      <a:lnTo>
                        <a:pt x="186" y="604"/>
                      </a:lnTo>
                      <a:lnTo>
                        <a:pt x="186" y="598"/>
                      </a:lnTo>
                      <a:lnTo>
                        <a:pt x="186" y="598"/>
                      </a:lnTo>
                      <a:lnTo>
                        <a:pt x="188" y="598"/>
                      </a:lnTo>
                      <a:lnTo>
                        <a:pt x="188" y="596"/>
                      </a:lnTo>
                      <a:lnTo>
                        <a:pt x="188" y="596"/>
                      </a:lnTo>
                      <a:lnTo>
                        <a:pt x="184" y="596"/>
                      </a:lnTo>
                      <a:lnTo>
                        <a:pt x="186" y="592"/>
                      </a:lnTo>
                      <a:lnTo>
                        <a:pt x="186" y="592"/>
                      </a:lnTo>
                      <a:lnTo>
                        <a:pt x="182" y="592"/>
                      </a:lnTo>
                      <a:lnTo>
                        <a:pt x="180" y="590"/>
                      </a:lnTo>
                      <a:lnTo>
                        <a:pt x="180" y="590"/>
                      </a:lnTo>
                      <a:lnTo>
                        <a:pt x="178" y="586"/>
                      </a:lnTo>
                      <a:lnTo>
                        <a:pt x="178" y="582"/>
                      </a:lnTo>
                      <a:lnTo>
                        <a:pt x="178" y="582"/>
                      </a:lnTo>
                      <a:lnTo>
                        <a:pt x="176" y="584"/>
                      </a:lnTo>
                      <a:lnTo>
                        <a:pt x="176" y="584"/>
                      </a:lnTo>
                      <a:lnTo>
                        <a:pt x="176" y="584"/>
                      </a:lnTo>
                      <a:lnTo>
                        <a:pt x="172" y="584"/>
                      </a:lnTo>
                      <a:lnTo>
                        <a:pt x="172" y="584"/>
                      </a:lnTo>
                      <a:lnTo>
                        <a:pt x="172" y="584"/>
                      </a:lnTo>
                      <a:lnTo>
                        <a:pt x="172" y="586"/>
                      </a:lnTo>
                      <a:lnTo>
                        <a:pt x="170" y="588"/>
                      </a:lnTo>
                      <a:lnTo>
                        <a:pt x="170" y="582"/>
                      </a:lnTo>
                      <a:lnTo>
                        <a:pt x="170" y="582"/>
                      </a:lnTo>
                      <a:lnTo>
                        <a:pt x="166" y="580"/>
                      </a:lnTo>
                      <a:lnTo>
                        <a:pt x="166" y="580"/>
                      </a:lnTo>
                      <a:lnTo>
                        <a:pt x="168" y="576"/>
                      </a:lnTo>
                      <a:lnTo>
                        <a:pt x="168" y="576"/>
                      </a:lnTo>
                      <a:lnTo>
                        <a:pt x="170" y="576"/>
                      </a:lnTo>
                      <a:lnTo>
                        <a:pt x="170" y="576"/>
                      </a:lnTo>
                      <a:lnTo>
                        <a:pt x="170" y="568"/>
                      </a:lnTo>
                      <a:lnTo>
                        <a:pt x="170" y="568"/>
                      </a:lnTo>
                      <a:lnTo>
                        <a:pt x="172" y="566"/>
                      </a:lnTo>
                      <a:lnTo>
                        <a:pt x="172" y="566"/>
                      </a:lnTo>
                      <a:lnTo>
                        <a:pt x="170" y="566"/>
                      </a:lnTo>
                      <a:lnTo>
                        <a:pt x="168" y="566"/>
                      </a:lnTo>
                      <a:lnTo>
                        <a:pt x="164" y="570"/>
                      </a:lnTo>
                      <a:lnTo>
                        <a:pt x="164" y="570"/>
                      </a:lnTo>
                      <a:lnTo>
                        <a:pt x="166" y="570"/>
                      </a:lnTo>
                      <a:lnTo>
                        <a:pt x="166" y="572"/>
                      </a:lnTo>
                      <a:lnTo>
                        <a:pt x="166" y="572"/>
                      </a:lnTo>
                      <a:lnTo>
                        <a:pt x="164" y="572"/>
                      </a:lnTo>
                      <a:lnTo>
                        <a:pt x="162" y="574"/>
                      </a:lnTo>
                      <a:lnTo>
                        <a:pt x="158" y="568"/>
                      </a:lnTo>
                      <a:lnTo>
                        <a:pt x="158" y="568"/>
                      </a:lnTo>
                      <a:lnTo>
                        <a:pt x="154" y="562"/>
                      </a:lnTo>
                      <a:lnTo>
                        <a:pt x="154" y="560"/>
                      </a:lnTo>
                      <a:lnTo>
                        <a:pt x="158" y="560"/>
                      </a:lnTo>
                      <a:lnTo>
                        <a:pt x="158" y="558"/>
                      </a:lnTo>
                      <a:lnTo>
                        <a:pt x="158" y="558"/>
                      </a:lnTo>
                      <a:lnTo>
                        <a:pt x="154" y="556"/>
                      </a:lnTo>
                      <a:lnTo>
                        <a:pt x="154" y="556"/>
                      </a:lnTo>
                      <a:lnTo>
                        <a:pt x="154" y="554"/>
                      </a:lnTo>
                      <a:lnTo>
                        <a:pt x="154" y="554"/>
                      </a:lnTo>
                      <a:lnTo>
                        <a:pt x="154" y="552"/>
                      </a:lnTo>
                      <a:lnTo>
                        <a:pt x="154" y="552"/>
                      </a:lnTo>
                      <a:lnTo>
                        <a:pt x="154" y="552"/>
                      </a:lnTo>
                      <a:lnTo>
                        <a:pt x="152" y="550"/>
                      </a:lnTo>
                      <a:lnTo>
                        <a:pt x="150" y="548"/>
                      </a:lnTo>
                      <a:lnTo>
                        <a:pt x="150" y="548"/>
                      </a:lnTo>
                      <a:lnTo>
                        <a:pt x="154" y="540"/>
                      </a:lnTo>
                      <a:lnTo>
                        <a:pt x="156" y="538"/>
                      </a:lnTo>
                      <a:lnTo>
                        <a:pt x="158" y="534"/>
                      </a:lnTo>
                      <a:lnTo>
                        <a:pt x="158" y="534"/>
                      </a:lnTo>
                      <a:lnTo>
                        <a:pt x="162" y="534"/>
                      </a:lnTo>
                      <a:lnTo>
                        <a:pt x="162" y="534"/>
                      </a:lnTo>
                      <a:lnTo>
                        <a:pt x="162" y="530"/>
                      </a:lnTo>
                      <a:lnTo>
                        <a:pt x="162" y="530"/>
                      </a:lnTo>
                      <a:lnTo>
                        <a:pt x="160" y="530"/>
                      </a:lnTo>
                      <a:lnTo>
                        <a:pt x="158" y="530"/>
                      </a:lnTo>
                      <a:lnTo>
                        <a:pt x="158" y="530"/>
                      </a:lnTo>
                      <a:lnTo>
                        <a:pt x="162" y="526"/>
                      </a:lnTo>
                      <a:lnTo>
                        <a:pt x="162" y="526"/>
                      </a:lnTo>
                      <a:lnTo>
                        <a:pt x="162" y="522"/>
                      </a:lnTo>
                      <a:lnTo>
                        <a:pt x="162" y="520"/>
                      </a:lnTo>
                      <a:lnTo>
                        <a:pt x="162" y="520"/>
                      </a:lnTo>
                      <a:lnTo>
                        <a:pt x="162" y="518"/>
                      </a:lnTo>
                      <a:lnTo>
                        <a:pt x="162" y="516"/>
                      </a:lnTo>
                      <a:lnTo>
                        <a:pt x="164" y="514"/>
                      </a:lnTo>
                      <a:lnTo>
                        <a:pt x="164" y="512"/>
                      </a:lnTo>
                      <a:lnTo>
                        <a:pt x="164" y="512"/>
                      </a:lnTo>
                      <a:lnTo>
                        <a:pt x="162" y="512"/>
                      </a:lnTo>
                      <a:lnTo>
                        <a:pt x="162" y="510"/>
                      </a:lnTo>
                      <a:lnTo>
                        <a:pt x="160" y="506"/>
                      </a:lnTo>
                      <a:lnTo>
                        <a:pt x="160" y="504"/>
                      </a:lnTo>
                      <a:lnTo>
                        <a:pt x="160" y="504"/>
                      </a:lnTo>
                      <a:lnTo>
                        <a:pt x="156" y="504"/>
                      </a:lnTo>
                      <a:lnTo>
                        <a:pt x="154" y="500"/>
                      </a:lnTo>
                      <a:lnTo>
                        <a:pt x="154" y="500"/>
                      </a:lnTo>
                      <a:lnTo>
                        <a:pt x="152" y="494"/>
                      </a:lnTo>
                      <a:lnTo>
                        <a:pt x="150" y="488"/>
                      </a:lnTo>
                      <a:lnTo>
                        <a:pt x="150" y="488"/>
                      </a:lnTo>
                      <a:lnTo>
                        <a:pt x="150" y="486"/>
                      </a:lnTo>
                      <a:lnTo>
                        <a:pt x="148" y="488"/>
                      </a:lnTo>
                      <a:lnTo>
                        <a:pt x="146" y="488"/>
                      </a:lnTo>
                      <a:lnTo>
                        <a:pt x="142" y="488"/>
                      </a:lnTo>
                      <a:lnTo>
                        <a:pt x="142" y="488"/>
                      </a:lnTo>
                      <a:lnTo>
                        <a:pt x="138" y="486"/>
                      </a:lnTo>
                      <a:lnTo>
                        <a:pt x="136" y="482"/>
                      </a:lnTo>
                      <a:lnTo>
                        <a:pt x="134" y="480"/>
                      </a:lnTo>
                      <a:lnTo>
                        <a:pt x="132" y="478"/>
                      </a:lnTo>
                      <a:lnTo>
                        <a:pt x="132" y="478"/>
                      </a:lnTo>
                      <a:lnTo>
                        <a:pt x="128" y="474"/>
                      </a:lnTo>
                      <a:lnTo>
                        <a:pt x="126" y="472"/>
                      </a:lnTo>
                      <a:lnTo>
                        <a:pt x="124" y="464"/>
                      </a:lnTo>
                      <a:lnTo>
                        <a:pt x="124" y="464"/>
                      </a:lnTo>
                      <a:lnTo>
                        <a:pt x="108" y="446"/>
                      </a:lnTo>
                      <a:lnTo>
                        <a:pt x="108" y="446"/>
                      </a:lnTo>
                      <a:lnTo>
                        <a:pt x="102" y="438"/>
                      </a:lnTo>
                      <a:lnTo>
                        <a:pt x="100" y="436"/>
                      </a:lnTo>
                      <a:lnTo>
                        <a:pt x="96" y="434"/>
                      </a:lnTo>
                      <a:lnTo>
                        <a:pt x="96" y="434"/>
                      </a:lnTo>
                      <a:lnTo>
                        <a:pt x="92" y="434"/>
                      </a:lnTo>
                      <a:lnTo>
                        <a:pt x="90" y="432"/>
                      </a:lnTo>
                      <a:lnTo>
                        <a:pt x="90" y="426"/>
                      </a:lnTo>
                      <a:lnTo>
                        <a:pt x="90" y="426"/>
                      </a:lnTo>
                      <a:lnTo>
                        <a:pt x="88" y="424"/>
                      </a:lnTo>
                      <a:lnTo>
                        <a:pt x="86" y="424"/>
                      </a:lnTo>
                      <a:lnTo>
                        <a:pt x="84" y="422"/>
                      </a:lnTo>
                      <a:lnTo>
                        <a:pt x="80" y="420"/>
                      </a:lnTo>
                      <a:lnTo>
                        <a:pt x="80" y="420"/>
                      </a:lnTo>
                      <a:lnTo>
                        <a:pt x="78" y="418"/>
                      </a:lnTo>
                      <a:lnTo>
                        <a:pt x="76" y="418"/>
                      </a:lnTo>
                      <a:lnTo>
                        <a:pt x="70" y="420"/>
                      </a:lnTo>
                      <a:lnTo>
                        <a:pt x="70" y="420"/>
                      </a:lnTo>
                      <a:lnTo>
                        <a:pt x="68" y="420"/>
                      </a:lnTo>
                      <a:lnTo>
                        <a:pt x="68" y="422"/>
                      </a:lnTo>
                      <a:lnTo>
                        <a:pt x="70" y="424"/>
                      </a:lnTo>
                      <a:lnTo>
                        <a:pt x="70" y="428"/>
                      </a:lnTo>
                      <a:lnTo>
                        <a:pt x="70" y="428"/>
                      </a:lnTo>
                      <a:lnTo>
                        <a:pt x="68" y="430"/>
                      </a:lnTo>
                      <a:lnTo>
                        <a:pt x="64" y="430"/>
                      </a:lnTo>
                      <a:lnTo>
                        <a:pt x="58" y="434"/>
                      </a:lnTo>
                      <a:lnTo>
                        <a:pt x="58" y="434"/>
                      </a:lnTo>
                      <a:lnTo>
                        <a:pt x="54" y="438"/>
                      </a:lnTo>
                      <a:lnTo>
                        <a:pt x="52" y="436"/>
                      </a:lnTo>
                      <a:lnTo>
                        <a:pt x="52" y="434"/>
                      </a:lnTo>
                      <a:lnTo>
                        <a:pt x="52" y="430"/>
                      </a:lnTo>
                      <a:lnTo>
                        <a:pt x="52" y="430"/>
                      </a:lnTo>
                      <a:lnTo>
                        <a:pt x="48" y="426"/>
                      </a:lnTo>
                      <a:lnTo>
                        <a:pt x="44" y="424"/>
                      </a:lnTo>
                      <a:lnTo>
                        <a:pt x="40" y="420"/>
                      </a:lnTo>
                      <a:lnTo>
                        <a:pt x="36" y="416"/>
                      </a:lnTo>
                      <a:lnTo>
                        <a:pt x="36" y="416"/>
                      </a:lnTo>
                      <a:lnTo>
                        <a:pt x="32" y="408"/>
                      </a:lnTo>
                      <a:lnTo>
                        <a:pt x="32" y="408"/>
                      </a:lnTo>
                      <a:lnTo>
                        <a:pt x="32" y="400"/>
                      </a:lnTo>
                      <a:lnTo>
                        <a:pt x="32" y="398"/>
                      </a:lnTo>
                      <a:lnTo>
                        <a:pt x="30" y="398"/>
                      </a:lnTo>
                      <a:lnTo>
                        <a:pt x="26" y="402"/>
                      </a:lnTo>
                      <a:lnTo>
                        <a:pt x="26" y="402"/>
                      </a:lnTo>
                      <a:lnTo>
                        <a:pt x="24" y="404"/>
                      </a:lnTo>
                      <a:lnTo>
                        <a:pt x="22" y="402"/>
                      </a:lnTo>
                      <a:lnTo>
                        <a:pt x="18" y="400"/>
                      </a:lnTo>
                      <a:lnTo>
                        <a:pt x="18" y="400"/>
                      </a:lnTo>
                      <a:lnTo>
                        <a:pt x="14" y="400"/>
                      </a:lnTo>
                      <a:lnTo>
                        <a:pt x="10" y="400"/>
                      </a:lnTo>
                      <a:lnTo>
                        <a:pt x="6" y="402"/>
                      </a:lnTo>
                      <a:lnTo>
                        <a:pt x="0" y="186"/>
                      </a:lnTo>
                      <a:lnTo>
                        <a:pt x="0" y="186"/>
                      </a:lnTo>
                      <a:lnTo>
                        <a:pt x="10" y="188"/>
                      </a:lnTo>
                      <a:lnTo>
                        <a:pt x="12" y="190"/>
                      </a:lnTo>
                      <a:lnTo>
                        <a:pt x="12" y="190"/>
                      </a:lnTo>
                      <a:lnTo>
                        <a:pt x="20" y="190"/>
                      </a:lnTo>
                      <a:lnTo>
                        <a:pt x="28" y="188"/>
                      </a:lnTo>
                      <a:lnTo>
                        <a:pt x="28" y="188"/>
                      </a:lnTo>
                      <a:lnTo>
                        <a:pt x="32" y="192"/>
                      </a:lnTo>
                      <a:lnTo>
                        <a:pt x="36" y="196"/>
                      </a:lnTo>
                      <a:lnTo>
                        <a:pt x="36" y="196"/>
                      </a:lnTo>
                      <a:lnTo>
                        <a:pt x="40" y="196"/>
                      </a:lnTo>
                      <a:lnTo>
                        <a:pt x="40" y="196"/>
                      </a:lnTo>
                      <a:lnTo>
                        <a:pt x="44" y="200"/>
                      </a:lnTo>
                      <a:lnTo>
                        <a:pt x="44" y="200"/>
                      </a:lnTo>
                      <a:lnTo>
                        <a:pt x="50" y="200"/>
                      </a:lnTo>
                      <a:lnTo>
                        <a:pt x="50" y="200"/>
                      </a:lnTo>
                      <a:lnTo>
                        <a:pt x="52" y="202"/>
                      </a:lnTo>
                      <a:lnTo>
                        <a:pt x="56" y="206"/>
                      </a:lnTo>
                      <a:lnTo>
                        <a:pt x="56" y="206"/>
                      </a:lnTo>
                      <a:lnTo>
                        <a:pt x="60" y="206"/>
                      </a:lnTo>
                      <a:lnTo>
                        <a:pt x="60" y="206"/>
                      </a:lnTo>
                      <a:lnTo>
                        <a:pt x="74" y="212"/>
                      </a:lnTo>
                      <a:lnTo>
                        <a:pt x="74" y="212"/>
                      </a:lnTo>
                      <a:lnTo>
                        <a:pt x="78" y="216"/>
                      </a:lnTo>
                      <a:lnTo>
                        <a:pt x="80" y="222"/>
                      </a:lnTo>
                      <a:lnTo>
                        <a:pt x="82" y="222"/>
                      </a:lnTo>
                      <a:lnTo>
                        <a:pt x="82" y="222"/>
                      </a:lnTo>
                      <a:lnTo>
                        <a:pt x="82" y="216"/>
                      </a:lnTo>
                      <a:lnTo>
                        <a:pt x="82" y="214"/>
                      </a:lnTo>
                      <a:lnTo>
                        <a:pt x="78" y="212"/>
                      </a:lnTo>
                      <a:lnTo>
                        <a:pt x="74" y="210"/>
                      </a:lnTo>
                      <a:lnTo>
                        <a:pt x="74" y="210"/>
                      </a:lnTo>
                      <a:lnTo>
                        <a:pt x="74" y="204"/>
                      </a:lnTo>
                      <a:lnTo>
                        <a:pt x="82" y="204"/>
                      </a:lnTo>
                      <a:lnTo>
                        <a:pt x="82" y="204"/>
                      </a:lnTo>
                      <a:lnTo>
                        <a:pt x="82" y="206"/>
                      </a:lnTo>
                      <a:lnTo>
                        <a:pt x="82" y="208"/>
                      </a:lnTo>
                      <a:lnTo>
                        <a:pt x="82" y="208"/>
                      </a:lnTo>
                      <a:lnTo>
                        <a:pt x="86" y="208"/>
                      </a:lnTo>
                      <a:lnTo>
                        <a:pt x="86" y="208"/>
                      </a:lnTo>
                      <a:lnTo>
                        <a:pt x="86" y="202"/>
                      </a:lnTo>
                      <a:lnTo>
                        <a:pt x="86" y="202"/>
                      </a:lnTo>
                      <a:lnTo>
                        <a:pt x="88" y="202"/>
                      </a:lnTo>
                      <a:lnTo>
                        <a:pt x="92" y="202"/>
                      </a:lnTo>
                      <a:lnTo>
                        <a:pt x="92" y="202"/>
                      </a:lnTo>
                      <a:lnTo>
                        <a:pt x="92" y="200"/>
                      </a:lnTo>
                      <a:lnTo>
                        <a:pt x="92" y="200"/>
                      </a:lnTo>
                      <a:lnTo>
                        <a:pt x="94" y="198"/>
                      </a:lnTo>
                      <a:lnTo>
                        <a:pt x="94" y="198"/>
                      </a:lnTo>
                      <a:lnTo>
                        <a:pt x="94" y="190"/>
                      </a:lnTo>
                      <a:lnTo>
                        <a:pt x="94" y="190"/>
                      </a:lnTo>
                      <a:lnTo>
                        <a:pt x="94" y="192"/>
                      </a:lnTo>
                      <a:lnTo>
                        <a:pt x="96" y="192"/>
                      </a:lnTo>
                      <a:lnTo>
                        <a:pt x="96" y="192"/>
                      </a:lnTo>
                      <a:lnTo>
                        <a:pt x="102" y="196"/>
                      </a:lnTo>
                      <a:lnTo>
                        <a:pt x="102" y="196"/>
                      </a:lnTo>
                      <a:lnTo>
                        <a:pt x="102" y="200"/>
                      </a:lnTo>
                      <a:lnTo>
                        <a:pt x="102" y="200"/>
                      </a:lnTo>
                      <a:lnTo>
                        <a:pt x="112" y="198"/>
                      </a:lnTo>
                      <a:lnTo>
                        <a:pt x="112" y="198"/>
                      </a:lnTo>
                      <a:lnTo>
                        <a:pt x="112" y="194"/>
                      </a:lnTo>
                      <a:lnTo>
                        <a:pt x="114" y="190"/>
                      </a:lnTo>
                      <a:lnTo>
                        <a:pt x="114" y="190"/>
                      </a:lnTo>
                      <a:lnTo>
                        <a:pt x="116" y="190"/>
                      </a:lnTo>
                      <a:lnTo>
                        <a:pt x="118" y="190"/>
                      </a:lnTo>
                      <a:lnTo>
                        <a:pt x="120" y="188"/>
                      </a:lnTo>
                      <a:lnTo>
                        <a:pt x="120" y="188"/>
                      </a:lnTo>
                      <a:lnTo>
                        <a:pt x="126" y="188"/>
                      </a:lnTo>
                      <a:lnTo>
                        <a:pt x="126" y="188"/>
                      </a:lnTo>
                      <a:lnTo>
                        <a:pt x="128" y="186"/>
                      </a:lnTo>
                      <a:lnTo>
                        <a:pt x="128" y="186"/>
                      </a:lnTo>
                      <a:lnTo>
                        <a:pt x="132" y="186"/>
                      </a:lnTo>
                      <a:lnTo>
                        <a:pt x="138" y="188"/>
                      </a:lnTo>
                      <a:lnTo>
                        <a:pt x="138" y="188"/>
                      </a:lnTo>
                      <a:lnTo>
                        <a:pt x="142" y="176"/>
                      </a:lnTo>
                      <a:lnTo>
                        <a:pt x="142" y="176"/>
                      </a:lnTo>
                      <a:lnTo>
                        <a:pt x="158" y="176"/>
                      </a:lnTo>
                      <a:lnTo>
                        <a:pt x="158" y="176"/>
                      </a:lnTo>
                      <a:lnTo>
                        <a:pt x="158" y="182"/>
                      </a:lnTo>
                      <a:lnTo>
                        <a:pt x="152" y="184"/>
                      </a:lnTo>
                      <a:lnTo>
                        <a:pt x="152" y="184"/>
                      </a:lnTo>
                      <a:lnTo>
                        <a:pt x="148" y="192"/>
                      </a:lnTo>
                      <a:lnTo>
                        <a:pt x="148" y="192"/>
                      </a:lnTo>
                      <a:lnTo>
                        <a:pt x="144" y="192"/>
                      </a:lnTo>
                      <a:lnTo>
                        <a:pt x="142" y="192"/>
                      </a:lnTo>
                      <a:lnTo>
                        <a:pt x="142" y="192"/>
                      </a:lnTo>
                      <a:lnTo>
                        <a:pt x="124" y="196"/>
                      </a:lnTo>
                      <a:lnTo>
                        <a:pt x="124" y="196"/>
                      </a:lnTo>
                      <a:lnTo>
                        <a:pt x="124" y="204"/>
                      </a:lnTo>
                      <a:lnTo>
                        <a:pt x="124" y="204"/>
                      </a:lnTo>
                      <a:lnTo>
                        <a:pt x="120" y="204"/>
                      </a:lnTo>
                      <a:lnTo>
                        <a:pt x="116" y="206"/>
                      </a:lnTo>
                      <a:lnTo>
                        <a:pt x="116" y="206"/>
                      </a:lnTo>
                      <a:lnTo>
                        <a:pt x="118" y="212"/>
                      </a:lnTo>
                      <a:lnTo>
                        <a:pt x="118" y="212"/>
                      </a:lnTo>
                      <a:lnTo>
                        <a:pt x="114" y="216"/>
                      </a:lnTo>
                      <a:lnTo>
                        <a:pt x="112" y="222"/>
                      </a:lnTo>
                      <a:lnTo>
                        <a:pt x="112" y="222"/>
                      </a:lnTo>
                      <a:lnTo>
                        <a:pt x="120" y="220"/>
                      </a:lnTo>
                      <a:lnTo>
                        <a:pt x="120" y="220"/>
                      </a:lnTo>
                      <a:lnTo>
                        <a:pt x="120" y="218"/>
                      </a:lnTo>
                      <a:lnTo>
                        <a:pt x="120" y="214"/>
                      </a:lnTo>
                      <a:lnTo>
                        <a:pt x="120" y="214"/>
                      </a:lnTo>
                      <a:lnTo>
                        <a:pt x="124" y="212"/>
                      </a:lnTo>
                      <a:lnTo>
                        <a:pt x="124" y="212"/>
                      </a:lnTo>
                      <a:lnTo>
                        <a:pt x="124" y="208"/>
                      </a:lnTo>
                      <a:lnTo>
                        <a:pt x="126" y="208"/>
                      </a:lnTo>
                      <a:lnTo>
                        <a:pt x="126" y="208"/>
                      </a:lnTo>
                      <a:lnTo>
                        <a:pt x="126" y="208"/>
                      </a:lnTo>
                      <a:lnTo>
                        <a:pt x="126" y="208"/>
                      </a:lnTo>
                      <a:lnTo>
                        <a:pt x="128" y="208"/>
                      </a:lnTo>
                      <a:lnTo>
                        <a:pt x="128" y="208"/>
                      </a:lnTo>
                      <a:lnTo>
                        <a:pt x="128" y="206"/>
                      </a:lnTo>
                      <a:lnTo>
                        <a:pt x="128" y="206"/>
                      </a:lnTo>
                      <a:lnTo>
                        <a:pt x="132" y="206"/>
                      </a:lnTo>
                      <a:lnTo>
                        <a:pt x="132" y="206"/>
                      </a:lnTo>
                      <a:lnTo>
                        <a:pt x="132" y="204"/>
                      </a:lnTo>
                      <a:lnTo>
                        <a:pt x="132" y="204"/>
                      </a:lnTo>
                      <a:lnTo>
                        <a:pt x="132" y="204"/>
                      </a:lnTo>
                      <a:lnTo>
                        <a:pt x="132" y="202"/>
                      </a:lnTo>
                      <a:lnTo>
                        <a:pt x="132" y="202"/>
                      </a:lnTo>
                      <a:lnTo>
                        <a:pt x="132" y="202"/>
                      </a:lnTo>
                      <a:lnTo>
                        <a:pt x="134" y="200"/>
                      </a:lnTo>
                      <a:lnTo>
                        <a:pt x="134" y="200"/>
                      </a:lnTo>
                      <a:lnTo>
                        <a:pt x="136" y="200"/>
                      </a:lnTo>
                      <a:lnTo>
                        <a:pt x="136" y="200"/>
                      </a:lnTo>
                      <a:lnTo>
                        <a:pt x="138" y="204"/>
                      </a:lnTo>
                      <a:lnTo>
                        <a:pt x="138" y="204"/>
                      </a:lnTo>
                      <a:lnTo>
                        <a:pt x="148" y="200"/>
                      </a:lnTo>
                      <a:lnTo>
                        <a:pt x="148" y="200"/>
                      </a:lnTo>
                      <a:lnTo>
                        <a:pt x="148" y="198"/>
                      </a:lnTo>
                      <a:lnTo>
                        <a:pt x="148" y="196"/>
                      </a:lnTo>
                      <a:lnTo>
                        <a:pt x="150" y="192"/>
                      </a:lnTo>
                      <a:lnTo>
                        <a:pt x="150" y="192"/>
                      </a:lnTo>
                      <a:lnTo>
                        <a:pt x="154" y="190"/>
                      </a:lnTo>
                      <a:lnTo>
                        <a:pt x="158" y="188"/>
                      </a:lnTo>
                      <a:lnTo>
                        <a:pt x="168" y="186"/>
                      </a:lnTo>
                      <a:lnTo>
                        <a:pt x="168" y="186"/>
                      </a:lnTo>
                      <a:lnTo>
                        <a:pt x="174" y="180"/>
                      </a:lnTo>
                      <a:lnTo>
                        <a:pt x="176" y="172"/>
                      </a:lnTo>
                      <a:lnTo>
                        <a:pt x="176" y="172"/>
                      </a:lnTo>
                      <a:lnTo>
                        <a:pt x="176" y="170"/>
                      </a:lnTo>
                      <a:lnTo>
                        <a:pt x="174" y="170"/>
                      </a:lnTo>
                      <a:lnTo>
                        <a:pt x="174" y="170"/>
                      </a:lnTo>
                      <a:lnTo>
                        <a:pt x="174" y="166"/>
                      </a:lnTo>
                      <a:lnTo>
                        <a:pt x="174" y="162"/>
                      </a:lnTo>
                      <a:lnTo>
                        <a:pt x="178" y="158"/>
                      </a:lnTo>
                      <a:lnTo>
                        <a:pt x="178" y="158"/>
                      </a:lnTo>
                      <a:lnTo>
                        <a:pt x="182" y="162"/>
                      </a:lnTo>
                      <a:lnTo>
                        <a:pt x="186" y="166"/>
                      </a:lnTo>
                      <a:lnTo>
                        <a:pt x="186" y="166"/>
                      </a:lnTo>
                      <a:lnTo>
                        <a:pt x="190" y="172"/>
                      </a:lnTo>
                      <a:lnTo>
                        <a:pt x="200" y="180"/>
                      </a:lnTo>
                      <a:lnTo>
                        <a:pt x="200" y="180"/>
                      </a:lnTo>
                      <a:lnTo>
                        <a:pt x="204" y="180"/>
                      </a:lnTo>
                      <a:lnTo>
                        <a:pt x="206" y="182"/>
                      </a:lnTo>
                      <a:lnTo>
                        <a:pt x="206" y="182"/>
                      </a:lnTo>
                      <a:lnTo>
                        <a:pt x="208" y="184"/>
                      </a:lnTo>
                      <a:lnTo>
                        <a:pt x="208" y="188"/>
                      </a:lnTo>
                      <a:lnTo>
                        <a:pt x="208" y="188"/>
                      </a:lnTo>
                      <a:lnTo>
                        <a:pt x="210" y="186"/>
                      </a:lnTo>
                      <a:lnTo>
                        <a:pt x="210" y="186"/>
                      </a:lnTo>
                      <a:lnTo>
                        <a:pt x="212" y="190"/>
                      </a:lnTo>
                      <a:lnTo>
                        <a:pt x="212" y="190"/>
                      </a:lnTo>
                      <a:lnTo>
                        <a:pt x="222" y="198"/>
                      </a:lnTo>
                      <a:lnTo>
                        <a:pt x="230" y="206"/>
                      </a:lnTo>
                      <a:lnTo>
                        <a:pt x="230" y="206"/>
                      </a:lnTo>
                      <a:lnTo>
                        <a:pt x="234" y="206"/>
                      </a:lnTo>
                      <a:lnTo>
                        <a:pt x="234" y="206"/>
                      </a:lnTo>
                      <a:lnTo>
                        <a:pt x="232" y="204"/>
                      </a:lnTo>
                      <a:lnTo>
                        <a:pt x="232" y="202"/>
                      </a:lnTo>
                      <a:lnTo>
                        <a:pt x="232" y="202"/>
                      </a:lnTo>
                      <a:lnTo>
                        <a:pt x="236" y="200"/>
                      </a:lnTo>
                      <a:lnTo>
                        <a:pt x="236" y="200"/>
                      </a:lnTo>
                      <a:lnTo>
                        <a:pt x="234" y="194"/>
                      </a:lnTo>
                      <a:lnTo>
                        <a:pt x="234" y="192"/>
                      </a:lnTo>
                      <a:lnTo>
                        <a:pt x="236" y="192"/>
                      </a:lnTo>
                      <a:lnTo>
                        <a:pt x="236" y="192"/>
                      </a:lnTo>
                      <a:lnTo>
                        <a:pt x="234" y="190"/>
                      </a:lnTo>
                      <a:lnTo>
                        <a:pt x="234" y="188"/>
                      </a:lnTo>
                      <a:lnTo>
                        <a:pt x="238" y="184"/>
                      </a:lnTo>
                      <a:lnTo>
                        <a:pt x="238" y="184"/>
                      </a:lnTo>
                      <a:lnTo>
                        <a:pt x="242" y="184"/>
                      </a:lnTo>
                      <a:lnTo>
                        <a:pt x="242" y="184"/>
                      </a:lnTo>
                      <a:lnTo>
                        <a:pt x="240" y="186"/>
                      </a:lnTo>
                      <a:lnTo>
                        <a:pt x="238" y="188"/>
                      </a:lnTo>
                      <a:lnTo>
                        <a:pt x="238" y="188"/>
                      </a:lnTo>
                      <a:lnTo>
                        <a:pt x="244" y="204"/>
                      </a:lnTo>
                      <a:lnTo>
                        <a:pt x="244" y="204"/>
                      </a:lnTo>
                      <a:lnTo>
                        <a:pt x="254" y="198"/>
                      </a:lnTo>
                      <a:lnTo>
                        <a:pt x="254" y="198"/>
                      </a:lnTo>
                      <a:lnTo>
                        <a:pt x="254" y="192"/>
                      </a:lnTo>
                      <a:lnTo>
                        <a:pt x="254" y="192"/>
                      </a:lnTo>
                      <a:lnTo>
                        <a:pt x="260" y="192"/>
                      </a:lnTo>
                      <a:lnTo>
                        <a:pt x="268" y="192"/>
                      </a:lnTo>
                      <a:lnTo>
                        <a:pt x="268" y="192"/>
                      </a:lnTo>
                      <a:lnTo>
                        <a:pt x="274" y="196"/>
                      </a:lnTo>
                      <a:lnTo>
                        <a:pt x="280" y="198"/>
                      </a:lnTo>
                      <a:lnTo>
                        <a:pt x="280" y="198"/>
                      </a:lnTo>
                      <a:lnTo>
                        <a:pt x="284" y="198"/>
                      </a:lnTo>
                      <a:lnTo>
                        <a:pt x="284" y="198"/>
                      </a:lnTo>
                      <a:lnTo>
                        <a:pt x="286" y="202"/>
                      </a:lnTo>
                      <a:lnTo>
                        <a:pt x="286" y="202"/>
                      </a:lnTo>
                      <a:lnTo>
                        <a:pt x="298" y="208"/>
                      </a:lnTo>
                      <a:lnTo>
                        <a:pt x="310" y="210"/>
                      </a:lnTo>
                      <a:lnTo>
                        <a:pt x="310" y="214"/>
                      </a:lnTo>
                      <a:lnTo>
                        <a:pt x="310" y="214"/>
                      </a:lnTo>
                      <a:lnTo>
                        <a:pt x="316" y="214"/>
                      </a:lnTo>
                      <a:lnTo>
                        <a:pt x="322" y="214"/>
                      </a:lnTo>
                      <a:lnTo>
                        <a:pt x="322" y="214"/>
                      </a:lnTo>
                      <a:lnTo>
                        <a:pt x="328" y="220"/>
                      </a:lnTo>
                      <a:lnTo>
                        <a:pt x="328" y="220"/>
                      </a:lnTo>
                      <a:lnTo>
                        <a:pt x="332" y="220"/>
                      </a:lnTo>
                      <a:lnTo>
                        <a:pt x="336" y="220"/>
                      </a:lnTo>
                      <a:lnTo>
                        <a:pt x="338" y="222"/>
                      </a:lnTo>
                      <a:lnTo>
                        <a:pt x="338" y="222"/>
                      </a:lnTo>
                      <a:lnTo>
                        <a:pt x="344" y="224"/>
                      </a:lnTo>
                      <a:lnTo>
                        <a:pt x="344" y="224"/>
                      </a:lnTo>
                      <a:lnTo>
                        <a:pt x="346" y="224"/>
                      </a:lnTo>
                      <a:lnTo>
                        <a:pt x="346" y="222"/>
                      </a:lnTo>
                      <a:lnTo>
                        <a:pt x="344" y="220"/>
                      </a:lnTo>
                      <a:lnTo>
                        <a:pt x="344" y="220"/>
                      </a:lnTo>
                      <a:lnTo>
                        <a:pt x="342" y="220"/>
                      </a:lnTo>
                      <a:lnTo>
                        <a:pt x="342" y="218"/>
                      </a:lnTo>
                      <a:lnTo>
                        <a:pt x="342" y="218"/>
                      </a:lnTo>
                      <a:lnTo>
                        <a:pt x="348" y="218"/>
                      </a:lnTo>
                      <a:lnTo>
                        <a:pt x="348" y="218"/>
                      </a:lnTo>
                      <a:lnTo>
                        <a:pt x="350" y="216"/>
                      </a:lnTo>
                      <a:lnTo>
                        <a:pt x="352" y="216"/>
                      </a:lnTo>
                      <a:lnTo>
                        <a:pt x="352" y="216"/>
                      </a:lnTo>
                      <a:lnTo>
                        <a:pt x="354" y="220"/>
                      </a:lnTo>
                      <a:lnTo>
                        <a:pt x="354" y="220"/>
                      </a:lnTo>
                      <a:lnTo>
                        <a:pt x="356" y="220"/>
                      </a:lnTo>
                      <a:lnTo>
                        <a:pt x="358" y="220"/>
                      </a:lnTo>
                      <a:lnTo>
                        <a:pt x="366" y="224"/>
                      </a:lnTo>
                      <a:lnTo>
                        <a:pt x="366" y="224"/>
                      </a:lnTo>
                      <a:lnTo>
                        <a:pt x="366" y="228"/>
                      </a:lnTo>
                      <a:lnTo>
                        <a:pt x="368" y="230"/>
                      </a:lnTo>
                      <a:lnTo>
                        <a:pt x="370" y="232"/>
                      </a:lnTo>
                      <a:lnTo>
                        <a:pt x="368" y="234"/>
                      </a:lnTo>
                      <a:lnTo>
                        <a:pt x="368" y="234"/>
                      </a:lnTo>
                      <a:lnTo>
                        <a:pt x="358" y="234"/>
                      </a:lnTo>
                      <a:lnTo>
                        <a:pt x="358" y="234"/>
                      </a:lnTo>
                      <a:lnTo>
                        <a:pt x="358" y="238"/>
                      </a:lnTo>
                      <a:lnTo>
                        <a:pt x="358" y="238"/>
                      </a:lnTo>
                      <a:lnTo>
                        <a:pt x="356" y="240"/>
                      </a:lnTo>
                      <a:lnTo>
                        <a:pt x="354" y="248"/>
                      </a:lnTo>
                      <a:lnTo>
                        <a:pt x="354" y="248"/>
                      </a:lnTo>
                      <a:lnTo>
                        <a:pt x="368" y="250"/>
                      </a:lnTo>
                      <a:lnTo>
                        <a:pt x="384" y="248"/>
                      </a:lnTo>
                      <a:lnTo>
                        <a:pt x="386" y="246"/>
                      </a:lnTo>
                      <a:lnTo>
                        <a:pt x="386" y="246"/>
                      </a:lnTo>
                      <a:lnTo>
                        <a:pt x="388" y="248"/>
                      </a:lnTo>
                      <a:lnTo>
                        <a:pt x="390" y="248"/>
                      </a:lnTo>
                      <a:lnTo>
                        <a:pt x="390" y="248"/>
                      </a:lnTo>
                      <a:lnTo>
                        <a:pt x="396" y="244"/>
                      </a:lnTo>
                      <a:lnTo>
                        <a:pt x="396" y="244"/>
                      </a:lnTo>
                      <a:lnTo>
                        <a:pt x="404" y="244"/>
                      </a:lnTo>
                      <a:lnTo>
                        <a:pt x="404" y="244"/>
                      </a:lnTo>
                      <a:lnTo>
                        <a:pt x="408" y="240"/>
                      </a:lnTo>
                      <a:lnTo>
                        <a:pt x="408" y="240"/>
                      </a:lnTo>
                      <a:lnTo>
                        <a:pt x="414" y="238"/>
                      </a:lnTo>
                      <a:lnTo>
                        <a:pt x="414" y="238"/>
                      </a:lnTo>
                      <a:lnTo>
                        <a:pt x="416" y="244"/>
                      </a:lnTo>
                      <a:lnTo>
                        <a:pt x="422" y="246"/>
                      </a:lnTo>
                      <a:lnTo>
                        <a:pt x="422" y="246"/>
                      </a:lnTo>
                      <a:lnTo>
                        <a:pt x="426" y="246"/>
                      </a:lnTo>
                      <a:lnTo>
                        <a:pt x="426" y="246"/>
                      </a:lnTo>
                      <a:lnTo>
                        <a:pt x="428" y="252"/>
                      </a:lnTo>
                      <a:lnTo>
                        <a:pt x="428" y="252"/>
                      </a:lnTo>
                      <a:lnTo>
                        <a:pt x="428" y="254"/>
                      </a:lnTo>
                      <a:lnTo>
                        <a:pt x="428" y="254"/>
                      </a:lnTo>
                      <a:lnTo>
                        <a:pt x="426" y="254"/>
                      </a:lnTo>
                      <a:lnTo>
                        <a:pt x="426" y="254"/>
                      </a:lnTo>
                      <a:lnTo>
                        <a:pt x="428" y="260"/>
                      </a:lnTo>
                      <a:lnTo>
                        <a:pt x="430" y="260"/>
                      </a:lnTo>
                      <a:lnTo>
                        <a:pt x="430" y="260"/>
                      </a:lnTo>
                      <a:lnTo>
                        <a:pt x="434" y="250"/>
                      </a:lnTo>
                      <a:lnTo>
                        <a:pt x="434" y="250"/>
                      </a:lnTo>
                      <a:lnTo>
                        <a:pt x="436" y="264"/>
                      </a:lnTo>
                      <a:lnTo>
                        <a:pt x="438" y="270"/>
                      </a:lnTo>
                      <a:lnTo>
                        <a:pt x="442" y="274"/>
                      </a:lnTo>
                      <a:lnTo>
                        <a:pt x="442" y="274"/>
                      </a:lnTo>
                      <a:lnTo>
                        <a:pt x="444" y="268"/>
                      </a:lnTo>
                      <a:lnTo>
                        <a:pt x="444" y="268"/>
                      </a:lnTo>
                      <a:lnTo>
                        <a:pt x="448" y="268"/>
                      </a:lnTo>
                      <a:lnTo>
                        <a:pt x="448" y="268"/>
                      </a:lnTo>
                      <a:lnTo>
                        <a:pt x="448" y="266"/>
                      </a:lnTo>
                      <a:lnTo>
                        <a:pt x="448" y="266"/>
                      </a:lnTo>
                      <a:lnTo>
                        <a:pt x="446" y="264"/>
                      </a:lnTo>
                      <a:lnTo>
                        <a:pt x="442" y="262"/>
                      </a:lnTo>
                      <a:lnTo>
                        <a:pt x="442" y="262"/>
                      </a:lnTo>
                      <a:lnTo>
                        <a:pt x="444" y="260"/>
                      </a:lnTo>
                      <a:lnTo>
                        <a:pt x="444" y="256"/>
                      </a:lnTo>
                      <a:lnTo>
                        <a:pt x="444" y="256"/>
                      </a:lnTo>
                      <a:lnTo>
                        <a:pt x="444" y="256"/>
                      </a:lnTo>
                      <a:lnTo>
                        <a:pt x="440" y="248"/>
                      </a:lnTo>
                      <a:lnTo>
                        <a:pt x="440" y="248"/>
                      </a:lnTo>
                      <a:lnTo>
                        <a:pt x="444" y="246"/>
                      </a:lnTo>
                      <a:lnTo>
                        <a:pt x="444" y="246"/>
                      </a:lnTo>
                      <a:lnTo>
                        <a:pt x="444" y="242"/>
                      </a:lnTo>
                      <a:lnTo>
                        <a:pt x="444" y="242"/>
                      </a:lnTo>
                      <a:lnTo>
                        <a:pt x="448" y="242"/>
                      </a:lnTo>
                      <a:lnTo>
                        <a:pt x="448" y="242"/>
                      </a:lnTo>
                      <a:lnTo>
                        <a:pt x="450" y="240"/>
                      </a:lnTo>
                      <a:lnTo>
                        <a:pt x="452" y="238"/>
                      </a:lnTo>
                      <a:lnTo>
                        <a:pt x="452" y="238"/>
                      </a:lnTo>
                      <a:lnTo>
                        <a:pt x="454" y="238"/>
                      </a:lnTo>
                      <a:lnTo>
                        <a:pt x="458" y="238"/>
                      </a:lnTo>
                      <a:lnTo>
                        <a:pt x="458" y="236"/>
                      </a:lnTo>
                      <a:lnTo>
                        <a:pt x="458" y="236"/>
                      </a:lnTo>
                      <a:lnTo>
                        <a:pt x="462" y="232"/>
                      </a:lnTo>
                      <a:lnTo>
                        <a:pt x="462" y="232"/>
                      </a:lnTo>
                      <a:lnTo>
                        <a:pt x="468" y="232"/>
                      </a:lnTo>
                      <a:lnTo>
                        <a:pt x="468" y="232"/>
                      </a:lnTo>
                      <a:lnTo>
                        <a:pt x="468" y="230"/>
                      </a:lnTo>
                      <a:lnTo>
                        <a:pt x="470" y="228"/>
                      </a:lnTo>
                      <a:lnTo>
                        <a:pt x="470" y="228"/>
                      </a:lnTo>
                      <a:lnTo>
                        <a:pt x="474" y="228"/>
                      </a:lnTo>
                      <a:lnTo>
                        <a:pt x="476" y="226"/>
                      </a:lnTo>
                      <a:lnTo>
                        <a:pt x="474" y="224"/>
                      </a:lnTo>
                      <a:lnTo>
                        <a:pt x="474" y="224"/>
                      </a:lnTo>
                      <a:lnTo>
                        <a:pt x="470" y="222"/>
                      </a:lnTo>
                      <a:lnTo>
                        <a:pt x="470" y="222"/>
                      </a:lnTo>
                      <a:lnTo>
                        <a:pt x="468" y="222"/>
                      </a:lnTo>
                      <a:lnTo>
                        <a:pt x="466" y="222"/>
                      </a:lnTo>
                      <a:lnTo>
                        <a:pt x="466" y="224"/>
                      </a:lnTo>
                      <a:lnTo>
                        <a:pt x="468" y="224"/>
                      </a:lnTo>
                      <a:lnTo>
                        <a:pt x="468" y="224"/>
                      </a:lnTo>
                      <a:lnTo>
                        <a:pt x="468" y="228"/>
                      </a:lnTo>
                      <a:lnTo>
                        <a:pt x="468" y="228"/>
                      </a:lnTo>
                      <a:lnTo>
                        <a:pt x="458" y="228"/>
                      </a:lnTo>
                      <a:lnTo>
                        <a:pt x="452" y="234"/>
                      </a:lnTo>
                      <a:lnTo>
                        <a:pt x="452" y="234"/>
                      </a:lnTo>
                      <a:lnTo>
                        <a:pt x="446" y="232"/>
                      </a:lnTo>
                      <a:lnTo>
                        <a:pt x="446" y="232"/>
                      </a:lnTo>
                      <a:lnTo>
                        <a:pt x="444" y="232"/>
                      </a:lnTo>
                      <a:lnTo>
                        <a:pt x="444" y="232"/>
                      </a:lnTo>
                      <a:lnTo>
                        <a:pt x="444" y="234"/>
                      </a:lnTo>
                      <a:lnTo>
                        <a:pt x="444" y="234"/>
                      </a:lnTo>
                      <a:lnTo>
                        <a:pt x="446" y="234"/>
                      </a:lnTo>
                      <a:lnTo>
                        <a:pt x="446" y="234"/>
                      </a:lnTo>
                      <a:lnTo>
                        <a:pt x="444" y="238"/>
                      </a:lnTo>
                      <a:lnTo>
                        <a:pt x="444" y="238"/>
                      </a:lnTo>
                      <a:lnTo>
                        <a:pt x="442" y="236"/>
                      </a:lnTo>
                      <a:lnTo>
                        <a:pt x="442" y="236"/>
                      </a:lnTo>
                      <a:lnTo>
                        <a:pt x="440" y="236"/>
                      </a:lnTo>
                      <a:lnTo>
                        <a:pt x="438" y="238"/>
                      </a:lnTo>
                      <a:lnTo>
                        <a:pt x="438" y="238"/>
                      </a:lnTo>
                      <a:lnTo>
                        <a:pt x="436" y="236"/>
                      </a:lnTo>
                      <a:lnTo>
                        <a:pt x="436" y="236"/>
                      </a:lnTo>
                      <a:lnTo>
                        <a:pt x="436" y="236"/>
                      </a:lnTo>
                      <a:lnTo>
                        <a:pt x="436" y="232"/>
                      </a:lnTo>
                      <a:lnTo>
                        <a:pt x="436" y="232"/>
                      </a:lnTo>
                      <a:lnTo>
                        <a:pt x="440" y="232"/>
                      </a:lnTo>
                      <a:lnTo>
                        <a:pt x="440" y="232"/>
                      </a:lnTo>
                      <a:lnTo>
                        <a:pt x="442" y="224"/>
                      </a:lnTo>
                      <a:lnTo>
                        <a:pt x="442" y="218"/>
                      </a:lnTo>
                      <a:lnTo>
                        <a:pt x="442" y="218"/>
                      </a:lnTo>
                      <a:lnTo>
                        <a:pt x="454" y="220"/>
                      </a:lnTo>
                      <a:lnTo>
                        <a:pt x="454" y="220"/>
                      </a:lnTo>
                      <a:lnTo>
                        <a:pt x="458" y="216"/>
                      </a:lnTo>
                      <a:lnTo>
                        <a:pt x="458" y="216"/>
                      </a:lnTo>
                      <a:lnTo>
                        <a:pt x="462" y="218"/>
                      </a:lnTo>
                      <a:lnTo>
                        <a:pt x="462" y="218"/>
                      </a:lnTo>
                      <a:lnTo>
                        <a:pt x="470" y="216"/>
                      </a:lnTo>
                      <a:lnTo>
                        <a:pt x="474" y="216"/>
                      </a:lnTo>
                      <a:lnTo>
                        <a:pt x="478" y="218"/>
                      </a:lnTo>
                      <a:lnTo>
                        <a:pt x="478" y="218"/>
                      </a:lnTo>
                      <a:lnTo>
                        <a:pt x="482" y="222"/>
                      </a:lnTo>
                      <a:lnTo>
                        <a:pt x="482" y="226"/>
                      </a:lnTo>
                      <a:lnTo>
                        <a:pt x="484" y="234"/>
                      </a:lnTo>
                      <a:lnTo>
                        <a:pt x="484" y="234"/>
                      </a:lnTo>
                      <a:lnTo>
                        <a:pt x="486" y="236"/>
                      </a:lnTo>
                      <a:lnTo>
                        <a:pt x="490" y="236"/>
                      </a:lnTo>
                      <a:lnTo>
                        <a:pt x="494" y="232"/>
                      </a:lnTo>
                      <a:lnTo>
                        <a:pt x="494" y="232"/>
                      </a:lnTo>
                      <a:lnTo>
                        <a:pt x="498" y="236"/>
                      </a:lnTo>
                      <a:lnTo>
                        <a:pt x="494" y="240"/>
                      </a:lnTo>
                      <a:lnTo>
                        <a:pt x="494" y="240"/>
                      </a:lnTo>
                      <a:lnTo>
                        <a:pt x="500" y="240"/>
                      </a:lnTo>
                      <a:lnTo>
                        <a:pt x="506" y="240"/>
                      </a:lnTo>
                      <a:lnTo>
                        <a:pt x="506" y="240"/>
                      </a:lnTo>
                      <a:lnTo>
                        <a:pt x="506" y="238"/>
                      </a:lnTo>
                      <a:lnTo>
                        <a:pt x="508" y="236"/>
                      </a:lnTo>
                      <a:lnTo>
                        <a:pt x="508" y="238"/>
                      </a:lnTo>
                      <a:lnTo>
                        <a:pt x="508" y="238"/>
                      </a:lnTo>
                      <a:lnTo>
                        <a:pt x="510" y="238"/>
                      </a:lnTo>
                      <a:lnTo>
                        <a:pt x="512" y="238"/>
                      </a:lnTo>
                      <a:lnTo>
                        <a:pt x="512" y="238"/>
                      </a:lnTo>
                      <a:lnTo>
                        <a:pt x="512" y="240"/>
                      </a:lnTo>
                      <a:lnTo>
                        <a:pt x="512" y="242"/>
                      </a:lnTo>
                      <a:lnTo>
                        <a:pt x="512" y="242"/>
                      </a:lnTo>
                      <a:lnTo>
                        <a:pt x="516" y="242"/>
                      </a:lnTo>
                      <a:lnTo>
                        <a:pt x="516" y="242"/>
                      </a:lnTo>
                      <a:lnTo>
                        <a:pt x="516" y="242"/>
                      </a:lnTo>
                      <a:lnTo>
                        <a:pt x="516" y="244"/>
                      </a:lnTo>
                      <a:lnTo>
                        <a:pt x="516" y="244"/>
                      </a:lnTo>
                      <a:lnTo>
                        <a:pt x="520" y="244"/>
                      </a:lnTo>
                      <a:lnTo>
                        <a:pt x="524" y="244"/>
                      </a:lnTo>
                      <a:lnTo>
                        <a:pt x="524" y="248"/>
                      </a:lnTo>
                      <a:lnTo>
                        <a:pt x="524" y="248"/>
                      </a:lnTo>
                      <a:lnTo>
                        <a:pt x="528" y="248"/>
                      </a:lnTo>
                      <a:lnTo>
                        <a:pt x="528" y="248"/>
                      </a:lnTo>
                      <a:lnTo>
                        <a:pt x="528" y="246"/>
                      </a:lnTo>
                      <a:lnTo>
                        <a:pt x="530" y="246"/>
                      </a:lnTo>
                      <a:lnTo>
                        <a:pt x="530" y="246"/>
                      </a:lnTo>
                      <a:lnTo>
                        <a:pt x="532" y="250"/>
                      </a:lnTo>
                      <a:lnTo>
                        <a:pt x="534" y="250"/>
                      </a:lnTo>
                      <a:lnTo>
                        <a:pt x="534" y="250"/>
                      </a:lnTo>
                      <a:lnTo>
                        <a:pt x="542" y="246"/>
                      </a:lnTo>
                      <a:lnTo>
                        <a:pt x="546" y="244"/>
                      </a:lnTo>
                      <a:lnTo>
                        <a:pt x="562" y="246"/>
                      </a:lnTo>
                      <a:lnTo>
                        <a:pt x="562" y="246"/>
                      </a:lnTo>
                      <a:lnTo>
                        <a:pt x="566" y="248"/>
                      </a:lnTo>
                      <a:lnTo>
                        <a:pt x="570" y="248"/>
                      </a:lnTo>
                      <a:lnTo>
                        <a:pt x="570" y="248"/>
                      </a:lnTo>
                      <a:lnTo>
                        <a:pt x="572" y="246"/>
                      </a:lnTo>
                      <a:lnTo>
                        <a:pt x="574" y="244"/>
                      </a:lnTo>
                      <a:lnTo>
                        <a:pt x="574" y="244"/>
                      </a:lnTo>
                      <a:lnTo>
                        <a:pt x="576" y="244"/>
                      </a:lnTo>
                      <a:lnTo>
                        <a:pt x="578" y="246"/>
                      </a:lnTo>
                      <a:lnTo>
                        <a:pt x="578" y="246"/>
                      </a:lnTo>
                      <a:lnTo>
                        <a:pt x="578" y="244"/>
                      </a:lnTo>
                      <a:lnTo>
                        <a:pt x="578" y="244"/>
                      </a:lnTo>
                      <a:lnTo>
                        <a:pt x="578" y="244"/>
                      </a:lnTo>
                      <a:lnTo>
                        <a:pt x="576" y="242"/>
                      </a:lnTo>
                      <a:lnTo>
                        <a:pt x="576" y="238"/>
                      </a:lnTo>
                      <a:lnTo>
                        <a:pt x="576" y="230"/>
                      </a:lnTo>
                      <a:lnTo>
                        <a:pt x="576" y="230"/>
                      </a:lnTo>
                      <a:lnTo>
                        <a:pt x="578" y="232"/>
                      </a:lnTo>
                      <a:lnTo>
                        <a:pt x="578" y="232"/>
                      </a:lnTo>
                      <a:lnTo>
                        <a:pt x="578" y="228"/>
                      </a:lnTo>
                      <a:lnTo>
                        <a:pt x="578" y="226"/>
                      </a:lnTo>
                      <a:lnTo>
                        <a:pt x="578" y="226"/>
                      </a:lnTo>
                      <a:lnTo>
                        <a:pt x="582" y="228"/>
                      </a:lnTo>
                      <a:lnTo>
                        <a:pt x="586" y="232"/>
                      </a:lnTo>
                      <a:lnTo>
                        <a:pt x="586" y="232"/>
                      </a:lnTo>
                      <a:lnTo>
                        <a:pt x="588" y="232"/>
                      </a:lnTo>
                      <a:lnTo>
                        <a:pt x="588" y="234"/>
                      </a:lnTo>
                      <a:lnTo>
                        <a:pt x="588" y="234"/>
                      </a:lnTo>
                      <a:lnTo>
                        <a:pt x="592" y="236"/>
                      </a:lnTo>
                      <a:lnTo>
                        <a:pt x="592" y="236"/>
                      </a:lnTo>
                      <a:lnTo>
                        <a:pt x="592" y="236"/>
                      </a:lnTo>
                      <a:lnTo>
                        <a:pt x="592" y="236"/>
                      </a:lnTo>
                      <a:lnTo>
                        <a:pt x="596" y="238"/>
                      </a:lnTo>
                      <a:lnTo>
                        <a:pt x="596" y="236"/>
                      </a:lnTo>
                      <a:lnTo>
                        <a:pt x="596" y="236"/>
                      </a:lnTo>
                      <a:lnTo>
                        <a:pt x="598" y="232"/>
                      </a:lnTo>
                      <a:lnTo>
                        <a:pt x="600" y="238"/>
                      </a:lnTo>
                      <a:lnTo>
                        <a:pt x="600" y="238"/>
                      </a:lnTo>
                      <a:lnTo>
                        <a:pt x="598" y="238"/>
                      </a:lnTo>
                      <a:lnTo>
                        <a:pt x="600" y="240"/>
                      </a:lnTo>
                      <a:lnTo>
                        <a:pt x="600" y="240"/>
                      </a:lnTo>
                      <a:lnTo>
                        <a:pt x="600" y="238"/>
                      </a:lnTo>
                      <a:lnTo>
                        <a:pt x="602" y="238"/>
                      </a:lnTo>
                      <a:lnTo>
                        <a:pt x="602" y="238"/>
                      </a:lnTo>
                      <a:lnTo>
                        <a:pt x="600" y="246"/>
                      </a:lnTo>
                      <a:lnTo>
                        <a:pt x="598" y="254"/>
                      </a:lnTo>
                      <a:lnTo>
                        <a:pt x="598" y="254"/>
                      </a:lnTo>
                      <a:lnTo>
                        <a:pt x="600" y="258"/>
                      </a:lnTo>
                      <a:lnTo>
                        <a:pt x="604" y="260"/>
                      </a:lnTo>
                      <a:lnTo>
                        <a:pt x="604" y="260"/>
                      </a:lnTo>
                      <a:lnTo>
                        <a:pt x="608" y="260"/>
                      </a:lnTo>
                      <a:lnTo>
                        <a:pt x="608" y="260"/>
                      </a:lnTo>
                      <a:lnTo>
                        <a:pt x="608" y="262"/>
                      </a:lnTo>
                      <a:lnTo>
                        <a:pt x="608" y="262"/>
                      </a:lnTo>
                      <a:lnTo>
                        <a:pt x="608" y="262"/>
                      </a:lnTo>
                      <a:lnTo>
                        <a:pt x="612" y="266"/>
                      </a:lnTo>
                      <a:lnTo>
                        <a:pt x="618" y="268"/>
                      </a:lnTo>
                      <a:lnTo>
                        <a:pt x="618" y="266"/>
                      </a:lnTo>
                      <a:lnTo>
                        <a:pt x="620" y="266"/>
                      </a:lnTo>
                      <a:lnTo>
                        <a:pt x="620" y="264"/>
                      </a:lnTo>
                      <a:lnTo>
                        <a:pt x="620" y="264"/>
                      </a:lnTo>
                      <a:lnTo>
                        <a:pt x="614" y="262"/>
                      </a:lnTo>
                      <a:lnTo>
                        <a:pt x="614" y="262"/>
                      </a:lnTo>
                      <a:lnTo>
                        <a:pt x="616" y="256"/>
                      </a:lnTo>
                      <a:lnTo>
                        <a:pt x="616" y="256"/>
                      </a:lnTo>
                      <a:lnTo>
                        <a:pt x="614" y="256"/>
                      </a:lnTo>
                      <a:lnTo>
                        <a:pt x="610" y="254"/>
                      </a:lnTo>
                      <a:lnTo>
                        <a:pt x="610" y="252"/>
                      </a:lnTo>
                      <a:lnTo>
                        <a:pt x="610" y="252"/>
                      </a:lnTo>
                      <a:lnTo>
                        <a:pt x="614" y="250"/>
                      </a:lnTo>
                      <a:lnTo>
                        <a:pt x="614" y="250"/>
                      </a:lnTo>
                      <a:lnTo>
                        <a:pt x="614" y="246"/>
                      </a:lnTo>
                      <a:lnTo>
                        <a:pt x="614" y="246"/>
                      </a:lnTo>
                      <a:lnTo>
                        <a:pt x="618" y="244"/>
                      </a:lnTo>
                      <a:lnTo>
                        <a:pt x="618" y="244"/>
                      </a:lnTo>
                      <a:lnTo>
                        <a:pt x="618" y="244"/>
                      </a:lnTo>
                      <a:lnTo>
                        <a:pt x="616" y="244"/>
                      </a:lnTo>
                      <a:lnTo>
                        <a:pt x="616" y="242"/>
                      </a:lnTo>
                      <a:lnTo>
                        <a:pt x="616" y="242"/>
                      </a:lnTo>
                      <a:lnTo>
                        <a:pt x="622" y="242"/>
                      </a:lnTo>
                      <a:lnTo>
                        <a:pt x="622" y="242"/>
                      </a:lnTo>
                      <a:lnTo>
                        <a:pt x="624" y="240"/>
                      </a:lnTo>
                      <a:lnTo>
                        <a:pt x="626" y="236"/>
                      </a:lnTo>
                      <a:lnTo>
                        <a:pt x="628" y="234"/>
                      </a:lnTo>
                      <a:lnTo>
                        <a:pt x="630" y="232"/>
                      </a:lnTo>
                      <a:lnTo>
                        <a:pt x="630" y="232"/>
                      </a:lnTo>
                      <a:lnTo>
                        <a:pt x="634" y="232"/>
                      </a:lnTo>
                      <a:lnTo>
                        <a:pt x="634" y="232"/>
                      </a:lnTo>
                      <a:lnTo>
                        <a:pt x="644" y="226"/>
                      </a:lnTo>
                      <a:lnTo>
                        <a:pt x="644" y="226"/>
                      </a:lnTo>
                      <a:lnTo>
                        <a:pt x="644" y="224"/>
                      </a:lnTo>
                      <a:lnTo>
                        <a:pt x="644" y="224"/>
                      </a:lnTo>
                      <a:lnTo>
                        <a:pt x="644" y="220"/>
                      </a:lnTo>
                      <a:lnTo>
                        <a:pt x="644" y="220"/>
                      </a:lnTo>
                      <a:lnTo>
                        <a:pt x="638" y="224"/>
                      </a:lnTo>
                      <a:lnTo>
                        <a:pt x="638" y="224"/>
                      </a:lnTo>
                      <a:lnTo>
                        <a:pt x="634" y="224"/>
                      </a:lnTo>
                      <a:lnTo>
                        <a:pt x="632" y="222"/>
                      </a:lnTo>
                      <a:lnTo>
                        <a:pt x="632" y="218"/>
                      </a:lnTo>
                      <a:lnTo>
                        <a:pt x="634" y="216"/>
                      </a:lnTo>
                      <a:lnTo>
                        <a:pt x="634" y="216"/>
                      </a:lnTo>
                      <a:lnTo>
                        <a:pt x="632" y="212"/>
                      </a:lnTo>
                      <a:lnTo>
                        <a:pt x="632" y="212"/>
                      </a:lnTo>
                      <a:lnTo>
                        <a:pt x="632" y="210"/>
                      </a:lnTo>
                      <a:lnTo>
                        <a:pt x="632" y="210"/>
                      </a:lnTo>
                      <a:lnTo>
                        <a:pt x="636" y="206"/>
                      </a:lnTo>
                      <a:lnTo>
                        <a:pt x="636" y="206"/>
                      </a:lnTo>
                      <a:lnTo>
                        <a:pt x="648" y="208"/>
                      </a:lnTo>
                      <a:lnTo>
                        <a:pt x="648" y="208"/>
                      </a:lnTo>
                      <a:lnTo>
                        <a:pt x="646" y="204"/>
                      </a:lnTo>
                      <a:lnTo>
                        <a:pt x="646" y="200"/>
                      </a:lnTo>
                      <a:lnTo>
                        <a:pt x="646" y="200"/>
                      </a:lnTo>
                      <a:lnTo>
                        <a:pt x="650" y="196"/>
                      </a:lnTo>
                      <a:lnTo>
                        <a:pt x="650" y="196"/>
                      </a:lnTo>
                      <a:lnTo>
                        <a:pt x="656" y="196"/>
                      </a:lnTo>
                      <a:lnTo>
                        <a:pt x="656" y="196"/>
                      </a:lnTo>
                      <a:lnTo>
                        <a:pt x="656" y="194"/>
                      </a:lnTo>
                      <a:lnTo>
                        <a:pt x="656" y="194"/>
                      </a:lnTo>
                      <a:lnTo>
                        <a:pt x="654" y="194"/>
                      </a:lnTo>
                      <a:lnTo>
                        <a:pt x="652" y="192"/>
                      </a:lnTo>
                      <a:lnTo>
                        <a:pt x="652" y="192"/>
                      </a:lnTo>
                      <a:lnTo>
                        <a:pt x="646" y="196"/>
                      </a:lnTo>
                      <a:lnTo>
                        <a:pt x="642" y="200"/>
                      </a:lnTo>
                      <a:lnTo>
                        <a:pt x="642" y="200"/>
                      </a:lnTo>
                      <a:lnTo>
                        <a:pt x="634" y="202"/>
                      </a:lnTo>
                      <a:lnTo>
                        <a:pt x="634" y="202"/>
                      </a:lnTo>
                      <a:lnTo>
                        <a:pt x="630" y="194"/>
                      </a:lnTo>
                      <a:lnTo>
                        <a:pt x="626" y="190"/>
                      </a:lnTo>
                      <a:lnTo>
                        <a:pt x="620" y="188"/>
                      </a:lnTo>
                      <a:lnTo>
                        <a:pt x="618" y="188"/>
                      </a:lnTo>
                      <a:lnTo>
                        <a:pt x="618" y="188"/>
                      </a:lnTo>
                      <a:lnTo>
                        <a:pt x="618" y="194"/>
                      </a:lnTo>
                      <a:lnTo>
                        <a:pt x="618" y="194"/>
                      </a:lnTo>
                      <a:lnTo>
                        <a:pt x="620" y="194"/>
                      </a:lnTo>
                      <a:lnTo>
                        <a:pt x="618" y="196"/>
                      </a:lnTo>
                      <a:lnTo>
                        <a:pt x="616" y="198"/>
                      </a:lnTo>
                      <a:lnTo>
                        <a:pt x="616" y="198"/>
                      </a:lnTo>
                      <a:lnTo>
                        <a:pt x="616" y="196"/>
                      </a:lnTo>
                      <a:lnTo>
                        <a:pt x="614" y="194"/>
                      </a:lnTo>
                      <a:lnTo>
                        <a:pt x="614" y="194"/>
                      </a:lnTo>
                      <a:lnTo>
                        <a:pt x="614" y="196"/>
                      </a:lnTo>
                      <a:lnTo>
                        <a:pt x="614" y="196"/>
                      </a:lnTo>
                      <a:lnTo>
                        <a:pt x="612" y="196"/>
                      </a:lnTo>
                      <a:lnTo>
                        <a:pt x="612" y="196"/>
                      </a:lnTo>
                      <a:lnTo>
                        <a:pt x="612" y="190"/>
                      </a:lnTo>
                      <a:lnTo>
                        <a:pt x="612" y="190"/>
                      </a:lnTo>
                      <a:lnTo>
                        <a:pt x="614" y="188"/>
                      </a:lnTo>
                      <a:lnTo>
                        <a:pt x="614" y="188"/>
                      </a:lnTo>
                      <a:lnTo>
                        <a:pt x="614" y="188"/>
                      </a:lnTo>
                      <a:lnTo>
                        <a:pt x="614" y="186"/>
                      </a:lnTo>
                      <a:lnTo>
                        <a:pt x="614" y="186"/>
                      </a:lnTo>
                      <a:lnTo>
                        <a:pt x="610" y="186"/>
                      </a:lnTo>
                      <a:lnTo>
                        <a:pt x="606" y="182"/>
                      </a:lnTo>
                      <a:lnTo>
                        <a:pt x="606" y="178"/>
                      </a:lnTo>
                      <a:lnTo>
                        <a:pt x="606" y="178"/>
                      </a:lnTo>
                      <a:lnTo>
                        <a:pt x="604" y="178"/>
                      </a:lnTo>
                      <a:lnTo>
                        <a:pt x="604" y="178"/>
                      </a:lnTo>
                      <a:lnTo>
                        <a:pt x="604" y="174"/>
                      </a:lnTo>
                      <a:lnTo>
                        <a:pt x="604" y="174"/>
                      </a:lnTo>
                      <a:lnTo>
                        <a:pt x="612" y="174"/>
                      </a:lnTo>
                      <a:lnTo>
                        <a:pt x="612" y="174"/>
                      </a:lnTo>
                      <a:lnTo>
                        <a:pt x="610" y="170"/>
                      </a:lnTo>
                      <a:lnTo>
                        <a:pt x="608" y="164"/>
                      </a:lnTo>
                      <a:lnTo>
                        <a:pt x="610" y="162"/>
                      </a:lnTo>
                      <a:lnTo>
                        <a:pt x="610" y="162"/>
                      </a:lnTo>
                      <a:lnTo>
                        <a:pt x="610" y="160"/>
                      </a:lnTo>
                      <a:lnTo>
                        <a:pt x="608" y="160"/>
                      </a:lnTo>
                      <a:lnTo>
                        <a:pt x="608" y="160"/>
                      </a:lnTo>
                      <a:lnTo>
                        <a:pt x="608" y="160"/>
                      </a:lnTo>
                      <a:lnTo>
                        <a:pt x="610" y="156"/>
                      </a:lnTo>
                      <a:lnTo>
                        <a:pt x="610" y="156"/>
                      </a:lnTo>
                      <a:lnTo>
                        <a:pt x="612" y="154"/>
                      </a:lnTo>
                      <a:lnTo>
                        <a:pt x="612" y="154"/>
                      </a:lnTo>
                      <a:lnTo>
                        <a:pt x="612" y="150"/>
                      </a:lnTo>
                      <a:lnTo>
                        <a:pt x="612" y="150"/>
                      </a:lnTo>
                      <a:lnTo>
                        <a:pt x="616" y="150"/>
                      </a:lnTo>
                      <a:lnTo>
                        <a:pt x="616" y="150"/>
                      </a:lnTo>
                      <a:lnTo>
                        <a:pt x="620" y="154"/>
                      </a:lnTo>
                      <a:lnTo>
                        <a:pt x="620" y="154"/>
                      </a:lnTo>
                      <a:lnTo>
                        <a:pt x="622" y="154"/>
                      </a:lnTo>
                      <a:lnTo>
                        <a:pt x="622" y="154"/>
                      </a:lnTo>
                      <a:lnTo>
                        <a:pt x="616" y="146"/>
                      </a:lnTo>
                      <a:lnTo>
                        <a:pt x="616" y="146"/>
                      </a:lnTo>
                      <a:lnTo>
                        <a:pt x="618" y="142"/>
                      </a:lnTo>
                      <a:lnTo>
                        <a:pt x="618" y="142"/>
                      </a:lnTo>
                      <a:lnTo>
                        <a:pt x="624" y="140"/>
                      </a:lnTo>
                      <a:lnTo>
                        <a:pt x="624" y="140"/>
                      </a:lnTo>
                      <a:lnTo>
                        <a:pt x="624" y="140"/>
                      </a:lnTo>
                      <a:lnTo>
                        <a:pt x="624" y="138"/>
                      </a:lnTo>
                      <a:lnTo>
                        <a:pt x="624" y="138"/>
                      </a:lnTo>
                      <a:lnTo>
                        <a:pt x="624" y="136"/>
                      </a:lnTo>
                      <a:lnTo>
                        <a:pt x="624" y="132"/>
                      </a:lnTo>
                      <a:lnTo>
                        <a:pt x="624" y="124"/>
                      </a:lnTo>
                      <a:lnTo>
                        <a:pt x="624" y="124"/>
                      </a:lnTo>
                      <a:lnTo>
                        <a:pt x="620" y="120"/>
                      </a:lnTo>
                      <a:lnTo>
                        <a:pt x="620" y="120"/>
                      </a:lnTo>
                      <a:lnTo>
                        <a:pt x="620" y="118"/>
                      </a:lnTo>
                      <a:lnTo>
                        <a:pt x="622" y="118"/>
                      </a:lnTo>
                      <a:lnTo>
                        <a:pt x="622" y="118"/>
                      </a:lnTo>
                      <a:lnTo>
                        <a:pt x="622" y="112"/>
                      </a:lnTo>
                      <a:lnTo>
                        <a:pt x="620" y="112"/>
                      </a:lnTo>
                      <a:lnTo>
                        <a:pt x="620" y="112"/>
                      </a:lnTo>
                      <a:lnTo>
                        <a:pt x="620" y="104"/>
                      </a:lnTo>
                      <a:lnTo>
                        <a:pt x="620" y="104"/>
                      </a:lnTo>
                      <a:lnTo>
                        <a:pt x="616" y="100"/>
                      </a:lnTo>
                      <a:lnTo>
                        <a:pt x="616" y="100"/>
                      </a:lnTo>
                      <a:lnTo>
                        <a:pt x="618" y="96"/>
                      </a:lnTo>
                      <a:lnTo>
                        <a:pt x="616" y="96"/>
                      </a:lnTo>
                      <a:lnTo>
                        <a:pt x="616" y="96"/>
                      </a:lnTo>
                      <a:lnTo>
                        <a:pt x="616" y="90"/>
                      </a:lnTo>
                      <a:lnTo>
                        <a:pt x="616" y="90"/>
                      </a:lnTo>
                      <a:lnTo>
                        <a:pt x="620" y="90"/>
                      </a:lnTo>
                      <a:lnTo>
                        <a:pt x="618" y="82"/>
                      </a:lnTo>
                      <a:lnTo>
                        <a:pt x="618" y="82"/>
                      </a:lnTo>
                      <a:lnTo>
                        <a:pt x="632" y="82"/>
                      </a:lnTo>
                      <a:lnTo>
                        <a:pt x="632" y="82"/>
                      </a:lnTo>
                      <a:lnTo>
                        <a:pt x="632" y="84"/>
                      </a:lnTo>
                      <a:lnTo>
                        <a:pt x="634" y="84"/>
                      </a:lnTo>
                      <a:lnTo>
                        <a:pt x="634" y="84"/>
                      </a:lnTo>
                      <a:lnTo>
                        <a:pt x="640" y="76"/>
                      </a:lnTo>
                      <a:lnTo>
                        <a:pt x="640" y="76"/>
                      </a:lnTo>
                      <a:lnTo>
                        <a:pt x="652" y="78"/>
                      </a:lnTo>
                      <a:lnTo>
                        <a:pt x="662" y="82"/>
                      </a:lnTo>
                      <a:lnTo>
                        <a:pt x="662" y="82"/>
                      </a:lnTo>
                      <a:lnTo>
                        <a:pt x="664" y="86"/>
                      </a:lnTo>
                      <a:lnTo>
                        <a:pt x="664" y="86"/>
                      </a:lnTo>
                      <a:lnTo>
                        <a:pt x="666" y="84"/>
                      </a:lnTo>
                      <a:lnTo>
                        <a:pt x="666" y="82"/>
                      </a:lnTo>
                      <a:lnTo>
                        <a:pt x="666" y="82"/>
                      </a:lnTo>
                      <a:lnTo>
                        <a:pt x="678" y="84"/>
                      </a:lnTo>
                      <a:lnTo>
                        <a:pt x="688" y="86"/>
                      </a:lnTo>
                      <a:lnTo>
                        <a:pt x="688" y="86"/>
                      </a:lnTo>
                      <a:lnTo>
                        <a:pt x="688" y="90"/>
                      </a:lnTo>
                      <a:lnTo>
                        <a:pt x="686" y="96"/>
                      </a:lnTo>
                      <a:lnTo>
                        <a:pt x="686" y="96"/>
                      </a:lnTo>
                      <a:lnTo>
                        <a:pt x="684" y="96"/>
                      </a:lnTo>
                      <a:lnTo>
                        <a:pt x="684" y="96"/>
                      </a:lnTo>
                      <a:lnTo>
                        <a:pt x="684" y="102"/>
                      </a:lnTo>
                      <a:lnTo>
                        <a:pt x="684" y="102"/>
                      </a:lnTo>
                      <a:lnTo>
                        <a:pt x="682" y="102"/>
                      </a:lnTo>
                      <a:lnTo>
                        <a:pt x="680" y="104"/>
                      </a:lnTo>
                      <a:lnTo>
                        <a:pt x="680" y="104"/>
                      </a:lnTo>
                      <a:lnTo>
                        <a:pt x="676" y="108"/>
                      </a:lnTo>
                      <a:lnTo>
                        <a:pt x="674" y="112"/>
                      </a:lnTo>
                      <a:lnTo>
                        <a:pt x="674" y="112"/>
                      </a:lnTo>
                      <a:lnTo>
                        <a:pt x="662" y="114"/>
                      </a:lnTo>
                      <a:lnTo>
                        <a:pt x="652" y="116"/>
                      </a:lnTo>
                      <a:lnTo>
                        <a:pt x="652" y="116"/>
                      </a:lnTo>
                      <a:lnTo>
                        <a:pt x="644" y="116"/>
                      </a:lnTo>
                      <a:lnTo>
                        <a:pt x="638" y="116"/>
                      </a:lnTo>
                      <a:lnTo>
                        <a:pt x="638" y="116"/>
                      </a:lnTo>
                      <a:lnTo>
                        <a:pt x="638" y="116"/>
                      </a:lnTo>
                      <a:lnTo>
                        <a:pt x="636" y="118"/>
                      </a:lnTo>
                      <a:lnTo>
                        <a:pt x="636" y="118"/>
                      </a:lnTo>
                      <a:lnTo>
                        <a:pt x="636" y="118"/>
                      </a:lnTo>
                      <a:lnTo>
                        <a:pt x="636" y="118"/>
                      </a:lnTo>
                      <a:lnTo>
                        <a:pt x="634" y="118"/>
                      </a:lnTo>
                      <a:lnTo>
                        <a:pt x="634" y="118"/>
                      </a:lnTo>
                      <a:lnTo>
                        <a:pt x="634" y="120"/>
                      </a:lnTo>
                      <a:lnTo>
                        <a:pt x="634" y="122"/>
                      </a:lnTo>
                      <a:lnTo>
                        <a:pt x="634" y="122"/>
                      </a:lnTo>
                      <a:lnTo>
                        <a:pt x="640" y="126"/>
                      </a:lnTo>
                      <a:lnTo>
                        <a:pt x="640" y="126"/>
                      </a:lnTo>
                      <a:lnTo>
                        <a:pt x="640" y="128"/>
                      </a:lnTo>
                      <a:lnTo>
                        <a:pt x="640" y="130"/>
                      </a:lnTo>
                      <a:lnTo>
                        <a:pt x="640" y="130"/>
                      </a:lnTo>
                      <a:lnTo>
                        <a:pt x="634" y="132"/>
                      </a:lnTo>
                      <a:lnTo>
                        <a:pt x="634" y="132"/>
                      </a:lnTo>
                      <a:lnTo>
                        <a:pt x="632" y="136"/>
                      </a:lnTo>
                      <a:lnTo>
                        <a:pt x="632" y="136"/>
                      </a:lnTo>
                      <a:lnTo>
                        <a:pt x="634" y="136"/>
                      </a:lnTo>
                      <a:lnTo>
                        <a:pt x="634" y="136"/>
                      </a:lnTo>
                      <a:lnTo>
                        <a:pt x="634" y="138"/>
                      </a:lnTo>
                      <a:lnTo>
                        <a:pt x="634" y="138"/>
                      </a:lnTo>
                      <a:lnTo>
                        <a:pt x="634" y="138"/>
                      </a:lnTo>
                      <a:lnTo>
                        <a:pt x="630" y="138"/>
                      </a:lnTo>
                      <a:lnTo>
                        <a:pt x="630" y="138"/>
                      </a:lnTo>
                      <a:lnTo>
                        <a:pt x="630" y="142"/>
                      </a:lnTo>
                      <a:lnTo>
                        <a:pt x="630" y="142"/>
                      </a:lnTo>
                      <a:lnTo>
                        <a:pt x="632" y="142"/>
                      </a:lnTo>
                      <a:lnTo>
                        <a:pt x="634" y="142"/>
                      </a:lnTo>
                      <a:lnTo>
                        <a:pt x="634" y="142"/>
                      </a:lnTo>
                      <a:lnTo>
                        <a:pt x="634" y="144"/>
                      </a:lnTo>
                      <a:lnTo>
                        <a:pt x="634" y="146"/>
                      </a:lnTo>
                      <a:lnTo>
                        <a:pt x="634" y="146"/>
                      </a:lnTo>
                      <a:lnTo>
                        <a:pt x="636" y="144"/>
                      </a:lnTo>
                      <a:lnTo>
                        <a:pt x="644" y="150"/>
                      </a:lnTo>
                      <a:lnTo>
                        <a:pt x="644" y="152"/>
                      </a:lnTo>
                      <a:lnTo>
                        <a:pt x="644" y="152"/>
                      </a:lnTo>
                      <a:lnTo>
                        <a:pt x="648" y="152"/>
                      </a:lnTo>
                      <a:lnTo>
                        <a:pt x="648" y="152"/>
                      </a:lnTo>
                      <a:lnTo>
                        <a:pt x="652" y="156"/>
                      </a:lnTo>
                      <a:lnTo>
                        <a:pt x="652" y="158"/>
                      </a:lnTo>
                      <a:lnTo>
                        <a:pt x="652" y="158"/>
                      </a:lnTo>
                      <a:lnTo>
                        <a:pt x="656" y="158"/>
                      </a:lnTo>
                      <a:lnTo>
                        <a:pt x="658" y="158"/>
                      </a:lnTo>
                      <a:lnTo>
                        <a:pt x="658" y="158"/>
                      </a:lnTo>
                      <a:lnTo>
                        <a:pt x="662" y="162"/>
                      </a:lnTo>
                      <a:lnTo>
                        <a:pt x="664" y="166"/>
                      </a:lnTo>
                      <a:lnTo>
                        <a:pt x="664" y="166"/>
                      </a:lnTo>
                      <a:lnTo>
                        <a:pt x="668" y="166"/>
                      </a:lnTo>
                      <a:lnTo>
                        <a:pt x="670" y="166"/>
                      </a:lnTo>
                      <a:lnTo>
                        <a:pt x="674" y="172"/>
                      </a:lnTo>
                      <a:lnTo>
                        <a:pt x="674" y="172"/>
                      </a:lnTo>
                      <a:lnTo>
                        <a:pt x="678" y="170"/>
                      </a:lnTo>
                      <a:lnTo>
                        <a:pt x="678" y="178"/>
                      </a:lnTo>
                      <a:lnTo>
                        <a:pt x="678" y="178"/>
                      </a:lnTo>
                      <a:lnTo>
                        <a:pt x="670" y="178"/>
                      </a:lnTo>
                      <a:lnTo>
                        <a:pt x="668" y="176"/>
                      </a:lnTo>
                      <a:lnTo>
                        <a:pt x="668" y="176"/>
                      </a:lnTo>
                      <a:lnTo>
                        <a:pt x="666" y="174"/>
                      </a:lnTo>
                      <a:lnTo>
                        <a:pt x="666" y="174"/>
                      </a:lnTo>
                      <a:lnTo>
                        <a:pt x="664" y="184"/>
                      </a:lnTo>
                      <a:lnTo>
                        <a:pt x="664" y="184"/>
                      </a:lnTo>
                      <a:lnTo>
                        <a:pt x="668" y="182"/>
                      </a:lnTo>
                      <a:lnTo>
                        <a:pt x="668" y="182"/>
                      </a:lnTo>
                      <a:lnTo>
                        <a:pt x="668" y="182"/>
                      </a:lnTo>
                      <a:lnTo>
                        <a:pt x="670" y="180"/>
                      </a:lnTo>
                      <a:lnTo>
                        <a:pt x="672" y="180"/>
                      </a:lnTo>
                      <a:lnTo>
                        <a:pt x="672" y="180"/>
                      </a:lnTo>
                      <a:lnTo>
                        <a:pt x="670" y="186"/>
                      </a:lnTo>
                      <a:lnTo>
                        <a:pt x="670" y="186"/>
                      </a:lnTo>
                      <a:lnTo>
                        <a:pt x="666" y="190"/>
                      </a:lnTo>
                      <a:lnTo>
                        <a:pt x="666" y="190"/>
                      </a:lnTo>
                      <a:lnTo>
                        <a:pt x="662" y="190"/>
                      </a:lnTo>
                      <a:lnTo>
                        <a:pt x="662" y="190"/>
                      </a:lnTo>
                      <a:lnTo>
                        <a:pt x="660" y="194"/>
                      </a:lnTo>
                      <a:lnTo>
                        <a:pt x="660" y="194"/>
                      </a:lnTo>
                      <a:lnTo>
                        <a:pt x="660" y="194"/>
                      </a:lnTo>
                      <a:lnTo>
                        <a:pt x="662" y="198"/>
                      </a:lnTo>
                      <a:lnTo>
                        <a:pt x="662" y="198"/>
                      </a:lnTo>
                      <a:lnTo>
                        <a:pt x="666" y="198"/>
                      </a:lnTo>
                      <a:lnTo>
                        <a:pt x="666" y="198"/>
                      </a:lnTo>
                      <a:lnTo>
                        <a:pt x="668" y="202"/>
                      </a:lnTo>
                      <a:lnTo>
                        <a:pt x="668" y="202"/>
                      </a:lnTo>
                      <a:lnTo>
                        <a:pt x="676" y="204"/>
                      </a:lnTo>
                      <a:lnTo>
                        <a:pt x="682" y="204"/>
                      </a:lnTo>
                      <a:lnTo>
                        <a:pt x="682" y="204"/>
                      </a:lnTo>
                      <a:lnTo>
                        <a:pt x="684" y="210"/>
                      </a:lnTo>
                      <a:lnTo>
                        <a:pt x="684" y="210"/>
                      </a:lnTo>
                      <a:lnTo>
                        <a:pt x="686" y="214"/>
                      </a:lnTo>
                      <a:lnTo>
                        <a:pt x="688" y="218"/>
                      </a:lnTo>
                      <a:lnTo>
                        <a:pt x="686" y="218"/>
                      </a:lnTo>
                      <a:lnTo>
                        <a:pt x="686" y="218"/>
                      </a:lnTo>
                      <a:lnTo>
                        <a:pt x="688" y="222"/>
                      </a:lnTo>
                      <a:lnTo>
                        <a:pt x="688" y="222"/>
                      </a:lnTo>
                      <a:lnTo>
                        <a:pt x="692" y="230"/>
                      </a:lnTo>
                      <a:lnTo>
                        <a:pt x="692" y="230"/>
                      </a:lnTo>
                      <a:lnTo>
                        <a:pt x="690" y="234"/>
                      </a:lnTo>
                      <a:lnTo>
                        <a:pt x="690" y="236"/>
                      </a:lnTo>
                      <a:lnTo>
                        <a:pt x="690" y="236"/>
                      </a:lnTo>
                      <a:lnTo>
                        <a:pt x="696" y="236"/>
                      </a:lnTo>
                      <a:lnTo>
                        <a:pt x="696" y="230"/>
                      </a:lnTo>
                      <a:lnTo>
                        <a:pt x="700" y="228"/>
                      </a:lnTo>
                      <a:lnTo>
                        <a:pt x="700" y="228"/>
                      </a:lnTo>
                      <a:lnTo>
                        <a:pt x="700" y="226"/>
                      </a:lnTo>
                      <a:lnTo>
                        <a:pt x="702" y="226"/>
                      </a:lnTo>
                      <a:lnTo>
                        <a:pt x="702" y="226"/>
                      </a:lnTo>
                      <a:lnTo>
                        <a:pt x="704" y="222"/>
                      </a:lnTo>
                      <a:lnTo>
                        <a:pt x="702" y="220"/>
                      </a:lnTo>
                      <a:lnTo>
                        <a:pt x="702" y="218"/>
                      </a:lnTo>
                      <a:lnTo>
                        <a:pt x="702" y="218"/>
                      </a:lnTo>
                      <a:lnTo>
                        <a:pt x="704" y="208"/>
                      </a:lnTo>
                      <a:lnTo>
                        <a:pt x="704" y="208"/>
                      </a:lnTo>
                      <a:lnTo>
                        <a:pt x="710" y="206"/>
                      </a:lnTo>
                      <a:lnTo>
                        <a:pt x="716" y="204"/>
                      </a:lnTo>
                      <a:lnTo>
                        <a:pt x="716" y="204"/>
                      </a:lnTo>
                      <a:lnTo>
                        <a:pt x="722" y="214"/>
                      </a:lnTo>
                      <a:lnTo>
                        <a:pt x="722" y="214"/>
                      </a:lnTo>
                      <a:lnTo>
                        <a:pt x="722" y="218"/>
                      </a:lnTo>
                      <a:lnTo>
                        <a:pt x="720" y="220"/>
                      </a:lnTo>
                      <a:lnTo>
                        <a:pt x="720" y="220"/>
                      </a:lnTo>
                      <a:lnTo>
                        <a:pt x="718" y="224"/>
                      </a:lnTo>
                      <a:lnTo>
                        <a:pt x="718" y="224"/>
                      </a:lnTo>
                      <a:lnTo>
                        <a:pt x="718" y="230"/>
                      </a:lnTo>
                      <a:lnTo>
                        <a:pt x="718" y="234"/>
                      </a:lnTo>
                      <a:lnTo>
                        <a:pt x="716" y="234"/>
                      </a:lnTo>
                      <a:lnTo>
                        <a:pt x="716" y="234"/>
                      </a:lnTo>
                      <a:lnTo>
                        <a:pt x="714" y="236"/>
                      </a:lnTo>
                      <a:lnTo>
                        <a:pt x="712" y="238"/>
                      </a:lnTo>
                      <a:lnTo>
                        <a:pt x="712" y="238"/>
                      </a:lnTo>
                      <a:lnTo>
                        <a:pt x="714" y="244"/>
                      </a:lnTo>
                      <a:lnTo>
                        <a:pt x="718" y="250"/>
                      </a:lnTo>
                      <a:lnTo>
                        <a:pt x="718" y="250"/>
                      </a:lnTo>
                      <a:lnTo>
                        <a:pt x="722" y="252"/>
                      </a:lnTo>
                      <a:lnTo>
                        <a:pt x="722" y="252"/>
                      </a:lnTo>
                      <a:lnTo>
                        <a:pt x="728" y="262"/>
                      </a:lnTo>
                      <a:lnTo>
                        <a:pt x="728" y="262"/>
                      </a:lnTo>
                      <a:lnTo>
                        <a:pt x="732" y="262"/>
                      </a:lnTo>
                      <a:lnTo>
                        <a:pt x="732" y="262"/>
                      </a:lnTo>
                      <a:lnTo>
                        <a:pt x="734" y="264"/>
                      </a:lnTo>
                      <a:lnTo>
                        <a:pt x="736" y="264"/>
                      </a:lnTo>
                      <a:lnTo>
                        <a:pt x="736" y="264"/>
                      </a:lnTo>
                      <a:lnTo>
                        <a:pt x="736" y="264"/>
                      </a:lnTo>
                      <a:lnTo>
                        <a:pt x="736" y="260"/>
                      </a:lnTo>
                      <a:lnTo>
                        <a:pt x="736" y="260"/>
                      </a:lnTo>
                      <a:lnTo>
                        <a:pt x="746" y="256"/>
                      </a:lnTo>
                      <a:lnTo>
                        <a:pt x="746" y="256"/>
                      </a:lnTo>
                      <a:lnTo>
                        <a:pt x="744" y="254"/>
                      </a:lnTo>
                      <a:lnTo>
                        <a:pt x="744" y="254"/>
                      </a:lnTo>
                      <a:lnTo>
                        <a:pt x="744" y="250"/>
                      </a:lnTo>
                      <a:lnTo>
                        <a:pt x="746" y="248"/>
                      </a:lnTo>
                      <a:lnTo>
                        <a:pt x="750" y="242"/>
                      </a:lnTo>
                      <a:lnTo>
                        <a:pt x="750" y="242"/>
                      </a:lnTo>
                      <a:lnTo>
                        <a:pt x="750" y="238"/>
                      </a:lnTo>
                      <a:lnTo>
                        <a:pt x="750" y="238"/>
                      </a:lnTo>
                      <a:lnTo>
                        <a:pt x="754" y="238"/>
                      </a:lnTo>
                      <a:lnTo>
                        <a:pt x="754" y="238"/>
                      </a:lnTo>
                      <a:lnTo>
                        <a:pt x="754" y="236"/>
                      </a:lnTo>
                      <a:lnTo>
                        <a:pt x="752" y="234"/>
                      </a:lnTo>
                      <a:lnTo>
                        <a:pt x="752" y="234"/>
                      </a:lnTo>
                      <a:lnTo>
                        <a:pt x="754" y="232"/>
                      </a:lnTo>
                      <a:lnTo>
                        <a:pt x="754" y="232"/>
                      </a:lnTo>
                      <a:lnTo>
                        <a:pt x="756" y="222"/>
                      </a:lnTo>
                      <a:lnTo>
                        <a:pt x="756" y="222"/>
                      </a:lnTo>
                      <a:lnTo>
                        <a:pt x="764" y="222"/>
                      </a:lnTo>
                      <a:lnTo>
                        <a:pt x="764" y="222"/>
                      </a:lnTo>
                      <a:lnTo>
                        <a:pt x="764" y="220"/>
                      </a:lnTo>
                      <a:lnTo>
                        <a:pt x="764" y="220"/>
                      </a:lnTo>
                      <a:lnTo>
                        <a:pt x="764" y="220"/>
                      </a:lnTo>
                      <a:lnTo>
                        <a:pt x="764" y="218"/>
                      </a:lnTo>
                      <a:lnTo>
                        <a:pt x="764" y="218"/>
                      </a:lnTo>
                      <a:lnTo>
                        <a:pt x="766" y="218"/>
                      </a:lnTo>
                      <a:lnTo>
                        <a:pt x="766" y="218"/>
                      </a:lnTo>
                      <a:lnTo>
                        <a:pt x="764" y="216"/>
                      </a:lnTo>
                      <a:lnTo>
                        <a:pt x="764" y="216"/>
                      </a:lnTo>
                      <a:lnTo>
                        <a:pt x="764" y="214"/>
                      </a:lnTo>
                      <a:lnTo>
                        <a:pt x="766" y="212"/>
                      </a:lnTo>
                      <a:lnTo>
                        <a:pt x="766" y="212"/>
                      </a:lnTo>
                      <a:lnTo>
                        <a:pt x="764" y="208"/>
                      </a:lnTo>
                      <a:lnTo>
                        <a:pt x="760" y="208"/>
                      </a:lnTo>
                      <a:lnTo>
                        <a:pt x="760" y="208"/>
                      </a:lnTo>
                      <a:lnTo>
                        <a:pt x="760" y="200"/>
                      </a:lnTo>
                      <a:lnTo>
                        <a:pt x="760" y="192"/>
                      </a:lnTo>
                      <a:lnTo>
                        <a:pt x="760" y="192"/>
                      </a:lnTo>
                      <a:lnTo>
                        <a:pt x="756" y="190"/>
                      </a:lnTo>
                      <a:lnTo>
                        <a:pt x="756" y="190"/>
                      </a:lnTo>
                      <a:lnTo>
                        <a:pt x="766" y="190"/>
                      </a:lnTo>
                      <a:lnTo>
                        <a:pt x="776" y="192"/>
                      </a:lnTo>
                      <a:lnTo>
                        <a:pt x="776" y="192"/>
                      </a:lnTo>
                      <a:lnTo>
                        <a:pt x="780" y="196"/>
                      </a:lnTo>
                      <a:lnTo>
                        <a:pt x="780" y="196"/>
                      </a:lnTo>
                      <a:lnTo>
                        <a:pt x="780" y="194"/>
                      </a:lnTo>
                      <a:lnTo>
                        <a:pt x="782" y="192"/>
                      </a:lnTo>
                      <a:lnTo>
                        <a:pt x="782" y="192"/>
                      </a:lnTo>
                      <a:lnTo>
                        <a:pt x="792" y="192"/>
                      </a:lnTo>
                      <a:lnTo>
                        <a:pt x="792" y="192"/>
                      </a:lnTo>
                      <a:lnTo>
                        <a:pt x="792" y="194"/>
                      </a:lnTo>
                      <a:lnTo>
                        <a:pt x="790" y="196"/>
                      </a:lnTo>
                      <a:lnTo>
                        <a:pt x="790" y="196"/>
                      </a:lnTo>
                      <a:lnTo>
                        <a:pt x="796" y="200"/>
                      </a:lnTo>
                      <a:lnTo>
                        <a:pt x="796" y="200"/>
                      </a:lnTo>
                      <a:lnTo>
                        <a:pt x="794" y="200"/>
                      </a:lnTo>
                      <a:lnTo>
                        <a:pt x="794" y="202"/>
                      </a:lnTo>
                      <a:lnTo>
                        <a:pt x="796" y="208"/>
                      </a:lnTo>
                      <a:lnTo>
                        <a:pt x="796" y="208"/>
                      </a:lnTo>
                      <a:lnTo>
                        <a:pt x="802" y="206"/>
                      </a:lnTo>
                      <a:lnTo>
                        <a:pt x="808" y="206"/>
                      </a:lnTo>
                      <a:lnTo>
                        <a:pt x="808" y="206"/>
                      </a:lnTo>
                      <a:lnTo>
                        <a:pt x="810" y="206"/>
                      </a:lnTo>
                      <a:lnTo>
                        <a:pt x="810" y="208"/>
                      </a:lnTo>
                      <a:lnTo>
                        <a:pt x="808" y="212"/>
                      </a:lnTo>
                      <a:lnTo>
                        <a:pt x="802" y="220"/>
                      </a:lnTo>
                      <a:lnTo>
                        <a:pt x="802" y="220"/>
                      </a:lnTo>
                      <a:lnTo>
                        <a:pt x="802" y="222"/>
                      </a:lnTo>
                      <a:lnTo>
                        <a:pt x="802" y="222"/>
                      </a:lnTo>
                      <a:lnTo>
                        <a:pt x="802" y="222"/>
                      </a:lnTo>
                      <a:lnTo>
                        <a:pt x="808" y="222"/>
                      </a:lnTo>
                      <a:lnTo>
                        <a:pt x="806" y="228"/>
                      </a:lnTo>
                      <a:lnTo>
                        <a:pt x="806" y="228"/>
                      </a:lnTo>
                      <a:lnTo>
                        <a:pt x="804" y="228"/>
                      </a:lnTo>
                      <a:lnTo>
                        <a:pt x="800" y="230"/>
                      </a:lnTo>
                      <a:lnTo>
                        <a:pt x="800" y="230"/>
                      </a:lnTo>
                      <a:lnTo>
                        <a:pt x="800" y="232"/>
                      </a:lnTo>
                      <a:lnTo>
                        <a:pt x="800" y="234"/>
                      </a:lnTo>
                      <a:lnTo>
                        <a:pt x="800" y="236"/>
                      </a:lnTo>
                      <a:lnTo>
                        <a:pt x="800" y="238"/>
                      </a:lnTo>
                      <a:lnTo>
                        <a:pt x="800" y="238"/>
                      </a:lnTo>
                      <a:lnTo>
                        <a:pt x="806" y="248"/>
                      </a:lnTo>
                      <a:lnTo>
                        <a:pt x="806" y="248"/>
                      </a:lnTo>
                      <a:lnTo>
                        <a:pt x="808" y="250"/>
                      </a:lnTo>
                      <a:lnTo>
                        <a:pt x="810" y="250"/>
                      </a:lnTo>
                      <a:lnTo>
                        <a:pt x="812" y="250"/>
                      </a:lnTo>
                      <a:lnTo>
                        <a:pt x="814" y="252"/>
                      </a:lnTo>
                      <a:lnTo>
                        <a:pt x="816" y="254"/>
                      </a:lnTo>
                      <a:lnTo>
                        <a:pt x="816" y="254"/>
                      </a:lnTo>
                      <a:lnTo>
                        <a:pt x="816" y="258"/>
                      </a:lnTo>
                      <a:lnTo>
                        <a:pt x="814" y="264"/>
                      </a:lnTo>
                      <a:lnTo>
                        <a:pt x="810" y="268"/>
                      </a:lnTo>
                      <a:lnTo>
                        <a:pt x="810" y="268"/>
                      </a:lnTo>
                      <a:lnTo>
                        <a:pt x="806" y="268"/>
                      </a:lnTo>
                      <a:lnTo>
                        <a:pt x="802" y="268"/>
                      </a:lnTo>
                      <a:lnTo>
                        <a:pt x="802" y="268"/>
                      </a:lnTo>
                      <a:lnTo>
                        <a:pt x="794" y="274"/>
                      </a:lnTo>
                      <a:lnTo>
                        <a:pt x="794" y="274"/>
                      </a:lnTo>
                      <a:lnTo>
                        <a:pt x="790" y="274"/>
                      </a:lnTo>
                      <a:lnTo>
                        <a:pt x="788" y="276"/>
                      </a:lnTo>
                      <a:lnTo>
                        <a:pt x="788" y="276"/>
                      </a:lnTo>
                      <a:lnTo>
                        <a:pt x="788" y="276"/>
                      </a:lnTo>
                      <a:lnTo>
                        <a:pt x="784" y="282"/>
                      </a:lnTo>
                      <a:lnTo>
                        <a:pt x="780" y="286"/>
                      </a:lnTo>
                      <a:lnTo>
                        <a:pt x="778" y="286"/>
                      </a:lnTo>
                      <a:lnTo>
                        <a:pt x="778" y="286"/>
                      </a:lnTo>
                      <a:lnTo>
                        <a:pt x="776" y="282"/>
                      </a:lnTo>
                      <a:lnTo>
                        <a:pt x="776" y="282"/>
                      </a:lnTo>
                      <a:lnTo>
                        <a:pt x="774" y="282"/>
                      </a:lnTo>
                      <a:lnTo>
                        <a:pt x="770" y="280"/>
                      </a:lnTo>
                      <a:lnTo>
                        <a:pt x="770" y="280"/>
                      </a:lnTo>
                      <a:lnTo>
                        <a:pt x="770" y="278"/>
                      </a:lnTo>
                      <a:lnTo>
                        <a:pt x="768" y="274"/>
                      </a:lnTo>
                      <a:lnTo>
                        <a:pt x="768" y="274"/>
                      </a:lnTo>
                      <a:lnTo>
                        <a:pt x="768" y="274"/>
                      </a:lnTo>
                      <a:lnTo>
                        <a:pt x="766" y="276"/>
                      </a:lnTo>
                      <a:lnTo>
                        <a:pt x="766" y="276"/>
                      </a:lnTo>
                      <a:lnTo>
                        <a:pt x="764" y="272"/>
                      </a:lnTo>
                      <a:lnTo>
                        <a:pt x="764" y="272"/>
                      </a:lnTo>
                      <a:lnTo>
                        <a:pt x="762" y="272"/>
                      </a:lnTo>
                      <a:lnTo>
                        <a:pt x="762" y="272"/>
                      </a:lnTo>
                      <a:lnTo>
                        <a:pt x="762" y="274"/>
                      </a:lnTo>
                      <a:lnTo>
                        <a:pt x="762" y="274"/>
                      </a:lnTo>
                      <a:lnTo>
                        <a:pt x="758" y="276"/>
                      </a:lnTo>
                      <a:lnTo>
                        <a:pt x="758" y="276"/>
                      </a:lnTo>
                      <a:lnTo>
                        <a:pt x="760" y="276"/>
                      </a:lnTo>
                      <a:lnTo>
                        <a:pt x="762" y="276"/>
                      </a:lnTo>
                      <a:lnTo>
                        <a:pt x="762" y="276"/>
                      </a:lnTo>
                      <a:lnTo>
                        <a:pt x="764" y="278"/>
                      </a:lnTo>
                      <a:lnTo>
                        <a:pt x="764" y="280"/>
                      </a:lnTo>
                      <a:lnTo>
                        <a:pt x="764" y="280"/>
                      </a:lnTo>
                      <a:lnTo>
                        <a:pt x="766" y="282"/>
                      </a:lnTo>
                      <a:lnTo>
                        <a:pt x="766" y="282"/>
                      </a:lnTo>
                      <a:lnTo>
                        <a:pt x="768" y="282"/>
                      </a:lnTo>
                      <a:lnTo>
                        <a:pt x="770" y="284"/>
                      </a:lnTo>
                      <a:lnTo>
                        <a:pt x="770" y="286"/>
                      </a:lnTo>
                      <a:lnTo>
                        <a:pt x="770" y="286"/>
                      </a:lnTo>
                      <a:lnTo>
                        <a:pt x="772" y="286"/>
                      </a:lnTo>
                      <a:lnTo>
                        <a:pt x="772" y="286"/>
                      </a:lnTo>
                      <a:lnTo>
                        <a:pt x="774" y="288"/>
                      </a:lnTo>
                      <a:lnTo>
                        <a:pt x="774" y="288"/>
                      </a:lnTo>
                      <a:lnTo>
                        <a:pt x="766" y="290"/>
                      </a:lnTo>
                      <a:lnTo>
                        <a:pt x="766" y="292"/>
                      </a:lnTo>
                      <a:lnTo>
                        <a:pt x="766" y="292"/>
                      </a:lnTo>
                      <a:lnTo>
                        <a:pt x="760" y="290"/>
                      </a:lnTo>
                      <a:lnTo>
                        <a:pt x="760" y="290"/>
                      </a:lnTo>
                      <a:lnTo>
                        <a:pt x="750" y="282"/>
                      </a:lnTo>
                      <a:lnTo>
                        <a:pt x="750" y="282"/>
                      </a:lnTo>
                      <a:lnTo>
                        <a:pt x="738" y="284"/>
                      </a:lnTo>
                      <a:lnTo>
                        <a:pt x="738" y="284"/>
                      </a:lnTo>
                      <a:lnTo>
                        <a:pt x="744" y="290"/>
                      </a:lnTo>
                      <a:lnTo>
                        <a:pt x="744" y="290"/>
                      </a:lnTo>
                      <a:lnTo>
                        <a:pt x="744" y="294"/>
                      </a:lnTo>
                      <a:lnTo>
                        <a:pt x="742" y="296"/>
                      </a:lnTo>
                      <a:lnTo>
                        <a:pt x="738" y="302"/>
                      </a:lnTo>
                      <a:lnTo>
                        <a:pt x="738" y="302"/>
                      </a:lnTo>
                      <a:lnTo>
                        <a:pt x="738" y="304"/>
                      </a:lnTo>
                      <a:lnTo>
                        <a:pt x="738" y="306"/>
                      </a:lnTo>
                      <a:lnTo>
                        <a:pt x="738" y="306"/>
                      </a:lnTo>
                      <a:lnTo>
                        <a:pt x="734" y="308"/>
                      </a:lnTo>
                      <a:lnTo>
                        <a:pt x="734" y="308"/>
                      </a:lnTo>
                      <a:lnTo>
                        <a:pt x="724" y="298"/>
                      </a:lnTo>
                      <a:lnTo>
                        <a:pt x="724" y="298"/>
                      </a:lnTo>
                      <a:lnTo>
                        <a:pt x="722" y="298"/>
                      </a:lnTo>
                      <a:lnTo>
                        <a:pt x="720" y="300"/>
                      </a:lnTo>
                      <a:lnTo>
                        <a:pt x="720" y="300"/>
                      </a:lnTo>
                      <a:lnTo>
                        <a:pt x="714" y="296"/>
                      </a:lnTo>
                      <a:lnTo>
                        <a:pt x="714" y="296"/>
                      </a:lnTo>
                      <a:lnTo>
                        <a:pt x="712" y="296"/>
                      </a:lnTo>
                      <a:lnTo>
                        <a:pt x="710" y="298"/>
                      </a:lnTo>
                      <a:lnTo>
                        <a:pt x="710" y="298"/>
                      </a:lnTo>
                      <a:lnTo>
                        <a:pt x="706" y="298"/>
                      </a:lnTo>
                      <a:lnTo>
                        <a:pt x="704" y="296"/>
                      </a:lnTo>
                      <a:lnTo>
                        <a:pt x="700" y="294"/>
                      </a:lnTo>
                      <a:lnTo>
                        <a:pt x="700" y="294"/>
                      </a:lnTo>
                      <a:lnTo>
                        <a:pt x="698" y="300"/>
                      </a:lnTo>
                      <a:lnTo>
                        <a:pt x="698" y="300"/>
                      </a:lnTo>
                      <a:lnTo>
                        <a:pt x="700" y="300"/>
                      </a:lnTo>
                      <a:lnTo>
                        <a:pt x="700" y="302"/>
                      </a:lnTo>
                      <a:lnTo>
                        <a:pt x="700" y="302"/>
                      </a:lnTo>
                      <a:lnTo>
                        <a:pt x="694" y="304"/>
                      </a:lnTo>
                      <a:lnTo>
                        <a:pt x="694" y="304"/>
                      </a:lnTo>
                      <a:lnTo>
                        <a:pt x="688" y="304"/>
                      </a:lnTo>
                      <a:lnTo>
                        <a:pt x="688" y="304"/>
                      </a:lnTo>
                      <a:lnTo>
                        <a:pt x="686" y="306"/>
                      </a:lnTo>
                      <a:lnTo>
                        <a:pt x="686" y="306"/>
                      </a:lnTo>
                      <a:lnTo>
                        <a:pt x="700" y="306"/>
                      </a:lnTo>
                      <a:lnTo>
                        <a:pt x="716" y="306"/>
                      </a:lnTo>
                      <a:lnTo>
                        <a:pt x="716" y="306"/>
                      </a:lnTo>
                      <a:lnTo>
                        <a:pt x="724" y="308"/>
                      </a:lnTo>
                      <a:lnTo>
                        <a:pt x="732" y="310"/>
                      </a:lnTo>
                      <a:lnTo>
                        <a:pt x="732" y="310"/>
                      </a:lnTo>
                      <a:lnTo>
                        <a:pt x="730" y="312"/>
                      </a:lnTo>
                      <a:lnTo>
                        <a:pt x="728" y="316"/>
                      </a:lnTo>
                      <a:lnTo>
                        <a:pt x="728" y="324"/>
                      </a:lnTo>
                      <a:lnTo>
                        <a:pt x="728" y="324"/>
                      </a:lnTo>
                      <a:lnTo>
                        <a:pt x="722" y="328"/>
                      </a:lnTo>
                      <a:lnTo>
                        <a:pt x="722" y="328"/>
                      </a:lnTo>
                      <a:lnTo>
                        <a:pt x="718" y="330"/>
                      </a:lnTo>
                      <a:lnTo>
                        <a:pt x="716" y="330"/>
                      </a:lnTo>
                      <a:lnTo>
                        <a:pt x="714" y="334"/>
                      </a:lnTo>
                      <a:lnTo>
                        <a:pt x="714" y="334"/>
                      </a:lnTo>
                      <a:lnTo>
                        <a:pt x="714" y="332"/>
                      </a:lnTo>
                      <a:lnTo>
                        <a:pt x="712" y="332"/>
                      </a:lnTo>
                      <a:lnTo>
                        <a:pt x="712" y="330"/>
                      </a:lnTo>
                      <a:lnTo>
                        <a:pt x="712" y="330"/>
                      </a:lnTo>
                      <a:lnTo>
                        <a:pt x="700" y="326"/>
                      </a:lnTo>
                      <a:lnTo>
                        <a:pt x="700" y="326"/>
                      </a:lnTo>
                      <a:lnTo>
                        <a:pt x="698" y="328"/>
                      </a:lnTo>
                      <a:lnTo>
                        <a:pt x="698" y="330"/>
                      </a:lnTo>
                      <a:lnTo>
                        <a:pt x="698" y="330"/>
                      </a:lnTo>
                      <a:lnTo>
                        <a:pt x="692" y="330"/>
                      </a:lnTo>
                      <a:lnTo>
                        <a:pt x="692" y="330"/>
                      </a:lnTo>
                      <a:lnTo>
                        <a:pt x="690" y="336"/>
                      </a:lnTo>
                      <a:lnTo>
                        <a:pt x="690" y="338"/>
                      </a:lnTo>
                      <a:lnTo>
                        <a:pt x="692" y="340"/>
                      </a:lnTo>
                      <a:lnTo>
                        <a:pt x="692" y="340"/>
                      </a:lnTo>
                      <a:lnTo>
                        <a:pt x="692" y="342"/>
                      </a:lnTo>
                      <a:lnTo>
                        <a:pt x="692" y="344"/>
                      </a:lnTo>
                      <a:lnTo>
                        <a:pt x="690" y="344"/>
                      </a:lnTo>
                      <a:lnTo>
                        <a:pt x="688" y="346"/>
                      </a:lnTo>
                      <a:lnTo>
                        <a:pt x="688" y="346"/>
                      </a:lnTo>
                      <a:lnTo>
                        <a:pt x="682" y="346"/>
                      </a:lnTo>
                      <a:lnTo>
                        <a:pt x="682" y="346"/>
                      </a:lnTo>
                      <a:lnTo>
                        <a:pt x="682" y="352"/>
                      </a:lnTo>
                      <a:lnTo>
                        <a:pt x="682" y="352"/>
                      </a:lnTo>
                      <a:lnTo>
                        <a:pt x="686" y="352"/>
                      </a:lnTo>
                      <a:lnTo>
                        <a:pt x="686" y="352"/>
                      </a:lnTo>
                      <a:lnTo>
                        <a:pt x="686" y="358"/>
                      </a:lnTo>
                      <a:lnTo>
                        <a:pt x="686" y="358"/>
                      </a:lnTo>
                      <a:lnTo>
                        <a:pt x="686" y="360"/>
                      </a:lnTo>
                      <a:lnTo>
                        <a:pt x="686" y="360"/>
                      </a:lnTo>
                      <a:lnTo>
                        <a:pt x="684" y="362"/>
                      </a:lnTo>
                      <a:lnTo>
                        <a:pt x="684" y="362"/>
                      </a:lnTo>
                      <a:lnTo>
                        <a:pt x="676" y="364"/>
                      </a:lnTo>
                      <a:lnTo>
                        <a:pt x="666" y="362"/>
                      </a:lnTo>
                      <a:lnTo>
                        <a:pt x="666" y="366"/>
                      </a:lnTo>
                      <a:lnTo>
                        <a:pt x="666" y="366"/>
                      </a:lnTo>
                      <a:lnTo>
                        <a:pt x="670" y="366"/>
                      </a:lnTo>
                      <a:lnTo>
                        <a:pt x="670" y="366"/>
                      </a:lnTo>
                      <a:lnTo>
                        <a:pt x="668" y="370"/>
                      </a:lnTo>
                      <a:lnTo>
                        <a:pt x="668" y="370"/>
                      </a:lnTo>
                      <a:lnTo>
                        <a:pt x="662" y="370"/>
                      </a:lnTo>
                      <a:lnTo>
                        <a:pt x="662" y="370"/>
                      </a:lnTo>
                      <a:lnTo>
                        <a:pt x="664" y="372"/>
                      </a:lnTo>
                      <a:lnTo>
                        <a:pt x="664" y="372"/>
                      </a:lnTo>
                      <a:lnTo>
                        <a:pt x="666" y="372"/>
                      </a:lnTo>
                      <a:lnTo>
                        <a:pt x="666" y="374"/>
                      </a:lnTo>
                      <a:lnTo>
                        <a:pt x="666" y="374"/>
                      </a:lnTo>
                      <a:lnTo>
                        <a:pt x="660" y="374"/>
                      </a:lnTo>
                      <a:lnTo>
                        <a:pt x="660" y="374"/>
                      </a:lnTo>
                      <a:lnTo>
                        <a:pt x="662" y="372"/>
                      </a:lnTo>
                      <a:lnTo>
                        <a:pt x="660" y="372"/>
                      </a:lnTo>
                      <a:lnTo>
                        <a:pt x="658" y="372"/>
                      </a:lnTo>
                      <a:lnTo>
                        <a:pt x="658" y="372"/>
                      </a:lnTo>
                      <a:lnTo>
                        <a:pt x="658" y="376"/>
                      </a:lnTo>
                      <a:lnTo>
                        <a:pt x="658" y="376"/>
                      </a:lnTo>
                      <a:lnTo>
                        <a:pt x="654" y="376"/>
                      </a:lnTo>
                      <a:lnTo>
                        <a:pt x="654" y="376"/>
                      </a:lnTo>
                      <a:lnTo>
                        <a:pt x="654" y="386"/>
                      </a:lnTo>
                      <a:lnTo>
                        <a:pt x="654" y="386"/>
                      </a:lnTo>
                      <a:lnTo>
                        <a:pt x="646" y="386"/>
                      </a:lnTo>
                      <a:lnTo>
                        <a:pt x="646" y="386"/>
                      </a:lnTo>
                      <a:lnTo>
                        <a:pt x="646" y="390"/>
                      </a:lnTo>
                      <a:lnTo>
                        <a:pt x="646" y="390"/>
                      </a:lnTo>
                      <a:lnTo>
                        <a:pt x="642" y="394"/>
                      </a:lnTo>
                      <a:lnTo>
                        <a:pt x="636" y="398"/>
                      </a:lnTo>
                      <a:lnTo>
                        <a:pt x="636" y="398"/>
                      </a:lnTo>
                      <a:lnTo>
                        <a:pt x="638" y="402"/>
                      </a:lnTo>
                      <a:lnTo>
                        <a:pt x="640" y="406"/>
                      </a:lnTo>
                      <a:lnTo>
                        <a:pt x="640" y="406"/>
                      </a:lnTo>
                      <a:lnTo>
                        <a:pt x="630" y="406"/>
                      </a:lnTo>
                      <a:lnTo>
                        <a:pt x="630" y="406"/>
                      </a:lnTo>
                      <a:lnTo>
                        <a:pt x="628" y="408"/>
                      </a:lnTo>
                      <a:lnTo>
                        <a:pt x="628" y="408"/>
                      </a:lnTo>
                      <a:lnTo>
                        <a:pt x="632" y="410"/>
                      </a:lnTo>
                      <a:lnTo>
                        <a:pt x="632" y="410"/>
                      </a:lnTo>
                      <a:lnTo>
                        <a:pt x="632" y="414"/>
                      </a:lnTo>
                      <a:lnTo>
                        <a:pt x="632" y="414"/>
                      </a:lnTo>
                      <a:lnTo>
                        <a:pt x="626" y="420"/>
                      </a:lnTo>
                      <a:lnTo>
                        <a:pt x="626" y="420"/>
                      </a:lnTo>
                      <a:lnTo>
                        <a:pt x="626" y="424"/>
                      </a:lnTo>
                      <a:lnTo>
                        <a:pt x="626" y="428"/>
                      </a:lnTo>
                      <a:lnTo>
                        <a:pt x="626" y="428"/>
                      </a:lnTo>
                      <a:lnTo>
                        <a:pt x="622" y="430"/>
                      </a:lnTo>
                      <a:lnTo>
                        <a:pt x="622" y="430"/>
                      </a:lnTo>
                      <a:lnTo>
                        <a:pt x="626" y="436"/>
                      </a:lnTo>
                      <a:lnTo>
                        <a:pt x="626" y="436"/>
                      </a:lnTo>
                      <a:lnTo>
                        <a:pt x="628" y="440"/>
                      </a:lnTo>
                      <a:lnTo>
                        <a:pt x="628" y="446"/>
                      </a:lnTo>
                      <a:lnTo>
                        <a:pt x="628" y="446"/>
                      </a:lnTo>
                      <a:lnTo>
                        <a:pt x="630" y="448"/>
                      </a:lnTo>
                      <a:lnTo>
                        <a:pt x="636" y="448"/>
                      </a:lnTo>
                      <a:lnTo>
                        <a:pt x="648" y="448"/>
                      </a:lnTo>
                      <a:lnTo>
                        <a:pt x="648" y="448"/>
                      </a:lnTo>
                      <a:lnTo>
                        <a:pt x="654" y="456"/>
                      </a:lnTo>
                      <a:lnTo>
                        <a:pt x="654" y="456"/>
                      </a:lnTo>
                      <a:lnTo>
                        <a:pt x="654" y="460"/>
                      </a:lnTo>
                      <a:lnTo>
                        <a:pt x="654" y="460"/>
                      </a:lnTo>
                      <a:lnTo>
                        <a:pt x="656" y="462"/>
                      </a:lnTo>
                      <a:lnTo>
                        <a:pt x="656" y="462"/>
                      </a:lnTo>
                      <a:lnTo>
                        <a:pt x="656" y="468"/>
                      </a:lnTo>
                      <a:lnTo>
                        <a:pt x="656" y="468"/>
                      </a:lnTo>
                      <a:lnTo>
                        <a:pt x="660" y="474"/>
                      </a:lnTo>
                      <a:lnTo>
                        <a:pt x="660" y="474"/>
                      </a:lnTo>
                      <a:lnTo>
                        <a:pt x="662" y="480"/>
                      </a:lnTo>
                      <a:lnTo>
                        <a:pt x="662" y="486"/>
                      </a:lnTo>
                      <a:lnTo>
                        <a:pt x="662" y="486"/>
                      </a:lnTo>
                      <a:lnTo>
                        <a:pt x="672" y="482"/>
                      </a:lnTo>
                      <a:lnTo>
                        <a:pt x="678" y="480"/>
                      </a:lnTo>
                      <a:lnTo>
                        <a:pt x="682" y="480"/>
                      </a:lnTo>
                      <a:lnTo>
                        <a:pt x="682" y="480"/>
                      </a:lnTo>
                      <a:lnTo>
                        <a:pt x="690" y="486"/>
                      </a:lnTo>
                      <a:lnTo>
                        <a:pt x="690" y="486"/>
                      </a:lnTo>
                      <a:lnTo>
                        <a:pt x="694" y="486"/>
                      </a:lnTo>
                      <a:lnTo>
                        <a:pt x="694" y="486"/>
                      </a:lnTo>
                      <a:lnTo>
                        <a:pt x="698" y="490"/>
                      </a:lnTo>
                      <a:lnTo>
                        <a:pt x="702" y="492"/>
                      </a:lnTo>
                      <a:lnTo>
                        <a:pt x="702" y="492"/>
                      </a:lnTo>
                      <a:lnTo>
                        <a:pt x="708" y="492"/>
                      </a:lnTo>
                      <a:lnTo>
                        <a:pt x="708" y="492"/>
                      </a:lnTo>
                      <a:lnTo>
                        <a:pt x="710" y="494"/>
                      </a:lnTo>
                      <a:lnTo>
                        <a:pt x="712" y="496"/>
                      </a:lnTo>
                      <a:lnTo>
                        <a:pt x="712" y="496"/>
                      </a:lnTo>
                      <a:lnTo>
                        <a:pt x="716" y="498"/>
                      </a:lnTo>
                      <a:lnTo>
                        <a:pt x="720" y="498"/>
                      </a:lnTo>
                      <a:lnTo>
                        <a:pt x="720" y="498"/>
                      </a:lnTo>
                      <a:lnTo>
                        <a:pt x="720" y="500"/>
                      </a:lnTo>
                      <a:lnTo>
                        <a:pt x="720" y="500"/>
                      </a:lnTo>
                      <a:lnTo>
                        <a:pt x="722" y="504"/>
                      </a:lnTo>
                      <a:lnTo>
                        <a:pt x="724" y="506"/>
                      </a:lnTo>
                      <a:lnTo>
                        <a:pt x="724" y="506"/>
                      </a:lnTo>
                      <a:lnTo>
                        <a:pt x="724" y="512"/>
                      </a:lnTo>
                      <a:lnTo>
                        <a:pt x="724" y="512"/>
                      </a:lnTo>
                      <a:lnTo>
                        <a:pt x="728" y="512"/>
                      </a:lnTo>
                      <a:lnTo>
                        <a:pt x="732" y="512"/>
                      </a:lnTo>
                      <a:lnTo>
                        <a:pt x="732" y="512"/>
                      </a:lnTo>
                      <a:lnTo>
                        <a:pt x="734" y="516"/>
                      </a:lnTo>
                      <a:lnTo>
                        <a:pt x="738" y="518"/>
                      </a:lnTo>
                      <a:lnTo>
                        <a:pt x="738" y="518"/>
                      </a:lnTo>
                      <a:lnTo>
                        <a:pt x="742" y="518"/>
                      </a:lnTo>
                      <a:lnTo>
                        <a:pt x="748" y="518"/>
                      </a:lnTo>
                      <a:lnTo>
                        <a:pt x="748" y="518"/>
                      </a:lnTo>
                      <a:lnTo>
                        <a:pt x="750" y="522"/>
                      </a:lnTo>
                      <a:lnTo>
                        <a:pt x="750" y="522"/>
                      </a:lnTo>
                      <a:lnTo>
                        <a:pt x="752" y="524"/>
                      </a:lnTo>
                      <a:lnTo>
                        <a:pt x="756" y="524"/>
                      </a:lnTo>
                      <a:lnTo>
                        <a:pt x="756" y="526"/>
                      </a:lnTo>
                      <a:lnTo>
                        <a:pt x="756" y="526"/>
                      </a:lnTo>
                      <a:lnTo>
                        <a:pt x="762" y="528"/>
                      </a:lnTo>
                      <a:lnTo>
                        <a:pt x="762" y="528"/>
                      </a:lnTo>
                      <a:lnTo>
                        <a:pt x="766" y="530"/>
                      </a:lnTo>
                      <a:lnTo>
                        <a:pt x="770" y="528"/>
                      </a:lnTo>
                      <a:lnTo>
                        <a:pt x="778" y="528"/>
                      </a:lnTo>
                      <a:lnTo>
                        <a:pt x="778" y="528"/>
                      </a:lnTo>
                      <a:lnTo>
                        <a:pt x="782" y="530"/>
                      </a:lnTo>
                      <a:lnTo>
                        <a:pt x="782" y="530"/>
                      </a:lnTo>
                      <a:lnTo>
                        <a:pt x="784" y="530"/>
                      </a:lnTo>
                      <a:lnTo>
                        <a:pt x="788" y="530"/>
                      </a:lnTo>
                      <a:lnTo>
                        <a:pt x="788" y="530"/>
                      </a:lnTo>
                      <a:lnTo>
                        <a:pt x="798" y="534"/>
                      </a:lnTo>
                      <a:lnTo>
                        <a:pt x="798" y="534"/>
                      </a:lnTo>
                      <a:lnTo>
                        <a:pt x="798" y="544"/>
                      </a:lnTo>
                      <a:lnTo>
                        <a:pt x="798" y="544"/>
                      </a:lnTo>
                      <a:lnTo>
                        <a:pt x="796" y="548"/>
                      </a:lnTo>
                      <a:lnTo>
                        <a:pt x="794" y="552"/>
                      </a:lnTo>
                      <a:lnTo>
                        <a:pt x="794" y="552"/>
                      </a:lnTo>
                      <a:lnTo>
                        <a:pt x="798" y="556"/>
                      </a:lnTo>
                      <a:lnTo>
                        <a:pt x="798" y="556"/>
                      </a:lnTo>
                      <a:lnTo>
                        <a:pt x="798" y="568"/>
                      </a:lnTo>
                      <a:lnTo>
                        <a:pt x="796" y="580"/>
                      </a:lnTo>
                      <a:lnTo>
                        <a:pt x="796" y="580"/>
                      </a:lnTo>
                      <a:lnTo>
                        <a:pt x="800" y="580"/>
                      </a:lnTo>
                      <a:lnTo>
                        <a:pt x="800" y="580"/>
                      </a:lnTo>
                      <a:lnTo>
                        <a:pt x="804" y="584"/>
                      </a:lnTo>
                      <a:lnTo>
                        <a:pt x="806" y="590"/>
                      </a:lnTo>
                      <a:lnTo>
                        <a:pt x="806" y="590"/>
                      </a:lnTo>
                      <a:lnTo>
                        <a:pt x="804" y="592"/>
                      </a:lnTo>
                      <a:lnTo>
                        <a:pt x="804" y="594"/>
                      </a:lnTo>
                      <a:lnTo>
                        <a:pt x="804" y="594"/>
                      </a:lnTo>
                      <a:lnTo>
                        <a:pt x="814" y="600"/>
                      </a:lnTo>
                      <a:lnTo>
                        <a:pt x="814" y="600"/>
                      </a:lnTo>
                      <a:lnTo>
                        <a:pt x="816" y="604"/>
                      </a:lnTo>
                      <a:lnTo>
                        <a:pt x="818" y="608"/>
                      </a:lnTo>
                      <a:lnTo>
                        <a:pt x="818" y="608"/>
                      </a:lnTo>
                      <a:lnTo>
                        <a:pt x="818" y="608"/>
                      </a:lnTo>
                      <a:lnTo>
                        <a:pt x="818" y="610"/>
                      </a:lnTo>
                      <a:lnTo>
                        <a:pt x="818" y="610"/>
                      </a:lnTo>
                      <a:lnTo>
                        <a:pt x="830" y="610"/>
                      </a:lnTo>
                      <a:lnTo>
                        <a:pt x="830" y="610"/>
                      </a:lnTo>
                      <a:lnTo>
                        <a:pt x="830" y="608"/>
                      </a:lnTo>
                      <a:lnTo>
                        <a:pt x="832" y="608"/>
                      </a:lnTo>
                      <a:lnTo>
                        <a:pt x="832" y="608"/>
                      </a:lnTo>
                      <a:lnTo>
                        <a:pt x="834" y="604"/>
                      </a:lnTo>
                      <a:lnTo>
                        <a:pt x="834" y="604"/>
                      </a:lnTo>
                      <a:lnTo>
                        <a:pt x="836" y="604"/>
                      </a:lnTo>
                      <a:lnTo>
                        <a:pt x="840" y="604"/>
                      </a:lnTo>
                      <a:lnTo>
                        <a:pt x="840" y="602"/>
                      </a:lnTo>
                      <a:lnTo>
                        <a:pt x="840" y="602"/>
                      </a:lnTo>
                      <a:lnTo>
                        <a:pt x="838" y="598"/>
                      </a:lnTo>
                      <a:lnTo>
                        <a:pt x="844" y="588"/>
                      </a:lnTo>
                      <a:lnTo>
                        <a:pt x="844" y="588"/>
                      </a:lnTo>
                      <a:lnTo>
                        <a:pt x="846" y="588"/>
                      </a:lnTo>
                      <a:lnTo>
                        <a:pt x="844" y="588"/>
                      </a:lnTo>
                      <a:lnTo>
                        <a:pt x="842" y="588"/>
                      </a:lnTo>
                      <a:lnTo>
                        <a:pt x="842" y="588"/>
                      </a:lnTo>
                      <a:lnTo>
                        <a:pt x="842" y="586"/>
                      </a:lnTo>
                      <a:lnTo>
                        <a:pt x="842" y="584"/>
                      </a:lnTo>
                      <a:lnTo>
                        <a:pt x="842" y="582"/>
                      </a:lnTo>
                      <a:lnTo>
                        <a:pt x="842" y="580"/>
                      </a:lnTo>
                      <a:lnTo>
                        <a:pt x="842" y="580"/>
                      </a:lnTo>
                      <a:lnTo>
                        <a:pt x="840" y="580"/>
                      </a:lnTo>
                      <a:lnTo>
                        <a:pt x="840" y="580"/>
                      </a:lnTo>
                      <a:lnTo>
                        <a:pt x="840" y="568"/>
                      </a:lnTo>
                      <a:lnTo>
                        <a:pt x="840" y="564"/>
                      </a:lnTo>
                      <a:lnTo>
                        <a:pt x="840" y="558"/>
                      </a:lnTo>
                      <a:lnTo>
                        <a:pt x="834" y="554"/>
                      </a:lnTo>
                      <a:lnTo>
                        <a:pt x="834" y="554"/>
                      </a:lnTo>
                      <a:lnTo>
                        <a:pt x="834" y="548"/>
                      </a:lnTo>
                      <a:lnTo>
                        <a:pt x="834" y="542"/>
                      </a:lnTo>
                      <a:lnTo>
                        <a:pt x="834" y="540"/>
                      </a:lnTo>
                      <a:lnTo>
                        <a:pt x="834" y="540"/>
                      </a:lnTo>
                      <a:lnTo>
                        <a:pt x="838" y="538"/>
                      </a:lnTo>
                      <a:lnTo>
                        <a:pt x="842" y="538"/>
                      </a:lnTo>
                      <a:lnTo>
                        <a:pt x="842" y="538"/>
                      </a:lnTo>
                      <a:lnTo>
                        <a:pt x="846" y="534"/>
                      </a:lnTo>
                      <a:lnTo>
                        <a:pt x="846" y="534"/>
                      </a:lnTo>
                      <a:lnTo>
                        <a:pt x="848" y="534"/>
                      </a:lnTo>
                      <a:lnTo>
                        <a:pt x="850" y="532"/>
                      </a:lnTo>
                      <a:lnTo>
                        <a:pt x="850" y="532"/>
                      </a:lnTo>
                      <a:lnTo>
                        <a:pt x="852" y="530"/>
                      </a:lnTo>
                      <a:lnTo>
                        <a:pt x="852" y="530"/>
                      </a:lnTo>
                      <a:lnTo>
                        <a:pt x="854" y="528"/>
                      </a:lnTo>
                      <a:lnTo>
                        <a:pt x="858" y="524"/>
                      </a:lnTo>
                      <a:lnTo>
                        <a:pt x="858" y="524"/>
                      </a:lnTo>
                      <a:lnTo>
                        <a:pt x="860" y="520"/>
                      </a:lnTo>
                      <a:lnTo>
                        <a:pt x="860" y="520"/>
                      </a:lnTo>
                      <a:lnTo>
                        <a:pt x="864" y="516"/>
                      </a:lnTo>
                      <a:lnTo>
                        <a:pt x="866" y="514"/>
                      </a:lnTo>
                      <a:lnTo>
                        <a:pt x="866" y="514"/>
                      </a:lnTo>
                      <a:lnTo>
                        <a:pt x="868" y="510"/>
                      </a:lnTo>
                      <a:lnTo>
                        <a:pt x="868" y="510"/>
                      </a:lnTo>
                      <a:lnTo>
                        <a:pt x="874" y="508"/>
                      </a:lnTo>
                      <a:lnTo>
                        <a:pt x="874" y="508"/>
                      </a:lnTo>
                      <a:lnTo>
                        <a:pt x="872" y="500"/>
                      </a:lnTo>
                      <a:lnTo>
                        <a:pt x="872" y="502"/>
                      </a:lnTo>
                      <a:lnTo>
                        <a:pt x="870" y="506"/>
                      </a:lnTo>
                      <a:lnTo>
                        <a:pt x="868" y="506"/>
                      </a:lnTo>
                      <a:lnTo>
                        <a:pt x="868" y="506"/>
                      </a:lnTo>
                      <a:lnTo>
                        <a:pt x="870" y="496"/>
                      </a:lnTo>
                      <a:lnTo>
                        <a:pt x="872" y="488"/>
                      </a:lnTo>
                      <a:lnTo>
                        <a:pt x="872" y="488"/>
                      </a:lnTo>
                      <a:lnTo>
                        <a:pt x="870" y="486"/>
                      </a:lnTo>
                      <a:lnTo>
                        <a:pt x="866" y="484"/>
                      </a:lnTo>
                      <a:lnTo>
                        <a:pt x="866" y="484"/>
                      </a:lnTo>
                      <a:lnTo>
                        <a:pt x="864" y="478"/>
                      </a:lnTo>
                      <a:lnTo>
                        <a:pt x="864" y="472"/>
                      </a:lnTo>
                      <a:lnTo>
                        <a:pt x="864" y="472"/>
                      </a:lnTo>
                      <a:lnTo>
                        <a:pt x="860" y="470"/>
                      </a:lnTo>
                      <a:lnTo>
                        <a:pt x="860" y="470"/>
                      </a:lnTo>
                      <a:lnTo>
                        <a:pt x="860" y="464"/>
                      </a:lnTo>
                      <a:lnTo>
                        <a:pt x="860" y="464"/>
                      </a:lnTo>
                      <a:lnTo>
                        <a:pt x="858" y="462"/>
                      </a:lnTo>
                      <a:lnTo>
                        <a:pt x="858" y="462"/>
                      </a:lnTo>
                      <a:lnTo>
                        <a:pt x="856" y="458"/>
                      </a:lnTo>
                      <a:lnTo>
                        <a:pt x="856" y="458"/>
                      </a:lnTo>
                      <a:lnTo>
                        <a:pt x="854" y="458"/>
                      </a:lnTo>
                      <a:lnTo>
                        <a:pt x="852" y="456"/>
                      </a:lnTo>
                      <a:lnTo>
                        <a:pt x="852" y="456"/>
                      </a:lnTo>
                      <a:lnTo>
                        <a:pt x="850" y="454"/>
                      </a:lnTo>
                      <a:lnTo>
                        <a:pt x="848" y="452"/>
                      </a:lnTo>
                      <a:lnTo>
                        <a:pt x="848" y="452"/>
                      </a:lnTo>
                      <a:lnTo>
                        <a:pt x="846" y="450"/>
                      </a:lnTo>
                      <a:lnTo>
                        <a:pt x="842" y="450"/>
                      </a:lnTo>
                      <a:lnTo>
                        <a:pt x="842" y="450"/>
                      </a:lnTo>
                      <a:lnTo>
                        <a:pt x="842" y="448"/>
                      </a:lnTo>
                      <a:lnTo>
                        <a:pt x="840" y="448"/>
                      </a:lnTo>
                      <a:lnTo>
                        <a:pt x="840" y="448"/>
                      </a:lnTo>
                      <a:lnTo>
                        <a:pt x="842" y="442"/>
                      </a:lnTo>
                      <a:lnTo>
                        <a:pt x="846" y="438"/>
                      </a:lnTo>
                      <a:lnTo>
                        <a:pt x="848" y="436"/>
                      </a:lnTo>
                      <a:lnTo>
                        <a:pt x="854" y="436"/>
                      </a:lnTo>
                      <a:lnTo>
                        <a:pt x="854" y="436"/>
                      </a:lnTo>
                      <a:lnTo>
                        <a:pt x="854" y="430"/>
                      </a:lnTo>
                      <a:lnTo>
                        <a:pt x="854" y="430"/>
                      </a:lnTo>
                      <a:lnTo>
                        <a:pt x="854" y="430"/>
                      </a:lnTo>
                      <a:lnTo>
                        <a:pt x="854" y="428"/>
                      </a:lnTo>
                      <a:lnTo>
                        <a:pt x="854" y="426"/>
                      </a:lnTo>
                      <a:lnTo>
                        <a:pt x="858" y="428"/>
                      </a:lnTo>
                      <a:lnTo>
                        <a:pt x="858" y="428"/>
                      </a:lnTo>
                      <a:lnTo>
                        <a:pt x="858" y="426"/>
                      </a:lnTo>
                      <a:lnTo>
                        <a:pt x="858" y="424"/>
                      </a:lnTo>
                      <a:lnTo>
                        <a:pt x="860" y="424"/>
                      </a:lnTo>
                      <a:lnTo>
                        <a:pt x="860" y="424"/>
                      </a:lnTo>
                      <a:lnTo>
                        <a:pt x="860" y="420"/>
                      </a:lnTo>
                      <a:lnTo>
                        <a:pt x="860" y="420"/>
                      </a:lnTo>
                      <a:lnTo>
                        <a:pt x="856" y="418"/>
                      </a:lnTo>
                      <a:lnTo>
                        <a:pt x="856" y="418"/>
                      </a:lnTo>
                      <a:lnTo>
                        <a:pt x="858" y="416"/>
                      </a:lnTo>
                      <a:lnTo>
                        <a:pt x="858" y="416"/>
                      </a:lnTo>
                      <a:lnTo>
                        <a:pt x="856" y="410"/>
                      </a:lnTo>
                      <a:lnTo>
                        <a:pt x="854" y="406"/>
                      </a:lnTo>
                      <a:lnTo>
                        <a:pt x="854" y="406"/>
                      </a:lnTo>
                      <a:lnTo>
                        <a:pt x="858" y="402"/>
                      </a:lnTo>
                      <a:lnTo>
                        <a:pt x="858" y="402"/>
                      </a:lnTo>
                      <a:lnTo>
                        <a:pt x="854" y="402"/>
                      </a:lnTo>
                      <a:lnTo>
                        <a:pt x="854" y="402"/>
                      </a:lnTo>
                      <a:lnTo>
                        <a:pt x="852" y="398"/>
                      </a:lnTo>
                      <a:lnTo>
                        <a:pt x="852" y="398"/>
                      </a:lnTo>
                      <a:lnTo>
                        <a:pt x="858" y="388"/>
                      </a:lnTo>
                      <a:lnTo>
                        <a:pt x="858" y="388"/>
                      </a:lnTo>
                      <a:lnTo>
                        <a:pt x="858" y="384"/>
                      </a:lnTo>
                      <a:lnTo>
                        <a:pt x="860" y="384"/>
                      </a:lnTo>
                      <a:lnTo>
                        <a:pt x="860" y="384"/>
                      </a:lnTo>
                      <a:lnTo>
                        <a:pt x="860" y="380"/>
                      </a:lnTo>
                      <a:lnTo>
                        <a:pt x="860" y="380"/>
                      </a:lnTo>
                      <a:lnTo>
                        <a:pt x="856" y="380"/>
                      </a:lnTo>
                      <a:lnTo>
                        <a:pt x="856" y="380"/>
                      </a:lnTo>
                      <a:lnTo>
                        <a:pt x="854" y="376"/>
                      </a:lnTo>
                      <a:lnTo>
                        <a:pt x="854" y="376"/>
                      </a:lnTo>
                      <a:lnTo>
                        <a:pt x="854" y="374"/>
                      </a:lnTo>
                      <a:lnTo>
                        <a:pt x="854" y="372"/>
                      </a:lnTo>
                      <a:lnTo>
                        <a:pt x="854" y="372"/>
                      </a:lnTo>
                      <a:lnTo>
                        <a:pt x="858" y="372"/>
                      </a:lnTo>
                      <a:lnTo>
                        <a:pt x="858" y="372"/>
                      </a:lnTo>
                      <a:lnTo>
                        <a:pt x="862" y="370"/>
                      </a:lnTo>
                      <a:lnTo>
                        <a:pt x="866" y="370"/>
                      </a:lnTo>
                      <a:lnTo>
                        <a:pt x="870" y="372"/>
                      </a:lnTo>
                      <a:lnTo>
                        <a:pt x="870" y="372"/>
                      </a:lnTo>
                      <a:lnTo>
                        <a:pt x="874" y="370"/>
                      </a:lnTo>
                      <a:lnTo>
                        <a:pt x="874" y="370"/>
                      </a:lnTo>
                      <a:lnTo>
                        <a:pt x="878" y="374"/>
                      </a:lnTo>
                      <a:lnTo>
                        <a:pt x="878" y="374"/>
                      </a:lnTo>
                      <a:lnTo>
                        <a:pt x="884" y="372"/>
                      </a:lnTo>
                      <a:lnTo>
                        <a:pt x="890" y="372"/>
                      </a:lnTo>
                      <a:lnTo>
                        <a:pt x="890" y="372"/>
                      </a:lnTo>
                      <a:lnTo>
                        <a:pt x="894" y="374"/>
                      </a:lnTo>
                      <a:lnTo>
                        <a:pt x="900" y="374"/>
                      </a:lnTo>
                      <a:lnTo>
                        <a:pt x="900" y="374"/>
                      </a:lnTo>
                      <a:lnTo>
                        <a:pt x="906" y="370"/>
                      </a:lnTo>
                      <a:lnTo>
                        <a:pt x="914" y="364"/>
                      </a:lnTo>
                      <a:lnTo>
                        <a:pt x="914" y="368"/>
                      </a:lnTo>
                      <a:lnTo>
                        <a:pt x="914" y="368"/>
                      </a:lnTo>
                      <a:lnTo>
                        <a:pt x="918" y="368"/>
                      </a:lnTo>
                      <a:lnTo>
                        <a:pt x="922" y="370"/>
                      </a:lnTo>
                      <a:lnTo>
                        <a:pt x="922" y="370"/>
                      </a:lnTo>
                      <a:lnTo>
                        <a:pt x="926" y="374"/>
                      </a:lnTo>
                      <a:lnTo>
                        <a:pt x="926" y="374"/>
                      </a:lnTo>
                      <a:lnTo>
                        <a:pt x="928" y="374"/>
                      </a:lnTo>
                      <a:lnTo>
                        <a:pt x="928" y="374"/>
                      </a:lnTo>
                      <a:lnTo>
                        <a:pt x="928" y="374"/>
                      </a:lnTo>
                      <a:lnTo>
                        <a:pt x="928" y="378"/>
                      </a:lnTo>
                      <a:lnTo>
                        <a:pt x="928" y="378"/>
                      </a:lnTo>
                      <a:lnTo>
                        <a:pt x="932" y="380"/>
                      </a:lnTo>
                      <a:lnTo>
                        <a:pt x="934" y="380"/>
                      </a:lnTo>
                      <a:lnTo>
                        <a:pt x="934" y="380"/>
                      </a:lnTo>
                      <a:lnTo>
                        <a:pt x="936" y="386"/>
                      </a:lnTo>
                      <a:lnTo>
                        <a:pt x="936" y="386"/>
                      </a:lnTo>
                      <a:lnTo>
                        <a:pt x="938" y="386"/>
                      </a:lnTo>
                      <a:lnTo>
                        <a:pt x="938" y="386"/>
                      </a:lnTo>
                      <a:lnTo>
                        <a:pt x="940" y="392"/>
                      </a:lnTo>
                      <a:lnTo>
                        <a:pt x="940" y="392"/>
                      </a:lnTo>
                      <a:lnTo>
                        <a:pt x="960" y="392"/>
                      </a:lnTo>
                      <a:lnTo>
                        <a:pt x="960" y="394"/>
                      </a:lnTo>
                      <a:lnTo>
                        <a:pt x="960" y="394"/>
                      </a:lnTo>
                      <a:lnTo>
                        <a:pt x="956" y="398"/>
                      </a:lnTo>
                      <a:lnTo>
                        <a:pt x="956" y="398"/>
                      </a:lnTo>
                      <a:lnTo>
                        <a:pt x="964" y="400"/>
                      </a:lnTo>
                      <a:lnTo>
                        <a:pt x="964" y="400"/>
                      </a:lnTo>
                      <a:lnTo>
                        <a:pt x="966" y="402"/>
                      </a:lnTo>
                      <a:lnTo>
                        <a:pt x="966" y="402"/>
                      </a:lnTo>
                      <a:lnTo>
                        <a:pt x="968" y="398"/>
                      </a:lnTo>
                      <a:lnTo>
                        <a:pt x="968" y="398"/>
                      </a:lnTo>
                      <a:lnTo>
                        <a:pt x="972" y="398"/>
                      </a:lnTo>
                      <a:lnTo>
                        <a:pt x="972" y="398"/>
                      </a:lnTo>
                      <a:lnTo>
                        <a:pt x="966" y="406"/>
                      </a:lnTo>
                      <a:lnTo>
                        <a:pt x="966" y="410"/>
                      </a:lnTo>
                      <a:lnTo>
                        <a:pt x="966" y="412"/>
                      </a:lnTo>
                      <a:lnTo>
                        <a:pt x="968" y="412"/>
                      </a:lnTo>
                      <a:lnTo>
                        <a:pt x="968" y="412"/>
                      </a:lnTo>
                      <a:lnTo>
                        <a:pt x="968" y="414"/>
                      </a:lnTo>
                      <a:lnTo>
                        <a:pt x="968" y="414"/>
                      </a:lnTo>
                      <a:lnTo>
                        <a:pt x="962" y="416"/>
                      </a:lnTo>
                      <a:lnTo>
                        <a:pt x="962" y="416"/>
                      </a:lnTo>
                      <a:lnTo>
                        <a:pt x="962" y="418"/>
                      </a:lnTo>
                      <a:lnTo>
                        <a:pt x="962" y="422"/>
                      </a:lnTo>
                      <a:lnTo>
                        <a:pt x="962" y="422"/>
                      </a:lnTo>
                      <a:lnTo>
                        <a:pt x="966" y="424"/>
                      </a:lnTo>
                      <a:lnTo>
                        <a:pt x="966" y="424"/>
                      </a:lnTo>
                      <a:lnTo>
                        <a:pt x="966" y="428"/>
                      </a:lnTo>
                      <a:lnTo>
                        <a:pt x="966" y="432"/>
                      </a:lnTo>
                      <a:lnTo>
                        <a:pt x="966" y="432"/>
                      </a:lnTo>
                      <a:lnTo>
                        <a:pt x="964" y="434"/>
                      </a:lnTo>
                      <a:lnTo>
                        <a:pt x="964" y="434"/>
                      </a:lnTo>
                      <a:lnTo>
                        <a:pt x="964" y="436"/>
                      </a:lnTo>
                      <a:lnTo>
                        <a:pt x="964" y="438"/>
                      </a:lnTo>
                      <a:lnTo>
                        <a:pt x="964" y="438"/>
                      </a:lnTo>
                      <a:lnTo>
                        <a:pt x="970" y="442"/>
                      </a:lnTo>
                      <a:lnTo>
                        <a:pt x="970" y="442"/>
                      </a:lnTo>
                      <a:lnTo>
                        <a:pt x="972" y="442"/>
                      </a:lnTo>
                      <a:lnTo>
                        <a:pt x="974" y="442"/>
                      </a:lnTo>
                      <a:lnTo>
                        <a:pt x="974" y="444"/>
                      </a:lnTo>
                      <a:lnTo>
                        <a:pt x="974" y="444"/>
                      </a:lnTo>
                      <a:lnTo>
                        <a:pt x="984" y="444"/>
                      </a:lnTo>
                      <a:lnTo>
                        <a:pt x="984" y="444"/>
                      </a:lnTo>
                      <a:lnTo>
                        <a:pt x="986" y="454"/>
                      </a:lnTo>
                      <a:lnTo>
                        <a:pt x="986" y="454"/>
                      </a:lnTo>
                      <a:lnTo>
                        <a:pt x="990" y="452"/>
                      </a:lnTo>
                      <a:lnTo>
                        <a:pt x="990" y="450"/>
                      </a:lnTo>
                      <a:lnTo>
                        <a:pt x="990" y="450"/>
                      </a:lnTo>
                      <a:lnTo>
                        <a:pt x="992" y="450"/>
                      </a:lnTo>
                      <a:lnTo>
                        <a:pt x="992" y="450"/>
                      </a:lnTo>
                      <a:lnTo>
                        <a:pt x="992" y="454"/>
                      </a:lnTo>
                      <a:lnTo>
                        <a:pt x="994" y="454"/>
                      </a:lnTo>
                      <a:lnTo>
                        <a:pt x="994" y="454"/>
                      </a:lnTo>
                      <a:lnTo>
                        <a:pt x="998" y="460"/>
                      </a:lnTo>
                      <a:lnTo>
                        <a:pt x="998" y="460"/>
                      </a:lnTo>
                      <a:lnTo>
                        <a:pt x="1000" y="458"/>
                      </a:lnTo>
                      <a:lnTo>
                        <a:pt x="1000" y="458"/>
                      </a:lnTo>
                      <a:lnTo>
                        <a:pt x="1004" y="458"/>
                      </a:lnTo>
                      <a:lnTo>
                        <a:pt x="1004" y="458"/>
                      </a:lnTo>
                      <a:lnTo>
                        <a:pt x="1006" y="456"/>
                      </a:lnTo>
                      <a:lnTo>
                        <a:pt x="1008" y="454"/>
                      </a:lnTo>
                      <a:lnTo>
                        <a:pt x="1010" y="448"/>
                      </a:lnTo>
                      <a:lnTo>
                        <a:pt x="1010" y="448"/>
                      </a:lnTo>
                      <a:lnTo>
                        <a:pt x="1012" y="448"/>
                      </a:lnTo>
                      <a:lnTo>
                        <a:pt x="1014" y="450"/>
                      </a:lnTo>
                      <a:lnTo>
                        <a:pt x="1014" y="450"/>
                      </a:lnTo>
                      <a:lnTo>
                        <a:pt x="1014" y="444"/>
                      </a:lnTo>
                      <a:lnTo>
                        <a:pt x="1014" y="444"/>
                      </a:lnTo>
                      <a:lnTo>
                        <a:pt x="1018" y="440"/>
                      </a:lnTo>
                      <a:lnTo>
                        <a:pt x="1022" y="436"/>
                      </a:lnTo>
                      <a:lnTo>
                        <a:pt x="1024" y="434"/>
                      </a:lnTo>
                      <a:lnTo>
                        <a:pt x="1024" y="434"/>
                      </a:lnTo>
                      <a:lnTo>
                        <a:pt x="1022" y="432"/>
                      </a:lnTo>
                      <a:lnTo>
                        <a:pt x="1022" y="430"/>
                      </a:lnTo>
                      <a:lnTo>
                        <a:pt x="1022" y="428"/>
                      </a:lnTo>
                      <a:lnTo>
                        <a:pt x="1022" y="428"/>
                      </a:lnTo>
                      <a:lnTo>
                        <a:pt x="1026" y="426"/>
                      </a:lnTo>
                      <a:lnTo>
                        <a:pt x="1026" y="426"/>
                      </a:lnTo>
                      <a:lnTo>
                        <a:pt x="1026" y="424"/>
                      </a:lnTo>
                      <a:lnTo>
                        <a:pt x="1026" y="420"/>
                      </a:lnTo>
                      <a:lnTo>
                        <a:pt x="1026" y="420"/>
                      </a:lnTo>
                      <a:lnTo>
                        <a:pt x="1026" y="420"/>
                      </a:lnTo>
                      <a:lnTo>
                        <a:pt x="1028" y="420"/>
                      </a:lnTo>
                      <a:lnTo>
                        <a:pt x="1028" y="420"/>
                      </a:lnTo>
                      <a:lnTo>
                        <a:pt x="1030" y="412"/>
                      </a:lnTo>
                      <a:lnTo>
                        <a:pt x="1030" y="412"/>
                      </a:lnTo>
                      <a:lnTo>
                        <a:pt x="1036" y="412"/>
                      </a:lnTo>
                      <a:lnTo>
                        <a:pt x="1036" y="412"/>
                      </a:lnTo>
                      <a:lnTo>
                        <a:pt x="1036" y="422"/>
                      </a:lnTo>
                      <a:lnTo>
                        <a:pt x="1036" y="422"/>
                      </a:lnTo>
                      <a:lnTo>
                        <a:pt x="1038" y="422"/>
                      </a:lnTo>
                      <a:lnTo>
                        <a:pt x="1038" y="422"/>
                      </a:lnTo>
                      <a:lnTo>
                        <a:pt x="1038" y="426"/>
                      </a:lnTo>
                      <a:lnTo>
                        <a:pt x="1036" y="428"/>
                      </a:lnTo>
                      <a:lnTo>
                        <a:pt x="1036" y="428"/>
                      </a:lnTo>
                      <a:lnTo>
                        <a:pt x="1038" y="434"/>
                      </a:lnTo>
                      <a:lnTo>
                        <a:pt x="1038" y="440"/>
                      </a:lnTo>
                      <a:lnTo>
                        <a:pt x="1040" y="440"/>
                      </a:lnTo>
                      <a:lnTo>
                        <a:pt x="1040" y="440"/>
                      </a:lnTo>
                      <a:lnTo>
                        <a:pt x="1040" y="444"/>
                      </a:lnTo>
                      <a:lnTo>
                        <a:pt x="1040" y="444"/>
                      </a:lnTo>
                      <a:lnTo>
                        <a:pt x="1044" y="442"/>
                      </a:lnTo>
                      <a:lnTo>
                        <a:pt x="1044" y="442"/>
                      </a:lnTo>
                      <a:lnTo>
                        <a:pt x="1046" y="442"/>
                      </a:lnTo>
                      <a:lnTo>
                        <a:pt x="1048" y="442"/>
                      </a:lnTo>
                      <a:lnTo>
                        <a:pt x="1048" y="442"/>
                      </a:lnTo>
                      <a:lnTo>
                        <a:pt x="1048" y="446"/>
                      </a:lnTo>
                      <a:lnTo>
                        <a:pt x="1048" y="446"/>
                      </a:lnTo>
                      <a:lnTo>
                        <a:pt x="1052" y="446"/>
                      </a:lnTo>
                      <a:lnTo>
                        <a:pt x="1052" y="448"/>
                      </a:lnTo>
                      <a:lnTo>
                        <a:pt x="1052" y="448"/>
                      </a:lnTo>
                      <a:lnTo>
                        <a:pt x="1050" y="448"/>
                      </a:lnTo>
                      <a:lnTo>
                        <a:pt x="1048" y="450"/>
                      </a:lnTo>
                      <a:lnTo>
                        <a:pt x="1048" y="450"/>
                      </a:lnTo>
                      <a:lnTo>
                        <a:pt x="1054" y="452"/>
                      </a:lnTo>
                      <a:lnTo>
                        <a:pt x="1054" y="454"/>
                      </a:lnTo>
                      <a:lnTo>
                        <a:pt x="1052" y="456"/>
                      </a:lnTo>
                      <a:lnTo>
                        <a:pt x="1052" y="456"/>
                      </a:lnTo>
                      <a:lnTo>
                        <a:pt x="1046" y="458"/>
                      </a:lnTo>
                      <a:lnTo>
                        <a:pt x="1046" y="458"/>
                      </a:lnTo>
                      <a:lnTo>
                        <a:pt x="1046" y="460"/>
                      </a:lnTo>
                      <a:lnTo>
                        <a:pt x="1046" y="460"/>
                      </a:lnTo>
                      <a:lnTo>
                        <a:pt x="1058" y="460"/>
                      </a:lnTo>
                      <a:lnTo>
                        <a:pt x="1058" y="460"/>
                      </a:lnTo>
                      <a:lnTo>
                        <a:pt x="1060" y="462"/>
                      </a:lnTo>
                      <a:lnTo>
                        <a:pt x="1060" y="462"/>
                      </a:lnTo>
                      <a:lnTo>
                        <a:pt x="1056" y="468"/>
                      </a:lnTo>
                      <a:lnTo>
                        <a:pt x="1056" y="468"/>
                      </a:lnTo>
                      <a:lnTo>
                        <a:pt x="1058" y="468"/>
                      </a:lnTo>
                      <a:lnTo>
                        <a:pt x="1058" y="468"/>
                      </a:lnTo>
                      <a:lnTo>
                        <a:pt x="1060" y="470"/>
                      </a:lnTo>
                      <a:lnTo>
                        <a:pt x="1058" y="472"/>
                      </a:lnTo>
                      <a:lnTo>
                        <a:pt x="1058" y="472"/>
                      </a:lnTo>
                      <a:lnTo>
                        <a:pt x="1062" y="472"/>
                      </a:lnTo>
                      <a:lnTo>
                        <a:pt x="1062" y="472"/>
                      </a:lnTo>
                      <a:lnTo>
                        <a:pt x="1064" y="476"/>
                      </a:lnTo>
                      <a:lnTo>
                        <a:pt x="1064" y="476"/>
                      </a:lnTo>
                      <a:lnTo>
                        <a:pt x="1068" y="476"/>
                      </a:lnTo>
                      <a:lnTo>
                        <a:pt x="1068" y="476"/>
                      </a:lnTo>
                      <a:lnTo>
                        <a:pt x="1066" y="482"/>
                      </a:lnTo>
                      <a:lnTo>
                        <a:pt x="1062" y="486"/>
                      </a:lnTo>
                      <a:lnTo>
                        <a:pt x="1062" y="486"/>
                      </a:lnTo>
                      <a:lnTo>
                        <a:pt x="1068" y="486"/>
                      </a:lnTo>
                      <a:lnTo>
                        <a:pt x="1068" y="486"/>
                      </a:lnTo>
                      <a:lnTo>
                        <a:pt x="1068" y="488"/>
                      </a:lnTo>
                      <a:lnTo>
                        <a:pt x="1070" y="490"/>
                      </a:lnTo>
                      <a:lnTo>
                        <a:pt x="1070" y="490"/>
                      </a:lnTo>
                      <a:lnTo>
                        <a:pt x="1074" y="490"/>
                      </a:lnTo>
                      <a:lnTo>
                        <a:pt x="1074" y="490"/>
                      </a:lnTo>
                      <a:lnTo>
                        <a:pt x="1076" y="494"/>
                      </a:lnTo>
                      <a:lnTo>
                        <a:pt x="1076" y="496"/>
                      </a:lnTo>
                      <a:lnTo>
                        <a:pt x="1076" y="496"/>
                      </a:lnTo>
                      <a:lnTo>
                        <a:pt x="1076" y="496"/>
                      </a:lnTo>
                      <a:lnTo>
                        <a:pt x="1076" y="498"/>
                      </a:lnTo>
                      <a:lnTo>
                        <a:pt x="1076" y="498"/>
                      </a:lnTo>
                      <a:lnTo>
                        <a:pt x="1074" y="498"/>
                      </a:lnTo>
                      <a:lnTo>
                        <a:pt x="1074" y="496"/>
                      </a:lnTo>
                      <a:lnTo>
                        <a:pt x="1074" y="496"/>
                      </a:lnTo>
                      <a:lnTo>
                        <a:pt x="1072" y="498"/>
                      </a:lnTo>
                      <a:lnTo>
                        <a:pt x="1072" y="498"/>
                      </a:lnTo>
                      <a:lnTo>
                        <a:pt x="1072" y="498"/>
                      </a:lnTo>
                      <a:lnTo>
                        <a:pt x="1066" y="498"/>
                      </a:lnTo>
                      <a:lnTo>
                        <a:pt x="1062" y="498"/>
                      </a:lnTo>
                      <a:lnTo>
                        <a:pt x="1062" y="500"/>
                      </a:lnTo>
                      <a:lnTo>
                        <a:pt x="1062" y="500"/>
                      </a:lnTo>
                      <a:lnTo>
                        <a:pt x="1066" y="502"/>
                      </a:lnTo>
                      <a:lnTo>
                        <a:pt x="1066" y="502"/>
                      </a:lnTo>
                      <a:lnTo>
                        <a:pt x="1064" y="508"/>
                      </a:lnTo>
                      <a:lnTo>
                        <a:pt x="1064" y="508"/>
                      </a:lnTo>
                      <a:lnTo>
                        <a:pt x="1068" y="506"/>
                      </a:lnTo>
                      <a:lnTo>
                        <a:pt x="1070" y="506"/>
                      </a:lnTo>
                      <a:lnTo>
                        <a:pt x="1070" y="510"/>
                      </a:lnTo>
                      <a:lnTo>
                        <a:pt x="1070" y="510"/>
                      </a:lnTo>
                      <a:lnTo>
                        <a:pt x="1068" y="510"/>
                      </a:lnTo>
                      <a:lnTo>
                        <a:pt x="1068" y="510"/>
                      </a:lnTo>
                      <a:lnTo>
                        <a:pt x="1068" y="510"/>
                      </a:lnTo>
                      <a:lnTo>
                        <a:pt x="1072" y="510"/>
                      </a:lnTo>
                      <a:lnTo>
                        <a:pt x="1072" y="510"/>
                      </a:lnTo>
                      <a:lnTo>
                        <a:pt x="1072" y="518"/>
                      </a:lnTo>
                      <a:lnTo>
                        <a:pt x="1072" y="518"/>
                      </a:lnTo>
                      <a:lnTo>
                        <a:pt x="1078" y="518"/>
                      </a:lnTo>
                      <a:lnTo>
                        <a:pt x="1082" y="518"/>
                      </a:lnTo>
                      <a:lnTo>
                        <a:pt x="1082" y="518"/>
                      </a:lnTo>
                      <a:lnTo>
                        <a:pt x="1086" y="522"/>
                      </a:lnTo>
                      <a:lnTo>
                        <a:pt x="1086" y="522"/>
                      </a:lnTo>
                      <a:lnTo>
                        <a:pt x="1088" y="522"/>
                      </a:lnTo>
                      <a:lnTo>
                        <a:pt x="1088" y="522"/>
                      </a:lnTo>
                      <a:lnTo>
                        <a:pt x="1088" y="528"/>
                      </a:lnTo>
                      <a:lnTo>
                        <a:pt x="1088" y="528"/>
                      </a:lnTo>
                      <a:lnTo>
                        <a:pt x="1088" y="530"/>
                      </a:lnTo>
                      <a:lnTo>
                        <a:pt x="1088" y="534"/>
                      </a:lnTo>
                      <a:lnTo>
                        <a:pt x="1088" y="534"/>
                      </a:lnTo>
                      <a:lnTo>
                        <a:pt x="1100" y="534"/>
                      </a:lnTo>
                      <a:lnTo>
                        <a:pt x="1100" y="534"/>
                      </a:lnTo>
                      <a:lnTo>
                        <a:pt x="1100" y="538"/>
                      </a:lnTo>
                      <a:lnTo>
                        <a:pt x="1100" y="538"/>
                      </a:lnTo>
                      <a:lnTo>
                        <a:pt x="1104" y="534"/>
                      </a:lnTo>
                      <a:lnTo>
                        <a:pt x="1104" y="534"/>
                      </a:lnTo>
                      <a:lnTo>
                        <a:pt x="1104" y="536"/>
                      </a:lnTo>
                      <a:lnTo>
                        <a:pt x="1106" y="536"/>
                      </a:lnTo>
                      <a:lnTo>
                        <a:pt x="1106" y="536"/>
                      </a:lnTo>
                      <a:lnTo>
                        <a:pt x="1106" y="534"/>
                      </a:lnTo>
                      <a:lnTo>
                        <a:pt x="1108" y="534"/>
                      </a:lnTo>
                      <a:lnTo>
                        <a:pt x="1108" y="534"/>
                      </a:lnTo>
                      <a:lnTo>
                        <a:pt x="1108" y="540"/>
                      </a:lnTo>
                      <a:lnTo>
                        <a:pt x="1110" y="540"/>
                      </a:lnTo>
                      <a:lnTo>
                        <a:pt x="1110" y="540"/>
                      </a:lnTo>
                      <a:lnTo>
                        <a:pt x="1114" y="544"/>
                      </a:lnTo>
                      <a:lnTo>
                        <a:pt x="1118" y="546"/>
                      </a:lnTo>
                      <a:lnTo>
                        <a:pt x="1118" y="546"/>
                      </a:lnTo>
                      <a:lnTo>
                        <a:pt x="1120" y="542"/>
                      </a:lnTo>
                      <a:lnTo>
                        <a:pt x="1120" y="542"/>
                      </a:lnTo>
                      <a:lnTo>
                        <a:pt x="1122" y="540"/>
                      </a:lnTo>
                      <a:lnTo>
                        <a:pt x="1122" y="540"/>
                      </a:lnTo>
                      <a:lnTo>
                        <a:pt x="1124" y="546"/>
                      </a:lnTo>
                      <a:lnTo>
                        <a:pt x="1124" y="546"/>
                      </a:lnTo>
                      <a:lnTo>
                        <a:pt x="1126" y="548"/>
                      </a:lnTo>
                      <a:lnTo>
                        <a:pt x="1126" y="548"/>
                      </a:lnTo>
                      <a:lnTo>
                        <a:pt x="1130" y="546"/>
                      </a:lnTo>
                      <a:lnTo>
                        <a:pt x="1130" y="546"/>
                      </a:lnTo>
                      <a:lnTo>
                        <a:pt x="1126" y="550"/>
                      </a:lnTo>
                      <a:lnTo>
                        <a:pt x="1124" y="554"/>
                      </a:lnTo>
                      <a:lnTo>
                        <a:pt x="1124" y="554"/>
                      </a:lnTo>
                      <a:lnTo>
                        <a:pt x="1120" y="554"/>
                      </a:lnTo>
                      <a:lnTo>
                        <a:pt x="1118" y="556"/>
                      </a:lnTo>
                      <a:lnTo>
                        <a:pt x="1118" y="556"/>
                      </a:lnTo>
                      <a:lnTo>
                        <a:pt x="1114" y="556"/>
                      </a:lnTo>
                      <a:lnTo>
                        <a:pt x="1112" y="556"/>
                      </a:lnTo>
                      <a:lnTo>
                        <a:pt x="1112" y="556"/>
                      </a:lnTo>
                      <a:lnTo>
                        <a:pt x="1110" y="560"/>
                      </a:lnTo>
                      <a:lnTo>
                        <a:pt x="1110" y="560"/>
                      </a:lnTo>
                      <a:lnTo>
                        <a:pt x="1106" y="560"/>
                      </a:lnTo>
                      <a:lnTo>
                        <a:pt x="1106" y="560"/>
                      </a:lnTo>
                      <a:lnTo>
                        <a:pt x="1098" y="566"/>
                      </a:lnTo>
                      <a:lnTo>
                        <a:pt x="1098" y="566"/>
                      </a:lnTo>
                      <a:lnTo>
                        <a:pt x="1088" y="566"/>
                      </a:lnTo>
                      <a:lnTo>
                        <a:pt x="1088" y="566"/>
                      </a:lnTo>
                      <a:lnTo>
                        <a:pt x="1090" y="576"/>
                      </a:lnTo>
                      <a:lnTo>
                        <a:pt x="1090" y="576"/>
                      </a:lnTo>
                      <a:lnTo>
                        <a:pt x="1094" y="576"/>
                      </a:lnTo>
                      <a:lnTo>
                        <a:pt x="1094" y="576"/>
                      </a:lnTo>
                      <a:lnTo>
                        <a:pt x="1094" y="572"/>
                      </a:lnTo>
                      <a:lnTo>
                        <a:pt x="1096" y="570"/>
                      </a:lnTo>
                      <a:lnTo>
                        <a:pt x="1096" y="570"/>
                      </a:lnTo>
                      <a:lnTo>
                        <a:pt x="1098" y="570"/>
                      </a:lnTo>
                      <a:lnTo>
                        <a:pt x="1102" y="568"/>
                      </a:lnTo>
                      <a:lnTo>
                        <a:pt x="1102" y="568"/>
                      </a:lnTo>
                      <a:lnTo>
                        <a:pt x="1108" y="564"/>
                      </a:lnTo>
                      <a:lnTo>
                        <a:pt x="1114" y="560"/>
                      </a:lnTo>
                      <a:lnTo>
                        <a:pt x="1114" y="560"/>
                      </a:lnTo>
                      <a:lnTo>
                        <a:pt x="1118" y="560"/>
                      </a:lnTo>
                      <a:lnTo>
                        <a:pt x="1122" y="560"/>
                      </a:lnTo>
                      <a:lnTo>
                        <a:pt x="1122" y="556"/>
                      </a:lnTo>
                      <a:lnTo>
                        <a:pt x="1122" y="556"/>
                      </a:lnTo>
                      <a:lnTo>
                        <a:pt x="1126" y="556"/>
                      </a:lnTo>
                      <a:lnTo>
                        <a:pt x="1132" y="556"/>
                      </a:lnTo>
                      <a:lnTo>
                        <a:pt x="1132" y="556"/>
                      </a:lnTo>
                      <a:lnTo>
                        <a:pt x="1134" y="560"/>
                      </a:lnTo>
                      <a:lnTo>
                        <a:pt x="1134" y="560"/>
                      </a:lnTo>
                      <a:lnTo>
                        <a:pt x="1142" y="564"/>
                      </a:lnTo>
                      <a:lnTo>
                        <a:pt x="1142" y="564"/>
                      </a:lnTo>
                      <a:lnTo>
                        <a:pt x="1142" y="568"/>
                      </a:lnTo>
                      <a:lnTo>
                        <a:pt x="1144" y="568"/>
                      </a:lnTo>
                      <a:lnTo>
                        <a:pt x="1144" y="568"/>
                      </a:lnTo>
                      <a:lnTo>
                        <a:pt x="1144" y="566"/>
                      </a:lnTo>
                      <a:lnTo>
                        <a:pt x="1144" y="566"/>
                      </a:lnTo>
                      <a:lnTo>
                        <a:pt x="1148" y="564"/>
                      </a:lnTo>
                      <a:lnTo>
                        <a:pt x="1148" y="564"/>
                      </a:lnTo>
                      <a:lnTo>
                        <a:pt x="1148" y="566"/>
                      </a:lnTo>
                      <a:lnTo>
                        <a:pt x="1150" y="566"/>
                      </a:lnTo>
                      <a:lnTo>
                        <a:pt x="1150" y="566"/>
                      </a:lnTo>
                      <a:lnTo>
                        <a:pt x="1150" y="572"/>
                      </a:lnTo>
                      <a:lnTo>
                        <a:pt x="1150" y="574"/>
                      </a:lnTo>
                      <a:lnTo>
                        <a:pt x="1148" y="576"/>
                      </a:lnTo>
                      <a:lnTo>
                        <a:pt x="1148" y="578"/>
                      </a:lnTo>
                      <a:lnTo>
                        <a:pt x="1148" y="578"/>
                      </a:lnTo>
                      <a:lnTo>
                        <a:pt x="1150" y="578"/>
                      </a:lnTo>
                      <a:lnTo>
                        <a:pt x="1148" y="578"/>
                      </a:lnTo>
                      <a:lnTo>
                        <a:pt x="1148" y="578"/>
                      </a:lnTo>
                      <a:lnTo>
                        <a:pt x="1150" y="582"/>
                      </a:lnTo>
                      <a:lnTo>
                        <a:pt x="1148" y="588"/>
                      </a:lnTo>
                      <a:lnTo>
                        <a:pt x="1146" y="588"/>
                      </a:lnTo>
                      <a:lnTo>
                        <a:pt x="1146" y="590"/>
                      </a:lnTo>
                      <a:lnTo>
                        <a:pt x="1146" y="590"/>
                      </a:lnTo>
                      <a:lnTo>
                        <a:pt x="1144" y="590"/>
                      </a:lnTo>
                      <a:lnTo>
                        <a:pt x="1144" y="590"/>
                      </a:lnTo>
                      <a:lnTo>
                        <a:pt x="1142" y="594"/>
                      </a:lnTo>
                      <a:lnTo>
                        <a:pt x="1142" y="594"/>
                      </a:lnTo>
                      <a:lnTo>
                        <a:pt x="1138" y="594"/>
                      </a:lnTo>
                      <a:lnTo>
                        <a:pt x="1134" y="598"/>
                      </a:lnTo>
                      <a:lnTo>
                        <a:pt x="1134" y="598"/>
                      </a:lnTo>
                      <a:lnTo>
                        <a:pt x="1132" y="598"/>
                      </a:lnTo>
                      <a:lnTo>
                        <a:pt x="1130" y="598"/>
                      </a:lnTo>
                      <a:lnTo>
                        <a:pt x="1130" y="598"/>
                      </a:lnTo>
                      <a:lnTo>
                        <a:pt x="1126" y="598"/>
                      </a:lnTo>
                      <a:lnTo>
                        <a:pt x="1124" y="600"/>
                      </a:lnTo>
                      <a:lnTo>
                        <a:pt x="1122" y="602"/>
                      </a:lnTo>
                      <a:lnTo>
                        <a:pt x="1118" y="600"/>
                      </a:lnTo>
                      <a:lnTo>
                        <a:pt x="1118" y="600"/>
                      </a:lnTo>
                      <a:lnTo>
                        <a:pt x="1118" y="600"/>
                      </a:lnTo>
                      <a:lnTo>
                        <a:pt x="1116" y="600"/>
                      </a:lnTo>
                      <a:lnTo>
                        <a:pt x="1116" y="600"/>
                      </a:lnTo>
                      <a:lnTo>
                        <a:pt x="1116" y="602"/>
                      </a:lnTo>
                      <a:lnTo>
                        <a:pt x="1116" y="602"/>
                      </a:lnTo>
                      <a:lnTo>
                        <a:pt x="1112" y="604"/>
                      </a:lnTo>
                      <a:lnTo>
                        <a:pt x="1112" y="604"/>
                      </a:lnTo>
                      <a:lnTo>
                        <a:pt x="1112" y="608"/>
                      </a:lnTo>
                      <a:lnTo>
                        <a:pt x="1112" y="608"/>
                      </a:lnTo>
                      <a:lnTo>
                        <a:pt x="1108" y="612"/>
                      </a:lnTo>
                      <a:lnTo>
                        <a:pt x="1108" y="612"/>
                      </a:lnTo>
                      <a:lnTo>
                        <a:pt x="1108" y="614"/>
                      </a:lnTo>
                      <a:lnTo>
                        <a:pt x="1108" y="616"/>
                      </a:lnTo>
                      <a:lnTo>
                        <a:pt x="1108" y="616"/>
                      </a:lnTo>
                      <a:lnTo>
                        <a:pt x="1106" y="618"/>
                      </a:lnTo>
                      <a:lnTo>
                        <a:pt x="1104" y="620"/>
                      </a:lnTo>
                      <a:lnTo>
                        <a:pt x="1100" y="620"/>
                      </a:lnTo>
                      <a:lnTo>
                        <a:pt x="1100" y="620"/>
                      </a:lnTo>
                      <a:lnTo>
                        <a:pt x="1100" y="624"/>
                      </a:lnTo>
                      <a:lnTo>
                        <a:pt x="1100" y="624"/>
                      </a:lnTo>
                      <a:lnTo>
                        <a:pt x="1098" y="626"/>
                      </a:lnTo>
                      <a:lnTo>
                        <a:pt x="1098" y="626"/>
                      </a:lnTo>
                      <a:lnTo>
                        <a:pt x="1090" y="626"/>
                      </a:lnTo>
                      <a:lnTo>
                        <a:pt x="1090" y="626"/>
                      </a:lnTo>
                      <a:lnTo>
                        <a:pt x="1088" y="630"/>
                      </a:lnTo>
                      <a:lnTo>
                        <a:pt x="1088" y="630"/>
                      </a:lnTo>
                      <a:lnTo>
                        <a:pt x="1086" y="630"/>
                      </a:lnTo>
                      <a:lnTo>
                        <a:pt x="1084" y="630"/>
                      </a:lnTo>
                      <a:lnTo>
                        <a:pt x="1082" y="628"/>
                      </a:lnTo>
                      <a:lnTo>
                        <a:pt x="1082" y="628"/>
                      </a:lnTo>
                      <a:lnTo>
                        <a:pt x="1078" y="628"/>
                      </a:lnTo>
                      <a:lnTo>
                        <a:pt x="1078" y="628"/>
                      </a:lnTo>
                      <a:lnTo>
                        <a:pt x="1078" y="630"/>
                      </a:lnTo>
                      <a:lnTo>
                        <a:pt x="1078" y="630"/>
                      </a:lnTo>
                      <a:lnTo>
                        <a:pt x="1078" y="632"/>
                      </a:lnTo>
                      <a:lnTo>
                        <a:pt x="1076" y="632"/>
                      </a:lnTo>
                      <a:lnTo>
                        <a:pt x="1076" y="630"/>
                      </a:lnTo>
                      <a:lnTo>
                        <a:pt x="1076" y="630"/>
                      </a:lnTo>
                      <a:lnTo>
                        <a:pt x="1072" y="632"/>
                      </a:lnTo>
                      <a:lnTo>
                        <a:pt x="1072" y="632"/>
                      </a:lnTo>
                      <a:lnTo>
                        <a:pt x="1070" y="626"/>
                      </a:lnTo>
                      <a:lnTo>
                        <a:pt x="1070" y="626"/>
                      </a:lnTo>
                      <a:lnTo>
                        <a:pt x="1064" y="628"/>
                      </a:lnTo>
                      <a:lnTo>
                        <a:pt x="1060" y="628"/>
                      </a:lnTo>
                      <a:lnTo>
                        <a:pt x="1058" y="628"/>
                      </a:lnTo>
                      <a:lnTo>
                        <a:pt x="1052" y="626"/>
                      </a:lnTo>
                      <a:lnTo>
                        <a:pt x="1052" y="626"/>
                      </a:lnTo>
                      <a:lnTo>
                        <a:pt x="1050" y="630"/>
                      </a:lnTo>
                      <a:lnTo>
                        <a:pt x="1050" y="630"/>
                      </a:lnTo>
                      <a:lnTo>
                        <a:pt x="1046" y="630"/>
                      </a:lnTo>
                      <a:lnTo>
                        <a:pt x="1042" y="628"/>
                      </a:lnTo>
                      <a:lnTo>
                        <a:pt x="1042" y="628"/>
                      </a:lnTo>
                      <a:lnTo>
                        <a:pt x="1040" y="630"/>
                      </a:lnTo>
                      <a:lnTo>
                        <a:pt x="1036" y="630"/>
                      </a:lnTo>
                      <a:lnTo>
                        <a:pt x="1036" y="630"/>
                      </a:lnTo>
                      <a:lnTo>
                        <a:pt x="1034" y="630"/>
                      </a:lnTo>
                      <a:lnTo>
                        <a:pt x="1032" y="628"/>
                      </a:lnTo>
                      <a:lnTo>
                        <a:pt x="1032" y="628"/>
                      </a:lnTo>
                      <a:lnTo>
                        <a:pt x="1030" y="630"/>
                      </a:lnTo>
                      <a:lnTo>
                        <a:pt x="1030" y="630"/>
                      </a:lnTo>
                      <a:lnTo>
                        <a:pt x="1020" y="630"/>
                      </a:lnTo>
                      <a:lnTo>
                        <a:pt x="1020" y="630"/>
                      </a:lnTo>
                      <a:lnTo>
                        <a:pt x="1020" y="630"/>
                      </a:lnTo>
                      <a:lnTo>
                        <a:pt x="1006" y="628"/>
                      </a:lnTo>
                      <a:lnTo>
                        <a:pt x="1006" y="630"/>
                      </a:lnTo>
                      <a:lnTo>
                        <a:pt x="1006" y="630"/>
                      </a:lnTo>
                      <a:lnTo>
                        <a:pt x="1002" y="634"/>
                      </a:lnTo>
                      <a:lnTo>
                        <a:pt x="1002" y="634"/>
                      </a:lnTo>
                      <a:lnTo>
                        <a:pt x="1000" y="632"/>
                      </a:lnTo>
                      <a:lnTo>
                        <a:pt x="1000" y="634"/>
                      </a:lnTo>
                      <a:lnTo>
                        <a:pt x="998" y="634"/>
                      </a:lnTo>
                      <a:lnTo>
                        <a:pt x="998" y="634"/>
                      </a:lnTo>
                      <a:lnTo>
                        <a:pt x="998" y="638"/>
                      </a:lnTo>
                      <a:lnTo>
                        <a:pt x="996" y="644"/>
                      </a:lnTo>
                      <a:lnTo>
                        <a:pt x="996" y="644"/>
                      </a:lnTo>
                      <a:lnTo>
                        <a:pt x="992" y="646"/>
                      </a:lnTo>
                      <a:lnTo>
                        <a:pt x="990" y="646"/>
                      </a:lnTo>
                      <a:lnTo>
                        <a:pt x="990" y="646"/>
                      </a:lnTo>
                      <a:lnTo>
                        <a:pt x="988" y="648"/>
                      </a:lnTo>
                      <a:lnTo>
                        <a:pt x="988" y="650"/>
                      </a:lnTo>
                      <a:lnTo>
                        <a:pt x="988" y="650"/>
                      </a:lnTo>
                      <a:lnTo>
                        <a:pt x="986" y="652"/>
                      </a:lnTo>
                      <a:lnTo>
                        <a:pt x="984" y="652"/>
                      </a:lnTo>
                      <a:lnTo>
                        <a:pt x="984" y="652"/>
                      </a:lnTo>
                      <a:lnTo>
                        <a:pt x="984" y="652"/>
                      </a:lnTo>
                      <a:lnTo>
                        <a:pt x="982" y="654"/>
                      </a:lnTo>
                      <a:lnTo>
                        <a:pt x="982" y="656"/>
                      </a:lnTo>
                      <a:lnTo>
                        <a:pt x="982" y="656"/>
                      </a:lnTo>
                      <a:lnTo>
                        <a:pt x="980" y="658"/>
                      </a:lnTo>
                      <a:lnTo>
                        <a:pt x="976" y="658"/>
                      </a:lnTo>
                      <a:lnTo>
                        <a:pt x="976" y="658"/>
                      </a:lnTo>
                      <a:lnTo>
                        <a:pt x="974" y="660"/>
                      </a:lnTo>
                      <a:lnTo>
                        <a:pt x="974" y="660"/>
                      </a:lnTo>
                      <a:lnTo>
                        <a:pt x="972" y="662"/>
                      </a:lnTo>
                      <a:lnTo>
                        <a:pt x="972" y="662"/>
                      </a:lnTo>
                      <a:lnTo>
                        <a:pt x="968" y="666"/>
                      </a:lnTo>
                      <a:lnTo>
                        <a:pt x="968" y="668"/>
                      </a:lnTo>
                      <a:lnTo>
                        <a:pt x="966" y="670"/>
                      </a:lnTo>
                      <a:lnTo>
                        <a:pt x="966" y="670"/>
                      </a:lnTo>
                      <a:lnTo>
                        <a:pt x="960" y="670"/>
                      </a:lnTo>
                      <a:lnTo>
                        <a:pt x="960" y="670"/>
                      </a:lnTo>
                      <a:lnTo>
                        <a:pt x="964" y="672"/>
                      </a:lnTo>
                      <a:lnTo>
                        <a:pt x="964" y="672"/>
                      </a:lnTo>
                      <a:lnTo>
                        <a:pt x="960" y="684"/>
                      </a:lnTo>
                      <a:lnTo>
                        <a:pt x="954" y="694"/>
                      </a:lnTo>
                      <a:lnTo>
                        <a:pt x="954" y="694"/>
                      </a:lnTo>
                      <a:lnTo>
                        <a:pt x="956" y="694"/>
                      </a:lnTo>
                      <a:lnTo>
                        <a:pt x="956" y="692"/>
                      </a:lnTo>
                      <a:lnTo>
                        <a:pt x="958" y="692"/>
                      </a:lnTo>
                      <a:lnTo>
                        <a:pt x="958" y="692"/>
                      </a:lnTo>
                      <a:lnTo>
                        <a:pt x="964" y="684"/>
                      </a:lnTo>
                      <a:lnTo>
                        <a:pt x="964" y="684"/>
                      </a:lnTo>
                      <a:lnTo>
                        <a:pt x="964" y="680"/>
                      </a:lnTo>
                      <a:lnTo>
                        <a:pt x="966" y="678"/>
                      </a:lnTo>
                      <a:lnTo>
                        <a:pt x="966" y="678"/>
                      </a:lnTo>
                      <a:lnTo>
                        <a:pt x="970" y="676"/>
                      </a:lnTo>
                      <a:lnTo>
                        <a:pt x="974" y="676"/>
                      </a:lnTo>
                      <a:lnTo>
                        <a:pt x="974" y="676"/>
                      </a:lnTo>
                      <a:lnTo>
                        <a:pt x="974" y="672"/>
                      </a:lnTo>
                      <a:lnTo>
                        <a:pt x="974" y="670"/>
                      </a:lnTo>
                      <a:lnTo>
                        <a:pt x="974" y="670"/>
                      </a:lnTo>
                      <a:lnTo>
                        <a:pt x="978" y="668"/>
                      </a:lnTo>
                      <a:lnTo>
                        <a:pt x="984" y="666"/>
                      </a:lnTo>
                      <a:lnTo>
                        <a:pt x="984" y="666"/>
                      </a:lnTo>
                      <a:lnTo>
                        <a:pt x="988" y="660"/>
                      </a:lnTo>
                      <a:lnTo>
                        <a:pt x="988" y="660"/>
                      </a:lnTo>
                      <a:lnTo>
                        <a:pt x="990" y="660"/>
                      </a:lnTo>
                      <a:lnTo>
                        <a:pt x="990" y="660"/>
                      </a:lnTo>
                      <a:lnTo>
                        <a:pt x="992" y="656"/>
                      </a:lnTo>
                      <a:lnTo>
                        <a:pt x="992" y="656"/>
                      </a:lnTo>
                      <a:lnTo>
                        <a:pt x="998" y="656"/>
                      </a:lnTo>
                      <a:lnTo>
                        <a:pt x="998" y="656"/>
                      </a:lnTo>
                      <a:lnTo>
                        <a:pt x="1000" y="652"/>
                      </a:lnTo>
                      <a:lnTo>
                        <a:pt x="1000" y="652"/>
                      </a:lnTo>
                      <a:lnTo>
                        <a:pt x="1006" y="650"/>
                      </a:lnTo>
                      <a:lnTo>
                        <a:pt x="1014" y="648"/>
                      </a:lnTo>
                      <a:lnTo>
                        <a:pt x="1018" y="646"/>
                      </a:lnTo>
                      <a:lnTo>
                        <a:pt x="1018" y="646"/>
                      </a:lnTo>
                      <a:lnTo>
                        <a:pt x="1020" y="646"/>
                      </a:lnTo>
                      <a:lnTo>
                        <a:pt x="1020" y="648"/>
                      </a:lnTo>
                      <a:lnTo>
                        <a:pt x="1020" y="648"/>
                      </a:lnTo>
                      <a:lnTo>
                        <a:pt x="1026" y="648"/>
                      </a:lnTo>
                      <a:lnTo>
                        <a:pt x="1032" y="648"/>
                      </a:lnTo>
                      <a:lnTo>
                        <a:pt x="1032" y="648"/>
                      </a:lnTo>
                      <a:lnTo>
                        <a:pt x="1034" y="648"/>
                      </a:lnTo>
                      <a:lnTo>
                        <a:pt x="1034" y="650"/>
                      </a:lnTo>
                      <a:lnTo>
                        <a:pt x="1036" y="652"/>
                      </a:lnTo>
                      <a:lnTo>
                        <a:pt x="1036" y="652"/>
                      </a:lnTo>
                      <a:lnTo>
                        <a:pt x="1038" y="654"/>
                      </a:lnTo>
                      <a:lnTo>
                        <a:pt x="1038" y="654"/>
                      </a:lnTo>
                      <a:lnTo>
                        <a:pt x="1038" y="658"/>
                      </a:lnTo>
                      <a:lnTo>
                        <a:pt x="1038" y="658"/>
                      </a:lnTo>
                      <a:lnTo>
                        <a:pt x="1034" y="656"/>
                      </a:lnTo>
                      <a:lnTo>
                        <a:pt x="1034" y="656"/>
                      </a:lnTo>
                      <a:lnTo>
                        <a:pt x="1036" y="662"/>
                      </a:lnTo>
                      <a:lnTo>
                        <a:pt x="1034" y="668"/>
                      </a:lnTo>
                      <a:lnTo>
                        <a:pt x="1034" y="668"/>
                      </a:lnTo>
                      <a:lnTo>
                        <a:pt x="1028" y="666"/>
                      </a:lnTo>
                      <a:lnTo>
                        <a:pt x="1028" y="666"/>
                      </a:lnTo>
                      <a:lnTo>
                        <a:pt x="1028" y="676"/>
                      </a:lnTo>
                      <a:lnTo>
                        <a:pt x="1028" y="676"/>
                      </a:lnTo>
                      <a:lnTo>
                        <a:pt x="1022" y="676"/>
                      </a:lnTo>
                      <a:lnTo>
                        <a:pt x="1022" y="678"/>
                      </a:lnTo>
                      <a:lnTo>
                        <a:pt x="1022" y="678"/>
                      </a:lnTo>
                      <a:lnTo>
                        <a:pt x="1018" y="678"/>
                      </a:lnTo>
                      <a:lnTo>
                        <a:pt x="1018" y="678"/>
                      </a:lnTo>
                      <a:lnTo>
                        <a:pt x="1018" y="674"/>
                      </a:lnTo>
                      <a:lnTo>
                        <a:pt x="1018" y="672"/>
                      </a:lnTo>
                      <a:lnTo>
                        <a:pt x="1018" y="672"/>
                      </a:lnTo>
                      <a:lnTo>
                        <a:pt x="1014" y="670"/>
                      </a:lnTo>
                      <a:lnTo>
                        <a:pt x="1014" y="670"/>
                      </a:lnTo>
                      <a:lnTo>
                        <a:pt x="1014" y="672"/>
                      </a:lnTo>
                      <a:lnTo>
                        <a:pt x="1012" y="674"/>
                      </a:lnTo>
                      <a:lnTo>
                        <a:pt x="1012" y="676"/>
                      </a:lnTo>
                      <a:lnTo>
                        <a:pt x="1012" y="676"/>
                      </a:lnTo>
                      <a:lnTo>
                        <a:pt x="1016" y="678"/>
                      </a:lnTo>
                      <a:lnTo>
                        <a:pt x="1016" y="680"/>
                      </a:lnTo>
                      <a:lnTo>
                        <a:pt x="1016" y="680"/>
                      </a:lnTo>
                      <a:lnTo>
                        <a:pt x="1014" y="680"/>
                      </a:lnTo>
                      <a:lnTo>
                        <a:pt x="1014" y="682"/>
                      </a:lnTo>
                      <a:lnTo>
                        <a:pt x="1016" y="684"/>
                      </a:lnTo>
                      <a:lnTo>
                        <a:pt x="1020" y="684"/>
                      </a:lnTo>
                      <a:lnTo>
                        <a:pt x="1020" y="684"/>
                      </a:lnTo>
                      <a:lnTo>
                        <a:pt x="1024" y="680"/>
                      </a:lnTo>
                      <a:lnTo>
                        <a:pt x="1024" y="680"/>
                      </a:lnTo>
                      <a:lnTo>
                        <a:pt x="1028" y="680"/>
                      </a:lnTo>
                      <a:lnTo>
                        <a:pt x="1032" y="680"/>
                      </a:lnTo>
                      <a:lnTo>
                        <a:pt x="1032" y="680"/>
                      </a:lnTo>
                      <a:lnTo>
                        <a:pt x="1032" y="682"/>
                      </a:lnTo>
                      <a:lnTo>
                        <a:pt x="1032" y="684"/>
                      </a:lnTo>
                      <a:lnTo>
                        <a:pt x="1030" y="686"/>
                      </a:lnTo>
                      <a:lnTo>
                        <a:pt x="1030" y="686"/>
                      </a:lnTo>
                      <a:lnTo>
                        <a:pt x="1030" y="690"/>
                      </a:lnTo>
                      <a:lnTo>
                        <a:pt x="1030" y="692"/>
                      </a:lnTo>
                      <a:lnTo>
                        <a:pt x="1030" y="692"/>
                      </a:lnTo>
                      <a:lnTo>
                        <a:pt x="1028" y="692"/>
                      </a:lnTo>
                      <a:lnTo>
                        <a:pt x="1026" y="696"/>
                      </a:lnTo>
                      <a:lnTo>
                        <a:pt x="1026" y="696"/>
                      </a:lnTo>
                      <a:lnTo>
                        <a:pt x="1024" y="696"/>
                      </a:lnTo>
                      <a:lnTo>
                        <a:pt x="1026" y="696"/>
                      </a:lnTo>
                      <a:lnTo>
                        <a:pt x="1028" y="698"/>
                      </a:lnTo>
                      <a:lnTo>
                        <a:pt x="1028" y="698"/>
                      </a:lnTo>
                      <a:lnTo>
                        <a:pt x="1034" y="696"/>
                      </a:lnTo>
                      <a:lnTo>
                        <a:pt x="1034" y="696"/>
                      </a:lnTo>
                      <a:lnTo>
                        <a:pt x="1034" y="700"/>
                      </a:lnTo>
                      <a:lnTo>
                        <a:pt x="1032" y="700"/>
                      </a:lnTo>
                      <a:lnTo>
                        <a:pt x="1032" y="700"/>
                      </a:lnTo>
                      <a:lnTo>
                        <a:pt x="1032" y="710"/>
                      </a:lnTo>
                      <a:lnTo>
                        <a:pt x="1032" y="710"/>
                      </a:lnTo>
                      <a:lnTo>
                        <a:pt x="1034" y="710"/>
                      </a:lnTo>
                      <a:lnTo>
                        <a:pt x="1034" y="710"/>
                      </a:lnTo>
                      <a:lnTo>
                        <a:pt x="1034" y="714"/>
                      </a:lnTo>
                      <a:lnTo>
                        <a:pt x="1034" y="714"/>
                      </a:lnTo>
                      <a:lnTo>
                        <a:pt x="1046" y="716"/>
                      </a:lnTo>
                      <a:lnTo>
                        <a:pt x="1046" y="716"/>
                      </a:lnTo>
                      <a:lnTo>
                        <a:pt x="1044" y="718"/>
                      </a:lnTo>
                      <a:lnTo>
                        <a:pt x="1044" y="718"/>
                      </a:lnTo>
                      <a:lnTo>
                        <a:pt x="1040" y="720"/>
                      </a:lnTo>
                      <a:lnTo>
                        <a:pt x="1042" y="722"/>
                      </a:lnTo>
                      <a:lnTo>
                        <a:pt x="1042" y="722"/>
                      </a:lnTo>
                      <a:lnTo>
                        <a:pt x="1044" y="722"/>
                      </a:lnTo>
                      <a:lnTo>
                        <a:pt x="1044" y="720"/>
                      </a:lnTo>
                      <a:lnTo>
                        <a:pt x="1046" y="720"/>
                      </a:lnTo>
                      <a:lnTo>
                        <a:pt x="1046" y="720"/>
                      </a:lnTo>
                      <a:lnTo>
                        <a:pt x="1052" y="724"/>
                      </a:lnTo>
                      <a:lnTo>
                        <a:pt x="1052" y="724"/>
                      </a:lnTo>
                      <a:lnTo>
                        <a:pt x="1056" y="724"/>
                      </a:lnTo>
                      <a:lnTo>
                        <a:pt x="1056" y="724"/>
                      </a:lnTo>
                      <a:lnTo>
                        <a:pt x="1056" y="728"/>
                      </a:lnTo>
                      <a:lnTo>
                        <a:pt x="1056" y="728"/>
                      </a:lnTo>
                      <a:lnTo>
                        <a:pt x="1060" y="728"/>
                      </a:lnTo>
                      <a:lnTo>
                        <a:pt x="1060" y="728"/>
                      </a:lnTo>
                      <a:lnTo>
                        <a:pt x="1064" y="724"/>
                      </a:lnTo>
                      <a:lnTo>
                        <a:pt x="1068" y="720"/>
                      </a:lnTo>
                      <a:lnTo>
                        <a:pt x="1068" y="720"/>
                      </a:lnTo>
                      <a:lnTo>
                        <a:pt x="1070" y="720"/>
                      </a:lnTo>
                      <a:lnTo>
                        <a:pt x="1070" y="720"/>
                      </a:lnTo>
                      <a:lnTo>
                        <a:pt x="1070" y="728"/>
                      </a:lnTo>
                      <a:lnTo>
                        <a:pt x="1070" y="728"/>
                      </a:lnTo>
                      <a:lnTo>
                        <a:pt x="1074" y="728"/>
                      </a:lnTo>
                      <a:lnTo>
                        <a:pt x="1074" y="728"/>
                      </a:lnTo>
                      <a:lnTo>
                        <a:pt x="1074" y="730"/>
                      </a:lnTo>
                      <a:lnTo>
                        <a:pt x="1074" y="730"/>
                      </a:lnTo>
                      <a:close/>
                      <a:moveTo>
                        <a:pt x="1206" y="678"/>
                      </a:moveTo>
                      <a:lnTo>
                        <a:pt x="1206" y="678"/>
                      </a:lnTo>
                      <a:lnTo>
                        <a:pt x="1206" y="682"/>
                      </a:lnTo>
                      <a:lnTo>
                        <a:pt x="1206" y="682"/>
                      </a:lnTo>
                      <a:lnTo>
                        <a:pt x="1202" y="682"/>
                      </a:lnTo>
                      <a:lnTo>
                        <a:pt x="1200" y="680"/>
                      </a:lnTo>
                      <a:lnTo>
                        <a:pt x="1200" y="676"/>
                      </a:lnTo>
                      <a:lnTo>
                        <a:pt x="1200" y="676"/>
                      </a:lnTo>
                      <a:lnTo>
                        <a:pt x="1206" y="670"/>
                      </a:lnTo>
                      <a:lnTo>
                        <a:pt x="1206" y="670"/>
                      </a:lnTo>
                      <a:lnTo>
                        <a:pt x="1206" y="666"/>
                      </a:lnTo>
                      <a:lnTo>
                        <a:pt x="1206" y="666"/>
                      </a:lnTo>
                      <a:lnTo>
                        <a:pt x="1202" y="668"/>
                      </a:lnTo>
                      <a:lnTo>
                        <a:pt x="1202" y="670"/>
                      </a:lnTo>
                      <a:lnTo>
                        <a:pt x="1202" y="670"/>
                      </a:lnTo>
                      <a:lnTo>
                        <a:pt x="1200" y="672"/>
                      </a:lnTo>
                      <a:lnTo>
                        <a:pt x="1200" y="672"/>
                      </a:lnTo>
                      <a:lnTo>
                        <a:pt x="1198" y="676"/>
                      </a:lnTo>
                      <a:lnTo>
                        <a:pt x="1198" y="680"/>
                      </a:lnTo>
                      <a:lnTo>
                        <a:pt x="1198" y="680"/>
                      </a:lnTo>
                      <a:lnTo>
                        <a:pt x="1192" y="680"/>
                      </a:lnTo>
                      <a:lnTo>
                        <a:pt x="1192" y="676"/>
                      </a:lnTo>
                      <a:lnTo>
                        <a:pt x="1192" y="676"/>
                      </a:lnTo>
                      <a:lnTo>
                        <a:pt x="1196" y="676"/>
                      </a:lnTo>
                      <a:lnTo>
                        <a:pt x="1196" y="676"/>
                      </a:lnTo>
                      <a:lnTo>
                        <a:pt x="1196" y="672"/>
                      </a:lnTo>
                      <a:lnTo>
                        <a:pt x="1196" y="672"/>
                      </a:lnTo>
                      <a:lnTo>
                        <a:pt x="1192" y="670"/>
                      </a:lnTo>
                      <a:lnTo>
                        <a:pt x="1192" y="670"/>
                      </a:lnTo>
                      <a:lnTo>
                        <a:pt x="1192" y="666"/>
                      </a:lnTo>
                      <a:lnTo>
                        <a:pt x="1192" y="666"/>
                      </a:lnTo>
                      <a:lnTo>
                        <a:pt x="1196" y="666"/>
                      </a:lnTo>
                      <a:lnTo>
                        <a:pt x="1196" y="666"/>
                      </a:lnTo>
                      <a:lnTo>
                        <a:pt x="1196" y="662"/>
                      </a:lnTo>
                      <a:lnTo>
                        <a:pt x="1198" y="658"/>
                      </a:lnTo>
                      <a:lnTo>
                        <a:pt x="1198" y="658"/>
                      </a:lnTo>
                      <a:lnTo>
                        <a:pt x="1194" y="660"/>
                      </a:lnTo>
                      <a:lnTo>
                        <a:pt x="1194" y="662"/>
                      </a:lnTo>
                      <a:lnTo>
                        <a:pt x="1194" y="662"/>
                      </a:lnTo>
                      <a:lnTo>
                        <a:pt x="1190" y="662"/>
                      </a:lnTo>
                      <a:lnTo>
                        <a:pt x="1190" y="662"/>
                      </a:lnTo>
                      <a:lnTo>
                        <a:pt x="1186" y="664"/>
                      </a:lnTo>
                      <a:lnTo>
                        <a:pt x="1186" y="664"/>
                      </a:lnTo>
                      <a:lnTo>
                        <a:pt x="1184" y="664"/>
                      </a:lnTo>
                      <a:lnTo>
                        <a:pt x="1182" y="664"/>
                      </a:lnTo>
                      <a:lnTo>
                        <a:pt x="1182" y="664"/>
                      </a:lnTo>
                      <a:lnTo>
                        <a:pt x="1186" y="656"/>
                      </a:lnTo>
                      <a:lnTo>
                        <a:pt x="1186" y="656"/>
                      </a:lnTo>
                      <a:lnTo>
                        <a:pt x="1184" y="658"/>
                      </a:lnTo>
                      <a:lnTo>
                        <a:pt x="1184" y="658"/>
                      </a:lnTo>
                      <a:lnTo>
                        <a:pt x="1184" y="658"/>
                      </a:lnTo>
                      <a:lnTo>
                        <a:pt x="1180" y="658"/>
                      </a:lnTo>
                      <a:lnTo>
                        <a:pt x="1180" y="658"/>
                      </a:lnTo>
                      <a:lnTo>
                        <a:pt x="1182" y="656"/>
                      </a:lnTo>
                      <a:lnTo>
                        <a:pt x="1182" y="656"/>
                      </a:lnTo>
                      <a:lnTo>
                        <a:pt x="1178" y="654"/>
                      </a:lnTo>
                      <a:lnTo>
                        <a:pt x="1180" y="652"/>
                      </a:lnTo>
                      <a:lnTo>
                        <a:pt x="1180" y="652"/>
                      </a:lnTo>
                      <a:lnTo>
                        <a:pt x="1184" y="646"/>
                      </a:lnTo>
                      <a:lnTo>
                        <a:pt x="1184" y="646"/>
                      </a:lnTo>
                      <a:lnTo>
                        <a:pt x="1180" y="642"/>
                      </a:lnTo>
                      <a:lnTo>
                        <a:pt x="1178" y="642"/>
                      </a:lnTo>
                      <a:lnTo>
                        <a:pt x="1176" y="644"/>
                      </a:lnTo>
                      <a:lnTo>
                        <a:pt x="1176" y="644"/>
                      </a:lnTo>
                      <a:lnTo>
                        <a:pt x="1174" y="644"/>
                      </a:lnTo>
                      <a:lnTo>
                        <a:pt x="1172" y="644"/>
                      </a:lnTo>
                      <a:lnTo>
                        <a:pt x="1170" y="640"/>
                      </a:lnTo>
                      <a:lnTo>
                        <a:pt x="1170" y="640"/>
                      </a:lnTo>
                      <a:lnTo>
                        <a:pt x="1168" y="642"/>
                      </a:lnTo>
                      <a:lnTo>
                        <a:pt x="1162" y="644"/>
                      </a:lnTo>
                      <a:lnTo>
                        <a:pt x="1162" y="644"/>
                      </a:lnTo>
                      <a:lnTo>
                        <a:pt x="1162" y="646"/>
                      </a:lnTo>
                      <a:lnTo>
                        <a:pt x="1162" y="648"/>
                      </a:lnTo>
                      <a:lnTo>
                        <a:pt x="1162" y="648"/>
                      </a:lnTo>
                      <a:lnTo>
                        <a:pt x="1160" y="646"/>
                      </a:lnTo>
                      <a:lnTo>
                        <a:pt x="1160" y="644"/>
                      </a:lnTo>
                      <a:lnTo>
                        <a:pt x="1160" y="644"/>
                      </a:lnTo>
                      <a:lnTo>
                        <a:pt x="1154" y="646"/>
                      </a:lnTo>
                      <a:lnTo>
                        <a:pt x="1154" y="646"/>
                      </a:lnTo>
                      <a:lnTo>
                        <a:pt x="1154" y="646"/>
                      </a:lnTo>
                      <a:lnTo>
                        <a:pt x="1156" y="644"/>
                      </a:lnTo>
                      <a:lnTo>
                        <a:pt x="1156" y="642"/>
                      </a:lnTo>
                      <a:lnTo>
                        <a:pt x="1156" y="642"/>
                      </a:lnTo>
                      <a:lnTo>
                        <a:pt x="1148" y="644"/>
                      </a:lnTo>
                      <a:lnTo>
                        <a:pt x="1148" y="644"/>
                      </a:lnTo>
                      <a:lnTo>
                        <a:pt x="1154" y="640"/>
                      </a:lnTo>
                      <a:lnTo>
                        <a:pt x="1154" y="636"/>
                      </a:lnTo>
                      <a:lnTo>
                        <a:pt x="1152" y="634"/>
                      </a:lnTo>
                      <a:lnTo>
                        <a:pt x="1146" y="632"/>
                      </a:lnTo>
                      <a:lnTo>
                        <a:pt x="1146" y="632"/>
                      </a:lnTo>
                      <a:lnTo>
                        <a:pt x="1146" y="634"/>
                      </a:lnTo>
                      <a:lnTo>
                        <a:pt x="1146" y="634"/>
                      </a:lnTo>
                      <a:lnTo>
                        <a:pt x="1146" y="634"/>
                      </a:lnTo>
                      <a:lnTo>
                        <a:pt x="1144" y="634"/>
                      </a:lnTo>
                      <a:lnTo>
                        <a:pt x="1144" y="634"/>
                      </a:lnTo>
                      <a:lnTo>
                        <a:pt x="1138" y="644"/>
                      </a:lnTo>
                      <a:lnTo>
                        <a:pt x="1138" y="644"/>
                      </a:lnTo>
                      <a:lnTo>
                        <a:pt x="1140" y="638"/>
                      </a:lnTo>
                      <a:lnTo>
                        <a:pt x="1140" y="638"/>
                      </a:lnTo>
                      <a:lnTo>
                        <a:pt x="1138" y="638"/>
                      </a:lnTo>
                      <a:lnTo>
                        <a:pt x="1138" y="638"/>
                      </a:lnTo>
                      <a:lnTo>
                        <a:pt x="1138" y="636"/>
                      </a:lnTo>
                      <a:lnTo>
                        <a:pt x="1138" y="636"/>
                      </a:lnTo>
                      <a:lnTo>
                        <a:pt x="1138" y="634"/>
                      </a:lnTo>
                      <a:lnTo>
                        <a:pt x="1138" y="632"/>
                      </a:lnTo>
                      <a:lnTo>
                        <a:pt x="1138" y="632"/>
                      </a:lnTo>
                      <a:lnTo>
                        <a:pt x="1140" y="628"/>
                      </a:lnTo>
                      <a:lnTo>
                        <a:pt x="1142" y="626"/>
                      </a:lnTo>
                      <a:lnTo>
                        <a:pt x="1142" y="626"/>
                      </a:lnTo>
                      <a:lnTo>
                        <a:pt x="1142" y="616"/>
                      </a:lnTo>
                      <a:lnTo>
                        <a:pt x="1144" y="616"/>
                      </a:lnTo>
                      <a:lnTo>
                        <a:pt x="1144" y="616"/>
                      </a:lnTo>
                      <a:lnTo>
                        <a:pt x="1148" y="616"/>
                      </a:lnTo>
                      <a:lnTo>
                        <a:pt x="1148" y="616"/>
                      </a:lnTo>
                      <a:lnTo>
                        <a:pt x="1150" y="612"/>
                      </a:lnTo>
                      <a:lnTo>
                        <a:pt x="1150" y="610"/>
                      </a:lnTo>
                      <a:lnTo>
                        <a:pt x="1146" y="610"/>
                      </a:lnTo>
                      <a:lnTo>
                        <a:pt x="1146" y="608"/>
                      </a:lnTo>
                      <a:lnTo>
                        <a:pt x="1146" y="608"/>
                      </a:lnTo>
                      <a:lnTo>
                        <a:pt x="1150" y="608"/>
                      </a:lnTo>
                      <a:lnTo>
                        <a:pt x="1150" y="606"/>
                      </a:lnTo>
                      <a:lnTo>
                        <a:pt x="1154" y="606"/>
                      </a:lnTo>
                      <a:lnTo>
                        <a:pt x="1154" y="606"/>
                      </a:lnTo>
                      <a:lnTo>
                        <a:pt x="1154" y="602"/>
                      </a:lnTo>
                      <a:lnTo>
                        <a:pt x="1154" y="602"/>
                      </a:lnTo>
                      <a:lnTo>
                        <a:pt x="1148" y="604"/>
                      </a:lnTo>
                      <a:lnTo>
                        <a:pt x="1148" y="604"/>
                      </a:lnTo>
                      <a:lnTo>
                        <a:pt x="1144" y="602"/>
                      </a:lnTo>
                      <a:lnTo>
                        <a:pt x="1144" y="602"/>
                      </a:lnTo>
                      <a:lnTo>
                        <a:pt x="1138" y="604"/>
                      </a:lnTo>
                      <a:lnTo>
                        <a:pt x="1134" y="610"/>
                      </a:lnTo>
                      <a:lnTo>
                        <a:pt x="1134" y="610"/>
                      </a:lnTo>
                      <a:lnTo>
                        <a:pt x="1136" y="614"/>
                      </a:lnTo>
                      <a:lnTo>
                        <a:pt x="1136" y="614"/>
                      </a:lnTo>
                      <a:lnTo>
                        <a:pt x="1132" y="614"/>
                      </a:lnTo>
                      <a:lnTo>
                        <a:pt x="1130" y="616"/>
                      </a:lnTo>
                      <a:lnTo>
                        <a:pt x="1130" y="616"/>
                      </a:lnTo>
                      <a:lnTo>
                        <a:pt x="1130" y="624"/>
                      </a:lnTo>
                      <a:lnTo>
                        <a:pt x="1128" y="626"/>
                      </a:lnTo>
                      <a:lnTo>
                        <a:pt x="1128" y="626"/>
                      </a:lnTo>
                      <a:lnTo>
                        <a:pt x="1128" y="634"/>
                      </a:lnTo>
                      <a:lnTo>
                        <a:pt x="1128" y="636"/>
                      </a:lnTo>
                      <a:lnTo>
                        <a:pt x="1128" y="640"/>
                      </a:lnTo>
                      <a:lnTo>
                        <a:pt x="1124" y="644"/>
                      </a:lnTo>
                      <a:lnTo>
                        <a:pt x="1124" y="644"/>
                      </a:lnTo>
                      <a:lnTo>
                        <a:pt x="1124" y="644"/>
                      </a:lnTo>
                      <a:lnTo>
                        <a:pt x="1124" y="646"/>
                      </a:lnTo>
                      <a:lnTo>
                        <a:pt x="1124" y="646"/>
                      </a:lnTo>
                      <a:lnTo>
                        <a:pt x="1130" y="646"/>
                      </a:lnTo>
                      <a:lnTo>
                        <a:pt x="1130" y="646"/>
                      </a:lnTo>
                      <a:lnTo>
                        <a:pt x="1128" y="650"/>
                      </a:lnTo>
                      <a:lnTo>
                        <a:pt x="1128" y="650"/>
                      </a:lnTo>
                      <a:lnTo>
                        <a:pt x="1128" y="652"/>
                      </a:lnTo>
                      <a:lnTo>
                        <a:pt x="1126" y="652"/>
                      </a:lnTo>
                      <a:lnTo>
                        <a:pt x="1126" y="652"/>
                      </a:lnTo>
                      <a:lnTo>
                        <a:pt x="1124" y="650"/>
                      </a:lnTo>
                      <a:lnTo>
                        <a:pt x="1122" y="650"/>
                      </a:lnTo>
                      <a:lnTo>
                        <a:pt x="1120" y="650"/>
                      </a:lnTo>
                      <a:lnTo>
                        <a:pt x="1120" y="652"/>
                      </a:lnTo>
                      <a:lnTo>
                        <a:pt x="1120" y="652"/>
                      </a:lnTo>
                      <a:lnTo>
                        <a:pt x="1118" y="652"/>
                      </a:lnTo>
                      <a:lnTo>
                        <a:pt x="1118" y="654"/>
                      </a:lnTo>
                      <a:lnTo>
                        <a:pt x="1118" y="654"/>
                      </a:lnTo>
                      <a:lnTo>
                        <a:pt x="1120" y="654"/>
                      </a:lnTo>
                      <a:lnTo>
                        <a:pt x="1120" y="656"/>
                      </a:lnTo>
                      <a:lnTo>
                        <a:pt x="1116" y="656"/>
                      </a:lnTo>
                      <a:lnTo>
                        <a:pt x="1116" y="656"/>
                      </a:lnTo>
                      <a:lnTo>
                        <a:pt x="1112" y="656"/>
                      </a:lnTo>
                      <a:lnTo>
                        <a:pt x="1112" y="656"/>
                      </a:lnTo>
                      <a:lnTo>
                        <a:pt x="1112" y="660"/>
                      </a:lnTo>
                      <a:lnTo>
                        <a:pt x="1112" y="660"/>
                      </a:lnTo>
                      <a:lnTo>
                        <a:pt x="1114" y="660"/>
                      </a:lnTo>
                      <a:lnTo>
                        <a:pt x="1114" y="660"/>
                      </a:lnTo>
                      <a:lnTo>
                        <a:pt x="1114" y="658"/>
                      </a:lnTo>
                      <a:lnTo>
                        <a:pt x="1114" y="658"/>
                      </a:lnTo>
                      <a:lnTo>
                        <a:pt x="1122" y="660"/>
                      </a:lnTo>
                      <a:lnTo>
                        <a:pt x="1122" y="660"/>
                      </a:lnTo>
                      <a:lnTo>
                        <a:pt x="1120" y="662"/>
                      </a:lnTo>
                      <a:lnTo>
                        <a:pt x="1120" y="662"/>
                      </a:lnTo>
                      <a:lnTo>
                        <a:pt x="1120" y="662"/>
                      </a:lnTo>
                      <a:lnTo>
                        <a:pt x="1120" y="660"/>
                      </a:lnTo>
                      <a:lnTo>
                        <a:pt x="1120" y="660"/>
                      </a:lnTo>
                      <a:lnTo>
                        <a:pt x="1116" y="662"/>
                      </a:lnTo>
                      <a:lnTo>
                        <a:pt x="1116" y="662"/>
                      </a:lnTo>
                      <a:lnTo>
                        <a:pt x="1116" y="666"/>
                      </a:lnTo>
                      <a:lnTo>
                        <a:pt x="1110" y="670"/>
                      </a:lnTo>
                      <a:lnTo>
                        <a:pt x="1110" y="670"/>
                      </a:lnTo>
                      <a:lnTo>
                        <a:pt x="1108" y="672"/>
                      </a:lnTo>
                      <a:lnTo>
                        <a:pt x="1108" y="672"/>
                      </a:lnTo>
                      <a:lnTo>
                        <a:pt x="1110" y="678"/>
                      </a:lnTo>
                      <a:lnTo>
                        <a:pt x="1116" y="678"/>
                      </a:lnTo>
                      <a:lnTo>
                        <a:pt x="1116" y="678"/>
                      </a:lnTo>
                      <a:lnTo>
                        <a:pt x="1118" y="676"/>
                      </a:lnTo>
                      <a:lnTo>
                        <a:pt x="1118" y="676"/>
                      </a:lnTo>
                      <a:lnTo>
                        <a:pt x="1118" y="676"/>
                      </a:lnTo>
                      <a:lnTo>
                        <a:pt x="1132" y="676"/>
                      </a:lnTo>
                      <a:lnTo>
                        <a:pt x="1132" y="676"/>
                      </a:lnTo>
                      <a:lnTo>
                        <a:pt x="1140" y="676"/>
                      </a:lnTo>
                      <a:lnTo>
                        <a:pt x="1140" y="676"/>
                      </a:lnTo>
                      <a:lnTo>
                        <a:pt x="1140" y="678"/>
                      </a:lnTo>
                      <a:lnTo>
                        <a:pt x="1142" y="678"/>
                      </a:lnTo>
                      <a:lnTo>
                        <a:pt x="1142" y="678"/>
                      </a:lnTo>
                      <a:lnTo>
                        <a:pt x="1146" y="676"/>
                      </a:lnTo>
                      <a:lnTo>
                        <a:pt x="1148" y="674"/>
                      </a:lnTo>
                      <a:lnTo>
                        <a:pt x="1148" y="674"/>
                      </a:lnTo>
                      <a:lnTo>
                        <a:pt x="1148" y="678"/>
                      </a:lnTo>
                      <a:lnTo>
                        <a:pt x="1148" y="678"/>
                      </a:lnTo>
                      <a:lnTo>
                        <a:pt x="1168" y="674"/>
                      </a:lnTo>
                      <a:lnTo>
                        <a:pt x="1168" y="674"/>
                      </a:lnTo>
                      <a:lnTo>
                        <a:pt x="1166" y="680"/>
                      </a:lnTo>
                      <a:lnTo>
                        <a:pt x="1172" y="680"/>
                      </a:lnTo>
                      <a:lnTo>
                        <a:pt x="1172" y="680"/>
                      </a:lnTo>
                      <a:lnTo>
                        <a:pt x="1174" y="674"/>
                      </a:lnTo>
                      <a:lnTo>
                        <a:pt x="1174" y="674"/>
                      </a:lnTo>
                      <a:lnTo>
                        <a:pt x="1178" y="674"/>
                      </a:lnTo>
                      <a:lnTo>
                        <a:pt x="1178" y="674"/>
                      </a:lnTo>
                      <a:lnTo>
                        <a:pt x="1176" y="678"/>
                      </a:lnTo>
                      <a:lnTo>
                        <a:pt x="1176" y="678"/>
                      </a:lnTo>
                      <a:lnTo>
                        <a:pt x="1174" y="680"/>
                      </a:lnTo>
                      <a:lnTo>
                        <a:pt x="1172" y="682"/>
                      </a:lnTo>
                      <a:lnTo>
                        <a:pt x="1172" y="682"/>
                      </a:lnTo>
                      <a:lnTo>
                        <a:pt x="1170" y="686"/>
                      </a:lnTo>
                      <a:lnTo>
                        <a:pt x="1170" y="686"/>
                      </a:lnTo>
                      <a:lnTo>
                        <a:pt x="1166" y="688"/>
                      </a:lnTo>
                      <a:lnTo>
                        <a:pt x="1166" y="688"/>
                      </a:lnTo>
                      <a:lnTo>
                        <a:pt x="1166" y="692"/>
                      </a:lnTo>
                      <a:lnTo>
                        <a:pt x="1166" y="692"/>
                      </a:lnTo>
                      <a:lnTo>
                        <a:pt x="1170" y="692"/>
                      </a:lnTo>
                      <a:lnTo>
                        <a:pt x="1170" y="692"/>
                      </a:lnTo>
                      <a:lnTo>
                        <a:pt x="1174" y="688"/>
                      </a:lnTo>
                      <a:lnTo>
                        <a:pt x="1176" y="684"/>
                      </a:lnTo>
                      <a:lnTo>
                        <a:pt x="1176" y="684"/>
                      </a:lnTo>
                      <a:lnTo>
                        <a:pt x="1176" y="684"/>
                      </a:lnTo>
                      <a:lnTo>
                        <a:pt x="1176" y="682"/>
                      </a:lnTo>
                      <a:lnTo>
                        <a:pt x="1178" y="680"/>
                      </a:lnTo>
                      <a:lnTo>
                        <a:pt x="1178" y="680"/>
                      </a:lnTo>
                      <a:lnTo>
                        <a:pt x="1182" y="680"/>
                      </a:lnTo>
                      <a:lnTo>
                        <a:pt x="1182" y="680"/>
                      </a:lnTo>
                      <a:lnTo>
                        <a:pt x="1184" y="674"/>
                      </a:lnTo>
                      <a:lnTo>
                        <a:pt x="1188" y="674"/>
                      </a:lnTo>
                      <a:lnTo>
                        <a:pt x="1188" y="674"/>
                      </a:lnTo>
                      <a:lnTo>
                        <a:pt x="1188" y="678"/>
                      </a:lnTo>
                      <a:lnTo>
                        <a:pt x="1192" y="680"/>
                      </a:lnTo>
                      <a:lnTo>
                        <a:pt x="1192" y="680"/>
                      </a:lnTo>
                      <a:lnTo>
                        <a:pt x="1192" y="684"/>
                      </a:lnTo>
                      <a:lnTo>
                        <a:pt x="1192" y="684"/>
                      </a:lnTo>
                      <a:lnTo>
                        <a:pt x="1190" y="684"/>
                      </a:lnTo>
                      <a:lnTo>
                        <a:pt x="1188" y="684"/>
                      </a:lnTo>
                      <a:lnTo>
                        <a:pt x="1188" y="684"/>
                      </a:lnTo>
                      <a:lnTo>
                        <a:pt x="1188" y="692"/>
                      </a:lnTo>
                      <a:lnTo>
                        <a:pt x="1188" y="692"/>
                      </a:lnTo>
                      <a:lnTo>
                        <a:pt x="1192" y="690"/>
                      </a:lnTo>
                      <a:lnTo>
                        <a:pt x="1192" y="690"/>
                      </a:lnTo>
                      <a:lnTo>
                        <a:pt x="1192" y="686"/>
                      </a:lnTo>
                      <a:lnTo>
                        <a:pt x="1192" y="686"/>
                      </a:lnTo>
                      <a:lnTo>
                        <a:pt x="1196" y="688"/>
                      </a:lnTo>
                      <a:lnTo>
                        <a:pt x="1196" y="694"/>
                      </a:lnTo>
                      <a:lnTo>
                        <a:pt x="1196" y="694"/>
                      </a:lnTo>
                      <a:lnTo>
                        <a:pt x="1202" y="694"/>
                      </a:lnTo>
                      <a:lnTo>
                        <a:pt x="1202" y="694"/>
                      </a:lnTo>
                      <a:lnTo>
                        <a:pt x="1204" y="688"/>
                      </a:lnTo>
                      <a:lnTo>
                        <a:pt x="1204" y="688"/>
                      </a:lnTo>
                      <a:lnTo>
                        <a:pt x="1208" y="680"/>
                      </a:lnTo>
                      <a:lnTo>
                        <a:pt x="1208" y="676"/>
                      </a:lnTo>
                      <a:lnTo>
                        <a:pt x="1208" y="676"/>
                      </a:lnTo>
                      <a:lnTo>
                        <a:pt x="1206" y="678"/>
                      </a:lnTo>
                      <a:lnTo>
                        <a:pt x="1206" y="678"/>
                      </a:lnTo>
                      <a:close/>
                      <a:moveTo>
                        <a:pt x="1088" y="714"/>
                      </a:moveTo>
                      <a:lnTo>
                        <a:pt x="1088" y="712"/>
                      </a:lnTo>
                      <a:lnTo>
                        <a:pt x="1088" y="712"/>
                      </a:lnTo>
                      <a:lnTo>
                        <a:pt x="1084" y="712"/>
                      </a:lnTo>
                      <a:lnTo>
                        <a:pt x="1084" y="712"/>
                      </a:lnTo>
                      <a:lnTo>
                        <a:pt x="1086" y="704"/>
                      </a:lnTo>
                      <a:lnTo>
                        <a:pt x="1090" y="700"/>
                      </a:lnTo>
                      <a:lnTo>
                        <a:pt x="1090" y="700"/>
                      </a:lnTo>
                      <a:lnTo>
                        <a:pt x="1096" y="700"/>
                      </a:lnTo>
                      <a:lnTo>
                        <a:pt x="1096" y="700"/>
                      </a:lnTo>
                      <a:lnTo>
                        <a:pt x="1098" y="698"/>
                      </a:lnTo>
                      <a:lnTo>
                        <a:pt x="1100" y="696"/>
                      </a:lnTo>
                      <a:lnTo>
                        <a:pt x="1100" y="696"/>
                      </a:lnTo>
                      <a:lnTo>
                        <a:pt x="1098" y="694"/>
                      </a:lnTo>
                      <a:lnTo>
                        <a:pt x="1096" y="694"/>
                      </a:lnTo>
                      <a:lnTo>
                        <a:pt x="1096" y="696"/>
                      </a:lnTo>
                      <a:lnTo>
                        <a:pt x="1096" y="696"/>
                      </a:lnTo>
                      <a:lnTo>
                        <a:pt x="1092" y="698"/>
                      </a:lnTo>
                      <a:lnTo>
                        <a:pt x="1090" y="698"/>
                      </a:lnTo>
                      <a:lnTo>
                        <a:pt x="1086" y="696"/>
                      </a:lnTo>
                      <a:lnTo>
                        <a:pt x="1086" y="696"/>
                      </a:lnTo>
                      <a:lnTo>
                        <a:pt x="1080" y="700"/>
                      </a:lnTo>
                      <a:lnTo>
                        <a:pt x="1080" y="700"/>
                      </a:lnTo>
                      <a:lnTo>
                        <a:pt x="1082" y="704"/>
                      </a:lnTo>
                      <a:lnTo>
                        <a:pt x="1080" y="706"/>
                      </a:lnTo>
                      <a:lnTo>
                        <a:pt x="1078" y="706"/>
                      </a:lnTo>
                      <a:lnTo>
                        <a:pt x="1078" y="706"/>
                      </a:lnTo>
                      <a:lnTo>
                        <a:pt x="1076" y="710"/>
                      </a:lnTo>
                      <a:lnTo>
                        <a:pt x="1076" y="710"/>
                      </a:lnTo>
                      <a:lnTo>
                        <a:pt x="1076" y="712"/>
                      </a:lnTo>
                      <a:lnTo>
                        <a:pt x="1076" y="714"/>
                      </a:lnTo>
                      <a:lnTo>
                        <a:pt x="1074" y="716"/>
                      </a:lnTo>
                      <a:lnTo>
                        <a:pt x="1074" y="716"/>
                      </a:lnTo>
                      <a:lnTo>
                        <a:pt x="1074" y="722"/>
                      </a:lnTo>
                      <a:lnTo>
                        <a:pt x="1074" y="724"/>
                      </a:lnTo>
                      <a:lnTo>
                        <a:pt x="1076" y="726"/>
                      </a:lnTo>
                      <a:lnTo>
                        <a:pt x="1076" y="726"/>
                      </a:lnTo>
                      <a:lnTo>
                        <a:pt x="1082" y="728"/>
                      </a:lnTo>
                      <a:lnTo>
                        <a:pt x="1082" y="728"/>
                      </a:lnTo>
                      <a:lnTo>
                        <a:pt x="1082" y="726"/>
                      </a:lnTo>
                      <a:lnTo>
                        <a:pt x="1082" y="726"/>
                      </a:lnTo>
                      <a:lnTo>
                        <a:pt x="1082" y="724"/>
                      </a:lnTo>
                      <a:lnTo>
                        <a:pt x="1080" y="722"/>
                      </a:lnTo>
                      <a:lnTo>
                        <a:pt x="1082" y="718"/>
                      </a:lnTo>
                      <a:lnTo>
                        <a:pt x="1088" y="714"/>
                      </a:lnTo>
                      <a:lnTo>
                        <a:pt x="1088" y="714"/>
                      </a:lnTo>
                      <a:close/>
                      <a:moveTo>
                        <a:pt x="1070" y="654"/>
                      </a:moveTo>
                      <a:lnTo>
                        <a:pt x="1064" y="650"/>
                      </a:lnTo>
                      <a:lnTo>
                        <a:pt x="1064" y="650"/>
                      </a:lnTo>
                      <a:lnTo>
                        <a:pt x="1062" y="650"/>
                      </a:lnTo>
                      <a:lnTo>
                        <a:pt x="1062" y="650"/>
                      </a:lnTo>
                      <a:lnTo>
                        <a:pt x="1058" y="646"/>
                      </a:lnTo>
                      <a:lnTo>
                        <a:pt x="1056" y="642"/>
                      </a:lnTo>
                      <a:lnTo>
                        <a:pt x="1056" y="642"/>
                      </a:lnTo>
                      <a:lnTo>
                        <a:pt x="1052" y="642"/>
                      </a:lnTo>
                      <a:lnTo>
                        <a:pt x="1052" y="642"/>
                      </a:lnTo>
                      <a:lnTo>
                        <a:pt x="1046" y="640"/>
                      </a:lnTo>
                      <a:lnTo>
                        <a:pt x="1042" y="636"/>
                      </a:lnTo>
                      <a:lnTo>
                        <a:pt x="1042" y="636"/>
                      </a:lnTo>
                      <a:lnTo>
                        <a:pt x="1034" y="636"/>
                      </a:lnTo>
                      <a:lnTo>
                        <a:pt x="1034" y="636"/>
                      </a:lnTo>
                      <a:lnTo>
                        <a:pt x="1034" y="642"/>
                      </a:lnTo>
                      <a:lnTo>
                        <a:pt x="1034" y="642"/>
                      </a:lnTo>
                      <a:lnTo>
                        <a:pt x="1040" y="642"/>
                      </a:lnTo>
                      <a:lnTo>
                        <a:pt x="1044" y="646"/>
                      </a:lnTo>
                      <a:lnTo>
                        <a:pt x="1044" y="646"/>
                      </a:lnTo>
                      <a:lnTo>
                        <a:pt x="1044" y="650"/>
                      </a:lnTo>
                      <a:lnTo>
                        <a:pt x="1044" y="650"/>
                      </a:lnTo>
                      <a:lnTo>
                        <a:pt x="1048" y="650"/>
                      </a:lnTo>
                      <a:lnTo>
                        <a:pt x="1054" y="652"/>
                      </a:lnTo>
                      <a:lnTo>
                        <a:pt x="1054" y="652"/>
                      </a:lnTo>
                      <a:lnTo>
                        <a:pt x="1058" y="654"/>
                      </a:lnTo>
                      <a:lnTo>
                        <a:pt x="1062" y="656"/>
                      </a:lnTo>
                      <a:lnTo>
                        <a:pt x="1062" y="656"/>
                      </a:lnTo>
                      <a:lnTo>
                        <a:pt x="1068" y="658"/>
                      </a:lnTo>
                      <a:lnTo>
                        <a:pt x="1068" y="658"/>
                      </a:lnTo>
                      <a:lnTo>
                        <a:pt x="1068" y="656"/>
                      </a:lnTo>
                      <a:lnTo>
                        <a:pt x="1070" y="654"/>
                      </a:lnTo>
                      <a:lnTo>
                        <a:pt x="1070" y="654"/>
                      </a:lnTo>
                      <a:close/>
                      <a:moveTo>
                        <a:pt x="128" y="568"/>
                      </a:moveTo>
                      <a:lnTo>
                        <a:pt x="128" y="568"/>
                      </a:lnTo>
                      <a:lnTo>
                        <a:pt x="128" y="566"/>
                      </a:lnTo>
                      <a:lnTo>
                        <a:pt x="128" y="562"/>
                      </a:lnTo>
                      <a:lnTo>
                        <a:pt x="128" y="562"/>
                      </a:lnTo>
                      <a:lnTo>
                        <a:pt x="132" y="554"/>
                      </a:lnTo>
                      <a:lnTo>
                        <a:pt x="132" y="554"/>
                      </a:lnTo>
                      <a:lnTo>
                        <a:pt x="122" y="556"/>
                      </a:lnTo>
                      <a:lnTo>
                        <a:pt x="118" y="556"/>
                      </a:lnTo>
                      <a:lnTo>
                        <a:pt x="114" y="554"/>
                      </a:lnTo>
                      <a:lnTo>
                        <a:pt x="114" y="554"/>
                      </a:lnTo>
                      <a:lnTo>
                        <a:pt x="116" y="564"/>
                      </a:lnTo>
                      <a:lnTo>
                        <a:pt x="116" y="564"/>
                      </a:lnTo>
                      <a:lnTo>
                        <a:pt x="116" y="566"/>
                      </a:lnTo>
                      <a:lnTo>
                        <a:pt x="116" y="568"/>
                      </a:lnTo>
                      <a:lnTo>
                        <a:pt x="118" y="568"/>
                      </a:lnTo>
                      <a:lnTo>
                        <a:pt x="118" y="568"/>
                      </a:lnTo>
                      <a:lnTo>
                        <a:pt x="118" y="570"/>
                      </a:lnTo>
                      <a:lnTo>
                        <a:pt x="118" y="570"/>
                      </a:lnTo>
                      <a:lnTo>
                        <a:pt x="118" y="570"/>
                      </a:lnTo>
                      <a:lnTo>
                        <a:pt x="118" y="574"/>
                      </a:lnTo>
                      <a:lnTo>
                        <a:pt x="118" y="574"/>
                      </a:lnTo>
                      <a:lnTo>
                        <a:pt x="122" y="572"/>
                      </a:lnTo>
                      <a:lnTo>
                        <a:pt x="124" y="572"/>
                      </a:lnTo>
                      <a:lnTo>
                        <a:pt x="124" y="572"/>
                      </a:lnTo>
                      <a:lnTo>
                        <a:pt x="128" y="568"/>
                      </a:lnTo>
                      <a:lnTo>
                        <a:pt x="128" y="568"/>
                      </a:lnTo>
                      <a:close/>
                      <a:moveTo>
                        <a:pt x="552" y="194"/>
                      </a:moveTo>
                      <a:lnTo>
                        <a:pt x="552" y="194"/>
                      </a:lnTo>
                      <a:lnTo>
                        <a:pt x="550" y="192"/>
                      </a:lnTo>
                      <a:lnTo>
                        <a:pt x="550" y="192"/>
                      </a:lnTo>
                      <a:lnTo>
                        <a:pt x="550" y="188"/>
                      </a:lnTo>
                      <a:lnTo>
                        <a:pt x="550" y="182"/>
                      </a:lnTo>
                      <a:lnTo>
                        <a:pt x="550" y="182"/>
                      </a:lnTo>
                      <a:lnTo>
                        <a:pt x="548" y="180"/>
                      </a:lnTo>
                      <a:lnTo>
                        <a:pt x="548" y="180"/>
                      </a:lnTo>
                      <a:lnTo>
                        <a:pt x="544" y="180"/>
                      </a:lnTo>
                      <a:lnTo>
                        <a:pt x="542" y="182"/>
                      </a:lnTo>
                      <a:lnTo>
                        <a:pt x="542" y="182"/>
                      </a:lnTo>
                      <a:lnTo>
                        <a:pt x="532" y="180"/>
                      </a:lnTo>
                      <a:lnTo>
                        <a:pt x="526" y="178"/>
                      </a:lnTo>
                      <a:lnTo>
                        <a:pt x="522" y="172"/>
                      </a:lnTo>
                      <a:lnTo>
                        <a:pt x="520" y="166"/>
                      </a:lnTo>
                      <a:lnTo>
                        <a:pt x="518" y="166"/>
                      </a:lnTo>
                      <a:lnTo>
                        <a:pt x="518" y="166"/>
                      </a:lnTo>
                      <a:lnTo>
                        <a:pt x="518" y="174"/>
                      </a:lnTo>
                      <a:lnTo>
                        <a:pt x="518" y="174"/>
                      </a:lnTo>
                      <a:lnTo>
                        <a:pt x="516" y="172"/>
                      </a:lnTo>
                      <a:lnTo>
                        <a:pt x="516" y="172"/>
                      </a:lnTo>
                      <a:lnTo>
                        <a:pt x="510" y="172"/>
                      </a:lnTo>
                      <a:lnTo>
                        <a:pt x="508" y="172"/>
                      </a:lnTo>
                      <a:lnTo>
                        <a:pt x="508" y="172"/>
                      </a:lnTo>
                      <a:lnTo>
                        <a:pt x="506" y="168"/>
                      </a:lnTo>
                      <a:lnTo>
                        <a:pt x="506" y="168"/>
                      </a:lnTo>
                      <a:lnTo>
                        <a:pt x="502" y="164"/>
                      </a:lnTo>
                      <a:lnTo>
                        <a:pt x="498" y="158"/>
                      </a:lnTo>
                      <a:lnTo>
                        <a:pt x="498" y="158"/>
                      </a:lnTo>
                      <a:lnTo>
                        <a:pt x="498" y="154"/>
                      </a:lnTo>
                      <a:lnTo>
                        <a:pt x="496" y="148"/>
                      </a:lnTo>
                      <a:lnTo>
                        <a:pt x="496" y="148"/>
                      </a:lnTo>
                      <a:lnTo>
                        <a:pt x="494" y="148"/>
                      </a:lnTo>
                      <a:lnTo>
                        <a:pt x="490" y="146"/>
                      </a:lnTo>
                      <a:lnTo>
                        <a:pt x="490" y="146"/>
                      </a:lnTo>
                      <a:lnTo>
                        <a:pt x="490" y="142"/>
                      </a:lnTo>
                      <a:lnTo>
                        <a:pt x="490" y="138"/>
                      </a:lnTo>
                      <a:lnTo>
                        <a:pt x="490" y="138"/>
                      </a:lnTo>
                      <a:lnTo>
                        <a:pt x="488" y="134"/>
                      </a:lnTo>
                      <a:lnTo>
                        <a:pt x="486" y="132"/>
                      </a:lnTo>
                      <a:lnTo>
                        <a:pt x="486" y="132"/>
                      </a:lnTo>
                      <a:lnTo>
                        <a:pt x="486" y="130"/>
                      </a:lnTo>
                      <a:lnTo>
                        <a:pt x="486" y="130"/>
                      </a:lnTo>
                      <a:lnTo>
                        <a:pt x="482" y="128"/>
                      </a:lnTo>
                      <a:lnTo>
                        <a:pt x="478" y="130"/>
                      </a:lnTo>
                      <a:lnTo>
                        <a:pt x="478" y="130"/>
                      </a:lnTo>
                      <a:lnTo>
                        <a:pt x="474" y="128"/>
                      </a:lnTo>
                      <a:lnTo>
                        <a:pt x="470" y="128"/>
                      </a:lnTo>
                      <a:lnTo>
                        <a:pt x="468" y="130"/>
                      </a:lnTo>
                      <a:lnTo>
                        <a:pt x="468" y="130"/>
                      </a:lnTo>
                      <a:lnTo>
                        <a:pt x="466" y="130"/>
                      </a:lnTo>
                      <a:lnTo>
                        <a:pt x="462" y="130"/>
                      </a:lnTo>
                      <a:lnTo>
                        <a:pt x="460" y="126"/>
                      </a:lnTo>
                      <a:lnTo>
                        <a:pt x="458" y="126"/>
                      </a:lnTo>
                      <a:lnTo>
                        <a:pt x="458" y="126"/>
                      </a:lnTo>
                      <a:lnTo>
                        <a:pt x="454" y="134"/>
                      </a:lnTo>
                      <a:lnTo>
                        <a:pt x="454" y="134"/>
                      </a:lnTo>
                      <a:lnTo>
                        <a:pt x="454" y="136"/>
                      </a:lnTo>
                      <a:lnTo>
                        <a:pt x="454" y="140"/>
                      </a:lnTo>
                      <a:lnTo>
                        <a:pt x="454" y="140"/>
                      </a:lnTo>
                      <a:lnTo>
                        <a:pt x="450" y="142"/>
                      </a:lnTo>
                      <a:lnTo>
                        <a:pt x="446" y="144"/>
                      </a:lnTo>
                      <a:lnTo>
                        <a:pt x="446" y="144"/>
                      </a:lnTo>
                      <a:lnTo>
                        <a:pt x="444" y="138"/>
                      </a:lnTo>
                      <a:lnTo>
                        <a:pt x="446" y="132"/>
                      </a:lnTo>
                      <a:lnTo>
                        <a:pt x="450" y="120"/>
                      </a:lnTo>
                      <a:lnTo>
                        <a:pt x="450" y="120"/>
                      </a:lnTo>
                      <a:lnTo>
                        <a:pt x="448" y="120"/>
                      </a:lnTo>
                      <a:lnTo>
                        <a:pt x="442" y="112"/>
                      </a:lnTo>
                      <a:lnTo>
                        <a:pt x="442" y="112"/>
                      </a:lnTo>
                      <a:lnTo>
                        <a:pt x="442" y="110"/>
                      </a:lnTo>
                      <a:lnTo>
                        <a:pt x="442" y="110"/>
                      </a:lnTo>
                      <a:lnTo>
                        <a:pt x="440" y="108"/>
                      </a:lnTo>
                      <a:lnTo>
                        <a:pt x="438" y="108"/>
                      </a:lnTo>
                      <a:lnTo>
                        <a:pt x="438" y="110"/>
                      </a:lnTo>
                      <a:lnTo>
                        <a:pt x="438" y="110"/>
                      </a:lnTo>
                      <a:lnTo>
                        <a:pt x="434" y="106"/>
                      </a:lnTo>
                      <a:lnTo>
                        <a:pt x="434" y="106"/>
                      </a:lnTo>
                      <a:lnTo>
                        <a:pt x="428" y="106"/>
                      </a:lnTo>
                      <a:lnTo>
                        <a:pt x="428" y="106"/>
                      </a:lnTo>
                      <a:lnTo>
                        <a:pt x="428" y="110"/>
                      </a:lnTo>
                      <a:lnTo>
                        <a:pt x="428" y="110"/>
                      </a:lnTo>
                      <a:lnTo>
                        <a:pt x="426" y="112"/>
                      </a:lnTo>
                      <a:lnTo>
                        <a:pt x="422" y="114"/>
                      </a:lnTo>
                      <a:lnTo>
                        <a:pt x="422" y="114"/>
                      </a:lnTo>
                      <a:lnTo>
                        <a:pt x="422" y="120"/>
                      </a:lnTo>
                      <a:lnTo>
                        <a:pt x="422" y="120"/>
                      </a:lnTo>
                      <a:lnTo>
                        <a:pt x="418" y="120"/>
                      </a:lnTo>
                      <a:lnTo>
                        <a:pt x="418" y="120"/>
                      </a:lnTo>
                      <a:lnTo>
                        <a:pt x="418" y="118"/>
                      </a:lnTo>
                      <a:lnTo>
                        <a:pt x="416" y="118"/>
                      </a:lnTo>
                      <a:lnTo>
                        <a:pt x="416" y="118"/>
                      </a:lnTo>
                      <a:lnTo>
                        <a:pt x="416" y="114"/>
                      </a:lnTo>
                      <a:lnTo>
                        <a:pt x="416" y="114"/>
                      </a:lnTo>
                      <a:lnTo>
                        <a:pt x="412" y="110"/>
                      </a:lnTo>
                      <a:lnTo>
                        <a:pt x="406" y="106"/>
                      </a:lnTo>
                      <a:lnTo>
                        <a:pt x="406" y="106"/>
                      </a:lnTo>
                      <a:lnTo>
                        <a:pt x="396" y="104"/>
                      </a:lnTo>
                      <a:lnTo>
                        <a:pt x="396" y="104"/>
                      </a:lnTo>
                      <a:lnTo>
                        <a:pt x="394" y="116"/>
                      </a:lnTo>
                      <a:lnTo>
                        <a:pt x="394" y="116"/>
                      </a:lnTo>
                      <a:lnTo>
                        <a:pt x="394" y="118"/>
                      </a:lnTo>
                      <a:lnTo>
                        <a:pt x="396" y="120"/>
                      </a:lnTo>
                      <a:lnTo>
                        <a:pt x="396" y="120"/>
                      </a:lnTo>
                      <a:lnTo>
                        <a:pt x="396" y="130"/>
                      </a:lnTo>
                      <a:lnTo>
                        <a:pt x="396" y="130"/>
                      </a:lnTo>
                      <a:lnTo>
                        <a:pt x="392" y="132"/>
                      </a:lnTo>
                      <a:lnTo>
                        <a:pt x="392" y="132"/>
                      </a:lnTo>
                      <a:lnTo>
                        <a:pt x="390" y="128"/>
                      </a:lnTo>
                      <a:lnTo>
                        <a:pt x="390" y="128"/>
                      </a:lnTo>
                      <a:lnTo>
                        <a:pt x="384" y="128"/>
                      </a:lnTo>
                      <a:lnTo>
                        <a:pt x="384" y="128"/>
                      </a:lnTo>
                      <a:lnTo>
                        <a:pt x="374" y="118"/>
                      </a:lnTo>
                      <a:lnTo>
                        <a:pt x="374" y="118"/>
                      </a:lnTo>
                      <a:lnTo>
                        <a:pt x="374" y="116"/>
                      </a:lnTo>
                      <a:lnTo>
                        <a:pt x="374" y="114"/>
                      </a:lnTo>
                      <a:lnTo>
                        <a:pt x="376" y="110"/>
                      </a:lnTo>
                      <a:lnTo>
                        <a:pt x="376" y="110"/>
                      </a:lnTo>
                      <a:lnTo>
                        <a:pt x="374" y="102"/>
                      </a:lnTo>
                      <a:lnTo>
                        <a:pt x="374" y="96"/>
                      </a:lnTo>
                      <a:lnTo>
                        <a:pt x="374" y="96"/>
                      </a:lnTo>
                      <a:lnTo>
                        <a:pt x="364" y="94"/>
                      </a:lnTo>
                      <a:lnTo>
                        <a:pt x="364" y="94"/>
                      </a:lnTo>
                      <a:lnTo>
                        <a:pt x="358" y="100"/>
                      </a:lnTo>
                      <a:lnTo>
                        <a:pt x="350" y="106"/>
                      </a:lnTo>
                      <a:lnTo>
                        <a:pt x="348" y="108"/>
                      </a:lnTo>
                      <a:lnTo>
                        <a:pt x="348" y="108"/>
                      </a:lnTo>
                      <a:lnTo>
                        <a:pt x="340" y="108"/>
                      </a:lnTo>
                      <a:lnTo>
                        <a:pt x="336" y="108"/>
                      </a:lnTo>
                      <a:lnTo>
                        <a:pt x="336" y="108"/>
                      </a:lnTo>
                      <a:lnTo>
                        <a:pt x="330" y="110"/>
                      </a:lnTo>
                      <a:lnTo>
                        <a:pt x="326" y="112"/>
                      </a:lnTo>
                      <a:lnTo>
                        <a:pt x="326" y="112"/>
                      </a:lnTo>
                      <a:lnTo>
                        <a:pt x="324" y="114"/>
                      </a:lnTo>
                      <a:lnTo>
                        <a:pt x="320" y="114"/>
                      </a:lnTo>
                      <a:lnTo>
                        <a:pt x="320" y="114"/>
                      </a:lnTo>
                      <a:lnTo>
                        <a:pt x="318" y="116"/>
                      </a:lnTo>
                      <a:lnTo>
                        <a:pt x="316" y="120"/>
                      </a:lnTo>
                      <a:lnTo>
                        <a:pt x="316" y="130"/>
                      </a:lnTo>
                      <a:lnTo>
                        <a:pt x="316" y="130"/>
                      </a:lnTo>
                      <a:lnTo>
                        <a:pt x="310" y="130"/>
                      </a:lnTo>
                      <a:lnTo>
                        <a:pt x="310" y="130"/>
                      </a:lnTo>
                      <a:lnTo>
                        <a:pt x="310" y="132"/>
                      </a:lnTo>
                      <a:lnTo>
                        <a:pt x="310" y="134"/>
                      </a:lnTo>
                      <a:lnTo>
                        <a:pt x="310" y="134"/>
                      </a:lnTo>
                      <a:lnTo>
                        <a:pt x="306" y="138"/>
                      </a:lnTo>
                      <a:lnTo>
                        <a:pt x="302" y="142"/>
                      </a:lnTo>
                      <a:lnTo>
                        <a:pt x="302" y="142"/>
                      </a:lnTo>
                      <a:lnTo>
                        <a:pt x="300" y="142"/>
                      </a:lnTo>
                      <a:lnTo>
                        <a:pt x="300" y="142"/>
                      </a:lnTo>
                      <a:lnTo>
                        <a:pt x="302" y="146"/>
                      </a:lnTo>
                      <a:lnTo>
                        <a:pt x="304" y="148"/>
                      </a:lnTo>
                      <a:lnTo>
                        <a:pt x="308" y="148"/>
                      </a:lnTo>
                      <a:lnTo>
                        <a:pt x="308" y="148"/>
                      </a:lnTo>
                      <a:lnTo>
                        <a:pt x="312" y="148"/>
                      </a:lnTo>
                      <a:lnTo>
                        <a:pt x="314" y="148"/>
                      </a:lnTo>
                      <a:lnTo>
                        <a:pt x="314" y="146"/>
                      </a:lnTo>
                      <a:lnTo>
                        <a:pt x="316" y="144"/>
                      </a:lnTo>
                      <a:lnTo>
                        <a:pt x="316" y="144"/>
                      </a:lnTo>
                      <a:lnTo>
                        <a:pt x="318" y="144"/>
                      </a:lnTo>
                      <a:lnTo>
                        <a:pt x="320" y="146"/>
                      </a:lnTo>
                      <a:lnTo>
                        <a:pt x="320" y="146"/>
                      </a:lnTo>
                      <a:lnTo>
                        <a:pt x="318" y="146"/>
                      </a:lnTo>
                      <a:lnTo>
                        <a:pt x="318" y="146"/>
                      </a:lnTo>
                      <a:lnTo>
                        <a:pt x="318" y="148"/>
                      </a:lnTo>
                      <a:lnTo>
                        <a:pt x="318" y="148"/>
                      </a:lnTo>
                      <a:lnTo>
                        <a:pt x="322" y="150"/>
                      </a:lnTo>
                      <a:lnTo>
                        <a:pt x="322" y="150"/>
                      </a:lnTo>
                      <a:lnTo>
                        <a:pt x="322" y="150"/>
                      </a:lnTo>
                      <a:lnTo>
                        <a:pt x="314" y="150"/>
                      </a:lnTo>
                      <a:lnTo>
                        <a:pt x="314" y="154"/>
                      </a:lnTo>
                      <a:lnTo>
                        <a:pt x="326" y="154"/>
                      </a:lnTo>
                      <a:lnTo>
                        <a:pt x="326" y="154"/>
                      </a:lnTo>
                      <a:lnTo>
                        <a:pt x="328" y="148"/>
                      </a:lnTo>
                      <a:lnTo>
                        <a:pt x="328" y="148"/>
                      </a:lnTo>
                      <a:lnTo>
                        <a:pt x="334" y="150"/>
                      </a:lnTo>
                      <a:lnTo>
                        <a:pt x="340" y="152"/>
                      </a:lnTo>
                      <a:lnTo>
                        <a:pt x="340" y="152"/>
                      </a:lnTo>
                      <a:lnTo>
                        <a:pt x="344" y="148"/>
                      </a:lnTo>
                      <a:lnTo>
                        <a:pt x="344" y="148"/>
                      </a:lnTo>
                      <a:lnTo>
                        <a:pt x="352" y="146"/>
                      </a:lnTo>
                      <a:lnTo>
                        <a:pt x="360" y="148"/>
                      </a:lnTo>
                      <a:lnTo>
                        <a:pt x="360" y="148"/>
                      </a:lnTo>
                      <a:lnTo>
                        <a:pt x="360" y="150"/>
                      </a:lnTo>
                      <a:lnTo>
                        <a:pt x="360" y="150"/>
                      </a:lnTo>
                      <a:lnTo>
                        <a:pt x="352" y="150"/>
                      </a:lnTo>
                      <a:lnTo>
                        <a:pt x="344" y="152"/>
                      </a:lnTo>
                      <a:lnTo>
                        <a:pt x="344" y="152"/>
                      </a:lnTo>
                      <a:lnTo>
                        <a:pt x="344" y="156"/>
                      </a:lnTo>
                      <a:lnTo>
                        <a:pt x="344" y="156"/>
                      </a:lnTo>
                      <a:lnTo>
                        <a:pt x="342" y="156"/>
                      </a:lnTo>
                      <a:lnTo>
                        <a:pt x="340" y="154"/>
                      </a:lnTo>
                      <a:lnTo>
                        <a:pt x="340" y="154"/>
                      </a:lnTo>
                      <a:lnTo>
                        <a:pt x="336" y="156"/>
                      </a:lnTo>
                      <a:lnTo>
                        <a:pt x="334" y="156"/>
                      </a:lnTo>
                      <a:lnTo>
                        <a:pt x="334" y="156"/>
                      </a:lnTo>
                      <a:lnTo>
                        <a:pt x="322" y="160"/>
                      </a:lnTo>
                      <a:lnTo>
                        <a:pt x="318" y="162"/>
                      </a:lnTo>
                      <a:lnTo>
                        <a:pt x="318" y="164"/>
                      </a:lnTo>
                      <a:lnTo>
                        <a:pt x="320" y="166"/>
                      </a:lnTo>
                      <a:lnTo>
                        <a:pt x="320" y="166"/>
                      </a:lnTo>
                      <a:lnTo>
                        <a:pt x="324" y="168"/>
                      </a:lnTo>
                      <a:lnTo>
                        <a:pt x="330" y="170"/>
                      </a:lnTo>
                      <a:lnTo>
                        <a:pt x="330" y="170"/>
                      </a:lnTo>
                      <a:lnTo>
                        <a:pt x="330" y="168"/>
                      </a:lnTo>
                      <a:lnTo>
                        <a:pt x="332" y="166"/>
                      </a:lnTo>
                      <a:lnTo>
                        <a:pt x="332" y="166"/>
                      </a:lnTo>
                      <a:lnTo>
                        <a:pt x="334" y="168"/>
                      </a:lnTo>
                      <a:lnTo>
                        <a:pt x="338" y="170"/>
                      </a:lnTo>
                      <a:lnTo>
                        <a:pt x="338" y="170"/>
                      </a:lnTo>
                      <a:lnTo>
                        <a:pt x="346" y="168"/>
                      </a:lnTo>
                      <a:lnTo>
                        <a:pt x="346" y="168"/>
                      </a:lnTo>
                      <a:lnTo>
                        <a:pt x="358" y="168"/>
                      </a:lnTo>
                      <a:lnTo>
                        <a:pt x="358" y="168"/>
                      </a:lnTo>
                      <a:lnTo>
                        <a:pt x="360" y="168"/>
                      </a:lnTo>
                      <a:lnTo>
                        <a:pt x="364" y="170"/>
                      </a:lnTo>
                      <a:lnTo>
                        <a:pt x="364" y="170"/>
                      </a:lnTo>
                      <a:lnTo>
                        <a:pt x="368" y="168"/>
                      </a:lnTo>
                      <a:lnTo>
                        <a:pt x="374" y="166"/>
                      </a:lnTo>
                      <a:lnTo>
                        <a:pt x="374" y="166"/>
                      </a:lnTo>
                      <a:lnTo>
                        <a:pt x="376" y="168"/>
                      </a:lnTo>
                      <a:lnTo>
                        <a:pt x="376" y="168"/>
                      </a:lnTo>
                      <a:lnTo>
                        <a:pt x="380" y="170"/>
                      </a:lnTo>
                      <a:lnTo>
                        <a:pt x="380" y="170"/>
                      </a:lnTo>
                      <a:lnTo>
                        <a:pt x="384" y="168"/>
                      </a:lnTo>
                      <a:lnTo>
                        <a:pt x="386" y="164"/>
                      </a:lnTo>
                      <a:lnTo>
                        <a:pt x="386" y="164"/>
                      </a:lnTo>
                      <a:lnTo>
                        <a:pt x="390" y="166"/>
                      </a:lnTo>
                      <a:lnTo>
                        <a:pt x="392" y="168"/>
                      </a:lnTo>
                      <a:lnTo>
                        <a:pt x="392" y="168"/>
                      </a:lnTo>
                      <a:lnTo>
                        <a:pt x="392" y="170"/>
                      </a:lnTo>
                      <a:lnTo>
                        <a:pt x="392" y="170"/>
                      </a:lnTo>
                      <a:lnTo>
                        <a:pt x="398" y="170"/>
                      </a:lnTo>
                      <a:lnTo>
                        <a:pt x="398" y="170"/>
                      </a:lnTo>
                      <a:lnTo>
                        <a:pt x="400" y="168"/>
                      </a:lnTo>
                      <a:lnTo>
                        <a:pt x="404" y="166"/>
                      </a:lnTo>
                      <a:lnTo>
                        <a:pt x="404" y="166"/>
                      </a:lnTo>
                      <a:lnTo>
                        <a:pt x="404" y="166"/>
                      </a:lnTo>
                      <a:lnTo>
                        <a:pt x="406" y="168"/>
                      </a:lnTo>
                      <a:lnTo>
                        <a:pt x="406" y="168"/>
                      </a:lnTo>
                      <a:lnTo>
                        <a:pt x="406" y="170"/>
                      </a:lnTo>
                      <a:lnTo>
                        <a:pt x="406" y="170"/>
                      </a:lnTo>
                      <a:lnTo>
                        <a:pt x="402" y="170"/>
                      </a:lnTo>
                      <a:lnTo>
                        <a:pt x="402" y="170"/>
                      </a:lnTo>
                      <a:lnTo>
                        <a:pt x="402" y="174"/>
                      </a:lnTo>
                      <a:lnTo>
                        <a:pt x="396" y="176"/>
                      </a:lnTo>
                      <a:lnTo>
                        <a:pt x="396" y="176"/>
                      </a:lnTo>
                      <a:lnTo>
                        <a:pt x="396" y="180"/>
                      </a:lnTo>
                      <a:lnTo>
                        <a:pt x="396" y="180"/>
                      </a:lnTo>
                      <a:lnTo>
                        <a:pt x="388" y="180"/>
                      </a:lnTo>
                      <a:lnTo>
                        <a:pt x="378" y="180"/>
                      </a:lnTo>
                      <a:lnTo>
                        <a:pt x="378" y="180"/>
                      </a:lnTo>
                      <a:lnTo>
                        <a:pt x="374" y="176"/>
                      </a:lnTo>
                      <a:lnTo>
                        <a:pt x="374" y="176"/>
                      </a:lnTo>
                      <a:lnTo>
                        <a:pt x="358" y="180"/>
                      </a:lnTo>
                      <a:lnTo>
                        <a:pt x="358" y="180"/>
                      </a:lnTo>
                      <a:lnTo>
                        <a:pt x="356" y="182"/>
                      </a:lnTo>
                      <a:lnTo>
                        <a:pt x="356" y="182"/>
                      </a:lnTo>
                      <a:lnTo>
                        <a:pt x="352" y="184"/>
                      </a:lnTo>
                      <a:lnTo>
                        <a:pt x="344" y="184"/>
                      </a:lnTo>
                      <a:lnTo>
                        <a:pt x="332" y="182"/>
                      </a:lnTo>
                      <a:lnTo>
                        <a:pt x="332" y="182"/>
                      </a:lnTo>
                      <a:lnTo>
                        <a:pt x="334" y="184"/>
                      </a:lnTo>
                      <a:lnTo>
                        <a:pt x="332" y="188"/>
                      </a:lnTo>
                      <a:lnTo>
                        <a:pt x="332" y="190"/>
                      </a:lnTo>
                      <a:lnTo>
                        <a:pt x="332" y="190"/>
                      </a:lnTo>
                      <a:lnTo>
                        <a:pt x="332" y="194"/>
                      </a:lnTo>
                      <a:lnTo>
                        <a:pt x="334" y="194"/>
                      </a:lnTo>
                      <a:lnTo>
                        <a:pt x="334" y="194"/>
                      </a:lnTo>
                      <a:lnTo>
                        <a:pt x="334" y="198"/>
                      </a:lnTo>
                      <a:lnTo>
                        <a:pt x="334" y="198"/>
                      </a:lnTo>
                      <a:lnTo>
                        <a:pt x="340" y="200"/>
                      </a:lnTo>
                      <a:lnTo>
                        <a:pt x="340" y="200"/>
                      </a:lnTo>
                      <a:lnTo>
                        <a:pt x="340" y="204"/>
                      </a:lnTo>
                      <a:lnTo>
                        <a:pt x="340" y="204"/>
                      </a:lnTo>
                      <a:lnTo>
                        <a:pt x="346" y="206"/>
                      </a:lnTo>
                      <a:lnTo>
                        <a:pt x="354" y="208"/>
                      </a:lnTo>
                      <a:lnTo>
                        <a:pt x="354" y="208"/>
                      </a:lnTo>
                      <a:lnTo>
                        <a:pt x="358" y="208"/>
                      </a:lnTo>
                      <a:lnTo>
                        <a:pt x="358" y="208"/>
                      </a:lnTo>
                      <a:lnTo>
                        <a:pt x="364" y="208"/>
                      </a:lnTo>
                      <a:lnTo>
                        <a:pt x="370" y="210"/>
                      </a:lnTo>
                      <a:lnTo>
                        <a:pt x="370" y="210"/>
                      </a:lnTo>
                      <a:lnTo>
                        <a:pt x="372" y="216"/>
                      </a:lnTo>
                      <a:lnTo>
                        <a:pt x="374" y="222"/>
                      </a:lnTo>
                      <a:lnTo>
                        <a:pt x="374" y="222"/>
                      </a:lnTo>
                      <a:lnTo>
                        <a:pt x="376" y="222"/>
                      </a:lnTo>
                      <a:lnTo>
                        <a:pt x="380" y="222"/>
                      </a:lnTo>
                      <a:lnTo>
                        <a:pt x="382" y="224"/>
                      </a:lnTo>
                      <a:lnTo>
                        <a:pt x="382" y="224"/>
                      </a:lnTo>
                      <a:lnTo>
                        <a:pt x="384" y="224"/>
                      </a:lnTo>
                      <a:lnTo>
                        <a:pt x="384" y="226"/>
                      </a:lnTo>
                      <a:lnTo>
                        <a:pt x="384" y="226"/>
                      </a:lnTo>
                      <a:lnTo>
                        <a:pt x="390" y="226"/>
                      </a:lnTo>
                      <a:lnTo>
                        <a:pt x="396" y="224"/>
                      </a:lnTo>
                      <a:lnTo>
                        <a:pt x="396" y="224"/>
                      </a:lnTo>
                      <a:lnTo>
                        <a:pt x="396" y="222"/>
                      </a:lnTo>
                      <a:lnTo>
                        <a:pt x="396" y="222"/>
                      </a:lnTo>
                      <a:lnTo>
                        <a:pt x="400" y="220"/>
                      </a:lnTo>
                      <a:lnTo>
                        <a:pt x="400" y="220"/>
                      </a:lnTo>
                      <a:lnTo>
                        <a:pt x="404" y="220"/>
                      </a:lnTo>
                      <a:lnTo>
                        <a:pt x="406" y="222"/>
                      </a:lnTo>
                      <a:lnTo>
                        <a:pt x="406" y="222"/>
                      </a:lnTo>
                      <a:lnTo>
                        <a:pt x="420" y="222"/>
                      </a:lnTo>
                      <a:lnTo>
                        <a:pt x="420" y="220"/>
                      </a:lnTo>
                      <a:lnTo>
                        <a:pt x="420" y="220"/>
                      </a:lnTo>
                      <a:lnTo>
                        <a:pt x="428" y="218"/>
                      </a:lnTo>
                      <a:lnTo>
                        <a:pt x="428" y="218"/>
                      </a:lnTo>
                      <a:lnTo>
                        <a:pt x="434" y="218"/>
                      </a:lnTo>
                      <a:lnTo>
                        <a:pt x="436" y="214"/>
                      </a:lnTo>
                      <a:lnTo>
                        <a:pt x="436" y="214"/>
                      </a:lnTo>
                      <a:lnTo>
                        <a:pt x="436" y="214"/>
                      </a:lnTo>
                      <a:lnTo>
                        <a:pt x="440" y="214"/>
                      </a:lnTo>
                      <a:lnTo>
                        <a:pt x="440" y="214"/>
                      </a:lnTo>
                      <a:lnTo>
                        <a:pt x="446" y="212"/>
                      </a:lnTo>
                      <a:lnTo>
                        <a:pt x="452" y="208"/>
                      </a:lnTo>
                      <a:lnTo>
                        <a:pt x="452" y="208"/>
                      </a:lnTo>
                      <a:lnTo>
                        <a:pt x="458" y="208"/>
                      </a:lnTo>
                      <a:lnTo>
                        <a:pt x="462" y="206"/>
                      </a:lnTo>
                      <a:lnTo>
                        <a:pt x="462" y="206"/>
                      </a:lnTo>
                      <a:lnTo>
                        <a:pt x="466" y="200"/>
                      </a:lnTo>
                      <a:lnTo>
                        <a:pt x="466" y="200"/>
                      </a:lnTo>
                      <a:lnTo>
                        <a:pt x="468" y="200"/>
                      </a:lnTo>
                      <a:lnTo>
                        <a:pt x="472" y="200"/>
                      </a:lnTo>
                      <a:lnTo>
                        <a:pt x="472" y="200"/>
                      </a:lnTo>
                      <a:lnTo>
                        <a:pt x="478" y="194"/>
                      </a:lnTo>
                      <a:lnTo>
                        <a:pt x="478" y="192"/>
                      </a:lnTo>
                      <a:lnTo>
                        <a:pt x="478" y="192"/>
                      </a:lnTo>
                      <a:lnTo>
                        <a:pt x="482" y="194"/>
                      </a:lnTo>
                      <a:lnTo>
                        <a:pt x="484" y="194"/>
                      </a:lnTo>
                      <a:lnTo>
                        <a:pt x="484" y="194"/>
                      </a:lnTo>
                      <a:lnTo>
                        <a:pt x="480" y="204"/>
                      </a:lnTo>
                      <a:lnTo>
                        <a:pt x="480" y="204"/>
                      </a:lnTo>
                      <a:lnTo>
                        <a:pt x="482" y="206"/>
                      </a:lnTo>
                      <a:lnTo>
                        <a:pt x="482" y="206"/>
                      </a:lnTo>
                      <a:lnTo>
                        <a:pt x="492" y="208"/>
                      </a:lnTo>
                      <a:lnTo>
                        <a:pt x="492" y="208"/>
                      </a:lnTo>
                      <a:lnTo>
                        <a:pt x="492" y="212"/>
                      </a:lnTo>
                      <a:lnTo>
                        <a:pt x="492" y="212"/>
                      </a:lnTo>
                      <a:lnTo>
                        <a:pt x="496" y="212"/>
                      </a:lnTo>
                      <a:lnTo>
                        <a:pt x="496" y="212"/>
                      </a:lnTo>
                      <a:lnTo>
                        <a:pt x="498" y="210"/>
                      </a:lnTo>
                      <a:lnTo>
                        <a:pt x="498" y="210"/>
                      </a:lnTo>
                      <a:lnTo>
                        <a:pt x="502" y="212"/>
                      </a:lnTo>
                      <a:lnTo>
                        <a:pt x="508" y="214"/>
                      </a:lnTo>
                      <a:lnTo>
                        <a:pt x="508" y="214"/>
                      </a:lnTo>
                      <a:lnTo>
                        <a:pt x="510" y="214"/>
                      </a:lnTo>
                      <a:lnTo>
                        <a:pt x="512" y="212"/>
                      </a:lnTo>
                      <a:lnTo>
                        <a:pt x="512" y="212"/>
                      </a:lnTo>
                      <a:lnTo>
                        <a:pt x="514" y="216"/>
                      </a:lnTo>
                      <a:lnTo>
                        <a:pt x="516" y="216"/>
                      </a:lnTo>
                      <a:lnTo>
                        <a:pt x="518" y="216"/>
                      </a:lnTo>
                      <a:lnTo>
                        <a:pt x="518" y="216"/>
                      </a:lnTo>
                      <a:lnTo>
                        <a:pt x="520" y="216"/>
                      </a:lnTo>
                      <a:lnTo>
                        <a:pt x="520" y="212"/>
                      </a:lnTo>
                      <a:lnTo>
                        <a:pt x="520" y="212"/>
                      </a:lnTo>
                      <a:lnTo>
                        <a:pt x="528" y="214"/>
                      </a:lnTo>
                      <a:lnTo>
                        <a:pt x="530" y="210"/>
                      </a:lnTo>
                      <a:lnTo>
                        <a:pt x="530" y="210"/>
                      </a:lnTo>
                      <a:lnTo>
                        <a:pt x="534" y="210"/>
                      </a:lnTo>
                      <a:lnTo>
                        <a:pt x="536" y="208"/>
                      </a:lnTo>
                      <a:lnTo>
                        <a:pt x="536" y="208"/>
                      </a:lnTo>
                      <a:lnTo>
                        <a:pt x="538" y="206"/>
                      </a:lnTo>
                      <a:lnTo>
                        <a:pt x="538" y="204"/>
                      </a:lnTo>
                      <a:lnTo>
                        <a:pt x="538" y="204"/>
                      </a:lnTo>
                      <a:lnTo>
                        <a:pt x="536" y="204"/>
                      </a:lnTo>
                      <a:lnTo>
                        <a:pt x="536" y="204"/>
                      </a:lnTo>
                      <a:lnTo>
                        <a:pt x="536" y="200"/>
                      </a:lnTo>
                      <a:lnTo>
                        <a:pt x="536" y="200"/>
                      </a:lnTo>
                      <a:lnTo>
                        <a:pt x="532" y="200"/>
                      </a:lnTo>
                      <a:lnTo>
                        <a:pt x="528" y="200"/>
                      </a:lnTo>
                      <a:lnTo>
                        <a:pt x="528" y="200"/>
                      </a:lnTo>
                      <a:lnTo>
                        <a:pt x="526" y="202"/>
                      </a:lnTo>
                      <a:lnTo>
                        <a:pt x="526" y="204"/>
                      </a:lnTo>
                      <a:lnTo>
                        <a:pt x="526" y="204"/>
                      </a:lnTo>
                      <a:lnTo>
                        <a:pt x="522" y="204"/>
                      </a:lnTo>
                      <a:lnTo>
                        <a:pt x="522" y="204"/>
                      </a:lnTo>
                      <a:lnTo>
                        <a:pt x="520" y="202"/>
                      </a:lnTo>
                      <a:lnTo>
                        <a:pt x="518" y="198"/>
                      </a:lnTo>
                      <a:lnTo>
                        <a:pt x="518" y="198"/>
                      </a:lnTo>
                      <a:lnTo>
                        <a:pt x="514" y="196"/>
                      </a:lnTo>
                      <a:lnTo>
                        <a:pt x="514" y="192"/>
                      </a:lnTo>
                      <a:lnTo>
                        <a:pt x="514" y="192"/>
                      </a:lnTo>
                      <a:lnTo>
                        <a:pt x="520" y="192"/>
                      </a:lnTo>
                      <a:lnTo>
                        <a:pt x="520" y="192"/>
                      </a:lnTo>
                      <a:lnTo>
                        <a:pt x="524" y="198"/>
                      </a:lnTo>
                      <a:lnTo>
                        <a:pt x="524" y="198"/>
                      </a:lnTo>
                      <a:lnTo>
                        <a:pt x="530" y="198"/>
                      </a:lnTo>
                      <a:lnTo>
                        <a:pt x="538" y="198"/>
                      </a:lnTo>
                      <a:lnTo>
                        <a:pt x="538" y="198"/>
                      </a:lnTo>
                      <a:lnTo>
                        <a:pt x="538" y="196"/>
                      </a:lnTo>
                      <a:lnTo>
                        <a:pt x="538" y="196"/>
                      </a:lnTo>
                      <a:lnTo>
                        <a:pt x="532" y="194"/>
                      </a:lnTo>
                      <a:lnTo>
                        <a:pt x="532" y="194"/>
                      </a:lnTo>
                      <a:lnTo>
                        <a:pt x="530" y="192"/>
                      </a:lnTo>
                      <a:lnTo>
                        <a:pt x="532" y="192"/>
                      </a:lnTo>
                      <a:lnTo>
                        <a:pt x="536" y="190"/>
                      </a:lnTo>
                      <a:lnTo>
                        <a:pt x="536" y="190"/>
                      </a:lnTo>
                      <a:lnTo>
                        <a:pt x="536" y="190"/>
                      </a:lnTo>
                      <a:lnTo>
                        <a:pt x="538" y="188"/>
                      </a:lnTo>
                      <a:lnTo>
                        <a:pt x="538" y="188"/>
                      </a:lnTo>
                      <a:lnTo>
                        <a:pt x="540" y="192"/>
                      </a:lnTo>
                      <a:lnTo>
                        <a:pt x="546" y="194"/>
                      </a:lnTo>
                      <a:lnTo>
                        <a:pt x="546" y="194"/>
                      </a:lnTo>
                      <a:lnTo>
                        <a:pt x="546" y="198"/>
                      </a:lnTo>
                      <a:lnTo>
                        <a:pt x="546" y="198"/>
                      </a:lnTo>
                      <a:lnTo>
                        <a:pt x="548" y="198"/>
                      </a:lnTo>
                      <a:lnTo>
                        <a:pt x="550" y="200"/>
                      </a:lnTo>
                      <a:lnTo>
                        <a:pt x="550" y="200"/>
                      </a:lnTo>
                      <a:lnTo>
                        <a:pt x="552" y="198"/>
                      </a:lnTo>
                      <a:lnTo>
                        <a:pt x="552" y="198"/>
                      </a:lnTo>
                      <a:lnTo>
                        <a:pt x="552" y="198"/>
                      </a:lnTo>
                      <a:lnTo>
                        <a:pt x="552" y="194"/>
                      </a:lnTo>
                      <a:lnTo>
                        <a:pt x="552" y="194"/>
                      </a:lnTo>
                      <a:close/>
                      <a:moveTo>
                        <a:pt x="610" y="134"/>
                      </a:moveTo>
                      <a:lnTo>
                        <a:pt x="610" y="134"/>
                      </a:lnTo>
                      <a:lnTo>
                        <a:pt x="610" y="124"/>
                      </a:lnTo>
                      <a:lnTo>
                        <a:pt x="608" y="122"/>
                      </a:lnTo>
                      <a:lnTo>
                        <a:pt x="608" y="122"/>
                      </a:lnTo>
                      <a:lnTo>
                        <a:pt x="608" y="120"/>
                      </a:lnTo>
                      <a:lnTo>
                        <a:pt x="610" y="116"/>
                      </a:lnTo>
                      <a:lnTo>
                        <a:pt x="610" y="116"/>
                      </a:lnTo>
                      <a:lnTo>
                        <a:pt x="606" y="114"/>
                      </a:lnTo>
                      <a:lnTo>
                        <a:pt x="606" y="114"/>
                      </a:lnTo>
                      <a:lnTo>
                        <a:pt x="596" y="120"/>
                      </a:lnTo>
                      <a:lnTo>
                        <a:pt x="596" y="120"/>
                      </a:lnTo>
                      <a:lnTo>
                        <a:pt x="594" y="108"/>
                      </a:lnTo>
                      <a:lnTo>
                        <a:pt x="594" y="108"/>
                      </a:lnTo>
                      <a:lnTo>
                        <a:pt x="590" y="110"/>
                      </a:lnTo>
                      <a:lnTo>
                        <a:pt x="588" y="110"/>
                      </a:lnTo>
                      <a:lnTo>
                        <a:pt x="584" y="104"/>
                      </a:lnTo>
                      <a:lnTo>
                        <a:pt x="582" y="104"/>
                      </a:lnTo>
                      <a:lnTo>
                        <a:pt x="584" y="100"/>
                      </a:lnTo>
                      <a:lnTo>
                        <a:pt x="584" y="100"/>
                      </a:lnTo>
                      <a:lnTo>
                        <a:pt x="596" y="100"/>
                      </a:lnTo>
                      <a:lnTo>
                        <a:pt x="596" y="100"/>
                      </a:lnTo>
                      <a:lnTo>
                        <a:pt x="596" y="96"/>
                      </a:lnTo>
                      <a:lnTo>
                        <a:pt x="596" y="96"/>
                      </a:lnTo>
                      <a:lnTo>
                        <a:pt x="594" y="96"/>
                      </a:lnTo>
                      <a:lnTo>
                        <a:pt x="594" y="96"/>
                      </a:lnTo>
                      <a:lnTo>
                        <a:pt x="596" y="90"/>
                      </a:lnTo>
                      <a:lnTo>
                        <a:pt x="596" y="90"/>
                      </a:lnTo>
                      <a:lnTo>
                        <a:pt x="592" y="90"/>
                      </a:lnTo>
                      <a:lnTo>
                        <a:pt x="592" y="90"/>
                      </a:lnTo>
                      <a:lnTo>
                        <a:pt x="590" y="86"/>
                      </a:lnTo>
                      <a:lnTo>
                        <a:pt x="590" y="86"/>
                      </a:lnTo>
                      <a:lnTo>
                        <a:pt x="584" y="86"/>
                      </a:lnTo>
                      <a:lnTo>
                        <a:pt x="578" y="86"/>
                      </a:lnTo>
                      <a:lnTo>
                        <a:pt x="578" y="88"/>
                      </a:lnTo>
                      <a:lnTo>
                        <a:pt x="578" y="88"/>
                      </a:lnTo>
                      <a:lnTo>
                        <a:pt x="572" y="88"/>
                      </a:lnTo>
                      <a:lnTo>
                        <a:pt x="572" y="88"/>
                      </a:lnTo>
                      <a:lnTo>
                        <a:pt x="576" y="86"/>
                      </a:lnTo>
                      <a:lnTo>
                        <a:pt x="576" y="86"/>
                      </a:lnTo>
                      <a:lnTo>
                        <a:pt x="580" y="84"/>
                      </a:lnTo>
                      <a:lnTo>
                        <a:pt x="580" y="84"/>
                      </a:lnTo>
                      <a:lnTo>
                        <a:pt x="584" y="82"/>
                      </a:lnTo>
                      <a:lnTo>
                        <a:pt x="584" y="82"/>
                      </a:lnTo>
                      <a:lnTo>
                        <a:pt x="586" y="80"/>
                      </a:lnTo>
                      <a:lnTo>
                        <a:pt x="586" y="78"/>
                      </a:lnTo>
                      <a:lnTo>
                        <a:pt x="584" y="76"/>
                      </a:lnTo>
                      <a:lnTo>
                        <a:pt x="580" y="76"/>
                      </a:lnTo>
                      <a:lnTo>
                        <a:pt x="580" y="76"/>
                      </a:lnTo>
                      <a:lnTo>
                        <a:pt x="578" y="80"/>
                      </a:lnTo>
                      <a:lnTo>
                        <a:pt x="576" y="82"/>
                      </a:lnTo>
                      <a:lnTo>
                        <a:pt x="576" y="82"/>
                      </a:lnTo>
                      <a:lnTo>
                        <a:pt x="566" y="84"/>
                      </a:lnTo>
                      <a:lnTo>
                        <a:pt x="562" y="86"/>
                      </a:lnTo>
                      <a:lnTo>
                        <a:pt x="566" y="88"/>
                      </a:lnTo>
                      <a:lnTo>
                        <a:pt x="566" y="88"/>
                      </a:lnTo>
                      <a:lnTo>
                        <a:pt x="564" y="90"/>
                      </a:lnTo>
                      <a:lnTo>
                        <a:pt x="564" y="90"/>
                      </a:lnTo>
                      <a:lnTo>
                        <a:pt x="560" y="90"/>
                      </a:lnTo>
                      <a:lnTo>
                        <a:pt x="554" y="88"/>
                      </a:lnTo>
                      <a:lnTo>
                        <a:pt x="554" y="88"/>
                      </a:lnTo>
                      <a:lnTo>
                        <a:pt x="552" y="84"/>
                      </a:lnTo>
                      <a:lnTo>
                        <a:pt x="552" y="84"/>
                      </a:lnTo>
                      <a:lnTo>
                        <a:pt x="544" y="90"/>
                      </a:lnTo>
                      <a:lnTo>
                        <a:pt x="540" y="96"/>
                      </a:lnTo>
                      <a:lnTo>
                        <a:pt x="540" y="100"/>
                      </a:lnTo>
                      <a:lnTo>
                        <a:pt x="540" y="100"/>
                      </a:lnTo>
                      <a:lnTo>
                        <a:pt x="542" y="102"/>
                      </a:lnTo>
                      <a:lnTo>
                        <a:pt x="542" y="102"/>
                      </a:lnTo>
                      <a:lnTo>
                        <a:pt x="548" y="104"/>
                      </a:lnTo>
                      <a:lnTo>
                        <a:pt x="548" y="104"/>
                      </a:lnTo>
                      <a:lnTo>
                        <a:pt x="554" y="106"/>
                      </a:lnTo>
                      <a:lnTo>
                        <a:pt x="554" y="106"/>
                      </a:lnTo>
                      <a:lnTo>
                        <a:pt x="556" y="108"/>
                      </a:lnTo>
                      <a:lnTo>
                        <a:pt x="554" y="110"/>
                      </a:lnTo>
                      <a:lnTo>
                        <a:pt x="554" y="110"/>
                      </a:lnTo>
                      <a:lnTo>
                        <a:pt x="554" y="116"/>
                      </a:lnTo>
                      <a:lnTo>
                        <a:pt x="554" y="116"/>
                      </a:lnTo>
                      <a:lnTo>
                        <a:pt x="552" y="118"/>
                      </a:lnTo>
                      <a:lnTo>
                        <a:pt x="544" y="118"/>
                      </a:lnTo>
                      <a:lnTo>
                        <a:pt x="532" y="118"/>
                      </a:lnTo>
                      <a:lnTo>
                        <a:pt x="532" y="118"/>
                      </a:lnTo>
                      <a:lnTo>
                        <a:pt x="528" y="108"/>
                      </a:lnTo>
                      <a:lnTo>
                        <a:pt x="528" y="108"/>
                      </a:lnTo>
                      <a:lnTo>
                        <a:pt x="524" y="110"/>
                      </a:lnTo>
                      <a:lnTo>
                        <a:pt x="524" y="110"/>
                      </a:lnTo>
                      <a:lnTo>
                        <a:pt x="522" y="110"/>
                      </a:lnTo>
                      <a:lnTo>
                        <a:pt x="520" y="110"/>
                      </a:lnTo>
                      <a:lnTo>
                        <a:pt x="520" y="110"/>
                      </a:lnTo>
                      <a:lnTo>
                        <a:pt x="520" y="112"/>
                      </a:lnTo>
                      <a:lnTo>
                        <a:pt x="520" y="114"/>
                      </a:lnTo>
                      <a:lnTo>
                        <a:pt x="520" y="114"/>
                      </a:lnTo>
                      <a:lnTo>
                        <a:pt x="522" y="118"/>
                      </a:lnTo>
                      <a:lnTo>
                        <a:pt x="522" y="118"/>
                      </a:lnTo>
                      <a:lnTo>
                        <a:pt x="520" y="120"/>
                      </a:lnTo>
                      <a:lnTo>
                        <a:pt x="520" y="120"/>
                      </a:lnTo>
                      <a:lnTo>
                        <a:pt x="524" y="124"/>
                      </a:lnTo>
                      <a:lnTo>
                        <a:pt x="524" y="124"/>
                      </a:lnTo>
                      <a:lnTo>
                        <a:pt x="528" y="130"/>
                      </a:lnTo>
                      <a:lnTo>
                        <a:pt x="528" y="130"/>
                      </a:lnTo>
                      <a:lnTo>
                        <a:pt x="534" y="130"/>
                      </a:lnTo>
                      <a:lnTo>
                        <a:pt x="534" y="130"/>
                      </a:lnTo>
                      <a:lnTo>
                        <a:pt x="538" y="134"/>
                      </a:lnTo>
                      <a:lnTo>
                        <a:pt x="540" y="134"/>
                      </a:lnTo>
                      <a:lnTo>
                        <a:pt x="540" y="134"/>
                      </a:lnTo>
                      <a:lnTo>
                        <a:pt x="540" y="130"/>
                      </a:lnTo>
                      <a:lnTo>
                        <a:pt x="540" y="130"/>
                      </a:lnTo>
                      <a:lnTo>
                        <a:pt x="546" y="128"/>
                      </a:lnTo>
                      <a:lnTo>
                        <a:pt x="546" y="128"/>
                      </a:lnTo>
                      <a:lnTo>
                        <a:pt x="550" y="134"/>
                      </a:lnTo>
                      <a:lnTo>
                        <a:pt x="550" y="134"/>
                      </a:lnTo>
                      <a:lnTo>
                        <a:pt x="554" y="138"/>
                      </a:lnTo>
                      <a:lnTo>
                        <a:pt x="554" y="138"/>
                      </a:lnTo>
                      <a:lnTo>
                        <a:pt x="558" y="138"/>
                      </a:lnTo>
                      <a:lnTo>
                        <a:pt x="558" y="138"/>
                      </a:lnTo>
                      <a:lnTo>
                        <a:pt x="564" y="144"/>
                      </a:lnTo>
                      <a:lnTo>
                        <a:pt x="564" y="144"/>
                      </a:lnTo>
                      <a:lnTo>
                        <a:pt x="564" y="148"/>
                      </a:lnTo>
                      <a:lnTo>
                        <a:pt x="564" y="148"/>
                      </a:lnTo>
                      <a:lnTo>
                        <a:pt x="570" y="156"/>
                      </a:lnTo>
                      <a:lnTo>
                        <a:pt x="570" y="156"/>
                      </a:lnTo>
                      <a:lnTo>
                        <a:pt x="572" y="156"/>
                      </a:lnTo>
                      <a:lnTo>
                        <a:pt x="578" y="156"/>
                      </a:lnTo>
                      <a:lnTo>
                        <a:pt x="578" y="156"/>
                      </a:lnTo>
                      <a:lnTo>
                        <a:pt x="582" y="152"/>
                      </a:lnTo>
                      <a:lnTo>
                        <a:pt x="586" y="146"/>
                      </a:lnTo>
                      <a:lnTo>
                        <a:pt x="586" y="146"/>
                      </a:lnTo>
                      <a:lnTo>
                        <a:pt x="590" y="146"/>
                      </a:lnTo>
                      <a:lnTo>
                        <a:pt x="590" y="146"/>
                      </a:lnTo>
                      <a:lnTo>
                        <a:pt x="594" y="144"/>
                      </a:lnTo>
                      <a:lnTo>
                        <a:pt x="594" y="144"/>
                      </a:lnTo>
                      <a:lnTo>
                        <a:pt x="600" y="142"/>
                      </a:lnTo>
                      <a:lnTo>
                        <a:pt x="608" y="140"/>
                      </a:lnTo>
                      <a:lnTo>
                        <a:pt x="608" y="140"/>
                      </a:lnTo>
                      <a:lnTo>
                        <a:pt x="608" y="136"/>
                      </a:lnTo>
                      <a:lnTo>
                        <a:pt x="610" y="134"/>
                      </a:lnTo>
                      <a:close/>
                      <a:moveTo>
                        <a:pt x="614" y="204"/>
                      </a:moveTo>
                      <a:lnTo>
                        <a:pt x="602" y="194"/>
                      </a:lnTo>
                      <a:lnTo>
                        <a:pt x="602" y="194"/>
                      </a:lnTo>
                      <a:lnTo>
                        <a:pt x="596" y="194"/>
                      </a:lnTo>
                      <a:lnTo>
                        <a:pt x="594" y="192"/>
                      </a:lnTo>
                      <a:lnTo>
                        <a:pt x="594" y="192"/>
                      </a:lnTo>
                      <a:lnTo>
                        <a:pt x="592" y="192"/>
                      </a:lnTo>
                      <a:lnTo>
                        <a:pt x="590" y="194"/>
                      </a:lnTo>
                      <a:lnTo>
                        <a:pt x="590" y="194"/>
                      </a:lnTo>
                      <a:lnTo>
                        <a:pt x="590" y="190"/>
                      </a:lnTo>
                      <a:lnTo>
                        <a:pt x="590" y="190"/>
                      </a:lnTo>
                      <a:lnTo>
                        <a:pt x="586" y="190"/>
                      </a:lnTo>
                      <a:lnTo>
                        <a:pt x="586" y="190"/>
                      </a:lnTo>
                      <a:lnTo>
                        <a:pt x="584" y="192"/>
                      </a:lnTo>
                      <a:lnTo>
                        <a:pt x="584" y="192"/>
                      </a:lnTo>
                      <a:lnTo>
                        <a:pt x="584" y="198"/>
                      </a:lnTo>
                      <a:lnTo>
                        <a:pt x="584" y="198"/>
                      </a:lnTo>
                      <a:lnTo>
                        <a:pt x="582" y="196"/>
                      </a:lnTo>
                      <a:lnTo>
                        <a:pt x="582" y="196"/>
                      </a:lnTo>
                      <a:lnTo>
                        <a:pt x="582" y="196"/>
                      </a:lnTo>
                      <a:lnTo>
                        <a:pt x="578" y="196"/>
                      </a:lnTo>
                      <a:lnTo>
                        <a:pt x="578" y="196"/>
                      </a:lnTo>
                      <a:lnTo>
                        <a:pt x="578" y="196"/>
                      </a:lnTo>
                      <a:lnTo>
                        <a:pt x="576" y="204"/>
                      </a:lnTo>
                      <a:lnTo>
                        <a:pt x="574" y="208"/>
                      </a:lnTo>
                      <a:lnTo>
                        <a:pt x="572" y="210"/>
                      </a:lnTo>
                      <a:lnTo>
                        <a:pt x="572" y="210"/>
                      </a:lnTo>
                      <a:lnTo>
                        <a:pt x="568" y="210"/>
                      </a:lnTo>
                      <a:lnTo>
                        <a:pt x="568" y="210"/>
                      </a:lnTo>
                      <a:lnTo>
                        <a:pt x="566" y="212"/>
                      </a:lnTo>
                      <a:lnTo>
                        <a:pt x="566" y="212"/>
                      </a:lnTo>
                      <a:lnTo>
                        <a:pt x="568" y="214"/>
                      </a:lnTo>
                      <a:lnTo>
                        <a:pt x="570" y="216"/>
                      </a:lnTo>
                      <a:lnTo>
                        <a:pt x="570" y="216"/>
                      </a:lnTo>
                      <a:lnTo>
                        <a:pt x="572" y="214"/>
                      </a:lnTo>
                      <a:lnTo>
                        <a:pt x="574" y="214"/>
                      </a:lnTo>
                      <a:lnTo>
                        <a:pt x="574" y="216"/>
                      </a:lnTo>
                      <a:lnTo>
                        <a:pt x="574" y="216"/>
                      </a:lnTo>
                      <a:lnTo>
                        <a:pt x="576" y="218"/>
                      </a:lnTo>
                      <a:lnTo>
                        <a:pt x="576" y="218"/>
                      </a:lnTo>
                      <a:lnTo>
                        <a:pt x="578" y="216"/>
                      </a:lnTo>
                      <a:lnTo>
                        <a:pt x="580" y="214"/>
                      </a:lnTo>
                      <a:lnTo>
                        <a:pt x="582" y="214"/>
                      </a:lnTo>
                      <a:lnTo>
                        <a:pt x="582" y="214"/>
                      </a:lnTo>
                      <a:lnTo>
                        <a:pt x="582" y="216"/>
                      </a:lnTo>
                      <a:lnTo>
                        <a:pt x="582" y="218"/>
                      </a:lnTo>
                      <a:lnTo>
                        <a:pt x="582" y="220"/>
                      </a:lnTo>
                      <a:lnTo>
                        <a:pt x="582" y="220"/>
                      </a:lnTo>
                      <a:lnTo>
                        <a:pt x="586" y="222"/>
                      </a:lnTo>
                      <a:lnTo>
                        <a:pt x="588" y="226"/>
                      </a:lnTo>
                      <a:lnTo>
                        <a:pt x="588" y="226"/>
                      </a:lnTo>
                      <a:lnTo>
                        <a:pt x="590" y="226"/>
                      </a:lnTo>
                      <a:lnTo>
                        <a:pt x="592" y="226"/>
                      </a:lnTo>
                      <a:lnTo>
                        <a:pt x="592" y="226"/>
                      </a:lnTo>
                      <a:lnTo>
                        <a:pt x="592" y="226"/>
                      </a:lnTo>
                      <a:lnTo>
                        <a:pt x="594" y="226"/>
                      </a:lnTo>
                      <a:lnTo>
                        <a:pt x="596" y="226"/>
                      </a:lnTo>
                      <a:lnTo>
                        <a:pt x="596" y="226"/>
                      </a:lnTo>
                      <a:lnTo>
                        <a:pt x="598" y="224"/>
                      </a:lnTo>
                      <a:lnTo>
                        <a:pt x="598" y="224"/>
                      </a:lnTo>
                      <a:lnTo>
                        <a:pt x="598" y="224"/>
                      </a:lnTo>
                      <a:lnTo>
                        <a:pt x="598" y="224"/>
                      </a:lnTo>
                      <a:lnTo>
                        <a:pt x="598" y="220"/>
                      </a:lnTo>
                      <a:lnTo>
                        <a:pt x="598" y="220"/>
                      </a:lnTo>
                      <a:lnTo>
                        <a:pt x="604" y="222"/>
                      </a:lnTo>
                      <a:lnTo>
                        <a:pt x="610" y="220"/>
                      </a:lnTo>
                      <a:lnTo>
                        <a:pt x="610" y="220"/>
                      </a:lnTo>
                      <a:lnTo>
                        <a:pt x="616" y="220"/>
                      </a:lnTo>
                      <a:lnTo>
                        <a:pt x="616" y="220"/>
                      </a:lnTo>
                      <a:lnTo>
                        <a:pt x="618" y="216"/>
                      </a:lnTo>
                      <a:lnTo>
                        <a:pt x="618" y="216"/>
                      </a:lnTo>
                      <a:lnTo>
                        <a:pt x="614" y="216"/>
                      </a:lnTo>
                      <a:lnTo>
                        <a:pt x="614" y="216"/>
                      </a:lnTo>
                      <a:lnTo>
                        <a:pt x="614" y="210"/>
                      </a:lnTo>
                      <a:lnTo>
                        <a:pt x="614" y="204"/>
                      </a:lnTo>
                      <a:lnTo>
                        <a:pt x="614" y="204"/>
                      </a:lnTo>
                      <a:close/>
                      <a:moveTo>
                        <a:pt x="134" y="582"/>
                      </a:moveTo>
                      <a:lnTo>
                        <a:pt x="134" y="582"/>
                      </a:lnTo>
                      <a:lnTo>
                        <a:pt x="136" y="578"/>
                      </a:lnTo>
                      <a:lnTo>
                        <a:pt x="136" y="576"/>
                      </a:lnTo>
                      <a:lnTo>
                        <a:pt x="136" y="576"/>
                      </a:lnTo>
                      <a:lnTo>
                        <a:pt x="132" y="576"/>
                      </a:lnTo>
                      <a:lnTo>
                        <a:pt x="132" y="576"/>
                      </a:lnTo>
                      <a:lnTo>
                        <a:pt x="134" y="574"/>
                      </a:lnTo>
                      <a:lnTo>
                        <a:pt x="134" y="572"/>
                      </a:lnTo>
                      <a:lnTo>
                        <a:pt x="134" y="572"/>
                      </a:lnTo>
                      <a:lnTo>
                        <a:pt x="132" y="570"/>
                      </a:lnTo>
                      <a:lnTo>
                        <a:pt x="130" y="570"/>
                      </a:lnTo>
                      <a:lnTo>
                        <a:pt x="130" y="570"/>
                      </a:lnTo>
                      <a:lnTo>
                        <a:pt x="124" y="574"/>
                      </a:lnTo>
                      <a:lnTo>
                        <a:pt x="124" y="574"/>
                      </a:lnTo>
                      <a:lnTo>
                        <a:pt x="124" y="576"/>
                      </a:lnTo>
                      <a:lnTo>
                        <a:pt x="126" y="576"/>
                      </a:lnTo>
                      <a:lnTo>
                        <a:pt x="126" y="578"/>
                      </a:lnTo>
                      <a:lnTo>
                        <a:pt x="126" y="578"/>
                      </a:lnTo>
                      <a:lnTo>
                        <a:pt x="124" y="576"/>
                      </a:lnTo>
                      <a:lnTo>
                        <a:pt x="124" y="578"/>
                      </a:lnTo>
                      <a:lnTo>
                        <a:pt x="126" y="584"/>
                      </a:lnTo>
                      <a:lnTo>
                        <a:pt x="126" y="584"/>
                      </a:lnTo>
                      <a:lnTo>
                        <a:pt x="130" y="588"/>
                      </a:lnTo>
                      <a:lnTo>
                        <a:pt x="138" y="592"/>
                      </a:lnTo>
                      <a:lnTo>
                        <a:pt x="138" y="592"/>
                      </a:lnTo>
                      <a:lnTo>
                        <a:pt x="138" y="590"/>
                      </a:lnTo>
                      <a:lnTo>
                        <a:pt x="138" y="590"/>
                      </a:lnTo>
                      <a:lnTo>
                        <a:pt x="136" y="586"/>
                      </a:lnTo>
                      <a:lnTo>
                        <a:pt x="134" y="586"/>
                      </a:lnTo>
                      <a:lnTo>
                        <a:pt x="134" y="586"/>
                      </a:lnTo>
                      <a:lnTo>
                        <a:pt x="138" y="584"/>
                      </a:lnTo>
                      <a:lnTo>
                        <a:pt x="138" y="584"/>
                      </a:lnTo>
                      <a:lnTo>
                        <a:pt x="134" y="582"/>
                      </a:lnTo>
                      <a:lnTo>
                        <a:pt x="134" y="582"/>
                      </a:lnTo>
                      <a:close/>
                      <a:moveTo>
                        <a:pt x="470" y="122"/>
                      </a:moveTo>
                      <a:lnTo>
                        <a:pt x="470" y="122"/>
                      </a:lnTo>
                      <a:lnTo>
                        <a:pt x="474" y="124"/>
                      </a:lnTo>
                      <a:lnTo>
                        <a:pt x="474" y="124"/>
                      </a:lnTo>
                      <a:lnTo>
                        <a:pt x="476" y="126"/>
                      </a:lnTo>
                      <a:lnTo>
                        <a:pt x="480" y="126"/>
                      </a:lnTo>
                      <a:lnTo>
                        <a:pt x="480" y="126"/>
                      </a:lnTo>
                      <a:lnTo>
                        <a:pt x="482" y="124"/>
                      </a:lnTo>
                      <a:lnTo>
                        <a:pt x="482" y="124"/>
                      </a:lnTo>
                      <a:lnTo>
                        <a:pt x="480" y="116"/>
                      </a:lnTo>
                      <a:lnTo>
                        <a:pt x="480" y="116"/>
                      </a:lnTo>
                      <a:lnTo>
                        <a:pt x="478" y="114"/>
                      </a:lnTo>
                      <a:lnTo>
                        <a:pt x="474" y="112"/>
                      </a:lnTo>
                      <a:lnTo>
                        <a:pt x="474" y="112"/>
                      </a:lnTo>
                      <a:lnTo>
                        <a:pt x="472" y="108"/>
                      </a:lnTo>
                      <a:lnTo>
                        <a:pt x="472" y="104"/>
                      </a:lnTo>
                      <a:lnTo>
                        <a:pt x="462" y="96"/>
                      </a:lnTo>
                      <a:lnTo>
                        <a:pt x="462" y="96"/>
                      </a:lnTo>
                      <a:lnTo>
                        <a:pt x="458" y="96"/>
                      </a:lnTo>
                      <a:lnTo>
                        <a:pt x="458" y="96"/>
                      </a:lnTo>
                      <a:lnTo>
                        <a:pt x="456" y="108"/>
                      </a:lnTo>
                      <a:lnTo>
                        <a:pt x="460" y="120"/>
                      </a:lnTo>
                      <a:lnTo>
                        <a:pt x="460" y="120"/>
                      </a:lnTo>
                      <a:lnTo>
                        <a:pt x="470" y="122"/>
                      </a:lnTo>
                      <a:lnTo>
                        <a:pt x="470" y="122"/>
                      </a:lnTo>
                      <a:close/>
                      <a:moveTo>
                        <a:pt x="238" y="144"/>
                      </a:moveTo>
                      <a:lnTo>
                        <a:pt x="238" y="146"/>
                      </a:lnTo>
                      <a:lnTo>
                        <a:pt x="240" y="146"/>
                      </a:lnTo>
                      <a:lnTo>
                        <a:pt x="240" y="146"/>
                      </a:lnTo>
                      <a:lnTo>
                        <a:pt x="242" y="152"/>
                      </a:lnTo>
                      <a:lnTo>
                        <a:pt x="244" y="156"/>
                      </a:lnTo>
                      <a:lnTo>
                        <a:pt x="246" y="158"/>
                      </a:lnTo>
                      <a:lnTo>
                        <a:pt x="246" y="158"/>
                      </a:lnTo>
                      <a:lnTo>
                        <a:pt x="250" y="158"/>
                      </a:lnTo>
                      <a:lnTo>
                        <a:pt x="254" y="158"/>
                      </a:lnTo>
                      <a:lnTo>
                        <a:pt x="260" y="154"/>
                      </a:lnTo>
                      <a:lnTo>
                        <a:pt x="268" y="144"/>
                      </a:lnTo>
                      <a:lnTo>
                        <a:pt x="268" y="144"/>
                      </a:lnTo>
                      <a:lnTo>
                        <a:pt x="270" y="144"/>
                      </a:lnTo>
                      <a:lnTo>
                        <a:pt x="272" y="148"/>
                      </a:lnTo>
                      <a:lnTo>
                        <a:pt x="272" y="148"/>
                      </a:lnTo>
                      <a:lnTo>
                        <a:pt x="280" y="148"/>
                      </a:lnTo>
                      <a:lnTo>
                        <a:pt x="286" y="146"/>
                      </a:lnTo>
                      <a:lnTo>
                        <a:pt x="286" y="146"/>
                      </a:lnTo>
                      <a:lnTo>
                        <a:pt x="290" y="146"/>
                      </a:lnTo>
                      <a:lnTo>
                        <a:pt x="290" y="144"/>
                      </a:lnTo>
                      <a:lnTo>
                        <a:pt x="290" y="144"/>
                      </a:lnTo>
                      <a:lnTo>
                        <a:pt x="292" y="142"/>
                      </a:lnTo>
                      <a:lnTo>
                        <a:pt x="292" y="140"/>
                      </a:lnTo>
                      <a:lnTo>
                        <a:pt x="292" y="140"/>
                      </a:lnTo>
                      <a:lnTo>
                        <a:pt x="296" y="138"/>
                      </a:lnTo>
                      <a:lnTo>
                        <a:pt x="296" y="138"/>
                      </a:lnTo>
                      <a:lnTo>
                        <a:pt x="296" y="134"/>
                      </a:lnTo>
                      <a:lnTo>
                        <a:pt x="296" y="132"/>
                      </a:lnTo>
                      <a:lnTo>
                        <a:pt x="296" y="132"/>
                      </a:lnTo>
                      <a:lnTo>
                        <a:pt x="296" y="128"/>
                      </a:lnTo>
                      <a:lnTo>
                        <a:pt x="296" y="128"/>
                      </a:lnTo>
                      <a:lnTo>
                        <a:pt x="300" y="128"/>
                      </a:lnTo>
                      <a:lnTo>
                        <a:pt x="300" y="128"/>
                      </a:lnTo>
                      <a:lnTo>
                        <a:pt x="300" y="124"/>
                      </a:lnTo>
                      <a:lnTo>
                        <a:pt x="302" y="120"/>
                      </a:lnTo>
                      <a:lnTo>
                        <a:pt x="302" y="120"/>
                      </a:lnTo>
                      <a:lnTo>
                        <a:pt x="308" y="118"/>
                      </a:lnTo>
                      <a:lnTo>
                        <a:pt x="308" y="116"/>
                      </a:lnTo>
                      <a:lnTo>
                        <a:pt x="316" y="108"/>
                      </a:lnTo>
                      <a:lnTo>
                        <a:pt x="316" y="108"/>
                      </a:lnTo>
                      <a:lnTo>
                        <a:pt x="324" y="106"/>
                      </a:lnTo>
                      <a:lnTo>
                        <a:pt x="324" y="106"/>
                      </a:lnTo>
                      <a:lnTo>
                        <a:pt x="330" y="104"/>
                      </a:lnTo>
                      <a:lnTo>
                        <a:pt x="334" y="100"/>
                      </a:lnTo>
                      <a:lnTo>
                        <a:pt x="334" y="100"/>
                      </a:lnTo>
                      <a:lnTo>
                        <a:pt x="338" y="100"/>
                      </a:lnTo>
                      <a:lnTo>
                        <a:pt x="340" y="102"/>
                      </a:lnTo>
                      <a:lnTo>
                        <a:pt x="342" y="100"/>
                      </a:lnTo>
                      <a:lnTo>
                        <a:pt x="342" y="100"/>
                      </a:lnTo>
                      <a:lnTo>
                        <a:pt x="350" y="100"/>
                      </a:lnTo>
                      <a:lnTo>
                        <a:pt x="350" y="100"/>
                      </a:lnTo>
                      <a:lnTo>
                        <a:pt x="354" y="96"/>
                      </a:lnTo>
                      <a:lnTo>
                        <a:pt x="354" y="96"/>
                      </a:lnTo>
                      <a:lnTo>
                        <a:pt x="354" y="92"/>
                      </a:lnTo>
                      <a:lnTo>
                        <a:pt x="354" y="92"/>
                      </a:lnTo>
                      <a:lnTo>
                        <a:pt x="350" y="90"/>
                      </a:lnTo>
                      <a:lnTo>
                        <a:pt x="346" y="88"/>
                      </a:lnTo>
                      <a:lnTo>
                        <a:pt x="346" y="88"/>
                      </a:lnTo>
                      <a:lnTo>
                        <a:pt x="346" y="86"/>
                      </a:lnTo>
                      <a:lnTo>
                        <a:pt x="344" y="82"/>
                      </a:lnTo>
                      <a:lnTo>
                        <a:pt x="344" y="82"/>
                      </a:lnTo>
                      <a:lnTo>
                        <a:pt x="330" y="78"/>
                      </a:lnTo>
                      <a:lnTo>
                        <a:pt x="322" y="78"/>
                      </a:lnTo>
                      <a:lnTo>
                        <a:pt x="316" y="78"/>
                      </a:lnTo>
                      <a:lnTo>
                        <a:pt x="316" y="78"/>
                      </a:lnTo>
                      <a:lnTo>
                        <a:pt x="314" y="80"/>
                      </a:lnTo>
                      <a:lnTo>
                        <a:pt x="314" y="80"/>
                      </a:lnTo>
                      <a:lnTo>
                        <a:pt x="298" y="78"/>
                      </a:lnTo>
                      <a:lnTo>
                        <a:pt x="284" y="72"/>
                      </a:lnTo>
                      <a:lnTo>
                        <a:pt x="284" y="72"/>
                      </a:lnTo>
                      <a:lnTo>
                        <a:pt x="280" y="68"/>
                      </a:lnTo>
                      <a:lnTo>
                        <a:pt x="274" y="66"/>
                      </a:lnTo>
                      <a:lnTo>
                        <a:pt x="274" y="66"/>
                      </a:lnTo>
                      <a:lnTo>
                        <a:pt x="268" y="70"/>
                      </a:lnTo>
                      <a:lnTo>
                        <a:pt x="268" y="70"/>
                      </a:lnTo>
                      <a:lnTo>
                        <a:pt x="260" y="72"/>
                      </a:lnTo>
                      <a:lnTo>
                        <a:pt x="252" y="72"/>
                      </a:lnTo>
                      <a:lnTo>
                        <a:pt x="250" y="74"/>
                      </a:lnTo>
                      <a:lnTo>
                        <a:pt x="250" y="74"/>
                      </a:lnTo>
                      <a:lnTo>
                        <a:pt x="244" y="76"/>
                      </a:lnTo>
                      <a:lnTo>
                        <a:pt x="244" y="76"/>
                      </a:lnTo>
                      <a:lnTo>
                        <a:pt x="234" y="80"/>
                      </a:lnTo>
                      <a:lnTo>
                        <a:pt x="234" y="80"/>
                      </a:lnTo>
                      <a:lnTo>
                        <a:pt x="236" y="86"/>
                      </a:lnTo>
                      <a:lnTo>
                        <a:pt x="238" y="92"/>
                      </a:lnTo>
                      <a:lnTo>
                        <a:pt x="236" y="96"/>
                      </a:lnTo>
                      <a:lnTo>
                        <a:pt x="236" y="96"/>
                      </a:lnTo>
                      <a:lnTo>
                        <a:pt x="236" y="102"/>
                      </a:lnTo>
                      <a:lnTo>
                        <a:pt x="236" y="108"/>
                      </a:lnTo>
                      <a:lnTo>
                        <a:pt x="238" y="108"/>
                      </a:lnTo>
                      <a:lnTo>
                        <a:pt x="238" y="108"/>
                      </a:lnTo>
                      <a:lnTo>
                        <a:pt x="238" y="110"/>
                      </a:lnTo>
                      <a:lnTo>
                        <a:pt x="238" y="110"/>
                      </a:lnTo>
                      <a:lnTo>
                        <a:pt x="232" y="110"/>
                      </a:lnTo>
                      <a:lnTo>
                        <a:pt x="232" y="110"/>
                      </a:lnTo>
                      <a:lnTo>
                        <a:pt x="234" y="118"/>
                      </a:lnTo>
                      <a:lnTo>
                        <a:pt x="236" y="122"/>
                      </a:lnTo>
                      <a:lnTo>
                        <a:pt x="234" y="126"/>
                      </a:lnTo>
                      <a:lnTo>
                        <a:pt x="234" y="126"/>
                      </a:lnTo>
                      <a:lnTo>
                        <a:pt x="230" y="130"/>
                      </a:lnTo>
                      <a:lnTo>
                        <a:pt x="230" y="130"/>
                      </a:lnTo>
                      <a:lnTo>
                        <a:pt x="228" y="134"/>
                      </a:lnTo>
                      <a:lnTo>
                        <a:pt x="228" y="138"/>
                      </a:lnTo>
                      <a:lnTo>
                        <a:pt x="228" y="138"/>
                      </a:lnTo>
                      <a:lnTo>
                        <a:pt x="232" y="140"/>
                      </a:lnTo>
                      <a:lnTo>
                        <a:pt x="232" y="140"/>
                      </a:lnTo>
                      <a:lnTo>
                        <a:pt x="234" y="142"/>
                      </a:lnTo>
                      <a:lnTo>
                        <a:pt x="238" y="144"/>
                      </a:lnTo>
                      <a:lnTo>
                        <a:pt x="238" y="1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0" name="Freeform 267">
                  <a:extLst>
                    <a:ext uri="{FF2B5EF4-FFF2-40B4-BE49-F238E27FC236}">
                      <a16:creationId xmlns:a16="http://schemas.microsoft.com/office/drawing/2014/main" id="{128C06F8-19F7-FF4E-B793-F78A442F5045}"/>
                    </a:ext>
                  </a:extLst>
                </p:cNvPr>
                <p:cNvSpPr>
                  <a:spLocks noEditPoints="1"/>
                </p:cNvSpPr>
                <p:nvPr/>
              </p:nvSpPr>
              <p:spPr bwMode="auto">
                <a:xfrm>
                  <a:off x="1497263" y="1636406"/>
                  <a:ext cx="2646090" cy="1890221"/>
                </a:xfrm>
                <a:custGeom>
                  <a:avLst/>
                  <a:gdLst>
                    <a:gd name="T0" fmla="*/ 1058 w 1352"/>
                    <a:gd name="T1" fmla="*/ 864 h 944"/>
                    <a:gd name="T2" fmla="*/ 1076 w 1352"/>
                    <a:gd name="T3" fmla="*/ 854 h 944"/>
                    <a:gd name="T4" fmla="*/ 1134 w 1352"/>
                    <a:gd name="T5" fmla="*/ 862 h 944"/>
                    <a:gd name="T6" fmla="*/ 1166 w 1352"/>
                    <a:gd name="T7" fmla="*/ 940 h 944"/>
                    <a:gd name="T8" fmla="*/ 1168 w 1352"/>
                    <a:gd name="T9" fmla="*/ 880 h 944"/>
                    <a:gd name="T10" fmla="*/ 1184 w 1352"/>
                    <a:gd name="T11" fmla="*/ 806 h 944"/>
                    <a:gd name="T12" fmla="*/ 1234 w 1352"/>
                    <a:gd name="T13" fmla="*/ 762 h 944"/>
                    <a:gd name="T14" fmla="*/ 1216 w 1352"/>
                    <a:gd name="T15" fmla="*/ 714 h 944"/>
                    <a:gd name="T16" fmla="*/ 1226 w 1352"/>
                    <a:gd name="T17" fmla="*/ 716 h 944"/>
                    <a:gd name="T18" fmla="*/ 1252 w 1352"/>
                    <a:gd name="T19" fmla="*/ 694 h 944"/>
                    <a:gd name="T20" fmla="*/ 1294 w 1352"/>
                    <a:gd name="T21" fmla="*/ 646 h 944"/>
                    <a:gd name="T22" fmla="*/ 1318 w 1352"/>
                    <a:gd name="T23" fmla="*/ 606 h 944"/>
                    <a:gd name="T24" fmla="*/ 1350 w 1352"/>
                    <a:gd name="T25" fmla="*/ 582 h 944"/>
                    <a:gd name="T26" fmla="*/ 1312 w 1352"/>
                    <a:gd name="T27" fmla="*/ 562 h 944"/>
                    <a:gd name="T28" fmla="*/ 1220 w 1352"/>
                    <a:gd name="T29" fmla="*/ 614 h 944"/>
                    <a:gd name="T30" fmla="*/ 1140 w 1352"/>
                    <a:gd name="T31" fmla="*/ 650 h 944"/>
                    <a:gd name="T32" fmla="*/ 1130 w 1352"/>
                    <a:gd name="T33" fmla="*/ 608 h 944"/>
                    <a:gd name="T34" fmla="*/ 1104 w 1352"/>
                    <a:gd name="T35" fmla="*/ 582 h 944"/>
                    <a:gd name="T36" fmla="*/ 1080 w 1352"/>
                    <a:gd name="T37" fmla="*/ 584 h 944"/>
                    <a:gd name="T38" fmla="*/ 1116 w 1352"/>
                    <a:gd name="T39" fmla="*/ 562 h 944"/>
                    <a:gd name="T40" fmla="*/ 1072 w 1352"/>
                    <a:gd name="T41" fmla="*/ 534 h 944"/>
                    <a:gd name="T42" fmla="*/ 1044 w 1352"/>
                    <a:gd name="T43" fmla="*/ 526 h 944"/>
                    <a:gd name="T44" fmla="*/ 980 w 1352"/>
                    <a:gd name="T45" fmla="*/ 500 h 944"/>
                    <a:gd name="T46" fmla="*/ 592 w 1352"/>
                    <a:gd name="T47" fmla="*/ 550 h 944"/>
                    <a:gd name="T48" fmla="*/ 590 w 1352"/>
                    <a:gd name="T49" fmla="*/ 658 h 944"/>
                    <a:gd name="T50" fmla="*/ 612 w 1352"/>
                    <a:gd name="T51" fmla="*/ 710 h 944"/>
                    <a:gd name="T52" fmla="*/ 632 w 1352"/>
                    <a:gd name="T53" fmla="*/ 762 h 944"/>
                    <a:gd name="T54" fmla="*/ 832 w 1352"/>
                    <a:gd name="T55" fmla="*/ 836 h 944"/>
                    <a:gd name="T56" fmla="*/ 946 w 1352"/>
                    <a:gd name="T57" fmla="*/ 932 h 944"/>
                    <a:gd name="T58" fmla="*/ 962 w 1352"/>
                    <a:gd name="T59" fmla="*/ 880 h 944"/>
                    <a:gd name="T60" fmla="*/ 1016 w 1352"/>
                    <a:gd name="T61" fmla="*/ 866 h 944"/>
                    <a:gd name="T62" fmla="*/ 476 w 1352"/>
                    <a:gd name="T63" fmla="*/ 310 h 944"/>
                    <a:gd name="T64" fmla="*/ 406 w 1352"/>
                    <a:gd name="T65" fmla="*/ 278 h 944"/>
                    <a:gd name="T66" fmla="*/ 330 w 1352"/>
                    <a:gd name="T67" fmla="*/ 26 h 944"/>
                    <a:gd name="T68" fmla="*/ 248 w 1352"/>
                    <a:gd name="T69" fmla="*/ 18 h 944"/>
                    <a:gd name="T70" fmla="*/ 170 w 1352"/>
                    <a:gd name="T71" fmla="*/ 8 h 944"/>
                    <a:gd name="T72" fmla="*/ 94 w 1352"/>
                    <a:gd name="T73" fmla="*/ 20 h 944"/>
                    <a:gd name="T74" fmla="*/ 22 w 1352"/>
                    <a:gd name="T75" fmla="*/ 78 h 944"/>
                    <a:gd name="T76" fmla="*/ 72 w 1352"/>
                    <a:gd name="T77" fmla="*/ 108 h 944"/>
                    <a:gd name="T78" fmla="*/ 82 w 1352"/>
                    <a:gd name="T79" fmla="*/ 130 h 944"/>
                    <a:gd name="T80" fmla="*/ 6 w 1352"/>
                    <a:gd name="T81" fmla="*/ 132 h 944"/>
                    <a:gd name="T82" fmla="*/ 66 w 1352"/>
                    <a:gd name="T83" fmla="*/ 166 h 944"/>
                    <a:gd name="T84" fmla="*/ 44 w 1352"/>
                    <a:gd name="T85" fmla="*/ 196 h 944"/>
                    <a:gd name="T86" fmla="*/ 34 w 1352"/>
                    <a:gd name="T87" fmla="*/ 236 h 944"/>
                    <a:gd name="T88" fmla="*/ 56 w 1352"/>
                    <a:gd name="T89" fmla="*/ 270 h 944"/>
                    <a:gd name="T90" fmla="*/ 82 w 1352"/>
                    <a:gd name="T91" fmla="*/ 292 h 944"/>
                    <a:gd name="T92" fmla="*/ 130 w 1352"/>
                    <a:gd name="T93" fmla="*/ 288 h 944"/>
                    <a:gd name="T94" fmla="*/ 122 w 1352"/>
                    <a:gd name="T95" fmla="*/ 336 h 944"/>
                    <a:gd name="T96" fmla="*/ 70 w 1352"/>
                    <a:gd name="T97" fmla="*/ 378 h 944"/>
                    <a:gd name="T98" fmla="*/ 118 w 1352"/>
                    <a:gd name="T99" fmla="*/ 350 h 944"/>
                    <a:gd name="T100" fmla="*/ 164 w 1352"/>
                    <a:gd name="T101" fmla="*/ 312 h 944"/>
                    <a:gd name="T102" fmla="*/ 196 w 1352"/>
                    <a:gd name="T103" fmla="*/ 264 h 944"/>
                    <a:gd name="T104" fmla="*/ 242 w 1352"/>
                    <a:gd name="T105" fmla="*/ 234 h 944"/>
                    <a:gd name="T106" fmla="*/ 218 w 1352"/>
                    <a:gd name="T107" fmla="*/ 282 h 944"/>
                    <a:gd name="T108" fmla="*/ 266 w 1352"/>
                    <a:gd name="T109" fmla="*/ 264 h 944"/>
                    <a:gd name="T110" fmla="*/ 290 w 1352"/>
                    <a:gd name="T111" fmla="*/ 244 h 944"/>
                    <a:gd name="T112" fmla="*/ 350 w 1352"/>
                    <a:gd name="T113" fmla="*/ 268 h 944"/>
                    <a:gd name="T114" fmla="*/ 400 w 1352"/>
                    <a:gd name="T115" fmla="*/ 280 h 944"/>
                    <a:gd name="T116" fmla="*/ 444 w 1352"/>
                    <a:gd name="T117" fmla="*/ 316 h 944"/>
                    <a:gd name="T118" fmla="*/ 464 w 1352"/>
                    <a:gd name="T119" fmla="*/ 320 h 944"/>
                    <a:gd name="T120" fmla="*/ 488 w 1352"/>
                    <a:gd name="T121" fmla="*/ 358 h 944"/>
                    <a:gd name="T122" fmla="*/ 500 w 1352"/>
                    <a:gd name="T123" fmla="*/ 384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52" h="944">
                      <a:moveTo>
                        <a:pt x="1026" y="874"/>
                      </a:moveTo>
                      <a:lnTo>
                        <a:pt x="1026" y="874"/>
                      </a:lnTo>
                      <a:lnTo>
                        <a:pt x="1030" y="874"/>
                      </a:lnTo>
                      <a:lnTo>
                        <a:pt x="1034" y="874"/>
                      </a:lnTo>
                      <a:lnTo>
                        <a:pt x="1034" y="874"/>
                      </a:lnTo>
                      <a:lnTo>
                        <a:pt x="1036" y="872"/>
                      </a:lnTo>
                      <a:lnTo>
                        <a:pt x="1036" y="872"/>
                      </a:lnTo>
                      <a:lnTo>
                        <a:pt x="1038" y="872"/>
                      </a:lnTo>
                      <a:lnTo>
                        <a:pt x="1040" y="874"/>
                      </a:lnTo>
                      <a:lnTo>
                        <a:pt x="1040" y="874"/>
                      </a:lnTo>
                      <a:lnTo>
                        <a:pt x="1038" y="868"/>
                      </a:lnTo>
                      <a:lnTo>
                        <a:pt x="1040" y="864"/>
                      </a:lnTo>
                      <a:lnTo>
                        <a:pt x="1040" y="864"/>
                      </a:lnTo>
                      <a:lnTo>
                        <a:pt x="1050" y="868"/>
                      </a:lnTo>
                      <a:lnTo>
                        <a:pt x="1050" y="868"/>
                      </a:lnTo>
                      <a:lnTo>
                        <a:pt x="1050" y="868"/>
                      </a:lnTo>
                      <a:lnTo>
                        <a:pt x="1050" y="870"/>
                      </a:lnTo>
                      <a:lnTo>
                        <a:pt x="1050" y="872"/>
                      </a:lnTo>
                      <a:lnTo>
                        <a:pt x="1050" y="872"/>
                      </a:lnTo>
                      <a:lnTo>
                        <a:pt x="1056" y="872"/>
                      </a:lnTo>
                      <a:lnTo>
                        <a:pt x="1056" y="872"/>
                      </a:lnTo>
                      <a:lnTo>
                        <a:pt x="1056" y="876"/>
                      </a:lnTo>
                      <a:lnTo>
                        <a:pt x="1056" y="876"/>
                      </a:lnTo>
                      <a:lnTo>
                        <a:pt x="1058" y="876"/>
                      </a:lnTo>
                      <a:lnTo>
                        <a:pt x="1058" y="870"/>
                      </a:lnTo>
                      <a:lnTo>
                        <a:pt x="1058" y="870"/>
                      </a:lnTo>
                      <a:lnTo>
                        <a:pt x="1054" y="870"/>
                      </a:lnTo>
                      <a:lnTo>
                        <a:pt x="1054" y="870"/>
                      </a:lnTo>
                      <a:lnTo>
                        <a:pt x="1054" y="866"/>
                      </a:lnTo>
                      <a:lnTo>
                        <a:pt x="1054" y="866"/>
                      </a:lnTo>
                      <a:lnTo>
                        <a:pt x="1054" y="866"/>
                      </a:lnTo>
                      <a:lnTo>
                        <a:pt x="1054" y="866"/>
                      </a:lnTo>
                      <a:lnTo>
                        <a:pt x="1058" y="864"/>
                      </a:lnTo>
                      <a:lnTo>
                        <a:pt x="1058" y="860"/>
                      </a:lnTo>
                      <a:lnTo>
                        <a:pt x="1058" y="860"/>
                      </a:lnTo>
                      <a:lnTo>
                        <a:pt x="1058" y="860"/>
                      </a:lnTo>
                      <a:lnTo>
                        <a:pt x="1056" y="858"/>
                      </a:lnTo>
                      <a:lnTo>
                        <a:pt x="1056" y="858"/>
                      </a:lnTo>
                      <a:lnTo>
                        <a:pt x="1054" y="860"/>
                      </a:lnTo>
                      <a:lnTo>
                        <a:pt x="1052" y="856"/>
                      </a:lnTo>
                      <a:lnTo>
                        <a:pt x="1052" y="856"/>
                      </a:lnTo>
                      <a:lnTo>
                        <a:pt x="1048" y="858"/>
                      </a:lnTo>
                      <a:lnTo>
                        <a:pt x="1046" y="858"/>
                      </a:lnTo>
                      <a:lnTo>
                        <a:pt x="1046" y="856"/>
                      </a:lnTo>
                      <a:lnTo>
                        <a:pt x="1046" y="856"/>
                      </a:lnTo>
                      <a:lnTo>
                        <a:pt x="1044" y="854"/>
                      </a:lnTo>
                      <a:lnTo>
                        <a:pt x="1044" y="854"/>
                      </a:lnTo>
                      <a:lnTo>
                        <a:pt x="1044" y="852"/>
                      </a:lnTo>
                      <a:lnTo>
                        <a:pt x="1044" y="852"/>
                      </a:lnTo>
                      <a:lnTo>
                        <a:pt x="1048" y="854"/>
                      </a:lnTo>
                      <a:lnTo>
                        <a:pt x="1054" y="854"/>
                      </a:lnTo>
                      <a:lnTo>
                        <a:pt x="1054" y="854"/>
                      </a:lnTo>
                      <a:lnTo>
                        <a:pt x="1054" y="850"/>
                      </a:lnTo>
                      <a:lnTo>
                        <a:pt x="1054" y="850"/>
                      </a:lnTo>
                      <a:lnTo>
                        <a:pt x="1060" y="848"/>
                      </a:lnTo>
                      <a:lnTo>
                        <a:pt x="1060" y="848"/>
                      </a:lnTo>
                      <a:lnTo>
                        <a:pt x="1064" y="850"/>
                      </a:lnTo>
                      <a:lnTo>
                        <a:pt x="1068" y="852"/>
                      </a:lnTo>
                      <a:lnTo>
                        <a:pt x="1068" y="852"/>
                      </a:lnTo>
                      <a:lnTo>
                        <a:pt x="1072" y="852"/>
                      </a:lnTo>
                      <a:lnTo>
                        <a:pt x="1072" y="852"/>
                      </a:lnTo>
                      <a:lnTo>
                        <a:pt x="1072" y="848"/>
                      </a:lnTo>
                      <a:lnTo>
                        <a:pt x="1074" y="848"/>
                      </a:lnTo>
                      <a:lnTo>
                        <a:pt x="1074" y="848"/>
                      </a:lnTo>
                      <a:lnTo>
                        <a:pt x="1076" y="854"/>
                      </a:lnTo>
                      <a:lnTo>
                        <a:pt x="1076" y="854"/>
                      </a:lnTo>
                      <a:lnTo>
                        <a:pt x="1080" y="854"/>
                      </a:lnTo>
                      <a:lnTo>
                        <a:pt x="1084" y="848"/>
                      </a:lnTo>
                      <a:lnTo>
                        <a:pt x="1084" y="848"/>
                      </a:lnTo>
                      <a:lnTo>
                        <a:pt x="1086" y="850"/>
                      </a:lnTo>
                      <a:lnTo>
                        <a:pt x="1086" y="850"/>
                      </a:lnTo>
                      <a:lnTo>
                        <a:pt x="1086" y="852"/>
                      </a:lnTo>
                      <a:lnTo>
                        <a:pt x="1088" y="852"/>
                      </a:lnTo>
                      <a:lnTo>
                        <a:pt x="1090" y="852"/>
                      </a:lnTo>
                      <a:lnTo>
                        <a:pt x="1090" y="848"/>
                      </a:lnTo>
                      <a:lnTo>
                        <a:pt x="1090" y="848"/>
                      </a:lnTo>
                      <a:lnTo>
                        <a:pt x="1094" y="848"/>
                      </a:lnTo>
                      <a:lnTo>
                        <a:pt x="1094" y="848"/>
                      </a:lnTo>
                      <a:lnTo>
                        <a:pt x="1098" y="850"/>
                      </a:lnTo>
                      <a:lnTo>
                        <a:pt x="1098" y="850"/>
                      </a:lnTo>
                      <a:lnTo>
                        <a:pt x="1096" y="852"/>
                      </a:lnTo>
                      <a:lnTo>
                        <a:pt x="1096" y="854"/>
                      </a:lnTo>
                      <a:lnTo>
                        <a:pt x="1096" y="854"/>
                      </a:lnTo>
                      <a:lnTo>
                        <a:pt x="1098" y="856"/>
                      </a:lnTo>
                      <a:lnTo>
                        <a:pt x="1098" y="856"/>
                      </a:lnTo>
                      <a:lnTo>
                        <a:pt x="1106" y="856"/>
                      </a:lnTo>
                      <a:lnTo>
                        <a:pt x="1106" y="856"/>
                      </a:lnTo>
                      <a:lnTo>
                        <a:pt x="1106" y="858"/>
                      </a:lnTo>
                      <a:lnTo>
                        <a:pt x="1108" y="860"/>
                      </a:lnTo>
                      <a:lnTo>
                        <a:pt x="1108" y="860"/>
                      </a:lnTo>
                      <a:lnTo>
                        <a:pt x="1114" y="864"/>
                      </a:lnTo>
                      <a:lnTo>
                        <a:pt x="1120" y="866"/>
                      </a:lnTo>
                      <a:lnTo>
                        <a:pt x="1120" y="866"/>
                      </a:lnTo>
                      <a:lnTo>
                        <a:pt x="1122" y="862"/>
                      </a:lnTo>
                      <a:lnTo>
                        <a:pt x="1124" y="858"/>
                      </a:lnTo>
                      <a:lnTo>
                        <a:pt x="1124" y="858"/>
                      </a:lnTo>
                      <a:lnTo>
                        <a:pt x="1130" y="858"/>
                      </a:lnTo>
                      <a:lnTo>
                        <a:pt x="1130" y="858"/>
                      </a:lnTo>
                      <a:lnTo>
                        <a:pt x="1134" y="862"/>
                      </a:lnTo>
                      <a:lnTo>
                        <a:pt x="1134" y="862"/>
                      </a:lnTo>
                      <a:lnTo>
                        <a:pt x="1134" y="866"/>
                      </a:lnTo>
                      <a:lnTo>
                        <a:pt x="1136" y="870"/>
                      </a:lnTo>
                      <a:lnTo>
                        <a:pt x="1136" y="870"/>
                      </a:lnTo>
                      <a:lnTo>
                        <a:pt x="1138" y="872"/>
                      </a:lnTo>
                      <a:lnTo>
                        <a:pt x="1142" y="874"/>
                      </a:lnTo>
                      <a:lnTo>
                        <a:pt x="1142" y="874"/>
                      </a:lnTo>
                      <a:lnTo>
                        <a:pt x="1142" y="888"/>
                      </a:lnTo>
                      <a:lnTo>
                        <a:pt x="1140" y="890"/>
                      </a:lnTo>
                      <a:lnTo>
                        <a:pt x="1140" y="890"/>
                      </a:lnTo>
                      <a:lnTo>
                        <a:pt x="1140" y="896"/>
                      </a:lnTo>
                      <a:lnTo>
                        <a:pt x="1142" y="900"/>
                      </a:lnTo>
                      <a:lnTo>
                        <a:pt x="1142" y="900"/>
                      </a:lnTo>
                      <a:lnTo>
                        <a:pt x="1146" y="894"/>
                      </a:lnTo>
                      <a:lnTo>
                        <a:pt x="1146" y="894"/>
                      </a:lnTo>
                      <a:lnTo>
                        <a:pt x="1150" y="894"/>
                      </a:lnTo>
                      <a:lnTo>
                        <a:pt x="1150" y="894"/>
                      </a:lnTo>
                      <a:lnTo>
                        <a:pt x="1146" y="912"/>
                      </a:lnTo>
                      <a:lnTo>
                        <a:pt x="1146" y="912"/>
                      </a:lnTo>
                      <a:lnTo>
                        <a:pt x="1150" y="914"/>
                      </a:lnTo>
                      <a:lnTo>
                        <a:pt x="1154" y="916"/>
                      </a:lnTo>
                      <a:lnTo>
                        <a:pt x="1154" y="916"/>
                      </a:lnTo>
                      <a:lnTo>
                        <a:pt x="1156" y="922"/>
                      </a:lnTo>
                      <a:lnTo>
                        <a:pt x="1156" y="928"/>
                      </a:lnTo>
                      <a:lnTo>
                        <a:pt x="1156" y="928"/>
                      </a:lnTo>
                      <a:lnTo>
                        <a:pt x="1160" y="932"/>
                      </a:lnTo>
                      <a:lnTo>
                        <a:pt x="1160" y="932"/>
                      </a:lnTo>
                      <a:lnTo>
                        <a:pt x="1162" y="938"/>
                      </a:lnTo>
                      <a:lnTo>
                        <a:pt x="1162" y="938"/>
                      </a:lnTo>
                      <a:lnTo>
                        <a:pt x="1164" y="938"/>
                      </a:lnTo>
                      <a:lnTo>
                        <a:pt x="1166" y="938"/>
                      </a:lnTo>
                      <a:lnTo>
                        <a:pt x="1166" y="938"/>
                      </a:lnTo>
                      <a:lnTo>
                        <a:pt x="1166" y="940"/>
                      </a:lnTo>
                      <a:lnTo>
                        <a:pt x="1168" y="944"/>
                      </a:lnTo>
                      <a:lnTo>
                        <a:pt x="1168" y="944"/>
                      </a:lnTo>
                      <a:lnTo>
                        <a:pt x="1170" y="944"/>
                      </a:lnTo>
                      <a:lnTo>
                        <a:pt x="1172" y="944"/>
                      </a:lnTo>
                      <a:lnTo>
                        <a:pt x="1172" y="944"/>
                      </a:lnTo>
                      <a:lnTo>
                        <a:pt x="1172" y="940"/>
                      </a:lnTo>
                      <a:lnTo>
                        <a:pt x="1172" y="940"/>
                      </a:lnTo>
                      <a:lnTo>
                        <a:pt x="1172" y="938"/>
                      </a:lnTo>
                      <a:lnTo>
                        <a:pt x="1172" y="938"/>
                      </a:lnTo>
                      <a:lnTo>
                        <a:pt x="1172" y="936"/>
                      </a:lnTo>
                      <a:lnTo>
                        <a:pt x="1172" y="936"/>
                      </a:lnTo>
                      <a:lnTo>
                        <a:pt x="1176" y="932"/>
                      </a:lnTo>
                      <a:lnTo>
                        <a:pt x="1176" y="932"/>
                      </a:lnTo>
                      <a:lnTo>
                        <a:pt x="1176" y="922"/>
                      </a:lnTo>
                      <a:lnTo>
                        <a:pt x="1178" y="916"/>
                      </a:lnTo>
                      <a:lnTo>
                        <a:pt x="1178" y="916"/>
                      </a:lnTo>
                      <a:lnTo>
                        <a:pt x="1176" y="916"/>
                      </a:lnTo>
                      <a:lnTo>
                        <a:pt x="1176" y="914"/>
                      </a:lnTo>
                      <a:lnTo>
                        <a:pt x="1176" y="910"/>
                      </a:lnTo>
                      <a:lnTo>
                        <a:pt x="1174" y="910"/>
                      </a:lnTo>
                      <a:lnTo>
                        <a:pt x="1174" y="910"/>
                      </a:lnTo>
                      <a:lnTo>
                        <a:pt x="1174" y="904"/>
                      </a:lnTo>
                      <a:lnTo>
                        <a:pt x="1174" y="900"/>
                      </a:lnTo>
                      <a:lnTo>
                        <a:pt x="1174" y="900"/>
                      </a:lnTo>
                      <a:lnTo>
                        <a:pt x="1170" y="894"/>
                      </a:lnTo>
                      <a:lnTo>
                        <a:pt x="1170" y="894"/>
                      </a:lnTo>
                      <a:lnTo>
                        <a:pt x="1170" y="892"/>
                      </a:lnTo>
                      <a:lnTo>
                        <a:pt x="1170" y="888"/>
                      </a:lnTo>
                      <a:lnTo>
                        <a:pt x="1170" y="888"/>
                      </a:lnTo>
                      <a:lnTo>
                        <a:pt x="1168" y="886"/>
                      </a:lnTo>
                      <a:lnTo>
                        <a:pt x="1166" y="884"/>
                      </a:lnTo>
                      <a:lnTo>
                        <a:pt x="1166" y="884"/>
                      </a:lnTo>
                      <a:lnTo>
                        <a:pt x="1168" y="880"/>
                      </a:lnTo>
                      <a:lnTo>
                        <a:pt x="1168" y="880"/>
                      </a:lnTo>
                      <a:lnTo>
                        <a:pt x="1164" y="874"/>
                      </a:lnTo>
                      <a:lnTo>
                        <a:pt x="1162" y="868"/>
                      </a:lnTo>
                      <a:lnTo>
                        <a:pt x="1162" y="868"/>
                      </a:lnTo>
                      <a:lnTo>
                        <a:pt x="1162" y="862"/>
                      </a:lnTo>
                      <a:lnTo>
                        <a:pt x="1160" y="856"/>
                      </a:lnTo>
                      <a:lnTo>
                        <a:pt x="1160" y="856"/>
                      </a:lnTo>
                      <a:lnTo>
                        <a:pt x="1156" y="854"/>
                      </a:lnTo>
                      <a:lnTo>
                        <a:pt x="1156" y="852"/>
                      </a:lnTo>
                      <a:lnTo>
                        <a:pt x="1156" y="852"/>
                      </a:lnTo>
                      <a:lnTo>
                        <a:pt x="1160" y="848"/>
                      </a:lnTo>
                      <a:lnTo>
                        <a:pt x="1160" y="848"/>
                      </a:lnTo>
                      <a:lnTo>
                        <a:pt x="1160" y="844"/>
                      </a:lnTo>
                      <a:lnTo>
                        <a:pt x="1160" y="840"/>
                      </a:lnTo>
                      <a:lnTo>
                        <a:pt x="1162" y="840"/>
                      </a:lnTo>
                      <a:lnTo>
                        <a:pt x="1162" y="840"/>
                      </a:lnTo>
                      <a:lnTo>
                        <a:pt x="1164" y="830"/>
                      </a:lnTo>
                      <a:lnTo>
                        <a:pt x="1164" y="828"/>
                      </a:lnTo>
                      <a:lnTo>
                        <a:pt x="1170" y="824"/>
                      </a:lnTo>
                      <a:lnTo>
                        <a:pt x="1168" y="820"/>
                      </a:lnTo>
                      <a:lnTo>
                        <a:pt x="1168" y="820"/>
                      </a:lnTo>
                      <a:lnTo>
                        <a:pt x="1170" y="820"/>
                      </a:lnTo>
                      <a:lnTo>
                        <a:pt x="1174" y="818"/>
                      </a:lnTo>
                      <a:lnTo>
                        <a:pt x="1174" y="818"/>
                      </a:lnTo>
                      <a:lnTo>
                        <a:pt x="1174" y="816"/>
                      </a:lnTo>
                      <a:lnTo>
                        <a:pt x="1176" y="812"/>
                      </a:lnTo>
                      <a:lnTo>
                        <a:pt x="1176" y="812"/>
                      </a:lnTo>
                      <a:lnTo>
                        <a:pt x="1178" y="812"/>
                      </a:lnTo>
                      <a:lnTo>
                        <a:pt x="1180" y="812"/>
                      </a:lnTo>
                      <a:lnTo>
                        <a:pt x="1180" y="812"/>
                      </a:lnTo>
                      <a:lnTo>
                        <a:pt x="1184" y="808"/>
                      </a:lnTo>
                      <a:lnTo>
                        <a:pt x="1184" y="808"/>
                      </a:lnTo>
                      <a:lnTo>
                        <a:pt x="1184" y="806"/>
                      </a:lnTo>
                      <a:lnTo>
                        <a:pt x="1184" y="806"/>
                      </a:lnTo>
                      <a:lnTo>
                        <a:pt x="1188" y="806"/>
                      </a:lnTo>
                      <a:lnTo>
                        <a:pt x="1188" y="806"/>
                      </a:lnTo>
                      <a:lnTo>
                        <a:pt x="1190" y="798"/>
                      </a:lnTo>
                      <a:lnTo>
                        <a:pt x="1190" y="798"/>
                      </a:lnTo>
                      <a:lnTo>
                        <a:pt x="1192" y="798"/>
                      </a:lnTo>
                      <a:lnTo>
                        <a:pt x="1194" y="798"/>
                      </a:lnTo>
                      <a:lnTo>
                        <a:pt x="1194" y="798"/>
                      </a:lnTo>
                      <a:lnTo>
                        <a:pt x="1198" y="796"/>
                      </a:lnTo>
                      <a:lnTo>
                        <a:pt x="1200" y="794"/>
                      </a:lnTo>
                      <a:lnTo>
                        <a:pt x="1200" y="794"/>
                      </a:lnTo>
                      <a:lnTo>
                        <a:pt x="1202" y="794"/>
                      </a:lnTo>
                      <a:lnTo>
                        <a:pt x="1206" y="794"/>
                      </a:lnTo>
                      <a:lnTo>
                        <a:pt x="1212" y="784"/>
                      </a:lnTo>
                      <a:lnTo>
                        <a:pt x="1212" y="784"/>
                      </a:lnTo>
                      <a:lnTo>
                        <a:pt x="1212" y="782"/>
                      </a:lnTo>
                      <a:lnTo>
                        <a:pt x="1212" y="782"/>
                      </a:lnTo>
                      <a:lnTo>
                        <a:pt x="1218" y="778"/>
                      </a:lnTo>
                      <a:lnTo>
                        <a:pt x="1218" y="778"/>
                      </a:lnTo>
                      <a:lnTo>
                        <a:pt x="1216" y="772"/>
                      </a:lnTo>
                      <a:lnTo>
                        <a:pt x="1216" y="772"/>
                      </a:lnTo>
                      <a:lnTo>
                        <a:pt x="1220" y="772"/>
                      </a:lnTo>
                      <a:lnTo>
                        <a:pt x="1220" y="770"/>
                      </a:lnTo>
                      <a:lnTo>
                        <a:pt x="1222" y="770"/>
                      </a:lnTo>
                      <a:lnTo>
                        <a:pt x="1222" y="770"/>
                      </a:lnTo>
                      <a:lnTo>
                        <a:pt x="1218" y="764"/>
                      </a:lnTo>
                      <a:lnTo>
                        <a:pt x="1218" y="764"/>
                      </a:lnTo>
                      <a:lnTo>
                        <a:pt x="1226" y="762"/>
                      </a:lnTo>
                      <a:lnTo>
                        <a:pt x="1226" y="764"/>
                      </a:lnTo>
                      <a:lnTo>
                        <a:pt x="1226" y="764"/>
                      </a:lnTo>
                      <a:lnTo>
                        <a:pt x="1230" y="766"/>
                      </a:lnTo>
                      <a:lnTo>
                        <a:pt x="1230" y="766"/>
                      </a:lnTo>
                      <a:lnTo>
                        <a:pt x="1234" y="762"/>
                      </a:lnTo>
                      <a:lnTo>
                        <a:pt x="1234" y="760"/>
                      </a:lnTo>
                      <a:lnTo>
                        <a:pt x="1230" y="762"/>
                      </a:lnTo>
                      <a:lnTo>
                        <a:pt x="1230" y="762"/>
                      </a:lnTo>
                      <a:lnTo>
                        <a:pt x="1230" y="758"/>
                      </a:lnTo>
                      <a:lnTo>
                        <a:pt x="1222" y="756"/>
                      </a:lnTo>
                      <a:lnTo>
                        <a:pt x="1222" y="756"/>
                      </a:lnTo>
                      <a:lnTo>
                        <a:pt x="1222" y="752"/>
                      </a:lnTo>
                      <a:lnTo>
                        <a:pt x="1222" y="752"/>
                      </a:lnTo>
                      <a:lnTo>
                        <a:pt x="1226" y="752"/>
                      </a:lnTo>
                      <a:lnTo>
                        <a:pt x="1230" y="750"/>
                      </a:lnTo>
                      <a:lnTo>
                        <a:pt x="1230" y="750"/>
                      </a:lnTo>
                      <a:lnTo>
                        <a:pt x="1230" y="748"/>
                      </a:lnTo>
                      <a:lnTo>
                        <a:pt x="1230" y="748"/>
                      </a:lnTo>
                      <a:lnTo>
                        <a:pt x="1230" y="746"/>
                      </a:lnTo>
                      <a:lnTo>
                        <a:pt x="1228" y="744"/>
                      </a:lnTo>
                      <a:lnTo>
                        <a:pt x="1228" y="744"/>
                      </a:lnTo>
                      <a:lnTo>
                        <a:pt x="1230" y="744"/>
                      </a:lnTo>
                      <a:lnTo>
                        <a:pt x="1230" y="742"/>
                      </a:lnTo>
                      <a:lnTo>
                        <a:pt x="1220" y="738"/>
                      </a:lnTo>
                      <a:lnTo>
                        <a:pt x="1220" y="738"/>
                      </a:lnTo>
                      <a:lnTo>
                        <a:pt x="1220" y="734"/>
                      </a:lnTo>
                      <a:lnTo>
                        <a:pt x="1220" y="734"/>
                      </a:lnTo>
                      <a:lnTo>
                        <a:pt x="1218" y="732"/>
                      </a:lnTo>
                      <a:lnTo>
                        <a:pt x="1218" y="732"/>
                      </a:lnTo>
                      <a:lnTo>
                        <a:pt x="1226" y="730"/>
                      </a:lnTo>
                      <a:lnTo>
                        <a:pt x="1226" y="730"/>
                      </a:lnTo>
                      <a:lnTo>
                        <a:pt x="1224" y="726"/>
                      </a:lnTo>
                      <a:lnTo>
                        <a:pt x="1220" y="722"/>
                      </a:lnTo>
                      <a:lnTo>
                        <a:pt x="1220" y="722"/>
                      </a:lnTo>
                      <a:lnTo>
                        <a:pt x="1222" y="722"/>
                      </a:lnTo>
                      <a:lnTo>
                        <a:pt x="1222" y="720"/>
                      </a:lnTo>
                      <a:lnTo>
                        <a:pt x="1222" y="720"/>
                      </a:lnTo>
                      <a:lnTo>
                        <a:pt x="1216" y="714"/>
                      </a:lnTo>
                      <a:lnTo>
                        <a:pt x="1216" y="714"/>
                      </a:lnTo>
                      <a:lnTo>
                        <a:pt x="1218" y="712"/>
                      </a:lnTo>
                      <a:lnTo>
                        <a:pt x="1218" y="712"/>
                      </a:lnTo>
                      <a:lnTo>
                        <a:pt x="1218" y="706"/>
                      </a:lnTo>
                      <a:lnTo>
                        <a:pt x="1220" y="706"/>
                      </a:lnTo>
                      <a:lnTo>
                        <a:pt x="1220" y="706"/>
                      </a:lnTo>
                      <a:lnTo>
                        <a:pt x="1222" y="698"/>
                      </a:lnTo>
                      <a:lnTo>
                        <a:pt x="1222" y="688"/>
                      </a:lnTo>
                      <a:lnTo>
                        <a:pt x="1222" y="688"/>
                      </a:lnTo>
                      <a:lnTo>
                        <a:pt x="1226" y="688"/>
                      </a:lnTo>
                      <a:lnTo>
                        <a:pt x="1228" y="686"/>
                      </a:lnTo>
                      <a:lnTo>
                        <a:pt x="1228" y="686"/>
                      </a:lnTo>
                      <a:lnTo>
                        <a:pt x="1234" y="686"/>
                      </a:lnTo>
                      <a:lnTo>
                        <a:pt x="1234" y="686"/>
                      </a:lnTo>
                      <a:lnTo>
                        <a:pt x="1234" y="684"/>
                      </a:lnTo>
                      <a:lnTo>
                        <a:pt x="1236" y="682"/>
                      </a:lnTo>
                      <a:lnTo>
                        <a:pt x="1236" y="682"/>
                      </a:lnTo>
                      <a:lnTo>
                        <a:pt x="1236" y="686"/>
                      </a:lnTo>
                      <a:lnTo>
                        <a:pt x="1236" y="686"/>
                      </a:lnTo>
                      <a:lnTo>
                        <a:pt x="1228" y="696"/>
                      </a:lnTo>
                      <a:lnTo>
                        <a:pt x="1230" y="698"/>
                      </a:lnTo>
                      <a:lnTo>
                        <a:pt x="1230" y="698"/>
                      </a:lnTo>
                      <a:lnTo>
                        <a:pt x="1228" y="700"/>
                      </a:lnTo>
                      <a:lnTo>
                        <a:pt x="1224" y="702"/>
                      </a:lnTo>
                      <a:lnTo>
                        <a:pt x="1224" y="702"/>
                      </a:lnTo>
                      <a:lnTo>
                        <a:pt x="1226" y="704"/>
                      </a:lnTo>
                      <a:lnTo>
                        <a:pt x="1226" y="706"/>
                      </a:lnTo>
                      <a:lnTo>
                        <a:pt x="1226" y="706"/>
                      </a:lnTo>
                      <a:lnTo>
                        <a:pt x="1228" y="708"/>
                      </a:lnTo>
                      <a:lnTo>
                        <a:pt x="1226" y="708"/>
                      </a:lnTo>
                      <a:lnTo>
                        <a:pt x="1226" y="708"/>
                      </a:lnTo>
                      <a:lnTo>
                        <a:pt x="1226" y="712"/>
                      </a:lnTo>
                      <a:lnTo>
                        <a:pt x="1226" y="716"/>
                      </a:lnTo>
                      <a:lnTo>
                        <a:pt x="1226" y="716"/>
                      </a:lnTo>
                      <a:lnTo>
                        <a:pt x="1226" y="716"/>
                      </a:lnTo>
                      <a:lnTo>
                        <a:pt x="1234" y="714"/>
                      </a:lnTo>
                      <a:lnTo>
                        <a:pt x="1234" y="714"/>
                      </a:lnTo>
                      <a:lnTo>
                        <a:pt x="1234" y="720"/>
                      </a:lnTo>
                      <a:lnTo>
                        <a:pt x="1234" y="720"/>
                      </a:lnTo>
                      <a:lnTo>
                        <a:pt x="1242" y="718"/>
                      </a:lnTo>
                      <a:lnTo>
                        <a:pt x="1242" y="716"/>
                      </a:lnTo>
                      <a:lnTo>
                        <a:pt x="1242" y="716"/>
                      </a:lnTo>
                      <a:lnTo>
                        <a:pt x="1242" y="714"/>
                      </a:lnTo>
                      <a:lnTo>
                        <a:pt x="1242" y="712"/>
                      </a:lnTo>
                      <a:lnTo>
                        <a:pt x="1242" y="712"/>
                      </a:lnTo>
                      <a:lnTo>
                        <a:pt x="1242" y="710"/>
                      </a:lnTo>
                      <a:lnTo>
                        <a:pt x="1242" y="710"/>
                      </a:lnTo>
                      <a:lnTo>
                        <a:pt x="1244" y="710"/>
                      </a:lnTo>
                      <a:lnTo>
                        <a:pt x="1244" y="710"/>
                      </a:lnTo>
                      <a:lnTo>
                        <a:pt x="1244" y="706"/>
                      </a:lnTo>
                      <a:lnTo>
                        <a:pt x="1242" y="706"/>
                      </a:lnTo>
                      <a:lnTo>
                        <a:pt x="1242" y="706"/>
                      </a:lnTo>
                      <a:lnTo>
                        <a:pt x="1244" y="702"/>
                      </a:lnTo>
                      <a:lnTo>
                        <a:pt x="1244" y="700"/>
                      </a:lnTo>
                      <a:lnTo>
                        <a:pt x="1242" y="700"/>
                      </a:lnTo>
                      <a:lnTo>
                        <a:pt x="1242" y="700"/>
                      </a:lnTo>
                      <a:lnTo>
                        <a:pt x="1240" y="694"/>
                      </a:lnTo>
                      <a:lnTo>
                        <a:pt x="1240" y="694"/>
                      </a:lnTo>
                      <a:lnTo>
                        <a:pt x="1240" y="694"/>
                      </a:lnTo>
                      <a:lnTo>
                        <a:pt x="1240" y="688"/>
                      </a:lnTo>
                      <a:lnTo>
                        <a:pt x="1240" y="688"/>
                      </a:lnTo>
                      <a:lnTo>
                        <a:pt x="1244" y="690"/>
                      </a:lnTo>
                      <a:lnTo>
                        <a:pt x="1248" y="694"/>
                      </a:lnTo>
                      <a:lnTo>
                        <a:pt x="1248" y="694"/>
                      </a:lnTo>
                      <a:lnTo>
                        <a:pt x="1252" y="694"/>
                      </a:lnTo>
                      <a:lnTo>
                        <a:pt x="1252" y="694"/>
                      </a:lnTo>
                      <a:lnTo>
                        <a:pt x="1258" y="682"/>
                      </a:lnTo>
                      <a:lnTo>
                        <a:pt x="1260" y="684"/>
                      </a:lnTo>
                      <a:lnTo>
                        <a:pt x="1260" y="684"/>
                      </a:lnTo>
                      <a:lnTo>
                        <a:pt x="1262" y="678"/>
                      </a:lnTo>
                      <a:lnTo>
                        <a:pt x="1262" y="678"/>
                      </a:lnTo>
                      <a:lnTo>
                        <a:pt x="1262" y="668"/>
                      </a:lnTo>
                      <a:lnTo>
                        <a:pt x="1262" y="668"/>
                      </a:lnTo>
                      <a:lnTo>
                        <a:pt x="1260" y="668"/>
                      </a:lnTo>
                      <a:lnTo>
                        <a:pt x="1260" y="668"/>
                      </a:lnTo>
                      <a:lnTo>
                        <a:pt x="1260" y="664"/>
                      </a:lnTo>
                      <a:lnTo>
                        <a:pt x="1262" y="664"/>
                      </a:lnTo>
                      <a:lnTo>
                        <a:pt x="1262" y="662"/>
                      </a:lnTo>
                      <a:lnTo>
                        <a:pt x="1262" y="662"/>
                      </a:lnTo>
                      <a:lnTo>
                        <a:pt x="1270" y="654"/>
                      </a:lnTo>
                      <a:lnTo>
                        <a:pt x="1270" y="652"/>
                      </a:lnTo>
                      <a:lnTo>
                        <a:pt x="1270" y="652"/>
                      </a:lnTo>
                      <a:lnTo>
                        <a:pt x="1274" y="652"/>
                      </a:lnTo>
                      <a:lnTo>
                        <a:pt x="1274" y="652"/>
                      </a:lnTo>
                      <a:lnTo>
                        <a:pt x="1276" y="652"/>
                      </a:lnTo>
                      <a:lnTo>
                        <a:pt x="1278" y="650"/>
                      </a:lnTo>
                      <a:lnTo>
                        <a:pt x="1278" y="650"/>
                      </a:lnTo>
                      <a:lnTo>
                        <a:pt x="1282" y="650"/>
                      </a:lnTo>
                      <a:lnTo>
                        <a:pt x="1282" y="650"/>
                      </a:lnTo>
                      <a:lnTo>
                        <a:pt x="1284" y="646"/>
                      </a:lnTo>
                      <a:lnTo>
                        <a:pt x="1284" y="646"/>
                      </a:lnTo>
                      <a:lnTo>
                        <a:pt x="1288" y="646"/>
                      </a:lnTo>
                      <a:lnTo>
                        <a:pt x="1292" y="646"/>
                      </a:lnTo>
                      <a:lnTo>
                        <a:pt x="1292" y="648"/>
                      </a:lnTo>
                      <a:lnTo>
                        <a:pt x="1292" y="648"/>
                      </a:lnTo>
                      <a:lnTo>
                        <a:pt x="1294" y="648"/>
                      </a:lnTo>
                      <a:lnTo>
                        <a:pt x="1296" y="648"/>
                      </a:lnTo>
                      <a:lnTo>
                        <a:pt x="1296" y="648"/>
                      </a:lnTo>
                      <a:lnTo>
                        <a:pt x="1294" y="646"/>
                      </a:lnTo>
                      <a:lnTo>
                        <a:pt x="1294" y="644"/>
                      </a:lnTo>
                      <a:lnTo>
                        <a:pt x="1296" y="640"/>
                      </a:lnTo>
                      <a:lnTo>
                        <a:pt x="1296" y="640"/>
                      </a:lnTo>
                      <a:lnTo>
                        <a:pt x="1298" y="640"/>
                      </a:lnTo>
                      <a:lnTo>
                        <a:pt x="1302" y="640"/>
                      </a:lnTo>
                      <a:lnTo>
                        <a:pt x="1302" y="640"/>
                      </a:lnTo>
                      <a:lnTo>
                        <a:pt x="1302" y="644"/>
                      </a:lnTo>
                      <a:lnTo>
                        <a:pt x="1302" y="644"/>
                      </a:lnTo>
                      <a:lnTo>
                        <a:pt x="1302" y="644"/>
                      </a:lnTo>
                      <a:lnTo>
                        <a:pt x="1306" y="644"/>
                      </a:lnTo>
                      <a:lnTo>
                        <a:pt x="1306" y="644"/>
                      </a:lnTo>
                      <a:lnTo>
                        <a:pt x="1308" y="642"/>
                      </a:lnTo>
                      <a:lnTo>
                        <a:pt x="1308" y="642"/>
                      </a:lnTo>
                      <a:lnTo>
                        <a:pt x="1312" y="642"/>
                      </a:lnTo>
                      <a:lnTo>
                        <a:pt x="1312" y="642"/>
                      </a:lnTo>
                      <a:lnTo>
                        <a:pt x="1310" y="638"/>
                      </a:lnTo>
                      <a:lnTo>
                        <a:pt x="1310" y="638"/>
                      </a:lnTo>
                      <a:lnTo>
                        <a:pt x="1304" y="636"/>
                      </a:lnTo>
                      <a:lnTo>
                        <a:pt x="1302" y="634"/>
                      </a:lnTo>
                      <a:lnTo>
                        <a:pt x="1302" y="634"/>
                      </a:lnTo>
                      <a:lnTo>
                        <a:pt x="1302" y="632"/>
                      </a:lnTo>
                      <a:lnTo>
                        <a:pt x="1302" y="632"/>
                      </a:lnTo>
                      <a:lnTo>
                        <a:pt x="1308" y="630"/>
                      </a:lnTo>
                      <a:lnTo>
                        <a:pt x="1308" y="630"/>
                      </a:lnTo>
                      <a:lnTo>
                        <a:pt x="1306" y="624"/>
                      </a:lnTo>
                      <a:lnTo>
                        <a:pt x="1306" y="622"/>
                      </a:lnTo>
                      <a:lnTo>
                        <a:pt x="1312" y="616"/>
                      </a:lnTo>
                      <a:lnTo>
                        <a:pt x="1312" y="614"/>
                      </a:lnTo>
                      <a:lnTo>
                        <a:pt x="1310" y="614"/>
                      </a:lnTo>
                      <a:lnTo>
                        <a:pt x="1310" y="614"/>
                      </a:lnTo>
                      <a:lnTo>
                        <a:pt x="1314" y="606"/>
                      </a:lnTo>
                      <a:lnTo>
                        <a:pt x="1314" y="606"/>
                      </a:lnTo>
                      <a:lnTo>
                        <a:pt x="1318" y="606"/>
                      </a:lnTo>
                      <a:lnTo>
                        <a:pt x="1318" y="606"/>
                      </a:lnTo>
                      <a:lnTo>
                        <a:pt x="1318" y="608"/>
                      </a:lnTo>
                      <a:lnTo>
                        <a:pt x="1318" y="606"/>
                      </a:lnTo>
                      <a:lnTo>
                        <a:pt x="1320" y="604"/>
                      </a:lnTo>
                      <a:lnTo>
                        <a:pt x="1320" y="604"/>
                      </a:lnTo>
                      <a:lnTo>
                        <a:pt x="1322" y="606"/>
                      </a:lnTo>
                      <a:lnTo>
                        <a:pt x="1322" y="608"/>
                      </a:lnTo>
                      <a:lnTo>
                        <a:pt x="1324" y="608"/>
                      </a:lnTo>
                      <a:lnTo>
                        <a:pt x="1324" y="608"/>
                      </a:lnTo>
                      <a:lnTo>
                        <a:pt x="1324" y="604"/>
                      </a:lnTo>
                      <a:lnTo>
                        <a:pt x="1324" y="604"/>
                      </a:lnTo>
                      <a:lnTo>
                        <a:pt x="1328" y="606"/>
                      </a:lnTo>
                      <a:lnTo>
                        <a:pt x="1328" y="606"/>
                      </a:lnTo>
                      <a:lnTo>
                        <a:pt x="1332" y="594"/>
                      </a:lnTo>
                      <a:lnTo>
                        <a:pt x="1332" y="594"/>
                      </a:lnTo>
                      <a:lnTo>
                        <a:pt x="1334" y="600"/>
                      </a:lnTo>
                      <a:lnTo>
                        <a:pt x="1338" y="600"/>
                      </a:lnTo>
                      <a:lnTo>
                        <a:pt x="1338" y="600"/>
                      </a:lnTo>
                      <a:lnTo>
                        <a:pt x="1338" y="596"/>
                      </a:lnTo>
                      <a:lnTo>
                        <a:pt x="1338" y="596"/>
                      </a:lnTo>
                      <a:lnTo>
                        <a:pt x="1342" y="600"/>
                      </a:lnTo>
                      <a:lnTo>
                        <a:pt x="1342" y="600"/>
                      </a:lnTo>
                      <a:lnTo>
                        <a:pt x="1344" y="598"/>
                      </a:lnTo>
                      <a:lnTo>
                        <a:pt x="1346" y="598"/>
                      </a:lnTo>
                      <a:lnTo>
                        <a:pt x="1346" y="598"/>
                      </a:lnTo>
                      <a:lnTo>
                        <a:pt x="1348" y="594"/>
                      </a:lnTo>
                      <a:lnTo>
                        <a:pt x="1348" y="594"/>
                      </a:lnTo>
                      <a:lnTo>
                        <a:pt x="1352" y="592"/>
                      </a:lnTo>
                      <a:lnTo>
                        <a:pt x="1352" y="592"/>
                      </a:lnTo>
                      <a:lnTo>
                        <a:pt x="1350" y="582"/>
                      </a:lnTo>
                      <a:lnTo>
                        <a:pt x="1350" y="582"/>
                      </a:lnTo>
                      <a:lnTo>
                        <a:pt x="1350" y="582"/>
                      </a:lnTo>
                      <a:lnTo>
                        <a:pt x="1350" y="582"/>
                      </a:lnTo>
                      <a:lnTo>
                        <a:pt x="1350" y="580"/>
                      </a:lnTo>
                      <a:lnTo>
                        <a:pt x="1350" y="580"/>
                      </a:lnTo>
                      <a:lnTo>
                        <a:pt x="1348" y="580"/>
                      </a:lnTo>
                      <a:lnTo>
                        <a:pt x="1348" y="580"/>
                      </a:lnTo>
                      <a:lnTo>
                        <a:pt x="1348" y="578"/>
                      </a:lnTo>
                      <a:lnTo>
                        <a:pt x="1346" y="576"/>
                      </a:lnTo>
                      <a:lnTo>
                        <a:pt x="1348" y="572"/>
                      </a:lnTo>
                      <a:lnTo>
                        <a:pt x="1348" y="572"/>
                      </a:lnTo>
                      <a:lnTo>
                        <a:pt x="1346" y="570"/>
                      </a:lnTo>
                      <a:lnTo>
                        <a:pt x="1344" y="570"/>
                      </a:lnTo>
                      <a:lnTo>
                        <a:pt x="1342" y="570"/>
                      </a:lnTo>
                      <a:lnTo>
                        <a:pt x="1342" y="570"/>
                      </a:lnTo>
                      <a:lnTo>
                        <a:pt x="1342" y="564"/>
                      </a:lnTo>
                      <a:lnTo>
                        <a:pt x="1342" y="550"/>
                      </a:lnTo>
                      <a:lnTo>
                        <a:pt x="1342" y="550"/>
                      </a:lnTo>
                      <a:lnTo>
                        <a:pt x="1342" y="546"/>
                      </a:lnTo>
                      <a:lnTo>
                        <a:pt x="1340" y="544"/>
                      </a:lnTo>
                      <a:lnTo>
                        <a:pt x="1334" y="540"/>
                      </a:lnTo>
                      <a:lnTo>
                        <a:pt x="1334" y="540"/>
                      </a:lnTo>
                      <a:lnTo>
                        <a:pt x="1330" y="540"/>
                      </a:lnTo>
                      <a:lnTo>
                        <a:pt x="1328" y="544"/>
                      </a:lnTo>
                      <a:lnTo>
                        <a:pt x="1326" y="546"/>
                      </a:lnTo>
                      <a:lnTo>
                        <a:pt x="1326" y="544"/>
                      </a:lnTo>
                      <a:lnTo>
                        <a:pt x="1326" y="544"/>
                      </a:lnTo>
                      <a:lnTo>
                        <a:pt x="1324" y="540"/>
                      </a:lnTo>
                      <a:lnTo>
                        <a:pt x="1322" y="540"/>
                      </a:lnTo>
                      <a:lnTo>
                        <a:pt x="1320" y="542"/>
                      </a:lnTo>
                      <a:lnTo>
                        <a:pt x="1318" y="550"/>
                      </a:lnTo>
                      <a:lnTo>
                        <a:pt x="1318" y="550"/>
                      </a:lnTo>
                      <a:lnTo>
                        <a:pt x="1314" y="554"/>
                      </a:lnTo>
                      <a:lnTo>
                        <a:pt x="1314" y="560"/>
                      </a:lnTo>
                      <a:lnTo>
                        <a:pt x="1314" y="560"/>
                      </a:lnTo>
                      <a:lnTo>
                        <a:pt x="1312" y="562"/>
                      </a:lnTo>
                      <a:lnTo>
                        <a:pt x="1308" y="566"/>
                      </a:lnTo>
                      <a:lnTo>
                        <a:pt x="1302" y="572"/>
                      </a:lnTo>
                      <a:lnTo>
                        <a:pt x="1302" y="572"/>
                      </a:lnTo>
                      <a:lnTo>
                        <a:pt x="1298" y="574"/>
                      </a:lnTo>
                      <a:lnTo>
                        <a:pt x="1298" y="576"/>
                      </a:lnTo>
                      <a:lnTo>
                        <a:pt x="1298" y="576"/>
                      </a:lnTo>
                      <a:lnTo>
                        <a:pt x="1280" y="580"/>
                      </a:lnTo>
                      <a:lnTo>
                        <a:pt x="1258" y="582"/>
                      </a:lnTo>
                      <a:lnTo>
                        <a:pt x="1258" y="582"/>
                      </a:lnTo>
                      <a:lnTo>
                        <a:pt x="1254" y="580"/>
                      </a:lnTo>
                      <a:lnTo>
                        <a:pt x="1244" y="586"/>
                      </a:lnTo>
                      <a:lnTo>
                        <a:pt x="1244" y="586"/>
                      </a:lnTo>
                      <a:lnTo>
                        <a:pt x="1234" y="592"/>
                      </a:lnTo>
                      <a:lnTo>
                        <a:pt x="1232" y="594"/>
                      </a:lnTo>
                      <a:lnTo>
                        <a:pt x="1232" y="594"/>
                      </a:lnTo>
                      <a:lnTo>
                        <a:pt x="1232" y="596"/>
                      </a:lnTo>
                      <a:lnTo>
                        <a:pt x="1236" y="592"/>
                      </a:lnTo>
                      <a:lnTo>
                        <a:pt x="1236" y="592"/>
                      </a:lnTo>
                      <a:lnTo>
                        <a:pt x="1236" y="594"/>
                      </a:lnTo>
                      <a:lnTo>
                        <a:pt x="1236" y="598"/>
                      </a:lnTo>
                      <a:lnTo>
                        <a:pt x="1236" y="598"/>
                      </a:lnTo>
                      <a:lnTo>
                        <a:pt x="1230" y="600"/>
                      </a:lnTo>
                      <a:lnTo>
                        <a:pt x="1230" y="600"/>
                      </a:lnTo>
                      <a:lnTo>
                        <a:pt x="1232" y="602"/>
                      </a:lnTo>
                      <a:lnTo>
                        <a:pt x="1232" y="606"/>
                      </a:lnTo>
                      <a:lnTo>
                        <a:pt x="1232" y="606"/>
                      </a:lnTo>
                      <a:lnTo>
                        <a:pt x="1228" y="608"/>
                      </a:lnTo>
                      <a:lnTo>
                        <a:pt x="1228" y="608"/>
                      </a:lnTo>
                      <a:lnTo>
                        <a:pt x="1230" y="610"/>
                      </a:lnTo>
                      <a:lnTo>
                        <a:pt x="1228" y="612"/>
                      </a:lnTo>
                      <a:lnTo>
                        <a:pt x="1228" y="612"/>
                      </a:lnTo>
                      <a:lnTo>
                        <a:pt x="1224" y="612"/>
                      </a:lnTo>
                      <a:lnTo>
                        <a:pt x="1220" y="614"/>
                      </a:lnTo>
                      <a:lnTo>
                        <a:pt x="1220" y="614"/>
                      </a:lnTo>
                      <a:lnTo>
                        <a:pt x="1218" y="616"/>
                      </a:lnTo>
                      <a:lnTo>
                        <a:pt x="1218" y="616"/>
                      </a:lnTo>
                      <a:lnTo>
                        <a:pt x="1216" y="616"/>
                      </a:lnTo>
                      <a:lnTo>
                        <a:pt x="1212" y="616"/>
                      </a:lnTo>
                      <a:lnTo>
                        <a:pt x="1210" y="618"/>
                      </a:lnTo>
                      <a:lnTo>
                        <a:pt x="1210" y="618"/>
                      </a:lnTo>
                      <a:lnTo>
                        <a:pt x="1200" y="616"/>
                      </a:lnTo>
                      <a:lnTo>
                        <a:pt x="1190" y="616"/>
                      </a:lnTo>
                      <a:lnTo>
                        <a:pt x="1190" y="616"/>
                      </a:lnTo>
                      <a:lnTo>
                        <a:pt x="1190" y="618"/>
                      </a:lnTo>
                      <a:lnTo>
                        <a:pt x="1188" y="620"/>
                      </a:lnTo>
                      <a:lnTo>
                        <a:pt x="1188" y="620"/>
                      </a:lnTo>
                      <a:lnTo>
                        <a:pt x="1192" y="624"/>
                      </a:lnTo>
                      <a:lnTo>
                        <a:pt x="1192" y="624"/>
                      </a:lnTo>
                      <a:lnTo>
                        <a:pt x="1186" y="630"/>
                      </a:lnTo>
                      <a:lnTo>
                        <a:pt x="1180" y="636"/>
                      </a:lnTo>
                      <a:lnTo>
                        <a:pt x="1180" y="636"/>
                      </a:lnTo>
                      <a:lnTo>
                        <a:pt x="1174" y="636"/>
                      </a:lnTo>
                      <a:lnTo>
                        <a:pt x="1174" y="636"/>
                      </a:lnTo>
                      <a:lnTo>
                        <a:pt x="1170" y="640"/>
                      </a:lnTo>
                      <a:lnTo>
                        <a:pt x="1170" y="640"/>
                      </a:lnTo>
                      <a:lnTo>
                        <a:pt x="1164" y="640"/>
                      </a:lnTo>
                      <a:lnTo>
                        <a:pt x="1158" y="642"/>
                      </a:lnTo>
                      <a:lnTo>
                        <a:pt x="1158" y="644"/>
                      </a:lnTo>
                      <a:lnTo>
                        <a:pt x="1158" y="644"/>
                      </a:lnTo>
                      <a:lnTo>
                        <a:pt x="1154" y="648"/>
                      </a:lnTo>
                      <a:lnTo>
                        <a:pt x="1146" y="652"/>
                      </a:lnTo>
                      <a:lnTo>
                        <a:pt x="1146" y="652"/>
                      </a:lnTo>
                      <a:lnTo>
                        <a:pt x="1142" y="652"/>
                      </a:lnTo>
                      <a:lnTo>
                        <a:pt x="1138" y="650"/>
                      </a:lnTo>
                      <a:lnTo>
                        <a:pt x="1138" y="650"/>
                      </a:lnTo>
                      <a:lnTo>
                        <a:pt x="1140" y="650"/>
                      </a:lnTo>
                      <a:lnTo>
                        <a:pt x="1140" y="648"/>
                      </a:lnTo>
                      <a:lnTo>
                        <a:pt x="1140" y="648"/>
                      </a:lnTo>
                      <a:lnTo>
                        <a:pt x="1138" y="648"/>
                      </a:lnTo>
                      <a:lnTo>
                        <a:pt x="1138" y="648"/>
                      </a:lnTo>
                      <a:lnTo>
                        <a:pt x="1136" y="646"/>
                      </a:lnTo>
                      <a:lnTo>
                        <a:pt x="1136" y="644"/>
                      </a:lnTo>
                      <a:lnTo>
                        <a:pt x="1136" y="644"/>
                      </a:lnTo>
                      <a:lnTo>
                        <a:pt x="1132" y="646"/>
                      </a:lnTo>
                      <a:lnTo>
                        <a:pt x="1132" y="642"/>
                      </a:lnTo>
                      <a:lnTo>
                        <a:pt x="1132" y="642"/>
                      </a:lnTo>
                      <a:lnTo>
                        <a:pt x="1138" y="638"/>
                      </a:lnTo>
                      <a:lnTo>
                        <a:pt x="1138" y="638"/>
                      </a:lnTo>
                      <a:lnTo>
                        <a:pt x="1138" y="636"/>
                      </a:lnTo>
                      <a:lnTo>
                        <a:pt x="1138" y="636"/>
                      </a:lnTo>
                      <a:lnTo>
                        <a:pt x="1142" y="632"/>
                      </a:lnTo>
                      <a:lnTo>
                        <a:pt x="1144" y="630"/>
                      </a:lnTo>
                      <a:lnTo>
                        <a:pt x="1144" y="628"/>
                      </a:lnTo>
                      <a:lnTo>
                        <a:pt x="1144" y="628"/>
                      </a:lnTo>
                      <a:lnTo>
                        <a:pt x="1146" y="622"/>
                      </a:lnTo>
                      <a:lnTo>
                        <a:pt x="1146" y="618"/>
                      </a:lnTo>
                      <a:lnTo>
                        <a:pt x="1146" y="618"/>
                      </a:lnTo>
                      <a:lnTo>
                        <a:pt x="1144" y="620"/>
                      </a:lnTo>
                      <a:lnTo>
                        <a:pt x="1144" y="620"/>
                      </a:lnTo>
                      <a:lnTo>
                        <a:pt x="1146" y="620"/>
                      </a:lnTo>
                      <a:lnTo>
                        <a:pt x="1144" y="614"/>
                      </a:lnTo>
                      <a:lnTo>
                        <a:pt x="1144" y="614"/>
                      </a:lnTo>
                      <a:lnTo>
                        <a:pt x="1142" y="606"/>
                      </a:lnTo>
                      <a:lnTo>
                        <a:pt x="1140" y="604"/>
                      </a:lnTo>
                      <a:lnTo>
                        <a:pt x="1134" y="602"/>
                      </a:lnTo>
                      <a:lnTo>
                        <a:pt x="1134" y="602"/>
                      </a:lnTo>
                      <a:lnTo>
                        <a:pt x="1132" y="606"/>
                      </a:lnTo>
                      <a:lnTo>
                        <a:pt x="1132" y="606"/>
                      </a:lnTo>
                      <a:lnTo>
                        <a:pt x="1130" y="608"/>
                      </a:lnTo>
                      <a:lnTo>
                        <a:pt x="1130" y="608"/>
                      </a:lnTo>
                      <a:lnTo>
                        <a:pt x="1128" y="608"/>
                      </a:lnTo>
                      <a:lnTo>
                        <a:pt x="1126" y="606"/>
                      </a:lnTo>
                      <a:lnTo>
                        <a:pt x="1126" y="604"/>
                      </a:lnTo>
                      <a:lnTo>
                        <a:pt x="1130" y="604"/>
                      </a:lnTo>
                      <a:lnTo>
                        <a:pt x="1130" y="604"/>
                      </a:lnTo>
                      <a:lnTo>
                        <a:pt x="1132" y="596"/>
                      </a:lnTo>
                      <a:lnTo>
                        <a:pt x="1134" y="590"/>
                      </a:lnTo>
                      <a:lnTo>
                        <a:pt x="1134" y="586"/>
                      </a:lnTo>
                      <a:lnTo>
                        <a:pt x="1134" y="586"/>
                      </a:lnTo>
                      <a:lnTo>
                        <a:pt x="1130" y="582"/>
                      </a:lnTo>
                      <a:lnTo>
                        <a:pt x="1130" y="582"/>
                      </a:lnTo>
                      <a:lnTo>
                        <a:pt x="1130" y="580"/>
                      </a:lnTo>
                      <a:lnTo>
                        <a:pt x="1132" y="578"/>
                      </a:lnTo>
                      <a:lnTo>
                        <a:pt x="1132" y="578"/>
                      </a:lnTo>
                      <a:lnTo>
                        <a:pt x="1128" y="574"/>
                      </a:lnTo>
                      <a:lnTo>
                        <a:pt x="1128" y="574"/>
                      </a:lnTo>
                      <a:lnTo>
                        <a:pt x="1124" y="574"/>
                      </a:lnTo>
                      <a:lnTo>
                        <a:pt x="1124" y="574"/>
                      </a:lnTo>
                      <a:lnTo>
                        <a:pt x="1120" y="570"/>
                      </a:lnTo>
                      <a:lnTo>
                        <a:pt x="1118" y="568"/>
                      </a:lnTo>
                      <a:lnTo>
                        <a:pt x="1118" y="568"/>
                      </a:lnTo>
                      <a:lnTo>
                        <a:pt x="1114" y="568"/>
                      </a:lnTo>
                      <a:lnTo>
                        <a:pt x="1114" y="568"/>
                      </a:lnTo>
                      <a:lnTo>
                        <a:pt x="1112" y="570"/>
                      </a:lnTo>
                      <a:lnTo>
                        <a:pt x="1112" y="570"/>
                      </a:lnTo>
                      <a:lnTo>
                        <a:pt x="1112" y="574"/>
                      </a:lnTo>
                      <a:lnTo>
                        <a:pt x="1112" y="574"/>
                      </a:lnTo>
                      <a:lnTo>
                        <a:pt x="1110" y="576"/>
                      </a:lnTo>
                      <a:lnTo>
                        <a:pt x="1108" y="576"/>
                      </a:lnTo>
                      <a:lnTo>
                        <a:pt x="1108" y="576"/>
                      </a:lnTo>
                      <a:lnTo>
                        <a:pt x="1106" y="578"/>
                      </a:lnTo>
                      <a:lnTo>
                        <a:pt x="1104" y="582"/>
                      </a:lnTo>
                      <a:lnTo>
                        <a:pt x="1104" y="582"/>
                      </a:lnTo>
                      <a:lnTo>
                        <a:pt x="1098" y="584"/>
                      </a:lnTo>
                      <a:lnTo>
                        <a:pt x="1098" y="584"/>
                      </a:lnTo>
                      <a:lnTo>
                        <a:pt x="1096" y="598"/>
                      </a:lnTo>
                      <a:lnTo>
                        <a:pt x="1096" y="598"/>
                      </a:lnTo>
                      <a:lnTo>
                        <a:pt x="1094" y="598"/>
                      </a:lnTo>
                      <a:lnTo>
                        <a:pt x="1092" y="600"/>
                      </a:lnTo>
                      <a:lnTo>
                        <a:pt x="1092" y="600"/>
                      </a:lnTo>
                      <a:lnTo>
                        <a:pt x="1092" y="606"/>
                      </a:lnTo>
                      <a:lnTo>
                        <a:pt x="1092" y="614"/>
                      </a:lnTo>
                      <a:lnTo>
                        <a:pt x="1096" y="616"/>
                      </a:lnTo>
                      <a:lnTo>
                        <a:pt x="1096" y="616"/>
                      </a:lnTo>
                      <a:lnTo>
                        <a:pt x="1096" y="626"/>
                      </a:lnTo>
                      <a:lnTo>
                        <a:pt x="1086" y="644"/>
                      </a:lnTo>
                      <a:lnTo>
                        <a:pt x="1086" y="644"/>
                      </a:lnTo>
                      <a:lnTo>
                        <a:pt x="1082" y="644"/>
                      </a:lnTo>
                      <a:lnTo>
                        <a:pt x="1080" y="644"/>
                      </a:lnTo>
                      <a:lnTo>
                        <a:pt x="1080" y="644"/>
                      </a:lnTo>
                      <a:lnTo>
                        <a:pt x="1076" y="642"/>
                      </a:lnTo>
                      <a:lnTo>
                        <a:pt x="1076" y="642"/>
                      </a:lnTo>
                      <a:lnTo>
                        <a:pt x="1076" y="636"/>
                      </a:lnTo>
                      <a:lnTo>
                        <a:pt x="1074" y="632"/>
                      </a:lnTo>
                      <a:lnTo>
                        <a:pt x="1074" y="632"/>
                      </a:lnTo>
                      <a:lnTo>
                        <a:pt x="1072" y="616"/>
                      </a:lnTo>
                      <a:lnTo>
                        <a:pt x="1074" y="608"/>
                      </a:lnTo>
                      <a:lnTo>
                        <a:pt x="1076" y="602"/>
                      </a:lnTo>
                      <a:lnTo>
                        <a:pt x="1076" y="602"/>
                      </a:lnTo>
                      <a:lnTo>
                        <a:pt x="1080" y="594"/>
                      </a:lnTo>
                      <a:lnTo>
                        <a:pt x="1080" y="594"/>
                      </a:lnTo>
                      <a:lnTo>
                        <a:pt x="1082" y="588"/>
                      </a:lnTo>
                      <a:lnTo>
                        <a:pt x="1082" y="582"/>
                      </a:lnTo>
                      <a:lnTo>
                        <a:pt x="1082" y="582"/>
                      </a:lnTo>
                      <a:lnTo>
                        <a:pt x="1080" y="584"/>
                      </a:lnTo>
                      <a:lnTo>
                        <a:pt x="1076" y="586"/>
                      </a:lnTo>
                      <a:lnTo>
                        <a:pt x="1076" y="586"/>
                      </a:lnTo>
                      <a:lnTo>
                        <a:pt x="1076" y="590"/>
                      </a:lnTo>
                      <a:lnTo>
                        <a:pt x="1076" y="590"/>
                      </a:lnTo>
                      <a:lnTo>
                        <a:pt x="1074" y="592"/>
                      </a:lnTo>
                      <a:lnTo>
                        <a:pt x="1072" y="592"/>
                      </a:lnTo>
                      <a:lnTo>
                        <a:pt x="1072" y="592"/>
                      </a:lnTo>
                      <a:lnTo>
                        <a:pt x="1072" y="586"/>
                      </a:lnTo>
                      <a:lnTo>
                        <a:pt x="1072" y="586"/>
                      </a:lnTo>
                      <a:lnTo>
                        <a:pt x="1074" y="584"/>
                      </a:lnTo>
                      <a:lnTo>
                        <a:pt x="1078" y="582"/>
                      </a:lnTo>
                      <a:lnTo>
                        <a:pt x="1078" y="582"/>
                      </a:lnTo>
                      <a:lnTo>
                        <a:pt x="1078" y="576"/>
                      </a:lnTo>
                      <a:lnTo>
                        <a:pt x="1078" y="576"/>
                      </a:lnTo>
                      <a:lnTo>
                        <a:pt x="1084" y="566"/>
                      </a:lnTo>
                      <a:lnTo>
                        <a:pt x="1084" y="566"/>
                      </a:lnTo>
                      <a:lnTo>
                        <a:pt x="1088" y="568"/>
                      </a:lnTo>
                      <a:lnTo>
                        <a:pt x="1090" y="568"/>
                      </a:lnTo>
                      <a:lnTo>
                        <a:pt x="1090" y="564"/>
                      </a:lnTo>
                      <a:lnTo>
                        <a:pt x="1090" y="564"/>
                      </a:lnTo>
                      <a:lnTo>
                        <a:pt x="1096" y="566"/>
                      </a:lnTo>
                      <a:lnTo>
                        <a:pt x="1102" y="564"/>
                      </a:lnTo>
                      <a:lnTo>
                        <a:pt x="1102" y="564"/>
                      </a:lnTo>
                      <a:lnTo>
                        <a:pt x="1104" y="560"/>
                      </a:lnTo>
                      <a:lnTo>
                        <a:pt x="1104" y="560"/>
                      </a:lnTo>
                      <a:lnTo>
                        <a:pt x="1106" y="560"/>
                      </a:lnTo>
                      <a:lnTo>
                        <a:pt x="1108" y="562"/>
                      </a:lnTo>
                      <a:lnTo>
                        <a:pt x="1112" y="564"/>
                      </a:lnTo>
                      <a:lnTo>
                        <a:pt x="1112" y="564"/>
                      </a:lnTo>
                      <a:lnTo>
                        <a:pt x="1116" y="564"/>
                      </a:lnTo>
                      <a:lnTo>
                        <a:pt x="1116" y="564"/>
                      </a:lnTo>
                      <a:lnTo>
                        <a:pt x="1116" y="562"/>
                      </a:lnTo>
                      <a:lnTo>
                        <a:pt x="1116" y="562"/>
                      </a:lnTo>
                      <a:lnTo>
                        <a:pt x="1116" y="562"/>
                      </a:lnTo>
                      <a:lnTo>
                        <a:pt x="1120" y="562"/>
                      </a:lnTo>
                      <a:lnTo>
                        <a:pt x="1120" y="564"/>
                      </a:lnTo>
                      <a:lnTo>
                        <a:pt x="1120" y="564"/>
                      </a:lnTo>
                      <a:lnTo>
                        <a:pt x="1124" y="564"/>
                      </a:lnTo>
                      <a:lnTo>
                        <a:pt x="1124" y="564"/>
                      </a:lnTo>
                      <a:lnTo>
                        <a:pt x="1124" y="562"/>
                      </a:lnTo>
                      <a:lnTo>
                        <a:pt x="1124" y="562"/>
                      </a:lnTo>
                      <a:lnTo>
                        <a:pt x="1120" y="556"/>
                      </a:lnTo>
                      <a:lnTo>
                        <a:pt x="1112" y="556"/>
                      </a:lnTo>
                      <a:lnTo>
                        <a:pt x="1112" y="556"/>
                      </a:lnTo>
                      <a:lnTo>
                        <a:pt x="1110" y="546"/>
                      </a:lnTo>
                      <a:lnTo>
                        <a:pt x="1110" y="546"/>
                      </a:lnTo>
                      <a:lnTo>
                        <a:pt x="1096" y="552"/>
                      </a:lnTo>
                      <a:lnTo>
                        <a:pt x="1086" y="554"/>
                      </a:lnTo>
                      <a:lnTo>
                        <a:pt x="1078" y="552"/>
                      </a:lnTo>
                      <a:lnTo>
                        <a:pt x="1078" y="552"/>
                      </a:lnTo>
                      <a:lnTo>
                        <a:pt x="1076" y="544"/>
                      </a:lnTo>
                      <a:lnTo>
                        <a:pt x="1076" y="544"/>
                      </a:lnTo>
                      <a:lnTo>
                        <a:pt x="1066" y="546"/>
                      </a:lnTo>
                      <a:lnTo>
                        <a:pt x="1066" y="546"/>
                      </a:lnTo>
                      <a:lnTo>
                        <a:pt x="1064" y="544"/>
                      </a:lnTo>
                      <a:lnTo>
                        <a:pt x="1064" y="542"/>
                      </a:lnTo>
                      <a:lnTo>
                        <a:pt x="1064" y="542"/>
                      </a:lnTo>
                      <a:lnTo>
                        <a:pt x="1064" y="540"/>
                      </a:lnTo>
                      <a:lnTo>
                        <a:pt x="1064" y="540"/>
                      </a:lnTo>
                      <a:lnTo>
                        <a:pt x="1066" y="540"/>
                      </a:lnTo>
                      <a:lnTo>
                        <a:pt x="1068" y="540"/>
                      </a:lnTo>
                      <a:lnTo>
                        <a:pt x="1068" y="540"/>
                      </a:lnTo>
                      <a:lnTo>
                        <a:pt x="1072" y="538"/>
                      </a:lnTo>
                      <a:lnTo>
                        <a:pt x="1074" y="534"/>
                      </a:lnTo>
                      <a:lnTo>
                        <a:pt x="1074" y="534"/>
                      </a:lnTo>
                      <a:lnTo>
                        <a:pt x="1072" y="534"/>
                      </a:lnTo>
                      <a:lnTo>
                        <a:pt x="1068" y="532"/>
                      </a:lnTo>
                      <a:lnTo>
                        <a:pt x="1068" y="534"/>
                      </a:lnTo>
                      <a:lnTo>
                        <a:pt x="1068" y="534"/>
                      </a:lnTo>
                      <a:lnTo>
                        <a:pt x="1062" y="536"/>
                      </a:lnTo>
                      <a:lnTo>
                        <a:pt x="1062" y="538"/>
                      </a:lnTo>
                      <a:lnTo>
                        <a:pt x="1054" y="544"/>
                      </a:lnTo>
                      <a:lnTo>
                        <a:pt x="1054" y="544"/>
                      </a:lnTo>
                      <a:lnTo>
                        <a:pt x="1046" y="546"/>
                      </a:lnTo>
                      <a:lnTo>
                        <a:pt x="1046" y="546"/>
                      </a:lnTo>
                      <a:lnTo>
                        <a:pt x="1044" y="550"/>
                      </a:lnTo>
                      <a:lnTo>
                        <a:pt x="1044" y="550"/>
                      </a:lnTo>
                      <a:lnTo>
                        <a:pt x="1040" y="550"/>
                      </a:lnTo>
                      <a:lnTo>
                        <a:pt x="1038" y="550"/>
                      </a:lnTo>
                      <a:lnTo>
                        <a:pt x="1034" y="546"/>
                      </a:lnTo>
                      <a:lnTo>
                        <a:pt x="1034" y="544"/>
                      </a:lnTo>
                      <a:lnTo>
                        <a:pt x="1034" y="544"/>
                      </a:lnTo>
                      <a:lnTo>
                        <a:pt x="1028" y="546"/>
                      </a:lnTo>
                      <a:lnTo>
                        <a:pt x="1024" y="546"/>
                      </a:lnTo>
                      <a:lnTo>
                        <a:pt x="1024" y="546"/>
                      </a:lnTo>
                      <a:lnTo>
                        <a:pt x="1018" y="546"/>
                      </a:lnTo>
                      <a:lnTo>
                        <a:pt x="1018" y="546"/>
                      </a:lnTo>
                      <a:lnTo>
                        <a:pt x="1026" y="540"/>
                      </a:lnTo>
                      <a:lnTo>
                        <a:pt x="1026" y="540"/>
                      </a:lnTo>
                      <a:lnTo>
                        <a:pt x="1028" y="536"/>
                      </a:lnTo>
                      <a:lnTo>
                        <a:pt x="1028" y="536"/>
                      </a:lnTo>
                      <a:lnTo>
                        <a:pt x="1032" y="536"/>
                      </a:lnTo>
                      <a:lnTo>
                        <a:pt x="1032" y="536"/>
                      </a:lnTo>
                      <a:lnTo>
                        <a:pt x="1038" y="530"/>
                      </a:lnTo>
                      <a:lnTo>
                        <a:pt x="1038" y="530"/>
                      </a:lnTo>
                      <a:lnTo>
                        <a:pt x="1042" y="530"/>
                      </a:lnTo>
                      <a:lnTo>
                        <a:pt x="1042" y="530"/>
                      </a:lnTo>
                      <a:lnTo>
                        <a:pt x="1044" y="526"/>
                      </a:lnTo>
                      <a:lnTo>
                        <a:pt x="1044" y="526"/>
                      </a:lnTo>
                      <a:lnTo>
                        <a:pt x="1050" y="522"/>
                      </a:lnTo>
                      <a:lnTo>
                        <a:pt x="1050" y="522"/>
                      </a:lnTo>
                      <a:lnTo>
                        <a:pt x="1048" y="522"/>
                      </a:lnTo>
                      <a:lnTo>
                        <a:pt x="1044" y="520"/>
                      </a:lnTo>
                      <a:lnTo>
                        <a:pt x="1044" y="520"/>
                      </a:lnTo>
                      <a:lnTo>
                        <a:pt x="1042" y="518"/>
                      </a:lnTo>
                      <a:lnTo>
                        <a:pt x="1040" y="518"/>
                      </a:lnTo>
                      <a:lnTo>
                        <a:pt x="1036" y="518"/>
                      </a:lnTo>
                      <a:lnTo>
                        <a:pt x="1036" y="518"/>
                      </a:lnTo>
                      <a:lnTo>
                        <a:pt x="1028" y="518"/>
                      </a:lnTo>
                      <a:lnTo>
                        <a:pt x="1028" y="518"/>
                      </a:lnTo>
                      <a:lnTo>
                        <a:pt x="1024" y="518"/>
                      </a:lnTo>
                      <a:lnTo>
                        <a:pt x="1020" y="518"/>
                      </a:lnTo>
                      <a:lnTo>
                        <a:pt x="1020" y="518"/>
                      </a:lnTo>
                      <a:lnTo>
                        <a:pt x="1016" y="514"/>
                      </a:lnTo>
                      <a:lnTo>
                        <a:pt x="1010" y="512"/>
                      </a:lnTo>
                      <a:lnTo>
                        <a:pt x="1010" y="512"/>
                      </a:lnTo>
                      <a:lnTo>
                        <a:pt x="1006" y="512"/>
                      </a:lnTo>
                      <a:lnTo>
                        <a:pt x="1004" y="512"/>
                      </a:lnTo>
                      <a:lnTo>
                        <a:pt x="1004" y="514"/>
                      </a:lnTo>
                      <a:lnTo>
                        <a:pt x="1004" y="514"/>
                      </a:lnTo>
                      <a:lnTo>
                        <a:pt x="1002" y="516"/>
                      </a:lnTo>
                      <a:lnTo>
                        <a:pt x="1000" y="516"/>
                      </a:lnTo>
                      <a:lnTo>
                        <a:pt x="994" y="512"/>
                      </a:lnTo>
                      <a:lnTo>
                        <a:pt x="994" y="512"/>
                      </a:lnTo>
                      <a:lnTo>
                        <a:pt x="990" y="512"/>
                      </a:lnTo>
                      <a:lnTo>
                        <a:pt x="988" y="512"/>
                      </a:lnTo>
                      <a:lnTo>
                        <a:pt x="988" y="512"/>
                      </a:lnTo>
                      <a:lnTo>
                        <a:pt x="986" y="506"/>
                      </a:lnTo>
                      <a:lnTo>
                        <a:pt x="984" y="500"/>
                      </a:lnTo>
                      <a:lnTo>
                        <a:pt x="982" y="498"/>
                      </a:lnTo>
                      <a:lnTo>
                        <a:pt x="982" y="498"/>
                      </a:lnTo>
                      <a:lnTo>
                        <a:pt x="980" y="500"/>
                      </a:lnTo>
                      <a:lnTo>
                        <a:pt x="980" y="502"/>
                      </a:lnTo>
                      <a:lnTo>
                        <a:pt x="978" y="506"/>
                      </a:lnTo>
                      <a:lnTo>
                        <a:pt x="612" y="500"/>
                      </a:lnTo>
                      <a:lnTo>
                        <a:pt x="612" y="500"/>
                      </a:lnTo>
                      <a:lnTo>
                        <a:pt x="610" y="504"/>
                      </a:lnTo>
                      <a:lnTo>
                        <a:pt x="610" y="504"/>
                      </a:lnTo>
                      <a:lnTo>
                        <a:pt x="606" y="506"/>
                      </a:lnTo>
                      <a:lnTo>
                        <a:pt x="606" y="508"/>
                      </a:lnTo>
                      <a:lnTo>
                        <a:pt x="606" y="508"/>
                      </a:lnTo>
                      <a:lnTo>
                        <a:pt x="610" y="512"/>
                      </a:lnTo>
                      <a:lnTo>
                        <a:pt x="610" y="512"/>
                      </a:lnTo>
                      <a:lnTo>
                        <a:pt x="604" y="514"/>
                      </a:lnTo>
                      <a:lnTo>
                        <a:pt x="604" y="516"/>
                      </a:lnTo>
                      <a:lnTo>
                        <a:pt x="604" y="516"/>
                      </a:lnTo>
                      <a:lnTo>
                        <a:pt x="592" y="514"/>
                      </a:lnTo>
                      <a:lnTo>
                        <a:pt x="578" y="512"/>
                      </a:lnTo>
                      <a:lnTo>
                        <a:pt x="578" y="512"/>
                      </a:lnTo>
                      <a:lnTo>
                        <a:pt x="580" y="518"/>
                      </a:lnTo>
                      <a:lnTo>
                        <a:pt x="580" y="522"/>
                      </a:lnTo>
                      <a:lnTo>
                        <a:pt x="580" y="522"/>
                      </a:lnTo>
                      <a:lnTo>
                        <a:pt x="584" y="526"/>
                      </a:lnTo>
                      <a:lnTo>
                        <a:pt x="586" y="528"/>
                      </a:lnTo>
                      <a:lnTo>
                        <a:pt x="586" y="528"/>
                      </a:lnTo>
                      <a:lnTo>
                        <a:pt x="588" y="532"/>
                      </a:lnTo>
                      <a:lnTo>
                        <a:pt x="588" y="538"/>
                      </a:lnTo>
                      <a:lnTo>
                        <a:pt x="590" y="538"/>
                      </a:lnTo>
                      <a:lnTo>
                        <a:pt x="590" y="538"/>
                      </a:lnTo>
                      <a:lnTo>
                        <a:pt x="590" y="540"/>
                      </a:lnTo>
                      <a:lnTo>
                        <a:pt x="590" y="542"/>
                      </a:lnTo>
                      <a:lnTo>
                        <a:pt x="590" y="542"/>
                      </a:lnTo>
                      <a:lnTo>
                        <a:pt x="592" y="542"/>
                      </a:lnTo>
                      <a:lnTo>
                        <a:pt x="592" y="542"/>
                      </a:lnTo>
                      <a:lnTo>
                        <a:pt x="592" y="550"/>
                      </a:lnTo>
                      <a:lnTo>
                        <a:pt x="590" y="548"/>
                      </a:lnTo>
                      <a:lnTo>
                        <a:pt x="590" y="548"/>
                      </a:lnTo>
                      <a:lnTo>
                        <a:pt x="590" y="554"/>
                      </a:lnTo>
                      <a:lnTo>
                        <a:pt x="592" y="556"/>
                      </a:lnTo>
                      <a:lnTo>
                        <a:pt x="592" y="556"/>
                      </a:lnTo>
                      <a:lnTo>
                        <a:pt x="592" y="558"/>
                      </a:lnTo>
                      <a:lnTo>
                        <a:pt x="592" y="558"/>
                      </a:lnTo>
                      <a:lnTo>
                        <a:pt x="590" y="558"/>
                      </a:lnTo>
                      <a:lnTo>
                        <a:pt x="590" y="558"/>
                      </a:lnTo>
                      <a:lnTo>
                        <a:pt x="590" y="572"/>
                      </a:lnTo>
                      <a:lnTo>
                        <a:pt x="590" y="584"/>
                      </a:lnTo>
                      <a:lnTo>
                        <a:pt x="588" y="586"/>
                      </a:lnTo>
                      <a:lnTo>
                        <a:pt x="588" y="586"/>
                      </a:lnTo>
                      <a:lnTo>
                        <a:pt x="588" y="592"/>
                      </a:lnTo>
                      <a:lnTo>
                        <a:pt x="588" y="592"/>
                      </a:lnTo>
                      <a:lnTo>
                        <a:pt x="590" y="592"/>
                      </a:lnTo>
                      <a:lnTo>
                        <a:pt x="588" y="592"/>
                      </a:lnTo>
                      <a:lnTo>
                        <a:pt x="588" y="592"/>
                      </a:lnTo>
                      <a:lnTo>
                        <a:pt x="588" y="612"/>
                      </a:lnTo>
                      <a:lnTo>
                        <a:pt x="588" y="612"/>
                      </a:lnTo>
                      <a:lnTo>
                        <a:pt x="586" y="612"/>
                      </a:lnTo>
                      <a:lnTo>
                        <a:pt x="586" y="612"/>
                      </a:lnTo>
                      <a:lnTo>
                        <a:pt x="586" y="624"/>
                      </a:lnTo>
                      <a:lnTo>
                        <a:pt x="586" y="624"/>
                      </a:lnTo>
                      <a:lnTo>
                        <a:pt x="586" y="632"/>
                      </a:lnTo>
                      <a:lnTo>
                        <a:pt x="592" y="638"/>
                      </a:lnTo>
                      <a:lnTo>
                        <a:pt x="592" y="638"/>
                      </a:lnTo>
                      <a:lnTo>
                        <a:pt x="590" y="640"/>
                      </a:lnTo>
                      <a:lnTo>
                        <a:pt x="590" y="640"/>
                      </a:lnTo>
                      <a:lnTo>
                        <a:pt x="590" y="646"/>
                      </a:lnTo>
                      <a:lnTo>
                        <a:pt x="592" y="652"/>
                      </a:lnTo>
                      <a:lnTo>
                        <a:pt x="592" y="652"/>
                      </a:lnTo>
                      <a:lnTo>
                        <a:pt x="590" y="658"/>
                      </a:lnTo>
                      <a:lnTo>
                        <a:pt x="590" y="666"/>
                      </a:lnTo>
                      <a:lnTo>
                        <a:pt x="590" y="666"/>
                      </a:lnTo>
                      <a:lnTo>
                        <a:pt x="588" y="666"/>
                      </a:lnTo>
                      <a:lnTo>
                        <a:pt x="586" y="668"/>
                      </a:lnTo>
                      <a:lnTo>
                        <a:pt x="586" y="670"/>
                      </a:lnTo>
                      <a:lnTo>
                        <a:pt x="586" y="670"/>
                      </a:lnTo>
                      <a:lnTo>
                        <a:pt x="592" y="680"/>
                      </a:lnTo>
                      <a:lnTo>
                        <a:pt x="592" y="680"/>
                      </a:lnTo>
                      <a:lnTo>
                        <a:pt x="594" y="682"/>
                      </a:lnTo>
                      <a:lnTo>
                        <a:pt x="594" y="682"/>
                      </a:lnTo>
                      <a:lnTo>
                        <a:pt x="594" y="686"/>
                      </a:lnTo>
                      <a:lnTo>
                        <a:pt x="596" y="686"/>
                      </a:lnTo>
                      <a:lnTo>
                        <a:pt x="596" y="686"/>
                      </a:lnTo>
                      <a:lnTo>
                        <a:pt x="596" y="692"/>
                      </a:lnTo>
                      <a:lnTo>
                        <a:pt x="596" y="698"/>
                      </a:lnTo>
                      <a:lnTo>
                        <a:pt x="596" y="698"/>
                      </a:lnTo>
                      <a:lnTo>
                        <a:pt x="598" y="698"/>
                      </a:lnTo>
                      <a:lnTo>
                        <a:pt x="600" y="700"/>
                      </a:lnTo>
                      <a:lnTo>
                        <a:pt x="600" y="700"/>
                      </a:lnTo>
                      <a:lnTo>
                        <a:pt x="602" y="704"/>
                      </a:lnTo>
                      <a:lnTo>
                        <a:pt x="604" y="704"/>
                      </a:lnTo>
                      <a:lnTo>
                        <a:pt x="604" y="704"/>
                      </a:lnTo>
                      <a:lnTo>
                        <a:pt x="604" y="712"/>
                      </a:lnTo>
                      <a:lnTo>
                        <a:pt x="604" y="712"/>
                      </a:lnTo>
                      <a:lnTo>
                        <a:pt x="608" y="714"/>
                      </a:lnTo>
                      <a:lnTo>
                        <a:pt x="608" y="714"/>
                      </a:lnTo>
                      <a:lnTo>
                        <a:pt x="610" y="712"/>
                      </a:lnTo>
                      <a:lnTo>
                        <a:pt x="610" y="712"/>
                      </a:lnTo>
                      <a:lnTo>
                        <a:pt x="608" y="708"/>
                      </a:lnTo>
                      <a:lnTo>
                        <a:pt x="608" y="708"/>
                      </a:lnTo>
                      <a:lnTo>
                        <a:pt x="612" y="708"/>
                      </a:lnTo>
                      <a:lnTo>
                        <a:pt x="612" y="708"/>
                      </a:lnTo>
                      <a:lnTo>
                        <a:pt x="612" y="710"/>
                      </a:lnTo>
                      <a:lnTo>
                        <a:pt x="614" y="710"/>
                      </a:lnTo>
                      <a:lnTo>
                        <a:pt x="616" y="710"/>
                      </a:lnTo>
                      <a:lnTo>
                        <a:pt x="616" y="710"/>
                      </a:lnTo>
                      <a:lnTo>
                        <a:pt x="614" y="710"/>
                      </a:lnTo>
                      <a:lnTo>
                        <a:pt x="612" y="712"/>
                      </a:lnTo>
                      <a:lnTo>
                        <a:pt x="612" y="712"/>
                      </a:lnTo>
                      <a:lnTo>
                        <a:pt x="614" y="718"/>
                      </a:lnTo>
                      <a:lnTo>
                        <a:pt x="616" y="720"/>
                      </a:lnTo>
                      <a:lnTo>
                        <a:pt x="616" y="720"/>
                      </a:lnTo>
                      <a:lnTo>
                        <a:pt x="612" y="718"/>
                      </a:lnTo>
                      <a:lnTo>
                        <a:pt x="612" y="718"/>
                      </a:lnTo>
                      <a:lnTo>
                        <a:pt x="610" y="718"/>
                      </a:lnTo>
                      <a:lnTo>
                        <a:pt x="610" y="718"/>
                      </a:lnTo>
                      <a:lnTo>
                        <a:pt x="610" y="724"/>
                      </a:lnTo>
                      <a:lnTo>
                        <a:pt x="610" y="724"/>
                      </a:lnTo>
                      <a:lnTo>
                        <a:pt x="614" y="726"/>
                      </a:lnTo>
                      <a:lnTo>
                        <a:pt x="620" y="730"/>
                      </a:lnTo>
                      <a:lnTo>
                        <a:pt x="622" y="734"/>
                      </a:lnTo>
                      <a:lnTo>
                        <a:pt x="622" y="734"/>
                      </a:lnTo>
                      <a:lnTo>
                        <a:pt x="618" y="734"/>
                      </a:lnTo>
                      <a:lnTo>
                        <a:pt x="618" y="734"/>
                      </a:lnTo>
                      <a:lnTo>
                        <a:pt x="618" y="738"/>
                      </a:lnTo>
                      <a:lnTo>
                        <a:pt x="620" y="742"/>
                      </a:lnTo>
                      <a:lnTo>
                        <a:pt x="620" y="742"/>
                      </a:lnTo>
                      <a:lnTo>
                        <a:pt x="622" y="746"/>
                      </a:lnTo>
                      <a:lnTo>
                        <a:pt x="624" y="748"/>
                      </a:lnTo>
                      <a:lnTo>
                        <a:pt x="624" y="748"/>
                      </a:lnTo>
                      <a:lnTo>
                        <a:pt x="624" y="752"/>
                      </a:lnTo>
                      <a:lnTo>
                        <a:pt x="626" y="754"/>
                      </a:lnTo>
                      <a:lnTo>
                        <a:pt x="626" y="754"/>
                      </a:lnTo>
                      <a:lnTo>
                        <a:pt x="628" y="756"/>
                      </a:lnTo>
                      <a:lnTo>
                        <a:pt x="628" y="756"/>
                      </a:lnTo>
                      <a:lnTo>
                        <a:pt x="632" y="762"/>
                      </a:lnTo>
                      <a:lnTo>
                        <a:pt x="632" y="762"/>
                      </a:lnTo>
                      <a:lnTo>
                        <a:pt x="632" y="764"/>
                      </a:lnTo>
                      <a:lnTo>
                        <a:pt x="632" y="766"/>
                      </a:lnTo>
                      <a:lnTo>
                        <a:pt x="632" y="766"/>
                      </a:lnTo>
                      <a:lnTo>
                        <a:pt x="636" y="766"/>
                      </a:lnTo>
                      <a:lnTo>
                        <a:pt x="636" y="766"/>
                      </a:lnTo>
                      <a:lnTo>
                        <a:pt x="636" y="778"/>
                      </a:lnTo>
                      <a:lnTo>
                        <a:pt x="636" y="778"/>
                      </a:lnTo>
                      <a:lnTo>
                        <a:pt x="642" y="778"/>
                      </a:lnTo>
                      <a:lnTo>
                        <a:pt x="648" y="780"/>
                      </a:lnTo>
                      <a:lnTo>
                        <a:pt x="660" y="782"/>
                      </a:lnTo>
                      <a:lnTo>
                        <a:pt x="660" y="782"/>
                      </a:lnTo>
                      <a:lnTo>
                        <a:pt x="662" y="790"/>
                      </a:lnTo>
                      <a:lnTo>
                        <a:pt x="662" y="790"/>
                      </a:lnTo>
                      <a:lnTo>
                        <a:pt x="666" y="788"/>
                      </a:lnTo>
                      <a:lnTo>
                        <a:pt x="666" y="788"/>
                      </a:lnTo>
                      <a:lnTo>
                        <a:pt x="674" y="798"/>
                      </a:lnTo>
                      <a:lnTo>
                        <a:pt x="674" y="798"/>
                      </a:lnTo>
                      <a:lnTo>
                        <a:pt x="676" y="800"/>
                      </a:lnTo>
                      <a:lnTo>
                        <a:pt x="678" y="802"/>
                      </a:lnTo>
                      <a:lnTo>
                        <a:pt x="678" y="802"/>
                      </a:lnTo>
                      <a:lnTo>
                        <a:pt x="680" y="804"/>
                      </a:lnTo>
                      <a:lnTo>
                        <a:pt x="678" y="808"/>
                      </a:lnTo>
                      <a:lnTo>
                        <a:pt x="680" y="810"/>
                      </a:lnTo>
                      <a:lnTo>
                        <a:pt x="680" y="810"/>
                      </a:lnTo>
                      <a:lnTo>
                        <a:pt x="682" y="814"/>
                      </a:lnTo>
                      <a:lnTo>
                        <a:pt x="718" y="810"/>
                      </a:lnTo>
                      <a:lnTo>
                        <a:pt x="718" y="816"/>
                      </a:lnTo>
                      <a:lnTo>
                        <a:pt x="754" y="834"/>
                      </a:lnTo>
                      <a:lnTo>
                        <a:pt x="798" y="836"/>
                      </a:lnTo>
                      <a:lnTo>
                        <a:pt x="798" y="828"/>
                      </a:lnTo>
                      <a:lnTo>
                        <a:pt x="826" y="828"/>
                      </a:lnTo>
                      <a:lnTo>
                        <a:pt x="832" y="836"/>
                      </a:lnTo>
                      <a:lnTo>
                        <a:pt x="836" y="840"/>
                      </a:lnTo>
                      <a:lnTo>
                        <a:pt x="838" y="842"/>
                      </a:lnTo>
                      <a:lnTo>
                        <a:pt x="842" y="846"/>
                      </a:lnTo>
                      <a:lnTo>
                        <a:pt x="846" y="852"/>
                      </a:lnTo>
                      <a:lnTo>
                        <a:pt x="850" y="858"/>
                      </a:lnTo>
                      <a:lnTo>
                        <a:pt x="850" y="862"/>
                      </a:lnTo>
                      <a:lnTo>
                        <a:pt x="854" y="866"/>
                      </a:lnTo>
                      <a:lnTo>
                        <a:pt x="858" y="872"/>
                      </a:lnTo>
                      <a:lnTo>
                        <a:pt x="862" y="874"/>
                      </a:lnTo>
                      <a:lnTo>
                        <a:pt x="866" y="874"/>
                      </a:lnTo>
                      <a:lnTo>
                        <a:pt x="870" y="874"/>
                      </a:lnTo>
                      <a:lnTo>
                        <a:pt x="874" y="872"/>
                      </a:lnTo>
                      <a:lnTo>
                        <a:pt x="878" y="866"/>
                      </a:lnTo>
                      <a:lnTo>
                        <a:pt x="884" y="864"/>
                      </a:lnTo>
                      <a:lnTo>
                        <a:pt x="888" y="864"/>
                      </a:lnTo>
                      <a:lnTo>
                        <a:pt x="892" y="866"/>
                      </a:lnTo>
                      <a:lnTo>
                        <a:pt x="896" y="870"/>
                      </a:lnTo>
                      <a:lnTo>
                        <a:pt x="900" y="874"/>
                      </a:lnTo>
                      <a:lnTo>
                        <a:pt x="902" y="880"/>
                      </a:lnTo>
                      <a:lnTo>
                        <a:pt x="904" y="882"/>
                      </a:lnTo>
                      <a:lnTo>
                        <a:pt x="906" y="888"/>
                      </a:lnTo>
                      <a:lnTo>
                        <a:pt x="910" y="896"/>
                      </a:lnTo>
                      <a:lnTo>
                        <a:pt x="912" y="900"/>
                      </a:lnTo>
                      <a:lnTo>
                        <a:pt x="916" y="904"/>
                      </a:lnTo>
                      <a:lnTo>
                        <a:pt x="920" y="908"/>
                      </a:lnTo>
                      <a:lnTo>
                        <a:pt x="922" y="918"/>
                      </a:lnTo>
                      <a:lnTo>
                        <a:pt x="922" y="924"/>
                      </a:lnTo>
                      <a:lnTo>
                        <a:pt x="928" y="926"/>
                      </a:lnTo>
                      <a:lnTo>
                        <a:pt x="932" y="928"/>
                      </a:lnTo>
                      <a:lnTo>
                        <a:pt x="938" y="930"/>
                      </a:lnTo>
                      <a:lnTo>
                        <a:pt x="942" y="932"/>
                      </a:lnTo>
                      <a:lnTo>
                        <a:pt x="948" y="932"/>
                      </a:lnTo>
                      <a:lnTo>
                        <a:pt x="946" y="932"/>
                      </a:lnTo>
                      <a:lnTo>
                        <a:pt x="946" y="932"/>
                      </a:lnTo>
                      <a:lnTo>
                        <a:pt x="946" y="930"/>
                      </a:lnTo>
                      <a:lnTo>
                        <a:pt x="946" y="930"/>
                      </a:lnTo>
                      <a:lnTo>
                        <a:pt x="946" y="928"/>
                      </a:lnTo>
                      <a:lnTo>
                        <a:pt x="946" y="928"/>
                      </a:lnTo>
                      <a:lnTo>
                        <a:pt x="946" y="924"/>
                      </a:lnTo>
                      <a:lnTo>
                        <a:pt x="944" y="924"/>
                      </a:lnTo>
                      <a:lnTo>
                        <a:pt x="944" y="924"/>
                      </a:lnTo>
                      <a:lnTo>
                        <a:pt x="944" y="920"/>
                      </a:lnTo>
                      <a:lnTo>
                        <a:pt x="942" y="920"/>
                      </a:lnTo>
                      <a:lnTo>
                        <a:pt x="942" y="920"/>
                      </a:lnTo>
                      <a:lnTo>
                        <a:pt x="940" y="914"/>
                      </a:lnTo>
                      <a:lnTo>
                        <a:pt x="942" y="906"/>
                      </a:lnTo>
                      <a:lnTo>
                        <a:pt x="942" y="906"/>
                      </a:lnTo>
                      <a:lnTo>
                        <a:pt x="940" y="904"/>
                      </a:lnTo>
                      <a:lnTo>
                        <a:pt x="940" y="904"/>
                      </a:lnTo>
                      <a:lnTo>
                        <a:pt x="940" y="904"/>
                      </a:lnTo>
                      <a:lnTo>
                        <a:pt x="944" y="902"/>
                      </a:lnTo>
                      <a:lnTo>
                        <a:pt x="944" y="902"/>
                      </a:lnTo>
                      <a:lnTo>
                        <a:pt x="944" y="894"/>
                      </a:lnTo>
                      <a:lnTo>
                        <a:pt x="944" y="894"/>
                      </a:lnTo>
                      <a:lnTo>
                        <a:pt x="948" y="894"/>
                      </a:lnTo>
                      <a:lnTo>
                        <a:pt x="948" y="894"/>
                      </a:lnTo>
                      <a:lnTo>
                        <a:pt x="950" y="890"/>
                      </a:lnTo>
                      <a:lnTo>
                        <a:pt x="950" y="890"/>
                      </a:lnTo>
                      <a:lnTo>
                        <a:pt x="954" y="890"/>
                      </a:lnTo>
                      <a:lnTo>
                        <a:pt x="954" y="890"/>
                      </a:lnTo>
                      <a:lnTo>
                        <a:pt x="958" y="888"/>
                      </a:lnTo>
                      <a:lnTo>
                        <a:pt x="958" y="886"/>
                      </a:lnTo>
                      <a:lnTo>
                        <a:pt x="958" y="882"/>
                      </a:lnTo>
                      <a:lnTo>
                        <a:pt x="958" y="882"/>
                      </a:lnTo>
                      <a:lnTo>
                        <a:pt x="962" y="882"/>
                      </a:lnTo>
                      <a:lnTo>
                        <a:pt x="962" y="880"/>
                      </a:lnTo>
                      <a:lnTo>
                        <a:pt x="962" y="880"/>
                      </a:lnTo>
                      <a:lnTo>
                        <a:pt x="968" y="880"/>
                      </a:lnTo>
                      <a:lnTo>
                        <a:pt x="968" y="880"/>
                      </a:lnTo>
                      <a:lnTo>
                        <a:pt x="972" y="876"/>
                      </a:lnTo>
                      <a:lnTo>
                        <a:pt x="972" y="876"/>
                      </a:lnTo>
                      <a:lnTo>
                        <a:pt x="972" y="878"/>
                      </a:lnTo>
                      <a:lnTo>
                        <a:pt x="974" y="878"/>
                      </a:lnTo>
                      <a:lnTo>
                        <a:pt x="974" y="878"/>
                      </a:lnTo>
                      <a:lnTo>
                        <a:pt x="974" y="872"/>
                      </a:lnTo>
                      <a:lnTo>
                        <a:pt x="974" y="872"/>
                      </a:lnTo>
                      <a:lnTo>
                        <a:pt x="978" y="870"/>
                      </a:lnTo>
                      <a:lnTo>
                        <a:pt x="978" y="870"/>
                      </a:lnTo>
                      <a:lnTo>
                        <a:pt x="978" y="864"/>
                      </a:lnTo>
                      <a:lnTo>
                        <a:pt x="978" y="864"/>
                      </a:lnTo>
                      <a:lnTo>
                        <a:pt x="986" y="866"/>
                      </a:lnTo>
                      <a:lnTo>
                        <a:pt x="994" y="864"/>
                      </a:lnTo>
                      <a:lnTo>
                        <a:pt x="994" y="864"/>
                      </a:lnTo>
                      <a:lnTo>
                        <a:pt x="994" y="860"/>
                      </a:lnTo>
                      <a:lnTo>
                        <a:pt x="994" y="860"/>
                      </a:lnTo>
                      <a:lnTo>
                        <a:pt x="994" y="860"/>
                      </a:lnTo>
                      <a:lnTo>
                        <a:pt x="996" y="862"/>
                      </a:lnTo>
                      <a:lnTo>
                        <a:pt x="996" y="862"/>
                      </a:lnTo>
                      <a:lnTo>
                        <a:pt x="998" y="862"/>
                      </a:lnTo>
                      <a:lnTo>
                        <a:pt x="1000" y="860"/>
                      </a:lnTo>
                      <a:lnTo>
                        <a:pt x="1000" y="860"/>
                      </a:lnTo>
                      <a:lnTo>
                        <a:pt x="1002" y="860"/>
                      </a:lnTo>
                      <a:lnTo>
                        <a:pt x="1004" y="862"/>
                      </a:lnTo>
                      <a:lnTo>
                        <a:pt x="1004" y="862"/>
                      </a:lnTo>
                      <a:lnTo>
                        <a:pt x="1010" y="864"/>
                      </a:lnTo>
                      <a:lnTo>
                        <a:pt x="1016" y="860"/>
                      </a:lnTo>
                      <a:lnTo>
                        <a:pt x="1016" y="860"/>
                      </a:lnTo>
                      <a:lnTo>
                        <a:pt x="1016" y="866"/>
                      </a:lnTo>
                      <a:lnTo>
                        <a:pt x="1016" y="866"/>
                      </a:lnTo>
                      <a:lnTo>
                        <a:pt x="1022" y="866"/>
                      </a:lnTo>
                      <a:lnTo>
                        <a:pt x="1026" y="868"/>
                      </a:lnTo>
                      <a:lnTo>
                        <a:pt x="1026" y="868"/>
                      </a:lnTo>
                      <a:lnTo>
                        <a:pt x="1026" y="870"/>
                      </a:lnTo>
                      <a:lnTo>
                        <a:pt x="1026" y="874"/>
                      </a:lnTo>
                      <a:lnTo>
                        <a:pt x="1026" y="874"/>
                      </a:lnTo>
                      <a:close/>
                      <a:moveTo>
                        <a:pt x="516" y="360"/>
                      </a:moveTo>
                      <a:lnTo>
                        <a:pt x="516" y="360"/>
                      </a:lnTo>
                      <a:lnTo>
                        <a:pt x="516" y="358"/>
                      </a:lnTo>
                      <a:lnTo>
                        <a:pt x="514" y="356"/>
                      </a:lnTo>
                      <a:lnTo>
                        <a:pt x="514" y="352"/>
                      </a:lnTo>
                      <a:lnTo>
                        <a:pt x="512" y="350"/>
                      </a:lnTo>
                      <a:lnTo>
                        <a:pt x="512" y="350"/>
                      </a:lnTo>
                      <a:lnTo>
                        <a:pt x="510" y="350"/>
                      </a:lnTo>
                      <a:lnTo>
                        <a:pt x="508" y="346"/>
                      </a:lnTo>
                      <a:lnTo>
                        <a:pt x="508" y="346"/>
                      </a:lnTo>
                      <a:lnTo>
                        <a:pt x="506" y="340"/>
                      </a:lnTo>
                      <a:lnTo>
                        <a:pt x="504" y="334"/>
                      </a:lnTo>
                      <a:lnTo>
                        <a:pt x="504" y="334"/>
                      </a:lnTo>
                      <a:lnTo>
                        <a:pt x="504" y="334"/>
                      </a:lnTo>
                      <a:lnTo>
                        <a:pt x="502" y="334"/>
                      </a:lnTo>
                      <a:lnTo>
                        <a:pt x="498" y="336"/>
                      </a:lnTo>
                      <a:lnTo>
                        <a:pt x="494" y="334"/>
                      </a:lnTo>
                      <a:lnTo>
                        <a:pt x="494" y="334"/>
                      </a:lnTo>
                      <a:lnTo>
                        <a:pt x="492" y="332"/>
                      </a:lnTo>
                      <a:lnTo>
                        <a:pt x="490" y="330"/>
                      </a:lnTo>
                      <a:lnTo>
                        <a:pt x="488" y="326"/>
                      </a:lnTo>
                      <a:lnTo>
                        <a:pt x="486" y="324"/>
                      </a:lnTo>
                      <a:lnTo>
                        <a:pt x="486" y="324"/>
                      </a:lnTo>
                      <a:lnTo>
                        <a:pt x="482" y="322"/>
                      </a:lnTo>
                      <a:lnTo>
                        <a:pt x="480" y="318"/>
                      </a:lnTo>
                      <a:lnTo>
                        <a:pt x="476" y="310"/>
                      </a:lnTo>
                      <a:lnTo>
                        <a:pt x="476" y="310"/>
                      </a:lnTo>
                      <a:lnTo>
                        <a:pt x="460" y="292"/>
                      </a:lnTo>
                      <a:lnTo>
                        <a:pt x="460" y="292"/>
                      </a:lnTo>
                      <a:lnTo>
                        <a:pt x="456" y="286"/>
                      </a:lnTo>
                      <a:lnTo>
                        <a:pt x="452" y="282"/>
                      </a:lnTo>
                      <a:lnTo>
                        <a:pt x="448" y="282"/>
                      </a:lnTo>
                      <a:lnTo>
                        <a:pt x="448" y="282"/>
                      </a:lnTo>
                      <a:lnTo>
                        <a:pt x="446" y="280"/>
                      </a:lnTo>
                      <a:lnTo>
                        <a:pt x="444" y="278"/>
                      </a:lnTo>
                      <a:lnTo>
                        <a:pt x="444" y="274"/>
                      </a:lnTo>
                      <a:lnTo>
                        <a:pt x="444" y="274"/>
                      </a:lnTo>
                      <a:lnTo>
                        <a:pt x="442" y="272"/>
                      </a:lnTo>
                      <a:lnTo>
                        <a:pt x="440" y="270"/>
                      </a:lnTo>
                      <a:lnTo>
                        <a:pt x="436" y="268"/>
                      </a:lnTo>
                      <a:lnTo>
                        <a:pt x="434" y="266"/>
                      </a:lnTo>
                      <a:lnTo>
                        <a:pt x="434" y="266"/>
                      </a:lnTo>
                      <a:lnTo>
                        <a:pt x="432" y="264"/>
                      </a:lnTo>
                      <a:lnTo>
                        <a:pt x="428" y="264"/>
                      </a:lnTo>
                      <a:lnTo>
                        <a:pt x="422" y="266"/>
                      </a:lnTo>
                      <a:lnTo>
                        <a:pt x="422" y="266"/>
                      </a:lnTo>
                      <a:lnTo>
                        <a:pt x="420" y="266"/>
                      </a:lnTo>
                      <a:lnTo>
                        <a:pt x="422" y="268"/>
                      </a:lnTo>
                      <a:lnTo>
                        <a:pt x="422" y="272"/>
                      </a:lnTo>
                      <a:lnTo>
                        <a:pt x="422" y="274"/>
                      </a:lnTo>
                      <a:lnTo>
                        <a:pt x="422" y="274"/>
                      </a:lnTo>
                      <a:lnTo>
                        <a:pt x="420" y="276"/>
                      </a:lnTo>
                      <a:lnTo>
                        <a:pt x="418" y="278"/>
                      </a:lnTo>
                      <a:lnTo>
                        <a:pt x="410" y="280"/>
                      </a:lnTo>
                      <a:lnTo>
                        <a:pt x="410" y="280"/>
                      </a:lnTo>
                      <a:lnTo>
                        <a:pt x="406" y="284"/>
                      </a:lnTo>
                      <a:lnTo>
                        <a:pt x="406" y="284"/>
                      </a:lnTo>
                      <a:lnTo>
                        <a:pt x="406" y="282"/>
                      </a:lnTo>
                      <a:lnTo>
                        <a:pt x="406" y="278"/>
                      </a:lnTo>
                      <a:lnTo>
                        <a:pt x="406" y="278"/>
                      </a:lnTo>
                      <a:lnTo>
                        <a:pt x="402" y="274"/>
                      </a:lnTo>
                      <a:lnTo>
                        <a:pt x="398" y="270"/>
                      </a:lnTo>
                      <a:lnTo>
                        <a:pt x="392" y="266"/>
                      </a:lnTo>
                      <a:lnTo>
                        <a:pt x="390" y="264"/>
                      </a:lnTo>
                      <a:lnTo>
                        <a:pt x="390" y="264"/>
                      </a:lnTo>
                      <a:lnTo>
                        <a:pt x="386" y="254"/>
                      </a:lnTo>
                      <a:lnTo>
                        <a:pt x="386" y="254"/>
                      </a:lnTo>
                      <a:lnTo>
                        <a:pt x="384" y="246"/>
                      </a:lnTo>
                      <a:lnTo>
                        <a:pt x="384" y="246"/>
                      </a:lnTo>
                      <a:lnTo>
                        <a:pt x="384" y="246"/>
                      </a:lnTo>
                      <a:lnTo>
                        <a:pt x="378" y="250"/>
                      </a:lnTo>
                      <a:lnTo>
                        <a:pt x="378" y="250"/>
                      </a:lnTo>
                      <a:lnTo>
                        <a:pt x="378" y="250"/>
                      </a:lnTo>
                      <a:lnTo>
                        <a:pt x="374" y="250"/>
                      </a:lnTo>
                      <a:lnTo>
                        <a:pt x="370" y="246"/>
                      </a:lnTo>
                      <a:lnTo>
                        <a:pt x="370" y="246"/>
                      </a:lnTo>
                      <a:lnTo>
                        <a:pt x="368" y="246"/>
                      </a:lnTo>
                      <a:lnTo>
                        <a:pt x="364" y="248"/>
                      </a:lnTo>
                      <a:lnTo>
                        <a:pt x="358" y="250"/>
                      </a:lnTo>
                      <a:lnTo>
                        <a:pt x="354" y="34"/>
                      </a:lnTo>
                      <a:lnTo>
                        <a:pt x="354" y="34"/>
                      </a:lnTo>
                      <a:lnTo>
                        <a:pt x="354" y="34"/>
                      </a:lnTo>
                      <a:lnTo>
                        <a:pt x="352" y="32"/>
                      </a:lnTo>
                      <a:lnTo>
                        <a:pt x="352" y="32"/>
                      </a:lnTo>
                      <a:lnTo>
                        <a:pt x="344" y="28"/>
                      </a:lnTo>
                      <a:lnTo>
                        <a:pt x="342" y="26"/>
                      </a:lnTo>
                      <a:lnTo>
                        <a:pt x="342" y="26"/>
                      </a:lnTo>
                      <a:lnTo>
                        <a:pt x="338" y="28"/>
                      </a:lnTo>
                      <a:lnTo>
                        <a:pt x="334" y="28"/>
                      </a:lnTo>
                      <a:lnTo>
                        <a:pt x="332" y="28"/>
                      </a:lnTo>
                      <a:lnTo>
                        <a:pt x="332" y="28"/>
                      </a:lnTo>
                      <a:lnTo>
                        <a:pt x="330" y="26"/>
                      </a:lnTo>
                      <a:lnTo>
                        <a:pt x="330" y="26"/>
                      </a:lnTo>
                      <a:lnTo>
                        <a:pt x="326" y="26"/>
                      </a:lnTo>
                      <a:lnTo>
                        <a:pt x="326" y="26"/>
                      </a:lnTo>
                      <a:lnTo>
                        <a:pt x="324" y="30"/>
                      </a:lnTo>
                      <a:lnTo>
                        <a:pt x="324" y="30"/>
                      </a:lnTo>
                      <a:lnTo>
                        <a:pt x="324" y="30"/>
                      </a:lnTo>
                      <a:lnTo>
                        <a:pt x="324" y="30"/>
                      </a:lnTo>
                      <a:lnTo>
                        <a:pt x="322" y="32"/>
                      </a:lnTo>
                      <a:lnTo>
                        <a:pt x="322" y="32"/>
                      </a:lnTo>
                      <a:lnTo>
                        <a:pt x="320" y="30"/>
                      </a:lnTo>
                      <a:lnTo>
                        <a:pt x="318" y="28"/>
                      </a:lnTo>
                      <a:lnTo>
                        <a:pt x="318" y="28"/>
                      </a:lnTo>
                      <a:lnTo>
                        <a:pt x="316" y="30"/>
                      </a:lnTo>
                      <a:lnTo>
                        <a:pt x="314" y="30"/>
                      </a:lnTo>
                      <a:lnTo>
                        <a:pt x="314" y="30"/>
                      </a:lnTo>
                      <a:lnTo>
                        <a:pt x="314" y="28"/>
                      </a:lnTo>
                      <a:lnTo>
                        <a:pt x="314" y="28"/>
                      </a:lnTo>
                      <a:lnTo>
                        <a:pt x="296" y="26"/>
                      </a:lnTo>
                      <a:lnTo>
                        <a:pt x="296" y="24"/>
                      </a:lnTo>
                      <a:lnTo>
                        <a:pt x="296" y="24"/>
                      </a:lnTo>
                      <a:lnTo>
                        <a:pt x="290" y="24"/>
                      </a:lnTo>
                      <a:lnTo>
                        <a:pt x="286" y="24"/>
                      </a:lnTo>
                      <a:lnTo>
                        <a:pt x="286" y="24"/>
                      </a:lnTo>
                      <a:lnTo>
                        <a:pt x="276" y="24"/>
                      </a:lnTo>
                      <a:lnTo>
                        <a:pt x="266" y="24"/>
                      </a:lnTo>
                      <a:lnTo>
                        <a:pt x="264" y="22"/>
                      </a:lnTo>
                      <a:lnTo>
                        <a:pt x="264" y="22"/>
                      </a:lnTo>
                      <a:lnTo>
                        <a:pt x="262" y="22"/>
                      </a:lnTo>
                      <a:lnTo>
                        <a:pt x="258" y="22"/>
                      </a:lnTo>
                      <a:lnTo>
                        <a:pt x="258" y="22"/>
                      </a:lnTo>
                      <a:lnTo>
                        <a:pt x="252" y="16"/>
                      </a:lnTo>
                      <a:lnTo>
                        <a:pt x="252" y="16"/>
                      </a:lnTo>
                      <a:lnTo>
                        <a:pt x="250" y="18"/>
                      </a:lnTo>
                      <a:lnTo>
                        <a:pt x="248" y="18"/>
                      </a:lnTo>
                      <a:lnTo>
                        <a:pt x="246" y="16"/>
                      </a:lnTo>
                      <a:lnTo>
                        <a:pt x="246" y="16"/>
                      </a:lnTo>
                      <a:lnTo>
                        <a:pt x="242" y="18"/>
                      </a:lnTo>
                      <a:lnTo>
                        <a:pt x="238" y="20"/>
                      </a:lnTo>
                      <a:lnTo>
                        <a:pt x="238" y="20"/>
                      </a:lnTo>
                      <a:lnTo>
                        <a:pt x="232" y="20"/>
                      </a:lnTo>
                      <a:lnTo>
                        <a:pt x="232" y="20"/>
                      </a:lnTo>
                      <a:lnTo>
                        <a:pt x="230" y="22"/>
                      </a:lnTo>
                      <a:lnTo>
                        <a:pt x="230" y="22"/>
                      </a:lnTo>
                      <a:lnTo>
                        <a:pt x="218" y="16"/>
                      </a:lnTo>
                      <a:lnTo>
                        <a:pt x="218" y="16"/>
                      </a:lnTo>
                      <a:lnTo>
                        <a:pt x="212" y="16"/>
                      </a:lnTo>
                      <a:lnTo>
                        <a:pt x="210" y="14"/>
                      </a:lnTo>
                      <a:lnTo>
                        <a:pt x="210" y="14"/>
                      </a:lnTo>
                      <a:lnTo>
                        <a:pt x="206" y="16"/>
                      </a:lnTo>
                      <a:lnTo>
                        <a:pt x="202" y="14"/>
                      </a:lnTo>
                      <a:lnTo>
                        <a:pt x="202" y="12"/>
                      </a:lnTo>
                      <a:lnTo>
                        <a:pt x="202" y="12"/>
                      </a:lnTo>
                      <a:lnTo>
                        <a:pt x="204" y="12"/>
                      </a:lnTo>
                      <a:lnTo>
                        <a:pt x="204" y="12"/>
                      </a:lnTo>
                      <a:lnTo>
                        <a:pt x="202" y="10"/>
                      </a:lnTo>
                      <a:lnTo>
                        <a:pt x="202" y="10"/>
                      </a:lnTo>
                      <a:lnTo>
                        <a:pt x="196" y="10"/>
                      </a:lnTo>
                      <a:lnTo>
                        <a:pt x="196" y="10"/>
                      </a:lnTo>
                      <a:lnTo>
                        <a:pt x="186" y="12"/>
                      </a:lnTo>
                      <a:lnTo>
                        <a:pt x="182" y="12"/>
                      </a:lnTo>
                      <a:lnTo>
                        <a:pt x="178" y="12"/>
                      </a:lnTo>
                      <a:lnTo>
                        <a:pt x="178" y="12"/>
                      </a:lnTo>
                      <a:lnTo>
                        <a:pt x="176" y="12"/>
                      </a:lnTo>
                      <a:lnTo>
                        <a:pt x="176" y="10"/>
                      </a:lnTo>
                      <a:lnTo>
                        <a:pt x="174" y="6"/>
                      </a:lnTo>
                      <a:lnTo>
                        <a:pt x="174" y="6"/>
                      </a:lnTo>
                      <a:lnTo>
                        <a:pt x="170" y="8"/>
                      </a:lnTo>
                      <a:lnTo>
                        <a:pt x="170" y="8"/>
                      </a:lnTo>
                      <a:lnTo>
                        <a:pt x="166" y="8"/>
                      </a:lnTo>
                      <a:lnTo>
                        <a:pt x="166" y="8"/>
                      </a:lnTo>
                      <a:lnTo>
                        <a:pt x="160" y="12"/>
                      </a:lnTo>
                      <a:lnTo>
                        <a:pt x="160" y="12"/>
                      </a:lnTo>
                      <a:lnTo>
                        <a:pt x="162" y="4"/>
                      </a:lnTo>
                      <a:lnTo>
                        <a:pt x="162" y="4"/>
                      </a:lnTo>
                      <a:lnTo>
                        <a:pt x="154" y="2"/>
                      </a:lnTo>
                      <a:lnTo>
                        <a:pt x="148" y="0"/>
                      </a:lnTo>
                      <a:lnTo>
                        <a:pt x="144" y="0"/>
                      </a:lnTo>
                      <a:lnTo>
                        <a:pt x="144" y="2"/>
                      </a:lnTo>
                      <a:lnTo>
                        <a:pt x="144" y="2"/>
                      </a:lnTo>
                      <a:lnTo>
                        <a:pt x="136" y="8"/>
                      </a:lnTo>
                      <a:lnTo>
                        <a:pt x="128" y="12"/>
                      </a:lnTo>
                      <a:lnTo>
                        <a:pt x="128" y="12"/>
                      </a:lnTo>
                      <a:lnTo>
                        <a:pt x="122" y="12"/>
                      </a:lnTo>
                      <a:lnTo>
                        <a:pt x="118" y="12"/>
                      </a:lnTo>
                      <a:lnTo>
                        <a:pt x="118" y="12"/>
                      </a:lnTo>
                      <a:lnTo>
                        <a:pt x="114" y="14"/>
                      </a:lnTo>
                      <a:lnTo>
                        <a:pt x="114" y="14"/>
                      </a:lnTo>
                      <a:lnTo>
                        <a:pt x="112" y="10"/>
                      </a:lnTo>
                      <a:lnTo>
                        <a:pt x="112" y="10"/>
                      </a:lnTo>
                      <a:lnTo>
                        <a:pt x="110" y="16"/>
                      </a:lnTo>
                      <a:lnTo>
                        <a:pt x="108" y="16"/>
                      </a:lnTo>
                      <a:lnTo>
                        <a:pt x="108" y="16"/>
                      </a:lnTo>
                      <a:lnTo>
                        <a:pt x="106" y="16"/>
                      </a:lnTo>
                      <a:lnTo>
                        <a:pt x="104" y="14"/>
                      </a:lnTo>
                      <a:lnTo>
                        <a:pt x="104" y="14"/>
                      </a:lnTo>
                      <a:lnTo>
                        <a:pt x="104" y="18"/>
                      </a:lnTo>
                      <a:lnTo>
                        <a:pt x="104" y="18"/>
                      </a:lnTo>
                      <a:lnTo>
                        <a:pt x="100" y="20"/>
                      </a:lnTo>
                      <a:lnTo>
                        <a:pt x="100" y="20"/>
                      </a:lnTo>
                      <a:lnTo>
                        <a:pt x="94" y="20"/>
                      </a:lnTo>
                      <a:lnTo>
                        <a:pt x="90" y="20"/>
                      </a:lnTo>
                      <a:lnTo>
                        <a:pt x="90" y="20"/>
                      </a:lnTo>
                      <a:lnTo>
                        <a:pt x="86" y="22"/>
                      </a:lnTo>
                      <a:lnTo>
                        <a:pt x="84" y="24"/>
                      </a:lnTo>
                      <a:lnTo>
                        <a:pt x="84" y="24"/>
                      </a:lnTo>
                      <a:lnTo>
                        <a:pt x="80" y="24"/>
                      </a:lnTo>
                      <a:lnTo>
                        <a:pt x="80" y="24"/>
                      </a:lnTo>
                      <a:lnTo>
                        <a:pt x="78" y="28"/>
                      </a:lnTo>
                      <a:lnTo>
                        <a:pt x="76" y="34"/>
                      </a:lnTo>
                      <a:lnTo>
                        <a:pt x="76" y="34"/>
                      </a:lnTo>
                      <a:lnTo>
                        <a:pt x="72" y="34"/>
                      </a:lnTo>
                      <a:lnTo>
                        <a:pt x="70" y="36"/>
                      </a:lnTo>
                      <a:lnTo>
                        <a:pt x="70" y="36"/>
                      </a:lnTo>
                      <a:lnTo>
                        <a:pt x="68" y="40"/>
                      </a:lnTo>
                      <a:lnTo>
                        <a:pt x="68" y="44"/>
                      </a:lnTo>
                      <a:lnTo>
                        <a:pt x="68" y="44"/>
                      </a:lnTo>
                      <a:lnTo>
                        <a:pt x="64" y="48"/>
                      </a:lnTo>
                      <a:lnTo>
                        <a:pt x="64" y="48"/>
                      </a:lnTo>
                      <a:lnTo>
                        <a:pt x="62" y="60"/>
                      </a:lnTo>
                      <a:lnTo>
                        <a:pt x="62" y="60"/>
                      </a:lnTo>
                      <a:lnTo>
                        <a:pt x="54" y="62"/>
                      </a:lnTo>
                      <a:lnTo>
                        <a:pt x="46" y="64"/>
                      </a:lnTo>
                      <a:lnTo>
                        <a:pt x="46" y="64"/>
                      </a:lnTo>
                      <a:lnTo>
                        <a:pt x="44" y="64"/>
                      </a:lnTo>
                      <a:lnTo>
                        <a:pt x="40" y="64"/>
                      </a:lnTo>
                      <a:lnTo>
                        <a:pt x="38" y="66"/>
                      </a:lnTo>
                      <a:lnTo>
                        <a:pt x="38" y="66"/>
                      </a:lnTo>
                      <a:lnTo>
                        <a:pt x="30" y="66"/>
                      </a:lnTo>
                      <a:lnTo>
                        <a:pt x="22" y="64"/>
                      </a:lnTo>
                      <a:lnTo>
                        <a:pt x="22" y="64"/>
                      </a:lnTo>
                      <a:lnTo>
                        <a:pt x="24" y="76"/>
                      </a:lnTo>
                      <a:lnTo>
                        <a:pt x="24" y="76"/>
                      </a:lnTo>
                      <a:lnTo>
                        <a:pt x="22" y="78"/>
                      </a:lnTo>
                      <a:lnTo>
                        <a:pt x="22" y="80"/>
                      </a:lnTo>
                      <a:lnTo>
                        <a:pt x="22" y="80"/>
                      </a:lnTo>
                      <a:lnTo>
                        <a:pt x="20" y="80"/>
                      </a:lnTo>
                      <a:lnTo>
                        <a:pt x="18" y="80"/>
                      </a:lnTo>
                      <a:lnTo>
                        <a:pt x="18" y="80"/>
                      </a:lnTo>
                      <a:lnTo>
                        <a:pt x="26" y="82"/>
                      </a:lnTo>
                      <a:lnTo>
                        <a:pt x="26" y="82"/>
                      </a:lnTo>
                      <a:lnTo>
                        <a:pt x="28" y="84"/>
                      </a:lnTo>
                      <a:lnTo>
                        <a:pt x="32" y="88"/>
                      </a:lnTo>
                      <a:lnTo>
                        <a:pt x="32" y="88"/>
                      </a:lnTo>
                      <a:lnTo>
                        <a:pt x="34" y="88"/>
                      </a:lnTo>
                      <a:lnTo>
                        <a:pt x="38" y="88"/>
                      </a:lnTo>
                      <a:lnTo>
                        <a:pt x="38" y="88"/>
                      </a:lnTo>
                      <a:lnTo>
                        <a:pt x="48" y="98"/>
                      </a:lnTo>
                      <a:lnTo>
                        <a:pt x="48" y="98"/>
                      </a:lnTo>
                      <a:lnTo>
                        <a:pt x="54" y="98"/>
                      </a:lnTo>
                      <a:lnTo>
                        <a:pt x="54" y="98"/>
                      </a:lnTo>
                      <a:lnTo>
                        <a:pt x="56" y="98"/>
                      </a:lnTo>
                      <a:lnTo>
                        <a:pt x="56" y="100"/>
                      </a:lnTo>
                      <a:lnTo>
                        <a:pt x="54" y="100"/>
                      </a:lnTo>
                      <a:lnTo>
                        <a:pt x="54" y="100"/>
                      </a:lnTo>
                      <a:lnTo>
                        <a:pt x="56" y="106"/>
                      </a:lnTo>
                      <a:lnTo>
                        <a:pt x="56" y="106"/>
                      </a:lnTo>
                      <a:lnTo>
                        <a:pt x="58" y="108"/>
                      </a:lnTo>
                      <a:lnTo>
                        <a:pt x="62" y="108"/>
                      </a:lnTo>
                      <a:lnTo>
                        <a:pt x="62" y="106"/>
                      </a:lnTo>
                      <a:lnTo>
                        <a:pt x="62" y="106"/>
                      </a:lnTo>
                      <a:lnTo>
                        <a:pt x="66" y="104"/>
                      </a:lnTo>
                      <a:lnTo>
                        <a:pt x="70" y="104"/>
                      </a:lnTo>
                      <a:lnTo>
                        <a:pt x="70" y="106"/>
                      </a:lnTo>
                      <a:lnTo>
                        <a:pt x="70" y="106"/>
                      </a:lnTo>
                      <a:lnTo>
                        <a:pt x="72" y="108"/>
                      </a:lnTo>
                      <a:lnTo>
                        <a:pt x="72" y="108"/>
                      </a:lnTo>
                      <a:lnTo>
                        <a:pt x="76" y="108"/>
                      </a:lnTo>
                      <a:lnTo>
                        <a:pt x="82" y="106"/>
                      </a:lnTo>
                      <a:lnTo>
                        <a:pt x="82" y="106"/>
                      </a:lnTo>
                      <a:lnTo>
                        <a:pt x="82" y="108"/>
                      </a:lnTo>
                      <a:lnTo>
                        <a:pt x="82" y="110"/>
                      </a:lnTo>
                      <a:lnTo>
                        <a:pt x="80" y="110"/>
                      </a:lnTo>
                      <a:lnTo>
                        <a:pt x="80" y="110"/>
                      </a:lnTo>
                      <a:lnTo>
                        <a:pt x="78" y="112"/>
                      </a:lnTo>
                      <a:lnTo>
                        <a:pt x="78" y="114"/>
                      </a:lnTo>
                      <a:lnTo>
                        <a:pt x="78" y="114"/>
                      </a:lnTo>
                      <a:lnTo>
                        <a:pt x="82" y="114"/>
                      </a:lnTo>
                      <a:lnTo>
                        <a:pt x="82" y="114"/>
                      </a:lnTo>
                      <a:lnTo>
                        <a:pt x="84" y="116"/>
                      </a:lnTo>
                      <a:lnTo>
                        <a:pt x="84" y="116"/>
                      </a:lnTo>
                      <a:lnTo>
                        <a:pt x="90" y="116"/>
                      </a:lnTo>
                      <a:lnTo>
                        <a:pt x="96" y="116"/>
                      </a:lnTo>
                      <a:lnTo>
                        <a:pt x="96" y="116"/>
                      </a:lnTo>
                      <a:lnTo>
                        <a:pt x="96" y="118"/>
                      </a:lnTo>
                      <a:lnTo>
                        <a:pt x="96" y="122"/>
                      </a:lnTo>
                      <a:lnTo>
                        <a:pt x="96" y="122"/>
                      </a:lnTo>
                      <a:lnTo>
                        <a:pt x="84" y="122"/>
                      </a:lnTo>
                      <a:lnTo>
                        <a:pt x="78" y="122"/>
                      </a:lnTo>
                      <a:lnTo>
                        <a:pt x="78" y="124"/>
                      </a:lnTo>
                      <a:lnTo>
                        <a:pt x="82" y="126"/>
                      </a:lnTo>
                      <a:lnTo>
                        <a:pt x="82" y="126"/>
                      </a:lnTo>
                      <a:lnTo>
                        <a:pt x="82" y="124"/>
                      </a:lnTo>
                      <a:lnTo>
                        <a:pt x="84" y="124"/>
                      </a:lnTo>
                      <a:lnTo>
                        <a:pt x="84" y="124"/>
                      </a:lnTo>
                      <a:lnTo>
                        <a:pt x="86" y="126"/>
                      </a:lnTo>
                      <a:lnTo>
                        <a:pt x="88" y="126"/>
                      </a:lnTo>
                      <a:lnTo>
                        <a:pt x="88" y="132"/>
                      </a:lnTo>
                      <a:lnTo>
                        <a:pt x="88" y="132"/>
                      </a:lnTo>
                      <a:lnTo>
                        <a:pt x="82" y="130"/>
                      </a:lnTo>
                      <a:lnTo>
                        <a:pt x="78" y="134"/>
                      </a:lnTo>
                      <a:lnTo>
                        <a:pt x="78" y="132"/>
                      </a:lnTo>
                      <a:lnTo>
                        <a:pt x="78" y="132"/>
                      </a:lnTo>
                      <a:lnTo>
                        <a:pt x="68" y="132"/>
                      </a:lnTo>
                      <a:lnTo>
                        <a:pt x="58" y="132"/>
                      </a:lnTo>
                      <a:lnTo>
                        <a:pt x="58" y="132"/>
                      </a:lnTo>
                      <a:lnTo>
                        <a:pt x="56" y="128"/>
                      </a:lnTo>
                      <a:lnTo>
                        <a:pt x="56" y="128"/>
                      </a:lnTo>
                      <a:lnTo>
                        <a:pt x="50" y="128"/>
                      </a:lnTo>
                      <a:lnTo>
                        <a:pt x="50" y="128"/>
                      </a:lnTo>
                      <a:lnTo>
                        <a:pt x="50" y="126"/>
                      </a:lnTo>
                      <a:lnTo>
                        <a:pt x="52" y="126"/>
                      </a:lnTo>
                      <a:lnTo>
                        <a:pt x="52" y="126"/>
                      </a:lnTo>
                      <a:lnTo>
                        <a:pt x="52" y="120"/>
                      </a:lnTo>
                      <a:lnTo>
                        <a:pt x="52" y="116"/>
                      </a:lnTo>
                      <a:lnTo>
                        <a:pt x="52" y="116"/>
                      </a:lnTo>
                      <a:lnTo>
                        <a:pt x="50" y="114"/>
                      </a:lnTo>
                      <a:lnTo>
                        <a:pt x="50" y="114"/>
                      </a:lnTo>
                      <a:lnTo>
                        <a:pt x="44" y="114"/>
                      </a:lnTo>
                      <a:lnTo>
                        <a:pt x="44" y="114"/>
                      </a:lnTo>
                      <a:lnTo>
                        <a:pt x="42" y="116"/>
                      </a:lnTo>
                      <a:lnTo>
                        <a:pt x="42" y="116"/>
                      </a:lnTo>
                      <a:lnTo>
                        <a:pt x="34" y="120"/>
                      </a:lnTo>
                      <a:lnTo>
                        <a:pt x="26" y="124"/>
                      </a:lnTo>
                      <a:lnTo>
                        <a:pt x="26" y="124"/>
                      </a:lnTo>
                      <a:lnTo>
                        <a:pt x="26" y="130"/>
                      </a:lnTo>
                      <a:lnTo>
                        <a:pt x="26" y="130"/>
                      </a:lnTo>
                      <a:lnTo>
                        <a:pt x="26" y="130"/>
                      </a:lnTo>
                      <a:lnTo>
                        <a:pt x="24" y="130"/>
                      </a:lnTo>
                      <a:lnTo>
                        <a:pt x="24" y="130"/>
                      </a:lnTo>
                      <a:lnTo>
                        <a:pt x="14" y="130"/>
                      </a:lnTo>
                      <a:lnTo>
                        <a:pt x="6" y="132"/>
                      </a:lnTo>
                      <a:lnTo>
                        <a:pt x="6" y="132"/>
                      </a:lnTo>
                      <a:lnTo>
                        <a:pt x="0" y="138"/>
                      </a:lnTo>
                      <a:lnTo>
                        <a:pt x="0" y="142"/>
                      </a:lnTo>
                      <a:lnTo>
                        <a:pt x="0" y="142"/>
                      </a:lnTo>
                      <a:lnTo>
                        <a:pt x="8" y="142"/>
                      </a:lnTo>
                      <a:lnTo>
                        <a:pt x="14" y="144"/>
                      </a:lnTo>
                      <a:lnTo>
                        <a:pt x="14" y="144"/>
                      </a:lnTo>
                      <a:lnTo>
                        <a:pt x="20" y="144"/>
                      </a:lnTo>
                      <a:lnTo>
                        <a:pt x="20" y="146"/>
                      </a:lnTo>
                      <a:lnTo>
                        <a:pt x="20" y="146"/>
                      </a:lnTo>
                      <a:lnTo>
                        <a:pt x="12" y="148"/>
                      </a:lnTo>
                      <a:lnTo>
                        <a:pt x="12" y="148"/>
                      </a:lnTo>
                      <a:lnTo>
                        <a:pt x="12" y="150"/>
                      </a:lnTo>
                      <a:lnTo>
                        <a:pt x="12" y="150"/>
                      </a:lnTo>
                      <a:lnTo>
                        <a:pt x="12" y="150"/>
                      </a:lnTo>
                      <a:lnTo>
                        <a:pt x="18" y="156"/>
                      </a:lnTo>
                      <a:lnTo>
                        <a:pt x="18" y="156"/>
                      </a:lnTo>
                      <a:lnTo>
                        <a:pt x="18" y="158"/>
                      </a:lnTo>
                      <a:lnTo>
                        <a:pt x="20" y="162"/>
                      </a:lnTo>
                      <a:lnTo>
                        <a:pt x="34" y="166"/>
                      </a:lnTo>
                      <a:lnTo>
                        <a:pt x="34" y="166"/>
                      </a:lnTo>
                      <a:lnTo>
                        <a:pt x="38" y="164"/>
                      </a:lnTo>
                      <a:lnTo>
                        <a:pt x="40" y="162"/>
                      </a:lnTo>
                      <a:lnTo>
                        <a:pt x="40" y="162"/>
                      </a:lnTo>
                      <a:lnTo>
                        <a:pt x="50" y="160"/>
                      </a:lnTo>
                      <a:lnTo>
                        <a:pt x="60" y="162"/>
                      </a:lnTo>
                      <a:lnTo>
                        <a:pt x="60" y="162"/>
                      </a:lnTo>
                      <a:lnTo>
                        <a:pt x="60" y="160"/>
                      </a:lnTo>
                      <a:lnTo>
                        <a:pt x="62" y="158"/>
                      </a:lnTo>
                      <a:lnTo>
                        <a:pt x="62" y="158"/>
                      </a:lnTo>
                      <a:lnTo>
                        <a:pt x="66" y="164"/>
                      </a:lnTo>
                      <a:lnTo>
                        <a:pt x="66" y="164"/>
                      </a:lnTo>
                      <a:lnTo>
                        <a:pt x="66" y="166"/>
                      </a:lnTo>
                      <a:lnTo>
                        <a:pt x="66" y="166"/>
                      </a:lnTo>
                      <a:lnTo>
                        <a:pt x="70" y="168"/>
                      </a:lnTo>
                      <a:lnTo>
                        <a:pt x="70" y="168"/>
                      </a:lnTo>
                      <a:lnTo>
                        <a:pt x="74" y="162"/>
                      </a:lnTo>
                      <a:lnTo>
                        <a:pt x="74" y="162"/>
                      </a:lnTo>
                      <a:lnTo>
                        <a:pt x="86" y="160"/>
                      </a:lnTo>
                      <a:lnTo>
                        <a:pt x="96" y="160"/>
                      </a:lnTo>
                      <a:lnTo>
                        <a:pt x="96" y="160"/>
                      </a:lnTo>
                      <a:lnTo>
                        <a:pt x="96" y="164"/>
                      </a:lnTo>
                      <a:lnTo>
                        <a:pt x="96" y="164"/>
                      </a:lnTo>
                      <a:lnTo>
                        <a:pt x="92" y="168"/>
                      </a:lnTo>
                      <a:lnTo>
                        <a:pt x="92" y="168"/>
                      </a:lnTo>
                      <a:lnTo>
                        <a:pt x="92" y="172"/>
                      </a:lnTo>
                      <a:lnTo>
                        <a:pt x="94" y="178"/>
                      </a:lnTo>
                      <a:lnTo>
                        <a:pt x="94" y="178"/>
                      </a:lnTo>
                      <a:lnTo>
                        <a:pt x="94" y="186"/>
                      </a:lnTo>
                      <a:lnTo>
                        <a:pt x="94" y="186"/>
                      </a:lnTo>
                      <a:lnTo>
                        <a:pt x="88" y="190"/>
                      </a:lnTo>
                      <a:lnTo>
                        <a:pt x="82" y="192"/>
                      </a:lnTo>
                      <a:lnTo>
                        <a:pt x="82" y="192"/>
                      </a:lnTo>
                      <a:lnTo>
                        <a:pt x="80" y="190"/>
                      </a:lnTo>
                      <a:lnTo>
                        <a:pt x="76" y="190"/>
                      </a:lnTo>
                      <a:lnTo>
                        <a:pt x="76" y="190"/>
                      </a:lnTo>
                      <a:lnTo>
                        <a:pt x="76" y="194"/>
                      </a:lnTo>
                      <a:lnTo>
                        <a:pt x="76" y="194"/>
                      </a:lnTo>
                      <a:lnTo>
                        <a:pt x="70" y="198"/>
                      </a:lnTo>
                      <a:lnTo>
                        <a:pt x="64" y="198"/>
                      </a:lnTo>
                      <a:lnTo>
                        <a:pt x="60" y="198"/>
                      </a:lnTo>
                      <a:lnTo>
                        <a:pt x="60" y="198"/>
                      </a:lnTo>
                      <a:lnTo>
                        <a:pt x="56" y="194"/>
                      </a:lnTo>
                      <a:lnTo>
                        <a:pt x="54" y="192"/>
                      </a:lnTo>
                      <a:lnTo>
                        <a:pt x="50" y="192"/>
                      </a:lnTo>
                      <a:lnTo>
                        <a:pt x="50" y="192"/>
                      </a:lnTo>
                      <a:lnTo>
                        <a:pt x="44" y="196"/>
                      </a:lnTo>
                      <a:lnTo>
                        <a:pt x="44" y="196"/>
                      </a:lnTo>
                      <a:lnTo>
                        <a:pt x="44" y="198"/>
                      </a:lnTo>
                      <a:lnTo>
                        <a:pt x="44" y="198"/>
                      </a:lnTo>
                      <a:lnTo>
                        <a:pt x="44" y="198"/>
                      </a:lnTo>
                      <a:lnTo>
                        <a:pt x="44" y="198"/>
                      </a:lnTo>
                      <a:lnTo>
                        <a:pt x="44" y="200"/>
                      </a:lnTo>
                      <a:lnTo>
                        <a:pt x="46" y="200"/>
                      </a:lnTo>
                      <a:lnTo>
                        <a:pt x="46" y="200"/>
                      </a:lnTo>
                      <a:lnTo>
                        <a:pt x="48" y="204"/>
                      </a:lnTo>
                      <a:lnTo>
                        <a:pt x="48" y="210"/>
                      </a:lnTo>
                      <a:lnTo>
                        <a:pt x="48" y="210"/>
                      </a:lnTo>
                      <a:lnTo>
                        <a:pt x="48" y="210"/>
                      </a:lnTo>
                      <a:lnTo>
                        <a:pt x="48" y="208"/>
                      </a:lnTo>
                      <a:lnTo>
                        <a:pt x="48" y="208"/>
                      </a:lnTo>
                      <a:lnTo>
                        <a:pt x="42" y="206"/>
                      </a:lnTo>
                      <a:lnTo>
                        <a:pt x="40" y="214"/>
                      </a:lnTo>
                      <a:lnTo>
                        <a:pt x="40" y="214"/>
                      </a:lnTo>
                      <a:lnTo>
                        <a:pt x="38" y="214"/>
                      </a:lnTo>
                      <a:lnTo>
                        <a:pt x="38" y="214"/>
                      </a:lnTo>
                      <a:lnTo>
                        <a:pt x="30" y="220"/>
                      </a:lnTo>
                      <a:lnTo>
                        <a:pt x="30" y="220"/>
                      </a:lnTo>
                      <a:lnTo>
                        <a:pt x="30" y="224"/>
                      </a:lnTo>
                      <a:lnTo>
                        <a:pt x="30" y="226"/>
                      </a:lnTo>
                      <a:lnTo>
                        <a:pt x="30" y="226"/>
                      </a:lnTo>
                      <a:lnTo>
                        <a:pt x="26" y="228"/>
                      </a:lnTo>
                      <a:lnTo>
                        <a:pt x="26" y="228"/>
                      </a:lnTo>
                      <a:lnTo>
                        <a:pt x="24" y="232"/>
                      </a:lnTo>
                      <a:lnTo>
                        <a:pt x="24" y="232"/>
                      </a:lnTo>
                      <a:lnTo>
                        <a:pt x="28" y="232"/>
                      </a:lnTo>
                      <a:lnTo>
                        <a:pt x="28" y="232"/>
                      </a:lnTo>
                      <a:lnTo>
                        <a:pt x="28" y="236"/>
                      </a:lnTo>
                      <a:lnTo>
                        <a:pt x="28" y="236"/>
                      </a:lnTo>
                      <a:lnTo>
                        <a:pt x="34" y="236"/>
                      </a:lnTo>
                      <a:lnTo>
                        <a:pt x="34" y="236"/>
                      </a:lnTo>
                      <a:lnTo>
                        <a:pt x="34" y="240"/>
                      </a:lnTo>
                      <a:lnTo>
                        <a:pt x="34" y="240"/>
                      </a:lnTo>
                      <a:lnTo>
                        <a:pt x="36" y="240"/>
                      </a:lnTo>
                      <a:lnTo>
                        <a:pt x="36" y="242"/>
                      </a:lnTo>
                      <a:lnTo>
                        <a:pt x="36" y="242"/>
                      </a:lnTo>
                      <a:lnTo>
                        <a:pt x="44" y="242"/>
                      </a:lnTo>
                      <a:lnTo>
                        <a:pt x="50" y="244"/>
                      </a:lnTo>
                      <a:lnTo>
                        <a:pt x="50" y="244"/>
                      </a:lnTo>
                      <a:lnTo>
                        <a:pt x="50" y="242"/>
                      </a:lnTo>
                      <a:lnTo>
                        <a:pt x="50" y="242"/>
                      </a:lnTo>
                      <a:lnTo>
                        <a:pt x="56" y="242"/>
                      </a:lnTo>
                      <a:lnTo>
                        <a:pt x="56" y="244"/>
                      </a:lnTo>
                      <a:lnTo>
                        <a:pt x="56" y="244"/>
                      </a:lnTo>
                      <a:lnTo>
                        <a:pt x="52" y="246"/>
                      </a:lnTo>
                      <a:lnTo>
                        <a:pt x="52" y="246"/>
                      </a:lnTo>
                      <a:lnTo>
                        <a:pt x="50" y="250"/>
                      </a:lnTo>
                      <a:lnTo>
                        <a:pt x="50" y="250"/>
                      </a:lnTo>
                      <a:lnTo>
                        <a:pt x="48" y="252"/>
                      </a:lnTo>
                      <a:lnTo>
                        <a:pt x="48" y="252"/>
                      </a:lnTo>
                      <a:lnTo>
                        <a:pt x="48" y="256"/>
                      </a:lnTo>
                      <a:lnTo>
                        <a:pt x="48" y="256"/>
                      </a:lnTo>
                      <a:lnTo>
                        <a:pt x="46" y="260"/>
                      </a:lnTo>
                      <a:lnTo>
                        <a:pt x="46" y="260"/>
                      </a:lnTo>
                      <a:lnTo>
                        <a:pt x="48" y="260"/>
                      </a:lnTo>
                      <a:lnTo>
                        <a:pt x="48" y="262"/>
                      </a:lnTo>
                      <a:lnTo>
                        <a:pt x="48" y="262"/>
                      </a:lnTo>
                      <a:lnTo>
                        <a:pt x="52" y="262"/>
                      </a:lnTo>
                      <a:lnTo>
                        <a:pt x="52" y="262"/>
                      </a:lnTo>
                      <a:lnTo>
                        <a:pt x="52" y="266"/>
                      </a:lnTo>
                      <a:lnTo>
                        <a:pt x="52" y="266"/>
                      </a:lnTo>
                      <a:lnTo>
                        <a:pt x="56" y="270"/>
                      </a:lnTo>
                      <a:lnTo>
                        <a:pt x="56" y="270"/>
                      </a:lnTo>
                      <a:lnTo>
                        <a:pt x="64" y="268"/>
                      </a:lnTo>
                      <a:lnTo>
                        <a:pt x="68" y="266"/>
                      </a:lnTo>
                      <a:lnTo>
                        <a:pt x="70" y="264"/>
                      </a:lnTo>
                      <a:lnTo>
                        <a:pt x="70" y="264"/>
                      </a:lnTo>
                      <a:lnTo>
                        <a:pt x="70" y="260"/>
                      </a:lnTo>
                      <a:lnTo>
                        <a:pt x="70" y="258"/>
                      </a:lnTo>
                      <a:lnTo>
                        <a:pt x="72" y="254"/>
                      </a:lnTo>
                      <a:lnTo>
                        <a:pt x="74" y="254"/>
                      </a:lnTo>
                      <a:lnTo>
                        <a:pt x="74" y="254"/>
                      </a:lnTo>
                      <a:lnTo>
                        <a:pt x="76" y="258"/>
                      </a:lnTo>
                      <a:lnTo>
                        <a:pt x="76" y="260"/>
                      </a:lnTo>
                      <a:lnTo>
                        <a:pt x="74" y="260"/>
                      </a:lnTo>
                      <a:lnTo>
                        <a:pt x="74" y="260"/>
                      </a:lnTo>
                      <a:lnTo>
                        <a:pt x="74" y="266"/>
                      </a:lnTo>
                      <a:lnTo>
                        <a:pt x="74" y="266"/>
                      </a:lnTo>
                      <a:lnTo>
                        <a:pt x="78" y="268"/>
                      </a:lnTo>
                      <a:lnTo>
                        <a:pt x="78" y="268"/>
                      </a:lnTo>
                      <a:lnTo>
                        <a:pt x="80" y="274"/>
                      </a:lnTo>
                      <a:lnTo>
                        <a:pt x="80" y="278"/>
                      </a:lnTo>
                      <a:lnTo>
                        <a:pt x="80" y="278"/>
                      </a:lnTo>
                      <a:lnTo>
                        <a:pt x="78" y="280"/>
                      </a:lnTo>
                      <a:lnTo>
                        <a:pt x="78" y="284"/>
                      </a:lnTo>
                      <a:lnTo>
                        <a:pt x="78" y="284"/>
                      </a:lnTo>
                      <a:lnTo>
                        <a:pt x="84" y="284"/>
                      </a:lnTo>
                      <a:lnTo>
                        <a:pt x="84" y="284"/>
                      </a:lnTo>
                      <a:lnTo>
                        <a:pt x="82" y="286"/>
                      </a:lnTo>
                      <a:lnTo>
                        <a:pt x="82" y="286"/>
                      </a:lnTo>
                      <a:lnTo>
                        <a:pt x="80" y="290"/>
                      </a:lnTo>
                      <a:lnTo>
                        <a:pt x="80" y="290"/>
                      </a:lnTo>
                      <a:lnTo>
                        <a:pt x="82" y="290"/>
                      </a:lnTo>
                      <a:lnTo>
                        <a:pt x="82" y="290"/>
                      </a:lnTo>
                      <a:lnTo>
                        <a:pt x="82" y="292"/>
                      </a:lnTo>
                      <a:lnTo>
                        <a:pt x="82" y="292"/>
                      </a:lnTo>
                      <a:lnTo>
                        <a:pt x="82" y="292"/>
                      </a:lnTo>
                      <a:lnTo>
                        <a:pt x="82" y="292"/>
                      </a:lnTo>
                      <a:lnTo>
                        <a:pt x="82" y="296"/>
                      </a:lnTo>
                      <a:lnTo>
                        <a:pt x="82" y="296"/>
                      </a:lnTo>
                      <a:lnTo>
                        <a:pt x="86" y="294"/>
                      </a:lnTo>
                      <a:lnTo>
                        <a:pt x="88" y="292"/>
                      </a:lnTo>
                      <a:lnTo>
                        <a:pt x="92" y="288"/>
                      </a:lnTo>
                      <a:lnTo>
                        <a:pt x="92" y="288"/>
                      </a:lnTo>
                      <a:lnTo>
                        <a:pt x="102" y="282"/>
                      </a:lnTo>
                      <a:lnTo>
                        <a:pt x="104" y="282"/>
                      </a:lnTo>
                      <a:lnTo>
                        <a:pt x="104" y="282"/>
                      </a:lnTo>
                      <a:lnTo>
                        <a:pt x="106" y="284"/>
                      </a:lnTo>
                      <a:lnTo>
                        <a:pt x="108" y="288"/>
                      </a:lnTo>
                      <a:lnTo>
                        <a:pt x="108" y="288"/>
                      </a:lnTo>
                      <a:lnTo>
                        <a:pt x="108" y="288"/>
                      </a:lnTo>
                      <a:lnTo>
                        <a:pt x="114" y="286"/>
                      </a:lnTo>
                      <a:lnTo>
                        <a:pt x="114" y="286"/>
                      </a:lnTo>
                      <a:lnTo>
                        <a:pt x="116" y="290"/>
                      </a:lnTo>
                      <a:lnTo>
                        <a:pt x="118" y="294"/>
                      </a:lnTo>
                      <a:lnTo>
                        <a:pt x="118" y="294"/>
                      </a:lnTo>
                      <a:lnTo>
                        <a:pt x="120" y="296"/>
                      </a:lnTo>
                      <a:lnTo>
                        <a:pt x="120" y="296"/>
                      </a:lnTo>
                      <a:lnTo>
                        <a:pt x="122" y="298"/>
                      </a:lnTo>
                      <a:lnTo>
                        <a:pt x="122" y="298"/>
                      </a:lnTo>
                      <a:lnTo>
                        <a:pt x="124" y="296"/>
                      </a:lnTo>
                      <a:lnTo>
                        <a:pt x="124" y="296"/>
                      </a:lnTo>
                      <a:lnTo>
                        <a:pt x="122" y="294"/>
                      </a:lnTo>
                      <a:lnTo>
                        <a:pt x="124" y="292"/>
                      </a:lnTo>
                      <a:lnTo>
                        <a:pt x="124" y="292"/>
                      </a:lnTo>
                      <a:lnTo>
                        <a:pt x="128" y="292"/>
                      </a:lnTo>
                      <a:lnTo>
                        <a:pt x="128" y="292"/>
                      </a:lnTo>
                      <a:lnTo>
                        <a:pt x="130" y="288"/>
                      </a:lnTo>
                      <a:lnTo>
                        <a:pt x="130" y="288"/>
                      </a:lnTo>
                      <a:lnTo>
                        <a:pt x="132" y="294"/>
                      </a:lnTo>
                      <a:lnTo>
                        <a:pt x="132" y="294"/>
                      </a:lnTo>
                      <a:lnTo>
                        <a:pt x="138" y="292"/>
                      </a:lnTo>
                      <a:lnTo>
                        <a:pt x="144" y="290"/>
                      </a:lnTo>
                      <a:lnTo>
                        <a:pt x="144" y="290"/>
                      </a:lnTo>
                      <a:lnTo>
                        <a:pt x="146" y="286"/>
                      </a:lnTo>
                      <a:lnTo>
                        <a:pt x="146" y="286"/>
                      </a:lnTo>
                      <a:lnTo>
                        <a:pt x="150" y="286"/>
                      </a:lnTo>
                      <a:lnTo>
                        <a:pt x="150" y="286"/>
                      </a:lnTo>
                      <a:lnTo>
                        <a:pt x="148" y="292"/>
                      </a:lnTo>
                      <a:lnTo>
                        <a:pt x="146" y="296"/>
                      </a:lnTo>
                      <a:lnTo>
                        <a:pt x="146" y="296"/>
                      </a:lnTo>
                      <a:lnTo>
                        <a:pt x="144" y="298"/>
                      </a:lnTo>
                      <a:lnTo>
                        <a:pt x="140" y="302"/>
                      </a:lnTo>
                      <a:lnTo>
                        <a:pt x="140" y="302"/>
                      </a:lnTo>
                      <a:lnTo>
                        <a:pt x="140" y="304"/>
                      </a:lnTo>
                      <a:lnTo>
                        <a:pt x="140" y="308"/>
                      </a:lnTo>
                      <a:lnTo>
                        <a:pt x="136" y="308"/>
                      </a:lnTo>
                      <a:lnTo>
                        <a:pt x="136" y="308"/>
                      </a:lnTo>
                      <a:lnTo>
                        <a:pt x="136" y="320"/>
                      </a:lnTo>
                      <a:lnTo>
                        <a:pt x="136" y="320"/>
                      </a:lnTo>
                      <a:lnTo>
                        <a:pt x="134" y="320"/>
                      </a:lnTo>
                      <a:lnTo>
                        <a:pt x="134" y="320"/>
                      </a:lnTo>
                      <a:lnTo>
                        <a:pt x="132" y="324"/>
                      </a:lnTo>
                      <a:lnTo>
                        <a:pt x="132" y="326"/>
                      </a:lnTo>
                      <a:lnTo>
                        <a:pt x="132" y="326"/>
                      </a:lnTo>
                      <a:lnTo>
                        <a:pt x="128" y="330"/>
                      </a:lnTo>
                      <a:lnTo>
                        <a:pt x="126" y="332"/>
                      </a:lnTo>
                      <a:lnTo>
                        <a:pt x="126" y="332"/>
                      </a:lnTo>
                      <a:lnTo>
                        <a:pt x="126" y="336"/>
                      </a:lnTo>
                      <a:lnTo>
                        <a:pt x="126" y="336"/>
                      </a:lnTo>
                      <a:lnTo>
                        <a:pt x="122" y="336"/>
                      </a:lnTo>
                      <a:lnTo>
                        <a:pt x="122" y="336"/>
                      </a:lnTo>
                      <a:lnTo>
                        <a:pt x="120" y="338"/>
                      </a:lnTo>
                      <a:lnTo>
                        <a:pt x="116" y="342"/>
                      </a:lnTo>
                      <a:lnTo>
                        <a:pt x="116" y="342"/>
                      </a:lnTo>
                      <a:lnTo>
                        <a:pt x="114" y="342"/>
                      </a:lnTo>
                      <a:lnTo>
                        <a:pt x="114" y="342"/>
                      </a:lnTo>
                      <a:lnTo>
                        <a:pt x="108" y="344"/>
                      </a:lnTo>
                      <a:lnTo>
                        <a:pt x="104" y="346"/>
                      </a:lnTo>
                      <a:lnTo>
                        <a:pt x="102" y="350"/>
                      </a:lnTo>
                      <a:lnTo>
                        <a:pt x="102" y="356"/>
                      </a:lnTo>
                      <a:lnTo>
                        <a:pt x="102" y="356"/>
                      </a:lnTo>
                      <a:lnTo>
                        <a:pt x="94" y="358"/>
                      </a:lnTo>
                      <a:lnTo>
                        <a:pt x="94" y="358"/>
                      </a:lnTo>
                      <a:lnTo>
                        <a:pt x="96" y="354"/>
                      </a:lnTo>
                      <a:lnTo>
                        <a:pt x="96" y="354"/>
                      </a:lnTo>
                      <a:lnTo>
                        <a:pt x="86" y="356"/>
                      </a:lnTo>
                      <a:lnTo>
                        <a:pt x="78" y="358"/>
                      </a:lnTo>
                      <a:lnTo>
                        <a:pt x="78" y="358"/>
                      </a:lnTo>
                      <a:lnTo>
                        <a:pt x="78" y="360"/>
                      </a:lnTo>
                      <a:lnTo>
                        <a:pt x="78" y="364"/>
                      </a:lnTo>
                      <a:lnTo>
                        <a:pt x="78" y="364"/>
                      </a:lnTo>
                      <a:lnTo>
                        <a:pt x="74" y="366"/>
                      </a:lnTo>
                      <a:lnTo>
                        <a:pt x="74" y="366"/>
                      </a:lnTo>
                      <a:lnTo>
                        <a:pt x="72" y="370"/>
                      </a:lnTo>
                      <a:lnTo>
                        <a:pt x="72" y="370"/>
                      </a:lnTo>
                      <a:lnTo>
                        <a:pt x="68" y="374"/>
                      </a:lnTo>
                      <a:lnTo>
                        <a:pt x="64" y="376"/>
                      </a:lnTo>
                      <a:lnTo>
                        <a:pt x="64" y="376"/>
                      </a:lnTo>
                      <a:lnTo>
                        <a:pt x="64" y="378"/>
                      </a:lnTo>
                      <a:lnTo>
                        <a:pt x="64" y="378"/>
                      </a:lnTo>
                      <a:lnTo>
                        <a:pt x="66" y="376"/>
                      </a:lnTo>
                      <a:lnTo>
                        <a:pt x="66" y="376"/>
                      </a:lnTo>
                      <a:lnTo>
                        <a:pt x="66" y="378"/>
                      </a:lnTo>
                      <a:lnTo>
                        <a:pt x="70" y="378"/>
                      </a:lnTo>
                      <a:lnTo>
                        <a:pt x="70" y="374"/>
                      </a:lnTo>
                      <a:lnTo>
                        <a:pt x="72" y="374"/>
                      </a:lnTo>
                      <a:lnTo>
                        <a:pt x="72" y="374"/>
                      </a:lnTo>
                      <a:lnTo>
                        <a:pt x="74" y="376"/>
                      </a:lnTo>
                      <a:lnTo>
                        <a:pt x="76" y="378"/>
                      </a:lnTo>
                      <a:lnTo>
                        <a:pt x="76" y="378"/>
                      </a:lnTo>
                      <a:lnTo>
                        <a:pt x="84" y="362"/>
                      </a:lnTo>
                      <a:lnTo>
                        <a:pt x="84" y="362"/>
                      </a:lnTo>
                      <a:lnTo>
                        <a:pt x="90" y="362"/>
                      </a:lnTo>
                      <a:lnTo>
                        <a:pt x="90" y="362"/>
                      </a:lnTo>
                      <a:lnTo>
                        <a:pt x="90" y="362"/>
                      </a:lnTo>
                      <a:lnTo>
                        <a:pt x="88" y="364"/>
                      </a:lnTo>
                      <a:lnTo>
                        <a:pt x="86" y="366"/>
                      </a:lnTo>
                      <a:lnTo>
                        <a:pt x="86" y="366"/>
                      </a:lnTo>
                      <a:lnTo>
                        <a:pt x="94" y="366"/>
                      </a:lnTo>
                      <a:lnTo>
                        <a:pt x="94" y="364"/>
                      </a:lnTo>
                      <a:lnTo>
                        <a:pt x="94" y="364"/>
                      </a:lnTo>
                      <a:lnTo>
                        <a:pt x="102" y="362"/>
                      </a:lnTo>
                      <a:lnTo>
                        <a:pt x="106" y="358"/>
                      </a:lnTo>
                      <a:lnTo>
                        <a:pt x="106" y="358"/>
                      </a:lnTo>
                      <a:lnTo>
                        <a:pt x="110" y="358"/>
                      </a:lnTo>
                      <a:lnTo>
                        <a:pt x="110" y="358"/>
                      </a:lnTo>
                      <a:lnTo>
                        <a:pt x="110" y="362"/>
                      </a:lnTo>
                      <a:lnTo>
                        <a:pt x="110" y="362"/>
                      </a:lnTo>
                      <a:lnTo>
                        <a:pt x="112" y="360"/>
                      </a:lnTo>
                      <a:lnTo>
                        <a:pt x="112" y="356"/>
                      </a:lnTo>
                      <a:lnTo>
                        <a:pt x="112" y="356"/>
                      </a:lnTo>
                      <a:lnTo>
                        <a:pt x="114" y="358"/>
                      </a:lnTo>
                      <a:lnTo>
                        <a:pt x="116" y="358"/>
                      </a:lnTo>
                      <a:lnTo>
                        <a:pt x="116" y="358"/>
                      </a:lnTo>
                      <a:lnTo>
                        <a:pt x="118" y="354"/>
                      </a:lnTo>
                      <a:lnTo>
                        <a:pt x="118" y="350"/>
                      </a:lnTo>
                      <a:lnTo>
                        <a:pt x="118" y="350"/>
                      </a:lnTo>
                      <a:lnTo>
                        <a:pt x="122" y="354"/>
                      </a:lnTo>
                      <a:lnTo>
                        <a:pt x="124" y="348"/>
                      </a:lnTo>
                      <a:lnTo>
                        <a:pt x="124" y="348"/>
                      </a:lnTo>
                      <a:lnTo>
                        <a:pt x="122" y="348"/>
                      </a:lnTo>
                      <a:lnTo>
                        <a:pt x="122" y="346"/>
                      </a:lnTo>
                      <a:lnTo>
                        <a:pt x="122" y="346"/>
                      </a:lnTo>
                      <a:lnTo>
                        <a:pt x="124" y="346"/>
                      </a:lnTo>
                      <a:lnTo>
                        <a:pt x="124" y="346"/>
                      </a:lnTo>
                      <a:lnTo>
                        <a:pt x="124" y="346"/>
                      </a:lnTo>
                      <a:lnTo>
                        <a:pt x="124" y="346"/>
                      </a:lnTo>
                      <a:lnTo>
                        <a:pt x="132" y="342"/>
                      </a:lnTo>
                      <a:lnTo>
                        <a:pt x="132" y="342"/>
                      </a:lnTo>
                      <a:lnTo>
                        <a:pt x="130" y="342"/>
                      </a:lnTo>
                      <a:lnTo>
                        <a:pt x="130" y="340"/>
                      </a:lnTo>
                      <a:lnTo>
                        <a:pt x="130" y="340"/>
                      </a:lnTo>
                      <a:lnTo>
                        <a:pt x="134" y="340"/>
                      </a:lnTo>
                      <a:lnTo>
                        <a:pt x="136" y="340"/>
                      </a:lnTo>
                      <a:lnTo>
                        <a:pt x="136" y="340"/>
                      </a:lnTo>
                      <a:lnTo>
                        <a:pt x="138" y="334"/>
                      </a:lnTo>
                      <a:lnTo>
                        <a:pt x="138" y="334"/>
                      </a:lnTo>
                      <a:lnTo>
                        <a:pt x="142" y="336"/>
                      </a:lnTo>
                      <a:lnTo>
                        <a:pt x="142" y="336"/>
                      </a:lnTo>
                      <a:lnTo>
                        <a:pt x="148" y="330"/>
                      </a:lnTo>
                      <a:lnTo>
                        <a:pt x="148" y="330"/>
                      </a:lnTo>
                      <a:lnTo>
                        <a:pt x="148" y="324"/>
                      </a:lnTo>
                      <a:lnTo>
                        <a:pt x="148" y="324"/>
                      </a:lnTo>
                      <a:lnTo>
                        <a:pt x="154" y="322"/>
                      </a:lnTo>
                      <a:lnTo>
                        <a:pt x="154" y="320"/>
                      </a:lnTo>
                      <a:lnTo>
                        <a:pt x="154" y="320"/>
                      </a:lnTo>
                      <a:lnTo>
                        <a:pt x="156" y="320"/>
                      </a:lnTo>
                      <a:lnTo>
                        <a:pt x="156" y="320"/>
                      </a:lnTo>
                      <a:lnTo>
                        <a:pt x="160" y="316"/>
                      </a:lnTo>
                      <a:lnTo>
                        <a:pt x="164" y="312"/>
                      </a:lnTo>
                      <a:lnTo>
                        <a:pt x="164" y="312"/>
                      </a:lnTo>
                      <a:lnTo>
                        <a:pt x="168" y="310"/>
                      </a:lnTo>
                      <a:lnTo>
                        <a:pt x="168" y="310"/>
                      </a:lnTo>
                      <a:lnTo>
                        <a:pt x="168" y="308"/>
                      </a:lnTo>
                      <a:lnTo>
                        <a:pt x="172" y="304"/>
                      </a:lnTo>
                      <a:lnTo>
                        <a:pt x="172" y="304"/>
                      </a:lnTo>
                      <a:lnTo>
                        <a:pt x="180" y="302"/>
                      </a:lnTo>
                      <a:lnTo>
                        <a:pt x="180" y="302"/>
                      </a:lnTo>
                      <a:lnTo>
                        <a:pt x="182" y="300"/>
                      </a:lnTo>
                      <a:lnTo>
                        <a:pt x="182" y="300"/>
                      </a:lnTo>
                      <a:lnTo>
                        <a:pt x="182" y="296"/>
                      </a:lnTo>
                      <a:lnTo>
                        <a:pt x="182" y="296"/>
                      </a:lnTo>
                      <a:lnTo>
                        <a:pt x="184" y="294"/>
                      </a:lnTo>
                      <a:lnTo>
                        <a:pt x="186" y="292"/>
                      </a:lnTo>
                      <a:lnTo>
                        <a:pt x="186" y="290"/>
                      </a:lnTo>
                      <a:lnTo>
                        <a:pt x="186" y="290"/>
                      </a:lnTo>
                      <a:lnTo>
                        <a:pt x="190" y="288"/>
                      </a:lnTo>
                      <a:lnTo>
                        <a:pt x="190" y="288"/>
                      </a:lnTo>
                      <a:lnTo>
                        <a:pt x="190" y="284"/>
                      </a:lnTo>
                      <a:lnTo>
                        <a:pt x="190" y="284"/>
                      </a:lnTo>
                      <a:lnTo>
                        <a:pt x="182" y="284"/>
                      </a:lnTo>
                      <a:lnTo>
                        <a:pt x="182" y="284"/>
                      </a:lnTo>
                      <a:lnTo>
                        <a:pt x="182" y="280"/>
                      </a:lnTo>
                      <a:lnTo>
                        <a:pt x="182" y="276"/>
                      </a:lnTo>
                      <a:lnTo>
                        <a:pt x="182" y="276"/>
                      </a:lnTo>
                      <a:lnTo>
                        <a:pt x="186" y="272"/>
                      </a:lnTo>
                      <a:lnTo>
                        <a:pt x="186" y="272"/>
                      </a:lnTo>
                      <a:lnTo>
                        <a:pt x="186" y="268"/>
                      </a:lnTo>
                      <a:lnTo>
                        <a:pt x="186" y="268"/>
                      </a:lnTo>
                      <a:lnTo>
                        <a:pt x="194" y="268"/>
                      </a:lnTo>
                      <a:lnTo>
                        <a:pt x="194" y="268"/>
                      </a:lnTo>
                      <a:lnTo>
                        <a:pt x="196" y="264"/>
                      </a:lnTo>
                      <a:lnTo>
                        <a:pt x="196" y="264"/>
                      </a:lnTo>
                      <a:lnTo>
                        <a:pt x="200" y="262"/>
                      </a:lnTo>
                      <a:lnTo>
                        <a:pt x="200" y="262"/>
                      </a:lnTo>
                      <a:lnTo>
                        <a:pt x="198" y="258"/>
                      </a:lnTo>
                      <a:lnTo>
                        <a:pt x="198" y="258"/>
                      </a:lnTo>
                      <a:lnTo>
                        <a:pt x="202" y="260"/>
                      </a:lnTo>
                      <a:lnTo>
                        <a:pt x="202" y="260"/>
                      </a:lnTo>
                      <a:lnTo>
                        <a:pt x="204" y="258"/>
                      </a:lnTo>
                      <a:lnTo>
                        <a:pt x="206" y="258"/>
                      </a:lnTo>
                      <a:lnTo>
                        <a:pt x="206" y="258"/>
                      </a:lnTo>
                      <a:lnTo>
                        <a:pt x="208" y="252"/>
                      </a:lnTo>
                      <a:lnTo>
                        <a:pt x="208" y="248"/>
                      </a:lnTo>
                      <a:lnTo>
                        <a:pt x="212" y="246"/>
                      </a:lnTo>
                      <a:lnTo>
                        <a:pt x="212" y="246"/>
                      </a:lnTo>
                      <a:lnTo>
                        <a:pt x="214" y="246"/>
                      </a:lnTo>
                      <a:lnTo>
                        <a:pt x="216" y="246"/>
                      </a:lnTo>
                      <a:lnTo>
                        <a:pt x="216" y="246"/>
                      </a:lnTo>
                      <a:lnTo>
                        <a:pt x="218" y="240"/>
                      </a:lnTo>
                      <a:lnTo>
                        <a:pt x="218" y="240"/>
                      </a:lnTo>
                      <a:lnTo>
                        <a:pt x="220" y="238"/>
                      </a:lnTo>
                      <a:lnTo>
                        <a:pt x="224" y="238"/>
                      </a:lnTo>
                      <a:lnTo>
                        <a:pt x="224" y="238"/>
                      </a:lnTo>
                      <a:lnTo>
                        <a:pt x="232" y="230"/>
                      </a:lnTo>
                      <a:lnTo>
                        <a:pt x="232" y="230"/>
                      </a:lnTo>
                      <a:lnTo>
                        <a:pt x="234" y="234"/>
                      </a:lnTo>
                      <a:lnTo>
                        <a:pt x="234" y="234"/>
                      </a:lnTo>
                      <a:lnTo>
                        <a:pt x="242" y="232"/>
                      </a:lnTo>
                      <a:lnTo>
                        <a:pt x="242" y="232"/>
                      </a:lnTo>
                      <a:lnTo>
                        <a:pt x="244" y="230"/>
                      </a:lnTo>
                      <a:lnTo>
                        <a:pt x="244" y="230"/>
                      </a:lnTo>
                      <a:lnTo>
                        <a:pt x="246" y="230"/>
                      </a:lnTo>
                      <a:lnTo>
                        <a:pt x="244" y="234"/>
                      </a:lnTo>
                      <a:lnTo>
                        <a:pt x="244" y="234"/>
                      </a:lnTo>
                      <a:lnTo>
                        <a:pt x="242" y="234"/>
                      </a:lnTo>
                      <a:lnTo>
                        <a:pt x="242" y="236"/>
                      </a:lnTo>
                      <a:lnTo>
                        <a:pt x="242" y="236"/>
                      </a:lnTo>
                      <a:lnTo>
                        <a:pt x="242" y="236"/>
                      </a:lnTo>
                      <a:lnTo>
                        <a:pt x="246" y="240"/>
                      </a:lnTo>
                      <a:lnTo>
                        <a:pt x="246" y="240"/>
                      </a:lnTo>
                      <a:lnTo>
                        <a:pt x="246" y="242"/>
                      </a:lnTo>
                      <a:lnTo>
                        <a:pt x="244" y="242"/>
                      </a:lnTo>
                      <a:lnTo>
                        <a:pt x="240" y="242"/>
                      </a:lnTo>
                      <a:lnTo>
                        <a:pt x="232" y="240"/>
                      </a:lnTo>
                      <a:lnTo>
                        <a:pt x="232" y="240"/>
                      </a:lnTo>
                      <a:lnTo>
                        <a:pt x="230" y="242"/>
                      </a:lnTo>
                      <a:lnTo>
                        <a:pt x="230" y="242"/>
                      </a:lnTo>
                      <a:lnTo>
                        <a:pt x="220" y="246"/>
                      </a:lnTo>
                      <a:lnTo>
                        <a:pt x="220" y="246"/>
                      </a:lnTo>
                      <a:lnTo>
                        <a:pt x="222" y="262"/>
                      </a:lnTo>
                      <a:lnTo>
                        <a:pt x="222" y="262"/>
                      </a:lnTo>
                      <a:lnTo>
                        <a:pt x="216" y="266"/>
                      </a:lnTo>
                      <a:lnTo>
                        <a:pt x="216" y="266"/>
                      </a:lnTo>
                      <a:lnTo>
                        <a:pt x="218" y="270"/>
                      </a:lnTo>
                      <a:lnTo>
                        <a:pt x="218" y="272"/>
                      </a:lnTo>
                      <a:lnTo>
                        <a:pt x="218" y="272"/>
                      </a:lnTo>
                      <a:lnTo>
                        <a:pt x="220" y="272"/>
                      </a:lnTo>
                      <a:lnTo>
                        <a:pt x="222" y="272"/>
                      </a:lnTo>
                      <a:lnTo>
                        <a:pt x="222" y="272"/>
                      </a:lnTo>
                      <a:lnTo>
                        <a:pt x="224" y="272"/>
                      </a:lnTo>
                      <a:lnTo>
                        <a:pt x="224" y="272"/>
                      </a:lnTo>
                      <a:lnTo>
                        <a:pt x="222" y="276"/>
                      </a:lnTo>
                      <a:lnTo>
                        <a:pt x="222" y="276"/>
                      </a:lnTo>
                      <a:lnTo>
                        <a:pt x="216" y="276"/>
                      </a:lnTo>
                      <a:lnTo>
                        <a:pt x="216" y="276"/>
                      </a:lnTo>
                      <a:lnTo>
                        <a:pt x="214" y="282"/>
                      </a:lnTo>
                      <a:lnTo>
                        <a:pt x="214" y="282"/>
                      </a:lnTo>
                      <a:lnTo>
                        <a:pt x="218" y="282"/>
                      </a:lnTo>
                      <a:lnTo>
                        <a:pt x="222" y="282"/>
                      </a:lnTo>
                      <a:lnTo>
                        <a:pt x="222" y="282"/>
                      </a:lnTo>
                      <a:lnTo>
                        <a:pt x="224" y="280"/>
                      </a:lnTo>
                      <a:lnTo>
                        <a:pt x="224" y="280"/>
                      </a:lnTo>
                      <a:lnTo>
                        <a:pt x="228" y="280"/>
                      </a:lnTo>
                      <a:lnTo>
                        <a:pt x="230" y="280"/>
                      </a:lnTo>
                      <a:lnTo>
                        <a:pt x="230" y="278"/>
                      </a:lnTo>
                      <a:lnTo>
                        <a:pt x="230" y="278"/>
                      </a:lnTo>
                      <a:lnTo>
                        <a:pt x="232" y="278"/>
                      </a:lnTo>
                      <a:lnTo>
                        <a:pt x="236" y="276"/>
                      </a:lnTo>
                      <a:lnTo>
                        <a:pt x="236" y="276"/>
                      </a:lnTo>
                      <a:lnTo>
                        <a:pt x="236" y="272"/>
                      </a:lnTo>
                      <a:lnTo>
                        <a:pt x="236" y="272"/>
                      </a:lnTo>
                      <a:lnTo>
                        <a:pt x="240" y="272"/>
                      </a:lnTo>
                      <a:lnTo>
                        <a:pt x="244" y="270"/>
                      </a:lnTo>
                      <a:lnTo>
                        <a:pt x="244" y="270"/>
                      </a:lnTo>
                      <a:lnTo>
                        <a:pt x="242" y="268"/>
                      </a:lnTo>
                      <a:lnTo>
                        <a:pt x="244" y="266"/>
                      </a:lnTo>
                      <a:lnTo>
                        <a:pt x="244" y="266"/>
                      </a:lnTo>
                      <a:lnTo>
                        <a:pt x="246" y="266"/>
                      </a:lnTo>
                      <a:lnTo>
                        <a:pt x="248" y="268"/>
                      </a:lnTo>
                      <a:lnTo>
                        <a:pt x="248" y="268"/>
                      </a:lnTo>
                      <a:lnTo>
                        <a:pt x="248" y="264"/>
                      </a:lnTo>
                      <a:lnTo>
                        <a:pt x="248" y="264"/>
                      </a:lnTo>
                      <a:lnTo>
                        <a:pt x="250" y="260"/>
                      </a:lnTo>
                      <a:lnTo>
                        <a:pt x="250" y="260"/>
                      </a:lnTo>
                      <a:lnTo>
                        <a:pt x="252" y="262"/>
                      </a:lnTo>
                      <a:lnTo>
                        <a:pt x="252" y="264"/>
                      </a:lnTo>
                      <a:lnTo>
                        <a:pt x="252" y="264"/>
                      </a:lnTo>
                      <a:lnTo>
                        <a:pt x="254" y="262"/>
                      </a:lnTo>
                      <a:lnTo>
                        <a:pt x="254" y="262"/>
                      </a:lnTo>
                      <a:lnTo>
                        <a:pt x="266" y="264"/>
                      </a:lnTo>
                      <a:lnTo>
                        <a:pt x="266" y="264"/>
                      </a:lnTo>
                      <a:lnTo>
                        <a:pt x="266" y="258"/>
                      </a:lnTo>
                      <a:lnTo>
                        <a:pt x="266" y="258"/>
                      </a:lnTo>
                      <a:lnTo>
                        <a:pt x="270" y="258"/>
                      </a:lnTo>
                      <a:lnTo>
                        <a:pt x="270" y="258"/>
                      </a:lnTo>
                      <a:lnTo>
                        <a:pt x="270" y="254"/>
                      </a:lnTo>
                      <a:lnTo>
                        <a:pt x="270" y="248"/>
                      </a:lnTo>
                      <a:lnTo>
                        <a:pt x="270" y="248"/>
                      </a:lnTo>
                      <a:lnTo>
                        <a:pt x="268" y="250"/>
                      </a:lnTo>
                      <a:lnTo>
                        <a:pt x="266" y="250"/>
                      </a:lnTo>
                      <a:lnTo>
                        <a:pt x="266" y="248"/>
                      </a:lnTo>
                      <a:lnTo>
                        <a:pt x="266" y="248"/>
                      </a:lnTo>
                      <a:lnTo>
                        <a:pt x="264" y="248"/>
                      </a:lnTo>
                      <a:lnTo>
                        <a:pt x="264" y="248"/>
                      </a:lnTo>
                      <a:lnTo>
                        <a:pt x="262" y="238"/>
                      </a:lnTo>
                      <a:lnTo>
                        <a:pt x="262" y="238"/>
                      </a:lnTo>
                      <a:lnTo>
                        <a:pt x="270" y="240"/>
                      </a:lnTo>
                      <a:lnTo>
                        <a:pt x="276" y="242"/>
                      </a:lnTo>
                      <a:lnTo>
                        <a:pt x="276" y="242"/>
                      </a:lnTo>
                      <a:lnTo>
                        <a:pt x="276" y="238"/>
                      </a:lnTo>
                      <a:lnTo>
                        <a:pt x="276" y="238"/>
                      </a:lnTo>
                      <a:lnTo>
                        <a:pt x="278" y="240"/>
                      </a:lnTo>
                      <a:lnTo>
                        <a:pt x="278" y="240"/>
                      </a:lnTo>
                      <a:lnTo>
                        <a:pt x="278" y="240"/>
                      </a:lnTo>
                      <a:lnTo>
                        <a:pt x="284" y="240"/>
                      </a:lnTo>
                      <a:lnTo>
                        <a:pt x="284" y="240"/>
                      </a:lnTo>
                      <a:lnTo>
                        <a:pt x="286" y="236"/>
                      </a:lnTo>
                      <a:lnTo>
                        <a:pt x="286" y="236"/>
                      </a:lnTo>
                      <a:lnTo>
                        <a:pt x="286" y="240"/>
                      </a:lnTo>
                      <a:lnTo>
                        <a:pt x="286" y="240"/>
                      </a:lnTo>
                      <a:lnTo>
                        <a:pt x="286" y="240"/>
                      </a:lnTo>
                      <a:lnTo>
                        <a:pt x="286" y="242"/>
                      </a:lnTo>
                      <a:lnTo>
                        <a:pt x="286" y="242"/>
                      </a:lnTo>
                      <a:lnTo>
                        <a:pt x="290" y="244"/>
                      </a:lnTo>
                      <a:lnTo>
                        <a:pt x="290" y="244"/>
                      </a:lnTo>
                      <a:lnTo>
                        <a:pt x="286" y="246"/>
                      </a:lnTo>
                      <a:lnTo>
                        <a:pt x="286" y="246"/>
                      </a:lnTo>
                      <a:lnTo>
                        <a:pt x="292" y="246"/>
                      </a:lnTo>
                      <a:lnTo>
                        <a:pt x="292" y="248"/>
                      </a:lnTo>
                      <a:lnTo>
                        <a:pt x="292" y="248"/>
                      </a:lnTo>
                      <a:lnTo>
                        <a:pt x="298" y="248"/>
                      </a:lnTo>
                      <a:lnTo>
                        <a:pt x="298" y="248"/>
                      </a:lnTo>
                      <a:lnTo>
                        <a:pt x="296" y="252"/>
                      </a:lnTo>
                      <a:lnTo>
                        <a:pt x="296" y="252"/>
                      </a:lnTo>
                      <a:lnTo>
                        <a:pt x="296" y="252"/>
                      </a:lnTo>
                      <a:lnTo>
                        <a:pt x="296" y="256"/>
                      </a:lnTo>
                      <a:lnTo>
                        <a:pt x="296" y="256"/>
                      </a:lnTo>
                      <a:lnTo>
                        <a:pt x="302" y="254"/>
                      </a:lnTo>
                      <a:lnTo>
                        <a:pt x="302" y="254"/>
                      </a:lnTo>
                      <a:lnTo>
                        <a:pt x="306" y="252"/>
                      </a:lnTo>
                      <a:lnTo>
                        <a:pt x="306" y="252"/>
                      </a:lnTo>
                      <a:lnTo>
                        <a:pt x="306" y="258"/>
                      </a:lnTo>
                      <a:lnTo>
                        <a:pt x="306" y="258"/>
                      </a:lnTo>
                      <a:lnTo>
                        <a:pt x="310" y="260"/>
                      </a:lnTo>
                      <a:lnTo>
                        <a:pt x="310" y="260"/>
                      </a:lnTo>
                      <a:lnTo>
                        <a:pt x="314" y="260"/>
                      </a:lnTo>
                      <a:lnTo>
                        <a:pt x="314" y="260"/>
                      </a:lnTo>
                      <a:lnTo>
                        <a:pt x="318" y="264"/>
                      </a:lnTo>
                      <a:lnTo>
                        <a:pt x="318" y="264"/>
                      </a:lnTo>
                      <a:lnTo>
                        <a:pt x="332" y="268"/>
                      </a:lnTo>
                      <a:lnTo>
                        <a:pt x="332" y="268"/>
                      </a:lnTo>
                      <a:lnTo>
                        <a:pt x="336" y="266"/>
                      </a:lnTo>
                      <a:lnTo>
                        <a:pt x="340" y="264"/>
                      </a:lnTo>
                      <a:lnTo>
                        <a:pt x="342" y="264"/>
                      </a:lnTo>
                      <a:lnTo>
                        <a:pt x="342" y="264"/>
                      </a:lnTo>
                      <a:lnTo>
                        <a:pt x="346" y="266"/>
                      </a:lnTo>
                      <a:lnTo>
                        <a:pt x="350" y="268"/>
                      </a:lnTo>
                      <a:lnTo>
                        <a:pt x="350" y="268"/>
                      </a:lnTo>
                      <a:lnTo>
                        <a:pt x="352" y="266"/>
                      </a:lnTo>
                      <a:lnTo>
                        <a:pt x="354" y="266"/>
                      </a:lnTo>
                      <a:lnTo>
                        <a:pt x="354" y="266"/>
                      </a:lnTo>
                      <a:lnTo>
                        <a:pt x="356" y="270"/>
                      </a:lnTo>
                      <a:lnTo>
                        <a:pt x="356" y="270"/>
                      </a:lnTo>
                      <a:lnTo>
                        <a:pt x="366" y="272"/>
                      </a:lnTo>
                      <a:lnTo>
                        <a:pt x="372" y="272"/>
                      </a:lnTo>
                      <a:lnTo>
                        <a:pt x="378" y="272"/>
                      </a:lnTo>
                      <a:lnTo>
                        <a:pt x="378" y="272"/>
                      </a:lnTo>
                      <a:lnTo>
                        <a:pt x="382" y="268"/>
                      </a:lnTo>
                      <a:lnTo>
                        <a:pt x="382" y="268"/>
                      </a:lnTo>
                      <a:lnTo>
                        <a:pt x="382" y="276"/>
                      </a:lnTo>
                      <a:lnTo>
                        <a:pt x="382" y="276"/>
                      </a:lnTo>
                      <a:lnTo>
                        <a:pt x="378" y="278"/>
                      </a:lnTo>
                      <a:lnTo>
                        <a:pt x="378" y="278"/>
                      </a:lnTo>
                      <a:lnTo>
                        <a:pt x="382" y="280"/>
                      </a:lnTo>
                      <a:lnTo>
                        <a:pt x="382" y="280"/>
                      </a:lnTo>
                      <a:lnTo>
                        <a:pt x="386" y="280"/>
                      </a:lnTo>
                      <a:lnTo>
                        <a:pt x="386" y="280"/>
                      </a:lnTo>
                      <a:lnTo>
                        <a:pt x="388" y="284"/>
                      </a:lnTo>
                      <a:lnTo>
                        <a:pt x="388" y="284"/>
                      </a:lnTo>
                      <a:lnTo>
                        <a:pt x="392" y="284"/>
                      </a:lnTo>
                      <a:lnTo>
                        <a:pt x="392" y="284"/>
                      </a:lnTo>
                      <a:lnTo>
                        <a:pt x="394" y="284"/>
                      </a:lnTo>
                      <a:lnTo>
                        <a:pt x="394" y="284"/>
                      </a:lnTo>
                      <a:lnTo>
                        <a:pt x="394" y="284"/>
                      </a:lnTo>
                      <a:lnTo>
                        <a:pt x="394" y="282"/>
                      </a:lnTo>
                      <a:lnTo>
                        <a:pt x="394" y="282"/>
                      </a:lnTo>
                      <a:lnTo>
                        <a:pt x="394" y="280"/>
                      </a:lnTo>
                      <a:lnTo>
                        <a:pt x="394" y="280"/>
                      </a:lnTo>
                      <a:lnTo>
                        <a:pt x="400" y="280"/>
                      </a:lnTo>
                      <a:lnTo>
                        <a:pt x="400" y="280"/>
                      </a:lnTo>
                      <a:lnTo>
                        <a:pt x="396" y="288"/>
                      </a:lnTo>
                      <a:lnTo>
                        <a:pt x="396" y="288"/>
                      </a:lnTo>
                      <a:lnTo>
                        <a:pt x="408" y="302"/>
                      </a:lnTo>
                      <a:lnTo>
                        <a:pt x="408" y="302"/>
                      </a:lnTo>
                      <a:lnTo>
                        <a:pt x="414" y="302"/>
                      </a:lnTo>
                      <a:lnTo>
                        <a:pt x="416" y="302"/>
                      </a:lnTo>
                      <a:lnTo>
                        <a:pt x="416" y="302"/>
                      </a:lnTo>
                      <a:lnTo>
                        <a:pt x="416" y="306"/>
                      </a:lnTo>
                      <a:lnTo>
                        <a:pt x="416" y="306"/>
                      </a:lnTo>
                      <a:lnTo>
                        <a:pt x="420" y="306"/>
                      </a:lnTo>
                      <a:lnTo>
                        <a:pt x="424" y="312"/>
                      </a:lnTo>
                      <a:lnTo>
                        <a:pt x="424" y="312"/>
                      </a:lnTo>
                      <a:lnTo>
                        <a:pt x="424" y="316"/>
                      </a:lnTo>
                      <a:lnTo>
                        <a:pt x="424" y="318"/>
                      </a:lnTo>
                      <a:lnTo>
                        <a:pt x="424" y="318"/>
                      </a:lnTo>
                      <a:lnTo>
                        <a:pt x="428" y="320"/>
                      </a:lnTo>
                      <a:lnTo>
                        <a:pt x="430" y="320"/>
                      </a:lnTo>
                      <a:lnTo>
                        <a:pt x="430" y="320"/>
                      </a:lnTo>
                      <a:lnTo>
                        <a:pt x="434" y="326"/>
                      </a:lnTo>
                      <a:lnTo>
                        <a:pt x="434" y="326"/>
                      </a:lnTo>
                      <a:lnTo>
                        <a:pt x="436" y="326"/>
                      </a:lnTo>
                      <a:lnTo>
                        <a:pt x="436" y="326"/>
                      </a:lnTo>
                      <a:lnTo>
                        <a:pt x="436" y="320"/>
                      </a:lnTo>
                      <a:lnTo>
                        <a:pt x="436" y="320"/>
                      </a:lnTo>
                      <a:lnTo>
                        <a:pt x="442" y="326"/>
                      </a:lnTo>
                      <a:lnTo>
                        <a:pt x="442" y="326"/>
                      </a:lnTo>
                      <a:lnTo>
                        <a:pt x="446" y="326"/>
                      </a:lnTo>
                      <a:lnTo>
                        <a:pt x="446" y="326"/>
                      </a:lnTo>
                      <a:lnTo>
                        <a:pt x="446" y="318"/>
                      </a:lnTo>
                      <a:lnTo>
                        <a:pt x="446" y="318"/>
                      </a:lnTo>
                      <a:lnTo>
                        <a:pt x="442" y="318"/>
                      </a:lnTo>
                      <a:lnTo>
                        <a:pt x="442" y="318"/>
                      </a:lnTo>
                      <a:lnTo>
                        <a:pt x="444" y="316"/>
                      </a:lnTo>
                      <a:lnTo>
                        <a:pt x="444" y="314"/>
                      </a:lnTo>
                      <a:lnTo>
                        <a:pt x="440" y="312"/>
                      </a:lnTo>
                      <a:lnTo>
                        <a:pt x="424" y="310"/>
                      </a:lnTo>
                      <a:lnTo>
                        <a:pt x="424" y="310"/>
                      </a:lnTo>
                      <a:lnTo>
                        <a:pt x="424" y="306"/>
                      </a:lnTo>
                      <a:lnTo>
                        <a:pt x="424" y="306"/>
                      </a:lnTo>
                      <a:lnTo>
                        <a:pt x="426" y="308"/>
                      </a:lnTo>
                      <a:lnTo>
                        <a:pt x="426" y="308"/>
                      </a:lnTo>
                      <a:lnTo>
                        <a:pt x="432" y="306"/>
                      </a:lnTo>
                      <a:lnTo>
                        <a:pt x="438" y="302"/>
                      </a:lnTo>
                      <a:lnTo>
                        <a:pt x="438" y="302"/>
                      </a:lnTo>
                      <a:lnTo>
                        <a:pt x="440" y="306"/>
                      </a:lnTo>
                      <a:lnTo>
                        <a:pt x="442" y="306"/>
                      </a:lnTo>
                      <a:lnTo>
                        <a:pt x="442" y="306"/>
                      </a:lnTo>
                      <a:lnTo>
                        <a:pt x="440" y="300"/>
                      </a:lnTo>
                      <a:lnTo>
                        <a:pt x="442" y="292"/>
                      </a:lnTo>
                      <a:lnTo>
                        <a:pt x="442" y="292"/>
                      </a:lnTo>
                      <a:lnTo>
                        <a:pt x="444" y="294"/>
                      </a:lnTo>
                      <a:lnTo>
                        <a:pt x="444" y="294"/>
                      </a:lnTo>
                      <a:lnTo>
                        <a:pt x="444" y="300"/>
                      </a:lnTo>
                      <a:lnTo>
                        <a:pt x="446" y="304"/>
                      </a:lnTo>
                      <a:lnTo>
                        <a:pt x="450" y="306"/>
                      </a:lnTo>
                      <a:lnTo>
                        <a:pt x="450" y="306"/>
                      </a:lnTo>
                      <a:lnTo>
                        <a:pt x="454" y="304"/>
                      </a:lnTo>
                      <a:lnTo>
                        <a:pt x="454" y="304"/>
                      </a:lnTo>
                      <a:lnTo>
                        <a:pt x="456" y="310"/>
                      </a:lnTo>
                      <a:lnTo>
                        <a:pt x="456" y="310"/>
                      </a:lnTo>
                      <a:lnTo>
                        <a:pt x="458" y="310"/>
                      </a:lnTo>
                      <a:lnTo>
                        <a:pt x="460" y="310"/>
                      </a:lnTo>
                      <a:lnTo>
                        <a:pt x="460" y="310"/>
                      </a:lnTo>
                      <a:lnTo>
                        <a:pt x="460" y="312"/>
                      </a:lnTo>
                      <a:lnTo>
                        <a:pt x="460" y="316"/>
                      </a:lnTo>
                      <a:lnTo>
                        <a:pt x="464" y="320"/>
                      </a:lnTo>
                      <a:lnTo>
                        <a:pt x="464" y="320"/>
                      </a:lnTo>
                      <a:lnTo>
                        <a:pt x="464" y="324"/>
                      </a:lnTo>
                      <a:lnTo>
                        <a:pt x="466" y="332"/>
                      </a:lnTo>
                      <a:lnTo>
                        <a:pt x="466" y="332"/>
                      </a:lnTo>
                      <a:lnTo>
                        <a:pt x="472" y="334"/>
                      </a:lnTo>
                      <a:lnTo>
                        <a:pt x="472" y="334"/>
                      </a:lnTo>
                      <a:lnTo>
                        <a:pt x="472" y="336"/>
                      </a:lnTo>
                      <a:lnTo>
                        <a:pt x="472" y="340"/>
                      </a:lnTo>
                      <a:lnTo>
                        <a:pt x="472" y="340"/>
                      </a:lnTo>
                      <a:lnTo>
                        <a:pt x="472" y="340"/>
                      </a:lnTo>
                      <a:lnTo>
                        <a:pt x="474" y="342"/>
                      </a:lnTo>
                      <a:lnTo>
                        <a:pt x="474" y="342"/>
                      </a:lnTo>
                      <a:lnTo>
                        <a:pt x="476" y="342"/>
                      </a:lnTo>
                      <a:lnTo>
                        <a:pt x="476" y="342"/>
                      </a:lnTo>
                      <a:lnTo>
                        <a:pt x="482" y="348"/>
                      </a:lnTo>
                      <a:lnTo>
                        <a:pt x="482" y="348"/>
                      </a:lnTo>
                      <a:lnTo>
                        <a:pt x="480" y="348"/>
                      </a:lnTo>
                      <a:lnTo>
                        <a:pt x="480" y="350"/>
                      </a:lnTo>
                      <a:lnTo>
                        <a:pt x="480" y="350"/>
                      </a:lnTo>
                      <a:lnTo>
                        <a:pt x="482" y="352"/>
                      </a:lnTo>
                      <a:lnTo>
                        <a:pt x="482" y="352"/>
                      </a:lnTo>
                      <a:lnTo>
                        <a:pt x="482" y="350"/>
                      </a:lnTo>
                      <a:lnTo>
                        <a:pt x="484" y="348"/>
                      </a:lnTo>
                      <a:lnTo>
                        <a:pt x="484" y="348"/>
                      </a:lnTo>
                      <a:lnTo>
                        <a:pt x="486" y="350"/>
                      </a:lnTo>
                      <a:lnTo>
                        <a:pt x="486" y="350"/>
                      </a:lnTo>
                      <a:lnTo>
                        <a:pt x="484" y="364"/>
                      </a:lnTo>
                      <a:lnTo>
                        <a:pt x="484" y="364"/>
                      </a:lnTo>
                      <a:lnTo>
                        <a:pt x="486" y="364"/>
                      </a:lnTo>
                      <a:lnTo>
                        <a:pt x="488" y="364"/>
                      </a:lnTo>
                      <a:lnTo>
                        <a:pt x="488" y="364"/>
                      </a:lnTo>
                      <a:lnTo>
                        <a:pt x="488" y="358"/>
                      </a:lnTo>
                      <a:lnTo>
                        <a:pt x="488" y="358"/>
                      </a:lnTo>
                      <a:lnTo>
                        <a:pt x="494" y="356"/>
                      </a:lnTo>
                      <a:lnTo>
                        <a:pt x="494" y="356"/>
                      </a:lnTo>
                      <a:lnTo>
                        <a:pt x="494" y="360"/>
                      </a:lnTo>
                      <a:lnTo>
                        <a:pt x="494" y="360"/>
                      </a:lnTo>
                      <a:lnTo>
                        <a:pt x="492" y="360"/>
                      </a:lnTo>
                      <a:lnTo>
                        <a:pt x="492" y="360"/>
                      </a:lnTo>
                      <a:lnTo>
                        <a:pt x="490" y="366"/>
                      </a:lnTo>
                      <a:lnTo>
                        <a:pt x="490" y="366"/>
                      </a:lnTo>
                      <a:lnTo>
                        <a:pt x="492" y="372"/>
                      </a:lnTo>
                      <a:lnTo>
                        <a:pt x="492" y="372"/>
                      </a:lnTo>
                      <a:lnTo>
                        <a:pt x="498" y="372"/>
                      </a:lnTo>
                      <a:lnTo>
                        <a:pt x="498" y="364"/>
                      </a:lnTo>
                      <a:lnTo>
                        <a:pt x="498" y="364"/>
                      </a:lnTo>
                      <a:lnTo>
                        <a:pt x="500" y="366"/>
                      </a:lnTo>
                      <a:lnTo>
                        <a:pt x="500" y="366"/>
                      </a:lnTo>
                      <a:lnTo>
                        <a:pt x="502" y="372"/>
                      </a:lnTo>
                      <a:lnTo>
                        <a:pt x="502" y="372"/>
                      </a:lnTo>
                      <a:lnTo>
                        <a:pt x="502" y="374"/>
                      </a:lnTo>
                      <a:lnTo>
                        <a:pt x="502" y="376"/>
                      </a:lnTo>
                      <a:lnTo>
                        <a:pt x="502" y="376"/>
                      </a:lnTo>
                      <a:lnTo>
                        <a:pt x="498" y="376"/>
                      </a:lnTo>
                      <a:lnTo>
                        <a:pt x="496" y="376"/>
                      </a:lnTo>
                      <a:lnTo>
                        <a:pt x="496" y="376"/>
                      </a:lnTo>
                      <a:lnTo>
                        <a:pt x="496" y="376"/>
                      </a:lnTo>
                      <a:lnTo>
                        <a:pt x="498" y="378"/>
                      </a:lnTo>
                      <a:lnTo>
                        <a:pt x="498" y="378"/>
                      </a:lnTo>
                      <a:lnTo>
                        <a:pt x="498" y="378"/>
                      </a:lnTo>
                      <a:lnTo>
                        <a:pt x="498" y="380"/>
                      </a:lnTo>
                      <a:lnTo>
                        <a:pt x="500" y="380"/>
                      </a:lnTo>
                      <a:lnTo>
                        <a:pt x="502" y="380"/>
                      </a:lnTo>
                      <a:lnTo>
                        <a:pt x="502" y="380"/>
                      </a:lnTo>
                      <a:lnTo>
                        <a:pt x="498" y="382"/>
                      </a:lnTo>
                      <a:lnTo>
                        <a:pt x="500" y="384"/>
                      </a:lnTo>
                      <a:lnTo>
                        <a:pt x="500" y="384"/>
                      </a:lnTo>
                      <a:lnTo>
                        <a:pt x="502" y="384"/>
                      </a:lnTo>
                      <a:lnTo>
                        <a:pt x="506" y="386"/>
                      </a:lnTo>
                      <a:lnTo>
                        <a:pt x="506" y="386"/>
                      </a:lnTo>
                      <a:lnTo>
                        <a:pt x="508" y="382"/>
                      </a:lnTo>
                      <a:lnTo>
                        <a:pt x="510" y="378"/>
                      </a:lnTo>
                      <a:lnTo>
                        <a:pt x="510" y="378"/>
                      </a:lnTo>
                      <a:lnTo>
                        <a:pt x="512" y="378"/>
                      </a:lnTo>
                      <a:lnTo>
                        <a:pt x="512" y="378"/>
                      </a:lnTo>
                      <a:lnTo>
                        <a:pt x="512" y="376"/>
                      </a:lnTo>
                      <a:lnTo>
                        <a:pt x="512" y="376"/>
                      </a:lnTo>
                      <a:lnTo>
                        <a:pt x="514" y="372"/>
                      </a:lnTo>
                      <a:lnTo>
                        <a:pt x="514" y="372"/>
                      </a:lnTo>
                      <a:lnTo>
                        <a:pt x="516" y="370"/>
                      </a:lnTo>
                      <a:lnTo>
                        <a:pt x="514" y="366"/>
                      </a:lnTo>
                      <a:lnTo>
                        <a:pt x="514" y="366"/>
                      </a:lnTo>
                      <a:lnTo>
                        <a:pt x="514" y="364"/>
                      </a:lnTo>
                      <a:lnTo>
                        <a:pt x="516" y="362"/>
                      </a:lnTo>
                      <a:lnTo>
                        <a:pt x="518" y="360"/>
                      </a:lnTo>
                      <a:lnTo>
                        <a:pt x="516" y="360"/>
                      </a:lnTo>
                      <a:lnTo>
                        <a:pt x="516" y="3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751" name="Group 750">
              <a:extLst>
                <a:ext uri="{FF2B5EF4-FFF2-40B4-BE49-F238E27FC236}">
                  <a16:creationId xmlns:a16="http://schemas.microsoft.com/office/drawing/2014/main" id="{257217BF-311D-4042-8320-25996705502F}"/>
                </a:ext>
              </a:extLst>
            </p:cNvPr>
            <p:cNvGrpSpPr/>
            <p:nvPr/>
          </p:nvGrpSpPr>
          <p:grpSpPr>
            <a:xfrm>
              <a:off x="7651397" y="1936258"/>
              <a:ext cx="3177958" cy="2740060"/>
              <a:chOff x="7492057" y="2489409"/>
              <a:chExt cx="2638196" cy="2274673"/>
            </a:xfrm>
            <a:solidFill>
              <a:schemeClr val="bg2"/>
            </a:solidFill>
          </p:grpSpPr>
          <p:sp>
            <p:nvSpPr>
              <p:cNvPr id="752" name="Freeform 294">
                <a:extLst>
                  <a:ext uri="{FF2B5EF4-FFF2-40B4-BE49-F238E27FC236}">
                    <a16:creationId xmlns:a16="http://schemas.microsoft.com/office/drawing/2014/main" id="{BCDC980B-AA9E-514C-A92D-AE2F6E050262}"/>
                  </a:ext>
                </a:extLst>
              </p:cNvPr>
              <p:cNvSpPr>
                <a:spLocks/>
              </p:cNvSpPr>
              <p:nvPr/>
            </p:nvSpPr>
            <p:spPr bwMode="auto">
              <a:xfrm>
                <a:off x="8580386" y="3614732"/>
                <a:ext cx="187863" cy="492579"/>
              </a:xfrm>
              <a:custGeom>
                <a:avLst/>
                <a:gdLst>
                  <a:gd name="T0" fmla="*/ 66 w 96"/>
                  <a:gd name="T1" fmla="*/ 26 h 246"/>
                  <a:gd name="T2" fmla="*/ 52 w 96"/>
                  <a:gd name="T3" fmla="*/ 14 h 246"/>
                  <a:gd name="T4" fmla="*/ 44 w 96"/>
                  <a:gd name="T5" fmla="*/ 2 h 246"/>
                  <a:gd name="T6" fmla="*/ 22 w 96"/>
                  <a:gd name="T7" fmla="*/ 6 h 246"/>
                  <a:gd name="T8" fmla="*/ 0 w 96"/>
                  <a:gd name="T9" fmla="*/ 10 h 246"/>
                  <a:gd name="T10" fmla="*/ 8 w 96"/>
                  <a:gd name="T11" fmla="*/ 30 h 246"/>
                  <a:gd name="T12" fmla="*/ 20 w 96"/>
                  <a:gd name="T13" fmla="*/ 38 h 246"/>
                  <a:gd name="T14" fmla="*/ 36 w 96"/>
                  <a:gd name="T15" fmla="*/ 40 h 246"/>
                  <a:gd name="T16" fmla="*/ 26 w 96"/>
                  <a:gd name="T17" fmla="*/ 54 h 246"/>
                  <a:gd name="T18" fmla="*/ 30 w 96"/>
                  <a:gd name="T19" fmla="*/ 68 h 246"/>
                  <a:gd name="T20" fmla="*/ 42 w 96"/>
                  <a:gd name="T21" fmla="*/ 90 h 246"/>
                  <a:gd name="T22" fmla="*/ 54 w 96"/>
                  <a:gd name="T23" fmla="*/ 104 h 246"/>
                  <a:gd name="T24" fmla="*/ 64 w 96"/>
                  <a:gd name="T25" fmla="*/ 120 h 246"/>
                  <a:gd name="T26" fmla="*/ 66 w 96"/>
                  <a:gd name="T27" fmla="*/ 140 h 246"/>
                  <a:gd name="T28" fmla="*/ 70 w 96"/>
                  <a:gd name="T29" fmla="*/ 162 h 246"/>
                  <a:gd name="T30" fmla="*/ 68 w 96"/>
                  <a:gd name="T31" fmla="*/ 184 h 246"/>
                  <a:gd name="T32" fmla="*/ 56 w 96"/>
                  <a:gd name="T33" fmla="*/ 196 h 246"/>
                  <a:gd name="T34" fmla="*/ 46 w 96"/>
                  <a:gd name="T35" fmla="*/ 202 h 246"/>
                  <a:gd name="T36" fmla="*/ 32 w 96"/>
                  <a:gd name="T37" fmla="*/ 208 h 246"/>
                  <a:gd name="T38" fmla="*/ 28 w 96"/>
                  <a:gd name="T39" fmla="*/ 218 h 246"/>
                  <a:gd name="T40" fmla="*/ 30 w 96"/>
                  <a:gd name="T41" fmla="*/ 236 h 246"/>
                  <a:gd name="T42" fmla="*/ 34 w 96"/>
                  <a:gd name="T43" fmla="*/ 242 h 246"/>
                  <a:gd name="T44" fmla="*/ 32 w 96"/>
                  <a:gd name="T45" fmla="*/ 246 h 246"/>
                  <a:gd name="T46" fmla="*/ 36 w 96"/>
                  <a:gd name="T47" fmla="*/ 246 h 246"/>
                  <a:gd name="T48" fmla="*/ 40 w 96"/>
                  <a:gd name="T49" fmla="*/ 238 h 246"/>
                  <a:gd name="T50" fmla="*/ 44 w 96"/>
                  <a:gd name="T51" fmla="*/ 228 h 246"/>
                  <a:gd name="T52" fmla="*/ 42 w 96"/>
                  <a:gd name="T53" fmla="*/ 222 h 246"/>
                  <a:gd name="T54" fmla="*/ 48 w 96"/>
                  <a:gd name="T55" fmla="*/ 230 h 246"/>
                  <a:gd name="T56" fmla="*/ 52 w 96"/>
                  <a:gd name="T57" fmla="*/ 228 h 246"/>
                  <a:gd name="T58" fmla="*/ 54 w 96"/>
                  <a:gd name="T59" fmla="*/ 226 h 246"/>
                  <a:gd name="T60" fmla="*/ 46 w 96"/>
                  <a:gd name="T61" fmla="*/ 220 h 246"/>
                  <a:gd name="T62" fmla="*/ 42 w 96"/>
                  <a:gd name="T63" fmla="*/ 216 h 246"/>
                  <a:gd name="T64" fmla="*/ 58 w 96"/>
                  <a:gd name="T65" fmla="*/ 218 h 246"/>
                  <a:gd name="T66" fmla="*/ 62 w 96"/>
                  <a:gd name="T67" fmla="*/ 218 h 246"/>
                  <a:gd name="T68" fmla="*/ 62 w 96"/>
                  <a:gd name="T69" fmla="*/ 216 h 246"/>
                  <a:gd name="T70" fmla="*/ 66 w 96"/>
                  <a:gd name="T71" fmla="*/ 218 h 246"/>
                  <a:gd name="T72" fmla="*/ 72 w 96"/>
                  <a:gd name="T73" fmla="*/ 210 h 246"/>
                  <a:gd name="T74" fmla="*/ 76 w 96"/>
                  <a:gd name="T75" fmla="*/ 210 h 246"/>
                  <a:gd name="T76" fmla="*/ 90 w 96"/>
                  <a:gd name="T77" fmla="*/ 194 h 246"/>
                  <a:gd name="T78" fmla="*/ 94 w 96"/>
                  <a:gd name="T79" fmla="*/ 192 h 246"/>
                  <a:gd name="T80" fmla="*/ 92 w 96"/>
                  <a:gd name="T81" fmla="*/ 182 h 246"/>
                  <a:gd name="T82" fmla="*/ 96 w 96"/>
                  <a:gd name="T83" fmla="*/ 178 h 246"/>
                  <a:gd name="T84" fmla="*/ 94 w 96"/>
                  <a:gd name="T85" fmla="*/ 172 h 246"/>
                  <a:gd name="T86" fmla="*/ 90 w 96"/>
                  <a:gd name="T87" fmla="*/ 164 h 246"/>
                  <a:gd name="T88" fmla="*/ 88 w 96"/>
                  <a:gd name="T89" fmla="*/ 152 h 246"/>
                  <a:gd name="T90" fmla="*/ 88 w 96"/>
                  <a:gd name="T91" fmla="*/ 146 h 246"/>
                  <a:gd name="T92" fmla="*/ 86 w 96"/>
                  <a:gd name="T93" fmla="*/ 140 h 246"/>
                  <a:gd name="T94" fmla="*/ 76 w 96"/>
                  <a:gd name="T95" fmla="*/ 128 h 246"/>
                  <a:gd name="T96" fmla="*/ 76 w 96"/>
                  <a:gd name="T97" fmla="*/ 120 h 246"/>
                  <a:gd name="T98" fmla="*/ 68 w 96"/>
                  <a:gd name="T99" fmla="*/ 116 h 246"/>
                  <a:gd name="T100" fmla="*/ 64 w 96"/>
                  <a:gd name="T101" fmla="*/ 104 h 246"/>
                  <a:gd name="T102" fmla="*/ 54 w 96"/>
                  <a:gd name="T103" fmla="*/ 98 h 246"/>
                  <a:gd name="T104" fmla="*/ 50 w 96"/>
                  <a:gd name="T105" fmla="*/ 90 h 246"/>
                  <a:gd name="T106" fmla="*/ 40 w 96"/>
                  <a:gd name="T107" fmla="*/ 76 h 246"/>
                  <a:gd name="T108" fmla="*/ 42 w 96"/>
                  <a:gd name="T109" fmla="*/ 68 h 246"/>
                  <a:gd name="T110" fmla="*/ 42 w 96"/>
                  <a:gd name="T111" fmla="*/ 58 h 246"/>
                  <a:gd name="T112" fmla="*/ 60 w 96"/>
                  <a:gd name="T113" fmla="*/ 42 h 246"/>
                  <a:gd name="T114" fmla="*/ 60 w 96"/>
                  <a:gd name="T115" fmla="*/ 38 h 246"/>
                  <a:gd name="T116" fmla="*/ 66 w 96"/>
                  <a:gd name="T117" fmla="*/ 36 h 246"/>
                  <a:gd name="T118" fmla="*/ 76 w 96"/>
                  <a:gd name="T119" fmla="*/ 30 h 246"/>
                  <a:gd name="T120" fmla="*/ 76 w 96"/>
                  <a:gd name="T121" fmla="*/ 2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246">
                    <a:moveTo>
                      <a:pt x="76" y="28"/>
                    </a:moveTo>
                    <a:lnTo>
                      <a:pt x="70" y="26"/>
                    </a:lnTo>
                    <a:lnTo>
                      <a:pt x="66" y="26"/>
                    </a:lnTo>
                    <a:lnTo>
                      <a:pt x="60" y="24"/>
                    </a:lnTo>
                    <a:lnTo>
                      <a:pt x="56" y="20"/>
                    </a:lnTo>
                    <a:lnTo>
                      <a:pt x="52" y="14"/>
                    </a:lnTo>
                    <a:lnTo>
                      <a:pt x="54" y="6"/>
                    </a:lnTo>
                    <a:lnTo>
                      <a:pt x="48" y="4"/>
                    </a:lnTo>
                    <a:lnTo>
                      <a:pt x="44" y="2"/>
                    </a:lnTo>
                    <a:lnTo>
                      <a:pt x="38" y="0"/>
                    </a:lnTo>
                    <a:lnTo>
                      <a:pt x="32" y="6"/>
                    </a:lnTo>
                    <a:lnTo>
                      <a:pt x="22" y="6"/>
                    </a:lnTo>
                    <a:lnTo>
                      <a:pt x="14" y="8"/>
                    </a:lnTo>
                    <a:lnTo>
                      <a:pt x="6" y="6"/>
                    </a:lnTo>
                    <a:lnTo>
                      <a:pt x="0" y="10"/>
                    </a:lnTo>
                    <a:lnTo>
                      <a:pt x="4" y="20"/>
                    </a:lnTo>
                    <a:lnTo>
                      <a:pt x="4" y="24"/>
                    </a:lnTo>
                    <a:lnTo>
                      <a:pt x="8" y="30"/>
                    </a:lnTo>
                    <a:lnTo>
                      <a:pt x="14" y="32"/>
                    </a:lnTo>
                    <a:lnTo>
                      <a:pt x="14" y="36"/>
                    </a:lnTo>
                    <a:lnTo>
                      <a:pt x="20" y="38"/>
                    </a:lnTo>
                    <a:lnTo>
                      <a:pt x="24" y="34"/>
                    </a:lnTo>
                    <a:lnTo>
                      <a:pt x="30" y="36"/>
                    </a:lnTo>
                    <a:lnTo>
                      <a:pt x="36" y="40"/>
                    </a:lnTo>
                    <a:lnTo>
                      <a:pt x="36" y="48"/>
                    </a:lnTo>
                    <a:lnTo>
                      <a:pt x="32" y="50"/>
                    </a:lnTo>
                    <a:lnTo>
                      <a:pt x="26" y="54"/>
                    </a:lnTo>
                    <a:lnTo>
                      <a:pt x="22" y="56"/>
                    </a:lnTo>
                    <a:lnTo>
                      <a:pt x="22" y="64"/>
                    </a:lnTo>
                    <a:lnTo>
                      <a:pt x="30" y="68"/>
                    </a:lnTo>
                    <a:lnTo>
                      <a:pt x="32" y="78"/>
                    </a:lnTo>
                    <a:lnTo>
                      <a:pt x="38" y="86"/>
                    </a:lnTo>
                    <a:lnTo>
                      <a:pt x="42" y="90"/>
                    </a:lnTo>
                    <a:lnTo>
                      <a:pt x="44" y="96"/>
                    </a:lnTo>
                    <a:lnTo>
                      <a:pt x="48" y="100"/>
                    </a:lnTo>
                    <a:lnTo>
                      <a:pt x="54" y="104"/>
                    </a:lnTo>
                    <a:lnTo>
                      <a:pt x="56" y="110"/>
                    </a:lnTo>
                    <a:lnTo>
                      <a:pt x="60" y="118"/>
                    </a:lnTo>
                    <a:lnTo>
                      <a:pt x="64" y="120"/>
                    </a:lnTo>
                    <a:lnTo>
                      <a:pt x="66" y="126"/>
                    </a:lnTo>
                    <a:lnTo>
                      <a:pt x="66" y="136"/>
                    </a:lnTo>
                    <a:lnTo>
                      <a:pt x="66" y="140"/>
                    </a:lnTo>
                    <a:lnTo>
                      <a:pt x="66" y="148"/>
                    </a:lnTo>
                    <a:lnTo>
                      <a:pt x="68" y="154"/>
                    </a:lnTo>
                    <a:lnTo>
                      <a:pt x="70" y="162"/>
                    </a:lnTo>
                    <a:lnTo>
                      <a:pt x="70" y="170"/>
                    </a:lnTo>
                    <a:lnTo>
                      <a:pt x="68" y="176"/>
                    </a:lnTo>
                    <a:lnTo>
                      <a:pt x="68" y="184"/>
                    </a:lnTo>
                    <a:lnTo>
                      <a:pt x="66" y="190"/>
                    </a:lnTo>
                    <a:lnTo>
                      <a:pt x="62" y="194"/>
                    </a:lnTo>
                    <a:lnTo>
                      <a:pt x="56" y="196"/>
                    </a:lnTo>
                    <a:lnTo>
                      <a:pt x="54" y="198"/>
                    </a:lnTo>
                    <a:lnTo>
                      <a:pt x="52" y="204"/>
                    </a:lnTo>
                    <a:lnTo>
                      <a:pt x="46" y="202"/>
                    </a:lnTo>
                    <a:lnTo>
                      <a:pt x="38" y="202"/>
                    </a:lnTo>
                    <a:lnTo>
                      <a:pt x="36" y="206"/>
                    </a:lnTo>
                    <a:lnTo>
                      <a:pt x="32" y="208"/>
                    </a:lnTo>
                    <a:lnTo>
                      <a:pt x="26" y="216"/>
                    </a:lnTo>
                    <a:lnTo>
                      <a:pt x="26" y="216"/>
                    </a:lnTo>
                    <a:lnTo>
                      <a:pt x="28" y="218"/>
                    </a:lnTo>
                    <a:lnTo>
                      <a:pt x="30" y="222"/>
                    </a:lnTo>
                    <a:lnTo>
                      <a:pt x="30" y="222"/>
                    </a:lnTo>
                    <a:lnTo>
                      <a:pt x="30" y="236"/>
                    </a:lnTo>
                    <a:lnTo>
                      <a:pt x="30" y="236"/>
                    </a:lnTo>
                    <a:lnTo>
                      <a:pt x="30" y="240"/>
                    </a:lnTo>
                    <a:lnTo>
                      <a:pt x="34" y="242"/>
                    </a:lnTo>
                    <a:lnTo>
                      <a:pt x="34" y="242"/>
                    </a:lnTo>
                    <a:lnTo>
                      <a:pt x="32" y="246"/>
                    </a:lnTo>
                    <a:lnTo>
                      <a:pt x="32" y="246"/>
                    </a:lnTo>
                    <a:lnTo>
                      <a:pt x="34" y="246"/>
                    </a:lnTo>
                    <a:lnTo>
                      <a:pt x="34" y="246"/>
                    </a:lnTo>
                    <a:lnTo>
                      <a:pt x="36" y="246"/>
                    </a:lnTo>
                    <a:lnTo>
                      <a:pt x="38" y="242"/>
                    </a:lnTo>
                    <a:lnTo>
                      <a:pt x="40" y="238"/>
                    </a:lnTo>
                    <a:lnTo>
                      <a:pt x="40" y="238"/>
                    </a:lnTo>
                    <a:lnTo>
                      <a:pt x="46" y="238"/>
                    </a:lnTo>
                    <a:lnTo>
                      <a:pt x="46" y="238"/>
                    </a:lnTo>
                    <a:lnTo>
                      <a:pt x="44" y="228"/>
                    </a:lnTo>
                    <a:lnTo>
                      <a:pt x="44" y="228"/>
                    </a:lnTo>
                    <a:lnTo>
                      <a:pt x="42" y="224"/>
                    </a:lnTo>
                    <a:lnTo>
                      <a:pt x="42" y="222"/>
                    </a:lnTo>
                    <a:lnTo>
                      <a:pt x="42" y="222"/>
                    </a:lnTo>
                    <a:lnTo>
                      <a:pt x="42" y="222"/>
                    </a:lnTo>
                    <a:lnTo>
                      <a:pt x="48" y="230"/>
                    </a:lnTo>
                    <a:lnTo>
                      <a:pt x="48" y="230"/>
                    </a:lnTo>
                    <a:lnTo>
                      <a:pt x="52" y="230"/>
                    </a:lnTo>
                    <a:lnTo>
                      <a:pt x="52" y="228"/>
                    </a:lnTo>
                    <a:lnTo>
                      <a:pt x="54" y="228"/>
                    </a:lnTo>
                    <a:lnTo>
                      <a:pt x="54" y="226"/>
                    </a:lnTo>
                    <a:lnTo>
                      <a:pt x="54" y="226"/>
                    </a:lnTo>
                    <a:lnTo>
                      <a:pt x="50" y="224"/>
                    </a:lnTo>
                    <a:lnTo>
                      <a:pt x="46" y="222"/>
                    </a:lnTo>
                    <a:lnTo>
                      <a:pt x="46" y="220"/>
                    </a:lnTo>
                    <a:lnTo>
                      <a:pt x="46" y="220"/>
                    </a:lnTo>
                    <a:lnTo>
                      <a:pt x="42" y="216"/>
                    </a:lnTo>
                    <a:lnTo>
                      <a:pt x="42" y="216"/>
                    </a:lnTo>
                    <a:lnTo>
                      <a:pt x="50" y="218"/>
                    </a:lnTo>
                    <a:lnTo>
                      <a:pt x="58" y="220"/>
                    </a:lnTo>
                    <a:lnTo>
                      <a:pt x="58" y="218"/>
                    </a:lnTo>
                    <a:lnTo>
                      <a:pt x="58" y="218"/>
                    </a:lnTo>
                    <a:lnTo>
                      <a:pt x="60" y="218"/>
                    </a:lnTo>
                    <a:lnTo>
                      <a:pt x="62" y="218"/>
                    </a:lnTo>
                    <a:lnTo>
                      <a:pt x="62" y="218"/>
                    </a:lnTo>
                    <a:lnTo>
                      <a:pt x="62" y="216"/>
                    </a:lnTo>
                    <a:lnTo>
                      <a:pt x="62" y="216"/>
                    </a:lnTo>
                    <a:lnTo>
                      <a:pt x="62" y="216"/>
                    </a:lnTo>
                    <a:lnTo>
                      <a:pt x="64" y="216"/>
                    </a:lnTo>
                    <a:lnTo>
                      <a:pt x="66" y="218"/>
                    </a:lnTo>
                    <a:lnTo>
                      <a:pt x="66" y="218"/>
                    </a:lnTo>
                    <a:lnTo>
                      <a:pt x="70" y="214"/>
                    </a:lnTo>
                    <a:lnTo>
                      <a:pt x="72" y="210"/>
                    </a:lnTo>
                    <a:lnTo>
                      <a:pt x="72" y="210"/>
                    </a:lnTo>
                    <a:lnTo>
                      <a:pt x="76" y="210"/>
                    </a:lnTo>
                    <a:lnTo>
                      <a:pt x="76" y="210"/>
                    </a:lnTo>
                    <a:lnTo>
                      <a:pt x="90" y="198"/>
                    </a:lnTo>
                    <a:lnTo>
                      <a:pt x="90" y="198"/>
                    </a:lnTo>
                    <a:lnTo>
                      <a:pt x="90" y="194"/>
                    </a:lnTo>
                    <a:lnTo>
                      <a:pt x="90" y="194"/>
                    </a:lnTo>
                    <a:lnTo>
                      <a:pt x="94" y="192"/>
                    </a:lnTo>
                    <a:lnTo>
                      <a:pt x="94" y="192"/>
                    </a:lnTo>
                    <a:lnTo>
                      <a:pt x="94" y="188"/>
                    </a:lnTo>
                    <a:lnTo>
                      <a:pt x="92" y="186"/>
                    </a:lnTo>
                    <a:lnTo>
                      <a:pt x="92" y="182"/>
                    </a:lnTo>
                    <a:lnTo>
                      <a:pt x="92" y="180"/>
                    </a:lnTo>
                    <a:lnTo>
                      <a:pt x="92" y="180"/>
                    </a:lnTo>
                    <a:lnTo>
                      <a:pt x="96" y="178"/>
                    </a:lnTo>
                    <a:lnTo>
                      <a:pt x="96" y="178"/>
                    </a:lnTo>
                    <a:lnTo>
                      <a:pt x="96" y="174"/>
                    </a:lnTo>
                    <a:lnTo>
                      <a:pt x="94" y="172"/>
                    </a:lnTo>
                    <a:lnTo>
                      <a:pt x="94" y="172"/>
                    </a:lnTo>
                    <a:lnTo>
                      <a:pt x="90" y="164"/>
                    </a:lnTo>
                    <a:lnTo>
                      <a:pt x="90" y="164"/>
                    </a:lnTo>
                    <a:lnTo>
                      <a:pt x="90" y="154"/>
                    </a:lnTo>
                    <a:lnTo>
                      <a:pt x="90" y="154"/>
                    </a:lnTo>
                    <a:lnTo>
                      <a:pt x="88" y="152"/>
                    </a:lnTo>
                    <a:lnTo>
                      <a:pt x="88" y="152"/>
                    </a:lnTo>
                    <a:lnTo>
                      <a:pt x="88" y="146"/>
                    </a:lnTo>
                    <a:lnTo>
                      <a:pt x="88" y="146"/>
                    </a:lnTo>
                    <a:lnTo>
                      <a:pt x="84" y="144"/>
                    </a:lnTo>
                    <a:lnTo>
                      <a:pt x="84" y="144"/>
                    </a:lnTo>
                    <a:lnTo>
                      <a:pt x="86" y="140"/>
                    </a:lnTo>
                    <a:lnTo>
                      <a:pt x="84" y="136"/>
                    </a:lnTo>
                    <a:lnTo>
                      <a:pt x="84" y="136"/>
                    </a:lnTo>
                    <a:lnTo>
                      <a:pt x="76" y="128"/>
                    </a:lnTo>
                    <a:lnTo>
                      <a:pt x="76" y="128"/>
                    </a:lnTo>
                    <a:lnTo>
                      <a:pt x="76" y="124"/>
                    </a:lnTo>
                    <a:lnTo>
                      <a:pt x="76" y="120"/>
                    </a:lnTo>
                    <a:lnTo>
                      <a:pt x="76" y="120"/>
                    </a:lnTo>
                    <a:lnTo>
                      <a:pt x="68" y="116"/>
                    </a:lnTo>
                    <a:lnTo>
                      <a:pt x="68" y="116"/>
                    </a:lnTo>
                    <a:lnTo>
                      <a:pt x="64" y="106"/>
                    </a:lnTo>
                    <a:lnTo>
                      <a:pt x="64" y="106"/>
                    </a:lnTo>
                    <a:lnTo>
                      <a:pt x="64" y="104"/>
                    </a:lnTo>
                    <a:lnTo>
                      <a:pt x="64" y="104"/>
                    </a:lnTo>
                    <a:lnTo>
                      <a:pt x="56" y="100"/>
                    </a:lnTo>
                    <a:lnTo>
                      <a:pt x="54" y="98"/>
                    </a:lnTo>
                    <a:lnTo>
                      <a:pt x="50" y="94"/>
                    </a:lnTo>
                    <a:lnTo>
                      <a:pt x="50" y="94"/>
                    </a:lnTo>
                    <a:lnTo>
                      <a:pt x="50" y="90"/>
                    </a:lnTo>
                    <a:lnTo>
                      <a:pt x="50" y="90"/>
                    </a:lnTo>
                    <a:lnTo>
                      <a:pt x="44" y="82"/>
                    </a:lnTo>
                    <a:lnTo>
                      <a:pt x="40" y="76"/>
                    </a:lnTo>
                    <a:lnTo>
                      <a:pt x="40" y="70"/>
                    </a:lnTo>
                    <a:lnTo>
                      <a:pt x="42" y="68"/>
                    </a:lnTo>
                    <a:lnTo>
                      <a:pt x="42" y="68"/>
                    </a:lnTo>
                    <a:lnTo>
                      <a:pt x="42" y="62"/>
                    </a:lnTo>
                    <a:lnTo>
                      <a:pt x="42" y="58"/>
                    </a:lnTo>
                    <a:lnTo>
                      <a:pt x="42" y="58"/>
                    </a:lnTo>
                    <a:lnTo>
                      <a:pt x="46" y="56"/>
                    </a:lnTo>
                    <a:lnTo>
                      <a:pt x="50" y="54"/>
                    </a:lnTo>
                    <a:lnTo>
                      <a:pt x="60" y="42"/>
                    </a:lnTo>
                    <a:lnTo>
                      <a:pt x="60" y="42"/>
                    </a:lnTo>
                    <a:lnTo>
                      <a:pt x="60" y="38"/>
                    </a:lnTo>
                    <a:lnTo>
                      <a:pt x="60" y="38"/>
                    </a:lnTo>
                    <a:lnTo>
                      <a:pt x="62" y="38"/>
                    </a:lnTo>
                    <a:lnTo>
                      <a:pt x="66" y="36"/>
                    </a:lnTo>
                    <a:lnTo>
                      <a:pt x="66" y="36"/>
                    </a:lnTo>
                    <a:lnTo>
                      <a:pt x="70" y="32"/>
                    </a:lnTo>
                    <a:lnTo>
                      <a:pt x="70" y="32"/>
                    </a:lnTo>
                    <a:lnTo>
                      <a:pt x="76" y="30"/>
                    </a:lnTo>
                    <a:lnTo>
                      <a:pt x="76" y="30"/>
                    </a:lnTo>
                    <a:lnTo>
                      <a:pt x="76" y="28"/>
                    </a:lnTo>
                    <a:lnTo>
                      <a:pt x="76"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3" name="Freeform 30">
                <a:extLst>
                  <a:ext uri="{FF2B5EF4-FFF2-40B4-BE49-F238E27FC236}">
                    <a16:creationId xmlns:a16="http://schemas.microsoft.com/office/drawing/2014/main" id="{50815787-F339-D448-986E-80FED7BA134E}"/>
                  </a:ext>
                </a:extLst>
              </p:cNvPr>
              <p:cNvSpPr>
                <a:spLocks/>
              </p:cNvSpPr>
              <p:nvPr/>
            </p:nvSpPr>
            <p:spPr bwMode="auto">
              <a:xfrm>
                <a:off x="8462971" y="3714849"/>
                <a:ext cx="191776" cy="492579"/>
              </a:xfrm>
              <a:custGeom>
                <a:avLst/>
                <a:gdLst>
                  <a:gd name="T0" fmla="*/ 38 w 98"/>
                  <a:gd name="T1" fmla="*/ 6 h 246"/>
                  <a:gd name="T2" fmla="*/ 40 w 98"/>
                  <a:gd name="T3" fmla="*/ 18 h 246"/>
                  <a:gd name="T4" fmla="*/ 44 w 98"/>
                  <a:gd name="T5" fmla="*/ 26 h 246"/>
                  <a:gd name="T6" fmla="*/ 48 w 98"/>
                  <a:gd name="T7" fmla="*/ 38 h 246"/>
                  <a:gd name="T8" fmla="*/ 62 w 98"/>
                  <a:gd name="T9" fmla="*/ 26 h 246"/>
                  <a:gd name="T10" fmla="*/ 68 w 98"/>
                  <a:gd name="T11" fmla="*/ 32 h 246"/>
                  <a:gd name="T12" fmla="*/ 86 w 98"/>
                  <a:gd name="T13" fmla="*/ 44 h 246"/>
                  <a:gd name="T14" fmla="*/ 90 w 98"/>
                  <a:gd name="T15" fmla="*/ 62 h 246"/>
                  <a:gd name="T16" fmla="*/ 96 w 98"/>
                  <a:gd name="T17" fmla="*/ 76 h 246"/>
                  <a:gd name="T18" fmla="*/ 94 w 98"/>
                  <a:gd name="T19" fmla="*/ 88 h 246"/>
                  <a:gd name="T20" fmla="*/ 80 w 98"/>
                  <a:gd name="T21" fmla="*/ 100 h 246"/>
                  <a:gd name="T22" fmla="*/ 64 w 98"/>
                  <a:gd name="T23" fmla="*/ 104 h 246"/>
                  <a:gd name="T24" fmla="*/ 60 w 98"/>
                  <a:gd name="T25" fmla="*/ 124 h 246"/>
                  <a:gd name="T26" fmla="*/ 66 w 98"/>
                  <a:gd name="T27" fmla="*/ 148 h 246"/>
                  <a:gd name="T28" fmla="*/ 64 w 98"/>
                  <a:gd name="T29" fmla="*/ 144 h 246"/>
                  <a:gd name="T30" fmla="*/ 60 w 98"/>
                  <a:gd name="T31" fmla="*/ 138 h 246"/>
                  <a:gd name="T32" fmla="*/ 56 w 98"/>
                  <a:gd name="T33" fmla="*/ 132 h 246"/>
                  <a:gd name="T34" fmla="*/ 46 w 98"/>
                  <a:gd name="T35" fmla="*/ 126 h 246"/>
                  <a:gd name="T36" fmla="*/ 42 w 98"/>
                  <a:gd name="T37" fmla="*/ 118 h 246"/>
                  <a:gd name="T38" fmla="*/ 32 w 98"/>
                  <a:gd name="T39" fmla="*/ 114 h 246"/>
                  <a:gd name="T40" fmla="*/ 30 w 98"/>
                  <a:gd name="T41" fmla="*/ 116 h 246"/>
                  <a:gd name="T42" fmla="*/ 30 w 98"/>
                  <a:gd name="T43" fmla="*/ 130 h 246"/>
                  <a:gd name="T44" fmla="*/ 30 w 98"/>
                  <a:gd name="T45" fmla="*/ 140 h 246"/>
                  <a:gd name="T46" fmla="*/ 28 w 98"/>
                  <a:gd name="T47" fmla="*/ 144 h 246"/>
                  <a:gd name="T48" fmla="*/ 24 w 98"/>
                  <a:gd name="T49" fmla="*/ 162 h 246"/>
                  <a:gd name="T50" fmla="*/ 20 w 98"/>
                  <a:gd name="T51" fmla="*/ 180 h 246"/>
                  <a:gd name="T52" fmla="*/ 24 w 98"/>
                  <a:gd name="T53" fmla="*/ 186 h 246"/>
                  <a:gd name="T54" fmla="*/ 28 w 98"/>
                  <a:gd name="T55" fmla="*/ 198 h 246"/>
                  <a:gd name="T56" fmla="*/ 32 w 98"/>
                  <a:gd name="T57" fmla="*/ 196 h 246"/>
                  <a:gd name="T58" fmla="*/ 36 w 98"/>
                  <a:gd name="T59" fmla="*/ 214 h 246"/>
                  <a:gd name="T60" fmla="*/ 44 w 98"/>
                  <a:gd name="T61" fmla="*/ 216 h 246"/>
                  <a:gd name="T62" fmla="*/ 48 w 98"/>
                  <a:gd name="T63" fmla="*/ 220 h 246"/>
                  <a:gd name="T64" fmla="*/ 52 w 98"/>
                  <a:gd name="T65" fmla="*/ 226 h 246"/>
                  <a:gd name="T66" fmla="*/ 56 w 98"/>
                  <a:gd name="T67" fmla="*/ 234 h 246"/>
                  <a:gd name="T68" fmla="*/ 48 w 98"/>
                  <a:gd name="T69" fmla="*/ 242 h 246"/>
                  <a:gd name="T70" fmla="*/ 44 w 98"/>
                  <a:gd name="T71" fmla="*/ 240 h 246"/>
                  <a:gd name="T72" fmla="*/ 32 w 98"/>
                  <a:gd name="T73" fmla="*/ 238 h 246"/>
                  <a:gd name="T74" fmla="*/ 30 w 98"/>
                  <a:gd name="T75" fmla="*/ 222 h 246"/>
                  <a:gd name="T76" fmla="*/ 28 w 98"/>
                  <a:gd name="T77" fmla="*/ 218 h 246"/>
                  <a:gd name="T78" fmla="*/ 22 w 98"/>
                  <a:gd name="T79" fmla="*/ 212 h 246"/>
                  <a:gd name="T80" fmla="*/ 10 w 98"/>
                  <a:gd name="T81" fmla="*/ 196 h 246"/>
                  <a:gd name="T82" fmla="*/ 10 w 98"/>
                  <a:gd name="T83" fmla="*/ 182 h 246"/>
                  <a:gd name="T84" fmla="*/ 16 w 98"/>
                  <a:gd name="T85" fmla="*/ 174 h 246"/>
                  <a:gd name="T86" fmla="*/ 14 w 98"/>
                  <a:gd name="T87" fmla="*/ 168 h 246"/>
                  <a:gd name="T88" fmla="*/ 12 w 98"/>
                  <a:gd name="T89" fmla="*/ 162 h 246"/>
                  <a:gd name="T90" fmla="*/ 16 w 98"/>
                  <a:gd name="T91" fmla="*/ 152 h 246"/>
                  <a:gd name="T92" fmla="*/ 20 w 98"/>
                  <a:gd name="T93" fmla="*/ 138 h 246"/>
                  <a:gd name="T94" fmla="*/ 22 w 98"/>
                  <a:gd name="T95" fmla="*/ 112 h 246"/>
                  <a:gd name="T96" fmla="*/ 6 w 98"/>
                  <a:gd name="T97" fmla="*/ 80 h 246"/>
                  <a:gd name="T98" fmla="*/ 8 w 98"/>
                  <a:gd name="T99" fmla="*/ 64 h 246"/>
                  <a:gd name="T100" fmla="*/ 2 w 98"/>
                  <a:gd name="T101" fmla="*/ 36 h 246"/>
                  <a:gd name="T102" fmla="*/ 2 w 98"/>
                  <a:gd name="T103" fmla="*/ 16 h 246"/>
                  <a:gd name="T104" fmla="*/ 14 w 98"/>
                  <a:gd name="T105" fmla="*/ 10 h 246"/>
                  <a:gd name="T106" fmla="*/ 20 w 98"/>
                  <a:gd name="T10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246">
                    <a:moveTo>
                      <a:pt x="34" y="2"/>
                    </a:moveTo>
                    <a:lnTo>
                      <a:pt x="34" y="6"/>
                    </a:lnTo>
                    <a:lnTo>
                      <a:pt x="38" y="6"/>
                    </a:lnTo>
                    <a:lnTo>
                      <a:pt x="42" y="6"/>
                    </a:lnTo>
                    <a:lnTo>
                      <a:pt x="44" y="10"/>
                    </a:lnTo>
                    <a:lnTo>
                      <a:pt x="40" y="18"/>
                    </a:lnTo>
                    <a:lnTo>
                      <a:pt x="42" y="20"/>
                    </a:lnTo>
                    <a:lnTo>
                      <a:pt x="42" y="24"/>
                    </a:lnTo>
                    <a:lnTo>
                      <a:pt x="44" y="26"/>
                    </a:lnTo>
                    <a:lnTo>
                      <a:pt x="46" y="32"/>
                    </a:lnTo>
                    <a:lnTo>
                      <a:pt x="44" y="36"/>
                    </a:lnTo>
                    <a:lnTo>
                      <a:pt x="48" y="38"/>
                    </a:lnTo>
                    <a:lnTo>
                      <a:pt x="52" y="36"/>
                    </a:lnTo>
                    <a:lnTo>
                      <a:pt x="54" y="32"/>
                    </a:lnTo>
                    <a:lnTo>
                      <a:pt x="62" y="26"/>
                    </a:lnTo>
                    <a:lnTo>
                      <a:pt x="66" y="28"/>
                    </a:lnTo>
                    <a:lnTo>
                      <a:pt x="66" y="30"/>
                    </a:lnTo>
                    <a:lnTo>
                      <a:pt x="68" y="32"/>
                    </a:lnTo>
                    <a:lnTo>
                      <a:pt x="74" y="36"/>
                    </a:lnTo>
                    <a:lnTo>
                      <a:pt x="80" y="36"/>
                    </a:lnTo>
                    <a:lnTo>
                      <a:pt x="86" y="44"/>
                    </a:lnTo>
                    <a:lnTo>
                      <a:pt x="86" y="50"/>
                    </a:lnTo>
                    <a:lnTo>
                      <a:pt x="86" y="58"/>
                    </a:lnTo>
                    <a:lnTo>
                      <a:pt x="90" y="62"/>
                    </a:lnTo>
                    <a:lnTo>
                      <a:pt x="94" y="66"/>
                    </a:lnTo>
                    <a:lnTo>
                      <a:pt x="96" y="70"/>
                    </a:lnTo>
                    <a:lnTo>
                      <a:pt x="96" y="76"/>
                    </a:lnTo>
                    <a:lnTo>
                      <a:pt x="98" y="78"/>
                    </a:lnTo>
                    <a:lnTo>
                      <a:pt x="96" y="84"/>
                    </a:lnTo>
                    <a:lnTo>
                      <a:pt x="94" y="88"/>
                    </a:lnTo>
                    <a:lnTo>
                      <a:pt x="90" y="92"/>
                    </a:lnTo>
                    <a:lnTo>
                      <a:pt x="86" y="96"/>
                    </a:lnTo>
                    <a:lnTo>
                      <a:pt x="80" y="100"/>
                    </a:lnTo>
                    <a:lnTo>
                      <a:pt x="76" y="100"/>
                    </a:lnTo>
                    <a:lnTo>
                      <a:pt x="70" y="100"/>
                    </a:lnTo>
                    <a:lnTo>
                      <a:pt x="64" y="104"/>
                    </a:lnTo>
                    <a:lnTo>
                      <a:pt x="60" y="106"/>
                    </a:lnTo>
                    <a:lnTo>
                      <a:pt x="60" y="114"/>
                    </a:lnTo>
                    <a:lnTo>
                      <a:pt x="60" y="124"/>
                    </a:lnTo>
                    <a:lnTo>
                      <a:pt x="64" y="130"/>
                    </a:lnTo>
                    <a:lnTo>
                      <a:pt x="66" y="138"/>
                    </a:lnTo>
                    <a:lnTo>
                      <a:pt x="66" y="148"/>
                    </a:lnTo>
                    <a:lnTo>
                      <a:pt x="66" y="148"/>
                    </a:lnTo>
                    <a:lnTo>
                      <a:pt x="64" y="144"/>
                    </a:lnTo>
                    <a:lnTo>
                      <a:pt x="64" y="144"/>
                    </a:lnTo>
                    <a:lnTo>
                      <a:pt x="62" y="140"/>
                    </a:lnTo>
                    <a:lnTo>
                      <a:pt x="62" y="140"/>
                    </a:lnTo>
                    <a:lnTo>
                      <a:pt x="60" y="138"/>
                    </a:lnTo>
                    <a:lnTo>
                      <a:pt x="58" y="138"/>
                    </a:lnTo>
                    <a:lnTo>
                      <a:pt x="58" y="138"/>
                    </a:lnTo>
                    <a:lnTo>
                      <a:pt x="56" y="132"/>
                    </a:lnTo>
                    <a:lnTo>
                      <a:pt x="52" y="126"/>
                    </a:lnTo>
                    <a:lnTo>
                      <a:pt x="52" y="126"/>
                    </a:lnTo>
                    <a:lnTo>
                      <a:pt x="46" y="126"/>
                    </a:lnTo>
                    <a:lnTo>
                      <a:pt x="46" y="126"/>
                    </a:lnTo>
                    <a:lnTo>
                      <a:pt x="44" y="120"/>
                    </a:lnTo>
                    <a:lnTo>
                      <a:pt x="42" y="118"/>
                    </a:lnTo>
                    <a:lnTo>
                      <a:pt x="38" y="116"/>
                    </a:lnTo>
                    <a:lnTo>
                      <a:pt x="32" y="114"/>
                    </a:lnTo>
                    <a:lnTo>
                      <a:pt x="32" y="114"/>
                    </a:lnTo>
                    <a:lnTo>
                      <a:pt x="32" y="116"/>
                    </a:lnTo>
                    <a:lnTo>
                      <a:pt x="30" y="116"/>
                    </a:lnTo>
                    <a:lnTo>
                      <a:pt x="30" y="116"/>
                    </a:lnTo>
                    <a:lnTo>
                      <a:pt x="30" y="122"/>
                    </a:lnTo>
                    <a:lnTo>
                      <a:pt x="30" y="126"/>
                    </a:lnTo>
                    <a:lnTo>
                      <a:pt x="30" y="130"/>
                    </a:lnTo>
                    <a:lnTo>
                      <a:pt x="30" y="136"/>
                    </a:lnTo>
                    <a:lnTo>
                      <a:pt x="30" y="136"/>
                    </a:lnTo>
                    <a:lnTo>
                      <a:pt x="30" y="140"/>
                    </a:lnTo>
                    <a:lnTo>
                      <a:pt x="30" y="140"/>
                    </a:lnTo>
                    <a:lnTo>
                      <a:pt x="28" y="144"/>
                    </a:lnTo>
                    <a:lnTo>
                      <a:pt x="28" y="144"/>
                    </a:lnTo>
                    <a:lnTo>
                      <a:pt x="26" y="152"/>
                    </a:lnTo>
                    <a:lnTo>
                      <a:pt x="26" y="160"/>
                    </a:lnTo>
                    <a:lnTo>
                      <a:pt x="24" y="162"/>
                    </a:lnTo>
                    <a:lnTo>
                      <a:pt x="24" y="162"/>
                    </a:lnTo>
                    <a:lnTo>
                      <a:pt x="22" y="172"/>
                    </a:lnTo>
                    <a:lnTo>
                      <a:pt x="20" y="180"/>
                    </a:lnTo>
                    <a:lnTo>
                      <a:pt x="22" y="184"/>
                    </a:lnTo>
                    <a:lnTo>
                      <a:pt x="22" y="184"/>
                    </a:lnTo>
                    <a:lnTo>
                      <a:pt x="24" y="186"/>
                    </a:lnTo>
                    <a:lnTo>
                      <a:pt x="26" y="188"/>
                    </a:lnTo>
                    <a:lnTo>
                      <a:pt x="26" y="188"/>
                    </a:lnTo>
                    <a:lnTo>
                      <a:pt x="28" y="198"/>
                    </a:lnTo>
                    <a:lnTo>
                      <a:pt x="28" y="198"/>
                    </a:lnTo>
                    <a:lnTo>
                      <a:pt x="30" y="198"/>
                    </a:lnTo>
                    <a:lnTo>
                      <a:pt x="32" y="196"/>
                    </a:lnTo>
                    <a:lnTo>
                      <a:pt x="32" y="196"/>
                    </a:lnTo>
                    <a:lnTo>
                      <a:pt x="34" y="208"/>
                    </a:lnTo>
                    <a:lnTo>
                      <a:pt x="36" y="214"/>
                    </a:lnTo>
                    <a:lnTo>
                      <a:pt x="40" y="216"/>
                    </a:lnTo>
                    <a:lnTo>
                      <a:pt x="40" y="216"/>
                    </a:lnTo>
                    <a:lnTo>
                      <a:pt x="44" y="216"/>
                    </a:lnTo>
                    <a:lnTo>
                      <a:pt x="48" y="218"/>
                    </a:lnTo>
                    <a:lnTo>
                      <a:pt x="48" y="218"/>
                    </a:lnTo>
                    <a:lnTo>
                      <a:pt x="48" y="220"/>
                    </a:lnTo>
                    <a:lnTo>
                      <a:pt x="48" y="222"/>
                    </a:lnTo>
                    <a:lnTo>
                      <a:pt x="48" y="222"/>
                    </a:lnTo>
                    <a:lnTo>
                      <a:pt x="52" y="226"/>
                    </a:lnTo>
                    <a:lnTo>
                      <a:pt x="54" y="228"/>
                    </a:lnTo>
                    <a:lnTo>
                      <a:pt x="54" y="228"/>
                    </a:lnTo>
                    <a:lnTo>
                      <a:pt x="56" y="234"/>
                    </a:lnTo>
                    <a:lnTo>
                      <a:pt x="54" y="236"/>
                    </a:lnTo>
                    <a:lnTo>
                      <a:pt x="54" y="244"/>
                    </a:lnTo>
                    <a:lnTo>
                      <a:pt x="48" y="242"/>
                    </a:lnTo>
                    <a:lnTo>
                      <a:pt x="48" y="246"/>
                    </a:lnTo>
                    <a:lnTo>
                      <a:pt x="44" y="246"/>
                    </a:lnTo>
                    <a:lnTo>
                      <a:pt x="44" y="240"/>
                    </a:lnTo>
                    <a:lnTo>
                      <a:pt x="38" y="236"/>
                    </a:lnTo>
                    <a:lnTo>
                      <a:pt x="32" y="238"/>
                    </a:lnTo>
                    <a:lnTo>
                      <a:pt x="32" y="238"/>
                    </a:lnTo>
                    <a:lnTo>
                      <a:pt x="32" y="230"/>
                    </a:lnTo>
                    <a:lnTo>
                      <a:pt x="30" y="222"/>
                    </a:lnTo>
                    <a:lnTo>
                      <a:pt x="30" y="222"/>
                    </a:lnTo>
                    <a:lnTo>
                      <a:pt x="28" y="220"/>
                    </a:lnTo>
                    <a:lnTo>
                      <a:pt x="28" y="220"/>
                    </a:lnTo>
                    <a:lnTo>
                      <a:pt x="28" y="218"/>
                    </a:lnTo>
                    <a:lnTo>
                      <a:pt x="26" y="214"/>
                    </a:lnTo>
                    <a:lnTo>
                      <a:pt x="26" y="214"/>
                    </a:lnTo>
                    <a:lnTo>
                      <a:pt x="22" y="212"/>
                    </a:lnTo>
                    <a:lnTo>
                      <a:pt x="22" y="212"/>
                    </a:lnTo>
                    <a:lnTo>
                      <a:pt x="14" y="202"/>
                    </a:lnTo>
                    <a:lnTo>
                      <a:pt x="10" y="196"/>
                    </a:lnTo>
                    <a:lnTo>
                      <a:pt x="10" y="190"/>
                    </a:lnTo>
                    <a:lnTo>
                      <a:pt x="10" y="190"/>
                    </a:lnTo>
                    <a:lnTo>
                      <a:pt x="10" y="182"/>
                    </a:lnTo>
                    <a:lnTo>
                      <a:pt x="12" y="176"/>
                    </a:lnTo>
                    <a:lnTo>
                      <a:pt x="12" y="176"/>
                    </a:lnTo>
                    <a:lnTo>
                      <a:pt x="16" y="174"/>
                    </a:lnTo>
                    <a:lnTo>
                      <a:pt x="16" y="174"/>
                    </a:lnTo>
                    <a:lnTo>
                      <a:pt x="14" y="172"/>
                    </a:lnTo>
                    <a:lnTo>
                      <a:pt x="14" y="168"/>
                    </a:lnTo>
                    <a:lnTo>
                      <a:pt x="12" y="166"/>
                    </a:lnTo>
                    <a:lnTo>
                      <a:pt x="12" y="162"/>
                    </a:lnTo>
                    <a:lnTo>
                      <a:pt x="12" y="162"/>
                    </a:lnTo>
                    <a:lnTo>
                      <a:pt x="16" y="156"/>
                    </a:lnTo>
                    <a:lnTo>
                      <a:pt x="16" y="156"/>
                    </a:lnTo>
                    <a:lnTo>
                      <a:pt x="16" y="152"/>
                    </a:lnTo>
                    <a:lnTo>
                      <a:pt x="18" y="152"/>
                    </a:lnTo>
                    <a:lnTo>
                      <a:pt x="18" y="146"/>
                    </a:lnTo>
                    <a:lnTo>
                      <a:pt x="20" y="138"/>
                    </a:lnTo>
                    <a:lnTo>
                      <a:pt x="26" y="130"/>
                    </a:lnTo>
                    <a:lnTo>
                      <a:pt x="26" y="122"/>
                    </a:lnTo>
                    <a:lnTo>
                      <a:pt x="22" y="112"/>
                    </a:lnTo>
                    <a:lnTo>
                      <a:pt x="14" y="104"/>
                    </a:lnTo>
                    <a:lnTo>
                      <a:pt x="10" y="92"/>
                    </a:lnTo>
                    <a:lnTo>
                      <a:pt x="6" y="80"/>
                    </a:lnTo>
                    <a:lnTo>
                      <a:pt x="14" y="76"/>
                    </a:lnTo>
                    <a:lnTo>
                      <a:pt x="14" y="70"/>
                    </a:lnTo>
                    <a:lnTo>
                      <a:pt x="8" y="64"/>
                    </a:lnTo>
                    <a:lnTo>
                      <a:pt x="2" y="56"/>
                    </a:lnTo>
                    <a:lnTo>
                      <a:pt x="0" y="44"/>
                    </a:lnTo>
                    <a:lnTo>
                      <a:pt x="2" y="36"/>
                    </a:lnTo>
                    <a:lnTo>
                      <a:pt x="2" y="30"/>
                    </a:lnTo>
                    <a:lnTo>
                      <a:pt x="0" y="22"/>
                    </a:lnTo>
                    <a:lnTo>
                      <a:pt x="2" y="16"/>
                    </a:lnTo>
                    <a:lnTo>
                      <a:pt x="6" y="16"/>
                    </a:lnTo>
                    <a:lnTo>
                      <a:pt x="10" y="10"/>
                    </a:lnTo>
                    <a:lnTo>
                      <a:pt x="14" y="10"/>
                    </a:lnTo>
                    <a:lnTo>
                      <a:pt x="14" y="6"/>
                    </a:lnTo>
                    <a:lnTo>
                      <a:pt x="16" y="0"/>
                    </a:lnTo>
                    <a:lnTo>
                      <a:pt x="20" y="0"/>
                    </a:lnTo>
                    <a:lnTo>
                      <a:pt x="24" y="2"/>
                    </a:lnTo>
                    <a:lnTo>
                      <a:pt x="34"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4" name="Freeform 32">
                <a:extLst>
                  <a:ext uri="{FF2B5EF4-FFF2-40B4-BE49-F238E27FC236}">
                    <a16:creationId xmlns:a16="http://schemas.microsoft.com/office/drawing/2014/main" id="{6F3E82F9-E104-6D4B-BE5F-1B011D701764}"/>
                  </a:ext>
                </a:extLst>
              </p:cNvPr>
              <p:cNvSpPr>
                <a:spLocks/>
              </p:cNvSpPr>
              <p:nvPr/>
            </p:nvSpPr>
            <p:spPr bwMode="auto">
              <a:xfrm>
                <a:off x="7656728" y="2969974"/>
                <a:ext cx="195691" cy="184215"/>
              </a:xfrm>
              <a:custGeom>
                <a:avLst/>
                <a:gdLst>
                  <a:gd name="T0" fmla="*/ 42 w 100"/>
                  <a:gd name="T1" fmla="*/ 8 h 92"/>
                  <a:gd name="T2" fmla="*/ 46 w 100"/>
                  <a:gd name="T3" fmla="*/ 0 h 92"/>
                  <a:gd name="T4" fmla="*/ 42 w 100"/>
                  <a:gd name="T5" fmla="*/ 0 h 92"/>
                  <a:gd name="T6" fmla="*/ 38 w 100"/>
                  <a:gd name="T7" fmla="*/ 2 h 92"/>
                  <a:gd name="T8" fmla="*/ 36 w 100"/>
                  <a:gd name="T9" fmla="*/ 6 h 92"/>
                  <a:gd name="T10" fmla="*/ 34 w 100"/>
                  <a:gd name="T11" fmla="*/ 6 h 92"/>
                  <a:gd name="T12" fmla="*/ 28 w 100"/>
                  <a:gd name="T13" fmla="*/ 0 h 92"/>
                  <a:gd name="T14" fmla="*/ 26 w 100"/>
                  <a:gd name="T15" fmla="*/ 0 h 92"/>
                  <a:gd name="T16" fmla="*/ 22 w 100"/>
                  <a:gd name="T17" fmla="*/ 2 h 92"/>
                  <a:gd name="T18" fmla="*/ 24 w 100"/>
                  <a:gd name="T19" fmla="*/ 8 h 92"/>
                  <a:gd name="T20" fmla="*/ 26 w 100"/>
                  <a:gd name="T21" fmla="*/ 10 h 92"/>
                  <a:gd name="T22" fmla="*/ 26 w 100"/>
                  <a:gd name="T23" fmla="*/ 12 h 92"/>
                  <a:gd name="T24" fmla="*/ 24 w 100"/>
                  <a:gd name="T25" fmla="*/ 14 h 92"/>
                  <a:gd name="T26" fmla="*/ 20 w 100"/>
                  <a:gd name="T27" fmla="*/ 18 h 92"/>
                  <a:gd name="T28" fmla="*/ 20 w 100"/>
                  <a:gd name="T29" fmla="*/ 22 h 92"/>
                  <a:gd name="T30" fmla="*/ 22 w 100"/>
                  <a:gd name="T31" fmla="*/ 20 h 92"/>
                  <a:gd name="T32" fmla="*/ 20 w 100"/>
                  <a:gd name="T33" fmla="*/ 24 h 92"/>
                  <a:gd name="T34" fmla="*/ 20 w 100"/>
                  <a:gd name="T35" fmla="*/ 24 h 92"/>
                  <a:gd name="T36" fmla="*/ 12 w 100"/>
                  <a:gd name="T37" fmla="*/ 30 h 92"/>
                  <a:gd name="T38" fmla="*/ 10 w 100"/>
                  <a:gd name="T39" fmla="*/ 30 h 92"/>
                  <a:gd name="T40" fmla="*/ 8 w 100"/>
                  <a:gd name="T41" fmla="*/ 28 h 92"/>
                  <a:gd name="T42" fmla="*/ 4 w 100"/>
                  <a:gd name="T43" fmla="*/ 28 h 92"/>
                  <a:gd name="T44" fmla="*/ 0 w 100"/>
                  <a:gd name="T45" fmla="*/ 34 h 92"/>
                  <a:gd name="T46" fmla="*/ 2 w 100"/>
                  <a:gd name="T47" fmla="*/ 36 h 92"/>
                  <a:gd name="T48" fmla="*/ 8 w 100"/>
                  <a:gd name="T49" fmla="*/ 40 h 92"/>
                  <a:gd name="T50" fmla="*/ 14 w 100"/>
                  <a:gd name="T51" fmla="*/ 40 h 92"/>
                  <a:gd name="T52" fmla="*/ 16 w 100"/>
                  <a:gd name="T53" fmla="*/ 42 h 92"/>
                  <a:gd name="T54" fmla="*/ 12 w 100"/>
                  <a:gd name="T55" fmla="*/ 48 h 92"/>
                  <a:gd name="T56" fmla="*/ 14 w 100"/>
                  <a:gd name="T57" fmla="*/ 52 h 92"/>
                  <a:gd name="T58" fmla="*/ 16 w 100"/>
                  <a:gd name="T59" fmla="*/ 54 h 92"/>
                  <a:gd name="T60" fmla="*/ 14 w 100"/>
                  <a:gd name="T61" fmla="*/ 58 h 92"/>
                  <a:gd name="T62" fmla="*/ 10 w 100"/>
                  <a:gd name="T63" fmla="*/ 62 h 92"/>
                  <a:gd name="T64" fmla="*/ 6 w 100"/>
                  <a:gd name="T65" fmla="*/ 70 h 92"/>
                  <a:gd name="T66" fmla="*/ 16 w 100"/>
                  <a:gd name="T67" fmla="*/ 70 h 92"/>
                  <a:gd name="T68" fmla="*/ 24 w 100"/>
                  <a:gd name="T69" fmla="*/ 64 h 92"/>
                  <a:gd name="T70" fmla="*/ 32 w 100"/>
                  <a:gd name="T71" fmla="*/ 62 h 92"/>
                  <a:gd name="T72" fmla="*/ 38 w 100"/>
                  <a:gd name="T73" fmla="*/ 72 h 92"/>
                  <a:gd name="T74" fmla="*/ 34 w 100"/>
                  <a:gd name="T75" fmla="*/ 86 h 92"/>
                  <a:gd name="T76" fmla="*/ 46 w 100"/>
                  <a:gd name="T77" fmla="*/ 90 h 92"/>
                  <a:gd name="T78" fmla="*/ 56 w 100"/>
                  <a:gd name="T79" fmla="*/ 80 h 92"/>
                  <a:gd name="T80" fmla="*/ 70 w 100"/>
                  <a:gd name="T81" fmla="*/ 74 h 92"/>
                  <a:gd name="T82" fmla="*/ 84 w 100"/>
                  <a:gd name="T83" fmla="*/ 74 h 92"/>
                  <a:gd name="T84" fmla="*/ 100 w 100"/>
                  <a:gd name="T85" fmla="*/ 72 h 92"/>
                  <a:gd name="T86" fmla="*/ 96 w 100"/>
                  <a:gd name="T87" fmla="*/ 64 h 92"/>
                  <a:gd name="T88" fmla="*/ 92 w 100"/>
                  <a:gd name="T89" fmla="*/ 50 h 92"/>
                  <a:gd name="T90" fmla="*/ 94 w 100"/>
                  <a:gd name="T91" fmla="*/ 40 h 92"/>
                  <a:gd name="T92" fmla="*/ 84 w 100"/>
                  <a:gd name="T93" fmla="*/ 42 h 92"/>
                  <a:gd name="T94" fmla="*/ 80 w 100"/>
                  <a:gd name="T95" fmla="*/ 34 h 92"/>
                  <a:gd name="T96" fmla="*/ 80 w 100"/>
                  <a:gd name="T97" fmla="*/ 28 h 92"/>
                  <a:gd name="T98" fmla="*/ 74 w 100"/>
                  <a:gd name="T99" fmla="*/ 26 h 92"/>
                  <a:gd name="T100" fmla="*/ 68 w 100"/>
                  <a:gd name="T101" fmla="*/ 28 h 92"/>
                  <a:gd name="T102" fmla="*/ 60 w 100"/>
                  <a:gd name="T103" fmla="*/ 28 h 92"/>
                  <a:gd name="T104" fmla="*/ 58 w 100"/>
                  <a:gd name="T105" fmla="*/ 28 h 92"/>
                  <a:gd name="T106" fmla="*/ 54 w 100"/>
                  <a:gd name="T107" fmla="*/ 26 h 92"/>
                  <a:gd name="T108" fmla="*/ 52 w 100"/>
                  <a:gd name="T109" fmla="*/ 24 h 92"/>
                  <a:gd name="T110" fmla="*/ 46 w 100"/>
                  <a:gd name="T111" fmla="*/ 26 h 92"/>
                  <a:gd name="T112" fmla="*/ 44 w 100"/>
                  <a:gd name="T113" fmla="*/ 26 h 92"/>
                  <a:gd name="T114" fmla="*/ 42 w 100"/>
                  <a:gd name="T115" fmla="*/ 22 h 92"/>
                  <a:gd name="T116" fmla="*/ 28 w 100"/>
                  <a:gd name="T117" fmla="*/ 18 h 92"/>
                  <a:gd name="T118" fmla="*/ 42 w 100"/>
                  <a:gd name="T119"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 h="92">
                    <a:moveTo>
                      <a:pt x="42" y="16"/>
                    </a:moveTo>
                    <a:lnTo>
                      <a:pt x="42" y="8"/>
                    </a:lnTo>
                    <a:lnTo>
                      <a:pt x="48" y="6"/>
                    </a:lnTo>
                    <a:lnTo>
                      <a:pt x="46" y="0"/>
                    </a:lnTo>
                    <a:lnTo>
                      <a:pt x="46" y="0"/>
                    </a:lnTo>
                    <a:lnTo>
                      <a:pt x="42" y="0"/>
                    </a:lnTo>
                    <a:lnTo>
                      <a:pt x="38" y="2"/>
                    </a:lnTo>
                    <a:lnTo>
                      <a:pt x="38" y="2"/>
                    </a:lnTo>
                    <a:lnTo>
                      <a:pt x="38" y="4"/>
                    </a:lnTo>
                    <a:lnTo>
                      <a:pt x="36" y="6"/>
                    </a:lnTo>
                    <a:lnTo>
                      <a:pt x="34" y="6"/>
                    </a:lnTo>
                    <a:lnTo>
                      <a:pt x="34" y="6"/>
                    </a:lnTo>
                    <a:lnTo>
                      <a:pt x="30" y="2"/>
                    </a:lnTo>
                    <a:lnTo>
                      <a:pt x="28" y="0"/>
                    </a:lnTo>
                    <a:lnTo>
                      <a:pt x="28" y="0"/>
                    </a:lnTo>
                    <a:lnTo>
                      <a:pt x="26" y="0"/>
                    </a:lnTo>
                    <a:lnTo>
                      <a:pt x="24" y="2"/>
                    </a:lnTo>
                    <a:lnTo>
                      <a:pt x="22" y="2"/>
                    </a:lnTo>
                    <a:lnTo>
                      <a:pt x="22" y="2"/>
                    </a:lnTo>
                    <a:lnTo>
                      <a:pt x="24" y="8"/>
                    </a:lnTo>
                    <a:lnTo>
                      <a:pt x="26" y="10"/>
                    </a:lnTo>
                    <a:lnTo>
                      <a:pt x="26" y="10"/>
                    </a:lnTo>
                    <a:lnTo>
                      <a:pt x="26" y="12"/>
                    </a:lnTo>
                    <a:lnTo>
                      <a:pt x="26" y="12"/>
                    </a:lnTo>
                    <a:lnTo>
                      <a:pt x="24" y="14"/>
                    </a:lnTo>
                    <a:lnTo>
                      <a:pt x="24" y="14"/>
                    </a:lnTo>
                    <a:lnTo>
                      <a:pt x="22" y="16"/>
                    </a:lnTo>
                    <a:lnTo>
                      <a:pt x="20" y="18"/>
                    </a:lnTo>
                    <a:lnTo>
                      <a:pt x="20" y="22"/>
                    </a:lnTo>
                    <a:lnTo>
                      <a:pt x="20" y="22"/>
                    </a:lnTo>
                    <a:lnTo>
                      <a:pt x="20" y="22"/>
                    </a:lnTo>
                    <a:lnTo>
                      <a:pt x="22" y="20"/>
                    </a:lnTo>
                    <a:lnTo>
                      <a:pt x="22" y="22"/>
                    </a:lnTo>
                    <a:lnTo>
                      <a:pt x="20" y="24"/>
                    </a:lnTo>
                    <a:lnTo>
                      <a:pt x="20" y="24"/>
                    </a:lnTo>
                    <a:lnTo>
                      <a:pt x="20" y="24"/>
                    </a:lnTo>
                    <a:lnTo>
                      <a:pt x="14" y="28"/>
                    </a:lnTo>
                    <a:lnTo>
                      <a:pt x="12" y="30"/>
                    </a:lnTo>
                    <a:lnTo>
                      <a:pt x="10" y="30"/>
                    </a:lnTo>
                    <a:lnTo>
                      <a:pt x="10" y="30"/>
                    </a:lnTo>
                    <a:lnTo>
                      <a:pt x="10" y="28"/>
                    </a:lnTo>
                    <a:lnTo>
                      <a:pt x="8" y="28"/>
                    </a:lnTo>
                    <a:lnTo>
                      <a:pt x="4" y="28"/>
                    </a:lnTo>
                    <a:lnTo>
                      <a:pt x="4" y="28"/>
                    </a:lnTo>
                    <a:lnTo>
                      <a:pt x="0" y="32"/>
                    </a:lnTo>
                    <a:lnTo>
                      <a:pt x="0" y="34"/>
                    </a:lnTo>
                    <a:lnTo>
                      <a:pt x="2" y="36"/>
                    </a:lnTo>
                    <a:lnTo>
                      <a:pt x="2" y="36"/>
                    </a:lnTo>
                    <a:lnTo>
                      <a:pt x="6" y="40"/>
                    </a:lnTo>
                    <a:lnTo>
                      <a:pt x="8" y="40"/>
                    </a:lnTo>
                    <a:lnTo>
                      <a:pt x="8" y="40"/>
                    </a:lnTo>
                    <a:lnTo>
                      <a:pt x="14" y="40"/>
                    </a:lnTo>
                    <a:lnTo>
                      <a:pt x="16" y="40"/>
                    </a:lnTo>
                    <a:lnTo>
                      <a:pt x="16" y="42"/>
                    </a:lnTo>
                    <a:lnTo>
                      <a:pt x="16" y="42"/>
                    </a:lnTo>
                    <a:lnTo>
                      <a:pt x="12" y="48"/>
                    </a:lnTo>
                    <a:lnTo>
                      <a:pt x="12" y="50"/>
                    </a:lnTo>
                    <a:lnTo>
                      <a:pt x="14" y="52"/>
                    </a:lnTo>
                    <a:lnTo>
                      <a:pt x="14" y="52"/>
                    </a:lnTo>
                    <a:lnTo>
                      <a:pt x="16" y="54"/>
                    </a:lnTo>
                    <a:lnTo>
                      <a:pt x="14" y="58"/>
                    </a:lnTo>
                    <a:lnTo>
                      <a:pt x="14" y="58"/>
                    </a:lnTo>
                    <a:lnTo>
                      <a:pt x="12" y="60"/>
                    </a:lnTo>
                    <a:lnTo>
                      <a:pt x="10" y="62"/>
                    </a:lnTo>
                    <a:lnTo>
                      <a:pt x="10" y="62"/>
                    </a:lnTo>
                    <a:lnTo>
                      <a:pt x="6" y="70"/>
                    </a:lnTo>
                    <a:lnTo>
                      <a:pt x="12" y="68"/>
                    </a:lnTo>
                    <a:lnTo>
                      <a:pt x="16" y="70"/>
                    </a:lnTo>
                    <a:lnTo>
                      <a:pt x="22" y="66"/>
                    </a:lnTo>
                    <a:lnTo>
                      <a:pt x="24" y="64"/>
                    </a:lnTo>
                    <a:lnTo>
                      <a:pt x="28" y="60"/>
                    </a:lnTo>
                    <a:lnTo>
                      <a:pt x="32" y="62"/>
                    </a:lnTo>
                    <a:lnTo>
                      <a:pt x="34" y="66"/>
                    </a:lnTo>
                    <a:lnTo>
                      <a:pt x="38" y="72"/>
                    </a:lnTo>
                    <a:lnTo>
                      <a:pt x="36" y="76"/>
                    </a:lnTo>
                    <a:lnTo>
                      <a:pt x="34" y="86"/>
                    </a:lnTo>
                    <a:lnTo>
                      <a:pt x="40" y="92"/>
                    </a:lnTo>
                    <a:lnTo>
                      <a:pt x="46" y="90"/>
                    </a:lnTo>
                    <a:lnTo>
                      <a:pt x="52" y="84"/>
                    </a:lnTo>
                    <a:lnTo>
                      <a:pt x="56" y="80"/>
                    </a:lnTo>
                    <a:lnTo>
                      <a:pt x="60" y="78"/>
                    </a:lnTo>
                    <a:lnTo>
                      <a:pt x="70" y="74"/>
                    </a:lnTo>
                    <a:lnTo>
                      <a:pt x="74" y="72"/>
                    </a:lnTo>
                    <a:lnTo>
                      <a:pt x="84" y="74"/>
                    </a:lnTo>
                    <a:lnTo>
                      <a:pt x="94" y="74"/>
                    </a:lnTo>
                    <a:lnTo>
                      <a:pt x="100" y="72"/>
                    </a:lnTo>
                    <a:lnTo>
                      <a:pt x="98" y="68"/>
                    </a:lnTo>
                    <a:lnTo>
                      <a:pt x="96" y="64"/>
                    </a:lnTo>
                    <a:lnTo>
                      <a:pt x="94" y="58"/>
                    </a:lnTo>
                    <a:lnTo>
                      <a:pt x="92" y="50"/>
                    </a:lnTo>
                    <a:lnTo>
                      <a:pt x="94" y="44"/>
                    </a:lnTo>
                    <a:lnTo>
                      <a:pt x="94" y="40"/>
                    </a:lnTo>
                    <a:lnTo>
                      <a:pt x="92" y="38"/>
                    </a:lnTo>
                    <a:lnTo>
                      <a:pt x="84" y="42"/>
                    </a:lnTo>
                    <a:lnTo>
                      <a:pt x="80" y="38"/>
                    </a:lnTo>
                    <a:lnTo>
                      <a:pt x="80" y="34"/>
                    </a:lnTo>
                    <a:lnTo>
                      <a:pt x="80" y="34"/>
                    </a:lnTo>
                    <a:lnTo>
                      <a:pt x="80" y="28"/>
                    </a:lnTo>
                    <a:lnTo>
                      <a:pt x="80" y="28"/>
                    </a:lnTo>
                    <a:lnTo>
                      <a:pt x="74" y="26"/>
                    </a:lnTo>
                    <a:lnTo>
                      <a:pt x="68" y="28"/>
                    </a:lnTo>
                    <a:lnTo>
                      <a:pt x="68" y="28"/>
                    </a:lnTo>
                    <a:lnTo>
                      <a:pt x="64" y="28"/>
                    </a:lnTo>
                    <a:lnTo>
                      <a:pt x="60" y="28"/>
                    </a:lnTo>
                    <a:lnTo>
                      <a:pt x="60" y="28"/>
                    </a:lnTo>
                    <a:lnTo>
                      <a:pt x="58" y="28"/>
                    </a:lnTo>
                    <a:lnTo>
                      <a:pt x="56" y="28"/>
                    </a:lnTo>
                    <a:lnTo>
                      <a:pt x="54" y="26"/>
                    </a:lnTo>
                    <a:lnTo>
                      <a:pt x="54" y="26"/>
                    </a:lnTo>
                    <a:lnTo>
                      <a:pt x="52" y="24"/>
                    </a:lnTo>
                    <a:lnTo>
                      <a:pt x="50" y="24"/>
                    </a:lnTo>
                    <a:lnTo>
                      <a:pt x="46" y="26"/>
                    </a:lnTo>
                    <a:lnTo>
                      <a:pt x="46" y="26"/>
                    </a:lnTo>
                    <a:lnTo>
                      <a:pt x="44" y="26"/>
                    </a:lnTo>
                    <a:lnTo>
                      <a:pt x="42" y="24"/>
                    </a:lnTo>
                    <a:lnTo>
                      <a:pt x="42" y="22"/>
                    </a:lnTo>
                    <a:lnTo>
                      <a:pt x="32" y="24"/>
                    </a:lnTo>
                    <a:lnTo>
                      <a:pt x="28" y="18"/>
                    </a:lnTo>
                    <a:lnTo>
                      <a:pt x="36" y="14"/>
                    </a:lnTo>
                    <a:lnTo>
                      <a:pt x="42" y="18"/>
                    </a:lnTo>
                    <a:lnTo>
                      <a:pt x="42" y="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5" name="Freeform 40">
                <a:extLst>
                  <a:ext uri="{FF2B5EF4-FFF2-40B4-BE49-F238E27FC236}">
                    <a16:creationId xmlns:a16="http://schemas.microsoft.com/office/drawing/2014/main" id="{4DCF834B-92BB-4D4A-AE78-CBBC7CABD6B5}"/>
                  </a:ext>
                </a:extLst>
              </p:cNvPr>
              <p:cNvSpPr>
                <a:spLocks/>
              </p:cNvSpPr>
              <p:nvPr/>
            </p:nvSpPr>
            <p:spPr bwMode="auto">
              <a:xfrm>
                <a:off x="7973745" y="4063257"/>
                <a:ext cx="58707" cy="128150"/>
              </a:xfrm>
              <a:custGeom>
                <a:avLst/>
                <a:gdLst>
                  <a:gd name="T0" fmla="*/ 4 w 30"/>
                  <a:gd name="T1" fmla="*/ 0 h 64"/>
                  <a:gd name="T2" fmla="*/ 4 w 30"/>
                  <a:gd name="T3" fmla="*/ 0 h 64"/>
                  <a:gd name="T4" fmla="*/ 4 w 30"/>
                  <a:gd name="T5" fmla="*/ 2 h 64"/>
                  <a:gd name="T6" fmla="*/ 4 w 30"/>
                  <a:gd name="T7" fmla="*/ 2 h 64"/>
                  <a:gd name="T8" fmla="*/ 4 w 30"/>
                  <a:gd name="T9" fmla="*/ 6 h 64"/>
                  <a:gd name="T10" fmla="*/ 6 w 30"/>
                  <a:gd name="T11" fmla="*/ 8 h 64"/>
                  <a:gd name="T12" fmla="*/ 6 w 30"/>
                  <a:gd name="T13" fmla="*/ 10 h 64"/>
                  <a:gd name="T14" fmla="*/ 6 w 30"/>
                  <a:gd name="T15" fmla="*/ 10 h 64"/>
                  <a:gd name="T16" fmla="*/ 4 w 30"/>
                  <a:gd name="T17" fmla="*/ 12 h 64"/>
                  <a:gd name="T18" fmla="*/ 4 w 30"/>
                  <a:gd name="T19" fmla="*/ 12 h 64"/>
                  <a:gd name="T20" fmla="*/ 4 w 30"/>
                  <a:gd name="T21" fmla="*/ 18 h 64"/>
                  <a:gd name="T22" fmla="*/ 4 w 30"/>
                  <a:gd name="T23" fmla="*/ 18 h 64"/>
                  <a:gd name="T24" fmla="*/ 0 w 30"/>
                  <a:gd name="T25" fmla="*/ 28 h 64"/>
                  <a:gd name="T26" fmla="*/ 0 w 30"/>
                  <a:gd name="T27" fmla="*/ 28 h 64"/>
                  <a:gd name="T28" fmla="*/ 0 w 30"/>
                  <a:gd name="T29" fmla="*/ 28 h 64"/>
                  <a:gd name="T30" fmla="*/ 0 w 30"/>
                  <a:gd name="T31" fmla="*/ 28 h 64"/>
                  <a:gd name="T32" fmla="*/ 0 w 30"/>
                  <a:gd name="T33" fmla="*/ 36 h 64"/>
                  <a:gd name="T34" fmla="*/ 2 w 30"/>
                  <a:gd name="T35" fmla="*/ 44 h 64"/>
                  <a:gd name="T36" fmla="*/ 2 w 30"/>
                  <a:gd name="T37" fmla="*/ 44 h 64"/>
                  <a:gd name="T38" fmla="*/ 2 w 30"/>
                  <a:gd name="T39" fmla="*/ 50 h 64"/>
                  <a:gd name="T40" fmla="*/ 4 w 30"/>
                  <a:gd name="T41" fmla="*/ 56 h 64"/>
                  <a:gd name="T42" fmla="*/ 6 w 30"/>
                  <a:gd name="T43" fmla="*/ 58 h 64"/>
                  <a:gd name="T44" fmla="*/ 6 w 30"/>
                  <a:gd name="T45" fmla="*/ 58 h 64"/>
                  <a:gd name="T46" fmla="*/ 8 w 30"/>
                  <a:gd name="T47" fmla="*/ 62 h 64"/>
                  <a:gd name="T48" fmla="*/ 8 w 30"/>
                  <a:gd name="T49" fmla="*/ 62 h 64"/>
                  <a:gd name="T50" fmla="*/ 14 w 30"/>
                  <a:gd name="T51" fmla="*/ 64 h 64"/>
                  <a:gd name="T52" fmla="*/ 14 w 30"/>
                  <a:gd name="T53" fmla="*/ 64 h 64"/>
                  <a:gd name="T54" fmla="*/ 20 w 30"/>
                  <a:gd name="T55" fmla="*/ 60 h 64"/>
                  <a:gd name="T56" fmla="*/ 26 w 30"/>
                  <a:gd name="T57" fmla="*/ 56 h 64"/>
                  <a:gd name="T58" fmla="*/ 26 w 30"/>
                  <a:gd name="T59" fmla="*/ 56 h 64"/>
                  <a:gd name="T60" fmla="*/ 28 w 30"/>
                  <a:gd name="T61" fmla="*/ 52 h 64"/>
                  <a:gd name="T62" fmla="*/ 30 w 30"/>
                  <a:gd name="T63" fmla="*/ 48 h 64"/>
                  <a:gd name="T64" fmla="*/ 30 w 30"/>
                  <a:gd name="T65" fmla="*/ 38 h 64"/>
                  <a:gd name="T66" fmla="*/ 30 w 30"/>
                  <a:gd name="T67" fmla="*/ 38 h 64"/>
                  <a:gd name="T68" fmla="*/ 28 w 30"/>
                  <a:gd name="T69" fmla="*/ 38 h 64"/>
                  <a:gd name="T70" fmla="*/ 28 w 30"/>
                  <a:gd name="T71" fmla="*/ 38 h 64"/>
                  <a:gd name="T72" fmla="*/ 28 w 30"/>
                  <a:gd name="T73" fmla="*/ 30 h 64"/>
                  <a:gd name="T74" fmla="*/ 28 w 30"/>
                  <a:gd name="T75" fmla="*/ 30 h 64"/>
                  <a:gd name="T76" fmla="*/ 24 w 30"/>
                  <a:gd name="T77" fmla="*/ 26 h 64"/>
                  <a:gd name="T78" fmla="*/ 24 w 30"/>
                  <a:gd name="T79" fmla="*/ 26 h 64"/>
                  <a:gd name="T80" fmla="*/ 22 w 30"/>
                  <a:gd name="T81" fmla="*/ 20 h 64"/>
                  <a:gd name="T82" fmla="*/ 22 w 30"/>
                  <a:gd name="T83" fmla="*/ 20 h 64"/>
                  <a:gd name="T84" fmla="*/ 20 w 30"/>
                  <a:gd name="T85" fmla="*/ 20 h 64"/>
                  <a:gd name="T86" fmla="*/ 16 w 30"/>
                  <a:gd name="T87" fmla="*/ 16 h 64"/>
                  <a:gd name="T88" fmla="*/ 16 w 30"/>
                  <a:gd name="T89" fmla="*/ 16 h 64"/>
                  <a:gd name="T90" fmla="*/ 16 w 30"/>
                  <a:gd name="T91" fmla="*/ 14 h 64"/>
                  <a:gd name="T92" fmla="*/ 16 w 30"/>
                  <a:gd name="T93" fmla="*/ 14 h 64"/>
                  <a:gd name="T94" fmla="*/ 12 w 30"/>
                  <a:gd name="T95" fmla="*/ 12 h 64"/>
                  <a:gd name="T96" fmla="*/ 12 w 30"/>
                  <a:gd name="T97" fmla="*/ 12 h 64"/>
                  <a:gd name="T98" fmla="*/ 10 w 30"/>
                  <a:gd name="T99" fmla="*/ 6 h 64"/>
                  <a:gd name="T100" fmla="*/ 8 w 30"/>
                  <a:gd name="T101" fmla="*/ 0 h 64"/>
                  <a:gd name="T102" fmla="*/ 8 w 30"/>
                  <a:gd name="T103" fmla="*/ 0 h 64"/>
                  <a:gd name="T104" fmla="*/ 4 w 30"/>
                  <a:gd name="T105" fmla="*/ 0 h 64"/>
                  <a:gd name="T106" fmla="*/ 4 w 30"/>
                  <a:gd name="T10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 h="64">
                    <a:moveTo>
                      <a:pt x="4" y="0"/>
                    </a:moveTo>
                    <a:lnTo>
                      <a:pt x="4" y="0"/>
                    </a:lnTo>
                    <a:lnTo>
                      <a:pt x="4" y="2"/>
                    </a:lnTo>
                    <a:lnTo>
                      <a:pt x="4" y="2"/>
                    </a:lnTo>
                    <a:lnTo>
                      <a:pt x="4" y="6"/>
                    </a:lnTo>
                    <a:lnTo>
                      <a:pt x="6" y="8"/>
                    </a:lnTo>
                    <a:lnTo>
                      <a:pt x="6" y="10"/>
                    </a:lnTo>
                    <a:lnTo>
                      <a:pt x="6" y="10"/>
                    </a:lnTo>
                    <a:lnTo>
                      <a:pt x="4" y="12"/>
                    </a:lnTo>
                    <a:lnTo>
                      <a:pt x="4" y="12"/>
                    </a:lnTo>
                    <a:lnTo>
                      <a:pt x="4" y="18"/>
                    </a:lnTo>
                    <a:lnTo>
                      <a:pt x="4" y="18"/>
                    </a:lnTo>
                    <a:lnTo>
                      <a:pt x="0" y="28"/>
                    </a:lnTo>
                    <a:lnTo>
                      <a:pt x="0" y="28"/>
                    </a:lnTo>
                    <a:lnTo>
                      <a:pt x="0" y="28"/>
                    </a:lnTo>
                    <a:lnTo>
                      <a:pt x="0" y="28"/>
                    </a:lnTo>
                    <a:lnTo>
                      <a:pt x="0" y="36"/>
                    </a:lnTo>
                    <a:lnTo>
                      <a:pt x="2" y="44"/>
                    </a:lnTo>
                    <a:lnTo>
                      <a:pt x="2" y="44"/>
                    </a:lnTo>
                    <a:lnTo>
                      <a:pt x="2" y="50"/>
                    </a:lnTo>
                    <a:lnTo>
                      <a:pt x="4" y="56"/>
                    </a:lnTo>
                    <a:lnTo>
                      <a:pt x="6" y="58"/>
                    </a:lnTo>
                    <a:lnTo>
                      <a:pt x="6" y="58"/>
                    </a:lnTo>
                    <a:lnTo>
                      <a:pt x="8" y="62"/>
                    </a:lnTo>
                    <a:lnTo>
                      <a:pt x="8" y="62"/>
                    </a:lnTo>
                    <a:lnTo>
                      <a:pt x="14" y="64"/>
                    </a:lnTo>
                    <a:lnTo>
                      <a:pt x="14" y="64"/>
                    </a:lnTo>
                    <a:lnTo>
                      <a:pt x="20" y="60"/>
                    </a:lnTo>
                    <a:lnTo>
                      <a:pt x="26" y="56"/>
                    </a:lnTo>
                    <a:lnTo>
                      <a:pt x="26" y="56"/>
                    </a:lnTo>
                    <a:lnTo>
                      <a:pt x="28" y="52"/>
                    </a:lnTo>
                    <a:lnTo>
                      <a:pt x="30" y="48"/>
                    </a:lnTo>
                    <a:lnTo>
                      <a:pt x="30" y="38"/>
                    </a:lnTo>
                    <a:lnTo>
                      <a:pt x="30" y="38"/>
                    </a:lnTo>
                    <a:lnTo>
                      <a:pt x="28" y="38"/>
                    </a:lnTo>
                    <a:lnTo>
                      <a:pt x="28" y="38"/>
                    </a:lnTo>
                    <a:lnTo>
                      <a:pt x="28" y="30"/>
                    </a:lnTo>
                    <a:lnTo>
                      <a:pt x="28" y="30"/>
                    </a:lnTo>
                    <a:lnTo>
                      <a:pt x="24" y="26"/>
                    </a:lnTo>
                    <a:lnTo>
                      <a:pt x="24" y="26"/>
                    </a:lnTo>
                    <a:lnTo>
                      <a:pt x="22" y="20"/>
                    </a:lnTo>
                    <a:lnTo>
                      <a:pt x="22" y="20"/>
                    </a:lnTo>
                    <a:lnTo>
                      <a:pt x="20" y="20"/>
                    </a:lnTo>
                    <a:lnTo>
                      <a:pt x="16" y="16"/>
                    </a:lnTo>
                    <a:lnTo>
                      <a:pt x="16" y="16"/>
                    </a:lnTo>
                    <a:lnTo>
                      <a:pt x="16" y="14"/>
                    </a:lnTo>
                    <a:lnTo>
                      <a:pt x="16" y="14"/>
                    </a:lnTo>
                    <a:lnTo>
                      <a:pt x="12" y="12"/>
                    </a:lnTo>
                    <a:lnTo>
                      <a:pt x="12" y="12"/>
                    </a:lnTo>
                    <a:lnTo>
                      <a:pt x="10" y="6"/>
                    </a:lnTo>
                    <a:lnTo>
                      <a:pt x="8" y="0"/>
                    </a:lnTo>
                    <a:lnTo>
                      <a:pt x="8" y="0"/>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6" name="Freeform 42">
                <a:extLst>
                  <a:ext uri="{FF2B5EF4-FFF2-40B4-BE49-F238E27FC236}">
                    <a16:creationId xmlns:a16="http://schemas.microsoft.com/office/drawing/2014/main" id="{45D2D24D-650A-C54A-9C51-53E2FA37F0B5}"/>
                  </a:ext>
                </a:extLst>
              </p:cNvPr>
              <p:cNvSpPr>
                <a:spLocks/>
              </p:cNvSpPr>
              <p:nvPr/>
            </p:nvSpPr>
            <p:spPr bwMode="auto">
              <a:xfrm>
                <a:off x="9202680" y="3070091"/>
                <a:ext cx="78277" cy="148174"/>
              </a:xfrm>
              <a:custGeom>
                <a:avLst/>
                <a:gdLst>
                  <a:gd name="T0" fmla="*/ 6 w 40"/>
                  <a:gd name="T1" fmla="*/ 10 h 74"/>
                  <a:gd name="T2" fmla="*/ 10 w 40"/>
                  <a:gd name="T3" fmla="*/ 20 h 74"/>
                  <a:gd name="T4" fmla="*/ 10 w 40"/>
                  <a:gd name="T5" fmla="*/ 22 h 74"/>
                  <a:gd name="T6" fmla="*/ 10 w 40"/>
                  <a:gd name="T7" fmla="*/ 24 h 74"/>
                  <a:gd name="T8" fmla="*/ 4 w 40"/>
                  <a:gd name="T9" fmla="*/ 24 h 74"/>
                  <a:gd name="T10" fmla="*/ 4 w 40"/>
                  <a:gd name="T11" fmla="*/ 28 h 74"/>
                  <a:gd name="T12" fmla="*/ 10 w 40"/>
                  <a:gd name="T13" fmla="*/ 32 h 74"/>
                  <a:gd name="T14" fmla="*/ 6 w 40"/>
                  <a:gd name="T15" fmla="*/ 36 h 74"/>
                  <a:gd name="T16" fmla="*/ 6 w 40"/>
                  <a:gd name="T17" fmla="*/ 38 h 74"/>
                  <a:gd name="T18" fmla="*/ 10 w 40"/>
                  <a:gd name="T19" fmla="*/ 44 h 74"/>
                  <a:gd name="T20" fmla="*/ 4 w 40"/>
                  <a:gd name="T21" fmla="*/ 52 h 74"/>
                  <a:gd name="T22" fmla="*/ 4 w 40"/>
                  <a:gd name="T23" fmla="*/ 56 h 74"/>
                  <a:gd name="T24" fmla="*/ 4 w 40"/>
                  <a:gd name="T25" fmla="*/ 60 h 74"/>
                  <a:gd name="T26" fmla="*/ 2 w 40"/>
                  <a:gd name="T27" fmla="*/ 64 h 74"/>
                  <a:gd name="T28" fmla="*/ 2 w 40"/>
                  <a:gd name="T29" fmla="*/ 70 h 74"/>
                  <a:gd name="T30" fmla="*/ 2 w 40"/>
                  <a:gd name="T31" fmla="*/ 70 h 74"/>
                  <a:gd name="T32" fmla="*/ 0 w 40"/>
                  <a:gd name="T33" fmla="*/ 72 h 74"/>
                  <a:gd name="T34" fmla="*/ 6 w 40"/>
                  <a:gd name="T35" fmla="*/ 74 h 74"/>
                  <a:gd name="T36" fmla="*/ 6 w 40"/>
                  <a:gd name="T37" fmla="*/ 74 h 74"/>
                  <a:gd name="T38" fmla="*/ 14 w 40"/>
                  <a:gd name="T39" fmla="*/ 70 h 74"/>
                  <a:gd name="T40" fmla="*/ 14 w 40"/>
                  <a:gd name="T41" fmla="*/ 66 h 74"/>
                  <a:gd name="T42" fmla="*/ 30 w 40"/>
                  <a:gd name="T43" fmla="*/ 64 h 74"/>
                  <a:gd name="T44" fmla="*/ 30 w 40"/>
                  <a:gd name="T45" fmla="*/ 60 h 74"/>
                  <a:gd name="T46" fmla="*/ 30 w 40"/>
                  <a:gd name="T47" fmla="*/ 58 h 74"/>
                  <a:gd name="T48" fmla="*/ 38 w 40"/>
                  <a:gd name="T49" fmla="*/ 56 h 74"/>
                  <a:gd name="T50" fmla="*/ 40 w 40"/>
                  <a:gd name="T51" fmla="*/ 52 h 74"/>
                  <a:gd name="T52" fmla="*/ 40 w 40"/>
                  <a:gd name="T53" fmla="*/ 24 h 74"/>
                  <a:gd name="T54" fmla="*/ 38 w 40"/>
                  <a:gd name="T55" fmla="*/ 20 h 74"/>
                  <a:gd name="T56" fmla="*/ 34 w 40"/>
                  <a:gd name="T57" fmla="*/ 16 h 74"/>
                  <a:gd name="T58" fmla="*/ 34 w 40"/>
                  <a:gd name="T59" fmla="*/ 12 h 74"/>
                  <a:gd name="T60" fmla="*/ 30 w 40"/>
                  <a:gd name="T61" fmla="*/ 10 h 74"/>
                  <a:gd name="T62" fmla="*/ 30 w 40"/>
                  <a:gd name="T63" fmla="*/ 6 h 74"/>
                  <a:gd name="T64" fmla="*/ 30 w 40"/>
                  <a:gd name="T65" fmla="*/ 4 h 74"/>
                  <a:gd name="T66" fmla="*/ 30 w 40"/>
                  <a:gd name="T67" fmla="*/ 2 h 74"/>
                  <a:gd name="T68" fmla="*/ 22 w 40"/>
                  <a:gd name="T69" fmla="*/ 4 h 74"/>
                  <a:gd name="T70" fmla="*/ 12 w 40"/>
                  <a:gd name="T71" fmla="*/ 2 h 74"/>
                  <a:gd name="T72" fmla="*/ 6 w 40"/>
                  <a:gd name="T73" fmla="*/ 1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74">
                    <a:moveTo>
                      <a:pt x="6" y="10"/>
                    </a:moveTo>
                    <a:lnTo>
                      <a:pt x="6" y="10"/>
                    </a:lnTo>
                    <a:lnTo>
                      <a:pt x="8" y="20"/>
                    </a:lnTo>
                    <a:lnTo>
                      <a:pt x="10" y="20"/>
                    </a:lnTo>
                    <a:lnTo>
                      <a:pt x="10" y="20"/>
                    </a:lnTo>
                    <a:lnTo>
                      <a:pt x="10" y="22"/>
                    </a:lnTo>
                    <a:lnTo>
                      <a:pt x="10" y="24"/>
                    </a:lnTo>
                    <a:lnTo>
                      <a:pt x="10" y="24"/>
                    </a:lnTo>
                    <a:lnTo>
                      <a:pt x="4" y="24"/>
                    </a:lnTo>
                    <a:lnTo>
                      <a:pt x="4" y="24"/>
                    </a:lnTo>
                    <a:lnTo>
                      <a:pt x="4" y="28"/>
                    </a:lnTo>
                    <a:lnTo>
                      <a:pt x="4" y="28"/>
                    </a:lnTo>
                    <a:lnTo>
                      <a:pt x="10" y="32"/>
                    </a:lnTo>
                    <a:lnTo>
                      <a:pt x="10" y="32"/>
                    </a:lnTo>
                    <a:lnTo>
                      <a:pt x="6" y="34"/>
                    </a:lnTo>
                    <a:lnTo>
                      <a:pt x="6" y="36"/>
                    </a:lnTo>
                    <a:lnTo>
                      <a:pt x="6" y="38"/>
                    </a:lnTo>
                    <a:lnTo>
                      <a:pt x="6" y="38"/>
                    </a:lnTo>
                    <a:lnTo>
                      <a:pt x="10" y="44"/>
                    </a:lnTo>
                    <a:lnTo>
                      <a:pt x="10" y="44"/>
                    </a:lnTo>
                    <a:lnTo>
                      <a:pt x="8" y="48"/>
                    </a:lnTo>
                    <a:lnTo>
                      <a:pt x="4" y="52"/>
                    </a:lnTo>
                    <a:lnTo>
                      <a:pt x="4" y="52"/>
                    </a:lnTo>
                    <a:lnTo>
                      <a:pt x="4" y="56"/>
                    </a:lnTo>
                    <a:lnTo>
                      <a:pt x="4" y="60"/>
                    </a:lnTo>
                    <a:lnTo>
                      <a:pt x="4" y="60"/>
                    </a:lnTo>
                    <a:lnTo>
                      <a:pt x="2" y="64"/>
                    </a:lnTo>
                    <a:lnTo>
                      <a:pt x="2" y="64"/>
                    </a:lnTo>
                    <a:lnTo>
                      <a:pt x="2" y="68"/>
                    </a:lnTo>
                    <a:lnTo>
                      <a:pt x="2" y="70"/>
                    </a:lnTo>
                    <a:lnTo>
                      <a:pt x="2" y="70"/>
                    </a:lnTo>
                    <a:lnTo>
                      <a:pt x="2" y="70"/>
                    </a:lnTo>
                    <a:lnTo>
                      <a:pt x="0" y="72"/>
                    </a:lnTo>
                    <a:lnTo>
                      <a:pt x="0" y="72"/>
                    </a:lnTo>
                    <a:lnTo>
                      <a:pt x="4" y="74"/>
                    </a:lnTo>
                    <a:lnTo>
                      <a:pt x="6" y="74"/>
                    </a:lnTo>
                    <a:lnTo>
                      <a:pt x="6" y="74"/>
                    </a:lnTo>
                    <a:lnTo>
                      <a:pt x="6" y="74"/>
                    </a:lnTo>
                    <a:lnTo>
                      <a:pt x="14" y="70"/>
                    </a:lnTo>
                    <a:lnTo>
                      <a:pt x="14" y="70"/>
                    </a:lnTo>
                    <a:lnTo>
                      <a:pt x="14" y="66"/>
                    </a:lnTo>
                    <a:lnTo>
                      <a:pt x="14" y="66"/>
                    </a:lnTo>
                    <a:lnTo>
                      <a:pt x="22" y="64"/>
                    </a:lnTo>
                    <a:lnTo>
                      <a:pt x="30" y="64"/>
                    </a:lnTo>
                    <a:lnTo>
                      <a:pt x="30" y="64"/>
                    </a:lnTo>
                    <a:lnTo>
                      <a:pt x="30" y="60"/>
                    </a:lnTo>
                    <a:lnTo>
                      <a:pt x="30" y="58"/>
                    </a:lnTo>
                    <a:lnTo>
                      <a:pt x="30" y="58"/>
                    </a:lnTo>
                    <a:lnTo>
                      <a:pt x="36" y="58"/>
                    </a:lnTo>
                    <a:lnTo>
                      <a:pt x="38" y="56"/>
                    </a:lnTo>
                    <a:lnTo>
                      <a:pt x="38" y="56"/>
                    </a:lnTo>
                    <a:lnTo>
                      <a:pt x="40" y="52"/>
                    </a:lnTo>
                    <a:lnTo>
                      <a:pt x="40" y="40"/>
                    </a:lnTo>
                    <a:lnTo>
                      <a:pt x="40" y="24"/>
                    </a:lnTo>
                    <a:lnTo>
                      <a:pt x="40" y="24"/>
                    </a:lnTo>
                    <a:lnTo>
                      <a:pt x="38" y="20"/>
                    </a:lnTo>
                    <a:lnTo>
                      <a:pt x="34" y="16"/>
                    </a:lnTo>
                    <a:lnTo>
                      <a:pt x="34" y="16"/>
                    </a:lnTo>
                    <a:lnTo>
                      <a:pt x="34" y="12"/>
                    </a:lnTo>
                    <a:lnTo>
                      <a:pt x="34" y="12"/>
                    </a:lnTo>
                    <a:lnTo>
                      <a:pt x="32" y="10"/>
                    </a:lnTo>
                    <a:lnTo>
                      <a:pt x="30" y="10"/>
                    </a:lnTo>
                    <a:lnTo>
                      <a:pt x="30" y="10"/>
                    </a:lnTo>
                    <a:lnTo>
                      <a:pt x="30" y="6"/>
                    </a:lnTo>
                    <a:lnTo>
                      <a:pt x="30" y="4"/>
                    </a:lnTo>
                    <a:lnTo>
                      <a:pt x="30" y="4"/>
                    </a:lnTo>
                    <a:lnTo>
                      <a:pt x="30" y="2"/>
                    </a:lnTo>
                    <a:lnTo>
                      <a:pt x="30" y="2"/>
                    </a:lnTo>
                    <a:lnTo>
                      <a:pt x="22" y="4"/>
                    </a:lnTo>
                    <a:lnTo>
                      <a:pt x="22" y="4"/>
                    </a:lnTo>
                    <a:lnTo>
                      <a:pt x="16" y="0"/>
                    </a:lnTo>
                    <a:lnTo>
                      <a:pt x="12" y="2"/>
                    </a:lnTo>
                    <a:lnTo>
                      <a:pt x="4" y="10"/>
                    </a:lnTo>
                    <a:lnTo>
                      <a:pt x="6"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7" name="Freeform 46">
                <a:extLst>
                  <a:ext uri="{FF2B5EF4-FFF2-40B4-BE49-F238E27FC236}">
                    <a16:creationId xmlns:a16="http://schemas.microsoft.com/office/drawing/2014/main" id="{20FA36DB-A6DF-E743-910C-922C3813925C}"/>
                  </a:ext>
                </a:extLst>
              </p:cNvPr>
              <p:cNvSpPr>
                <a:spLocks noEditPoints="1"/>
              </p:cNvSpPr>
              <p:nvPr/>
            </p:nvSpPr>
            <p:spPr bwMode="auto">
              <a:xfrm>
                <a:off x="9977614" y="4623917"/>
                <a:ext cx="152639" cy="140165"/>
              </a:xfrm>
              <a:custGeom>
                <a:avLst/>
                <a:gdLst>
                  <a:gd name="T0" fmla="*/ 66 w 78"/>
                  <a:gd name="T1" fmla="*/ 60 h 70"/>
                  <a:gd name="T2" fmla="*/ 66 w 78"/>
                  <a:gd name="T3" fmla="*/ 64 h 70"/>
                  <a:gd name="T4" fmla="*/ 70 w 78"/>
                  <a:gd name="T5" fmla="*/ 66 h 70"/>
                  <a:gd name="T6" fmla="*/ 78 w 78"/>
                  <a:gd name="T7" fmla="*/ 70 h 70"/>
                  <a:gd name="T8" fmla="*/ 78 w 78"/>
                  <a:gd name="T9" fmla="*/ 68 h 70"/>
                  <a:gd name="T10" fmla="*/ 76 w 78"/>
                  <a:gd name="T11" fmla="*/ 68 h 70"/>
                  <a:gd name="T12" fmla="*/ 66 w 78"/>
                  <a:gd name="T13" fmla="*/ 60 h 70"/>
                  <a:gd name="T14" fmla="*/ 42 w 78"/>
                  <a:gd name="T15" fmla="*/ 44 h 70"/>
                  <a:gd name="T16" fmla="*/ 42 w 78"/>
                  <a:gd name="T17" fmla="*/ 46 h 70"/>
                  <a:gd name="T18" fmla="*/ 42 w 78"/>
                  <a:gd name="T19" fmla="*/ 50 h 70"/>
                  <a:gd name="T20" fmla="*/ 50 w 78"/>
                  <a:gd name="T21" fmla="*/ 52 h 70"/>
                  <a:gd name="T22" fmla="*/ 58 w 78"/>
                  <a:gd name="T23" fmla="*/ 52 h 70"/>
                  <a:gd name="T24" fmla="*/ 56 w 78"/>
                  <a:gd name="T25" fmla="*/ 48 h 70"/>
                  <a:gd name="T26" fmla="*/ 42 w 78"/>
                  <a:gd name="T27" fmla="*/ 44 h 70"/>
                  <a:gd name="T28" fmla="*/ 54 w 78"/>
                  <a:gd name="T29" fmla="*/ 30 h 70"/>
                  <a:gd name="T30" fmla="*/ 58 w 78"/>
                  <a:gd name="T31" fmla="*/ 40 h 70"/>
                  <a:gd name="T32" fmla="*/ 62 w 78"/>
                  <a:gd name="T33" fmla="*/ 44 h 70"/>
                  <a:gd name="T34" fmla="*/ 62 w 78"/>
                  <a:gd name="T35" fmla="*/ 46 h 70"/>
                  <a:gd name="T36" fmla="*/ 66 w 78"/>
                  <a:gd name="T37" fmla="*/ 46 h 70"/>
                  <a:gd name="T38" fmla="*/ 56 w 78"/>
                  <a:gd name="T39" fmla="*/ 30 h 70"/>
                  <a:gd name="T40" fmla="*/ 12 w 78"/>
                  <a:gd name="T41" fmla="*/ 20 h 70"/>
                  <a:gd name="T42" fmla="*/ 10 w 78"/>
                  <a:gd name="T43" fmla="*/ 26 h 70"/>
                  <a:gd name="T44" fmla="*/ 14 w 78"/>
                  <a:gd name="T45" fmla="*/ 30 h 70"/>
                  <a:gd name="T46" fmla="*/ 16 w 78"/>
                  <a:gd name="T47" fmla="*/ 30 h 70"/>
                  <a:gd name="T48" fmla="*/ 18 w 78"/>
                  <a:gd name="T49" fmla="*/ 30 h 70"/>
                  <a:gd name="T50" fmla="*/ 16 w 78"/>
                  <a:gd name="T51" fmla="*/ 22 h 70"/>
                  <a:gd name="T52" fmla="*/ 12 w 78"/>
                  <a:gd name="T53" fmla="*/ 20 h 70"/>
                  <a:gd name="T54" fmla="*/ 28 w 78"/>
                  <a:gd name="T55" fmla="*/ 12 h 70"/>
                  <a:gd name="T56" fmla="*/ 26 w 78"/>
                  <a:gd name="T57" fmla="*/ 16 h 70"/>
                  <a:gd name="T58" fmla="*/ 42 w 78"/>
                  <a:gd name="T59" fmla="*/ 28 h 70"/>
                  <a:gd name="T60" fmla="*/ 42 w 78"/>
                  <a:gd name="T61" fmla="*/ 26 h 70"/>
                  <a:gd name="T62" fmla="*/ 38 w 78"/>
                  <a:gd name="T63" fmla="*/ 22 h 70"/>
                  <a:gd name="T64" fmla="*/ 36 w 78"/>
                  <a:gd name="T65" fmla="*/ 16 h 70"/>
                  <a:gd name="T66" fmla="*/ 28 w 78"/>
                  <a:gd name="T67" fmla="*/ 12 h 70"/>
                  <a:gd name="T68" fmla="*/ 0 w 78"/>
                  <a:gd name="T69" fmla="*/ 0 h 70"/>
                  <a:gd name="T70" fmla="*/ 2 w 78"/>
                  <a:gd name="T71" fmla="*/ 4 h 70"/>
                  <a:gd name="T72" fmla="*/ 6 w 78"/>
                  <a:gd name="T73" fmla="*/ 10 h 70"/>
                  <a:gd name="T74" fmla="*/ 12 w 78"/>
                  <a:gd name="T75" fmla="*/ 10 h 70"/>
                  <a:gd name="T76" fmla="*/ 10 w 78"/>
                  <a:gd name="T77" fmla="*/ 8 h 70"/>
                  <a:gd name="T78" fmla="*/ 0 w 78"/>
                  <a:gd name="T7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 h="70">
                    <a:moveTo>
                      <a:pt x="66" y="60"/>
                    </a:moveTo>
                    <a:lnTo>
                      <a:pt x="66" y="60"/>
                    </a:lnTo>
                    <a:lnTo>
                      <a:pt x="66" y="62"/>
                    </a:lnTo>
                    <a:lnTo>
                      <a:pt x="66" y="64"/>
                    </a:lnTo>
                    <a:lnTo>
                      <a:pt x="66" y="64"/>
                    </a:lnTo>
                    <a:lnTo>
                      <a:pt x="70" y="66"/>
                    </a:lnTo>
                    <a:lnTo>
                      <a:pt x="74" y="68"/>
                    </a:lnTo>
                    <a:lnTo>
                      <a:pt x="78" y="70"/>
                    </a:lnTo>
                    <a:lnTo>
                      <a:pt x="78" y="68"/>
                    </a:lnTo>
                    <a:lnTo>
                      <a:pt x="78" y="68"/>
                    </a:lnTo>
                    <a:lnTo>
                      <a:pt x="76" y="68"/>
                    </a:lnTo>
                    <a:lnTo>
                      <a:pt x="76" y="68"/>
                    </a:lnTo>
                    <a:lnTo>
                      <a:pt x="72" y="64"/>
                    </a:lnTo>
                    <a:lnTo>
                      <a:pt x="66" y="60"/>
                    </a:lnTo>
                    <a:lnTo>
                      <a:pt x="66" y="60"/>
                    </a:lnTo>
                    <a:close/>
                    <a:moveTo>
                      <a:pt x="42" y="44"/>
                    </a:moveTo>
                    <a:lnTo>
                      <a:pt x="42" y="44"/>
                    </a:lnTo>
                    <a:lnTo>
                      <a:pt x="42" y="46"/>
                    </a:lnTo>
                    <a:lnTo>
                      <a:pt x="42" y="50"/>
                    </a:lnTo>
                    <a:lnTo>
                      <a:pt x="42" y="50"/>
                    </a:lnTo>
                    <a:lnTo>
                      <a:pt x="46" y="52"/>
                    </a:lnTo>
                    <a:lnTo>
                      <a:pt x="50" y="52"/>
                    </a:lnTo>
                    <a:lnTo>
                      <a:pt x="58" y="52"/>
                    </a:lnTo>
                    <a:lnTo>
                      <a:pt x="58" y="52"/>
                    </a:lnTo>
                    <a:lnTo>
                      <a:pt x="56" y="48"/>
                    </a:lnTo>
                    <a:lnTo>
                      <a:pt x="56" y="48"/>
                    </a:lnTo>
                    <a:lnTo>
                      <a:pt x="42" y="44"/>
                    </a:lnTo>
                    <a:lnTo>
                      <a:pt x="42" y="44"/>
                    </a:lnTo>
                    <a:close/>
                    <a:moveTo>
                      <a:pt x="54" y="30"/>
                    </a:moveTo>
                    <a:lnTo>
                      <a:pt x="54" y="30"/>
                    </a:lnTo>
                    <a:lnTo>
                      <a:pt x="56" y="36"/>
                    </a:lnTo>
                    <a:lnTo>
                      <a:pt x="58" y="40"/>
                    </a:lnTo>
                    <a:lnTo>
                      <a:pt x="58" y="40"/>
                    </a:lnTo>
                    <a:lnTo>
                      <a:pt x="62" y="44"/>
                    </a:lnTo>
                    <a:lnTo>
                      <a:pt x="62" y="46"/>
                    </a:lnTo>
                    <a:lnTo>
                      <a:pt x="62" y="46"/>
                    </a:lnTo>
                    <a:lnTo>
                      <a:pt x="66" y="46"/>
                    </a:lnTo>
                    <a:lnTo>
                      <a:pt x="66" y="46"/>
                    </a:lnTo>
                    <a:lnTo>
                      <a:pt x="62" y="38"/>
                    </a:lnTo>
                    <a:lnTo>
                      <a:pt x="56" y="30"/>
                    </a:lnTo>
                    <a:lnTo>
                      <a:pt x="54" y="30"/>
                    </a:lnTo>
                    <a:close/>
                    <a:moveTo>
                      <a:pt x="12" y="20"/>
                    </a:moveTo>
                    <a:lnTo>
                      <a:pt x="12" y="20"/>
                    </a:lnTo>
                    <a:lnTo>
                      <a:pt x="10" y="26"/>
                    </a:lnTo>
                    <a:lnTo>
                      <a:pt x="14" y="30"/>
                    </a:lnTo>
                    <a:lnTo>
                      <a:pt x="14" y="30"/>
                    </a:lnTo>
                    <a:lnTo>
                      <a:pt x="14" y="30"/>
                    </a:lnTo>
                    <a:lnTo>
                      <a:pt x="16" y="30"/>
                    </a:lnTo>
                    <a:lnTo>
                      <a:pt x="18" y="30"/>
                    </a:lnTo>
                    <a:lnTo>
                      <a:pt x="18" y="30"/>
                    </a:lnTo>
                    <a:lnTo>
                      <a:pt x="18" y="26"/>
                    </a:lnTo>
                    <a:lnTo>
                      <a:pt x="16" y="22"/>
                    </a:lnTo>
                    <a:lnTo>
                      <a:pt x="16" y="22"/>
                    </a:lnTo>
                    <a:lnTo>
                      <a:pt x="12" y="20"/>
                    </a:lnTo>
                    <a:lnTo>
                      <a:pt x="12" y="20"/>
                    </a:lnTo>
                    <a:close/>
                    <a:moveTo>
                      <a:pt x="28" y="12"/>
                    </a:moveTo>
                    <a:lnTo>
                      <a:pt x="28" y="12"/>
                    </a:lnTo>
                    <a:lnTo>
                      <a:pt x="26" y="16"/>
                    </a:lnTo>
                    <a:lnTo>
                      <a:pt x="26" y="16"/>
                    </a:lnTo>
                    <a:lnTo>
                      <a:pt x="42" y="28"/>
                    </a:lnTo>
                    <a:lnTo>
                      <a:pt x="42" y="28"/>
                    </a:lnTo>
                    <a:lnTo>
                      <a:pt x="42" y="26"/>
                    </a:lnTo>
                    <a:lnTo>
                      <a:pt x="42" y="26"/>
                    </a:lnTo>
                    <a:lnTo>
                      <a:pt x="38" y="22"/>
                    </a:lnTo>
                    <a:lnTo>
                      <a:pt x="38" y="22"/>
                    </a:lnTo>
                    <a:lnTo>
                      <a:pt x="36" y="16"/>
                    </a:lnTo>
                    <a:lnTo>
                      <a:pt x="36" y="16"/>
                    </a:lnTo>
                    <a:lnTo>
                      <a:pt x="28" y="12"/>
                    </a:lnTo>
                    <a:lnTo>
                      <a:pt x="28" y="12"/>
                    </a:lnTo>
                    <a:close/>
                    <a:moveTo>
                      <a:pt x="0" y="0"/>
                    </a:moveTo>
                    <a:lnTo>
                      <a:pt x="0" y="0"/>
                    </a:lnTo>
                    <a:lnTo>
                      <a:pt x="2" y="4"/>
                    </a:lnTo>
                    <a:lnTo>
                      <a:pt x="4" y="8"/>
                    </a:lnTo>
                    <a:lnTo>
                      <a:pt x="6" y="10"/>
                    </a:lnTo>
                    <a:lnTo>
                      <a:pt x="12" y="10"/>
                    </a:lnTo>
                    <a:lnTo>
                      <a:pt x="12" y="10"/>
                    </a:lnTo>
                    <a:lnTo>
                      <a:pt x="10" y="8"/>
                    </a:lnTo>
                    <a:lnTo>
                      <a:pt x="10" y="8"/>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8" name="Freeform 89">
                <a:extLst>
                  <a:ext uri="{FF2B5EF4-FFF2-40B4-BE49-F238E27FC236}">
                    <a16:creationId xmlns:a16="http://schemas.microsoft.com/office/drawing/2014/main" id="{1891D105-3CFC-F94F-886A-39C93736CE07}"/>
                  </a:ext>
                </a:extLst>
              </p:cNvPr>
              <p:cNvSpPr>
                <a:spLocks/>
              </p:cNvSpPr>
              <p:nvPr/>
            </p:nvSpPr>
            <p:spPr bwMode="auto">
              <a:xfrm>
                <a:off x="8701713" y="2489409"/>
                <a:ext cx="3914"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2 w 2"/>
                  <a:gd name="T13" fmla="*/ 0 h 2"/>
                  <a:gd name="T14" fmla="*/ 0 w 2"/>
                  <a:gd name="T15" fmla="*/ 0 h 2"/>
                  <a:gd name="T16" fmla="*/ 0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0" y="0"/>
                    </a:moveTo>
                    <a:lnTo>
                      <a:pt x="0" y="0"/>
                    </a:lnTo>
                    <a:lnTo>
                      <a:pt x="0" y="2"/>
                    </a:lnTo>
                    <a:lnTo>
                      <a:pt x="2" y="2"/>
                    </a:lnTo>
                    <a:lnTo>
                      <a:pt x="2" y="2"/>
                    </a:lnTo>
                    <a:lnTo>
                      <a:pt x="2" y="0"/>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9" name="Freeform 110">
                <a:extLst>
                  <a:ext uri="{FF2B5EF4-FFF2-40B4-BE49-F238E27FC236}">
                    <a16:creationId xmlns:a16="http://schemas.microsoft.com/office/drawing/2014/main" id="{DE2BAF43-C21F-1441-BEB0-F4701AA10489}"/>
                  </a:ext>
                </a:extLst>
              </p:cNvPr>
              <p:cNvSpPr>
                <a:spLocks noEditPoints="1"/>
              </p:cNvSpPr>
              <p:nvPr/>
            </p:nvSpPr>
            <p:spPr bwMode="auto">
              <a:xfrm>
                <a:off x="8952196" y="3758901"/>
                <a:ext cx="246569" cy="444522"/>
              </a:xfrm>
              <a:custGeom>
                <a:avLst/>
                <a:gdLst>
                  <a:gd name="T0" fmla="*/ 112 w 126"/>
                  <a:gd name="T1" fmla="*/ 168 h 222"/>
                  <a:gd name="T2" fmla="*/ 96 w 126"/>
                  <a:gd name="T3" fmla="*/ 172 h 222"/>
                  <a:gd name="T4" fmla="*/ 86 w 126"/>
                  <a:gd name="T5" fmla="*/ 174 h 222"/>
                  <a:gd name="T6" fmla="*/ 76 w 126"/>
                  <a:gd name="T7" fmla="*/ 174 h 222"/>
                  <a:gd name="T8" fmla="*/ 66 w 126"/>
                  <a:gd name="T9" fmla="*/ 190 h 222"/>
                  <a:gd name="T10" fmla="*/ 70 w 126"/>
                  <a:gd name="T11" fmla="*/ 192 h 222"/>
                  <a:gd name="T12" fmla="*/ 86 w 126"/>
                  <a:gd name="T13" fmla="*/ 192 h 222"/>
                  <a:gd name="T14" fmla="*/ 92 w 126"/>
                  <a:gd name="T15" fmla="*/ 196 h 222"/>
                  <a:gd name="T16" fmla="*/ 100 w 126"/>
                  <a:gd name="T17" fmla="*/ 216 h 222"/>
                  <a:gd name="T18" fmla="*/ 114 w 126"/>
                  <a:gd name="T19" fmla="*/ 216 h 222"/>
                  <a:gd name="T20" fmla="*/ 118 w 126"/>
                  <a:gd name="T21" fmla="*/ 208 h 222"/>
                  <a:gd name="T22" fmla="*/ 126 w 126"/>
                  <a:gd name="T23" fmla="*/ 186 h 222"/>
                  <a:gd name="T24" fmla="*/ 96 w 126"/>
                  <a:gd name="T25" fmla="*/ 144 h 222"/>
                  <a:gd name="T26" fmla="*/ 104 w 126"/>
                  <a:gd name="T27" fmla="*/ 148 h 222"/>
                  <a:gd name="T28" fmla="*/ 78 w 126"/>
                  <a:gd name="T29" fmla="*/ 142 h 222"/>
                  <a:gd name="T30" fmla="*/ 78 w 126"/>
                  <a:gd name="T31" fmla="*/ 156 h 222"/>
                  <a:gd name="T32" fmla="*/ 86 w 126"/>
                  <a:gd name="T33" fmla="*/ 134 h 222"/>
                  <a:gd name="T34" fmla="*/ 92 w 126"/>
                  <a:gd name="T35" fmla="*/ 134 h 222"/>
                  <a:gd name="T36" fmla="*/ 88 w 126"/>
                  <a:gd name="T37" fmla="*/ 150 h 222"/>
                  <a:gd name="T38" fmla="*/ 94 w 126"/>
                  <a:gd name="T39" fmla="*/ 130 h 222"/>
                  <a:gd name="T40" fmla="*/ 24 w 126"/>
                  <a:gd name="T41" fmla="*/ 140 h 222"/>
                  <a:gd name="T42" fmla="*/ 18 w 126"/>
                  <a:gd name="T43" fmla="*/ 154 h 222"/>
                  <a:gd name="T44" fmla="*/ 8 w 126"/>
                  <a:gd name="T45" fmla="*/ 164 h 222"/>
                  <a:gd name="T46" fmla="*/ 18 w 126"/>
                  <a:gd name="T47" fmla="*/ 158 h 222"/>
                  <a:gd name="T48" fmla="*/ 30 w 126"/>
                  <a:gd name="T49" fmla="*/ 146 h 222"/>
                  <a:gd name="T50" fmla="*/ 34 w 126"/>
                  <a:gd name="T51" fmla="*/ 126 h 222"/>
                  <a:gd name="T52" fmla="*/ 106 w 126"/>
                  <a:gd name="T53" fmla="*/ 130 h 222"/>
                  <a:gd name="T54" fmla="*/ 106 w 126"/>
                  <a:gd name="T55" fmla="*/ 138 h 222"/>
                  <a:gd name="T56" fmla="*/ 114 w 126"/>
                  <a:gd name="T57" fmla="*/ 146 h 222"/>
                  <a:gd name="T58" fmla="*/ 110 w 126"/>
                  <a:gd name="T59" fmla="*/ 130 h 222"/>
                  <a:gd name="T60" fmla="*/ 66 w 126"/>
                  <a:gd name="T61" fmla="*/ 120 h 222"/>
                  <a:gd name="T62" fmla="*/ 76 w 126"/>
                  <a:gd name="T63" fmla="*/ 130 h 222"/>
                  <a:gd name="T64" fmla="*/ 82 w 126"/>
                  <a:gd name="T65" fmla="*/ 110 h 222"/>
                  <a:gd name="T66" fmla="*/ 90 w 126"/>
                  <a:gd name="T67" fmla="*/ 118 h 222"/>
                  <a:gd name="T68" fmla="*/ 98 w 126"/>
                  <a:gd name="T69" fmla="*/ 106 h 222"/>
                  <a:gd name="T70" fmla="*/ 106 w 126"/>
                  <a:gd name="T71" fmla="*/ 122 h 222"/>
                  <a:gd name="T72" fmla="*/ 112 w 126"/>
                  <a:gd name="T73" fmla="*/ 120 h 222"/>
                  <a:gd name="T74" fmla="*/ 108 w 126"/>
                  <a:gd name="T75" fmla="*/ 102 h 222"/>
                  <a:gd name="T76" fmla="*/ 42 w 126"/>
                  <a:gd name="T77" fmla="*/ 90 h 222"/>
                  <a:gd name="T78" fmla="*/ 56 w 126"/>
                  <a:gd name="T79" fmla="*/ 102 h 222"/>
                  <a:gd name="T80" fmla="*/ 50 w 126"/>
                  <a:gd name="T81" fmla="*/ 88 h 222"/>
                  <a:gd name="T82" fmla="*/ 48 w 126"/>
                  <a:gd name="T83" fmla="*/ 12 h 222"/>
                  <a:gd name="T84" fmla="*/ 44 w 126"/>
                  <a:gd name="T85" fmla="*/ 34 h 222"/>
                  <a:gd name="T86" fmla="*/ 38 w 126"/>
                  <a:gd name="T87" fmla="*/ 42 h 222"/>
                  <a:gd name="T88" fmla="*/ 36 w 126"/>
                  <a:gd name="T89" fmla="*/ 50 h 222"/>
                  <a:gd name="T90" fmla="*/ 48 w 126"/>
                  <a:gd name="T91" fmla="*/ 64 h 222"/>
                  <a:gd name="T92" fmla="*/ 58 w 126"/>
                  <a:gd name="T93" fmla="*/ 86 h 222"/>
                  <a:gd name="T94" fmla="*/ 72 w 126"/>
                  <a:gd name="T95" fmla="*/ 84 h 222"/>
                  <a:gd name="T96" fmla="*/ 78 w 126"/>
                  <a:gd name="T97" fmla="*/ 82 h 222"/>
                  <a:gd name="T98" fmla="*/ 88 w 126"/>
                  <a:gd name="T99" fmla="*/ 96 h 222"/>
                  <a:gd name="T100" fmla="*/ 88 w 126"/>
                  <a:gd name="T101" fmla="*/ 86 h 222"/>
                  <a:gd name="T102" fmla="*/ 80 w 126"/>
                  <a:gd name="T103" fmla="*/ 78 h 222"/>
                  <a:gd name="T104" fmla="*/ 76 w 126"/>
                  <a:gd name="T105" fmla="*/ 74 h 222"/>
                  <a:gd name="T106" fmla="*/ 58 w 126"/>
                  <a:gd name="T107" fmla="*/ 66 h 222"/>
                  <a:gd name="T108" fmla="*/ 64 w 126"/>
                  <a:gd name="T109" fmla="*/ 46 h 222"/>
                  <a:gd name="T110" fmla="*/ 74 w 126"/>
                  <a:gd name="T111" fmla="*/ 30 h 222"/>
                  <a:gd name="T112" fmla="*/ 70 w 126"/>
                  <a:gd name="T113" fmla="*/ 0 h 222"/>
                  <a:gd name="T114" fmla="*/ 54 w 126"/>
                  <a:gd name="T115"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6" h="222">
                    <a:moveTo>
                      <a:pt x="114" y="158"/>
                    </a:moveTo>
                    <a:lnTo>
                      <a:pt x="114" y="158"/>
                    </a:lnTo>
                    <a:lnTo>
                      <a:pt x="112" y="158"/>
                    </a:lnTo>
                    <a:lnTo>
                      <a:pt x="112" y="158"/>
                    </a:lnTo>
                    <a:lnTo>
                      <a:pt x="112" y="158"/>
                    </a:lnTo>
                    <a:lnTo>
                      <a:pt x="112" y="164"/>
                    </a:lnTo>
                    <a:lnTo>
                      <a:pt x="112" y="168"/>
                    </a:lnTo>
                    <a:lnTo>
                      <a:pt x="112" y="168"/>
                    </a:lnTo>
                    <a:lnTo>
                      <a:pt x="108" y="168"/>
                    </a:lnTo>
                    <a:lnTo>
                      <a:pt x="106" y="166"/>
                    </a:lnTo>
                    <a:lnTo>
                      <a:pt x="106" y="166"/>
                    </a:lnTo>
                    <a:lnTo>
                      <a:pt x="104" y="168"/>
                    </a:lnTo>
                    <a:lnTo>
                      <a:pt x="104" y="168"/>
                    </a:lnTo>
                    <a:lnTo>
                      <a:pt x="102" y="174"/>
                    </a:lnTo>
                    <a:lnTo>
                      <a:pt x="102" y="174"/>
                    </a:lnTo>
                    <a:lnTo>
                      <a:pt x="96" y="172"/>
                    </a:lnTo>
                    <a:lnTo>
                      <a:pt x="96" y="172"/>
                    </a:lnTo>
                    <a:lnTo>
                      <a:pt x="94" y="174"/>
                    </a:lnTo>
                    <a:lnTo>
                      <a:pt x="94" y="176"/>
                    </a:lnTo>
                    <a:lnTo>
                      <a:pt x="94" y="176"/>
                    </a:lnTo>
                    <a:lnTo>
                      <a:pt x="86" y="178"/>
                    </a:lnTo>
                    <a:lnTo>
                      <a:pt x="86" y="178"/>
                    </a:lnTo>
                    <a:lnTo>
                      <a:pt x="86" y="176"/>
                    </a:lnTo>
                    <a:lnTo>
                      <a:pt x="86" y="174"/>
                    </a:lnTo>
                    <a:lnTo>
                      <a:pt x="86" y="174"/>
                    </a:lnTo>
                    <a:lnTo>
                      <a:pt x="86" y="172"/>
                    </a:lnTo>
                    <a:lnTo>
                      <a:pt x="86" y="172"/>
                    </a:lnTo>
                    <a:lnTo>
                      <a:pt x="84" y="170"/>
                    </a:lnTo>
                    <a:lnTo>
                      <a:pt x="84" y="172"/>
                    </a:lnTo>
                    <a:lnTo>
                      <a:pt x="80" y="172"/>
                    </a:lnTo>
                    <a:lnTo>
                      <a:pt x="80" y="172"/>
                    </a:lnTo>
                    <a:lnTo>
                      <a:pt x="76" y="174"/>
                    </a:lnTo>
                    <a:lnTo>
                      <a:pt x="76" y="174"/>
                    </a:lnTo>
                    <a:lnTo>
                      <a:pt x="76" y="178"/>
                    </a:lnTo>
                    <a:lnTo>
                      <a:pt x="76" y="178"/>
                    </a:lnTo>
                    <a:lnTo>
                      <a:pt x="66" y="180"/>
                    </a:lnTo>
                    <a:lnTo>
                      <a:pt x="66" y="180"/>
                    </a:lnTo>
                    <a:lnTo>
                      <a:pt x="66" y="186"/>
                    </a:lnTo>
                    <a:lnTo>
                      <a:pt x="66" y="190"/>
                    </a:lnTo>
                    <a:lnTo>
                      <a:pt x="66" y="190"/>
                    </a:lnTo>
                    <a:lnTo>
                      <a:pt x="62" y="194"/>
                    </a:lnTo>
                    <a:lnTo>
                      <a:pt x="62" y="194"/>
                    </a:lnTo>
                    <a:lnTo>
                      <a:pt x="64" y="194"/>
                    </a:lnTo>
                    <a:lnTo>
                      <a:pt x="64" y="196"/>
                    </a:lnTo>
                    <a:lnTo>
                      <a:pt x="64" y="196"/>
                    </a:lnTo>
                    <a:lnTo>
                      <a:pt x="68" y="196"/>
                    </a:lnTo>
                    <a:lnTo>
                      <a:pt x="68" y="196"/>
                    </a:lnTo>
                    <a:lnTo>
                      <a:pt x="70" y="192"/>
                    </a:lnTo>
                    <a:lnTo>
                      <a:pt x="70" y="192"/>
                    </a:lnTo>
                    <a:lnTo>
                      <a:pt x="74" y="188"/>
                    </a:lnTo>
                    <a:lnTo>
                      <a:pt x="74" y="188"/>
                    </a:lnTo>
                    <a:lnTo>
                      <a:pt x="74" y="188"/>
                    </a:lnTo>
                    <a:lnTo>
                      <a:pt x="76" y="192"/>
                    </a:lnTo>
                    <a:lnTo>
                      <a:pt x="76" y="192"/>
                    </a:lnTo>
                    <a:lnTo>
                      <a:pt x="86" y="192"/>
                    </a:lnTo>
                    <a:lnTo>
                      <a:pt x="86" y="192"/>
                    </a:lnTo>
                    <a:lnTo>
                      <a:pt x="86" y="190"/>
                    </a:lnTo>
                    <a:lnTo>
                      <a:pt x="88" y="190"/>
                    </a:lnTo>
                    <a:lnTo>
                      <a:pt x="88" y="190"/>
                    </a:lnTo>
                    <a:lnTo>
                      <a:pt x="92" y="192"/>
                    </a:lnTo>
                    <a:lnTo>
                      <a:pt x="92" y="192"/>
                    </a:lnTo>
                    <a:lnTo>
                      <a:pt x="94" y="194"/>
                    </a:lnTo>
                    <a:lnTo>
                      <a:pt x="94" y="196"/>
                    </a:lnTo>
                    <a:lnTo>
                      <a:pt x="92" y="196"/>
                    </a:lnTo>
                    <a:lnTo>
                      <a:pt x="92" y="196"/>
                    </a:lnTo>
                    <a:lnTo>
                      <a:pt x="90" y="202"/>
                    </a:lnTo>
                    <a:lnTo>
                      <a:pt x="90" y="206"/>
                    </a:lnTo>
                    <a:lnTo>
                      <a:pt x="90" y="210"/>
                    </a:lnTo>
                    <a:lnTo>
                      <a:pt x="90" y="210"/>
                    </a:lnTo>
                    <a:lnTo>
                      <a:pt x="96" y="212"/>
                    </a:lnTo>
                    <a:lnTo>
                      <a:pt x="96" y="212"/>
                    </a:lnTo>
                    <a:lnTo>
                      <a:pt x="100" y="216"/>
                    </a:lnTo>
                    <a:lnTo>
                      <a:pt x="108" y="216"/>
                    </a:lnTo>
                    <a:lnTo>
                      <a:pt x="108" y="216"/>
                    </a:lnTo>
                    <a:lnTo>
                      <a:pt x="108" y="218"/>
                    </a:lnTo>
                    <a:lnTo>
                      <a:pt x="108" y="222"/>
                    </a:lnTo>
                    <a:lnTo>
                      <a:pt x="108" y="222"/>
                    </a:lnTo>
                    <a:lnTo>
                      <a:pt x="112" y="220"/>
                    </a:lnTo>
                    <a:lnTo>
                      <a:pt x="112" y="220"/>
                    </a:lnTo>
                    <a:lnTo>
                      <a:pt x="114" y="216"/>
                    </a:lnTo>
                    <a:lnTo>
                      <a:pt x="114" y="212"/>
                    </a:lnTo>
                    <a:lnTo>
                      <a:pt x="112" y="204"/>
                    </a:lnTo>
                    <a:lnTo>
                      <a:pt x="112" y="204"/>
                    </a:lnTo>
                    <a:lnTo>
                      <a:pt x="114" y="204"/>
                    </a:lnTo>
                    <a:lnTo>
                      <a:pt x="116" y="204"/>
                    </a:lnTo>
                    <a:lnTo>
                      <a:pt x="116" y="208"/>
                    </a:lnTo>
                    <a:lnTo>
                      <a:pt x="118" y="208"/>
                    </a:lnTo>
                    <a:lnTo>
                      <a:pt x="118" y="208"/>
                    </a:lnTo>
                    <a:lnTo>
                      <a:pt x="116" y="196"/>
                    </a:lnTo>
                    <a:lnTo>
                      <a:pt x="116" y="196"/>
                    </a:lnTo>
                    <a:lnTo>
                      <a:pt x="120" y="192"/>
                    </a:lnTo>
                    <a:lnTo>
                      <a:pt x="120" y="192"/>
                    </a:lnTo>
                    <a:lnTo>
                      <a:pt x="122" y="188"/>
                    </a:lnTo>
                    <a:lnTo>
                      <a:pt x="124" y="186"/>
                    </a:lnTo>
                    <a:lnTo>
                      <a:pt x="126" y="186"/>
                    </a:lnTo>
                    <a:lnTo>
                      <a:pt x="126" y="186"/>
                    </a:lnTo>
                    <a:lnTo>
                      <a:pt x="126" y="180"/>
                    </a:lnTo>
                    <a:lnTo>
                      <a:pt x="124" y="174"/>
                    </a:lnTo>
                    <a:lnTo>
                      <a:pt x="124" y="174"/>
                    </a:lnTo>
                    <a:lnTo>
                      <a:pt x="120" y="158"/>
                    </a:lnTo>
                    <a:lnTo>
                      <a:pt x="120" y="158"/>
                    </a:lnTo>
                    <a:lnTo>
                      <a:pt x="114" y="158"/>
                    </a:lnTo>
                    <a:lnTo>
                      <a:pt x="114" y="158"/>
                    </a:lnTo>
                    <a:close/>
                    <a:moveTo>
                      <a:pt x="96" y="144"/>
                    </a:moveTo>
                    <a:lnTo>
                      <a:pt x="96" y="144"/>
                    </a:lnTo>
                    <a:lnTo>
                      <a:pt x="92" y="148"/>
                    </a:lnTo>
                    <a:lnTo>
                      <a:pt x="92" y="148"/>
                    </a:lnTo>
                    <a:lnTo>
                      <a:pt x="92" y="150"/>
                    </a:lnTo>
                    <a:lnTo>
                      <a:pt x="92" y="150"/>
                    </a:lnTo>
                    <a:lnTo>
                      <a:pt x="98" y="152"/>
                    </a:lnTo>
                    <a:lnTo>
                      <a:pt x="102" y="152"/>
                    </a:lnTo>
                    <a:lnTo>
                      <a:pt x="104" y="148"/>
                    </a:lnTo>
                    <a:lnTo>
                      <a:pt x="104" y="148"/>
                    </a:lnTo>
                    <a:lnTo>
                      <a:pt x="100" y="144"/>
                    </a:lnTo>
                    <a:lnTo>
                      <a:pt x="100" y="144"/>
                    </a:lnTo>
                    <a:lnTo>
                      <a:pt x="96" y="144"/>
                    </a:lnTo>
                    <a:lnTo>
                      <a:pt x="96" y="144"/>
                    </a:lnTo>
                    <a:close/>
                    <a:moveTo>
                      <a:pt x="80" y="132"/>
                    </a:moveTo>
                    <a:lnTo>
                      <a:pt x="80" y="132"/>
                    </a:lnTo>
                    <a:lnTo>
                      <a:pt x="78" y="142"/>
                    </a:lnTo>
                    <a:lnTo>
                      <a:pt x="78" y="142"/>
                    </a:lnTo>
                    <a:lnTo>
                      <a:pt x="70" y="144"/>
                    </a:lnTo>
                    <a:lnTo>
                      <a:pt x="68" y="148"/>
                    </a:lnTo>
                    <a:lnTo>
                      <a:pt x="70" y="152"/>
                    </a:lnTo>
                    <a:lnTo>
                      <a:pt x="70" y="152"/>
                    </a:lnTo>
                    <a:lnTo>
                      <a:pt x="74" y="154"/>
                    </a:lnTo>
                    <a:lnTo>
                      <a:pt x="78" y="156"/>
                    </a:lnTo>
                    <a:lnTo>
                      <a:pt x="78" y="156"/>
                    </a:lnTo>
                    <a:lnTo>
                      <a:pt x="82" y="160"/>
                    </a:lnTo>
                    <a:lnTo>
                      <a:pt x="82" y="160"/>
                    </a:lnTo>
                    <a:lnTo>
                      <a:pt x="82" y="154"/>
                    </a:lnTo>
                    <a:lnTo>
                      <a:pt x="82" y="146"/>
                    </a:lnTo>
                    <a:lnTo>
                      <a:pt x="82" y="146"/>
                    </a:lnTo>
                    <a:lnTo>
                      <a:pt x="86" y="138"/>
                    </a:lnTo>
                    <a:lnTo>
                      <a:pt x="86" y="138"/>
                    </a:lnTo>
                    <a:lnTo>
                      <a:pt x="86" y="134"/>
                    </a:lnTo>
                    <a:lnTo>
                      <a:pt x="86" y="134"/>
                    </a:lnTo>
                    <a:lnTo>
                      <a:pt x="84" y="132"/>
                    </a:lnTo>
                    <a:lnTo>
                      <a:pt x="84" y="132"/>
                    </a:lnTo>
                    <a:lnTo>
                      <a:pt x="80" y="132"/>
                    </a:lnTo>
                    <a:lnTo>
                      <a:pt x="80" y="132"/>
                    </a:lnTo>
                    <a:close/>
                    <a:moveTo>
                      <a:pt x="92" y="128"/>
                    </a:moveTo>
                    <a:lnTo>
                      <a:pt x="92" y="128"/>
                    </a:lnTo>
                    <a:lnTo>
                      <a:pt x="92" y="134"/>
                    </a:lnTo>
                    <a:lnTo>
                      <a:pt x="92" y="134"/>
                    </a:lnTo>
                    <a:lnTo>
                      <a:pt x="86" y="142"/>
                    </a:lnTo>
                    <a:lnTo>
                      <a:pt x="84" y="148"/>
                    </a:lnTo>
                    <a:lnTo>
                      <a:pt x="84" y="150"/>
                    </a:lnTo>
                    <a:lnTo>
                      <a:pt x="86" y="152"/>
                    </a:lnTo>
                    <a:lnTo>
                      <a:pt x="86" y="152"/>
                    </a:lnTo>
                    <a:lnTo>
                      <a:pt x="88" y="150"/>
                    </a:lnTo>
                    <a:lnTo>
                      <a:pt x="88" y="150"/>
                    </a:lnTo>
                    <a:lnTo>
                      <a:pt x="88" y="146"/>
                    </a:lnTo>
                    <a:lnTo>
                      <a:pt x="88" y="144"/>
                    </a:lnTo>
                    <a:lnTo>
                      <a:pt x="88" y="144"/>
                    </a:lnTo>
                    <a:lnTo>
                      <a:pt x="92" y="142"/>
                    </a:lnTo>
                    <a:lnTo>
                      <a:pt x="92" y="142"/>
                    </a:lnTo>
                    <a:lnTo>
                      <a:pt x="94" y="140"/>
                    </a:lnTo>
                    <a:lnTo>
                      <a:pt x="94" y="138"/>
                    </a:lnTo>
                    <a:lnTo>
                      <a:pt x="94" y="130"/>
                    </a:lnTo>
                    <a:lnTo>
                      <a:pt x="92" y="128"/>
                    </a:lnTo>
                    <a:close/>
                    <a:moveTo>
                      <a:pt x="30" y="126"/>
                    </a:moveTo>
                    <a:lnTo>
                      <a:pt x="30" y="126"/>
                    </a:lnTo>
                    <a:lnTo>
                      <a:pt x="30" y="132"/>
                    </a:lnTo>
                    <a:lnTo>
                      <a:pt x="30" y="132"/>
                    </a:lnTo>
                    <a:lnTo>
                      <a:pt x="24" y="138"/>
                    </a:lnTo>
                    <a:lnTo>
                      <a:pt x="24" y="138"/>
                    </a:lnTo>
                    <a:lnTo>
                      <a:pt x="24" y="140"/>
                    </a:lnTo>
                    <a:lnTo>
                      <a:pt x="24" y="142"/>
                    </a:lnTo>
                    <a:lnTo>
                      <a:pt x="24" y="142"/>
                    </a:lnTo>
                    <a:lnTo>
                      <a:pt x="22" y="144"/>
                    </a:lnTo>
                    <a:lnTo>
                      <a:pt x="20" y="146"/>
                    </a:lnTo>
                    <a:lnTo>
                      <a:pt x="20" y="146"/>
                    </a:lnTo>
                    <a:lnTo>
                      <a:pt x="20" y="150"/>
                    </a:lnTo>
                    <a:lnTo>
                      <a:pt x="18" y="154"/>
                    </a:lnTo>
                    <a:lnTo>
                      <a:pt x="18" y="154"/>
                    </a:lnTo>
                    <a:lnTo>
                      <a:pt x="14" y="156"/>
                    </a:lnTo>
                    <a:lnTo>
                      <a:pt x="14" y="156"/>
                    </a:lnTo>
                    <a:lnTo>
                      <a:pt x="14" y="160"/>
                    </a:lnTo>
                    <a:lnTo>
                      <a:pt x="14" y="160"/>
                    </a:lnTo>
                    <a:lnTo>
                      <a:pt x="8" y="160"/>
                    </a:lnTo>
                    <a:lnTo>
                      <a:pt x="8" y="160"/>
                    </a:lnTo>
                    <a:lnTo>
                      <a:pt x="8" y="164"/>
                    </a:lnTo>
                    <a:lnTo>
                      <a:pt x="8" y="164"/>
                    </a:lnTo>
                    <a:lnTo>
                      <a:pt x="4" y="164"/>
                    </a:lnTo>
                    <a:lnTo>
                      <a:pt x="4" y="164"/>
                    </a:lnTo>
                    <a:lnTo>
                      <a:pt x="0" y="174"/>
                    </a:lnTo>
                    <a:lnTo>
                      <a:pt x="0" y="174"/>
                    </a:lnTo>
                    <a:lnTo>
                      <a:pt x="10" y="168"/>
                    </a:lnTo>
                    <a:lnTo>
                      <a:pt x="18" y="162"/>
                    </a:lnTo>
                    <a:lnTo>
                      <a:pt x="18" y="162"/>
                    </a:lnTo>
                    <a:lnTo>
                      <a:pt x="18" y="158"/>
                    </a:lnTo>
                    <a:lnTo>
                      <a:pt x="18" y="158"/>
                    </a:lnTo>
                    <a:lnTo>
                      <a:pt x="22" y="152"/>
                    </a:lnTo>
                    <a:lnTo>
                      <a:pt x="24" y="152"/>
                    </a:lnTo>
                    <a:lnTo>
                      <a:pt x="24" y="152"/>
                    </a:lnTo>
                    <a:lnTo>
                      <a:pt x="24" y="150"/>
                    </a:lnTo>
                    <a:lnTo>
                      <a:pt x="24" y="150"/>
                    </a:lnTo>
                    <a:lnTo>
                      <a:pt x="26" y="148"/>
                    </a:lnTo>
                    <a:lnTo>
                      <a:pt x="30" y="146"/>
                    </a:lnTo>
                    <a:lnTo>
                      <a:pt x="30" y="146"/>
                    </a:lnTo>
                    <a:lnTo>
                      <a:pt x="30" y="142"/>
                    </a:lnTo>
                    <a:lnTo>
                      <a:pt x="30" y="142"/>
                    </a:lnTo>
                    <a:lnTo>
                      <a:pt x="34" y="140"/>
                    </a:lnTo>
                    <a:lnTo>
                      <a:pt x="34" y="140"/>
                    </a:lnTo>
                    <a:lnTo>
                      <a:pt x="34" y="128"/>
                    </a:lnTo>
                    <a:lnTo>
                      <a:pt x="34" y="128"/>
                    </a:lnTo>
                    <a:lnTo>
                      <a:pt x="34" y="126"/>
                    </a:lnTo>
                    <a:lnTo>
                      <a:pt x="30" y="126"/>
                    </a:lnTo>
                    <a:close/>
                    <a:moveTo>
                      <a:pt x="100" y="124"/>
                    </a:moveTo>
                    <a:lnTo>
                      <a:pt x="100" y="124"/>
                    </a:lnTo>
                    <a:lnTo>
                      <a:pt x="100" y="128"/>
                    </a:lnTo>
                    <a:lnTo>
                      <a:pt x="100" y="128"/>
                    </a:lnTo>
                    <a:lnTo>
                      <a:pt x="106" y="128"/>
                    </a:lnTo>
                    <a:lnTo>
                      <a:pt x="106" y="130"/>
                    </a:lnTo>
                    <a:lnTo>
                      <a:pt x="106" y="130"/>
                    </a:lnTo>
                    <a:lnTo>
                      <a:pt x="106" y="130"/>
                    </a:lnTo>
                    <a:lnTo>
                      <a:pt x="106" y="130"/>
                    </a:lnTo>
                    <a:lnTo>
                      <a:pt x="106" y="132"/>
                    </a:lnTo>
                    <a:lnTo>
                      <a:pt x="106" y="132"/>
                    </a:lnTo>
                    <a:lnTo>
                      <a:pt x="104" y="132"/>
                    </a:lnTo>
                    <a:lnTo>
                      <a:pt x="104" y="134"/>
                    </a:lnTo>
                    <a:lnTo>
                      <a:pt x="106" y="136"/>
                    </a:lnTo>
                    <a:lnTo>
                      <a:pt x="106" y="138"/>
                    </a:lnTo>
                    <a:lnTo>
                      <a:pt x="106" y="138"/>
                    </a:lnTo>
                    <a:lnTo>
                      <a:pt x="108" y="140"/>
                    </a:lnTo>
                    <a:lnTo>
                      <a:pt x="108" y="140"/>
                    </a:lnTo>
                    <a:lnTo>
                      <a:pt x="108" y="142"/>
                    </a:lnTo>
                    <a:lnTo>
                      <a:pt x="110" y="144"/>
                    </a:lnTo>
                    <a:lnTo>
                      <a:pt x="110" y="144"/>
                    </a:lnTo>
                    <a:lnTo>
                      <a:pt x="114" y="146"/>
                    </a:lnTo>
                    <a:lnTo>
                      <a:pt x="114" y="146"/>
                    </a:lnTo>
                    <a:lnTo>
                      <a:pt x="112" y="142"/>
                    </a:lnTo>
                    <a:lnTo>
                      <a:pt x="112" y="142"/>
                    </a:lnTo>
                    <a:lnTo>
                      <a:pt x="112" y="140"/>
                    </a:lnTo>
                    <a:lnTo>
                      <a:pt x="112" y="136"/>
                    </a:lnTo>
                    <a:lnTo>
                      <a:pt x="112" y="136"/>
                    </a:lnTo>
                    <a:lnTo>
                      <a:pt x="110" y="132"/>
                    </a:lnTo>
                    <a:lnTo>
                      <a:pt x="110" y="132"/>
                    </a:lnTo>
                    <a:lnTo>
                      <a:pt x="110" y="130"/>
                    </a:lnTo>
                    <a:lnTo>
                      <a:pt x="112" y="128"/>
                    </a:lnTo>
                    <a:lnTo>
                      <a:pt x="112" y="128"/>
                    </a:lnTo>
                    <a:lnTo>
                      <a:pt x="110" y="126"/>
                    </a:lnTo>
                    <a:lnTo>
                      <a:pt x="110" y="126"/>
                    </a:lnTo>
                    <a:lnTo>
                      <a:pt x="106" y="124"/>
                    </a:lnTo>
                    <a:lnTo>
                      <a:pt x="100" y="124"/>
                    </a:lnTo>
                    <a:lnTo>
                      <a:pt x="100" y="124"/>
                    </a:lnTo>
                    <a:close/>
                    <a:moveTo>
                      <a:pt x="66" y="120"/>
                    </a:moveTo>
                    <a:lnTo>
                      <a:pt x="66" y="120"/>
                    </a:lnTo>
                    <a:lnTo>
                      <a:pt x="62" y="140"/>
                    </a:lnTo>
                    <a:lnTo>
                      <a:pt x="62" y="140"/>
                    </a:lnTo>
                    <a:lnTo>
                      <a:pt x="72" y="134"/>
                    </a:lnTo>
                    <a:lnTo>
                      <a:pt x="72" y="134"/>
                    </a:lnTo>
                    <a:lnTo>
                      <a:pt x="76" y="134"/>
                    </a:lnTo>
                    <a:lnTo>
                      <a:pt x="76" y="134"/>
                    </a:lnTo>
                    <a:lnTo>
                      <a:pt x="76" y="130"/>
                    </a:lnTo>
                    <a:lnTo>
                      <a:pt x="76" y="130"/>
                    </a:lnTo>
                    <a:lnTo>
                      <a:pt x="78" y="130"/>
                    </a:lnTo>
                    <a:lnTo>
                      <a:pt x="78" y="130"/>
                    </a:lnTo>
                    <a:lnTo>
                      <a:pt x="78" y="124"/>
                    </a:lnTo>
                    <a:lnTo>
                      <a:pt x="78" y="124"/>
                    </a:lnTo>
                    <a:lnTo>
                      <a:pt x="66" y="120"/>
                    </a:lnTo>
                    <a:lnTo>
                      <a:pt x="66" y="120"/>
                    </a:lnTo>
                    <a:close/>
                    <a:moveTo>
                      <a:pt x="82" y="110"/>
                    </a:moveTo>
                    <a:lnTo>
                      <a:pt x="82" y="112"/>
                    </a:lnTo>
                    <a:lnTo>
                      <a:pt x="82" y="112"/>
                    </a:lnTo>
                    <a:lnTo>
                      <a:pt x="82" y="112"/>
                    </a:lnTo>
                    <a:lnTo>
                      <a:pt x="82" y="114"/>
                    </a:lnTo>
                    <a:lnTo>
                      <a:pt x="82" y="116"/>
                    </a:lnTo>
                    <a:lnTo>
                      <a:pt x="82" y="116"/>
                    </a:lnTo>
                    <a:lnTo>
                      <a:pt x="90" y="118"/>
                    </a:lnTo>
                    <a:lnTo>
                      <a:pt x="90" y="118"/>
                    </a:lnTo>
                    <a:lnTo>
                      <a:pt x="94" y="118"/>
                    </a:lnTo>
                    <a:lnTo>
                      <a:pt x="94" y="118"/>
                    </a:lnTo>
                    <a:lnTo>
                      <a:pt x="92" y="114"/>
                    </a:lnTo>
                    <a:lnTo>
                      <a:pt x="82" y="110"/>
                    </a:lnTo>
                    <a:lnTo>
                      <a:pt x="82" y="110"/>
                    </a:lnTo>
                    <a:close/>
                    <a:moveTo>
                      <a:pt x="102" y="102"/>
                    </a:moveTo>
                    <a:lnTo>
                      <a:pt x="102" y="102"/>
                    </a:lnTo>
                    <a:lnTo>
                      <a:pt x="98" y="106"/>
                    </a:lnTo>
                    <a:lnTo>
                      <a:pt x="98" y="106"/>
                    </a:lnTo>
                    <a:lnTo>
                      <a:pt x="98" y="110"/>
                    </a:lnTo>
                    <a:lnTo>
                      <a:pt x="98" y="110"/>
                    </a:lnTo>
                    <a:lnTo>
                      <a:pt x="102" y="114"/>
                    </a:lnTo>
                    <a:lnTo>
                      <a:pt x="106" y="118"/>
                    </a:lnTo>
                    <a:lnTo>
                      <a:pt x="106" y="118"/>
                    </a:lnTo>
                    <a:lnTo>
                      <a:pt x="106" y="120"/>
                    </a:lnTo>
                    <a:lnTo>
                      <a:pt x="106" y="122"/>
                    </a:lnTo>
                    <a:lnTo>
                      <a:pt x="106" y="122"/>
                    </a:lnTo>
                    <a:lnTo>
                      <a:pt x="110" y="124"/>
                    </a:lnTo>
                    <a:lnTo>
                      <a:pt x="112" y="124"/>
                    </a:lnTo>
                    <a:lnTo>
                      <a:pt x="114" y="124"/>
                    </a:lnTo>
                    <a:lnTo>
                      <a:pt x="114" y="124"/>
                    </a:lnTo>
                    <a:lnTo>
                      <a:pt x="116" y="128"/>
                    </a:lnTo>
                    <a:lnTo>
                      <a:pt x="116" y="128"/>
                    </a:lnTo>
                    <a:lnTo>
                      <a:pt x="112" y="120"/>
                    </a:lnTo>
                    <a:lnTo>
                      <a:pt x="112" y="120"/>
                    </a:lnTo>
                    <a:lnTo>
                      <a:pt x="110" y="118"/>
                    </a:lnTo>
                    <a:lnTo>
                      <a:pt x="110" y="118"/>
                    </a:lnTo>
                    <a:lnTo>
                      <a:pt x="110" y="112"/>
                    </a:lnTo>
                    <a:lnTo>
                      <a:pt x="112" y="106"/>
                    </a:lnTo>
                    <a:lnTo>
                      <a:pt x="110" y="106"/>
                    </a:lnTo>
                    <a:lnTo>
                      <a:pt x="110" y="106"/>
                    </a:lnTo>
                    <a:lnTo>
                      <a:pt x="108" y="102"/>
                    </a:lnTo>
                    <a:lnTo>
                      <a:pt x="108" y="102"/>
                    </a:lnTo>
                    <a:lnTo>
                      <a:pt x="102" y="102"/>
                    </a:lnTo>
                    <a:lnTo>
                      <a:pt x="102" y="102"/>
                    </a:lnTo>
                    <a:close/>
                    <a:moveTo>
                      <a:pt x="46" y="88"/>
                    </a:moveTo>
                    <a:lnTo>
                      <a:pt x="46" y="88"/>
                    </a:lnTo>
                    <a:lnTo>
                      <a:pt x="44" y="88"/>
                    </a:lnTo>
                    <a:lnTo>
                      <a:pt x="44" y="88"/>
                    </a:lnTo>
                    <a:lnTo>
                      <a:pt x="42" y="90"/>
                    </a:lnTo>
                    <a:lnTo>
                      <a:pt x="44" y="90"/>
                    </a:lnTo>
                    <a:lnTo>
                      <a:pt x="48" y="92"/>
                    </a:lnTo>
                    <a:lnTo>
                      <a:pt x="48" y="92"/>
                    </a:lnTo>
                    <a:lnTo>
                      <a:pt x="50" y="96"/>
                    </a:lnTo>
                    <a:lnTo>
                      <a:pt x="52" y="100"/>
                    </a:lnTo>
                    <a:lnTo>
                      <a:pt x="52" y="100"/>
                    </a:lnTo>
                    <a:lnTo>
                      <a:pt x="56" y="102"/>
                    </a:lnTo>
                    <a:lnTo>
                      <a:pt x="56" y="102"/>
                    </a:lnTo>
                    <a:lnTo>
                      <a:pt x="56" y="106"/>
                    </a:lnTo>
                    <a:lnTo>
                      <a:pt x="58" y="110"/>
                    </a:lnTo>
                    <a:lnTo>
                      <a:pt x="58" y="110"/>
                    </a:lnTo>
                    <a:lnTo>
                      <a:pt x="60" y="106"/>
                    </a:lnTo>
                    <a:lnTo>
                      <a:pt x="60" y="104"/>
                    </a:lnTo>
                    <a:lnTo>
                      <a:pt x="58" y="96"/>
                    </a:lnTo>
                    <a:lnTo>
                      <a:pt x="54" y="90"/>
                    </a:lnTo>
                    <a:lnTo>
                      <a:pt x="50" y="88"/>
                    </a:lnTo>
                    <a:lnTo>
                      <a:pt x="46" y="88"/>
                    </a:lnTo>
                    <a:lnTo>
                      <a:pt x="46" y="88"/>
                    </a:lnTo>
                    <a:close/>
                    <a:moveTo>
                      <a:pt x="50" y="0"/>
                    </a:moveTo>
                    <a:lnTo>
                      <a:pt x="50" y="0"/>
                    </a:lnTo>
                    <a:lnTo>
                      <a:pt x="48" y="8"/>
                    </a:lnTo>
                    <a:lnTo>
                      <a:pt x="48" y="8"/>
                    </a:lnTo>
                    <a:lnTo>
                      <a:pt x="48" y="12"/>
                    </a:lnTo>
                    <a:lnTo>
                      <a:pt x="48" y="12"/>
                    </a:lnTo>
                    <a:lnTo>
                      <a:pt x="44" y="20"/>
                    </a:lnTo>
                    <a:lnTo>
                      <a:pt x="44" y="20"/>
                    </a:lnTo>
                    <a:lnTo>
                      <a:pt x="44" y="24"/>
                    </a:lnTo>
                    <a:lnTo>
                      <a:pt x="46" y="26"/>
                    </a:lnTo>
                    <a:lnTo>
                      <a:pt x="46" y="28"/>
                    </a:lnTo>
                    <a:lnTo>
                      <a:pt x="46" y="32"/>
                    </a:lnTo>
                    <a:lnTo>
                      <a:pt x="46" y="32"/>
                    </a:lnTo>
                    <a:lnTo>
                      <a:pt x="44" y="34"/>
                    </a:lnTo>
                    <a:lnTo>
                      <a:pt x="44" y="34"/>
                    </a:lnTo>
                    <a:lnTo>
                      <a:pt x="44" y="38"/>
                    </a:lnTo>
                    <a:lnTo>
                      <a:pt x="44" y="44"/>
                    </a:lnTo>
                    <a:lnTo>
                      <a:pt x="44" y="44"/>
                    </a:lnTo>
                    <a:lnTo>
                      <a:pt x="42" y="44"/>
                    </a:lnTo>
                    <a:lnTo>
                      <a:pt x="40" y="46"/>
                    </a:lnTo>
                    <a:lnTo>
                      <a:pt x="40" y="46"/>
                    </a:lnTo>
                    <a:lnTo>
                      <a:pt x="38" y="42"/>
                    </a:lnTo>
                    <a:lnTo>
                      <a:pt x="38" y="42"/>
                    </a:lnTo>
                    <a:lnTo>
                      <a:pt x="36" y="42"/>
                    </a:lnTo>
                    <a:lnTo>
                      <a:pt x="36" y="42"/>
                    </a:lnTo>
                    <a:lnTo>
                      <a:pt x="36" y="44"/>
                    </a:lnTo>
                    <a:lnTo>
                      <a:pt x="36" y="44"/>
                    </a:lnTo>
                    <a:lnTo>
                      <a:pt x="36" y="44"/>
                    </a:lnTo>
                    <a:lnTo>
                      <a:pt x="36" y="50"/>
                    </a:lnTo>
                    <a:lnTo>
                      <a:pt x="36" y="50"/>
                    </a:lnTo>
                    <a:lnTo>
                      <a:pt x="40" y="52"/>
                    </a:lnTo>
                    <a:lnTo>
                      <a:pt x="40" y="52"/>
                    </a:lnTo>
                    <a:lnTo>
                      <a:pt x="40" y="60"/>
                    </a:lnTo>
                    <a:lnTo>
                      <a:pt x="40" y="60"/>
                    </a:lnTo>
                    <a:lnTo>
                      <a:pt x="46" y="68"/>
                    </a:lnTo>
                    <a:lnTo>
                      <a:pt x="46" y="68"/>
                    </a:lnTo>
                    <a:lnTo>
                      <a:pt x="46" y="68"/>
                    </a:lnTo>
                    <a:lnTo>
                      <a:pt x="48" y="64"/>
                    </a:lnTo>
                    <a:lnTo>
                      <a:pt x="48" y="64"/>
                    </a:lnTo>
                    <a:lnTo>
                      <a:pt x="50" y="64"/>
                    </a:lnTo>
                    <a:lnTo>
                      <a:pt x="50" y="64"/>
                    </a:lnTo>
                    <a:lnTo>
                      <a:pt x="48" y="72"/>
                    </a:lnTo>
                    <a:lnTo>
                      <a:pt x="48" y="78"/>
                    </a:lnTo>
                    <a:lnTo>
                      <a:pt x="54" y="88"/>
                    </a:lnTo>
                    <a:lnTo>
                      <a:pt x="54" y="88"/>
                    </a:lnTo>
                    <a:lnTo>
                      <a:pt x="58" y="86"/>
                    </a:lnTo>
                    <a:lnTo>
                      <a:pt x="58" y="86"/>
                    </a:lnTo>
                    <a:lnTo>
                      <a:pt x="60" y="84"/>
                    </a:lnTo>
                    <a:lnTo>
                      <a:pt x="62" y="82"/>
                    </a:lnTo>
                    <a:lnTo>
                      <a:pt x="66" y="82"/>
                    </a:lnTo>
                    <a:lnTo>
                      <a:pt x="68" y="84"/>
                    </a:lnTo>
                    <a:lnTo>
                      <a:pt x="68" y="84"/>
                    </a:lnTo>
                    <a:lnTo>
                      <a:pt x="72" y="84"/>
                    </a:lnTo>
                    <a:lnTo>
                      <a:pt x="72" y="84"/>
                    </a:lnTo>
                    <a:lnTo>
                      <a:pt x="72" y="88"/>
                    </a:lnTo>
                    <a:lnTo>
                      <a:pt x="74" y="90"/>
                    </a:lnTo>
                    <a:lnTo>
                      <a:pt x="74" y="90"/>
                    </a:lnTo>
                    <a:lnTo>
                      <a:pt x="76" y="90"/>
                    </a:lnTo>
                    <a:lnTo>
                      <a:pt x="76" y="86"/>
                    </a:lnTo>
                    <a:lnTo>
                      <a:pt x="74" y="84"/>
                    </a:lnTo>
                    <a:lnTo>
                      <a:pt x="78" y="82"/>
                    </a:lnTo>
                    <a:lnTo>
                      <a:pt x="78" y="82"/>
                    </a:lnTo>
                    <a:lnTo>
                      <a:pt x="78" y="86"/>
                    </a:lnTo>
                    <a:lnTo>
                      <a:pt x="78" y="86"/>
                    </a:lnTo>
                    <a:lnTo>
                      <a:pt x="82" y="90"/>
                    </a:lnTo>
                    <a:lnTo>
                      <a:pt x="82" y="90"/>
                    </a:lnTo>
                    <a:lnTo>
                      <a:pt x="84" y="96"/>
                    </a:lnTo>
                    <a:lnTo>
                      <a:pt x="84" y="96"/>
                    </a:lnTo>
                    <a:lnTo>
                      <a:pt x="88" y="96"/>
                    </a:lnTo>
                    <a:lnTo>
                      <a:pt x="88" y="96"/>
                    </a:lnTo>
                    <a:lnTo>
                      <a:pt x="90" y="98"/>
                    </a:lnTo>
                    <a:lnTo>
                      <a:pt x="90" y="100"/>
                    </a:lnTo>
                    <a:lnTo>
                      <a:pt x="92" y="100"/>
                    </a:lnTo>
                    <a:lnTo>
                      <a:pt x="92" y="100"/>
                    </a:lnTo>
                    <a:lnTo>
                      <a:pt x="94" y="94"/>
                    </a:lnTo>
                    <a:lnTo>
                      <a:pt x="92" y="92"/>
                    </a:lnTo>
                    <a:lnTo>
                      <a:pt x="90" y="90"/>
                    </a:lnTo>
                    <a:lnTo>
                      <a:pt x="88" y="86"/>
                    </a:lnTo>
                    <a:lnTo>
                      <a:pt x="88" y="86"/>
                    </a:lnTo>
                    <a:lnTo>
                      <a:pt x="90" y="82"/>
                    </a:lnTo>
                    <a:lnTo>
                      <a:pt x="90" y="80"/>
                    </a:lnTo>
                    <a:lnTo>
                      <a:pt x="90" y="80"/>
                    </a:lnTo>
                    <a:lnTo>
                      <a:pt x="86" y="76"/>
                    </a:lnTo>
                    <a:lnTo>
                      <a:pt x="86" y="76"/>
                    </a:lnTo>
                    <a:lnTo>
                      <a:pt x="82" y="80"/>
                    </a:lnTo>
                    <a:lnTo>
                      <a:pt x="80" y="78"/>
                    </a:lnTo>
                    <a:lnTo>
                      <a:pt x="80" y="78"/>
                    </a:lnTo>
                    <a:lnTo>
                      <a:pt x="80" y="74"/>
                    </a:lnTo>
                    <a:lnTo>
                      <a:pt x="80" y="74"/>
                    </a:lnTo>
                    <a:lnTo>
                      <a:pt x="78" y="72"/>
                    </a:lnTo>
                    <a:lnTo>
                      <a:pt x="78" y="72"/>
                    </a:lnTo>
                    <a:lnTo>
                      <a:pt x="78" y="72"/>
                    </a:lnTo>
                    <a:lnTo>
                      <a:pt x="76" y="74"/>
                    </a:lnTo>
                    <a:lnTo>
                      <a:pt x="76" y="74"/>
                    </a:lnTo>
                    <a:lnTo>
                      <a:pt x="70" y="74"/>
                    </a:lnTo>
                    <a:lnTo>
                      <a:pt x="70" y="74"/>
                    </a:lnTo>
                    <a:lnTo>
                      <a:pt x="64" y="78"/>
                    </a:lnTo>
                    <a:lnTo>
                      <a:pt x="64" y="78"/>
                    </a:lnTo>
                    <a:lnTo>
                      <a:pt x="60" y="76"/>
                    </a:lnTo>
                    <a:lnTo>
                      <a:pt x="60" y="76"/>
                    </a:lnTo>
                    <a:lnTo>
                      <a:pt x="60" y="66"/>
                    </a:lnTo>
                    <a:lnTo>
                      <a:pt x="58" y="66"/>
                    </a:lnTo>
                    <a:lnTo>
                      <a:pt x="58" y="66"/>
                    </a:lnTo>
                    <a:lnTo>
                      <a:pt x="58" y="56"/>
                    </a:lnTo>
                    <a:lnTo>
                      <a:pt x="58" y="56"/>
                    </a:lnTo>
                    <a:lnTo>
                      <a:pt x="60" y="50"/>
                    </a:lnTo>
                    <a:lnTo>
                      <a:pt x="60" y="46"/>
                    </a:lnTo>
                    <a:lnTo>
                      <a:pt x="62" y="46"/>
                    </a:lnTo>
                    <a:lnTo>
                      <a:pt x="64" y="46"/>
                    </a:lnTo>
                    <a:lnTo>
                      <a:pt x="64" y="46"/>
                    </a:lnTo>
                    <a:lnTo>
                      <a:pt x="66" y="40"/>
                    </a:lnTo>
                    <a:lnTo>
                      <a:pt x="66" y="34"/>
                    </a:lnTo>
                    <a:lnTo>
                      <a:pt x="66" y="34"/>
                    </a:lnTo>
                    <a:lnTo>
                      <a:pt x="70" y="34"/>
                    </a:lnTo>
                    <a:lnTo>
                      <a:pt x="72" y="34"/>
                    </a:lnTo>
                    <a:lnTo>
                      <a:pt x="72" y="34"/>
                    </a:lnTo>
                    <a:lnTo>
                      <a:pt x="74" y="30"/>
                    </a:lnTo>
                    <a:lnTo>
                      <a:pt x="74" y="30"/>
                    </a:lnTo>
                    <a:lnTo>
                      <a:pt x="72" y="20"/>
                    </a:lnTo>
                    <a:lnTo>
                      <a:pt x="72" y="20"/>
                    </a:lnTo>
                    <a:lnTo>
                      <a:pt x="68" y="18"/>
                    </a:lnTo>
                    <a:lnTo>
                      <a:pt x="68" y="18"/>
                    </a:lnTo>
                    <a:lnTo>
                      <a:pt x="68" y="10"/>
                    </a:lnTo>
                    <a:lnTo>
                      <a:pt x="70" y="4"/>
                    </a:lnTo>
                    <a:lnTo>
                      <a:pt x="70" y="4"/>
                    </a:lnTo>
                    <a:lnTo>
                      <a:pt x="70" y="0"/>
                    </a:lnTo>
                    <a:lnTo>
                      <a:pt x="70" y="0"/>
                    </a:lnTo>
                    <a:lnTo>
                      <a:pt x="62" y="4"/>
                    </a:lnTo>
                    <a:lnTo>
                      <a:pt x="58" y="6"/>
                    </a:lnTo>
                    <a:lnTo>
                      <a:pt x="56" y="2"/>
                    </a:lnTo>
                    <a:lnTo>
                      <a:pt x="56" y="2"/>
                    </a:lnTo>
                    <a:lnTo>
                      <a:pt x="56" y="2"/>
                    </a:lnTo>
                    <a:lnTo>
                      <a:pt x="54" y="0"/>
                    </a:lnTo>
                    <a:lnTo>
                      <a:pt x="54" y="0"/>
                    </a:lnTo>
                    <a:lnTo>
                      <a:pt x="50" y="0"/>
                    </a:lnTo>
                    <a:lnTo>
                      <a:pt x="5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0" name="Freeform 113">
                <a:extLst>
                  <a:ext uri="{FF2B5EF4-FFF2-40B4-BE49-F238E27FC236}">
                    <a16:creationId xmlns:a16="http://schemas.microsoft.com/office/drawing/2014/main" id="{A8F38331-2012-CA4E-8836-35ACC0539498}"/>
                  </a:ext>
                </a:extLst>
              </p:cNvPr>
              <p:cNvSpPr>
                <a:spLocks noEditPoints="1"/>
              </p:cNvSpPr>
              <p:nvPr/>
            </p:nvSpPr>
            <p:spPr bwMode="auto">
              <a:xfrm>
                <a:off x="9566664" y="4479748"/>
                <a:ext cx="399208" cy="272320"/>
              </a:xfrm>
              <a:custGeom>
                <a:avLst/>
                <a:gdLst>
                  <a:gd name="T0" fmla="*/ 184 w 204"/>
                  <a:gd name="T1" fmla="*/ 58 h 136"/>
                  <a:gd name="T2" fmla="*/ 190 w 204"/>
                  <a:gd name="T3" fmla="*/ 66 h 136"/>
                  <a:gd name="T4" fmla="*/ 200 w 204"/>
                  <a:gd name="T5" fmla="*/ 74 h 136"/>
                  <a:gd name="T6" fmla="*/ 200 w 204"/>
                  <a:gd name="T7" fmla="*/ 62 h 136"/>
                  <a:gd name="T8" fmla="*/ 190 w 204"/>
                  <a:gd name="T9" fmla="*/ 50 h 136"/>
                  <a:gd name="T10" fmla="*/ 184 w 204"/>
                  <a:gd name="T11" fmla="*/ 44 h 136"/>
                  <a:gd name="T12" fmla="*/ 0 w 204"/>
                  <a:gd name="T13" fmla="*/ 68 h 136"/>
                  <a:gd name="T14" fmla="*/ 16 w 204"/>
                  <a:gd name="T15" fmla="*/ 108 h 136"/>
                  <a:gd name="T16" fmla="*/ 22 w 204"/>
                  <a:gd name="T17" fmla="*/ 108 h 136"/>
                  <a:gd name="T18" fmla="*/ 36 w 204"/>
                  <a:gd name="T19" fmla="*/ 102 h 136"/>
                  <a:gd name="T20" fmla="*/ 38 w 204"/>
                  <a:gd name="T21" fmla="*/ 94 h 136"/>
                  <a:gd name="T22" fmla="*/ 42 w 204"/>
                  <a:gd name="T23" fmla="*/ 90 h 136"/>
                  <a:gd name="T24" fmla="*/ 48 w 204"/>
                  <a:gd name="T25" fmla="*/ 88 h 136"/>
                  <a:gd name="T26" fmla="*/ 68 w 204"/>
                  <a:gd name="T27" fmla="*/ 94 h 136"/>
                  <a:gd name="T28" fmla="*/ 78 w 204"/>
                  <a:gd name="T29" fmla="*/ 108 h 136"/>
                  <a:gd name="T30" fmla="*/ 84 w 204"/>
                  <a:gd name="T31" fmla="*/ 114 h 136"/>
                  <a:gd name="T32" fmla="*/ 90 w 204"/>
                  <a:gd name="T33" fmla="*/ 120 h 136"/>
                  <a:gd name="T34" fmla="*/ 96 w 204"/>
                  <a:gd name="T35" fmla="*/ 126 h 136"/>
                  <a:gd name="T36" fmla="*/ 104 w 204"/>
                  <a:gd name="T37" fmla="*/ 128 h 136"/>
                  <a:gd name="T38" fmla="*/ 118 w 204"/>
                  <a:gd name="T39" fmla="*/ 132 h 136"/>
                  <a:gd name="T40" fmla="*/ 128 w 204"/>
                  <a:gd name="T41" fmla="*/ 136 h 136"/>
                  <a:gd name="T42" fmla="*/ 122 w 204"/>
                  <a:gd name="T43" fmla="*/ 128 h 136"/>
                  <a:gd name="T44" fmla="*/ 122 w 204"/>
                  <a:gd name="T45" fmla="*/ 120 h 136"/>
                  <a:gd name="T46" fmla="*/ 114 w 204"/>
                  <a:gd name="T47" fmla="*/ 120 h 136"/>
                  <a:gd name="T48" fmla="*/ 104 w 204"/>
                  <a:gd name="T49" fmla="*/ 108 h 136"/>
                  <a:gd name="T50" fmla="*/ 100 w 204"/>
                  <a:gd name="T51" fmla="*/ 96 h 136"/>
                  <a:gd name="T52" fmla="*/ 90 w 204"/>
                  <a:gd name="T53" fmla="*/ 90 h 136"/>
                  <a:gd name="T54" fmla="*/ 86 w 204"/>
                  <a:gd name="T55" fmla="*/ 74 h 136"/>
                  <a:gd name="T56" fmla="*/ 94 w 204"/>
                  <a:gd name="T57" fmla="*/ 70 h 136"/>
                  <a:gd name="T58" fmla="*/ 94 w 204"/>
                  <a:gd name="T59" fmla="*/ 62 h 136"/>
                  <a:gd name="T60" fmla="*/ 88 w 204"/>
                  <a:gd name="T61" fmla="*/ 56 h 136"/>
                  <a:gd name="T62" fmla="*/ 82 w 204"/>
                  <a:gd name="T63" fmla="*/ 52 h 136"/>
                  <a:gd name="T64" fmla="*/ 72 w 204"/>
                  <a:gd name="T65" fmla="*/ 48 h 136"/>
                  <a:gd name="T66" fmla="*/ 68 w 204"/>
                  <a:gd name="T67" fmla="*/ 40 h 136"/>
                  <a:gd name="T68" fmla="*/ 56 w 204"/>
                  <a:gd name="T69" fmla="*/ 28 h 136"/>
                  <a:gd name="T70" fmla="*/ 46 w 204"/>
                  <a:gd name="T71" fmla="*/ 20 h 136"/>
                  <a:gd name="T72" fmla="*/ 30 w 204"/>
                  <a:gd name="T73" fmla="*/ 16 h 136"/>
                  <a:gd name="T74" fmla="*/ 14 w 204"/>
                  <a:gd name="T75" fmla="*/ 10 h 136"/>
                  <a:gd name="T76" fmla="*/ 2 w 204"/>
                  <a:gd name="T77" fmla="*/ 0 h 136"/>
                  <a:gd name="T78" fmla="*/ 146 w 204"/>
                  <a:gd name="T79" fmla="*/ 32 h 136"/>
                  <a:gd name="T80" fmla="*/ 144 w 204"/>
                  <a:gd name="T81" fmla="*/ 38 h 136"/>
                  <a:gd name="T82" fmla="*/ 140 w 204"/>
                  <a:gd name="T83" fmla="*/ 46 h 136"/>
                  <a:gd name="T84" fmla="*/ 128 w 204"/>
                  <a:gd name="T85" fmla="*/ 44 h 136"/>
                  <a:gd name="T86" fmla="*/ 112 w 204"/>
                  <a:gd name="T87" fmla="*/ 52 h 136"/>
                  <a:gd name="T88" fmla="*/ 112 w 204"/>
                  <a:gd name="T89" fmla="*/ 58 h 136"/>
                  <a:gd name="T90" fmla="*/ 126 w 204"/>
                  <a:gd name="T91" fmla="*/ 60 h 136"/>
                  <a:gd name="T92" fmla="*/ 142 w 204"/>
                  <a:gd name="T93" fmla="*/ 54 h 136"/>
                  <a:gd name="T94" fmla="*/ 146 w 204"/>
                  <a:gd name="T95" fmla="*/ 50 h 136"/>
                  <a:gd name="T96" fmla="*/ 152 w 204"/>
                  <a:gd name="T97" fmla="*/ 46 h 136"/>
                  <a:gd name="T98" fmla="*/ 156 w 204"/>
                  <a:gd name="T99" fmla="*/ 40 h 136"/>
                  <a:gd name="T100" fmla="*/ 154 w 204"/>
                  <a:gd name="T101" fmla="*/ 32 h 136"/>
                  <a:gd name="T102" fmla="*/ 150 w 204"/>
                  <a:gd name="T103" fmla="*/ 30 h 136"/>
                  <a:gd name="T104" fmla="*/ 156 w 204"/>
                  <a:gd name="T105" fmla="*/ 24 h 136"/>
                  <a:gd name="T106" fmla="*/ 158 w 204"/>
                  <a:gd name="T107" fmla="*/ 34 h 136"/>
                  <a:gd name="T108" fmla="*/ 162 w 204"/>
                  <a:gd name="T109" fmla="*/ 34 h 136"/>
                  <a:gd name="T110" fmla="*/ 136 w 204"/>
                  <a:gd name="T111" fmla="*/ 6 h 136"/>
                  <a:gd name="T112" fmla="*/ 146 w 204"/>
                  <a:gd name="T113" fmla="*/ 14 h 136"/>
                  <a:gd name="T114" fmla="*/ 150 w 204"/>
                  <a:gd name="T115" fmla="*/ 1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4" h="136">
                    <a:moveTo>
                      <a:pt x="182" y="42"/>
                    </a:moveTo>
                    <a:lnTo>
                      <a:pt x="182" y="42"/>
                    </a:lnTo>
                    <a:lnTo>
                      <a:pt x="182" y="54"/>
                    </a:lnTo>
                    <a:lnTo>
                      <a:pt x="182" y="54"/>
                    </a:lnTo>
                    <a:lnTo>
                      <a:pt x="184" y="58"/>
                    </a:lnTo>
                    <a:lnTo>
                      <a:pt x="186" y="60"/>
                    </a:lnTo>
                    <a:lnTo>
                      <a:pt x="186" y="60"/>
                    </a:lnTo>
                    <a:lnTo>
                      <a:pt x="186" y="64"/>
                    </a:lnTo>
                    <a:lnTo>
                      <a:pt x="186" y="64"/>
                    </a:lnTo>
                    <a:lnTo>
                      <a:pt x="190" y="66"/>
                    </a:lnTo>
                    <a:lnTo>
                      <a:pt x="190" y="66"/>
                    </a:lnTo>
                    <a:lnTo>
                      <a:pt x="190" y="70"/>
                    </a:lnTo>
                    <a:lnTo>
                      <a:pt x="190" y="70"/>
                    </a:lnTo>
                    <a:lnTo>
                      <a:pt x="200" y="74"/>
                    </a:lnTo>
                    <a:lnTo>
                      <a:pt x="200" y="74"/>
                    </a:lnTo>
                    <a:lnTo>
                      <a:pt x="204" y="70"/>
                    </a:lnTo>
                    <a:lnTo>
                      <a:pt x="204" y="70"/>
                    </a:lnTo>
                    <a:lnTo>
                      <a:pt x="202" y="66"/>
                    </a:lnTo>
                    <a:lnTo>
                      <a:pt x="200" y="62"/>
                    </a:lnTo>
                    <a:lnTo>
                      <a:pt x="200" y="62"/>
                    </a:lnTo>
                    <a:lnTo>
                      <a:pt x="196" y="62"/>
                    </a:lnTo>
                    <a:lnTo>
                      <a:pt x="196" y="62"/>
                    </a:lnTo>
                    <a:lnTo>
                      <a:pt x="190" y="54"/>
                    </a:lnTo>
                    <a:lnTo>
                      <a:pt x="190" y="54"/>
                    </a:lnTo>
                    <a:lnTo>
                      <a:pt x="190" y="50"/>
                    </a:lnTo>
                    <a:lnTo>
                      <a:pt x="190" y="50"/>
                    </a:lnTo>
                    <a:lnTo>
                      <a:pt x="188" y="50"/>
                    </a:lnTo>
                    <a:lnTo>
                      <a:pt x="186" y="48"/>
                    </a:lnTo>
                    <a:lnTo>
                      <a:pt x="186" y="48"/>
                    </a:lnTo>
                    <a:lnTo>
                      <a:pt x="184" y="44"/>
                    </a:lnTo>
                    <a:lnTo>
                      <a:pt x="184" y="42"/>
                    </a:lnTo>
                    <a:lnTo>
                      <a:pt x="182" y="42"/>
                    </a:lnTo>
                    <a:close/>
                    <a:moveTo>
                      <a:pt x="2" y="2"/>
                    </a:moveTo>
                    <a:lnTo>
                      <a:pt x="2" y="62"/>
                    </a:lnTo>
                    <a:lnTo>
                      <a:pt x="0" y="68"/>
                    </a:lnTo>
                    <a:lnTo>
                      <a:pt x="2" y="74"/>
                    </a:lnTo>
                    <a:lnTo>
                      <a:pt x="2" y="108"/>
                    </a:lnTo>
                    <a:lnTo>
                      <a:pt x="2" y="108"/>
                    </a:lnTo>
                    <a:lnTo>
                      <a:pt x="16" y="108"/>
                    </a:lnTo>
                    <a:lnTo>
                      <a:pt x="16" y="108"/>
                    </a:lnTo>
                    <a:lnTo>
                      <a:pt x="20" y="106"/>
                    </a:lnTo>
                    <a:lnTo>
                      <a:pt x="20" y="106"/>
                    </a:lnTo>
                    <a:lnTo>
                      <a:pt x="22" y="106"/>
                    </a:lnTo>
                    <a:lnTo>
                      <a:pt x="22" y="108"/>
                    </a:lnTo>
                    <a:lnTo>
                      <a:pt x="22" y="108"/>
                    </a:lnTo>
                    <a:lnTo>
                      <a:pt x="26" y="108"/>
                    </a:lnTo>
                    <a:lnTo>
                      <a:pt x="30" y="108"/>
                    </a:lnTo>
                    <a:lnTo>
                      <a:pt x="36" y="104"/>
                    </a:lnTo>
                    <a:lnTo>
                      <a:pt x="36" y="102"/>
                    </a:lnTo>
                    <a:lnTo>
                      <a:pt x="36" y="102"/>
                    </a:lnTo>
                    <a:lnTo>
                      <a:pt x="38" y="100"/>
                    </a:lnTo>
                    <a:lnTo>
                      <a:pt x="38" y="100"/>
                    </a:lnTo>
                    <a:lnTo>
                      <a:pt x="38" y="98"/>
                    </a:lnTo>
                    <a:lnTo>
                      <a:pt x="38" y="94"/>
                    </a:lnTo>
                    <a:lnTo>
                      <a:pt x="38" y="94"/>
                    </a:lnTo>
                    <a:lnTo>
                      <a:pt x="40" y="88"/>
                    </a:lnTo>
                    <a:lnTo>
                      <a:pt x="40" y="88"/>
                    </a:lnTo>
                    <a:lnTo>
                      <a:pt x="42" y="88"/>
                    </a:lnTo>
                    <a:lnTo>
                      <a:pt x="42" y="90"/>
                    </a:lnTo>
                    <a:lnTo>
                      <a:pt x="42" y="90"/>
                    </a:lnTo>
                    <a:lnTo>
                      <a:pt x="44" y="90"/>
                    </a:lnTo>
                    <a:lnTo>
                      <a:pt x="44" y="90"/>
                    </a:lnTo>
                    <a:lnTo>
                      <a:pt x="46" y="90"/>
                    </a:lnTo>
                    <a:lnTo>
                      <a:pt x="48" y="88"/>
                    </a:lnTo>
                    <a:lnTo>
                      <a:pt x="48" y="88"/>
                    </a:lnTo>
                    <a:lnTo>
                      <a:pt x="54" y="92"/>
                    </a:lnTo>
                    <a:lnTo>
                      <a:pt x="54" y="92"/>
                    </a:lnTo>
                    <a:lnTo>
                      <a:pt x="60" y="92"/>
                    </a:lnTo>
                    <a:lnTo>
                      <a:pt x="68" y="94"/>
                    </a:lnTo>
                    <a:lnTo>
                      <a:pt x="68" y="94"/>
                    </a:lnTo>
                    <a:lnTo>
                      <a:pt x="76" y="102"/>
                    </a:lnTo>
                    <a:lnTo>
                      <a:pt x="76" y="102"/>
                    </a:lnTo>
                    <a:lnTo>
                      <a:pt x="76" y="106"/>
                    </a:lnTo>
                    <a:lnTo>
                      <a:pt x="76" y="108"/>
                    </a:lnTo>
                    <a:lnTo>
                      <a:pt x="78" y="108"/>
                    </a:lnTo>
                    <a:lnTo>
                      <a:pt x="80" y="110"/>
                    </a:lnTo>
                    <a:lnTo>
                      <a:pt x="80" y="110"/>
                    </a:lnTo>
                    <a:lnTo>
                      <a:pt x="82" y="112"/>
                    </a:lnTo>
                    <a:lnTo>
                      <a:pt x="82" y="114"/>
                    </a:lnTo>
                    <a:lnTo>
                      <a:pt x="84" y="114"/>
                    </a:lnTo>
                    <a:lnTo>
                      <a:pt x="86" y="114"/>
                    </a:lnTo>
                    <a:lnTo>
                      <a:pt x="86" y="114"/>
                    </a:lnTo>
                    <a:lnTo>
                      <a:pt x="86" y="118"/>
                    </a:lnTo>
                    <a:lnTo>
                      <a:pt x="86" y="118"/>
                    </a:lnTo>
                    <a:lnTo>
                      <a:pt x="90" y="120"/>
                    </a:lnTo>
                    <a:lnTo>
                      <a:pt x="92" y="122"/>
                    </a:lnTo>
                    <a:lnTo>
                      <a:pt x="92" y="122"/>
                    </a:lnTo>
                    <a:lnTo>
                      <a:pt x="92" y="126"/>
                    </a:lnTo>
                    <a:lnTo>
                      <a:pt x="92" y="126"/>
                    </a:lnTo>
                    <a:lnTo>
                      <a:pt x="96" y="126"/>
                    </a:lnTo>
                    <a:lnTo>
                      <a:pt x="98" y="126"/>
                    </a:lnTo>
                    <a:lnTo>
                      <a:pt x="98" y="126"/>
                    </a:lnTo>
                    <a:lnTo>
                      <a:pt x="102" y="130"/>
                    </a:lnTo>
                    <a:lnTo>
                      <a:pt x="102" y="130"/>
                    </a:lnTo>
                    <a:lnTo>
                      <a:pt x="104" y="128"/>
                    </a:lnTo>
                    <a:lnTo>
                      <a:pt x="106" y="128"/>
                    </a:lnTo>
                    <a:lnTo>
                      <a:pt x="108" y="130"/>
                    </a:lnTo>
                    <a:lnTo>
                      <a:pt x="108" y="130"/>
                    </a:lnTo>
                    <a:lnTo>
                      <a:pt x="112" y="130"/>
                    </a:lnTo>
                    <a:lnTo>
                      <a:pt x="118" y="132"/>
                    </a:lnTo>
                    <a:lnTo>
                      <a:pt x="118" y="132"/>
                    </a:lnTo>
                    <a:lnTo>
                      <a:pt x="120" y="134"/>
                    </a:lnTo>
                    <a:lnTo>
                      <a:pt x="120" y="134"/>
                    </a:lnTo>
                    <a:lnTo>
                      <a:pt x="124" y="136"/>
                    </a:lnTo>
                    <a:lnTo>
                      <a:pt x="128" y="136"/>
                    </a:lnTo>
                    <a:lnTo>
                      <a:pt x="128" y="136"/>
                    </a:lnTo>
                    <a:lnTo>
                      <a:pt x="128" y="130"/>
                    </a:lnTo>
                    <a:lnTo>
                      <a:pt x="128" y="130"/>
                    </a:lnTo>
                    <a:lnTo>
                      <a:pt x="126" y="128"/>
                    </a:lnTo>
                    <a:lnTo>
                      <a:pt x="122" y="128"/>
                    </a:lnTo>
                    <a:lnTo>
                      <a:pt x="122" y="128"/>
                    </a:lnTo>
                    <a:lnTo>
                      <a:pt x="120" y="126"/>
                    </a:lnTo>
                    <a:lnTo>
                      <a:pt x="120" y="126"/>
                    </a:lnTo>
                    <a:lnTo>
                      <a:pt x="122" y="120"/>
                    </a:lnTo>
                    <a:lnTo>
                      <a:pt x="122" y="120"/>
                    </a:lnTo>
                    <a:lnTo>
                      <a:pt x="118" y="118"/>
                    </a:lnTo>
                    <a:lnTo>
                      <a:pt x="118" y="118"/>
                    </a:lnTo>
                    <a:lnTo>
                      <a:pt x="116" y="120"/>
                    </a:lnTo>
                    <a:lnTo>
                      <a:pt x="114" y="120"/>
                    </a:lnTo>
                    <a:lnTo>
                      <a:pt x="114" y="120"/>
                    </a:lnTo>
                    <a:lnTo>
                      <a:pt x="112" y="114"/>
                    </a:lnTo>
                    <a:lnTo>
                      <a:pt x="112" y="110"/>
                    </a:lnTo>
                    <a:lnTo>
                      <a:pt x="112" y="110"/>
                    </a:lnTo>
                    <a:lnTo>
                      <a:pt x="104" y="108"/>
                    </a:lnTo>
                    <a:lnTo>
                      <a:pt x="104" y="108"/>
                    </a:lnTo>
                    <a:lnTo>
                      <a:pt x="104" y="102"/>
                    </a:lnTo>
                    <a:lnTo>
                      <a:pt x="104" y="102"/>
                    </a:lnTo>
                    <a:lnTo>
                      <a:pt x="100" y="100"/>
                    </a:lnTo>
                    <a:lnTo>
                      <a:pt x="100" y="100"/>
                    </a:lnTo>
                    <a:lnTo>
                      <a:pt x="100" y="96"/>
                    </a:lnTo>
                    <a:lnTo>
                      <a:pt x="100" y="96"/>
                    </a:lnTo>
                    <a:lnTo>
                      <a:pt x="98" y="94"/>
                    </a:lnTo>
                    <a:lnTo>
                      <a:pt x="94" y="94"/>
                    </a:lnTo>
                    <a:lnTo>
                      <a:pt x="94" y="94"/>
                    </a:lnTo>
                    <a:lnTo>
                      <a:pt x="90" y="90"/>
                    </a:lnTo>
                    <a:lnTo>
                      <a:pt x="88" y="86"/>
                    </a:lnTo>
                    <a:lnTo>
                      <a:pt x="88" y="76"/>
                    </a:lnTo>
                    <a:lnTo>
                      <a:pt x="88" y="76"/>
                    </a:lnTo>
                    <a:lnTo>
                      <a:pt x="86" y="76"/>
                    </a:lnTo>
                    <a:lnTo>
                      <a:pt x="86" y="74"/>
                    </a:lnTo>
                    <a:lnTo>
                      <a:pt x="86" y="72"/>
                    </a:lnTo>
                    <a:lnTo>
                      <a:pt x="86" y="72"/>
                    </a:lnTo>
                    <a:lnTo>
                      <a:pt x="88" y="72"/>
                    </a:lnTo>
                    <a:lnTo>
                      <a:pt x="92" y="72"/>
                    </a:lnTo>
                    <a:lnTo>
                      <a:pt x="94" y="70"/>
                    </a:lnTo>
                    <a:lnTo>
                      <a:pt x="96" y="68"/>
                    </a:lnTo>
                    <a:lnTo>
                      <a:pt x="96" y="68"/>
                    </a:lnTo>
                    <a:lnTo>
                      <a:pt x="96" y="62"/>
                    </a:lnTo>
                    <a:lnTo>
                      <a:pt x="96" y="62"/>
                    </a:lnTo>
                    <a:lnTo>
                      <a:pt x="94" y="62"/>
                    </a:lnTo>
                    <a:lnTo>
                      <a:pt x="94" y="62"/>
                    </a:lnTo>
                    <a:lnTo>
                      <a:pt x="92" y="58"/>
                    </a:lnTo>
                    <a:lnTo>
                      <a:pt x="92" y="58"/>
                    </a:lnTo>
                    <a:lnTo>
                      <a:pt x="88" y="56"/>
                    </a:lnTo>
                    <a:lnTo>
                      <a:pt x="88" y="56"/>
                    </a:lnTo>
                    <a:lnTo>
                      <a:pt x="86" y="58"/>
                    </a:lnTo>
                    <a:lnTo>
                      <a:pt x="86" y="58"/>
                    </a:lnTo>
                    <a:lnTo>
                      <a:pt x="84" y="58"/>
                    </a:lnTo>
                    <a:lnTo>
                      <a:pt x="84" y="58"/>
                    </a:lnTo>
                    <a:lnTo>
                      <a:pt x="82" y="52"/>
                    </a:lnTo>
                    <a:lnTo>
                      <a:pt x="80" y="52"/>
                    </a:lnTo>
                    <a:lnTo>
                      <a:pt x="80" y="52"/>
                    </a:lnTo>
                    <a:lnTo>
                      <a:pt x="80" y="48"/>
                    </a:lnTo>
                    <a:lnTo>
                      <a:pt x="80" y="48"/>
                    </a:lnTo>
                    <a:lnTo>
                      <a:pt x="72" y="48"/>
                    </a:lnTo>
                    <a:lnTo>
                      <a:pt x="70" y="48"/>
                    </a:lnTo>
                    <a:lnTo>
                      <a:pt x="66" y="46"/>
                    </a:lnTo>
                    <a:lnTo>
                      <a:pt x="66" y="46"/>
                    </a:lnTo>
                    <a:lnTo>
                      <a:pt x="66" y="44"/>
                    </a:lnTo>
                    <a:lnTo>
                      <a:pt x="68" y="40"/>
                    </a:lnTo>
                    <a:lnTo>
                      <a:pt x="68" y="40"/>
                    </a:lnTo>
                    <a:lnTo>
                      <a:pt x="64" y="34"/>
                    </a:lnTo>
                    <a:lnTo>
                      <a:pt x="58" y="28"/>
                    </a:lnTo>
                    <a:lnTo>
                      <a:pt x="58" y="28"/>
                    </a:lnTo>
                    <a:lnTo>
                      <a:pt x="56" y="28"/>
                    </a:lnTo>
                    <a:lnTo>
                      <a:pt x="52" y="28"/>
                    </a:lnTo>
                    <a:lnTo>
                      <a:pt x="52" y="28"/>
                    </a:lnTo>
                    <a:lnTo>
                      <a:pt x="50" y="24"/>
                    </a:lnTo>
                    <a:lnTo>
                      <a:pt x="46" y="20"/>
                    </a:lnTo>
                    <a:lnTo>
                      <a:pt x="46" y="20"/>
                    </a:lnTo>
                    <a:lnTo>
                      <a:pt x="40" y="20"/>
                    </a:lnTo>
                    <a:lnTo>
                      <a:pt x="40" y="20"/>
                    </a:lnTo>
                    <a:lnTo>
                      <a:pt x="36" y="16"/>
                    </a:lnTo>
                    <a:lnTo>
                      <a:pt x="36" y="16"/>
                    </a:lnTo>
                    <a:lnTo>
                      <a:pt x="30" y="16"/>
                    </a:lnTo>
                    <a:lnTo>
                      <a:pt x="30" y="16"/>
                    </a:lnTo>
                    <a:lnTo>
                      <a:pt x="26" y="12"/>
                    </a:lnTo>
                    <a:lnTo>
                      <a:pt x="26" y="12"/>
                    </a:lnTo>
                    <a:lnTo>
                      <a:pt x="20" y="12"/>
                    </a:lnTo>
                    <a:lnTo>
                      <a:pt x="14" y="10"/>
                    </a:lnTo>
                    <a:lnTo>
                      <a:pt x="14" y="10"/>
                    </a:lnTo>
                    <a:lnTo>
                      <a:pt x="4" y="2"/>
                    </a:lnTo>
                    <a:lnTo>
                      <a:pt x="4" y="0"/>
                    </a:lnTo>
                    <a:lnTo>
                      <a:pt x="4" y="0"/>
                    </a:lnTo>
                    <a:lnTo>
                      <a:pt x="2" y="0"/>
                    </a:lnTo>
                    <a:lnTo>
                      <a:pt x="2" y="2"/>
                    </a:lnTo>
                    <a:lnTo>
                      <a:pt x="2" y="2"/>
                    </a:lnTo>
                    <a:close/>
                    <a:moveTo>
                      <a:pt x="150" y="30"/>
                    </a:moveTo>
                    <a:lnTo>
                      <a:pt x="150" y="30"/>
                    </a:lnTo>
                    <a:lnTo>
                      <a:pt x="146" y="32"/>
                    </a:lnTo>
                    <a:lnTo>
                      <a:pt x="146" y="34"/>
                    </a:lnTo>
                    <a:lnTo>
                      <a:pt x="148" y="34"/>
                    </a:lnTo>
                    <a:lnTo>
                      <a:pt x="148" y="38"/>
                    </a:lnTo>
                    <a:lnTo>
                      <a:pt x="148" y="38"/>
                    </a:lnTo>
                    <a:lnTo>
                      <a:pt x="144" y="38"/>
                    </a:lnTo>
                    <a:lnTo>
                      <a:pt x="142" y="40"/>
                    </a:lnTo>
                    <a:lnTo>
                      <a:pt x="142" y="40"/>
                    </a:lnTo>
                    <a:lnTo>
                      <a:pt x="142" y="42"/>
                    </a:lnTo>
                    <a:lnTo>
                      <a:pt x="142" y="42"/>
                    </a:lnTo>
                    <a:lnTo>
                      <a:pt x="140" y="46"/>
                    </a:lnTo>
                    <a:lnTo>
                      <a:pt x="138" y="48"/>
                    </a:lnTo>
                    <a:lnTo>
                      <a:pt x="130" y="48"/>
                    </a:lnTo>
                    <a:lnTo>
                      <a:pt x="130" y="48"/>
                    </a:lnTo>
                    <a:lnTo>
                      <a:pt x="128" y="44"/>
                    </a:lnTo>
                    <a:lnTo>
                      <a:pt x="128" y="44"/>
                    </a:lnTo>
                    <a:lnTo>
                      <a:pt x="122" y="50"/>
                    </a:lnTo>
                    <a:lnTo>
                      <a:pt x="120" y="52"/>
                    </a:lnTo>
                    <a:lnTo>
                      <a:pt x="114" y="52"/>
                    </a:lnTo>
                    <a:lnTo>
                      <a:pt x="114" y="52"/>
                    </a:lnTo>
                    <a:lnTo>
                      <a:pt x="112" y="52"/>
                    </a:lnTo>
                    <a:lnTo>
                      <a:pt x="108" y="50"/>
                    </a:lnTo>
                    <a:lnTo>
                      <a:pt x="108" y="50"/>
                    </a:lnTo>
                    <a:lnTo>
                      <a:pt x="106" y="54"/>
                    </a:lnTo>
                    <a:lnTo>
                      <a:pt x="106" y="54"/>
                    </a:lnTo>
                    <a:lnTo>
                      <a:pt x="112" y="58"/>
                    </a:lnTo>
                    <a:lnTo>
                      <a:pt x="112" y="58"/>
                    </a:lnTo>
                    <a:lnTo>
                      <a:pt x="114" y="60"/>
                    </a:lnTo>
                    <a:lnTo>
                      <a:pt x="114" y="60"/>
                    </a:lnTo>
                    <a:lnTo>
                      <a:pt x="120" y="60"/>
                    </a:lnTo>
                    <a:lnTo>
                      <a:pt x="126" y="60"/>
                    </a:lnTo>
                    <a:lnTo>
                      <a:pt x="126" y="60"/>
                    </a:lnTo>
                    <a:lnTo>
                      <a:pt x="132" y="60"/>
                    </a:lnTo>
                    <a:lnTo>
                      <a:pt x="138" y="58"/>
                    </a:lnTo>
                    <a:lnTo>
                      <a:pt x="138" y="58"/>
                    </a:lnTo>
                    <a:lnTo>
                      <a:pt x="142" y="54"/>
                    </a:lnTo>
                    <a:lnTo>
                      <a:pt x="142" y="54"/>
                    </a:lnTo>
                    <a:lnTo>
                      <a:pt x="144" y="54"/>
                    </a:lnTo>
                    <a:lnTo>
                      <a:pt x="146" y="52"/>
                    </a:lnTo>
                    <a:lnTo>
                      <a:pt x="146" y="52"/>
                    </a:lnTo>
                    <a:lnTo>
                      <a:pt x="146" y="50"/>
                    </a:lnTo>
                    <a:lnTo>
                      <a:pt x="146" y="48"/>
                    </a:lnTo>
                    <a:lnTo>
                      <a:pt x="146" y="48"/>
                    </a:lnTo>
                    <a:lnTo>
                      <a:pt x="150" y="48"/>
                    </a:lnTo>
                    <a:lnTo>
                      <a:pt x="152" y="46"/>
                    </a:lnTo>
                    <a:lnTo>
                      <a:pt x="152" y="46"/>
                    </a:lnTo>
                    <a:lnTo>
                      <a:pt x="154" y="44"/>
                    </a:lnTo>
                    <a:lnTo>
                      <a:pt x="152" y="40"/>
                    </a:lnTo>
                    <a:lnTo>
                      <a:pt x="152" y="40"/>
                    </a:lnTo>
                    <a:lnTo>
                      <a:pt x="156" y="40"/>
                    </a:lnTo>
                    <a:lnTo>
                      <a:pt x="156" y="40"/>
                    </a:lnTo>
                    <a:lnTo>
                      <a:pt x="156" y="38"/>
                    </a:lnTo>
                    <a:lnTo>
                      <a:pt x="156" y="36"/>
                    </a:lnTo>
                    <a:lnTo>
                      <a:pt x="156" y="36"/>
                    </a:lnTo>
                    <a:lnTo>
                      <a:pt x="156" y="32"/>
                    </a:lnTo>
                    <a:lnTo>
                      <a:pt x="154" y="32"/>
                    </a:lnTo>
                    <a:lnTo>
                      <a:pt x="154" y="32"/>
                    </a:lnTo>
                    <a:lnTo>
                      <a:pt x="154" y="30"/>
                    </a:lnTo>
                    <a:lnTo>
                      <a:pt x="154" y="30"/>
                    </a:lnTo>
                    <a:lnTo>
                      <a:pt x="150" y="30"/>
                    </a:lnTo>
                    <a:lnTo>
                      <a:pt x="150" y="30"/>
                    </a:lnTo>
                    <a:close/>
                    <a:moveTo>
                      <a:pt x="152" y="16"/>
                    </a:moveTo>
                    <a:lnTo>
                      <a:pt x="152" y="16"/>
                    </a:lnTo>
                    <a:lnTo>
                      <a:pt x="152" y="20"/>
                    </a:lnTo>
                    <a:lnTo>
                      <a:pt x="152" y="20"/>
                    </a:lnTo>
                    <a:lnTo>
                      <a:pt x="156" y="24"/>
                    </a:lnTo>
                    <a:lnTo>
                      <a:pt x="158" y="26"/>
                    </a:lnTo>
                    <a:lnTo>
                      <a:pt x="158" y="26"/>
                    </a:lnTo>
                    <a:lnTo>
                      <a:pt x="158" y="30"/>
                    </a:lnTo>
                    <a:lnTo>
                      <a:pt x="158" y="32"/>
                    </a:lnTo>
                    <a:lnTo>
                      <a:pt x="158" y="34"/>
                    </a:lnTo>
                    <a:lnTo>
                      <a:pt x="160" y="36"/>
                    </a:lnTo>
                    <a:lnTo>
                      <a:pt x="162" y="36"/>
                    </a:lnTo>
                    <a:lnTo>
                      <a:pt x="162" y="36"/>
                    </a:lnTo>
                    <a:lnTo>
                      <a:pt x="162" y="34"/>
                    </a:lnTo>
                    <a:lnTo>
                      <a:pt x="162" y="34"/>
                    </a:lnTo>
                    <a:lnTo>
                      <a:pt x="164" y="28"/>
                    </a:lnTo>
                    <a:lnTo>
                      <a:pt x="160" y="22"/>
                    </a:lnTo>
                    <a:lnTo>
                      <a:pt x="152" y="16"/>
                    </a:lnTo>
                    <a:lnTo>
                      <a:pt x="152" y="16"/>
                    </a:lnTo>
                    <a:close/>
                    <a:moveTo>
                      <a:pt x="136" y="6"/>
                    </a:moveTo>
                    <a:lnTo>
                      <a:pt x="136" y="6"/>
                    </a:lnTo>
                    <a:lnTo>
                      <a:pt x="136" y="10"/>
                    </a:lnTo>
                    <a:lnTo>
                      <a:pt x="136" y="10"/>
                    </a:lnTo>
                    <a:lnTo>
                      <a:pt x="146" y="14"/>
                    </a:lnTo>
                    <a:lnTo>
                      <a:pt x="146" y="14"/>
                    </a:lnTo>
                    <a:lnTo>
                      <a:pt x="148" y="16"/>
                    </a:lnTo>
                    <a:lnTo>
                      <a:pt x="150" y="16"/>
                    </a:lnTo>
                    <a:lnTo>
                      <a:pt x="150" y="16"/>
                    </a:lnTo>
                    <a:lnTo>
                      <a:pt x="150" y="12"/>
                    </a:lnTo>
                    <a:lnTo>
                      <a:pt x="150" y="12"/>
                    </a:lnTo>
                    <a:lnTo>
                      <a:pt x="136" y="6"/>
                    </a:lnTo>
                    <a:lnTo>
                      <a:pt x="136"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1" name="Freeform 115">
                <a:extLst>
                  <a:ext uri="{FF2B5EF4-FFF2-40B4-BE49-F238E27FC236}">
                    <a16:creationId xmlns:a16="http://schemas.microsoft.com/office/drawing/2014/main" id="{5853E9E9-9E57-4F48-9310-ACEB9BF965CC}"/>
                  </a:ext>
                </a:extLst>
              </p:cNvPr>
              <p:cNvSpPr>
                <a:spLocks/>
              </p:cNvSpPr>
              <p:nvPr/>
            </p:nvSpPr>
            <p:spPr bwMode="auto">
              <a:xfrm>
                <a:off x="7504090" y="3126158"/>
                <a:ext cx="403122" cy="460541"/>
              </a:xfrm>
              <a:custGeom>
                <a:avLst/>
                <a:gdLst>
                  <a:gd name="T0" fmla="*/ 198 w 206"/>
                  <a:gd name="T1" fmla="*/ 32 h 230"/>
                  <a:gd name="T2" fmla="*/ 178 w 206"/>
                  <a:gd name="T3" fmla="*/ 42 h 230"/>
                  <a:gd name="T4" fmla="*/ 168 w 206"/>
                  <a:gd name="T5" fmla="*/ 52 h 230"/>
                  <a:gd name="T6" fmla="*/ 152 w 206"/>
                  <a:gd name="T7" fmla="*/ 54 h 230"/>
                  <a:gd name="T8" fmla="*/ 160 w 206"/>
                  <a:gd name="T9" fmla="*/ 78 h 230"/>
                  <a:gd name="T10" fmla="*/ 172 w 206"/>
                  <a:gd name="T11" fmla="*/ 90 h 230"/>
                  <a:gd name="T12" fmla="*/ 164 w 206"/>
                  <a:gd name="T13" fmla="*/ 110 h 230"/>
                  <a:gd name="T14" fmla="*/ 156 w 206"/>
                  <a:gd name="T15" fmla="*/ 132 h 230"/>
                  <a:gd name="T16" fmla="*/ 140 w 206"/>
                  <a:gd name="T17" fmla="*/ 146 h 230"/>
                  <a:gd name="T18" fmla="*/ 122 w 206"/>
                  <a:gd name="T19" fmla="*/ 164 h 230"/>
                  <a:gd name="T20" fmla="*/ 112 w 206"/>
                  <a:gd name="T21" fmla="*/ 172 h 230"/>
                  <a:gd name="T22" fmla="*/ 114 w 206"/>
                  <a:gd name="T23" fmla="*/ 186 h 230"/>
                  <a:gd name="T24" fmla="*/ 118 w 206"/>
                  <a:gd name="T25" fmla="*/ 200 h 230"/>
                  <a:gd name="T26" fmla="*/ 116 w 206"/>
                  <a:gd name="T27" fmla="*/ 220 h 230"/>
                  <a:gd name="T28" fmla="*/ 98 w 206"/>
                  <a:gd name="T29" fmla="*/ 224 h 230"/>
                  <a:gd name="T30" fmla="*/ 90 w 206"/>
                  <a:gd name="T31" fmla="*/ 226 h 230"/>
                  <a:gd name="T32" fmla="*/ 88 w 206"/>
                  <a:gd name="T33" fmla="*/ 226 h 230"/>
                  <a:gd name="T34" fmla="*/ 82 w 206"/>
                  <a:gd name="T35" fmla="*/ 222 h 230"/>
                  <a:gd name="T36" fmla="*/ 80 w 206"/>
                  <a:gd name="T37" fmla="*/ 216 h 230"/>
                  <a:gd name="T38" fmla="*/ 70 w 206"/>
                  <a:gd name="T39" fmla="*/ 212 h 230"/>
                  <a:gd name="T40" fmla="*/ 68 w 206"/>
                  <a:gd name="T41" fmla="*/ 204 h 230"/>
                  <a:gd name="T42" fmla="*/ 68 w 206"/>
                  <a:gd name="T43" fmla="*/ 198 h 230"/>
                  <a:gd name="T44" fmla="*/ 56 w 206"/>
                  <a:gd name="T45" fmla="*/ 200 h 230"/>
                  <a:gd name="T46" fmla="*/ 44 w 206"/>
                  <a:gd name="T47" fmla="*/ 204 h 230"/>
                  <a:gd name="T48" fmla="*/ 28 w 206"/>
                  <a:gd name="T49" fmla="*/ 204 h 230"/>
                  <a:gd name="T50" fmla="*/ 20 w 206"/>
                  <a:gd name="T51" fmla="*/ 206 h 230"/>
                  <a:gd name="T52" fmla="*/ 12 w 206"/>
                  <a:gd name="T53" fmla="*/ 206 h 230"/>
                  <a:gd name="T54" fmla="*/ 6 w 206"/>
                  <a:gd name="T55" fmla="*/ 206 h 230"/>
                  <a:gd name="T56" fmla="*/ 0 w 206"/>
                  <a:gd name="T57" fmla="*/ 208 h 230"/>
                  <a:gd name="T58" fmla="*/ 18 w 206"/>
                  <a:gd name="T59" fmla="*/ 178 h 230"/>
                  <a:gd name="T60" fmla="*/ 32 w 206"/>
                  <a:gd name="T61" fmla="*/ 166 h 230"/>
                  <a:gd name="T62" fmla="*/ 22 w 206"/>
                  <a:gd name="T63" fmla="*/ 150 h 230"/>
                  <a:gd name="T64" fmla="*/ 8 w 206"/>
                  <a:gd name="T65" fmla="*/ 134 h 230"/>
                  <a:gd name="T66" fmla="*/ 18 w 206"/>
                  <a:gd name="T67" fmla="*/ 124 h 230"/>
                  <a:gd name="T68" fmla="*/ 40 w 206"/>
                  <a:gd name="T69" fmla="*/ 122 h 230"/>
                  <a:gd name="T70" fmla="*/ 56 w 206"/>
                  <a:gd name="T71" fmla="*/ 118 h 230"/>
                  <a:gd name="T72" fmla="*/ 66 w 206"/>
                  <a:gd name="T73" fmla="*/ 102 h 230"/>
                  <a:gd name="T74" fmla="*/ 82 w 206"/>
                  <a:gd name="T75" fmla="*/ 90 h 230"/>
                  <a:gd name="T76" fmla="*/ 86 w 206"/>
                  <a:gd name="T77" fmla="*/ 76 h 230"/>
                  <a:gd name="T78" fmla="*/ 98 w 206"/>
                  <a:gd name="T79" fmla="*/ 78 h 230"/>
                  <a:gd name="T80" fmla="*/ 104 w 206"/>
                  <a:gd name="T81" fmla="*/ 64 h 230"/>
                  <a:gd name="T82" fmla="*/ 106 w 206"/>
                  <a:gd name="T83" fmla="*/ 48 h 230"/>
                  <a:gd name="T84" fmla="*/ 120 w 206"/>
                  <a:gd name="T85" fmla="*/ 42 h 230"/>
                  <a:gd name="T86" fmla="*/ 124 w 206"/>
                  <a:gd name="T87" fmla="*/ 26 h 230"/>
                  <a:gd name="T88" fmla="*/ 148 w 206"/>
                  <a:gd name="T89" fmla="*/ 6 h 230"/>
                  <a:gd name="T90" fmla="*/ 170 w 206"/>
                  <a:gd name="T91" fmla="*/ 4 h 230"/>
                  <a:gd name="T92" fmla="*/ 196 w 206"/>
                  <a:gd name="T93" fmla="*/ 1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6" h="230">
                    <a:moveTo>
                      <a:pt x="206" y="20"/>
                    </a:moveTo>
                    <a:lnTo>
                      <a:pt x="202" y="26"/>
                    </a:lnTo>
                    <a:lnTo>
                      <a:pt x="198" y="32"/>
                    </a:lnTo>
                    <a:lnTo>
                      <a:pt x="194" y="34"/>
                    </a:lnTo>
                    <a:lnTo>
                      <a:pt x="188" y="40"/>
                    </a:lnTo>
                    <a:lnTo>
                      <a:pt x="178" y="42"/>
                    </a:lnTo>
                    <a:lnTo>
                      <a:pt x="172" y="46"/>
                    </a:lnTo>
                    <a:lnTo>
                      <a:pt x="172" y="48"/>
                    </a:lnTo>
                    <a:lnTo>
                      <a:pt x="168" y="52"/>
                    </a:lnTo>
                    <a:lnTo>
                      <a:pt x="164" y="48"/>
                    </a:lnTo>
                    <a:lnTo>
                      <a:pt x="158" y="52"/>
                    </a:lnTo>
                    <a:lnTo>
                      <a:pt x="152" y="54"/>
                    </a:lnTo>
                    <a:lnTo>
                      <a:pt x="152" y="58"/>
                    </a:lnTo>
                    <a:lnTo>
                      <a:pt x="158" y="64"/>
                    </a:lnTo>
                    <a:lnTo>
                      <a:pt x="160" y="78"/>
                    </a:lnTo>
                    <a:lnTo>
                      <a:pt x="162" y="80"/>
                    </a:lnTo>
                    <a:lnTo>
                      <a:pt x="166" y="84"/>
                    </a:lnTo>
                    <a:lnTo>
                      <a:pt x="172" y="90"/>
                    </a:lnTo>
                    <a:lnTo>
                      <a:pt x="172" y="98"/>
                    </a:lnTo>
                    <a:lnTo>
                      <a:pt x="168" y="104"/>
                    </a:lnTo>
                    <a:lnTo>
                      <a:pt x="164" y="110"/>
                    </a:lnTo>
                    <a:lnTo>
                      <a:pt x="164" y="120"/>
                    </a:lnTo>
                    <a:lnTo>
                      <a:pt x="162" y="128"/>
                    </a:lnTo>
                    <a:lnTo>
                      <a:pt x="156" y="132"/>
                    </a:lnTo>
                    <a:lnTo>
                      <a:pt x="152" y="136"/>
                    </a:lnTo>
                    <a:lnTo>
                      <a:pt x="148" y="142"/>
                    </a:lnTo>
                    <a:lnTo>
                      <a:pt x="140" y="146"/>
                    </a:lnTo>
                    <a:lnTo>
                      <a:pt x="134" y="156"/>
                    </a:lnTo>
                    <a:lnTo>
                      <a:pt x="128" y="162"/>
                    </a:lnTo>
                    <a:lnTo>
                      <a:pt x="122" y="164"/>
                    </a:lnTo>
                    <a:lnTo>
                      <a:pt x="120" y="160"/>
                    </a:lnTo>
                    <a:lnTo>
                      <a:pt x="116" y="168"/>
                    </a:lnTo>
                    <a:lnTo>
                      <a:pt x="112" y="172"/>
                    </a:lnTo>
                    <a:lnTo>
                      <a:pt x="108" y="180"/>
                    </a:lnTo>
                    <a:lnTo>
                      <a:pt x="112" y="184"/>
                    </a:lnTo>
                    <a:lnTo>
                      <a:pt x="114" y="186"/>
                    </a:lnTo>
                    <a:lnTo>
                      <a:pt x="112" y="192"/>
                    </a:lnTo>
                    <a:lnTo>
                      <a:pt x="112" y="198"/>
                    </a:lnTo>
                    <a:lnTo>
                      <a:pt x="118" y="200"/>
                    </a:lnTo>
                    <a:lnTo>
                      <a:pt x="120" y="206"/>
                    </a:lnTo>
                    <a:lnTo>
                      <a:pt x="120" y="222"/>
                    </a:lnTo>
                    <a:lnTo>
                      <a:pt x="116" y="220"/>
                    </a:lnTo>
                    <a:lnTo>
                      <a:pt x="108" y="220"/>
                    </a:lnTo>
                    <a:lnTo>
                      <a:pt x="104" y="220"/>
                    </a:lnTo>
                    <a:lnTo>
                      <a:pt x="98" y="224"/>
                    </a:lnTo>
                    <a:lnTo>
                      <a:pt x="96" y="230"/>
                    </a:lnTo>
                    <a:lnTo>
                      <a:pt x="90" y="230"/>
                    </a:lnTo>
                    <a:lnTo>
                      <a:pt x="90" y="226"/>
                    </a:lnTo>
                    <a:lnTo>
                      <a:pt x="90" y="226"/>
                    </a:lnTo>
                    <a:lnTo>
                      <a:pt x="88" y="226"/>
                    </a:lnTo>
                    <a:lnTo>
                      <a:pt x="88" y="226"/>
                    </a:lnTo>
                    <a:lnTo>
                      <a:pt x="84" y="226"/>
                    </a:lnTo>
                    <a:lnTo>
                      <a:pt x="84" y="226"/>
                    </a:lnTo>
                    <a:lnTo>
                      <a:pt x="82" y="222"/>
                    </a:lnTo>
                    <a:lnTo>
                      <a:pt x="82" y="222"/>
                    </a:lnTo>
                    <a:lnTo>
                      <a:pt x="80" y="216"/>
                    </a:lnTo>
                    <a:lnTo>
                      <a:pt x="80" y="216"/>
                    </a:lnTo>
                    <a:lnTo>
                      <a:pt x="76" y="214"/>
                    </a:lnTo>
                    <a:lnTo>
                      <a:pt x="70" y="212"/>
                    </a:lnTo>
                    <a:lnTo>
                      <a:pt x="70" y="212"/>
                    </a:lnTo>
                    <a:lnTo>
                      <a:pt x="70" y="208"/>
                    </a:lnTo>
                    <a:lnTo>
                      <a:pt x="70" y="204"/>
                    </a:lnTo>
                    <a:lnTo>
                      <a:pt x="68" y="204"/>
                    </a:lnTo>
                    <a:lnTo>
                      <a:pt x="68" y="204"/>
                    </a:lnTo>
                    <a:lnTo>
                      <a:pt x="68" y="198"/>
                    </a:lnTo>
                    <a:lnTo>
                      <a:pt x="68" y="198"/>
                    </a:lnTo>
                    <a:lnTo>
                      <a:pt x="58" y="200"/>
                    </a:lnTo>
                    <a:lnTo>
                      <a:pt x="58" y="200"/>
                    </a:lnTo>
                    <a:lnTo>
                      <a:pt x="56" y="200"/>
                    </a:lnTo>
                    <a:lnTo>
                      <a:pt x="52" y="200"/>
                    </a:lnTo>
                    <a:lnTo>
                      <a:pt x="52" y="200"/>
                    </a:lnTo>
                    <a:lnTo>
                      <a:pt x="44" y="204"/>
                    </a:lnTo>
                    <a:lnTo>
                      <a:pt x="44" y="204"/>
                    </a:lnTo>
                    <a:lnTo>
                      <a:pt x="36" y="204"/>
                    </a:lnTo>
                    <a:lnTo>
                      <a:pt x="28" y="204"/>
                    </a:lnTo>
                    <a:lnTo>
                      <a:pt x="26" y="206"/>
                    </a:lnTo>
                    <a:lnTo>
                      <a:pt x="26" y="206"/>
                    </a:lnTo>
                    <a:lnTo>
                      <a:pt x="20" y="206"/>
                    </a:lnTo>
                    <a:lnTo>
                      <a:pt x="14" y="204"/>
                    </a:lnTo>
                    <a:lnTo>
                      <a:pt x="12" y="206"/>
                    </a:lnTo>
                    <a:lnTo>
                      <a:pt x="12" y="206"/>
                    </a:lnTo>
                    <a:lnTo>
                      <a:pt x="10" y="206"/>
                    </a:lnTo>
                    <a:lnTo>
                      <a:pt x="6" y="206"/>
                    </a:lnTo>
                    <a:lnTo>
                      <a:pt x="6" y="206"/>
                    </a:lnTo>
                    <a:lnTo>
                      <a:pt x="6" y="208"/>
                    </a:lnTo>
                    <a:lnTo>
                      <a:pt x="6" y="208"/>
                    </a:lnTo>
                    <a:lnTo>
                      <a:pt x="0" y="208"/>
                    </a:lnTo>
                    <a:lnTo>
                      <a:pt x="2" y="192"/>
                    </a:lnTo>
                    <a:lnTo>
                      <a:pt x="10" y="180"/>
                    </a:lnTo>
                    <a:lnTo>
                      <a:pt x="18" y="178"/>
                    </a:lnTo>
                    <a:lnTo>
                      <a:pt x="26" y="176"/>
                    </a:lnTo>
                    <a:lnTo>
                      <a:pt x="32" y="172"/>
                    </a:lnTo>
                    <a:lnTo>
                      <a:pt x="32" y="166"/>
                    </a:lnTo>
                    <a:lnTo>
                      <a:pt x="26" y="164"/>
                    </a:lnTo>
                    <a:lnTo>
                      <a:pt x="26" y="156"/>
                    </a:lnTo>
                    <a:lnTo>
                      <a:pt x="22" y="150"/>
                    </a:lnTo>
                    <a:lnTo>
                      <a:pt x="16" y="148"/>
                    </a:lnTo>
                    <a:lnTo>
                      <a:pt x="10" y="138"/>
                    </a:lnTo>
                    <a:lnTo>
                      <a:pt x="8" y="134"/>
                    </a:lnTo>
                    <a:lnTo>
                      <a:pt x="10" y="130"/>
                    </a:lnTo>
                    <a:lnTo>
                      <a:pt x="4" y="116"/>
                    </a:lnTo>
                    <a:lnTo>
                      <a:pt x="18" y="124"/>
                    </a:lnTo>
                    <a:lnTo>
                      <a:pt x="22" y="122"/>
                    </a:lnTo>
                    <a:lnTo>
                      <a:pt x="28" y="122"/>
                    </a:lnTo>
                    <a:lnTo>
                      <a:pt x="40" y="122"/>
                    </a:lnTo>
                    <a:lnTo>
                      <a:pt x="46" y="124"/>
                    </a:lnTo>
                    <a:lnTo>
                      <a:pt x="48" y="120"/>
                    </a:lnTo>
                    <a:lnTo>
                      <a:pt x="56" y="118"/>
                    </a:lnTo>
                    <a:lnTo>
                      <a:pt x="58" y="112"/>
                    </a:lnTo>
                    <a:lnTo>
                      <a:pt x="58" y="106"/>
                    </a:lnTo>
                    <a:lnTo>
                      <a:pt x="66" y="102"/>
                    </a:lnTo>
                    <a:lnTo>
                      <a:pt x="74" y="90"/>
                    </a:lnTo>
                    <a:lnTo>
                      <a:pt x="78" y="92"/>
                    </a:lnTo>
                    <a:lnTo>
                      <a:pt x="82" y="90"/>
                    </a:lnTo>
                    <a:lnTo>
                      <a:pt x="84" y="86"/>
                    </a:lnTo>
                    <a:lnTo>
                      <a:pt x="80" y="80"/>
                    </a:lnTo>
                    <a:lnTo>
                      <a:pt x="86" y="76"/>
                    </a:lnTo>
                    <a:lnTo>
                      <a:pt x="90" y="72"/>
                    </a:lnTo>
                    <a:lnTo>
                      <a:pt x="92" y="76"/>
                    </a:lnTo>
                    <a:lnTo>
                      <a:pt x="98" y="78"/>
                    </a:lnTo>
                    <a:lnTo>
                      <a:pt x="102" y="76"/>
                    </a:lnTo>
                    <a:lnTo>
                      <a:pt x="104" y="70"/>
                    </a:lnTo>
                    <a:lnTo>
                      <a:pt x="104" y="64"/>
                    </a:lnTo>
                    <a:lnTo>
                      <a:pt x="110" y="60"/>
                    </a:lnTo>
                    <a:lnTo>
                      <a:pt x="110" y="52"/>
                    </a:lnTo>
                    <a:lnTo>
                      <a:pt x="106" y="48"/>
                    </a:lnTo>
                    <a:lnTo>
                      <a:pt x="108" y="42"/>
                    </a:lnTo>
                    <a:lnTo>
                      <a:pt x="114" y="44"/>
                    </a:lnTo>
                    <a:lnTo>
                      <a:pt x="120" y="42"/>
                    </a:lnTo>
                    <a:lnTo>
                      <a:pt x="122" y="34"/>
                    </a:lnTo>
                    <a:lnTo>
                      <a:pt x="120" y="28"/>
                    </a:lnTo>
                    <a:lnTo>
                      <a:pt x="124" y="26"/>
                    </a:lnTo>
                    <a:lnTo>
                      <a:pt x="124" y="18"/>
                    </a:lnTo>
                    <a:lnTo>
                      <a:pt x="138" y="8"/>
                    </a:lnTo>
                    <a:lnTo>
                      <a:pt x="148" y="6"/>
                    </a:lnTo>
                    <a:lnTo>
                      <a:pt x="156" y="4"/>
                    </a:lnTo>
                    <a:lnTo>
                      <a:pt x="164" y="4"/>
                    </a:lnTo>
                    <a:lnTo>
                      <a:pt x="170" y="4"/>
                    </a:lnTo>
                    <a:lnTo>
                      <a:pt x="172" y="0"/>
                    </a:lnTo>
                    <a:lnTo>
                      <a:pt x="182" y="0"/>
                    </a:lnTo>
                    <a:lnTo>
                      <a:pt x="196" y="10"/>
                    </a:lnTo>
                    <a:lnTo>
                      <a:pt x="200" y="14"/>
                    </a:lnTo>
                    <a:lnTo>
                      <a:pt x="206"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2" name="Freeform 123">
                <a:extLst>
                  <a:ext uri="{FF2B5EF4-FFF2-40B4-BE49-F238E27FC236}">
                    <a16:creationId xmlns:a16="http://schemas.microsoft.com/office/drawing/2014/main" id="{8A20693B-5953-C548-AEF0-223C86CDFBBB}"/>
                  </a:ext>
                </a:extLst>
              </p:cNvPr>
              <p:cNvSpPr>
                <a:spLocks/>
              </p:cNvSpPr>
              <p:nvPr/>
            </p:nvSpPr>
            <p:spPr bwMode="auto">
              <a:xfrm>
                <a:off x="9163543" y="2873862"/>
                <a:ext cx="156552" cy="224263"/>
              </a:xfrm>
              <a:custGeom>
                <a:avLst/>
                <a:gdLst>
                  <a:gd name="T0" fmla="*/ 50 w 80"/>
                  <a:gd name="T1" fmla="*/ 100 h 112"/>
                  <a:gd name="T2" fmla="*/ 46 w 80"/>
                  <a:gd name="T3" fmla="*/ 96 h 112"/>
                  <a:gd name="T4" fmla="*/ 46 w 80"/>
                  <a:gd name="T5" fmla="*/ 88 h 112"/>
                  <a:gd name="T6" fmla="*/ 32 w 80"/>
                  <a:gd name="T7" fmla="*/ 82 h 112"/>
                  <a:gd name="T8" fmla="*/ 34 w 80"/>
                  <a:gd name="T9" fmla="*/ 78 h 112"/>
                  <a:gd name="T10" fmla="*/ 36 w 80"/>
                  <a:gd name="T11" fmla="*/ 76 h 112"/>
                  <a:gd name="T12" fmla="*/ 36 w 80"/>
                  <a:gd name="T13" fmla="*/ 68 h 112"/>
                  <a:gd name="T14" fmla="*/ 40 w 80"/>
                  <a:gd name="T15" fmla="*/ 66 h 112"/>
                  <a:gd name="T16" fmla="*/ 46 w 80"/>
                  <a:gd name="T17" fmla="*/ 64 h 112"/>
                  <a:gd name="T18" fmla="*/ 52 w 80"/>
                  <a:gd name="T19" fmla="*/ 54 h 112"/>
                  <a:gd name="T20" fmla="*/ 56 w 80"/>
                  <a:gd name="T21" fmla="*/ 54 h 112"/>
                  <a:gd name="T22" fmla="*/ 58 w 80"/>
                  <a:gd name="T23" fmla="*/ 54 h 112"/>
                  <a:gd name="T24" fmla="*/ 62 w 80"/>
                  <a:gd name="T25" fmla="*/ 48 h 112"/>
                  <a:gd name="T26" fmla="*/ 66 w 80"/>
                  <a:gd name="T27" fmla="*/ 48 h 112"/>
                  <a:gd name="T28" fmla="*/ 66 w 80"/>
                  <a:gd name="T29" fmla="*/ 44 h 112"/>
                  <a:gd name="T30" fmla="*/ 62 w 80"/>
                  <a:gd name="T31" fmla="*/ 34 h 112"/>
                  <a:gd name="T32" fmla="*/ 64 w 80"/>
                  <a:gd name="T33" fmla="*/ 30 h 112"/>
                  <a:gd name="T34" fmla="*/ 66 w 80"/>
                  <a:gd name="T35" fmla="*/ 28 h 112"/>
                  <a:gd name="T36" fmla="*/ 68 w 80"/>
                  <a:gd name="T37" fmla="*/ 24 h 112"/>
                  <a:gd name="T38" fmla="*/ 70 w 80"/>
                  <a:gd name="T39" fmla="*/ 24 h 112"/>
                  <a:gd name="T40" fmla="*/ 72 w 80"/>
                  <a:gd name="T41" fmla="*/ 24 h 112"/>
                  <a:gd name="T42" fmla="*/ 80 w 80"/>
                  <a:gd name="T43" fmla="*/ 14 h 112"/>
                  <a:gd name="T44" fmla="*/ 70 w 80"/>
                  <a:gd name="T45" fmla="*/ 10 h 112"/>
                  <a:gd name="T46" fmla="*/ 64 w 80"/>
                  <a:gd name="T47" fmla="*/ 16 h 112"/>
                  <a:gd name="T48" fmla="*/ 54 w 80"/>
                  <a:gd name="T49" fmla="*/ 18 h 112"/>
                  <a:gd name="T50" fmla="*/ 50 w 80"/>
                  <a:gd name="T51" fmla="*/ 26 h 112"/>
                  <a:gd name="T52" fmla="*/ 42 w 80"/>
                  <a:gd name="T53" fmla="*/ 30 h 112"/>
                  <a:gd name="T54" fmla="*/ 34 w 80"/>
                  <a:gd name="T55" fmla="*/ 22 h 112"/>
                  <a:gd name="T56" fmla="*/ 28 w 80"/>
                  <a:gd name="T57" fmla="*/ 32 h 112"/>
                  <a:gd name="T58" fmla="*/ 16 w 80"/>
                  <a:gd name="T59" fmla="*/ 46 h 112"/>
                  <a:gd name="T60" fmla="*/ 6 w 80"/>
                  <a:gd name="T61" fmla="*/ 60 h 112"/>
                  <a:gd name="T62" fmla="*/ 0 w 80"/>
                  <a:gd name="T63" fmla="*/ 70 h 112"/>
                  <a:gd name="T64" fmla="*/ 2 w 80"/>
                  <a:gd name="T65" fmla="*/ 72 h 112"/>
                  <a:gd name="T66" fmla="*/ 8 w 80"/>
                  <a:gd name="T67" fmla="*/ 76 h 112"/>
                  <a:gd name="T68" fmla="*/ 10 w 80"/>
                  <a:gd name="T69" fmla="*/ 88 h 112"/>
                  <a:gd name="T70" fmla="*/ 6 w 80"/>
                  <a:gd name="T71" fmla="*/ 90 h 112"/>
                  <a:gd name="T72" fmla="*/ 0 w 80"/>
                  <a:gd name="T73" fmla="*/ 100 h 112"/>
                  <a:gd name="T74" fmla="*/ 8 w 80"/>
                  <a:gd name="T75" fmla="*/ 102 h 112"/>
                  <a:gd name="T76" fmla="*/ 6 w 80"/>
                  <a:gd name="T77" fmla="*/ 106 h 112"/>
                  <a:gd name="T78" fmla="*/ 10 w 80"/>
                  <a:gd name="T79" fmla="*/ 112 h 112"/>
                  <a:gd name="T80" fmla="*/ 14 w 80"/>
                  <a:gd name="T81" fmla="*/ 110 h 112"/>
                  <a:gd name="T82" fmla="*/ 16 w 80"/>
                  <a:gd name="T83" fmla="*/ 108 h 112"/>
                  <a:gd name="T84" fmla="*/ 24 w 80"/>
                  <a:gd name="T85" fmla="*/ 108 h 112"/>
                  <a:gd name="T86" fmla="*/ 36 w 80"/>
                  <a:gd name="T87" fmla="*/ 98 h 112"/>
                  <a:gd name="T88" fmla="*/ 42 w 80"/>
                  <a:gd name="T89" fmla="*/ 102 h 112"/>
                  <a:gd name="T90" fmla="*/ 50 w 80"/>
                  <a:gd name="T91"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 h="112">
                    <a:moveTo>
                      <a:pt x="50" y="100"/>
                    </a:moveTo>
                    <a:lnTo>
                      <a:pt x="50" y="100"/>
                    </a:lnTo>
                    <a:lnTo>
                      <a:pt x="46" y="96"/>
                    </a:lnTo>
                    <a:lnTo>
                      <a:pt x="46" y="96"/>
                    </a:lnTo>
                    <a:lnTo>
                      <a:pt x="46" y="88"/>
                    </a:lnTo>
                    <a:lnTo>
                      <a:pt x="46" y="88"/>
                    </a:lnTo>
                    <a:lnTo>
                      <a:pt x="40" y="84"/>
                    </a:lnTo>
                    <a:lnTo>
                      <a:pt x="32" y="82"/>
                    </a:lnTo>
                    <a:lnTo>
                      <a:pt x="32" y="82"/>
                    </a:lnTo>
                    <a:lnTo>
                      <a:pt x="34" y="78"/>
                    </a:lnTo>
                    <a:lnTo>
                      <a:pt x="36" y="76"/>
                    </a:lnTo>
                    <a:lnTo>
                      <a:pt x="36" y="76"/>
                    </a:lnTo>
                    <a:lnTo>
                      <a:pt x="36" y="72"/>
                    </a:lnTo>
                    <a:lnTo>
                      <a:pt x="36" y="68"/>
                    </a:lnTo>
                    <a:lnTo>
                      <a:pt x="36" y="68"/>
                    </a:lnTo>
                    <a:lnTo>
                      <a:pt x="40" y="66"/>
                    </a:lnTo>
                    <a:lnTo>
                      <a:pt x="46" y="64"/>
                    </a:lnTo>
                    <a:lnTo>
                      <a:pt x="46" y="64"/>
                    </a:lnTo>
                    <a:lnTo>
                      <a:pt x="50" y="60"/>
                    </a:lnTo>
                    <a:lnTo>
                      <a:pt x="52" y="54"/>
                    </a:lnTo>
                    <a:lnTo>
                      <a:pt x="52" y="54"/>
                    </a:lnTo>
                    <a:lnTo>
                      <a:pt x="56" y="54"/>
                    </a:lnTo>
                    <a:lnTo>
                      <a:pt x="58" y="54"/>
                    </a:lnTo>
                    <a:lnTo>
                      <a:pt x="58" y="54"/>
                    </a:lnTo>
                    <a:lnTo>
                      <a:pt x="60" y="50"/>
                    </a:lnTo>
                    <a:lnTo>
                      <a:pt x="62" y="48"/>
                    </a:lnTo>
                    <a:lnTo>
                      <a:pt x="62" y="48"/>
                    </a:lnTo>
                    <a:lnTo>
                      <a:pt x="66" y="48"/>
                    </a:lnTo>
                    <a:lnTo>
                      <a:pt x="66" y="48"/>
                    </a:lnTo>
                    <a:lnTo>
                      <a:pt x="66" y="44"/>
                    </a:lnTo>
                    <a:lnTo>
                      <a:pt x="64" y="38"/>
                    </a:lnTo>
                    <a:lnTo>
                      <a:pt x="62" y="34"/>
                    </a:lnTo>
                    <a:lnTo>
                      <a:pt x="64" y="30"/>
                    </a:lnTo>
                    <a:lnTo>
                      <a:pt x="64" y="30"/>
                    </a:lnTo>
                    <a:lnTo>
                      <a:pt x="64" y="30"/>
                    </a:lnTo>
                    <a:lnTo>
                      <a:pt x="66" y="28"/>
                    </a:lnTo>
                    <a:lnTo>
                      <a:pt x="66" y="28"/>
                    </a:lnTo>
                    <a:lnTo>
                      <a:pt x="68" y="24"/>
                    </a:lnTo>
                    <a:lnTo>
                      <a:pt x="68" y="24"/>
                    </a:lnTo>
                    <a:lnTo>
                      <a:pt x="70" y="24"/>
                    </a:lnTo>
                    <a:lnTo>
                      <a:pt x="72" y="24"/>
                    </a:lnTo>
                    <a:lnTo>
                      <a:pt x="72" y="24"/>
                    </a:lnTo>
                    <a:lnTo>
                      <a:pt x="80" y="14"/>
                    </a:lnTo>
                    <a:lnTo>
                      <a:pt x="80" y="14"/>
                    </a:lnTo>
                    <a:lnTo>
                      <a:pt x="70" y="0"/>
                    </a:lnTo>
                    <a:lnTo>
                      <a:pt x="70" y="10"/>
                    </a:lnTo>
                    <a:lnTo>
                      <a:pt x="64" y="12"/>
                    </a:lnTo>
                    <a:lnTo>
                      <a:pt x="64" y="16"/>
                    </a:lnTo>
                    <a:lnTo>
                      <a:pt x="60" y="18"/>
                    </a:lnTo>
                    <a:lnTo>
                      <a:pt x="54" y="18"/>
                    </a:lnTo>
                    <a:lnTo>
                      <a:pt x="50" y="22"/>
                    </a:lnTo>
                    <a:lnTo>
                      <a:pt x="50" y="26"/>
                    </a:lnTo>
                    <a:lnTo>
                      <a:pt x="50" y="32"/>
                    </a:lnTo>
                    <a:lnTo>
                      <a:pt x="42" y="30"/>
                    </a:lnTo>
                    <a:lnTo>
                      <a:pt x="38" y="28"/>
                    </a:lnTo>
                    <a:lnTo>
                      <a:pt x="34" y="22"/>
                    </a:lnTo>
                    <a:lnTo>
                      <a:pt x="28" y="24"/>
                    </a:lnTo>
                    <a:lnTo>
                      <a:pt x="28" y="32"/>
                    </a:lnTo>
                    <a:lnTo>
                      <a:pt x="20" y="40"/>
                    </a:lnTo>
                    <a:lnTo>
                      <a:pt x="16" y="46"/>
                    </a:lnTo>
                    <a:lnTo>
                      <a:pt x="10" y="54"/>
                    </a:lnTo>
                    <a:lnTo>
                      <a:pt x="6" y="60"/>
                    </a:lnTo>
                    <a:lnTo>
                      <a:pt x="0" y="70"/>
                    </a:lnTo>
                    <a:lnTo>
                      <a:pt x="0" y="70"/>
                    </a:lnTo>
                    <a:lnTo>
                      <a:pt x="2" y="72"/>
                    </a:lnTo>
                    <a:lnTo>
                      <a:pt x="2" y="72"/>
                    </a:lnTo>
                    <a:lnTo>
                      <a:pt x="8" y="76"/>
                    </a:lnTo>
                    <a:lnTo>
                      <a:pt x="8" y="76"/>
                    </a:lnTo>
                    <a:lnTo>
                      <a:pt x="6" y="82"/>
                    </a:lnTo>
                    <a:lnTo>
                      <a:pt x="10" y="88"/>
                    </a:lnTo>
                    <a:lnTo>
                      <a:pt x="10" y="88"/>
                    </a:lnTo>
                    <a:lnTo>
                      <a:pt x="6" y="90"/>
                    </a:lnTo>
                    <a:lnTo>
                      <a:pt x="2" y="92"/>
                    </a:lnTo>
                    <a:lnTo>
                      <a:pt x="0" y="100"/>
                    </a:lnTo>
                    <a:lnTo>
                      <a:pt x="0" y="100"/>
                    </a:lnTo>
                    <a:lnTo>
                      <a:pt x="8" y="102"/>
                    </a:lnTo>
                    <a:lnTo>
                      <a:pt x="8" y="102"/>
                    </a:lnTo>
                    <a:lnTo>
                      <a:pt x="6" y="106"/>
                    </a:lnTo>
                    <a:lnTo>
                      <a:pt x="8" y="110"/>
                    </a:lnTo>
                    <a:lnTo>
                      <a:pt x="10" y="112"/>
                    </a:lnTo>
                    <a:lnTo>
                      <a:pt x="10" y="112"/>
                    </a:lnTo>
                    <a:lnTo>
                      <a:pt x="14" y="110"/>
                    </a:lnTo>
                    <a:lnTo>
                      <a:pt x="16" y="108"/>
                    </a:lnTo>
                    <a:lnTo>
                      <a:pt x="16" y="108"/>
                    </a:lnTo>
                    <a:lnTo>
                      <a:pt x="20" y="108"/>
                    </a:lnTo>
                    <a:lnTo>
                      <a:pt x="24" y="108"/>
                    </a:lnTo>
                    <a:lnTo>
                      <a:pt x="32" y="100"/>
                    </a:lnTo>
                    <a:lnTo>
                      <a:pt x="36" y="98"/>
                    </a:lnTo>
                    <a:lnTo>
                      <a:pt x="36" y="98"/>
                    </a:lnTo>
                    <a:lnTo>
                      <a:pt x="42" y="102"/>
                    </a:lnTo>
                    <a:lnTo>
                      <a:pt x="42" y="102"/>
                    </a:lnTo>
                    <a:lnTo>
                      <a:pt x="50" y="100"/>
                    </a:lnTo>
                    <a:lnTo>
                      <a:pt x="50"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3" name="Freeform 130">
                <a:extLst>
                  <a:ext uri="{FF2B5EF4-FFF2-40B4-BE49-F238E27FC236}">
                    <a16:creationId xmlns:a16="http://schemas.microsoft.com/office/drawing/2014/main" id="{D6C17F8C-DF97-7147-9570-217800F75F5B}"/>
                  </a:ext>
                </a:extLst>
              </p:cNvPr>
              <p:cNvSpPr>
                <a:spLocks/>
              </p:cNvSpPr>
              <p:nvPr/>
            </p:nvSpPr>
            <p:spPr bwMode="auto">
              <a:xfrm>
                <a:off x="7997229" y="3370444"/>
                <a:ext cx="215259" cy="132155"/>
              </a:xfrm>
              <a:custGeom>
                <a:avLst/>
                <a:gdLst>
                  <a:gd name="T0" fmla="*/ 108 w 110"/>
                  <a:gd name="T1" fmla="*/ 42 h 66"/>
                  <a:gd name="T2" fmla="*/ 98 w 110"/>
                  <a:gd name="T3" fmla="*/ 40 h 66"/>
                  <a:gd name="T4" fmla="*/ 86 w 110"/>
                  <a:gd name="T5" fmla="*/ 38 h 66"/>
                  <a:gd name="T6" fmla="*/ 80 w 110"/>
                  <a:gd name="T7" fmla="*/ 34 h 66"/>
                  <a:gd name="T8" fmla="*/ 74 w 110"/>
                  <a:gd name="T9" fmla="*/ 34 h 66"/>
                  <a:gd name="T10" fmla="*/ 70 w 110"/>
                  <a:gd name="T11" fmla="*/ 30 h 66"/>
                  <a:gd name="T12" fmla="*/ 64 w 110"/>
                  <a:gd name="T13" fmla="*/ 24 h 66"/>
                  <a:gd name="T14" fmla="*/ 58 w 110"/>
                  <a:gd name="T15" fmla="*/ 20 h 66"/>
                  <a:gd name="T16" fmla="*/ 58 w 110"/>
                  <a:gd name="T17" fmla="*/ 14 h 66"/>
                  <a:gd name="T18" fmla="*/ 52 w 110"/>
                  <a:gd name="T19" fmla="*/ 10 h 66"/>
                  <a:gd name="T20" fmla="*/ 46 w 110"/>
                  <a:gd name="T21" fmla="*/ 12 h 66"/>
                  <a:gd name="T22" fmla="*/ 40 w 110"/>
                  <a:gd name="T23" fmla="*/ 12 h 66"/>
                  <a:gd name="T24" fmla="*/ 34 w 110"/>
                  <a:gd name="T25" fmla="*/ 2 h 66"/>
                  <a:gd name="T26" fmla="*/ 28 w 110"/>
                  <a:gd name="T27" fmla="*/ 0 h 66"/>
                  <a:gd name="T28" fmla="*/ 22 w 110"/>
                  <a:gd name="T29" fmla="*/ 0 h 66"/>
                  <a:gd name="T30" fmla="*/ 16 w 110"/>
                  <a:gd name="T31" fmla="*/ 0 h 66"/>
                  <a:gd name="T32" fmla="*/ 12 w 110"/>
                  <a:gd name="T33" fmla="*/ 0 h 66"/>
                  <a:gd name="T34" fmla="*/ 4 w 110"/>
                  <a:gd name="T35" fmla="*/ 6 h 66"/>
                  <a:gd name="T36" fmla="*/ 0 w 110"/>
                  <a:gd name="T37" fmla="*/ 14 h 66"/>
                  <a:gd name="T38" fmla="*/ 2 w 110"/>
                  <a:gd name="T39" fmla="*/ 22 h 66"/>
                  <a:gd name="T40" fmla="*/ 10 w 110"/>
                  <a:gd name="T41" fmla="*/ 26 h 66"/>
                  <a:gd name="T42" fmla="*/ 10 w 110"/>
                  <a:gd name="T43" fmla="*/ 30 h 66"/>
                  <a:gd name="T44" fmla="*/ 18 w 110"/>
                  <a:gd name="T45" fmla="*/ 34 h 66"/>
                  <a:gd name="T46" fmla="*/ 26 w 110"/>
                  <a:gd name="T47" fmla="*/ 36 h 66"/>
                  <a:gd name="T48" fmla="*/ 34 w 110"/>
                  <a:gd name="T49" fmla="*/ 42 h 66"/>
                  <a:gd name="T50" fmla="*/ 42 w 110"/>
                  <a:gd name="T51" fmla="*/ 42 h 66"/>
                  <a:gd name="T52" fmla="*/ 48 w 110"/>
                  <a:gd name="T53" fmla="*/ 46 h 66"/>
                  <a:gd name="T54" fmla="*/ 52 w 110"/>
                  <a:gd name="T55" fmla="*/ 50 h 66"/>
                  <a:gd name="T56" fmla="*/ 58 w 110"/>
                  <a:gd name="T57" fmla="*/ 52 h 66"/>
                  <a:gd name="T58" fmla="*/ 64 w 110"/>
                  <a:gd name="T59" fmla="*/ 58 h 66"/>
                  <a:gd name="T60" fmla="*/ 74 w 110"/>
                  <a:gd name="T61" fmla="*/ 58 h 66"/>
                  <a:gd name="T62" fmla="*/ 86 w 110"/>
                  <a:gd name="T63" fmla="*/ 64 h 66"/>
                  <a:gd name="T64" fmla="*/ 94 w 110"/>
                  <a:gd name="T65" fmla="*/ 64 h 66"/>
                  <a:gd name="T66" fmla="*/ 100 w 110"/>
                  <a:gd name="T67" fmla="*/ 66 h 66"/>
                  <a:gd name="T68" fmla="*/ 106 w 110"/>
                  <a:gd name="T69" fmla="*/ 64 h 66"/>
                  <a:gd name="T70" fmla="*/ 108 w 110"/>
                  <a:gd name="T71" fmla="*/ 62 h 66"/>
                  <a:gd name="T72" fmla="*/ 110 w 110"/>
                  <a:gd name="T73" fmla="*/ 58 h 66"/>
                  <a:gd name="T74" fmla="*/ 106 w 110"/>
                  <a:gd name="T75" fmla="*/ 54 h 66"/>
                  <a:gd name="T76" fmla="*/ 108 w 110"/>
                  <a:gd name="T77" fmla="*/ 50 h 66"/>
                  <a:gd name="T78" fmla="*/ 108 w 110"/>
                  <a:gd name="T79" fmla="*/ 4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0" h="66">
                    <a:moveTo>
                      <a:pt x="108" y="42"/>
                    </a:moveTo>
                    <a:lnTo>
                      <a:pt x="98" y="40"/>
                    </a:lnTo>
                    <a:lnTo>
                      <a:pt x="86" y="38"/>
                    </a:lnTo>
                    <a:lnTo>
                      <a:pt x="80" y="34"/>
                    </a:lnTo>
                    <a:lnTo>
                      <a:pt x="74" y="34"/>
                    </a:lnTo>
                    <a:lnTo>
                      <a:pt x="70" y="30"/>
                    </a:lnTo>
                    <a:lnTo>
                      <a:pt x="64" y="24"/>
                    </a:lnTo>
                    <a:lnTo>
                      <a:pt x="58" y="20"/>
                    </a:lnTo>
                    <a:lnTo>
                      <a:pt x="58" y="14"/>
                    </a:lnTo>
                    <a:lnTo>
                      <a:pt x="52" y="10"/>
                    </a:lnTo>
                    <a:lnTo>
                      <a:pt x="46" y="12"/>
                    </a:lnTo>
                    <a:lnTo>
                      <a:pt x="40" y="12"/>
                    </a:lnTo>
                    <a:lnTo>
                      <a:pt x="34" y="2"/>
                    </a:lnTo>
                    <a:lnTo>
                      <a:pt x="28" y="0"/>
                    </a:lnTo>
                    <a:lnTo>
                      <a:pt x="22" y="0"/>
                    </a:lnTo>
                    <a:lnTo>
                      <a:pt x="16" y="0"/>
                    </a:lnTo>
                    <a:lnTo>
                      <a:pt x="12" y="0"/>
                    </a:lnTo>
                    <a:lnTo>
                      <a:pt x="4" y="6"/>
                    </a:lnTo>
                    <a:lnTo>
                      <a:pt x="0" y="14"/>
                    </a:lnTo>
                    <a:lnTo>
                      <a:pt x="2" y="22"/>
                    </a:lnTo>
                    <a:lnTo>
                      <a:pt x="10" y="26"/>
                    </a:lnTo>
                    <a:lnTo>
                      <a:pt x="10" y="30"/>
                    </a:lnTo>
                    <a:lnTo>
                      <a:pt x="18" y="34"/>
                    </a:lnTo>
                    <a:lnTo>
                      <a:pt x="26" y="36"/>
                    </a:lnTo>
                    <a:lnTo>
                      <a:pt x="34" y="42"/>
                    </a:lnTo>
                    <a:lnTo>
                      <a:pt x="42" y="42"/>
                    </a:lnTo>
                    <a:lnTo>
                      <a:pt x="48" y="46"/>
                    </a:lnTo>
                    <a:lnTo>
                      <a:pt x="52" y="50"/>
                    </a:lnTo>
                    <a:lnTo>
                      <a:pt x="58" y="52"/>
                    </a:lnTo>
                    <a:lnTo>
                      <a:pt x="64" y="58"/>
                    </a:lnTo>
                    <a:lnTo>
                      <a:pt x="74" y="58"/>
                    </a:lnTo>
                    <a:lnTo>
                      <a:pt x="86" y="64"/>
                    </a:lnTo>
                    <a:lnTo>
                      <a:pt x="94" y="64"/>
                    </a:lnTo>
                    <a:lnTo>
                      <a:pt x="100" y="66"/>
                    </a:lnTo>
                    <a:lnTo>
                      <a:pt x="106" y="64"/>
                    </a:lnTo>
                    <a:lnTo>
                      <a:pt x="108" y="62"/>
                    </a:lnTo>
                    <a:lnTo>
                      <a:pt x="110" y="58"/>
                    </a:lnTo>
                    <a:lnTo>
                      <a:pt x="106" y="54"/>
                    </a:lnTo>
                    <a:lnTo>
                      <a:pt x="108" y="50"/>
                    </a:lnTo>
                    <a:lnTo>
                      <a:pt x="108" y="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4" name="Freeform 141">
                <a:extLst>
                  <a:ext uri="{FF2B5EF4-FFF2-40B4-BE49-F238E27FC236}">
                    <a16:creationId xmlns:a16="http://schemas.microsoft.com/office/drawing/2014/main" id="{506109E6-33B8-C042-B7CB-04F77109A40F}"/>
                  </a:ext>
                </a:extLst>
              </p:cNvPr>
              <p:cNvSpPr>
                <a:spLocks noEditPoints="1"/>
              </p:cNvSpPr>
              <p:nvPr/>
            </p:nvSpPr>
            <p:spPr bwMode="auto">
              <a:xfrm>
                <a:off x="8525593" y="4155366"/>
                <a:ext cx="485312" cy="204239"/>
              </a:xfrm>
              <a:custGeom>
                <a:avLst/>
                <a:gdLst>
                  <a:gd name="T0" fmla="*/ 126 w 248"/>
                  <a:gd name="T1" fmla="*/ 96 h 102"/>
                  <a:gd name="T2" fmla="*/ 142 w 248"/>
                  <a:gd name="T3" fmla="*/ 102 h 102"/>
                  <a:gd name="T4" fmla="*/ 158 w 248"/>
                  <a:gd name="T5" fmla="*/ 96 h 102"/>
                  <a:gd name="T6" fmla="*/ 178 w 248"/>
                  <a:gd name="T7" fmla="*/ 96 h 102"/>
                  <a:gd name="T8" fmla="*/ 188 w 248"/>
                  <a:gd name="T9" fmla="*/ 82 h 102"/>
                  <a:gd name="T10" fmla="*/ 196 w 248"/>
                  <a:gd name="T11" fmla="*/ 72 h 102"/>
                  <a:gd name="T12" fmla="*/ 204 w 248"/>
                  <a:gd name="T13" fmla="*/ 54 h 102"/>
                  <a:gd name="T14" fmla="*/ 224 w 248"/>
                  <a:gd name="T15" fmla="*/ 50 h 102"/>
                  <a:gd name="T16" fmla="*/ 226 w 248"/>
                  <a:gd name="T17" fmla="*/ 46 h 102"/>
                  <a:gd name="T18" fmla="*/ 236 w 248"/>
                  <a:gd name="T19" fmla="*/ 44 h 102"/>
                  <a:gd name="T20" fmla="*/ 238 w 248"/>
                  <a:gd name="T21" fmla="*/ 44 h 102"/>
                  <a:gd name="T22" fmla="*/ 238 w 248"/>
                  <a:gd name="T23" fmla="*/ 40 h 102"/>
                  <a:gd name="T24" fmla="*/ 236 w 248"/>
                  <a:gd name="T25" fmla="*/ 36 h 102"/>
                  <a:gd name="T26" fmla="*/ 244 w 248"/>
                  <a:gd name="T27" fmla="*/ 34 h 102"/>
                  <a:gd name="T28" fmla="*/ 248 w 248"/>
                  <a:gd name="T29" fmla="*/ 28 h 102"/>
                  <a:gd name="T30" fmla="*/ 242 w 248"/>
                  <a:gd name="T31" fmla="*/ 20 h 102"/>
                  <a:gd name="T32" fmla="*/ 236 w 248"/>
                  <a:gd name="T33" fmla="*/ 22 h 102"/>
                  <a:gd name="T34" fmla="*/ 232 w 248"/>
                  <a:gd name="T35" fmla="*/ 16 h 102"/>
                  <a:gd name="T36" fmla="*/ 234 w 248"/>
                  <a:gd name="T37" fmla="*/ 10 h 102"/>
                  <a:gd name="T38" fmla="*/ 228 w 248"/>
                  <a:gd name="T39" fmla="*/ 6 h 102"/>
                  <a:gd name="T40" fmla="*/ 228 w 248"/>
                  <a:gd name="T41" fmla="*/ 2 h 102"/>
                  <a:gd name="T42" fmla="*/ 226 w 248"/>
                  <a:gd name="T43" fmla="*/ 4 h 102"/>
                  <a:gd name="T44" fmla="*/ 222 w 248"/>
                  <a:gd name="T45" fmla="*/ 4 h 102"/>
                  <a:gd name="T46" fmla="*/ 218 w 248"/>
                  <a:gd name="T47" fmla="*/ 0 h 102"/>
                  <a:gd name="T48" fmla="*/ 212 w 248"/>
                  <a:gd name="T49" fmla="*/ 14 h 102"/>
                  <a:gd name="T50" fmla="*/ 202 w 248"/>
                  <a:gd name="T51" fmla="*/ 26 h 102"/>
                  <a:gd name="T52" fmla="*/ 204 w 248"/>
                  <a:gd name="T53" fmla="*/ 30 h 102"/>
                  <a:gd name="T54" fmla="*/ 202 w 248"/>
                  <a:gd name="T55" fmla="*/ 36 h 102"/>
                  <a:gd name="T56" fmla="*/ 200 w 248"/>
                  <a:gd name="T57" fmla="*/ 46 h 102"/>
                  <a:gd name="T58" fmla="*/ 192 w 248"/>
                  <a:gd name="T59" fmla="*/ 50 h 102"/>
                  <a:gd name="T60" fmla="*/ 182 w 248"/>
                  <a:gd name="T61" fmla="*/ 44 h 102"/>
                  <a:gd name="T62" fmla="*/ 170 w 248"/>
                  <a:gd name="T63" fmla="*/ 66 h 102"/>
                  <a:gd name="T64" fmla="*/ 162 w 248"/>
                  <a:gd name="T65" fmla="*/ 66 h 102"/>
                  <a:gd name="T66" fmla="*/ 146 w 248"/>
                  <a:gd name="T67" fmla="*/ 72 h 102"/>
                  <a:gd name="T68" fmla="*/ 146 w 248"/>
                  <a:gd name="T69" fmla="*/ 78 h 102"/>
                  <a:gd name="T70" fmla="*/ 144 w 248"/>
                  <a:gd name="T71" fmla="*/ 86 h 102"/>
                  <a:gd name="T72" fmla="*/ 142 w 248"/>
                  <a:gd name="T73" fmla="*/ 90 h 102"/>
                  <a:gd name="T74" fmla="*/ 136 w 248"/>
                  <a:gd name="T75" fmla="*/ 88 h 102"/>
                  <a:gd name="T76" fmla="*/ 132 w 248"/>
                  <a:gd name="T77" fmla="*/ 84 h 102"/>
                  <a:gd name="T78" fmla="*/ 128 w 248"/>
                  <a:gd name="T79" fmla="*/ 86 h 102"/>
                  <a:gd name="T80" fmla="*/ 124 w 248"/>
                  <a:gd name="T81" fmla="*/ 82 h 102"/>
                  <a:gd name="T82" fmla="*/ 2 w 248"/>
                  <a:gd name="T83" fmla="*/ 24 h 102"/>
                  <a:gd name="T84" fmla="*/ 4 w 248"/>
                  <a:gd name="T85" fmla="*/ 32 h 102"/>
                  <a:gd name="T86" fmla="*/ 8 w 248"/>
                  <a:gd name="T87" fmla="*/ 50 h 102"/>
                  <a:gd name="T88" fmla="*/ 8 w 248"/>
                  <a:gd name="T89" fmla="*/ 56 h 102"/>
                  <a:gd name="T90" fmla="*/ 14 w 248"/>
                  <a:gd name="T91" fmla="*/ 62 h 102"/>
                  <a:gd name="T92" fmla="*/ 16 w 248"/>
                  <a:gd name="T93" fmla="*/ 72 h 102"/>
                  <a:gd name="T94" fmla="*/ 26 w 248"/>
                  <a:gd name="T95" fmla="*/ 80 h 102"/>
                  <a:gd name="T96" fmla="*/ 28 w 248"/>
                  <a:gd name="T97" fmla="*/ 84 h 102"/>
                  <a:gd name="T98" fmla="*/ 42 w 248"/>
                  <a:gd name="T99" fmla="*/ 90 h 102"/>
                  <a:gd name="T100" fmla="*/ 52 w 248"/>
                  <a:gd name="T101" fmla="*/ 88 h 102"/>
                  <a:gd name="T102" fmla="*/ 52 w 248"/>
                  <a:gd name="T103" fmla="*/ 82 h 102"/>
                  <a:gd name="T104" fmla="*/ 48 w 248"/>
                  <a:gd name="T105" fmla="*/ 74 h 102"/>
                  <a:gd name="T106" fmla="*/ 44 w 248"/>
                  <a:gd name="T107" fmla="*/ 68 h 102"/>
                  <a:gd name="T108" fmla="*/ 42 w 248"/>
                  <a:gd name="T109" fmla="*/ 58 h 102"/>
                  <a:gd name="T110" fmla="*/ 44 w 248"/>
                  <a:gd name="T111" fmla="*/ 42 h 102"/>
                  <a:gd name="T112" fmla="*/ 38 w 248"/>
                  <a:gd name="T113" fmla="*/ 32 h 102"/>
                  <a:gd name="T114" fmla="*/ 32 w 248"/>
                  <a:gd name="T115" fmla="*/ 20 h 102"/>
                  <a:gd name="T116" fmla="*/ 24 w 248"/>
                  <a:gd name="T117" fmla="*/ 14 h 102"/>
                  <a:gd name="T118" fmla="*/ 16 w 248"/>
                  <a:gd name="T119" fmla="*/ 22 h 102"/>
                  <a:gd name="T120" fmla="*/ 12 w 248"/>
                  <a:gd name="T121" fmla="*/ 20 h 102"/>
                  <a:gd name="T122" fmla="*/ 0 w 248"/>
                  <a:gd name="T123" fmla="*/ 1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8" h="102">
                    <a:moveTo>
                      <a:pt x="124" y="82"/>
                    </a:moveTo>
                    <a:lnTo>
                      <a:pt x="124" y="90"/>
                    </a:lnTo>
                    <a:lnTo>
                      <a:pt x="126" y="96"/>
                    </a:lnTo>
                    <a:lnTo>
                      <a:pt x="132" y="98"/>
                    </a:lnTo>
                    <a:lnTo>
                      <a:pt x="136" y="100"/>
                    </a:lnTo>
                    <a:lnTo>
                      <a:pt x="142" y="102"/>
                    </a:lnTo>
                    <a:lnTo>
                      <a:pt x="148" y="100"/>
                    </a:lnTo>
                    <a:lnTo>
                      <a:pt x="156" y="98"/>
                    </a:lnTo>
                    <a:lnTo>
                      <a:pt x="158" y="96"/>
                    </a:lnTo>
                    <a:lnTo>
                      <a:pt x="166" y="94"/>
                    </a:lnTo>
                    <a:lnTo>
                      <a:pt x="170" y="96"/>
                    </a:lnTo>
                    <a:lnTo>
                      <a:pt x="178" y="96"/>
                    </a:lnTo>
                    <a:lnTo>
                      <a:pt x="184" y="92"/>
                    </a:lnTo>
                    <a:lnTo>
                      <a:pt x="186" y="90"/>
                    </a:lnTo>
                    <a:lnTo>
                      <a:pt x="188" y="82"/>
                    </a:lnTo>
                    <a:lnTo>
                      <a:pt x="188" y="78"/>
                    </a:lnTo>
                    <a:lnTo>
                      <a:pt x="192" y="76"/>
                    </a:lnTo>
                    <a:lnTo>
                      <a:pt x="196" y="72"/>
                    </a:lnTo>
                    <a:lnTo>
                      <a:pt x="198" y="68"/>
                    </a:lnTo>
                    <a:lnTo>
                      <a:pt x="202" y="64"/>
                    </a:lnTo>
                    <a:lnTo>
                      <a:pt x="204" y="54"/>
                    </a:lnTo>
                    <a:lnTo>
                      <a:pt x="206" y="50"/>
                    </a:lnTo>
                    <a:lnTo>
                      <a:pt x="214" y="52"/>
                    </a:lnTo>
                    <a:lnTo>
                      <a:pt x="224" y="50"/>
                    </a:lnTo>
                    <a:lnTo>
                      <a:pt x="224" y="50"/>
                    </a:lnTo>
                    <a:lnTo>
                      <a:pt x="226" y="46"/>
                    </a:lnTo>
                    <a:lnTo>
                      <a:pt x="226" y="46"/>
                    </a:lnTo>
                    <a:lnTo>
                      <a:pt x="234" y="48"/>
                    </a:lnTo>
                    <a:lnTo>
                      <a:pt x="234" y="48"/>
                    </a:lnTo>
                    <a:lnTo>
                      <a:pt x="236" y="44"/>
                    </a:lnTo>
                    <a:lnTo>
                      <a:pt x="236" y="44"/>
                    </a:lnTo>
                    <a:lnTo>
                      <a:pt x="238" y="44"/>
                    </a:lnTo>
                    <a:lnTo>
                      <a:pt x="238" y="44"/>
                    </a:lnTo>
                    <a:lnTo>
                      <a:pt x="238" y="44"/>
                    </a:lnTo>
                    <a:lnTo>
                      <a:pt x="238" y="40"/>
                    </a:lnTo>
                    <a:lnTo>
                      <a:pt x="238" y="40"/>
                    </a:lnTo>
                    <a:lnTo>
                      <a:pt x="236" y="38"/>
                    </a:lnTo>
                    <a:lnTo>
                      <a:pt x="236" y="38"/>
                    </a:lnTo>
                    <a:lnTo>
                      <a:pt x="236" y="36"/>
                    </a:lnTo>
                    <a:lnTo>
                      <a:pt x="236" y="34"/>
                    </a:lnTo>
                    <a:lnTo>
                      <a:pt x="236" y="34"/>
                    </a:lnTo>
                    <a:lnTo>
                      <a:pt x="244" y="34"/>
                    </a:lnTo>
                    <a:lnTo>
                      <a:pt x="246" y="32"/>
                    </a:lnTo>
                    <a:lnTo>
                      <a:pt x="248" y="30"/>
                    </a:lnTo>
                    <a:lnTo>
                      <a:pt x="248" y="28"/>
                    </a:lnTo>
                    <a:lnTo>
                      <a:pt x="248" y="28"/>
                    </a:lnTo>
                    <a:lnTo>
                      <a:pt x="244" y="24"/>
                    </a:lnTo>
                    <a:lnTo>
                      <a:pt x="242" y="20"/>
                    </a:lnTo>
                    <a:lnTo>
                      <a:pt x="242" y="20"/>
                    </a:lnTo>
                    <a:lnTo>
                      <a:pt x="236" y="22"/>
                    </a:lnTo>
                    <a:lnTo>
                      <a:pt x="236" y="22"/>
                    </a:lnTo>
                    <a:lnTo>
                      <a:pt x="236" y="18"/>
                    </a:lnTo>
                    <a:lnTo>
                      <a:pt x="236" y="18"/>
                    </a:lnTo>
                    <a:lnTo>
                      <a:pt x="232" y="16"/>
                    </a:lnTo>
                    <a:lnTo>
                      <a:pt x="232" y="16"/>
                    </a:lnTo>
                    <a:lnTo>
                      <a:pt x="234" y="10"/>
                    </a:lnTo>
                    <a:lnTo>
                      <a:pt x="234" y="10"/>
                    </a:lnTo>
                    <a:lnTo>
                      <a:pt x="230" y="6"/>
                    </a:lnTo>
                    <a:lnTo>
                      <a:pt x="230" y="6"/>
                    </a:lnTo>
                    <a:lnTo>
                      <a:pt x="228" y="6"/>
                    </a:lnTo>
                    <a:lnTo>
                      <a:pt x="228" y="6"/>
                    </a:lnTo>
                    <a:lnTo>
                      <a:pt x="228" y="2"/>
                    </a:lnTo>
                    <a:lnTo>
                      <a:pt x="228" y="2"/>
                    </a:lnTo>
                    <a:lnTo>
                      <a:pt x="226" y="4"/>
                    </a:lnTo>
                    <a:lnTo>
                      <a:pt x="226" y="4"/>
                    </a:lnTo>
                    <a:lnTo>
                      <a:pt x="226" y="4"/>
                    </a:lnTo>
                    <a:lnTo>
                      <a:pt x="226" y="4"/>
                    </a:lnTo>
                    <a:lnTo>
                      <a:pt x="222" y="4"/>
                    </a:lnTo>
                    <a:lnTo>
                      <a:pt x="222" y="4"/>
                    </a:lnTo>
                    <a:lnTo>
                      <a:pt x="220" y="2"/>
                    </a:lnTo>
                    <a:lnTo>
                      <a:pt x="220" y="0"/>
                    </a:lnTo>
                    <a:lnTo>
                      <a:pt x="218" y="0"/>
                    </a:lnTo>
                    <a:lnTo>
                      <a:pt x="218" y="0"/>
                    </a:lnTo>
                    <a:lnTo>
                      <a:pt x="214" y="8"/>
                    </a:lnTo>
                    <a:lnTo>
                      <a:pt x="212" y="14"/>
                    </a:lnTo>
                    <a:lnTo>
                      <a:pt x="200" y="24"/>
                    </a:lnTo>
                    <a:lnTo>
                      <a:pt x="200" y="24"/>
                    </a:lnTo>
                    <a:lnTo>
                      <a:pt x="202" y="26"/>
                    </a:lnTo>
                    <a:lnTo>
                      <a:pt x="204" y="26"/>
                    </a:lnTo>
                    <a:lnTo>
                      <a:pt x="204" y="26"/>
                    </a:lnTo>
                    <a:lnTo>
                      <a:pt x="204" y="30"/>
                    </a:lnTo>
                    <a:lnTo>
                      <a:pt x="204" y="30"/>
                    </a:lnTo>
                    <a:lnTo>
                      <a:pt x="202" y="32"/>
                    </a:lnTo>
                    <a:lnTo>
                      <a:pt x="202" y="36"/>
                    </a:lnTo>
                    <a:lnTo>
                      <a:pt x="198" y="36"/>
                    </a:lnTo>
                    <a:lnTo>
                      <a:pt x="202" y="46"/>
                    </a:lnTo>
                    <a:lnTo>
                      <a:pt x="200" y="46"/>
                    </a:lnTo>
                    <a:lnTo>
                      <a:pt x="196" y="44"/>
                    </a:lnTo>
                    <a:lnTo>
                      <a:pt x="194" y="48"/>
                    </a:lnTo>
                    <a:lnTo>
                      <a:pt x="192" y="50"/>
                    </a:lnTo>
                    <a:lnTo>
                      <a:pt x="188" y="50"/>
                    </a:lnTo>
                    <a:lnTo>
                      <a:pt x="182" y="44"/>
                    </a:lnTo>
                    <a:lnTo>
                      <a:pt x="182" y="44"/>
                    </a:lnTo>
                    <a:lnTo>
                      <a:pt x="182" y="46"/>
                    </a:lnTo>
                    <a:lnTo>
                      <a:pt x="170" y="66"/>
                    </a:lnTo>
                    <a:lnTo>
                      <a:pt x="170" y="66"/>
                    </a:lnTo>
                    <a:lnTo>
                      <a:pt x="166" y="66"/>
                    </a:lnTo>
                    <a:lnTo>
                      <a:pt x="162" y="66"/>
                    </a:lnTo>
                    <a:lnTo>
                      <a:pt x="162" y="66"/>
                    </a:lnTo>
                    <a:lnTo>
                      <a:pt x="154" y="68"/>
                    </a:lnTo>
                    <a:lnTo>
                      <a:pt x="146" y="72"/>
                    </a:lnTo>
                    <a:lnTo>
                      <a:pt x="146" y="72"/>
                    </a:lnTo>
                    <a:lnTo>
                      <a:pt x="146" y="76"/>
                    </a:lnTo>
                    <a:lnTo>
                      <a:pt x="146" y="78"/>
                    </a:lnTo>
                    <a:lnTo>
                      <a:pt x="146" y="78"/>
                    </a:lnTo>
                    <a:lnTo>
                      <a:pt x="146" y="78"/>
                    </a:lnTo>
                    <a:lnTo>
                      <a:pt x="144" y="86"/>
                    </a:lnTo>
                    <a:lnTo>
                      <a:pt x="144" y="86"/>
                    </a:lnTo>
                    <a:lnTo>
                      <a:pt x="142" y="86"/>
                    </a:lnTo>
                    <a:lnTo>
                      <a:pt x="142" y="86"/>
                    </a:lnTo>
                    <a:lnTo>
                      <a:pt x="142" y="90"/>
                    </a:lnTo>
                    <a:lnTo>
                      <a:pt x="142" y="90"/>
                    </a:lnTo>
                    <a:lnTo>
                      <a:pt x="138" y="90"/>
                    </a:lnTo>
                    <a:lnTo>
                      <a:pt x="136" y="88"/>
                    </a:lnTo>
                    <a:lnTo>
                      <a:pt x="134" y="86"/>
                    </a:lnTo>
                    <a:lnTo>
                      <a:pt x="134" y="86"/>
                    </a:lnTo>
                    <a:lnTo>
                      <a:pt x="132" y="84"/>
                    </a:lnTo>
                    <a:lnTo>
                      <a:pt x="130" y="86"/>
                    </a:lnTo>
                    <a:lnTo>
                      <a:pt x="130" y="86"/>
                    </a:lnTo>
                    <a:lnTo>
                      <a:pt x="128" y="86"/>
                    </a:lnTo>
                    <a:lnTo>
                      <a:pt x="128" y="86"/>
                    </a:lnTo>
                    <a:lnTo>
                      <a:pt x="124" y="82"/>
                    </a:lnTo>
                    <a:lnTo>
                      <a:pt x="124" y="82"/>
                    </a:lnTo>
                    <a:close/>
                    <a:moveTo>
                      <a:pt x="0" y="18"/>
                    </a:moveTo>
                    <a:lnTo>
                      <a:pt x="0" y="18"/>
                    </a:lnTo>
                    <a:lnTo>
                      <a:pt x="2" y="24"/>
                    </a:lnTo>
                    <a:lnTo>
                      <a:pt x="4" y="28"/>
                    </a:lnTo>
                    <a:lnTo>
                      <a:pt x="4" y="28"/>
                    </a:lnTo>
                    <a:lnTo>
                      <a:pt x="4" y="32"/>
                    </a:lnTo>
                    <a:lnTo>
                      <a:pt x="2" y="36"/>
                    </a:lnTo>
                    <a:lnTo>
                      <a:pt x="2" y="36"/>
                    </a:lnTo>
                    <a:lnTo>
                      <a:pt x="8" y="50"/>
                    </a:lnTo>
                    <a:lnTo>
                      <a:pt x="8" y="50"/>
                    </a:lnTo>
                    <a:lnTo>
                      <a:pt x="8" y="54"/>
                    </a:lnTo>
                    <a:lnTo>
                      <a:pt x="8" y="56"/>
                    </a:lnTo>
                    <a:lnTo>
                      <a:pt x="8" y="56"/>
                    </a:lnTo>
                    <a:lnTo>
                      <a:pt x="10" y="58"/>
                    </a:lnTo>
                    <a:lnTo>
                      <a:pt x="14" y="62"/>
                    </a:lnTo>
                    <a:lnTo>
                      <a:pt x="14" y="62"/>
                    </a:lnTo>
                    <a:lnTo>
                      <a:pt x="14" y="68"/>
                    </a:lnTo>
                    <a:lnTo>
                      <a:pt x="16" y="72"/>
                    </a:lnTo>
                    <a:lnTo>
                      <a:pt x="16" y="72"/>
                    </a:lnTo>
                    <a:lnTo>
                      <a:pt x="20" y="76"/>
                    </a:lnTo>
                    <a:lnTo>
                      <a:pt x="26" y="80"/>
                    </a:lnTo>
                    <a:lnTo>
                      <a:pt x="26" y="80"/>
                    </a:lnTo>
                    <a:lnTo>
                      <a:pt x="28" y="84"/>
                    </a:lnTo>
                    <a:lnTo>
                      <a:pt x="28" y="84"/>
                    </a:lnTo>
                    <a:lnTo>
                      <a:pt x="42" y="92"/>
                    </a:lnTo>
                    <a:lnTo>
                      <a:pt x="42" y="90"/>
                    </a:lnTo>
                    <a:lnTo>
                      <a:pt x="42" y="90"/>
                    </a:lnTo>
                    <a:lnTo>
                      <a:pt x="46" y="88"/>
                    </a:lnTo>
                    <a:lnTo>
                      <a:pt x="46" y="88"/>
                    </a:lnTo>
                    <a:lnTo>
                      <a:pt x="52" y="88"/>
                    </a:lnTo>
                    <a:lnTo>
                      <a:pt x="52" y="88"/>
                    </a:lnTo>
                    <a:lnTo>
                      <a:pt x="52" y="82"/>
                    </a:lnTo>
                    <a:lnTo>
                      <a:pt x="52" y="82"/>
                    </a:lnTo>
                    <a:lnTo>
                      <a:pt x="50" y="78"/>
                    </a:lnTo>
                    <a:lnTo>
                      <a:pt x="48" y="74"/>
                    </a:lnTo>
                    <a:lnTo>
                      <a:pt x="48" y="74"/>
                    </a:lnTo>
                    <a:lnTo>
                      <a:pt x="48" y="70"/>
                    </a:lnTo>
                    <a:lnTo>
                      <a:pt x="48" y="70"/>
                    </a:lnTo>
                    <a:lnTo>
                      <a:pt x="44" y="68"/>
                    </a:lnTo>
                    <a:lnTo>
                      <a:pt x="42" y="66"/>
                    </a:lnTo>
                    <a:lnTo>
                      <a:pt x="42" y="66"/>
                    </a:lnTo>
                    <a:lnTo>
                      <a:pt x="42" y="58"/>
                    </a:lnTo>
                    <a:lnTo>
                      <a:pt x="42" y="54"/>
                    </a:lnTo>
                    <a:lnTo>
                      <a:pt x="42" y="54"/>
                    </a:lnTo>
                    <a:lnTo>
                      <a:pt x="44" y="42"/>
                    </a:lnTo>
                    <a:lnTo>
                      <a:pt x="40" y="34"/>
                    </a:lnTo>
                    <a:lnTo>
                      <a:pt x="40" y="34"/>
                    </a:lnTo>
                    <a:lnTo>
                      <a:pt x="38" y="32"/>
                    </a:lnTo>
                    <a:lnTo>
                      <a:pt x="38" y="32"/>
                    </a:lnTo>
                    <a:lnTo>
                      <a:pt x="36" y="24"/>
                    </a:lnTo>
                    <a:lnTo>
                      <a:pt x="32" y="20"/>
                    </a:lnTo>
                    <a:lnTo>
                      <a:pt x="32" y="20"/>
                    </a:lnTo>
                    <a:lnTo>
                      <a:pt x="28" y="16"/>
                    </a:lnTo>
                    <a:lnTo>
                      <a:pt x="24" y="14"/>
                    </a:lnTo>
                    <a:lnTo>
                      <a:pt x="22" y="16"/>
                    </a:lnTo>
                    <a:lnTo>
                      <a:pt x="22" y="24"/>
                    </a:lnTo>
                    <a:lnTo>
                      <a:pt x="16" y="22"/>
                    </a:lnTo>
                    <a:lnTo>
                      <a:pt x="16" y="26"/>
                    </a:lnTo>
                    <a:lnTo>
                      <a:pt x="12" y="26"/>
                    </a:lnTo>
                    <a:lnTo>
                      <a:pt x="12" y="20"/>
                    </a:lnTo>
                    <a:lnTo>
                      <a:pt x="6" y="16"/>
                    </a:lnTo>
                    <a:lnTo>
                      <a:pt x="0" y="18"/>
                    </a:lnTo>
                    <a:lnTo>
                      <a:pt x="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5" name="Freeform 152">
                <a:extLst>
                  <a:ext uri="{FF2B5EF4-FFF2-40B4-BE49-F238E27FC236}">
                    <a16:creationId xmlns:a16="http://schemas.microsoft.com/office/drawing/2014/main" id="{75D1937C-687F-8941-A12E-BEAEEC5D87DF}"/>
                  </a:ext>
                </a:extLst>
              </p:cNvPr>
              <p:cNvSpPr>
                <a:spLocks/>
              </p:cNvSpPr>
              <p:nvPr/>
            </p:nvSpPr>
            <p:spPr bwMode="auto">
              <a:xfrm>
                <a:off x="8529506" y="3630750"/>
                <a:ext cx="180035" cy="284334"/>
              </a:xfrm>
              <a:custGeom>
                <a:avLst/>
                <a:gdLst>
                  <a:gd name="T0" fmla="*/ 2 w 92"/>
                  <a:gd name="T1" fmla="*/ 36 h 142"/>
                  <a:gd name="T2" fmla="*/ 0 w 92"/>
                  <a:gd name="T3" fmla="*/ 44 h 142"/>
                  <a:gd name="T4" fmla="*/ 4 w 92"/>
                  <a:gd name="T5" fmla="*/ 48 h 142"/>
                  <a:gd name="T6" fmla="*/ 10 w 92"/>
                  <a:gd name="T7" fmla="*/ 52 h 142"/>
                  <a:gd name="T8" fmla="*/ 8 w 92"/>
                  <a:gd name="T9" fmla="*/ 62 h 142"/>
                  <a:gd name="T10" fmla="*/ 10 w 92"/>
                  <a:gd name="T11" fmla="*/ 68 h 142"/>
                  <a:gd name="T12" fmla="*/ 10 w 92"/>
                  <a:gd name="T13" fmla="*/ 78 h 142"/>
                  <a:gd name="T14" fmla="*/ 18 w 92"/>
                  <a:gd name="T15" fmla="*/ 78 h 142"/>
                  <a:gd name="T16" fmla="*/ 28 w 92"/>
                  <a:gd name="T17" fmla="*/ 68 h 142"/>
                  <a:gd name="T18" fmla="*/ 32 w 92"/>
                  <a:gd name="T19" fmla="*/ 72 h 142"/>
                  <a:gd name="T20" fmla="*/ 40 w 92"/>
                  <a:gd name="T21" fmla="*/ 78 h 142"/>
                  <a:gd name="T22" fmla="*/ 52 w 92"/>
                  <a:gd name="T23" fmla="*/ 86 h 142"/>
                  <a:gd name="T24" fmla="*/ 52 w 92"/>
                  <a:gd name="T25" fmla="*/ 100 h 142"/>
                  <a:gd name="T26" fmla="*/ 60 w 92"/>
                  <a:gd name="T27" fmla="*/ 108 h 142"/>
                  <a:gd name="T28" fmla="*/ 62 w 92"/>
                  <a:gd name="T29" fmla="*/ 118 h 142"/>
                  <a:gd name="T30" fmla="*/ 62 w 92"/>
                  <a:gd name="T31" fmla="*/ 126 h 142"/>
                  <a:gd name="T32" fmla="*/ 56 w 92"/>
                  <a:gd name="T33" fmla="*/ 134 h 142"/>
                  <a:gd name="T34" fmla="*/ 66 w 92"/>
                  <a:gd name="T35" fmla="*/ 138 h 142"/>
                  <a:gd name="T36" fmla="*/ 74 w 92"/>
                  <a:gd name="T37" fmla="*/ 140 h 142"/>
                  <a:gd name="T38" fmla="*/ 78 w 92"/>
                  <a:gd name="T39" fmla="*/ 128 h 142"/>
                  <a:gd name="T40" fmla="*/ 86 w 92"/>
                  <a:gd name="T41" fmla="*/ 134 h 142"/>
                  <a:gd name="T42" fmla="*/ 92 w 92"/>
                  <a:gd name="T43" fmla="*/ 128 h 142"/>
                  <a:gd name="T44" fmla="*/ 90 w 92"/>
                  <a:gd name="T45" fmla="*/ 112 h 142"/>
                  <a:gd name="T46" fmla="*/ 82 w 92"/>
                  <a:gd name="T47" fmla="*/ 102 h 142"/>
                  <a:gd name="T48" fmla="*/ 74 w 92"/>
                  <a:gd name="T49" fmla="*/ 92 h 142"/>
                  <a:gd name="T50" fmla="*/ 68 w 92"/>
                  <a:gd name="T51" fmla="*/ 82 h 142"/>
                  <a:gd name="T52" fmla="*/ 58 w 92"/>
                  <a:gd name="T53" fmla="*/ 70 h 142"/>
                  <a:gd name="T54" fmla="*/ 48 w 92"/>
                  <a:gd name="T55" fmla="*/ 56 h 142"/>
                  <a:gd name="T56" fmla="*/ 52 w 92"/>
                  <a:gd name="T57" fmla="*/ 46 h 142"/>
                  <a:gd name="T58" fmla="*/ 62 w 92"/>
                  <a:gd name="T59" fmla="*/ 40 h 142"/>
                  <a:gd name="T60" fmla="*/ 56 w 92"/>
                  <a:gd name="T61" fmla="*/ 28 h 142"/>
                  <a:gd name="T62" fmla="*/ 46 w 92"/>
                  <a:gd name="T63" fmla="*/ 30 h 142"/>
                  <a:gd name="T64" fmla="*/ 40 w 92"/>
                  <a:gd name="T65" fmla="*/ 24 h 142"/>
                  <a:gd name="T66" fmla="*/ 30 w 92"/>
                  <a:gd name="T67" fmla="*/ 16 h 142"/>
                  <a:gd name="T68" fmla="*/ 24 w 92"/>
                  <a:gd name="T69" fmla="*/ 2 h 142"/>
                  <a:gd name="T70" fmla="*/ 16 w 92"/>
                  <a:gd name="T71" fmla="*/ 6 h 142"/>
                  <a:gd name="T72" fmla="*/ 20 w 92"/>
                  <a:gd name="T73" fmla="*/ 24 h 142"/>
                  <a:gd name="T74" fmla="*/ 16 w 92"/>
                  <a:gd name="T75" fmla="*/ 30 h 142"/>
                  <a:gd name="T76" fmla="*/ 8 w 92"/>
                  <a:gd name="T77" fmla="*/ 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 h="142">
                    <a:moveTo>
                      <a:pt x="8" y="30"/>
                    </a:moveTo>
                    <a:lnTo>
                      <a:pt x="2" y="36"/>
                    </a:lnTo>
                    <a:lnTo>
                      <a:pt x="2" y="42"/>
                    </a:lnTo>
                    <a:lnTo>
                      <a:pt x="0" y="44"/>
                    </a:lnTo>
                    <a:lnTo>
                      <a:pt x="0" y="48"/>
                    </a:lnTo>
                    <a:lnTo>
                      <a:pt x="4" y="48"/>
                    </a:lnTo>
                    <a:lnTo>
                      <a:pt x="8" y="48"/>
                    </a:lnTo>
                    <a:lnTo>
                      <a:pt x="10" y="52"/>
                    </a:lnTo>
                    <a:lnTo>
                      <a:pt x="6" y="60"/>
                    </a:lnTo>
                    <a:lnTo>
                      <a:pt x="8" y="62"/>
                    </a:lnTo>
                    <a:lnTo>
                      <a:pt x="8" y="66"/>
                    </a:lnTo>
                    <a:lnTo>
                      <a:pt x="10" y="68"/>
                    </a:lnTo>
                    <a:lnTo>
                      <a:pt x="12" y="74"/>
                    </a:lnTo>
                    <a:lnTo>
                      <a:pt x="10" y="78"/>
                    </a:lnTo>
                    <a:lnTo>
                      <a:pt x="14" y="80"/>
                    </a:lnTo>
                    <a:lnTo>
                      <a:pt x="18" y="78"/>
                    </a:lnTo>
                    <a:lnTo>
                      <a:pt x="20" y="74"/>
                    </a:lnTo>
                    <a:lnTo>
                      <a:pt x="28" y="68"/>
                    </a:lnTo>
                    <a:lnTo>
                      <a:pt x="32" y="70"/>
                    </a:lnTo>
                    <a:lnTo>
                      <a:pt x="32" y="72"/>
                    </a:lnTo>
                    <a:lnTo>
                      <a:pt x="34" y="74"/>
                    </a:lnTo>
                    <a:lnTo>
                      <a:pt x="40" y="78"/>
                    </a:lnTo>
                    <a:lnTo>
                      <a:pt x="46" y="78"/>
                    </a:lnTo>
                    <a:lnTo>
                      <a:pt x="52" y="86"/>
                    </a:lnTo>
                    <a:lnTo>
                      <a:pt x="52" y="92"/>
                    </a:lnTo>
                    <a:lnTo>
                      <a:pt x="52" y="100"/>
                    </a:lnTo>
                    <a:lnTo>
                      <a:pt x="56" y="104"/>
                    </a:lnTo>
                    <a:lnTo>
                      <a:pt x="60" y="108"/>
                    </a:lnTo>
                    <a:lnTo>
                      <a:pt x="62" y="112"/>
                    </a:lnTo>
                    <a:lnTo>
                      <a:pt x="62" y="118"/>
                    </a:lnTo>
                    <a:lnTo>
                      <a:pt x="64" y="120"/>
                    </a:lnTo>
                    <a:lnTo>
                      <a:pt x="62" y="126"/>
                    </a:lnTo>
                    <a:lnTo>
                      <a:pt x="60" y="130"/>
                    </a:lnTo>
                    <a:lnTo>
                      <a:pt x="56" y="134"/>
                    </a:lnTo>
                    <a:lnTo>
                      <a:pt x="64" y="136"/>
                    </a:lnTo>
                    <a:lnTo>
                      <a:pt x="66" y="138"/>
                    </a:lnTo>
                    <a:lnTo>
                      <a:pt x="70" y="142"/>
                    </a:lnTo>
                    <a:lnTo>
                      <a:pt x="74" y="140"/>
                    </a:lnTo>
                    <a:lnTo>
                      <a:pt x="74" y="134"/>
                    </a:lnTo>
                    <a:lnTo>
                      <a:pt x="78" y="128"/>
                    </a:lnTo>
                    <a:lnTo>
                      <a:pt x="82" y="130"/>
                    </a:lnTo>
                    <a:lnTo>
                      <a:pt x="86" y="134"/>
                    </a:lnTo>
                    <a:lnTo>
                      <a:pt x="92" y="132"/>
                    </a:lnTo>
                    <a:lnTo>
                      <a:pt x="92" y="128"/>
                    </a:lnTo>
                    <a:lnTo>
                      <a:pt x="92" y="118"/>
                    </a:lnTo>
                    <a:lnTo>
                      <a:pt x="90" y="112"/>
                    </a:lnTo>
                    <a:lnTo>
                      <a:pt x="86" y="110"/>
                    </a:lnTo>
                    <a:lnTo>
                      <a:pt x="82" y="102"/>
                    </a:lnTo>
                    <a:lnTo>
                      <a:pt x="80" y="96"/>
                    </a:lnTo>
                    <a:lnTo>
                      <a:pt x="74" y="92"/>
                    </a:lnTo>
                    <a:lnTo>
                      <a:pt x="70" y="88"/>
                    </a:lnTo>
                    <a:lnTo>
                      <a:pt x="68" y="82"/>
                    </a:lnTo>
                    <a:lnTo>
                      <a:pt x="64" y="78"/>
                    </a:lnTo>
                    <a:lnTo>
                      <a:pt x="58" y="70"/>
                    </a:lnTo>
                    <a:lnTo>
                      <a:pt x="56" y="60"/>
                    </a:lnTo>
                    <a:lnTo>
                      <a:pt x="48" y="56"/>
                    </a:lnTo>
                    <a:lnTo>
                      <a:pt x="48" y="48"/>
                    </a:lnTo>
                    <a:lnTo>
                      <a:pt x="52" y="46"/>
                    </a:lnTo>
                    <a:lnTo>
                      <a:pt x="58" y="42"/>
                    </a:lnTo>
                    <a:lnTo>
                      <a:pt x="62" y="40"/>
                    </a:lnTo>
                    <a:lnTo>
                      <a:pt x="62" y="32"/>
                    </a:lnTo>
                    <a:lnTo>
                      <a:pt x="56" y="28"/>
                    </a:lnTo>
                    <a:lnTo>
                      <a:pt x="50" y="26"/>
                    </a:lnTo>
                    <a:lnTo>
                      <a:pt x="46" y="30"/>
                    </a:lnTo>
                    <a:lnTo>
                      <a:pt x="40" y="28"/>
                    </a:lnTo>
                    <a:lnTo>
                      <a:pt x="40" y="24"/>
                    </a:lnTo>
                    <a:lnTo>
                      <a:pt x="34" y="22"/>
                    </a:lnTo>
                    <a:lnTo>
                      <a:pt x="30" y="16"/>
                    </a:lnTo>
                    <a:lnTo>
                      <a:pt x="30" y="12"/>
                    </a:lnTo>
                    <a:lnTo>
                      <a:pt x="24" y="2"/>
                    </a:lnTo>
                    <a:lnTo>
                      <a:pt x="20" y="0"/>
                    </a:lnTo>
                    <a:lnTo>
                      <a:pt x="16" y="6"/>
                    </a:lnTo>
                    <a:lnTo>
                      <a:pt x="20" y="14"/>
                    </a:lnTo>
                    <a:lnTo>
                      <a:pt x="20" y="24"/>
                    </a:lnTo>
                    <a:lnTo>
                      <a:pt x="16" y="30"/>
                    </a:lnTo>
                    <a:lnTo>
                      <a:pt x="16" y="30"/>
                    </a:lnTo>
                    <a:lnTo>
                      <a:pt x="8" y="30"/>
                    </a:lnTo>
                    <a:lnTo>
                      <a:pt x="8" y="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6" name="Freeform 153">
                <a:extLst>
                  <a:ext uri="{FF2B5EF4-FFF2-40B4-BE49-F238E27FC236}">
                    <a16:creationId xmlns:a16="http://schemas.microsoft.com/office/drawing/2014/main" id="{610DED0A-4BD3-134D-96A6-19EBCD8418CB}"/>
                  </a:ext>
                </a:extLst>
              </p:cNvPr>
              <p:cNvSpPr>
                <a:spLocks/>
              </p:cNvSpPr>
              <p:nvPr/>
            </p:nvSpPr>
            <p:spPr bwMode="auto">
              <a:xfrm>
                <a:off x="7711521" y="2885876"/>
                <a:ext cx="289621" cy="140165"/>
              </a:xfrm>
              <a:custGeom>
                <a:avLst/>
                <a:gdLst>
                  <a:gd name="T0" fmla="*/ 54 w 148"/>
                  <a:gd name="T1" fmla="*/ 64 h 70"/>
                  <a:gd name="T2" fmla="*/ 60 w 148"/>
                  <a:gd name="T3" fmla="*/ 62 h 70"/>
                  <a:gd name="T4" fmla="*/ 68 w 148"/>
                  <a:gd name="T5" fmla="*/ 52 h 70"/>
                  <a:gd name="T6" fmla="*/ 74 w 148"/>
                  <a:gd name="T7" fmla="*/ 54 h 70"/>
                  <a:gd name="T8" fmla="*/ 78 w 148"/>
                  <a:gd name="T9" fmla="*/ 58 h 70"/>
                  <a:gd name="T10" fmla="*/ 84 w 148"/>
                  <a:gd name="T11" fmla="*/ 56 h 70"/>
                  <a:gd name="T12" fmla="*/ 92 w 148"/>
                  <a:gd name="T13" fmla="*/ 54 h 70"/>
                  <a:gd name="T14" fmla="*/ 96 w 148"/>
                  <a:gd name="T15" fmla="*/ 50 h 70"/>
                  <a:gd name="T16" fmla="*/ 98 w 148"/>
                  <a:gd name="T17" fmla="*/ 40 h 70"/>
                  <a:gd name="T18" fmla="*/ 104 w 148"/>
                  <a:gd name="T19" fmla="*/ 36 h 70"/>
                  <a:gd name="T20" fmla="*/ 120 w 148"/>
                  <a:gd name="T21" fmla="*/ 34 h 70"/>
                  <a:gd name="T22" fmla="*/ 120 w 148"/>
                  <a:gd name="T23" fmla="*/ 30 h 70"/>
                  <a:gd name="T24" fmla="*/ 126 w 148"/>
                  <a:gd name="T25" fmla="*/ 24 h 70"/>
                  <a:gd name="T26" fmla="*/ 136 w 148"/>
                  <a:gd name="T27" fmla="*/ 18 h 70"/>
                  <a:gd name="T28" fmla="*/ 148 w 148"/>
                  <a:gd name="T29" fmla="*/ 12 h 70"/>
                  <a:gd name="T30" fmla="*/ 136 w 148"/>
                  <a:gd name="T31" fmla="*/ 8 h 70"/>
                  <a:gd name="T32" fmla="*/ 130 w 148"/>
                  <a:gd name="T33" fmla="*/ 2 h 70"/>
                  <a:gd name="T34" fmla="*/ 118 w 148"/>
                  <a:gd name="T35" fmla="*/ 0 h 70"/>
                  <a:gd name="T36" fmla="*/ 96 w 148"/>
                  <a:gd name="T37" fmla="*/ 0 h 70"/>
                  <a:gd name="T38" fmla="*/ 82 w 148"/>
                  <a:gd name="T39" fmla="*/ 8 h 70"/>
                  <a:gd name="T40" fmla="*/ 78 w 148"/>
                  <a:gd name="T41" fmla="*/ 6 h 70"/>
                  <a:gd name="T42" fmla="*/ 76 w 148"/>
                  <a:gd name="T43" fmla="*/ 4 h 70"/>
                  <a:gd name="T44" fmla="*/ 70 w 148"/>
                  <a:gd name="T45" fmla="*/ 0 h 70"/>
                  <a:gd name="T46" fmla="*/ 64 w 148"/>
                  <a:gd name="T47" fmla="*/ 4 h 70"/>
                  <a:gd name="T48" fmla="*/ 58 w 148"/>
                  <a:gd name="T49" fmla="*/ 6 h 70"/>
                  <a:gd name="T50" fmla="*/ 54 w 148"/>
                  <a:gd name="T51" fmla="*/ 10 h 70"/>
                  <a:gd name="T52" fmla="*/ 50 w 148"/>
                  <a:gd name="T53" fmla="*/ 14 h 70"/>
                  <a:gd name="T54" fmla="*/ 38 w 148"/>
                  <a:gd name="T55" fmla="*/ 6 h 70"/>
                  <a:gd name="T56" fmla="*/ 24 w 148"/>
                  <a:gd name="T57" fmla="*/ 6 h 70"/>
                  <a:gd name="T58" fmla="*/ 18 w 148"/>
                  <a:gd name="T59" fmla="*/ 14 h 70"/>
                  <a:gd name="T60" fmla="*/ 22 w 148"/>
                  <a:gd name="T61" fmla="*/ 12 h 70"/>
                  <a:gd name="T62" fmla="*/ 24 w 148"/>
                  <a:gd name="T63" fmla="*/ 18 h 70"/>
                  <a:gd name="T64" fmla="*/ 18 w 148"/>
                  <a:gd name="T65" fmla="*/ 24 h 70"/>
                  <a:gd name="T66" fmla="*/ 14 w 148"/>
                  <a:gd name="T67" fmla="*/ 26 h 70"/>
                  <a:gd name="T68" fmla="*/ 18 w 148"/>
                  <a:gd name="T69" fmla="*/ 30 h 70"/>
                  <a:gd name="T70" fmla="*/ 22 w 148"/>
                  <a:gd name="T71" fmla="*/ 30 h 70"/>
                  <a:gd name="T72" fmla="*/ 28 w 148"/>
                  <a:gd name="T73" fmla="*/ 32 h 70"/>
                  <a:gd name="T74" fmla="*/ 30 w 148"/>
                  <a:gd name="T75" fmla="*/ 36 h 70"/>
                  <a:gd name="T76" fmla="*/ 40 w 148"/>
                  <a:gd name="T77" fmla="*/ 38 h 70"/>
                  <a:gd name="T78" fmla="*/ 46 w 148"/>
                  <a:gd name="T79" fmla="*/ 40 h 70"/>
                  <a:gd name="T80" fmla="*/ 44 w 148"/>
                  <a:gd name="T81" fmla="*/ 42 h 70"/>
                  <a:gd name="T82" fmla="*/ 32 w 148"/>
                  <a:gd name="T83" fmla="*/ 54 h 70"/>
                  <a:gd name="T84" fmla="*/ 26 w 148"/>
                  <a:gd name="T85" fmla="*/ 54 h 70"/>
                  <a:gd name="T86" fmla="*/ 18 w 148"/>
                  <a:gd name="T87" fmla="*/ 58 h 70"/>
                  <a:gd name="T88" fmla="*/ 16 w 148"/>
                  <a:gd name="T89" fmla="*/ 56 h 70"/>
                  <a:gd name="T90" fmla="*/ 8 w 148"/>
                  <a:gd name="T91" fmla="*/ 56 h 70"/>
                  <a:gd name="T92" fmla="*/ 14 w 148"/>
                  <a:gd name="T93" fmla="*/ 64 h 70"/>
                  <a:gd name="T94" fmla="*/ 16 w 148"/>
                  <a:gd name="T95" fmla="*/ 68 h 70"/>
                  <a:gd name="T96" fmla="*/ 22 w 148"/>
                  <a:gd name="T97" fmla="*/ 66 h 70"/>
                  <a:gd name="T98" fmla="*/ 26 w 148"/>
                  <a:gd name="T99" fmla="*/ 68 h 70"/>
                  <a:gd name="T100" fmla="*/ 32 w 148"/>
                  <a:gd name="T101" fmla="*/ 70 h 70"/>
                  <a:gd name="T102" fmla="*/ 40 w 148"/>
                  <a:gd name="T103" fmla="*/ 70 h 70"/>
                  <a:gd name="T104" fmla="*/ 50 w 148"/>
                  <a:gd name="T105" fmla="*/ 6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8" h="70">
                    <a:moveTo>
                      <a:pt x="50" y="68"/>
                    </a:moveTo>
                    <a:lnTo>
                      <a:pt x="50" y="68"/>
                    </a:lnTo>
                    <a:lnTo>
                      <a:pt x="54" y="64"/>
                    </a:lnTo>
                    <a:lnTo>
                      <a:pt x="54" y="64"/>
                    </a:lnTo>
                    <a:lnTo>
                      <a:pt x="60" y="62"/>
                    </a:lnTo>
                    <a:lnTo>
                      <a:pt x="60" y="62"/>
                    </a:lnTo>
                    <a:lnTo>
                      <a:pt x="64" y="56"/>
                    </a:lnTo>
                    <a:lnTo>
                      <a:pt x="64" y="56"/>
                    </a:lnTo>
                    <a:lnTo>
                      <a:pt x="68" y="52"/>
                    </a:lnTo>
                    <a:lnTo>
                      <a:pt x="72" y="52"/>
                    </a:lnTo>
                    <a:lnTo>
                      <a:pt x="72" y="52"/>
                    </a:lnTo>
                    <a:lnTo>
                      <a:pt x="74" y="54"/>
                    </a:lnTo>
                    <a:lnTo>
                      <a:pt x="74" y="56"/>
                    </a:lnTo>
                    <a:lnTo>
                      <a:pt x="76" y="58"/>
                    </a:lnTo>
                    <a:lnTo>
                      <a:pt x="78" y="58"/>
                    </a:lnTo>
                    <a:lnTo>
                      <a:pt x="78" y="58"/>
                    </a:lnTo>
                    <a:lnTo>
                      <a:pt x="80" y="58"/>
                    </a:lnTo>
                    <a:lnTo>
                      <a:pt x="84" y="56"/>
                    </a:lnTo>
                    <a:lnTo>
                      <a:pt x="84" y="56"/>
                    </a:lnTo>
                    <a:lnTo>
                      <a:pt x="90" y="54"/>
                    </a:lnTo>
                    <a:lnTo>
                      <a:pt x="92" y="54"/>
                    </a:lnTo>
                    <a:lnTo>
                      <a:pt x="96" y="52"/>
                    </a:lnTo>
                    <a:lnTo>
                      <a:pt x="96" y="52"/>
                    </a:lnTo>
                    <a:lnTo>
                      <a:pt x="96" y="50"/>
                    </a:lnTo>
                    <a:lnTo>
                      <a:pt x="98" y="46"/>
                    </a:lnTo>
                    <a:lnTo>
                      <a:pt x="98" y="44"/>
                    </a:lnTo>
                    <a:lnTo>
                      <a:pt x="98" y="40"/>
                    </a:lnTo>
                    <a:lnTo>
                      <a:pt x="98" y="40"/>
                    </a:lnTo>
                    <a:lnTo>
                      <a:pt x="100" y="38"/>
                    </a:lnTo>
                    <a:lnTo>
                      <a:pt x="104" y="36"/>
                    </a:lnTo>
                    <a:lnTo>
                      <a:pt x="112" y="34"/>
                    </a:lnTo>
                    <a:lnTo>
                      <a:pt x="118" y="34"/>
                    </a:lnTo>
                    <a:lnTo>
                      <a:pt x="120" y="34"/>
                    </a:lnTo>
                    <a:lnTo>
                      <a:pt x="120" y="32"/>
                    </a:lnTo>
                    <a:lnTo>
                      <a:pt x="120" y="32"/>
                    </a:lnTo>
                    <a:lnTo>
                      <a:pt x="120" y="30"/>
                    </a:lnTo>
                    <a:lnTo>
                      <a:pt x="122" y="26"/>
                    </a:lnTo>
                    <a:lnTo>
                      <a:pt x="122" y="26"/>
                    </a:lnTo>
                    <a:lnTo>
                      <a:pt x="126" y="24"/>
                    </a:lnTo>
                    <a:lnTo>
                      <a:pt x="130" y="24"/>
                    </a:lnTo>
                    <a:lnTo>
                      <a:pt x="130" y="24"/>
                    </a:lnTo>
                    <a:lnTo>
                      <a:pt x="136" y="18"/>
                    </a:lnTo>
                    <a:lnTo>
                      <a:pt x="136" y="18"/>
                    </a:lnTo>
                    <a:lnTo>
                      <a:pt x="142" y="14"/>
                    </a:lnTo>
                    <a:lnTo>
                      <a:pt x="148" y="12"/>
                    </a:lnTo>
                    <a:lnTo>
                      <a:pt x="140" y="8"/>
                    </a:lnTo>
                    <a:lnTo>
                      <a:pt x="140" y="8"/>
                    </a:lnTo>
                    <a:lnTo>
                      <a:pt x="136" y="8"/>
                    </a:lnTo>
                    <a:lnTo>
                      <a:pt x="132" y="6"/>
                    </a:lnTo>
                    <a:lnTo>
                      <a:pt x="132" y="6"/>
                    </a:lnTo>
                    <a:lnTo>
                      <a:pt x="130" y="2"/>
                    </a:lnTo>
                    <a:lnTo>
                      <a:pt x="124" y="0"/>
                    </a:lnTo>
                    <a:lnTo>
                      <a:pt x="124" y="0"/>
                    </a:lnTo>
                    <a:lnTo>
                      <a:pt x="118" y="0"/>
                    </a:lnTo>
                    <a:lnTo>
                      <a:pt x="112" y="0"/>
                    </a:lnTo>
                    <a:lnTo>
                      <a:pt x="112" y="0"/>
                    </a:lnTo>
                    <a:lnTo>
                      <a:pt x="96" y="0"/>
                    </a:lnTo>
                    <a:lnTo>
                      <a:pt x="96" y="0"/>
                    </a:lnTo>
                    <a:lnTo>
                      <a:pt x="90" y="4"/>
                    </a:lnTo>
                    <a:lnTo>
                      <a:pt x="82" y="8"/>
                    </a:lnTo>
                    <a:lnTo>
                      <a:pt x="82" y="8"/>
                    </a:lnTo>
                    <a:lnTo>
                      <a:pt x="80" y="8"/>
                    </a:lnTo>
                    <a:lnTo>
                      <a:pt x="78" y="6"/>
                    </a:lnTo>
                    <a:lnTo>
                      <a:pt x="78" y="6"/>
                    </a:lnTo>
                    <a:lnTo>
                      <a:pt x="76" y="4"/>
                    </a:lnTo>
                    <a:lnTo>
                      <a:pt x="76" y="4"/>
                    </a:lnTo>
                    <a:lnTo>
                      <a:pt x="72" y="4"/>
                    </a:lnTo>
                    <a:lnTo>
                      <a:pt x="72" y="2"/>
                    </a:lnTo>
                    <a:lnTo>
                      <a:pt x="70" y="0"/>
                    </a:lnTo>
                    <a:lnTo>
                      <a:pt x="68" y="0"/>
                    </a:lnTo>
                    <a:lnTo>
                      <a:pt x="68" y="0"/>
                    </a:lnTo>
                    <a:lnTo>
                      <a:pt x="64" y="4"/>
                    </a:lnTo>
                    <a:lnTo>
                      <a:pt x="62" y="4"/>
                    </a:lnTo>
                    <a:lnTo>
                      <a:pt x="62" y="4"/>
                    </a:lnTo>
                    <a:lnTo>
                      <a:pt x="58" y="6"/>
                    </a:lnTo>
                    <a:lnTo>
                      <a:pt x="56" y="8"/>
                    </a:lnTo>
                    <a:lnTo>
                      <a:pt x="56" y="8"/>
                    </a:lnTo>
                    <a:lnTo>
                      <a:pt x="54" y="10"/>
                    </a:lnTo>
                    <a:lnTo>
                      <a:pt x="52" y="14"/>
                    </a:lnTo>
                    <a:lnTo>
                      <a:pt x="52" y="14"/>
                    </a:lnTo>
                    <a:lnTo>
                      <a:pt x="50" y="14"/>
                    </a:lnTo>
                    <a:lnTo>
                      <a:pt x="48" y="10"/>
                    </a:lnTo>
                    <a:lnTo>
                      <a:pt x="42" y="6"/>
                    </a:lnTo>
                    <a:lnTo>
                      <a:pt x="38" y="6"/>
                    </a:lnTo>
                    <a:lnTo>
                      <a:pt x="28" y="6"/>
                    </a:lnTo>
                    <a:lnTo>
                      <a:pt x="28" y="6"/>
                    </a:lnTo>
                    <a:lnTo>
                      <a:pt x="24" y="6"/>
                    </a:lnTo>
                    <a:lnTo>
                      <a:pt x="22" y="10"/>
                    </a:lnTo>
                    <a:lnTo>
                      <a:pt x="18" y="14"/>
                    </a:lnTo>
                    <a:lnTo>
                      <a:pt x="18" y="14"/>
                    </a:lnTo>
                    <a:lnTo>
                      <a:pt x="22" y="12"/>
                    </a:lnTo>
                    <a:lnTo>
                      <a:pt x="22" y="12"/>
                    </a:lnTo>
                    <a:lnTo>
                      <a:pt x="22" y="12"/>
                    </a:lnTo>
                    <a:lnTo>
                      <a:pt x="24" y="14"/>
                    </a:lnTo>
                    <a:lnTo>
                      <a:pt x="26" y="16"/>
                    </a:lnTo>
                    <a:lnTo>
                      <a:pt x="24" y="18"/>
                    </a:lnTo>
                    <a:lnTo>
                      <a:pt x="24" y="18"/>
                    </a:lnTo>
                    <a:lnTo>
                      <a:pt x="18" y="24"/>
                    </a:lnTo>
                    <a:lnTo>
                      <a:pt x="18" y="24"/>
                    </a:lnTo>
                    <a:lnTo>
                      <a:pt x="14" y="26"/>
                    </a:lnTo>
                    <a:lnTo>
                      <a:pt x="12" y="26"/>
                    </a:lnTo>
                    <a:lnTo>
                      <a:pt x="14" y="26"/>
                    </a:lnTo>
                    <a:lnTo>
                      <a:pt x="14" y="26"/>
                    </a:lnTo>
                    <a:lnTo>
                      <a:pt x="16" y="28"/>
                    </a:lnTo>
                    <a:lnTo>
                      <a:pt x="18" y="30"/>
                    </a:lnTo>
                    <a:lnTo>
                      <a:pt x="20" y="32"/>
                    </a:lnTo>
                    <a:lnTo>
                      <a:pt x="22" y="30"/>
                    </a:lnTo>
                    <a:lnTo>
                      <a:pt x="22" y="30"/>
                    </a:lnTo>
                    <a:lnTo>
                      <a:pt x="26" y="30"/>
                    </a:lnTo>
                    <a:lnTo>
                      <a:pt x="28" y="30"/>
                    </a:lnTo>
                    <a:lnTo>
                      <a:pt x="28" y="32"/>
                    </a:lnTo>
                    <a:lnTo>
                      <a:pt x="28" y="32"/>
                    </a:lnTo>
                    <a:lnTo>
                      <a:pt x="26" y="34"/>
                    </a:lnTo>
                    <a:lnTo>
                      <a:pt x="30" y="36"/>
                    </a:lnTo>
                    <a:lnTo>
                      <a:pt x="30" y="36"/>
                    </a:lnTo>
                    <a:lnTo>
                      <a:pt x="34" y="36"/>
                    </a:lnTo>
                    <a:lnTo>
                      <a:pt x="40" y="38"/>
                    </a:lnTo>
                    <a:lnTo>
                      <a:pt x="40" y="38"/>
                    </a:lnTo>
                    <a:lnTo>
                      <a:pt x="44" y="40"/>
                    </a:lnTo>
                    <a:lnTo>
                      <a:pt x="46" y="40"/>
                    </a:lnTo>
                    <a:lnTo>
                      <a:pt x="46" y="40"/>
                    </a:lnTo>
                    <a:lnTo>
                      <a:pt x="44" y="42"/>
                    </a:lnTo>
                    <a:lnTo>
                      <a:pt x="44" y="42"/>
                    </a:lnTo>
                    <a:lnTo>
                      <a:pt x="38" y="50"/>
                    </a:lnTo>
                    <a:lnTo>
                      <a:pt x="36" y="52"/>
                    </a:lnTo>
                    <a:lnTo>
                      <a:pt x="32" y="54"/>
                    </a:lnTo>
                    <a:lnTo>
                      <a:pt x="32" y="54"/>
                    </a:lnTo>
                    <a:lnTo>
                      <a:pt x="26" y="54"/>
                    </a:lnTo>
                    <a:lnTo>
                      <a:pt x="26" y="54"/>
                    </a:lnTo>
                    <a:lnTo>
                      <a:pt x="22" y="58"/>
                    </a:lnTo>
                    <a:lnTo>
                      <a:pt x="20" y="58"/>
                    </a:lnTo>
                    <a:lnTo>
                      <a:pt x="18" y="58"/>
                    </a:lnTo>
                    <a:lnTo>
                      <a:pt x="18" y="58"/>
                    </a:lnTo>
                    <a:lnTo>
                      <a:pt x="18" y="56"/>
                    </a:lnTo>
                    <a:lnTo>
                      <a:pt x="16" y="56"/>
                    </a:lnTo>
                    <a:lnTo>
                      <a:pt x="14" y="56"/>
                    </a:lnTo>
                    <a:lnTo>
                      <a:pt x="14" y="60"/>
                    </a:lnTo>
                    <a:lnTo>
                      <a:pt x="8" y="56"/>
                    </a:lnTo>
                    <a:lnTo>
                      <a:pt x="0" y="60"/>
                    </a:lnTo>
                    <a:lnTo>
                      <a:pt x="4" y="66"/>
                    </a:lnTo>
                    <a:lnTo>
                      <a:pt x="14" y="64"/>
                    </a:lnTo>
                    <a:lnTo>
                      <a:pt x="14" y="64"/>
                    </a:lnTo>
                    <a:lnTo>
                      <a:pt x="14" y="66"/>
                    </a:lnTo>
                    <a:lnTo>
                      <a:pt x="16" y="68"/>
                    </a:lnTo>
                    <a:lnTo>
                      <a:pt x="18" y="68"/>
                    </a:lnTo>
                    <a:lnTo>
                      <a:pt x="18" y="68"/>
                    </a:lnTo>
                    <a:lnTo>
                      <a:pt x="22" y="66"/>
                    </a:lnTo>
                    <a:lnTo>
                      <a:pt x="24" y="66"/>
                    </a:lnTo>
                    <a:lnTo>
                      <a:pt x="26" y="68"/>
                    </a:lnTo>
                    <a:lnTo>
                      <a:pt x="26" y="68"/>
                    </a:lnTo>
                    <a:lnTo>
                      <a:pt x="28" y="70"/>
                    </a:lnTo>
                    <a:lnTo>
                      <a:pt x="30" y="70"/>
                    </a:lnTo>
                    <a:lnTo>
                      <a:pt x="32" y="70"/>
                    </a:lnTo>
                    <a:lnTo>
                      <a:pt x="32" y="70"/>
                    </a:lnTo>
                    <a:lnTo>
                      <a:pt x="36" y="70"/>
                    </a:lnTo>
                    <a:lnTo>
                      <a:pt x="40" y="70"/>
                    </a:lnTo>
                    <a:lnTo>
                      <a:pt x="40" y="70"/>
                    </a:lnTo>
                    <a:lnTo>
                      <a:pt x="46" y="68"/>
                    </a:lnTo>
                    <a:lnTo>
                      <a:pt x="50" y="68"/>
                    </a:lnTo>
                    <a:lnTo>
                      <a:pt x="50" y="6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7" name="Freeform 158">
                <a:extLst>
                  <a:ext uri="{FF2B5EF4-FFF2-40B4-BE49-F238E27FC236}">
                    <a16:creationId xmlns:a16="http://schemas.microsoft.com/office/drawing/2014/main" id="{9CE2A46A-A67F-7D40-AAA7-0C07BB758E63}"/>
                  </a:ext>
                </a:extLst>
              </p:cNvPr>
              <p:cNvSpPr>
                <a:spLocks/>
              </p:cNvSpPr>
              <p:nvPr/>
            </p:nvSpPr>
            <p:spPr bwMode="auto">
              <a:xfrm>
                <a:off x="9378802" y="3190232"/>
                <a:ext cx="7827" cy="8009"/>
              </a:xfrm>
              <a:custGeom>
                <a:avLst/>
                <a:gdLst>
                  <a:gd name="T0" fmla="*/ 2 w 4"/>
                  <a:gd name="T1" fmla="*/ 0 h 4"/>
                  <a:gd name="T2" fmla="*/ 2 w 4"/>
                  <a:gd name="T3" fmla="*/ 0 h 4"/>
                  <a:gd name="T4" fmla="*/ 4 w 4"/>
                  <a:gd name="T5" fmla="*/ 0 h 4"/>
                  <a:gd name="T6" fmla="*/ 4 w 4"/>
                  <a:gd name="T7" fmla="*/ 2 h 4"/>
                  <a:gd name="T8" fmla="*/ 4 w 4"/>
                  <a:gd name="T9" fmla="*/ 4 h 4"/>
                  <a:gd name="T10" fmla="*/ 4 w 4"/>
                  <a:gd name="T11" fmla="*/ 4 h 4"/>
                  <a:gd name="T12" fmla="*/ 0 w 4"/>
                  <a:gd name="T13" fmla="*/ 4 h 4"/>
                  <a:gd name="T14" fmla="*/ 0 w 4"/>
                  <a:gd name="T15" fmla="*/ 4 h 4"/>
                  <a:gd name="T16" fmla="*/ 0 w 4"/>
                  <a:gd name="T17" fmla="*/ 2 h 4"/>
                  <a:gd name="T18" fmla="*/ 0 w 4"/>
                  <a:gd name="T19" fmla="*/ 0 h 4"/>
                  <a:gd name="T20" fmla="*/ 0 w 4"/>
                  <a:gd name="T21" fmla="*/ 0 h 4"/>
                  <a:gd name="T22" fmla="*/ 2 w 4"/>
                  <a:gd name="T2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4">
                    <a:moveTo>
                      <a:pt x="2" y="0"/>
                    </a:moveTo>
                    <a:lnTo>
                      <a:pt x="2" y="0"/>
                    </a:lnTo>
                    <a:lnTo>
                      <a:pt x="4" y="0"/>
                    </a:lnTo>
                    <a:lnTo>
                      <a:pt x="4" y="2"/>
                    </a:lnTo>
                    <a:lnTo>
                      <a:pt x="4" y="4"/>
                    </a:lnTo>
                    <a:lnTo>
                      <a:pt x="4" y="4"/>
                    </a:lnTo>
                    <a:lnTo>
                      <a:pt x="0" y="4"/>
                    </a:lnTo>
                    <a:lnTo>
                      <a:pt x="0" y="4"/>
                    </a:lnTo>
                    <a:lnTo>
                      <a:pt x="0" y="2"/>
                    </a:lnTo>
                    <a:lnTo>
                      <a:pt x="0" y="0"/>
                    </a:lnTo>
                    <a:lnTo>
                      <a:pt x="0"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8" name="Freeform 159">
                <a:extLst>
                  <a:ext uri="{FF2B5EF4-FFF2-40B4-BE49-F238E27FC236}">
                    <a16:creationId xmlns:a16="http://schemas.microsoft.com/office/drawing/2014/main" id="{8B672711-36EE-C04E-A3D4-9085AA485505}"/>
                  </a:ext>
                </a:extLst>
              </p:cNvPr>
              <p:cNvSpPr>
                <a:spLocks noEditPoints="1"/>
              </p:cNvSpPr>
              <p:nvPr/>
            </p:nvSpPr>
            <p:spPr bwMode="auto">
              <a:xfrm>
                <a:off x="9284870" y="2789762"/>
                <a:ext cx="418776" cy="540635"/>
              </a:xfrm>
              <a:custGeom>
                <a:avLst/>
                <a:gdLst>
                  <a:gd name="T0" fmla="*/ 10 w 214"/>
                  <a:gd name="T1" fmla="*/ 222 h 270"/>
                  <a:gd name="T2" fmla="*/ 2 w 214"/>
                  <a:gd name="T3" fmla="*/ 226 h 270"/>
                  <a:gd name="T4" fmla="*/ 4 w 214"/>
                  <a:gd name="T5" fmla="*/ 242 h 270"/>
                  <a:gd name="T6" fmla="*/ 6 w 214"/>
                  <a:gd name="T7" fmla="*/ 246 h 270"/>
                  <a:gd name="T8" fmla="*/ 14 w 214"/>
                  <a:gd name="T9" fmla="*/ 244 h 270"/>
                  <a:gd name="T10" fmla="*/ 14 w 214"/>
                  <a:gd name="T11" fmla="*/ 244 h 270"/>
                  <a:gd name="T12" fmla="*/ 6 w 214"/>
                  <a:gd name="T13" fmla="*/ 262 h 270"/>
                  <a:gd name="T14" fmla="*/ 14 w 214"/>
                  <a:gd name="T15" fmla="*/ 260 h 270"/>
                  <a:gd name="T16" fmla="*/ 20 w 214"/>
                  <a:gd name="T17" fmla="*/ 266 h 270"/>
                  <a:gd name="T18" fmla="*/ 24 w 214"/>
                  <a:gd name="T19" fmla="*/ 250 h 270"/>
                  <a:gd name="T20" fmla="*/ 26 w 214"/>
                  <a:gd name="T21" fmla="*/ 230 h 270"/>
                  <a:gd name="T22" fmla="*/ 14 w 214"/>
                  <a:gd name="T23" fmla="*/ 218 h 270"/>
                  <a:gd name="T24" fmla="*/ 44 w 214"/>
                  <a:gd name="T25" fmla="*/ 218 h 270"/>
                  <a:gd name="T26" fmla="*/ 34 w 214"/>
                  <a:gd name="T27" fmla="*/ 228 h 270"/>
                  <a:gd name="T28" fmla="*/ 44 w 214"/>
                  <a:gd name="T29" fmla="*/ 242 h 270"/>
                  <a:gd name="T30" fmla="*/ 50 w 214"/>
                  <a:gd name="T31" fmla="*/ 232 h 270"/>
                  <a:gd name="T32" fmla="*/ 62 w 214"/>
                  <a:gd name="T33" fmla="*/ 230 h 270"/>
                  <a:gd name="T34" fmla="*/ 62 w 214"/>
                  <a:gd name="T35" fmla="*/ 212 h 270"/>
                  <a:gd name="T36" fmla="*/ 136 w 214"/>
                  <a:gd name="T37" fmla="*/ 96 h 270"/>
                  <a:gd name="T38" fmla="*/ 134 w 214"/>
                  <a:gd name="T39" fmla="*/ 112 h 270"/>
                  <a:gd name="T40" fmla="*/ 134 w 214"/>
                  <a:gd name="T41" fmla="*/ 132 h 270"/>
                  <a:gd name="T42" fmla="*/ 116 w 214"/>
                  <a:gd name="T43" fmla="*/ 154 h 270"/>
                  <a:gd name="T44" fmla="*/ 102 w 214"/>
                  <a:gd name="T45" fmla="*/ 166 h 270"/>
                  <a:gd name="T46" fmla="*/ 92 w 214"/>
                  <a:gd name="T47" fmla="*/ 162 h 270"/>
                  <a:gd name="T48" fmla="*/ 96 w 214"/>
                  <a:gd name="T49" fmla="*/ 156 h 270"/>
                  <a:gd name="T50" fmla="*/ 84 w 214"/>
                  <a:gd name="T51" fmla="*/ 188 h 270"/>
                  <a:gd name="T52" fmla="*/ 68 w 214"/>
                  <a:gd name="T53" fmla="*/ 190 h 270"/>
                  <a:gd name="T54" fmla="*/ 52 w 214"/>
                  <a:gd name="T55" fmla="*/ 196 h 270"/>
                  <a:gd name="T56" fmla="*/ 44 w 214"/>
                  <a:gd name="T57" fmla="*/ 196 h 270"/>
                  <a:gd name="T58" fmla="*/ 34 w 214"/>
                  <a:gd name="T59" fmla="*/ 208 h 270"/>
                  <a:gd name="T60" fmla="*/ 16 w 214"/>
                  <a:gd name="T61" fmla="*/ 216 h 270"/>
                  <a:gd name="T62" fmla="*/ 52 w 214"/>
                  <a:gd name="T63" fmla="*/ 212 h 270"/>
                  <a:gd name="T64" fmla="*/ 76 w 214"/>
                  <a:gd name="T65" fmla="*/ 208 h 270"/>
                  <a:gd name="T66" fmla="*/ 74 w 214"/>
                  <a:gd name="T67" fmla="*/ 226 h 270"/>
                  <a:gd name="T68" fmla="*/ 94 w 214"/>
                  <a:gd name="T69" fmla="*/ 216 h 270"/>
                  <a:gd name="T70" fmla="*/ 102 w 214"/>
                  <a:gd name="T71" fmla="*/ 210 h 270"/>
                  <a:gd name="T72" fmla="*/ 108 w 214"/>
                  <a:gd name="T73" fmla="*/ 208 h 270"/>
                  <a:gd name="T74" fmla="*/ 124 w 214"/>
                  <a:gd name="T75" fmla="*/ 204 h 270"/>
                  <a:gd name="T76" fmla="*/ 134 w 214"/>
                  <a:gd name="T77" fmla="*/ 202 h 270"/>
                  <a:gd name="T78" fmla="*/ 142 w 214"/>
                  <a:gd name="T79" fmla="*/ 192 h 270"/>
                  <a:gd name="T80" fmla="*/ 150 w 214"/>
                  <a:gd name="T81" fmla="*/ 190 h 270"/>
                  <a:gd name="T82" fmla="*/ 148 w 214"/>
                  <a:gd name="T83" fmla="*/ 166 h 270"/>
                  <a:gd name="T84" fmla="*/ 156 w 214"/>
                  <a:gd name="T85" fmla="*/ 130 h 270"/>
                  <a:gd name="T86" fmla="*/ 160 w 214"/>
                  <a:gd name="T87" fmla="*/ 102 h 270"/>
                  <a:gd name="T88" fmla="*/ 148 w 214"/>
                  <a:gd name="T89" fmla="*/ 86 h 270"/>
                  <a:gd name="T90" fmla="*/ 160 w 214"/>
                  <a:gd name="T91" fmla="*/ 14 h 270"/>
                  <a:gd name="T92" fmla="*/ 158 w 214"/>
                  <a:gd name="T93" fmla="*/ 34 h 270"/>
                  <a:gd name="T94" fmla="*/ 148 w 214"/>
                  <a:gd name="T95" fmla="*/ 46 h 270"/>
                  <a:gd name="T96" fmla="*/ 136 w 214"/>
                  <a:gd name="T97" fmla="*/ 62 h 270"/>
                  <a:gd name="T98" fmla="*/ 148 w 214"/>
                  <a:gd name="T99" fmla="*/ 72 h 270"/>
                  <a:gd name="T100" fmla="*/ 152 w 214"/>
                  <a:gd name="T101" fmla="*/ 58 h 270"/>
                  <a:gd name="T102" fmla="*/ 164 w 214"/>
                  <a:gd name="T103" fmla="*/ 58 h 270"/>
                  <a:gd name="T104" fmla="*/ 192 w 214"/>
                  <a:gd name="T105" fmla="*/ 52 h 270"/>
                  <a:gd name="T106" fmla="*/ 210 w 214"/>
                  <a:gd name="T107" fmla="*/ 50 h 270"/>
                  <a:gd name="T108" fmla="*/ 210 w 214"/>
                  <a:gd name="T109" fmla="*/ 34 h 270"/>
                  <a:gd name="T110" fmla="*/ 182 w 214"/>
                  <a:gd name="T111" fmla="*/ 30 h 270"/>
                  <a:gd name="T112" fmla="*/ 162 w 214"/>
                  <a:gd name="T113"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4" h="270">
                    <a:moveTo>
                      <a:pt x="14" y="218"/>
                    </a:moveTo>
                    <a:lnTo>
                      <a:pt x="14" y="218"/>
                    </a:lnTo>
                    <a:lnTo>
                      <a:pt x="12" y="218"/>
                    </a:lnTo>
                    <a:lnTo>
                      <a:pt x="12" y="220"/>
                    </a:lnTo>
                    <a:lnTo>
                      <a:pt x="12" y="224"/>
                    </a:lnTo>
                    <a:lnTo>
                      <a:pt x="12" y="224"/>
                    </a:lnTo>
                    <a:lnTo>
                      <a:pt x="12" y="224"/>
                    </a:lnTo>
                    <a:lnTo>
                      <a:pt x="10" y="222"/>
                    </a:lnTo>
                    <a:lnTo>
                      <a:pt x="10" y="222"/>
                    </a:lnTo>
                    <a:lnTo>
                      <a:pt x="8" y="222"/>
                    </a:lnTo>
                    <a:lnTo>
                      <a:pt x="8" y="222"/>
                    </a:lnTo>
                    <a:lnTo>
                      <a:pt x="8" y="226"/>
                    </a:lnTo>
                    <a:lnTo>
                      <a:pt x="8" y="226"/>
                    </a:lnTo>
                    <a:lnTo>
                      <a:pt x="6" y="226"/>
                    </a:lnTo>
                    <a:lnTo>
                      <a:pt x="4" y="228"/>
                    </a:lnTo>
                    <a:lnTo>
                      <a:pt x="4" y="228"/>
                    </a:lnTo>
                    <a:lnTo>
                      <a:pt x="4" y="226"/>
                    </a:lnTo>
                    <a:lnTo>
                      <a:pt x="2" y="226"/>
                    </a:lnTo>
                    <a:lnTo>
                      <a:pt x="2" y="226"/>
                    </a:lnTo>
                    <a:lnTo>
                      <a:pt x="0" y="228"/>
                    </a:lnTo>
                    <a:lnTo>
                      <a:pt x="2" y="234"/>
                    </a:lnTo>
                    <a:lnTo>
                      <a:pt x="2" y="234"/>
                    </a:lnTo>
                    <a:lnTo>
                      <a:pt x="4" y="236"/>
                    </a:lnTo>
                    <a:lnTo>
                      <a:pt x="6" y="238"/>
                    </a:lnTo>
                    <a:lnTo>
                      <a:pt x="6" y="238"/>
                    </a:lnTo>
                    <a:lnTo>
                      <a:pt x="6" y="242"/>
                    </a:lnTo>
                    <a:lnTo>
                      <a:pt x="4" y="242"/>
                    </a:lnTo>
                    <a:lnTo>
                      <a:pt x="4" y="240"/>
                    </a:lnTo>
                    <a:lnTo>
                      <a:pt x="4" y="238"/>
                    </a:lnTo>
                    <a:lnTo>
                      <a:pt x="4" y="238"/>
                    </a:lnTo>
                    <a:lnTo>
                      <a:pt x="2" y="240"/>
                    </a:lnTo>
                    <a:lnTo>
                      <a:pt x="2" y="242"/>
                    </a:lnTo>
                    <a:lnTo>
                      <a:pt x="4" y="244"/>
                    </a:lnTo>
                    <a:lnTo>
                      <a:pt x="4" y="244"/>
                    </a:lnTo>
                    <a:lnTo>
                      <a:pt x="6" y="246"/>
                    </a:lnTo>
                    <a:lnTo>
                      <a:pt x="6" y="246"/>
                    </a:lnTo>
                    <a:lnTo>
                      <a:pt x="8" y="246"/>
                    </a:lnTo>
                    <a:lnTo>
                      <a:pt x="8" y="244"/>
                    </a:lnTo>
                    <a:lnTo>
                      <a:pt x="8" y="244"/>
                    </a:lnTo>
                    <a:lnTo>
                      <a:pt x="10" y="246"/>
                    </a:lnTo>
                    <a:lnTo>
                      <a:pt x="12" y="246"/>
                    </a:lnTo>
                    <a:lnTo>
                      <a:pt x="12" y="246"/>
                    </a:lnTo>
                    <a:lnTo>
                      <a:pt x="12" y="246"/>
                    </a:lnTo>
                    <a:lnTo>
                      <a:pt x="14" y="244"/>
                    </a:lnTo>
                    <a:lnTo>
                      <a:pt x="14" y="244"/>
                    </a:lnTo>
                    <a:lnTo>
                      <a:pt x="10" y="236"/>
                    </a:lnTo>
                    <a:lnTo>
                      <a:pt x="10" y="236"/>
                    </a:lnTo>
                    <a:lnTo>
                      <a:pt x="14" y="236"/>
                    </a:lnTo>
                    <a:lnTo>
                      <a:pt x="14" y="236"/>
                    </a:lnTo>
                    <a:lnTo>
                      <a:pt x="14" y="238"/>
                    </a:lnTo>
                    <a:lnTo>
                      <a:pt x="16" y="242"/>
                    </a:lnTo>
                    <a:lnTo>
                      <a:pt x="16" y="242"/>
                    </a:lnTo>
                    <a:lnTo>
                      <a:pt x="16" y="244"/>
                    </a:lnTo>
                    <a:lnTo>
                      <a:pt x="14" y="244"/>
                    </a:lnTo>
                    <a:lnTo>
                      <a:pt x="14" y="244"/>
                    </a:lnTo>
                    <a:lnTo>
                      <a:pt x="12" y="248"/>
                    </a:lnTo>
                    <a:lnTo>
                      <a:pt x="8" y="252"/>
                    </a:lnTo>
                    <a:lnTo>
                      <a:pt x="8" y="252"/>
                    </a:lnTo>
                    <a:lnTo>
                      <a:pt x="6" y="258"/>
                    </a:lnTo>
                    <a:lnTo>
                      <a:pt x="6" y="258"/>
                    </a:lnTo>
                    <a:lnTo>
                      <a:pt x="8" y="260"/>
                    </a:lnTo>
                    <a:lnTo>
                      <a:pt x="8" y="260"/>
                    </a:lnTo>
                    <a:lnTo>
                      <a:pt x="6" y="262"/>
                    </a:lnTo>
                    <a:lnTo>
                      <a:pt x="6" y="264"/>
                    </a:lnTo>
                    <a:lnTo>
                      <a:pt x="6" y="264"/>
                    </a:lnTo>
                    <a:lnTo>
                      <a:pt x="10" y="266"/>
                    </a:lnTo>
                    <a:lnTo>
                      <a:pt x="10" y="266"/>
                    </a:lnTo>
                    <a:lnTo>
                      <a:pt x="10" y="266"/>
                    </a:lnTo>
                    <a:lnTo>
                      <a:pt x="12" y="260"/>
                    </a:lnTo>
                    <a:lnTo>
                      <a:pt x="12" y="260"/>
                    </a:lnTo>
                    <a:lnTo>
                      <a:pt x="12" y="258"/>
                    </a:lnTo>
                    <a:lnTo>
                      <a:pt x="14" y="260"/>
                    </a:lnTo>
                    <a:lnTo>
                      <a:pt x="14" y="262"/>
                    </a:lnTo>
                    <a:lnTo>
                      <a:pt x="14" y="262"/>
                    </a:lnTo>
                    <a:lnTo>
                      <a:pt x="14" y="262"/>
                    </a:lnTo>
                    <a:lnTo>
                      <a:pt x="14" y="266"/>
                    </a:lnTo>
                    <a:lnTo>
                      <a:pt x="14" y="270"/>
                    </a:lnTo>
                    <a:lnTo>
                      <a:pt x="14" y="270"/>
                    </a:lnTo>
                    <a:lnTo>
                      <a:pt x="16" y="270"/>
                    </a:lnTo>
                    <a:lnTo>
                      <a:pt x="16" y="270"/>
                    </a:lnTo>
                    <a:lnTo>
                      <a:pt x="20" y="266"/>
                    </a:lnTo>
                    <a:lnTo>
                      <a:pt x="20" y="266"/>
                    </a:lnTo>
                    <a:lnTo>
                      <a:pt x="20" y="266"/>
                    </a:lnTo>
                    <a:lnTo>
                      <a:pt x="20" y="264"/>
                    </a:lnTo>
                    <a:lnTo>
                      <a:pt x="20" y="264"/>
                    </a:lnTo>
                    <a:lnTo>
                      <a:pt x="24" y="262"/>
                    </a:lnTo>
                    <a:lnTo>
                      <a:pt x="24" y="262"/>
                    </a:lnTo>
                    <a:lnTo>
                      <a:pt x="24" y="256"/>
                    </a:lnTo>
                    <a:lnTo>
                      <a:pt x="24" y="250"/>
                    </a:lnTo>
                    <a:lnTo>
                      <a:pt x="24" y="250"/>
                    </a:lnTo>
                    <a:lnTo>
                      <a:pt x="28" y="244"/>
                    </a:lnTo>
                    <a:lnTo>
                      <a:pt x="32" y="238"/>
                    </a:lnTo>
                    <a:lnTo>
                      <a:pt x="32" y="238"/>
                    </a:lnTo>
                    <a:lnTo>
                      <a:pt x="28" y="236"/>
                    </a:lnTo>
                    <a:lnTo>
                      <a:pt x="28" y="236"/>
                    </a:lnTo>
                    <a:lnTo>
                      <a:pt x="28" y="232"/>
                    </a:lnTo>
                    <a:lnTo>
                      <a:pt x="28" y="232"/>
                    </a:lnTo>
                    <a:lnTo>
                      <a:pt x="26" y="232"/>
                    </a:lnTo>
                    <a:lnTo>
                      <a:pt x="26" y="230"/>
                    </a:lnTo>
                    <a:lnTo>
                      <a:pt x="26" y="224"/>
                    </a:lnTo>
                    <a:lnTo>
                      <a:pt x="26" y="224"/>
                    </a:lnTo>
                    <a:lnTo>
                      <a:pt x="20" y="224"/>
                    </a:lnTo>
                    <a:lnTo>
                      <a:pt x="20" y="224"/>
                    </a:lnTo>
                    <a:lnTo>
                      <a:pt x="20" y="222"/>
                    </a:lnTo>
                    <a:lnTo>
                      <a:pt x="20" y="220"/>
                    </a:lnTo>
                    <a:lnTo>
                      <a:pt x="20" y="220"/>
                    </a:lnTo>
                    <a:lnTo>
                      <a:pt x="14" y="218"/>
                    </a:lnTo>
                    <a:lnTo>
                      <a:pt x="14" y="218"/>
                    </a:lnTo>
                    <a:close/>
                    <a:moveTo>
                      <a:pt x="58" y="212"/>
                    </a:moveTo>
                    <a:lnTo>
                      <a:pt x="58" y="212"/>
                    </a:lnTo>
                    <a:lnTo>
                      <a:pt x="54" y="212"/>
                    </a:lnTo>
                    <a:lnTo>
                      <a:pt x="54" y="212"/>
                    </a:lnTo>
                    <a:lnTo>
                      <a:pt x="54" y="216"/>
                    </a:lnTo>
                    <a:lnTo>
                      <a:pt x="52" y="218"/>
                    </a:lnTo>
                    <a:lnTo>
                      <a:pt x="52" y="218"/>
                    </a:lnTo>
                    <a:lnTo>
                      <a:pt x="48" y="218"/>
                    </a:lnTo>
                    <a:lnTo>
                      <a:pt x="44" y="218"/>
                    </a:lnTo>
                    <a:lnTo>
                      <a:pt x="44" y="218"/>
                    </a:lnTo>
                    <a:lnTo>
                      <a:pt x="42" y="222"/>
                    </a:lnTo>
                    <a:lnTo>
                      <a:pt x="42" y="222"/>
                    </a:lnTo>
                    <a:lnTo>
                      <a:pt x="38" y="228"/>
                    </a:lnTo>
                    <a:lnTo>
                      <a:pt x="38" y="228"/>
                    </a:lnTo>
                    <a:lnTo>
                      <a:pt x="36" y="228"/>
                    </a:lnTo>
                    <a:lnTo>
                      <a:pt x="36" y="228"/>
                    </a:lnTo>
                    <a:lnTo>
                      <a:pt x="36" y="228"/>
                    </a:lnTo>
                    <a:lnTo>
                      <a:pt x="34" y="228"/>
                    </a:lnTo>
                    <a:lnTo>
                      <a:pt x="36" y="230"/>
                    </a:lnTo>
                    <a:lnTo>
                      <a:pt x="40" y="234"/>
                    </a:lnTo>
                    <a:lnTo>
                      <a:pt x="40" y="234"/>
                    </a:lnTo>
                    <a:lnTo>
                      <a:pt x="40" y="234"/>
                    </a:lnTo>
                    <a:lnTo>
                      <a:pt x="40" y="236"/>
                    </a:lnTo>
                    <a:lnTo>
                      <a:pt x="42" y="240"/>
                    </a:lnTo>
                    <a:lnTo>
                      <a:pt x="42" y="240"/>
                    </a:lnTo>
                    <a:lnTo>
                      <a:pt x="44" y="242"/>
                    </a:lnTo>
                    <a:lnTo>
                      <a:pt x="44" y="242"/>
                    </a:lnTo>
                    <a:lnTo>
                      <a:pt x="44" y="244"/>
                    </a:lnTo>
                    <a:lnTo>
                      <a:pt x="44" y="244"/>
                    </a:lnTo>
                    <a:lnTo>
                      <a:pt x="46" y="244"/>
                    </a:lnTo>
                    <a:lnTo>
                      <a:pt x="46" y="244"/>
                    </a:lnTo>
                    <a:lnTo>
                      <a:pt x="48" y="240"/>
                    </a:lnTo>
                    <a:lnTo>
                      <a:pt x="48" y="240"/>
                    </a:lnTo>
                    <a:lnTo>
                      <a:pt x="48" y="236"/>
                    </a:lnTo>
                    <a:lnTo>
                      <a:pt x="50" y="232"/>
                    </a:lnTo>
                    <a:lnTo>
                      <a:pt x="50" y="232"/>
                    </a:lnTo>
                    <a:lnTo>
                      <a:pt x="54" y="232"/>
                    </a:lnTo>
                    <a:lnTo>
                      <a:pt x="54" y="232"/>
                    </a:lnTo>
                    <a:lnTo>
                      <a:pt x="56" y="230"/>
                    </a:lnTo>
                    <a:lnTo>
                      <a:pt x="58" y="228"/>
                    </a:lnTo>
                    <a:lnTo>
                      <a:pt x="58" y="228"/>
                    </a:lnTo>
                    <a:lnTo>
                      <a:pt x="58" y="232"/>
                    </a:lnTo>
                    <a:lnTo>
                      <a:pt x="58" y="232"/>
                    </a:lnTo>
                    <a:lnTo>
                      <a:pt x="62" y="230"/>
                    </a:lnTo>
                    <a:lnTo>
                      <a:pt x="62" y="230"/>
                    </a:lnTo>
                    <a:lnTo>
                      <a:pt x="62" y="228"/>
                    </a:lnTo>
                    <a:lnTo>
                      <a:pt x="62" y="228"/>
                    </a:lnTo>
                    <a:lnTo>
                      <a:pt x="66" y="224"/>
                    </a:lnTo>
                    <a:lnTo>
                      <a:pt x="66" y="224"/>
                    </a:lnTo>
                    <a:lnTo>
                      <a:pt x="66" y="220"/>
                    </a:lnTo>
                    <a:lnTo>
                      <a:pt x="66" y="220"/>
                    </a:lnTo>
                    <a:lnTo>
                      <a:pt x="62" y="218"/>
                    </a:lnTo>
                    <a:lnTo>
                      <a:pt x="62" y="218"/>
                    </a:lnTo>
                    <a:lnTo>
                      <a:pt x="62" y="212"/>
                    </a:lnTo>
                    <a:lnTo>
                      <a:pt x="62" y="212"/>
                    </a:lnTo>
                    <a:lnTo>
                      <a:pt x="58" y="212"/>
                    </a:lnTo>
                    <a:lnTo>
                      <a:pt x="58" y="212"/>
                    </a:lnTo>
                    <a:close/>
                    <a:moveTo>
                      <a:pt x="146" y="84"/>
                    </a:moveTo>
                    <a:lnTo>
                      <a:pt x="146" y="84"/>
                    </a:lnTo>
                    <a:lnTo>
                      <a:pt x="142" y="84"/>
                    </a:lnTo>
                    <a:lnTo>
                      <a:pt x="142" y="84"/>
                    </a:lnTo>
                    <a:lnTo>
                      <a:pt x="142" y="92"/>
                    </a:lnTo>
                    <a:lnTo>
                      <a:pt x="136" y="96"/>
                    </a:lnTo>
                    <a:lnTo>
                      <a:pt x="136" y="96"/>
                    </a:lnTo>
                    <a:lnTo>
                      <a:pt x="136" y="98"/>
                    </a:lnTo>
                    <a:lnTo>
                      <a:pt x="138" y="98"/>
                    </a:lnTo>
                    <a:lnTo>
                      <a:pt x="138" y="98"/>
                    </a:lnTo>
                    <a:lnTo>
                      <a:pt x="138" y="106"/>
                    </a:lnTo>
                    <a:lnTo>
                      <a:pt x="132" y="112"/>
                    </a:lnTo>
                    <a:lnTo>
                      <a:pt x="132" y="112"/>
                    </a:lnTo>
                    <a:lnTo>
                      <a:pt x="134" y="112"/>
                    </a:lnTo>
                    <a:lnTo>
                      <a:pt x="134" y="112"/>
                    </a:lnTo>
                    <a:lnTo>
                      <a:pt x="134" y="112"/>
                    </a:lnTo>
                    <a:lnTo>
                      <a:pt x="140" y="110"/>
                    </a:lnTo>
                    <a:lnTo>
                      <a:pt x="140" y="110"/>
                    </a:lnTo>
                    <a:lnTo>
                      <a:pt x="138" y="116"/>
                    </a:lnTo>
                    <a:lnTo>
                      <a:pt x="138" y="120"/>
                    </a:lnTo>
                    <a:lnTo>
                      <a:pt x="138" y="120"/>
                    </a:lnTo>
                    <a:lnTo>
                      <a:pt x="134" y="124"/>
                    </a:lnTo>
                    <a:lnTo>
                      <a:pt x="134" y="124"/>
                    </a:lnTo>
                    <a:lnTo>
                      <a:pt x="134" y="132"/>
                    </a:lnTo>
                    <a:lnTo>
                      <a:pt x="134" y="132"/>
                    </a:lnTo>
                    <a:lnTo>
                      <a:pt x="130" y="134"/>
                    </a:lnTo>
                    <a:lnTo>
                      <a:pt x="130" y="134"/>
                    </a:lnTo>
                    <a:lnTo>
                      <a:pt x="128" y="140"/>
                    </a:lnTo>
                    <a:lnTo>
                      <a:pt x="128" y="140"/>
                    </a:lnTo>
                    <a:lnTo>
                      <a:pt x="120" y="150"/>
                    </a:lnTo>
                    <a:lnTo>
                      <a:pt x="120" y="150"/>
                    </a:lnTo>
                    <a:lnTo>
                      <a:pt x="118" y="152"/>
                    </a:lnTo>
                    <a:lnTo>
                      <a:pt x="116" y="154"/>
                    </a:lnTo>
                    <a:lnTo>
                      <a:pt x="116" y="154"/>
                    </a:lnTo>
                    <a:lnTo>
                      <a:pt x="114" y="158"/>
                    </a:lnTo>
                    <a:lnTo>
                      <a:pt x="114" y="160"/>
                    </a:lnTo>
                    <a:lnTo>
                      <a:pt x="112" y="162"/>
                    </a:lnTo>
                    <a:lnTo>
                      <a:pt x="112" y="164"/>
                    </a:lnTo>
                    <a:lnTo>
                      <a:pt x="112" y="164"/>
                    </a:lnTo>
                    <a:lnTo>
                      <a:pt x="108" y="164"/>
                    </a:lnTo>
                    <a:lnTo>
                      <a:pt x="108" y="164"/>
                    </a:lnTo>
                    <a:lnTo>
                      <a:pt x="102" y="166"/>
                    </a:lnTo>
                    <a:lnTo>
                      <a:pt x="98" y="170"/>
                    </a:lnTo>
                    <a:lnTo>
                      <a:pt x="98" y="170"/>
                    </a:lnTo>
                    <a:lnTo>
                      <a:pt x="94" y="168"/>
                    </a:lnTo>
                    <a:lnTo>
                      <a:pt x="94" y="168"/>
                    </a:lnTo>
                    <a:lnTo>
                      <a:pt x="94" y="166"/>
                    </a:lnTo>
                    <a:lnTo>
                      <a:pt x="94" y="166"/>
                    </a:lnTo>
                    <a:lnTo>
                      <a:pt x="92" y="166"/>
                    </a:lnTo>
                    <a:lnTo>
                      <a:pt x="92" y="164"/>
                    </a:lnTo>
                    <a:lnTo>
                      <a:pt x="92" y="162"/>
                    </a:lnTo>
                    <a:lnTo>
                      <a:pt x="92" y="162"/>
                    </a:lnTo>
                    <a:lnTo>
                      <a:pt x="96" y="160"/>
                    </a:lnTo>
                    <a:lnTo>
                      <a:pt x="98" y="158"/>
                    </a:lnTo>
                    <a:lnTo>
                      <a:pt x="98" y="158"/>
                    </a:lnTo>
                    <a:lnTo>
                      <a:pt x="98" y="156"/>
                    </a:lnTo>
                    <a:lnTo>
                      <a:pt x="98" y="156"/>
                    </a:lnTo>
                    <a:lnTo>
                      <a:pt x="98" y="154"/>
                    </a:lnTo>
                    <a:lnTo>
                      <a:pt x="96" y="156"/>
                    </a:lnTo>
                    <a:lnTo>
                      <a:pt x="96" y="156"/>
                    </a:lnTo>
                    <a:lnTo>
                      <a:pt x="92" y="158"/>
                    </a:lnTo>
                    <a:lnTo>
                      <a:pt x="90" y="162"/>
                    </a:lnTo>
                    <a:lnTo>
                      <a:pt x="90" y="162"/>
                    </a:lnTo>
                    <a:lnTo>
                      <a:pt x="90" y="166"/>
                    </a:lnTo>
                    <a:lnTo>
                      <a:pt x="90" y="170"/>
                    </a:lnTo>
                    <a:lnTo>
                      <a:pt x="90" y="170"/>
                    </a:lnTo>
                    <a:lnTo>
                      <a:pt x="84" y="180"/>
                    </a:lnTo>
                    <a:lnTo>
                      <a:pt x="84" y="180"/>
                    </a:lnTo>
                    <a:lnTo>
                      <a:pt x="84" y="188"/>
                    </a:lnTo>
                    <a:lnTo>
                      <a:pt x="84" y="188"/>
                    </a:lnTo>
                    <a:lnTo>
                      <a:pt x="84" y="190"/>
                    </a:lnTo>
                    <a:lnTo>
                      <a:pt x="84" y="190"/>
                    </a:lnTo>
                    <a:lnTo>
                      <a:pt x="80" y="192"/>
                    </a:lnTo>
                    <a:lnTo>
                      <a:pt x="78" y="194"/>
                    </a:lnTo>
                    <a:lnTo>
                      <a:pt x="72" y="192"/>
                    </a:lnTo>
                    <a:lnTo>
                      <a:pt x="72" y="190"/>
                    </a:lnTo>
                    <a:lnTo>
                      <a:pt x="72" y="190"/>
                    </a:lnTo>
                    <a:lnTo>
                      <a:pt x="68" y="190"/>
                    </a:lnTo>
                    <a:lnTo>
                      <a:pt x="64" y="190"/>
                    </a:lnTo>
                    <a:lnTo>
                      <a:pt x="60" y="194"/>
                    </a:lnTo>
                    <a:lnTo>
                      <a:pt x="60" y="194"/>
                    </a:lnTo>
                    <a:lnTo>
                      <a:pt x="54" y="194"/>
                    </a:lnTo>
                    <a:lnTo>
                      <a:pt x="50" y="192"/>
                    </a:lnTo>
                    <a:lnTo>
                      <a:pt x="50" y="192"/>
                    </a:lnTo>
                    <a:lnTo>
                      <a:pt x="50" y="194"/>
                    </a:lnTo>
                    <a:lnTo>
                      <a:pt x="50" y="196"/>
                    </a:lnTo>
                    <a:lnTo>
                      <a:pt x="52" y="196"/>
                    </a:lnTo>
                    <a:lnTo>
                      <a:pt x="52" y="196"/>
                    </a:lnTo>
                    <a:lnTo>
                      <a:pt x="52" y="198"/>
                    </a:lnTo>
                    <a:lnTo>
                      <a:pt x="50" y="198"/>
                    </a:lnTo>
                    <a:lnTo>
                      <a:pt x="48" y="198"/>
                    </a:lnTo>
                    <a:lnTo>
                      <a:pt x="48" y="198"/>
                    </a:lnTo>
                    <a:lnTo>
                      <a:pt x="48" y="194"/>
                    </a:lnTo>
                    <a:lnTo>
                      <a:pt x="46" y="194"/>
                    </a:lnTo>
                    <a:lnTo>
                      <a:pt x="46" y="194"/>
                    </a:lnTo>
                    <a:lnTo>
                      <a:pt x="44" y="196"/>
                    </a:lnTo>
                    <a:lnTo>
                      <a:pt x="44" y="196"/>
                    </a:lnTo>
                    <a:lnTo>
                      <a:pt x="42" y="198"/>
                    </a:lnTo>
                    <a:lnTo>
                      <a:pt x="42" y="200"/>
                    </a:lnTo>
                    <a:lnTo>
                      <a:pt x="42" y="200"/>
                    </a:lnTo>
                    <a:lnTo>
                      <a:pt x="38" y="202"/>
                    </a:lnTo>
                    <a:lnTo>
                      <a:pt x="36" y="202"/>
                    </a:lnTo>
                    <a:lnTo>
                      <a:pt x="36" y="202"/>
                    </a:lnTo>
                    <a:lnTo>
                      <a:pt x="36" y="206"/>
                    </a:lnTo>
                    <a:lnTo>
                      <a:pt x="34" y="208"/>
                    </a:lnTo>
                    <a:lnTo>
                      <a:pt x="34" y="208"/>
                    </a:lnTo>
                    <a:lnTo>
                      <a:pt x="28" y="212"/>
                    </a:lnTo>
                    <a:lnTo>
                      <a:pt x="22" y="212"/>
                    </a:lnTo>
                    <a:lnTo>
                      <a:pt x="22" y="212"/>
                    </a:lnTo>
                    <a:lnTo>
                      <a:pt x="20" y="212"/>
                    </a:lnTo>
                    <a:lnTo>
                      <a:pt x="20" y="210"/>
                    </a:lnTo>
                    <a:lnTo>
                      <a:pt x="20" y="210"/>
                    </a:lnTo>
                    <a:lnTo>
                      <a:pt x="16" y="216"/>
                    </a:lnTo>
                    <a:lnTo>
                      <a:pt x="16" y="216"/>
                    </a:lnTo>
                    <a:lnTo>
                      <a:pt x="26" y="218"/>
                    </a:lnTo>
                    <a:lnTo>
                      <a:pt x="36" y="218"/>
                    </a:lnTo>
                    <a:lnTo>
                      <a:pt x="36" y="218"/>
                    </a:lnTo>
                    <a:lnTo>
                      <a:pt x="36" y="216"/>
                    </a:lnTo>
                    <a:lnTo>
                      <a:pt x="38" y="212"/>
                    </a:lnTo>
                    <a:lnTo>
                      <a:pt x="38" y="212"/>
                    </a:lnTo>
                    <a:lnTo>
                      <a:pt x="44" y="214"/>
                    </a:lnTo>
                    <a:lnTo>
                      <a:pt x="52" y="212"/>
                    </a:lnTo>
                    <a:lnTo>
                      <a:pt x="52" y="212"/>
                    </a:lnTo>
                    <a:lnTo>
                      <a:pt x="56" y="208"/>
                    </a:lnTo>
                    <a:lnTo>
                      <a:pt x="56" y="208"/>
                    </a:lnTo>
                    <a:lnTo>
                      <a:pt x="58" y="210"/>
                    </a:lnTo>
                    <a:lnTo>
                      <a:pt x="60" y="210"/>
                    </a:lnTo>
                    <a:lnTo>
                      <a:pt x="60" y="210"/>
                    </a:lnTo>
                    <a:lnTo>
                      <a:pt x="64" y="206"/>
                    </a:lnTo>
                    <a:lnTo>
                      <a:pt x="64" y="206"/>
                    </a:lnTo>
                    <a:lnTo>
                      <a:pt x="76" y="208"/>
                    </a:lnTo>
                    <a:lnTo>
                      <a:pt x="76" y="208"/>
                    </a:lnTo>
                    <a:lnTo>
                      <a:pt x="74" y="212"/>
                    </a:lnTo>
                    <a:lnTo>
                      <a:pt x="74" y="212"/>
                    </a:lnTo>
                    <a:lnTo>
                      <a:pt x="72" y="214"/>
                    </a:lnTo>
                    <a:lnTo>
                      <a:pt x="72" y="220"/>
                    </a:lnTo>
                    <a:lnTo>
                      <a:pt x="72" y="220"/>
                    </a:lnTo>
                    <a:lnTo>
                      <a:pt x="70" y="220"/>
                    </a:lnTo>
                    <a:lnTo>
                      <a:pt x="70" y="220"/>
                    </a:lnTo>
                    <a:lnTo>
                      <a:pt x="70" y="220"/>
                    </a:lnTo>
                    <a:lnTo>
                      <a:pt x="74" y="226"/>
                    </a:lnTo>
                    <a:lnTo>
                      <a:pt x="76" y="228"/>
                    </a:lnTo>
                    <a:lnTo>
                      <a:pt x="80" y="228"/>
                    </a:lnTo>
                    <a:lnTo>
                      <a:pt x="80" y="228"/>
                    </a:lnTo>
                    <a:lnTo>
                      <a:pt x="82" y="228"/>
                    </a:lnTo>
                    <a:lnTo>
                      <a:pt x="84" y="224"/>
                    </a:lnTo>
                    <a:lnTo>
                      <a:pt x="88" y="220"/>
                    </a:lnTo>
                    <a:lnTo>
                      <a:pt x="88" y="220"/>
                    </a:lnTo>
                    <a:lnTo>
                      <a:pt x="94" y="216"/>
                    </a:lnTo>
                    <a:lnTo>
                      <a:pt x="94" y="216"/>
                    </a:lnTo>
                    <a:lnTo>
                      <a:pt x="92" y="210"/>
                    </a:lnTo>
                    <a:lnTo>
                      <a:pt x="92" y="210"/>
                    </a:lnTo>
                    <a:lnTo>
                      <a:pt x="92" y="210"/>
                    </a:lnTo>
                    <a:lnTo>
                      <a:pt x="92" y="208"/>
                    </a:lnTo>
                    <a:lnTo>
                      <a:pt x="92" y="208"/>
                    </a:lnTo>
                    <a:lnTo>
                      <a:pt x="96" y="208"/>
                    </a:lnTo>
                    <a:lnTo>
                      <a:pt x="96" y="208"/>
                    </a:lnTo>
                    <a:lnTo>
                      <a:pt x="102" y="208"/>
                    </a:lnTo>
                    <a:lnTo>
                      <a:pt x="102" y="210"/>
                    </a:lnTo>
                    <a:lnTo>
                      <a:pt x="102" y="210"/>
                    </a:lnTo>
                    <a:lnTo>
                      <a:pt x="102" y="210"/>
                    </a:lnTo>
                    <a:lnTo>
                      <a:pt x="100" y="212"/>
                    </a:lnTo>
                    <a:lnTo>
                      <a:pt x="100" y="212"/>
                    </a:lnTo>
                    <a:lnTo>
                      <a:pt x="100" y="212"/>
                    </a:lnTo>
                    <a:lnTo>
                      <a:pt x="106" y="212"/>
                    </a:lnTo>
                    <a:lnTo>
                      <a:pt x="106" y="212"/>
                    </a:lnTo>
                    <a:lnTo>
                      <a:pt x="108" y="208"/>
                    </a:lnTo>
                    <a:lnTo>
                      <a:pt x="108" y="208"/>
                    </a:lnTo>
                    <a:lnTo>
                      <a:pt x="110" y="210"/>
                    </a:lnTo>
                    <a:lnTo>
                      <a:pt x="116" y="210"/>
                    </a:lnTo>
                    <a:lnTo>
                      <a:pt x="116" y="210"/>
                    </a:lnTo>
                    <a:lnTo>
                      <a:pt x="116" y="208"/>
                    </a:lnTo>
                    <a:lnTo>
                      <a:pt x="116" y="208"/>
                    </a:lnTo>
                    <a:lnTo>
                      <a:pt x="120" y="208"/>
                    </a:lnTo>
                    <a:lnTo>
                      <a:pt x="120" y="208"/>
                    </a:lnTo>
                    <a:lnTo>
                      <a:pt x="124" y="204"/>
                    </a:lnTo>
                    <a:lnTo>
                      <a:pt x="124" y="204"/>
                    </a:lnTo>
                    <a:lnTo>
                      <a:pt x="124" y="212"/>
                    </a:lnTo>
                    <a:lnTo>
                      <a:pt x="126" y="212"/>
                    </a:lnTo>
                    <a:lnTo>
                      <a:pt x="126" y="212"/>
                    </a:lnTo>
                    <a:lnTo>
                      <a:pt x="128" y="202"/>
                    </a:lnTo>
                    <a:lnTo>
                      <a:pt x="132" y="200"/>
                    </a:lnTo>
                    <a:lnTo>
                      <a:pt x="132" y="200"/>
                    </a:lnTo>
                    <a:lnTo>
                      <a:pt x="134" y="202"/>
                    </a:lnTo>
                    <a:lnTo>
                      <a:pt x="134" y="202"/>
                    </a:lnTo>
                    <a:lnTo>
                      <a:pt x="134" y="202"/>
                    </a:lnTo>
                    <a:lnTo>
                      <a:pt x="136" y="200"/>
                    </a:lnTo>
                    <a:lnTo>
                      <a:pt x="134" y="200"/>
                    </a:lnTo>
                    <a:lnTo>
                      <a:pt x="134" y="200"/>
                    </a:lnTo>
                    <a:lnTo>
                      <a:pt x="136" y="190"/>
                    </a:lnTo>
                    <a:lnTo>
                      <a:pt x="136" y="190"/>
                    </a:lnTo>
                    <a:lnTo>
                      <a:pt x="142" y="188"/>
                    </a:lnTo>
                    <a:lnTo>
                      <a:pt x="142" y="188"/>
                    </a:lnTo>
                    <a:lnTo>
                      <a:pt x="142" y="190"/>
                    </a:lnTo>
                    <a:lnTo>
                      <a:pt x="142" y="192"/>
                    </a:lnTo>
                    <a:lnTo>
                      <a:pt x="142" y="192"/>
                    </a:lnTo>
                    <a:lnTo>
                      <a:pt x="140" y="194"/>
                    </a:lnTo>
                    <a:lnTo>
                      <a:pt x="140" y="194"/>
                    </a:lnTo>
                    <a:lnTo>
                      <a:pt x="138" y="198"/>
                    </a:lnTo>
                    <a:lnTo>
                      <a:pt x="138" y="202"/>
                    </a:lnTo>
                    <a:lnTo>
                      <a:pt x="142" y="204"/>
                    </a:lnTo>
                    <a:lnTo>
                      <a:pt x="142" y="204"/>
                    </a:lnTo>
                    <a:lnTo>
                      <a:pt x="150" y="190"/>
                    </a:lnTo>
                    <a:lnTo>
                      <a:pt x="150" y="190"/>
                    </a:lnTo>
                    <a:lnTo>
                      <a:pt x="150" y="188"/>
                    </a:lnTo>
                    <a:lnTo>
                      <a:pt x="150" y="188"/>
                    </a:lnTo>
                    <a:lnTo>
                      <a:pt x="144" y="186"/>
                    </a:lnTo>
                    <a:lnTo>
                      <a:pt x="144" y="186"/>
                    </a:lnTo>
                    <a:lnTo>
                      <a:pt x="148" y="184"/>
                    </a:lnTo>
                    <a:lnTo>
                      <a:pt x="148" y="184"/>
                    </a:lnTo>
                    <a:lnTo>
                      <a:pt x="146" y="172"/>
                    </a:lnTo>
                    <a:lnTo>
                      <a:pt x="146" y="172"/>
                    </a:lnTo>
                    <a:lnTo>
                      <a:pt x="148" y="166"/>
                    </a:lnTo>
                    <a:lnTo>
                      <a:pt x="150" y="158"/>
                    </a:lnTo>
                    <a:lnTo>
                      <a:pt x="150" y="158"/>
                    </a:lnTo>
                    <a:lnTo>
                      <a:pt x="150" y="148"/>
                    </a:lnTo>
                    <a:lnTo>
                      <a:pt x="150" y="136"/>
                    </a:lnTo>
                    <a:lnTo>
                      <a:pt x="150" y="136"/>
                    </a:lnTo>
                    <a:lnTo>
                      <a:pt x="156" y="136"/>
                    </a:lnTo>
                    <a:lnTo>
                      <a:pt x="156" y="136"/>
                    </a:lnTo>
                    <a:lnTo>
                      <a:pt x="156" y="132"/>
                    </a:lnTo>
                    <a:lnTo>
                      <a:pt x="156" y="130"/>
                    </a:lnTo>
                    <a:lnTo>
                      <a:pt x="156" y="130"/>
                    </a:lnTo>
                    <a:lnTo>
                      <a:pt x="160" y="130"/>
                    </a:lnTo>
                    <a:lnTo>
                      <a:pt x="160" y="130"/>
                    </a:lnTo>
                    <a:lnTo>
                      <a:pt x="160" y="126"/>
                    </a:lnTo>
                    <a:lnTo>
                      <a:pt x="160" y="126"/>
                    </a:lnTo>
                    <a:lnTo>
                      <a:pt x="164" y="120"/>
                    </a:lnTo>
                    <a:lnTo>
                      <a:pt x="164" y="120"/>
                    </a:lnTo>
                    <a:lnTo>
                      <a:pt x="162" y="104"/>
                    </a:lnTo>
                    <a:lnTo>
                      <a:pt x="160" y="102"/>
                    </a:lnTo>
                    <a:lnTo>
                      <a:pt x="160" y="102"/>
                    </a:lnTo>
                    <a:lnTo>
                      <a:pt x="158" y="96"/>
                    </a:lnTo>
                    <a:lnTo>
                      <a:pt x="158" y="92"/>
                    </a:lnTo>
                    <a:lnTo>
                      <a:pt x="156" y="90"/>
                    </a:lnTo>
                    <a:lnTo>
                      <a:pt x="156" y="90"/>
                    </a:lnTo>
                    <a:lnTo>
                      <a:pt x="148" y="88"/>
                    </a:lnTo>
                    <a:lnTo>
                      <a:pt x="148" y="88"/>
                    </a:lnTo>
                    <a:lnTo>
                      <a:pt x="148" y="86"/>
                    </a:lnTo>
                    <a:lnTo>
                      <a:pt x="148" y="86"/>
                    </a:lnTo>
                    <a:lnTo>
                      <a:pt x="148" y="86"/>
                    </a:lnTo>
                    <a:lnTo>
                      <a:pt x="146" y="84"/>
                    </a:lnTo>
                    <a:lnTo>
                      <a:pt x="146" y="84"/>
                    </a:lnTo>
                    <a:close/>
                    <a:moveTo>
                      <a:pt x="162" y="0"/>
                    </a:moveTo>
                    <a:lnTo>
                      <a:pt x="162" y="0"/>
                    </a:lnTo>
                    <a:lnTo>
                      <a:pt x="158" y="4"/>
                    </a:lnTo>
                    <a:lnTo>
                      <a:pt x="158" y="6"/>
                    </a:lnTo>
                    <a:lnTo>
                      <a:pt x="158" y="10"/>
                    </a:lnTo>
                    <a:lnTo>
                      <a:pt x="160" y="14"/>
                    </a:lnTo>
                    <a:lnTo>
                      <a:pt x="160" y="14"/>
                    </a:lnTo>
                    <a:lnTo>
                      <a:pt x="164" y="16"/>
                    </a:lnTo>
                    <a:lnTo>
                      <a:pt x="164" y="16"/>
                    </a:lnTo>
                    <a:lnTo>
                      <a:pt x="162" y="20"/>
                    </a:lnTo>
                    <a:lnTo>
                      <a:pt x="160" y="24"/>
                    </a:lnTo>
                    <a:lnTo>
                      <a:pt x="160" y="24"/>
                    </a:lnTo>
                    <a:lnTo>
                      <a:pt x="160" y="32"/>
                    </a:lnTo>
                    <a:lnTo>
                      <a:pt x="160" y="32"/>
                    </a:lnTo>
                    <a:lnTo>
                      <a:pt x="158" y="34"/>
                    </a:lnTo>
                    <a:lnTo>
                      <a:pt x="156" y="36"/>
                    </a:lnTo>
                    <a:lnTo>
                      <a:pt x="156" y="36"/>
                    </a:lnTo>
                    <a:lnTo>
                      <a:pt x="156" y="40"/>
                    </a:lnTo>
                    <a:lnTo>
                      <a:pt x="158" y="46"/>
                    </a:lnTo>
                    <a:lnTo>
                      <a:pt x="158" y="48"/>
                    </a:lnTo>
                    <a:lnTo>
                      <a:pt x="156" y="48"/>
                    </a:lnTo>
                    <a:lnTo>
                      <a:pt x="150" y="48"/>
                    </a:lnTo>
                    <a:lnTo>
                      <a:pt x="150" y="48"/>
                    </a:lnTo>
                    <a:lnTo>
                      <a:pt x="148" y="46"/>
                    </a:lnTo>
                    <a:lnTo>
                      <a:pt x="144" y="44"/>
                    </a:lnTo>
                    <a:lnTo>
                      <a:pt x="144" y="44"/>
                    </a:lnTo>
                    <a:lnTo>
                      <a:pt x="142" y="46"/>
                    </a:lnTo>
                    <a:lnTo>
                      <a:pt x="144" y="48"/>
                    </a:lnTo>
                    <a:lnTo>
                      <a:pt x="144" y="48"/>
                    </a:lnTo>
                    <a:lnTo>
                      <a:pt x="142" y="52"/>
                    </a:lnTo>
                    <a:lnTo>
                      <a:pt x="136" y="56"/>
                    </a:lnTo>
                    <a:lnTo>
                      <a:pt x="136" y="56"/>
                    </a:lnTo>
                    <a:lnTo>
                      <a:pt x="136" y="62"/>
                    </a:lnTo>
                    <a:lnTo>
                      <a:pt x="136" y="62"/>
                    </a:lnTo>
                    <a:lnTo>
                      <a:pt x="140" y="66"/>
                    </a:lnTo>
                    <a:lnTo>
                      <a:pt x="140" y="66"/>
                    </a:lnTo>
                    <a:lnTo>
                      <a:pt x="140" y="76"/>
                    </a:lnTo>
                    <a:lnTo>
                      <a:pt x="140" y="76"/>
                    </a:lnTo>
                    <a:lnTo>
                      <a:pt x="142" y="76"/>
                    </a:lnTo>
                    <a:lnTo>
                      <a:pt x="144" y="76"/>
                    </a:lnTo>
                    <a:lnTo>
                      <a:pt x="144" y="76"/>
                    </a:lnTo>
                    <a:lnTo>
                      <a:pt x="148" y="72"/>
                    </a:lnTo>
                    <a:lnTo>
                      <a:pt x="148" y="72"/>
                    </a:lnTo>
                    <a:lnTo>
                      <a:pt x="156" y="72"/>
                    </a:lnTo>
                    <a:lnTo>
                      <a:pt x="156" y="72"/>
                    </a:lnTo>
                    <a:lnTo>
                      <a:pt x="146" y="66"/>
                    </a:lnTo>
                    <a:lnTo>
                      <a:pt x="146" y="66"/>
                    </a:lnTo>
                    <a:lnTo>
                      <a:pt x="146" y="60"/>
                    </a:lnTo>
                    <a:lnTo>
                      <a:pt x="146" y="60"/>
                    </a:lnTo>
                    <a:lnTo>
                      <a:pt x="148" y="58"/>
                    </a:lnTo>
                    <a:lnTo>
                      <a:pt x="152" y="58"/>
                    </a:lnTo>
                    <a:lnTo>
                      <a:pt x="152" y="58"/>
                    </a:lnTo>
                    <a:lnTo>
                      <a:pt x="154" y="60"/>
                    </a:lnTo>
                    <a:lnTo>
                      <a:pt x="156" y="60"/>
                    </a:lnTo>
                    <a:lnTo>
                      <a:pt x="156" y="60"/>
                    </a:lnTo>
                    <a:lnTo>
                      <a:pt x="158" y="58"/>
                    </a:lnTo>
                    <a:lnTo>
                      <a:pt x="158" y="58"/>
                    </a:lnTo>
                    <a:lnTo>
                      <a:pt x="160" y="58"/>
                    </a:lnTo>
                    <a:lnTo>
                      <a:pt x="162" y="58"/>
                    </a:lnTo>
                    <a:lnTo>
                      <a:pt x="164" y="58"/>
                    </a:lnTo>
                    <a:lnTo>
                      <a:pt x="164" y="58"/>
                    </a:lnTo>
                    <a:lnTo>
                      <a:pt x="166" y="62"/>
                    </a:lnTo>
                    <a:lnTo>
                      <a:pt x="166" y="62"/>
                    </a:lnTo>
                    <a:lnTo>
                      <a:pt x="166" y="66"/>
                    </a:lnTo>
                    <a:lnTo>
                      <a:pt x="166" y="66"/>
                    </a:lnTo>
                    <a:lnTo>
                      <a:pt x="182" y="66"/>
                    </a:lnTo>
                    <a:lnTo>
                      <a:pt x="182" y="66"/>
                    </a:lnTo>
                    <a:lnTo>
                      <a:pt x="186" y="54"/>
                    </a:lnTo>
                    <a:lnTo>
                      <a:pt x="192" y="52"/>
                    </a:lnTo>
                    <a:lnTo>
                      <a:pt x="198" y="50"/>
                    </a:lnTo>
                    <a:lnTo>
                      <a:pt x="198" y="50"/>
                    </a:lnTo>
                    <a:lnTo>
                      <a:pt x="200" y="54"/>
                    </a:lnTo>
                    <a:lnTo>
                      <a:pt x="200" y="54"/>
                    </a:lnTo>
                    <a:lnTo>
                      <a:pt x="202" y="52"/>
                    </a:lnTo>
                    <a:lnTo>
                      <a:pt x="202" y="50"/>
                    </a:lnTo>
                    <a:lnTo>
                      <a:pt x="202" y="50"/>
                    </a:lnTo>
                    <a:lnTo>
                      <a:pt x="210" y="50"/>
                    </a:lnTo>
                    <a:lnTo>
                      <a:pt x="210" y="50"/>
                    </a:lnTo>
                    <a:lnTo>
                      <a:pt x="214" y="48"/>
                    </a:lnTo>
                    <a:lnTo>
                      <a:pt x="214" y="46"/>
                    </a:lnTo>
                    <a:lnTo>
                      <a:pt x="212" y="44"/>
                    </a:lnTo>
                    <a:lnTo>
                      <a:pt x="212" y="44"/>
                    </a:lnTo>
                    <a:lnTo>
                      <a:pt x="212" y="42"/>
                    </a:lnTo>
                    <a:lnTo>
                      <a:pt x="212" y="42"/>
                    </a:lnTo>
                    <a:lnTo>
                      <a:pt x="208" y="42"/>
                    </a:lnTo>
                    <a:lnTo>
                      <a:pt x="208" y="40"/>
                    </a:lnTo>
                    <a:lnTo>
                      <a:pt x="210" y="34"/>
                    </a:lnTo>
                    <a:lnTo>
                      <a:pt x="210" y="34"/>
                    </a:lnTo>
                    <a:lnTo>
                      <a:pt x="202" y="34"/>
                    </a:lnTo>
                    <a:lnTo>
                      <a:pt x="200" y="32"/>
                    </a:lnTo>
                    <a:lnTo>
                      <a:pt x="196" y="28"/>
                    </a:lnTo>
                    <a:lnTo>
                      <a:pt x="196" y="28"/>
                    </a:lnTo>
                    <a:lnTo>
                      <a:pt x="190" y="30"/>
                    </a:lnTo>
                    <a:lnTo>
                      <a:pt x="184" y="30"/>
                    </a:lnTo>
                    <a:lnTo>
                      <a:pt x="182" y="30"/>
                    </a:lnTo>
                    <a:lnTo>
                      <a:pt x="182" y="30"/>
                    </a:lnTo>
                    <a:lnTo>
                      <a:pt x="178" y="22"/>
                    </a:lnTo>
                    <a:lnTo>
                      <a:pt x="174" y="12"/>
                    </a:lnTo>
                    <a:lnTo>
                      <a:pt x="174" y="12"/>
                    </a:lnTo>
                    <a:lnTo>
                      <a:pt x="168" y="10"/>
                    </a:lnTo>
                    <a:lnTo>
                      <a:pt x="168" y="10"/>
                    </a:lnTo>
                    <a:lnTo>
                      <a:pt x="166" y="4"/>
                    </a:lnTo>
                    <a:lnTo>
                      <a:pt x="166" y="4"/>
                    </a:lnTo>
                    <a:lnTo>
                      <a:pt x="162" y="0"/>
                    </a:lnTo>
                    <a:lnTo>
                      <a:pt x="16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9" name="Line 167">
                <a:extLst>
                  <a:ext uri="{FF2B5EF4-FFF2-40B4-BE49-F238E27FC236}">
                    <a16:creationId xmlns:a16="http://schemas.microsoft.com/office/drawing/2014/main" id="{2525096B-87C5-2B46-B2F0-79569A428658}"/>
                  </a:ext>
                </a:extLst>
              </p:cNvPr>
              <p:cNvSpPr>
                <a:spLocks noChangeShapeType="1"/>
              </p:cNvSpPr>
              <p:nvPr/>
            </p:nvSpPr>
            <p:spPr bwMode="auto">
              <a:xfrm>
                <a:off x="9140059" y="444771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0" name="Line 168">
                <a:extLst>
                  <a:ext uri="{FF2B5EF4-FFF2-40B4-BE49-F238E27FC236}">
                    <a16:creationId xmlns:a16="http://schemas.microsoft.com/office/drawing/2014/main" id="{3C239F52-8C03-A04C-A2AD-7CAA48C19C48}"/>
                  </a:ext>
                </a:extLst>
              </p:cNvPr>
              <p:cNvSpPr>
                <a:spLocks noChangeShapeType="1"/>
              </p:cNvSpPr>
              <p:nvPr/>
            </p:nvSpPr>
            <p:spPr bwMode="auto">
              <a:xfrm>
                <a:off x="9140059" y="444771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1" name="Freeform 169">
                <a:extLst>
                  <a:ext uri="{FF2B5EF4-FFF2-40B4-BE49-F238E27FC236}">
                    <a16:creationId xmlns:a16="http://schemas.microsoft.com/office/drawing/2014/main" id="{BB0A1404-7A33-3942-90CA-65E4858FD6E5}"/>
                  </a:ext>
                </a:extLst>
              </p:cNvPr>
              <p:cNvSpPr>
                <a:spLocks/>
              </p:cNvSpPr>
              <p:nvPr/>
            </p:nvSpPr>
            <p:spPr bwMode="auto">
              <a:xfrm>
                <a:off x="8611697" y="4399653"/>
                <a:ext cx="3914" cy="8009"/>
              </a:xfrm>
              <a:custGeom>
                <a:avLst/>
                <a:gdLst>
                  <a:gd name="T0" fmla="*/ 0 w 2"/>
                  <a:gd name="T1" fmla="*/ 0 h 4"/>
                  <a:gd name="T2" fmla="*/ 0 w 2"/>
                  <a:gd name="T3" fmla="*/ 4 h 4"/>
                  <a:gd name="T4" fmla="*/ 0 w 2"/>
                  <a:gd name="T5" fmla="*/ 4 h 4"/>
                  <a:gd name="T6" fmla="*/ 2 w 2"/>
                  <a:gd name="T7" fmla="*/ 2 h 4"/>
                  <a:gd name="T8" fmla="*/ 0 w 2"/>
                  <a:gd name="T9" fmla="*/ 0 h 4"/>
                  <a:gd name="T10" fmla="*/ 0 w 2"/>
                  <a:gd name="T11" fmla="*/ 0 h 4"/>
                </a:gdLst>
                <a:ahLst/>
                <a:cxnLst>
                  <a:cxn ang="0">
                    <a:pos x="T0" y="T1"/>
                  </a:cxn>
                  <a:cxn ang="0">
                    <a:pos x="T2" y="T3"/>
                  </a:cxn>
                  <a:cxn ang="0">
                    <a:pos x="T4" y="T5"/>
                  </a:cxn>
                  <a:cxn ang="0">
                    <a:pos x="T6" y="T7"/>
                  </a:cxn>
                  <a:cxn ang="0">
                    <a:pos x="T8" y="T9"/>
                  </a:cxn>
                  <a:cxn ang="0">
                    <a:pos x="T10" y="T11"/>
                  </a:cxn>
                </a:cxnLst>
                <a:rect l="0" t="0" r="r" b="b"/>
                <a:pathLst>
                  <a:path w="2" h="4">
                    <a:moveTo>
                      <a:pt x="0" y="0"/>
                    </a:moveTo>
                    <a:lnTo>
                      <a:pt x="0" y="4"/>
                    </a:lnTo>
                    <a:lnTo>
                      <a:pt x="0" y="4"/>
                    </a:lnTo>
                    <a:lnTo>
                      <a:pt x="2"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2" name="Freeform 170">
                <a:extLst>
                  <a:ext uri="{FF2B5EF4-FFF2-40B4-BE49-F238E27FC236}">
                    <a16:creationId xmlns:a16="http://schemas.microsoft.com/office/drawing/2014/main" id="{03BD9977-CFED-A64C-8F6D-43CAE760F3CD}"/>
                  </a:ext>
                </a:extLst>
              </p:cNvPr>
              <p:cNvSpPr>
                <a:spLocks noEditPoints="1"/>
              </p:cNvSpPr>
              <p:nvPr/>
            </p:nvSpPr>
            <p:spPr bwMode="auto">
              <a:xfrm>
                <a:off x="8384696" y="4191409"/>
                <a:ext cx="1185883" cy="568668"/>
              </a:xfrm>
              <a:custGeom>
                <a:avLst/>
                <a:gdLst>
                  <a:gd name="T0" fmla="*/ 18 w 606"/>
                  <a:gd name="T1" fmla="*/ 34 h 284"/>
                  <a:gd name="T2" fmla="*/ 50 w 606"/>
                  <a:gd name="T3" fmla="*/ 66 h 284"/>
                  <a:gd name="T4" fmla="*/ 80 w 606"/>
                  <a:gd name="T5" fmla="*/ 126 h 284"/>
                  <a:gd name="T6" fmla="*/ 112 w 606"/>
                  <a:gd name="T7" fmla="*/ 178 h 284"/>
                  <a:gd name="T8" fmla="*/ 140 w 606"/>
                  <a:gd name="T9" fmla="*/ 184 h 284"/>
                  <a:gd name="T10" fmla="*/ 128 w 606"/>
                  <a:gd name="T11" fmla="*/ 116 h 284"/>
                  <a:gd name="T12" fmla="*/ 112 w 606"/>
                  <a:gd name="T13" fmla="*/ 86 h 284"/>
                  <a:gd name="T14" fmla="*/ 90 w 606"/>
                  <a:gd name="T15" fmla="*/ 70 h 284"/>
                  <a:gd name="T16" fmla="*/ 72 w 606"/>
                  <a:gd name="T17" fmla="*/ 46 h 284"/>
                  <a:gd name="T18" fmla="*/ 34 w 606"/>
                  <a:gd name="T19" fmla="*/ 6 h 284"/>
                  <a:gd name="T20" fmla="*/ 434 w 606"/>
                  <a:gd name="T21" fmla="*/ 58 h 284"/>
                  <a:gd name="T22" fmla="*/ 438 w 606"/>
                  <a:gd name="T23" fmla="*/ 106 h 284"/>
                  <a:gd name="T24" fmla="*/ 446 w 606"/>
                  <a:gd name="T25" fmla="*/ 78 h 284"/>
                  <a:gd name="T26" fmla="*/ 434 w 606"/>
                  <a:gd name="T27" fmla="*/ 58 h 284"/>
                  <a:gd name="T28" fmla="*/ 340 w 606"/>
                  <a:gd name="T29" fmla="*/ 78 h 284"/>
                  <a:gd name="T30" fmla="*/ 320 w 606"/>
                  <a:gd name="T31" fmla="*/ 132 h 284"/>
                  <a:gd name="T32" fmla="*/ 336 w 606"/>
                  <a:gd name="T33" fmla="*/ 188 h 284"/>
                  <a:gd name="T34" fmla="*/ 348 w 606"/>
                  <a:gd name="T35" fmla="*/ 168 h 284"/>
                  <a:gd name="T36" fmla="*/ 364 w 606"/>
                  <a:gd name="T37" fmla="*/ 160 h 284"/>
                  <a:gd name="T38" fmla="*/ 368 w 606"/>
                  <a:gd name="T39" fmla="*/ 122 h 284"/>
                  <a:gd name="T40" fmla="*/ 336 w 606"/>
                  <a:gd name="T41" fmla="*/ 100 h 284"/>
                  <a:gd name="T42" fmla="*/ 388 w 606"/>
                  <a:gd name="T43" fmla="*/ 92 h 284"/>
                  <a:gd name="T44" fmla="*/ 478 w 606"/>
                  <a:gd name="T45" fmla="*/ 106 h 284"/>
                  <a:gd name="T46" fmla="*/ 154 w 606"/>
                  <a:gd name="T47" fmla="*/ 148 h 284"/>
                  <a:gd name="T48" fmla="*/ 444 w 606"/>
                  <a:gd name="T49" fmla="*/ 156 h 284"/>
                  <a:gd name="T50" fmla="*/ 450 w 606"/>
                  <a:gd name="T51" fmla="*/ 148 h 284"/>
                  <a:gd name="T52" fmla="*/ 424 w 606"/>
                  <a:gd name="T53" fmla="*/ 150 h 284"/>
                  <a:gd name="T54" fmla="*/ 364 w 606"/>
                  <a:gd name="T55" fmla="*/ 186 h 284"/>
                  <a:gd name="T56" fmla="*/ 140 w 606"/>
                  <a:gd name="T57" fmla="*/ 190 h 284"/>
                  <a:gd name="T58" fmla="*/ 194 w 606"/>
                  <a:gd name="T59" fmla="*/ 222 h 284"/>
                  <a:gd name="T60" fmla="*/ 258 w 606"/>
                  <a:gd name="T61" fmla="*/ 238 h 284"/>
                  <a:gd name="T62" fmla="*/ 226 w 606"/>
                  <a:gd name="T63" fmla="*/ 204 h 284"/>
                  <a:gd name="T64" fmla="*/ 158 w 606"/>
                  <a:gd name="T65" fmla="*/ 190 h 284"/>
                  <a:gd name="T66" fmla="*/ 526 w 606"/>
                  <a:gd name="T67" fmla="*/ 210 h 284"/>
                  <a:gd name="T68" fmla="*/ 266 w 606"/>
                  <a:gd name="T69" fmla="*/ 244 h 284"/>
                  <a:gd name="T70" fmla="*/ 408 w 606"/>
                  <a:gd name="T71" fmla="*/ 234 h 284"/>
                  <a:gd name="T72" fmla="*/ 298 w 606"/>
                  <a:gd name="T73" fmla="*/ 248 h 284"/>
                  <a:gd name="T74" fmla="*/ 316 w 606"/>
                  <a:gd name="T75" fmla="*/ 244 h 284"/>
                  <a:gd name="T76" fmla="*/ 368 w 606"/>
                  <a:gd name="T77" fmla="*/ 250 h 284"/>
                  <a:gd name="T78" fmla="*/ 416 w 606"/>
                  <a:gd name="T79" fmla="*/ 246 h 284"/>
                  <a:gd name="T80" fmla="*/ 376 w 606"/>
                  <a:gd name="T81" fmla="*/ 274 h 284"/>
                  <a:gd name="T82" fmla="*/ 398 w 606"/>
                  <a:gd name="T83" fmla="*/ 264 h 284"/>
                  <a:gd name="T84" fmla="*/ 420 w 606"/>
                  <a:gd name="T85" fmla="*/ 244 h 284"/>
                  <a:gd name="T86" fmla="*/ 192 w 606"/>
                  <a:gd name="T87" fmla="*/ 62 h 284"/>
                  <a:gd name="T88" fmla="*/ 188 w 606"/>
                  <a:gd name="T89" fmla="*/ 114 h 284"/>
                  <a:gd name="T90" fmla="*/ 216 w 606"/>
                  <a:gd name="T91" fmla="*/ 150 h 284"/>
                  <a:gd name="T92" fmla="*/ 250 w 606"/>
                  <a:gd name="T93" fmla="*/ 154 h 284"/>
                  <a:gd name="T94" fmla="*/ 294 w 606"/>
                  <a:gd name="T95" fmla="*/ 136 h 284"/>
                  <a:gd name="T96" fmla="*/ 316 w 606"/>
                  <a:gd name="T97" fmla="*/ 82 h 284"/>
                  <a:gd name="T98" fmla="*/ 300 w 606"/>
                  <a:gd name="T99" fmla="*/ 38 h 284"/>
                  <a:gd name="T100" fmla="*/ 242 w 606"/>
                  <a:gd name="T101" fmla="*/ 78 h 284"/>
                  <a:gd name="T102" fmla="*/ 478 w 606"/>
                  <a:gd name="T103" fmla="*/ 128 h 284"/>
                  <a:gd name="T104" fmla="*/ 504 w 606"/>
                  <a:gd name="T105" fmla="*/ 142 h 284"/>
                  <a:gd name="T106" fmla="*/ 508 w 606"/>
                  <a:gd name="T107" fmla="*/ 154 h 284"/>
                  <a:gd name="T108" fmla="*/ 542 w 606"/>
                  <a:gd name="T109" fmla="*/ 174 h 284"/>
                  <a:gd name="T110" fmla="*/ 576 w 606"/>
                  <a:gd name="T111" fmla="*/ 216 h 284"/>
                  <a:gd name="T112" fmla="*/ 584 w 606"/>
                  <a:gd name="T113" fmla="*/ 236 h 284"/>
                  <a:gd name="T114" fmla="*/ 602 w 606"/>
                  <a:gd name="T115" fmla="*/ 142 h 284"/>
                  <a:gd name="T116" fmla="*/ 542 w 606"/>
                  <a:gd name="T117" fmla="*/ 146 h 284"/>
                  <a:gd name="T118" fmla="*/ 518 w 606"/>
                  <a:gd name="T119" fmla="*/ 126 h 284"/>
                  <a:gd name="T120" fmla="*/ 490 w 606"/>
                  <a:gd name="T121" fmla="*/ 11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6" h="284">
                    <a:moveTo>
                      <a:pt x="18" y="6"/>
                    </a:moveTo>
                    <a:lnTo>
                      <a:pt x="18" y="6"/>
                    </a:lnTo>
                    <a:lnTo>
                      <a:pt x="14" y="2"/>
                    </a:lnTo>
                    <a:lnTo>
                      <a:pt x="12" y="0"/>
                    </a:lnTo>
                    <a:lnTo>
                      <a:pt x="12" y="0"/>
                    </a:lnTo>
                    <a:lnTo>
                      <a:pt x="6" y="0"/>
                    </a:lnTo>
                    <a:lnTo>
                      <a:pt x="0" y="0"/>
                    </a:lnTo>
                    <a:lnTo>
                      <a:pt x="0" y="0"/>
                    </a:lnTo>
                    <a:lnTo>
                      <a:pt x="0" y="10"/>
                    </a:lnTo>
                    <a:lnTo>
                      <a:pt x="2" y="10"/>
                    </a:lnTo>
                    <a:lnTo>
                      <a:pt x="2" y="10"/>
                    </a:lnTo>
                    <a:lnTo>
                      <a:pt x="6" y="18"/>
                    </a:lnTo>
                    <a:lnTo>
                      <a:pt x="8" y="22"/>
                    </a:lnTo>
                    <a:lnTo>
                      <a:pt x="10" y="24"/>
                    </a:lnTo>
                    <a:lnTo>
                      <a:pt x="10" y="24"/>
                    </a:lnTo>
                    <a:lnTo>
                      <a:pt x="14" y="26"/>
                    </a:lnTo>
                    <a:lnTo>
                      <a:pt x="14" y="26"/>
                    </a:lnTo>
                    <a:lnTo>
                      <a:pt x="16" y="30"/>
                    </a:lnTo>
                    <a:lnTo>
                      <a:pt x="18" y="34"/>
                    </a:lnTo>
                    <a:lnTo>
                      <a:pt x="18" y="34"/>
                    </a:lnTo>
                    <a:lnTo>
                      <a:pt x="22" y="34"/>
                    </a:lnTo>
                    <a:lnTo>
                      <a:pt x="24" y="36"/>
                    </a:lnTo>
                    <a:lnTo>
                      <a:pt x="24" y="36"/>
                    </a:lnTo>
                    <a:lnTo>
                      <a:pt x="26" y="40"/>
                    </a:lnTo>
                    <a:lnTo>
                      <a:pt x="26" y="40"/>
                    </a:lnTo>
                    <a:lnTo>
                      <a:pt x="32" y="46"/>
                    </a:lnTo>
                    <a:lnTo>
                      <a:pt x="32" y="46"/>
                    </a:lnTo>
                    <a:lnTo>
                      <a:pt x="32" y="50"/>
                    </a:lnTo>
                    <a:lnTo>
                      <a:pt x="32" y="50"/>
                    </a:lnTo>
                    <a:lnTo>
                      <a:pt x="36" y="52"/>
                    </a:lnTo>
                    <a:lnTo>
                      <a:pt x="36" y="52"/>
                    </a:lnTo>
                    <a:lnTo>
                      <a:pt x="36" y="56"/>
                    </a:lnTo>
                    <a:lnTo>
                      <a:pt x="36" y="60"/>
                    </a:lnTo>
                    <a:lnTo>
                      <a:pt x="36" y="60"/>
                    </a:lnTo>
                    <a:lnTo>
                      <a:pt x="42" y="60"/>
                    </a:lnTo>
                    <a:lnTo>
                      <a:pt x="44" y="62"/>
                    </a:lnTo>
                    <a:lnTo>
                      <a:pt x="44" y="62"/>
                    </a:lnTo>
                    <a:lnTo>
                      <a:pt x="48" y="66"/>
                    </a:lnTo>
                    <a:lnTo>
                      <a:pt x="48" y="66"/>
                    </a:lnTo>
                    <a:lnTo>
                      <a:pt x="50" y="66"/>
                    </a:lnTo>
                    <a:lnTo>
                      <a:pt x="52" y="68"/>
                    </a:lnTo>
                    <a:lnTo>
                      <a:pt x="52" y="68"/>
                    </a:lnTo>
                    <a:lnTo>
                      <a:pt x="52" y="72"/>
                    </a:lnTo>
                    <a:lnTo>
                      <a:pt x="52" y="78"/>
                    </a:lnTo>
                    <a:lnTo>
                      <a:pt x="52" y="78"/>
                    </a:lnTo>
                    <a:lnTo>
                      <a:pt x="56" y="86"/>
                    </a:lnTo>
                    <a:lnTo>
                      <a:pt x="56" y="86"/>
                    </a:lnTo>
                    <a:lnTo>
                      <a:pt x="56" y="90"/>
                    </a:lnTo>
                    <a:lnTo>
                      <a:pt x="56" y="90"/>
                    </a:lnTo>
                    <a:lnTo>
                      <a:pt x="58" y="92"/>
                    </a:lnTo>
                    <a:lnTo>
                      <a:pt x="60" y="94"/>
                    </a:lnTo>
                    <a:lnTo>
                      <a:pt x="60" y="94"/>
                    </a:lnTo>
                    <a:lnTo>
                      <a:pt x="64" y="102"/>
                    </a:lnTo>
                    <a:lnTo>
                      <a:pt x="64" y="102"/>
                    </a:lnTo>
                    <a:lnTo>
                      <a:pt x="68" y="104"/>
                    </a:lnTo>
                    <a:lnTo>
                      <a:pt x="72" y="108"/>
                    </a:lnTo>
                    <a:lnTo>
                      <a:pt x="72" y="108"/>
                    </a:lnTo>
                    <a:lnTo>
                      <a:pt x="76" y="118"/>
                    </a:lnTo>
                    <a:lnTo>
                      <a:pt x="78" y="122"/>
                    </a:lnTo>
                    <a:lnTo>
                      <a:pt x="80" y="126"/>
                    </a:lnTo>
                    <a:lnTo>
                      <a:pt x="82" y="126"/>
                    </a:lnTo>
                    <a:lnTo>
                      <a:pt x="82" y="126"/>
                    </a:lnTo>
                    <a:lnTo>
                      <a:pt x="82" y="130"/>
                    </a:lnTo>
                    <a:lnTo>
                      <a:pt x="82" y="134"/>
                    </a:lnTo>
                    <a:lnTo>
                      <a:pt x="82" y="134"/>
                    </a:lnTo>
                    <a:lnTo>
                      <a:pt x="86" y="136"/>
                    </a:lnTo>
                    <a:lnTo>
                      <a:pt x="86" y="136"/>
                    </a:lnTo>
                    <a:lnTo>
                      <a:pt x="88" y="144"/>
                    </a:lnTo>
                    <a:lnTo>
                      <a:pt x="92" y="150"/>
                    </a:lnTo>
                    <a:lnTo>
                      <a:pt x="92" y="150"/>
                    </a:lnTo>
                    <a:lnTo>
                      <a:pt x="94" y="152"/>
                    </a:lnTo>
                    <a:lnTo>
                      <a:pt x="94" y="152"/>
                    </a:lnTo>
                    <a:lnTo>
                      <a:pt x="96" y="158"/>
                    </a:lnTo>
                    <a:lnTo>
                      <a:pt x="98" y="166"/>
                    </a:lnTo>
                    <a:lnTo>
                      <a:pt x="98" y="166"/>
                    </a:lnTo>
                    <a:lnTo>
                      <a:pt x="102" y="172"/>
                    </a:lnTo>
                    <a:lnTo>
                      <a:pt x="102" y="174"/>
                    </a:lnTo>
                    <a:lnTo>
                      <a:pt x="102" y="174"/>
                    </a:lnTo>
                    <a:lnTo>
                      <a:pt x="112" y="178"/>
                    </a:lnTo>
                    <a:lnTo>
                      <a:pt x="112" y="178"/>
                    </a:lnTo>
                    <a:lnTo>
                      <a:pt x="116" y="180"/>
                    </a:lnTo>
                    <a:lnTo>
                      <a:pt x="116" y="180"/>
                    </a:lnTo>
                    <a:lnTo>
                      <a:pt x="124" y="188"/>
                    </a:lnTo>
                    <a:lnTo>
                      <a:pt x="124" y="188"/>
                    </a:lnTo>
                    <a:lnTo>
                      <a:pt x="130" y="190"/>
                    </a:lnTo>
                    <a:lnTo>
                      <a:pt x="130" y="190"/>
                    </a:lnTo>
                    <a:lnTo>
                      <a:pt x="130" y="186"/>
                    </a:lnTo>
                    <a:lnTo>
                      <a:pt x="128" y="184"/>
                    </a:lnTo>
                    <a:lnTo>
                      <a:pt x="128" y="184"/>
                    </a:lnTo>
                    <a:lnTo>
                      <a:pt x="128" y="184"/>
                    </a:lnTo>
                    <a:lnTo>
                      <a:pt x="130" y="184"/>
                    </a:lnTo>
                    <a:lnTo>
                      <a:pt x="130" y="184"/>
                    </a:lnTo>
                    <a:lnTo>
                      <a:pt x="134" y="186"/>
                    </a:lnTo>
                    <a:lnTo>
                      <a:pt x="136" y="186"/>
                    </a:lnTo>
                    <a:lnTo>
                      <a:pt x="138" y="186"/>
                    </a:lnTo>
                    <a:lnTo>
                      <a:pt x="138" y="186"/>
                    </a:lnTo>
                    <a:lnTo>
                      <a:pt x="138" y="184"/>
                    </a:lnTo>
                    <a:lnTo>
                      <a:pt x="140" y="184"/>
                    </a:lnTo>
                    <a:lnTo>
                      <a:pt x="140" y="184"/>
                    </a:lnTo>
                    <a:lnTo>
                      <a:pt x="140" y="184"/>
                    </a:lnTo>
                    <a:lnTo>
                      <a:pt x="144" y="184"/>
                    </a:lnTo>
                    <a:lnTo>
                      <a:pt x="144" y="184"/>
                    </a:lnTo>
                    <a:lnTo>
                      <a:pt x="144" y="180"/>
                    </a:lnTo>
                    <a:lnTo>
                      <a:pt x="144" y="168"/>
                    </a:lnTo>
                    <a:lnTo>
                      <a:pt x="148" y="150"/>
                    </a:lnTo>
                    <a:lnTo>
                      <a:pt x="148" y="150"/>
                    </a:lnTo>
                    <a:lnTo>
                      <a:pt x="144" y="148"/>
                    </a:lnTo>
                    <a:lnTo>
                      <a:pt x="144" y="148"/>
                    </a:lnTo>
                    <a:lnTo>
                      <a:pt x="140" y="138"/>
                    </a:lnTo>
                    <a:lnTo>
                      <a:pt x="140" y="138"/>
                    </a:lnTo>
                    <a:lnTo>
                      <a:pt x="134" y="138"/>
                    </a:lnTo>
                    <a:lnTo>
                      <a:pt x="134" y="138"/>
                    </a:lnTo>
                    <a:lnTo>
                      <a:pt x="130" y="136"/>
                    </a:lnTo>
                    <a:lnTo>
                      <a:pt x="130" y="136"/>
                    </a:lnTo>
                    <a:lnTo>
                      <a:pt x="132" y="134"/>
                    </a:lnTo>
                    <a:lnTo>
                      <a:pt x="132" y="130"/>
                    </a:lnTo>
                    <a:lnTo>
                      <a:pt x="132" y="130"/>
                    </a:lnTo>
                    <a:lnTo>
                      <a:pt x="126" y="128"/>
                    </a:lnTo>
                    <a:lnTo>
                      <a:pt x="126" y="128"/>
                    </a:lnTo>
                    <a:lnTo>
                      <a:pt x="128" y="116"/>
                    </a:lnTo>
                    <a:lnTo>
                      <a:pt x="128" y="116"/>
                    </a:lnTo>
                    <a:lnTo>
                      <a:pt x="122" y="116"/>
                    </a:lnTo>
                    <a:lnTo>
                      <a:pt x="122" y="114"/>
                    </a:lnTo>
                    <a:lnTo>
                      <a:pt x="120" y="114"/>
                    </a:lnTo>
                    <a:lnTo>
                      <a:pt x="120" y="114"/>
                    </a:lnTo>
                    <a:lnTo>
                      <a:pt x="118" y="116"/>
                    </a:lnTo>
                    <a:lnTo>
                      <a:pt x="118" y="116"/>
                    </a:lnTo>
                    <a:lnTo>
                      <a:pt x="118" y="116"/>
                    </a:lnTo>
                    <a:lnTo>
                      <a:pt x="112" y="114"/>
                    </a:lnTo>
                    <a:lnTo>
                      <a:pt x="112" y="114"/>
                    </a:lnTo>
                    <a:lnTo>
                      <a:pt x="112" y="106"/>
                    </a:lnTo>
                    <a:lnTo>
                      <a:pt x="112" y="106"/>
                    </a:lnTo>
                    <a:lnTo>
                      <a:pt x="118" y="102"/>
                    </a:lnTo>
                    <a:lnTo>
                      <a:pt x="118" y="102"/>
                    </a:lnTo>
                    <a:lnTo>
                      <a:pt x="118" y="98"/>
                    </a:lnTo>
                    <a:lnTo>
                      <a:pt x="118" y="98"/>
                    </a:lnTo>
                    <a:lnTo>
                      <a:pt x="112" y="90"/>
                    </a:lnTo>
                    <a:lnTo>
                      <a:pt x="112" y="90"/>
                    </a:lnTo>
                    <a:lnTo>
                      <a:pt x="112" y="86"/>
                    </a:lnTo>
                    <a:lnTo>
                      <a:pt x="112" y="86"/>
                    </a:lnTo>
                    <a:lnTo>
                      <a:pt x="110" y="84"/>
                    </a:lnTo>
                    <a:lnTo>
                      <a:pt x="106" y="84"/>
                    </a:lnTo>
                    <a:lnTo>
                      <a:pt x="106" y="84"/>
                    </a:lnTo>
                    <a:lnTo>
                      <a:pt x="108" y="78"/>
                    </a:lnTo>
                    <a:lnTo>
                      <a:pt x="108" y="78"/>
                    </a:lnTo>
                    <a:lnTo>
                      <a:pt x="106" y="78"/>
                    </a:lnTo>
                    <a:lnTo>
                      <a:pt x="106" y="78"/>
                    </a:lnTo>
                    <a:lnTo>
                      <a:pt x="104" y="84"/>
                    </a:lnTo>
                    <a:lnTo>
                      <a:pt x="104" y="84"/>
                    </a:lnTo>
                    <a:lnTo>
                      <a:pt x="100" y="84"/>
                    </a:lnTo>
                    <a:lnTo>
                      <a:pt x="100" y="84"/>
                    </a:lnTo>
                    <a:lnTo>
                      <a:pt x="100" y="82"/>
                    </a:lnTo>
                    <a:lnTo>
                      <a:pt x="100" y="82"/>
                    </a:lnTo>
                    <a:lnTo>
                      <a:pt x="96" y="82"/>
                    </a:lnTo>
                    <a:lnTo>
                      <a:pt x="96" y="82"/>
                    </a:lnTo>
                    <a:lnTo>
                      <a:pt x="96" y="80"/>
                    </a:lnTo>
                    <a:lnTo>
                      <a:pt x="96" y="78"/>
                    </a:lnTo>
                    <a:lnTo>
                      <a:pt x="94" y="74"/>
                    </a:lnTo>
                    <a:lnTo>
                      <a:pt x="94" y="74"/>
                    </a:lnTo>
                    <a:lnTo>
                      <a:pt x="90" y="70"/>
                    </a:lnTo>
                    <a:lnTo>
                      <a:pt x="88" y="68"/>
                    </a:lnTo>
                    <a:lnTo>
                      <a:pt x="88" y="68"/>
                    </a:lnTo>
                    <a:lnTo>
                      <a:pt x="86" y="64"/>
                    </a:lnTo>
                    <a:lnTo>
                      <a:pt x="84" y="60"/>
                    </a:lnTo>
                    <a:lnTo>
                      <a:pt x="80" y="60"/>
                    </a:lnTo>
                    <a:lnTo>
                      <a:pt x="80" y="60"/>
                    </a:lnTo>
                    <a:lnTo>
                      <a:pt x="80" y="60"/>
                    </a:lnTo>
                    <a:lnTo>
                      <a:pt x="80" y="62"/>
                    </a:lnTo>
                    <a:lnTo>
                      <a:pt x="80" y="62"/>
                    </a:lnTo>
                    <a:lnTo>
                      <a:pt x="78" y="62"/>
                    </a:lnTo>
                    <a:lnTo>
                      <a:pt x="78" y="62"/>
                    </a:lnTo>
                    <a:lnTo>
                      <a:pt x="78" y="62"/>
                    </a:lnTo>
                    <a:lnTo>
                      <a:pt x="76" y="60"/>
                    </a:lnTo>
                    <a:lnTo>
                      <a:pt x="76" y="60"/>
                    </a:lnTo>
                    <a:lnTo>
                      <a:pt x="74" y="58"/>
                    </a:lnTo>
                    <a:lnTo>
                      <a:pt x="72" y="54"/>
                    </a:lnTo>
                    <a:lnTo>
                      <a:pt x="72" y="54"/>
                    </a:lnTo>
                    <a:lnTo>
                      <a:pt x="72" y="54"/>
                    </a:lnTo>
                    <a:lnTo>
                      <a:pt x="72" y="50"/>
                    </a:lnTo>
                    <a:lnTo>
                      <a:pt x="72" y="46"/>
                    </a:lnTo>
                    <a:lnTo>
                      <a:pt x="66" y="46"/>
                    </a:lnTo>
                    <a:lnTo>
                      <a:pt x="66" y="46"/>
                    </a:lnTo>
                    <a:lnTo>
                      <a:pt x="66" y="40"/>
                    </a:lnTo>
                    <a:lnTo>
                      <a:pt x="66" y="40"/>
                    </a:lnTo>
                    <a:lnTo>
                      <a:pt x="60" y="36"/>
                    </a:lnTo>
                    <a:lnTo>
                      <a:pt x="54" y="32"/>
                    </a:lnTo>
                    <a:lnTo>
                      <a:pt x="54" y="32"/>
                    </a:lnTo>
                    <a:lnTo>
                      <a:pt x="52" y="30"/>
                    </a:lnTo>
                    <a:lnTo>
                      <a:pt x="52" y="26"/>
                    </a:lnTo>
                    <a:lnTo>
                      <a:pt x="52" y="26"/>
                    </a:lnTo>
                    <a:lnTo>
                      <a:pt x="48" y="24"/>
                    </a:lnTo>
                    <a:lnTo>
                      <a:pt x="48" y="24"/>
                    </a:lnTo>
                    <a:lnTo>
                      <a:pt x="46" y="22"/>
                    </a:lnTo>
                    <a:lnTo>
                      <a:pt x="44" y="18"/>
                    </a:lnTo>
                    <a:lnTo>
                      <a:pt x="44" y="18"/>
                    </a:lnTo>
                    <a:lnTo>
                      <a:pt x="40" y="18"/>
                    </a:lnTo>
                    <a:lnTo>
                      <a:pt x="40" y="18"/>
                    </a:lnTo>
                    <a:lnTo>
                      <a:pt x="40" y="14"/>
                    </a:lnTo>
                    <a:lnTo>
                      <a:pt x="34" y="6"/>
                    </a:lnTo>
                    <a:lnTo>
                      <a:pt x="34" y="6"/>
                    </a:lnTo>
                    <a:lnTo>
                      <a:pt x="30" y="4"/>
                    </a:lnTo>
                    <a:lnTo>
                      <a:pt x="26" y="4"/>
                    </a:lnTo>
                    <a:lnTo>
                      <a:pt x="20" y="6"/>
                    </a:lnTo>
                    <a:lnTo>
                      <a:pt x="18" y="6"/>
                    </a:lnTo>
                    <a:lnTo>
                      <a:pt x="18" y="6"/>
                    </a:lnTo>
                    <a:close/>
                    <a:moveTo>
                      <a:pt x="440" y="52"/>
                    </a:moveTo>
                    <a:lnTo>
                      <a:pt x="440" y="52"/>
                    </a:lnTo>
                    <a:lnTo>
                      <a:pt x="442" y="64"/>
                    </a:lnTo>
                    <a:lnTo>
                      <a:pt x="442" y="64"/>
                    </a:lnTo>
                    <a:lnTo>
                      <a:pt x="446" y="64"/>
                    </a:lnTo>
                    <a:lnTo>
                      <a:pt x="446" y="64"/>
                    </a:lnTo>
                    <a:lnTo>
                      <a:pt x="448" y="62"/>
                    </a:lnTo>
                    <a:lnTo>
                      <a:pt x="446" y="62"/>
                    </a:lnTo>
                    <a:lnTo>
                      <a:pt x="446" y="62"/>
                    </a:lnTo>
                    <a:lnTo>
                      <a:pt x="446" y="56"/>
                    </a:lnTo>
                    <a:lnTo>
                      <a:pt x="446" y="56"/>
                    </a:lnTo>
                    <a:lnTo>
                      <a:pt x="440" y="52"/>
                    </a:lnTo>
                    <a:lnTo>
                      <a:pt x="440" y="52"/>
                    </a:lnTo>
                    <a:close/>
                    <a:moveTo>
                      <a:pt x="434" y="58"/>
                    </a:moveTo>
                    <a:lnTo>
                      <a:pt x="434" y="58"/>
                    </a:lnTo>
                    <a:lnTo>
                      <a:pt x="428" y="68"/>
                    </a:lnTo>
                    <a:lnTo>
                      <a:pt x="426" y="80"/>
                    </a:lnTo>
                    <a:lnTo>
                      <a:pt x="426" y="80"/>
                    </a:lnTo>
                    <a:lnTo>
                      <a:pt x="432" y="84"/>
                    </a:lnTo>
                    <a:lnTo>
                      <a:pt x="432" y="84"/>
                    </a:lnTo>
                    <a:lnTo>
                      <a:pt x="430" y="86"/>
                    </a:lnTo>
                    <a:lnTo>
                      <a:pt x="430" y="86"/>
                    </a:lnTo>
                    <a:lnTo>
                      <a:pt x="430" y="88"/>
                    </a:lnTo>
                    <a:lnTo>
                      <a:pt x="430" y="88"/>
                    </a:lnTo>
                    <a:lnTo>
                      <a:pt x="430" y="92"/>
                    </a:lnTo>
                    <a:lnTo>
                      <a:pt x="430" y="94"/>
                    </a:lnTo>
                    <a:lnTo>
                      <a:pt x="428" y="96"/>
                    </a:lnTo>
                    <a:lnTo>
                      <a:pt x="428" y="96"/>
                    </a:lnTo>
                    <a:lnTo>
                      <a:pt x="428" y="96"/>
                    </a:lnTo>
                    <a:lnTo>
                      <a:pt x="430" y="100"/>
                    </a:lnTo>
                    <a:lnTo>
                      <a:pt x="434" y="104"/>
                    </a:lnTo>
                    <a:lnTo>
                      <a:pt x="434" y="104"/>
                    </a:lnTo>
                    <a:lnTo>
                      <a:pt x="438" y="108"/>
                    </a:lnTo>
                    <a:lnTo>
                      <a:pt x="438" y="108"/>
                    </a:lnTo>
                    <a:lnTo>
                      <a:pt x="438" y="106"/>
                    </a:lnTo>
                    <a:lnTo>
                      <a:pt x="436" y="104"/>
                    </a:lnTo>
                    <a:lnTo>
                      <a:pt x="432" y="100"/>
                    </a:lnTo>
                    <a:lnTo>
                      <a:pt x="432" y="100"/>
                    </a:lnTo>
                    <a:lnTo>
                      <a:pt x="432" y="92"/>
                    </a:lnTo>
                    <a:lnTo>
                      <a:pt x="432" y="92"/>
                    </a:lnTo>
                    <a:lnTo>
                      <a:pt x="436" y="90"/>
                    </a:lnTo>
                    <a:lnTo>
                      <a:pt x="436" y="90"/>
                    </a:lnTo>
                    <a:lnTo>
                      <a:pt x="440" y="90"/>
                    </a:lnTo>
                    <a:lnTo>
                      <a:pt x="440" y="90"/>
                    </a:lnTo>
                    <a:lnTo>
                      <a:pt x="442" y="94"/>
                    </a:lnTo>
                    <a:lnTo>
                      <a:pt x="442" y="94"/>
                    </a:lnTo>
                    <a:lnTo>
                      <a:pt x="446" y="94"/>
                    </a:lnTo>
                    <a:lnTo>
                      <a:pt x="446" y="94"/>
                    </a:lnTo>
                    <a:lnTo>
                      <a:pt x="444" y="86"/>
                    </a:lnTo>
                    <a:lnTo>
                      <a:pt x="444" y="86"/>
                    </a:lnTo>
                    <a:lnTo>
                      <a:pt x="438" y="86"/>
                    </a:lnTo>
                    <a:lnTo>
                      <a:pt x="438" y="86"/>
                    </a:lnTo>
                    <a:lnTo>
                      <a:pt x="446" y="80"/>
                    </a:lnTo>
                    <a:lnTo>
                      <a:pt x="446" y="80"/>
                    </a:lnTo>
                    <a:lnTo>
                      <a:pt x="446" y="78"/>
                    </a:lnTo>
                    <a:lnTo>
                      <a:pt x="442" y="76"/>
                    </a:lnTo>
                    <a:lnTo>
                      <a:pt x="442" y="74"/>
                    </a:lnTo>
                    <a:lnTo>
                      <a:pt x="442" y="74"/>
                    </a:lnTo>
                    <a:lnTo>
                      <a:pt x="438" y="78"/>
                    </a:lnTo>
                    <a:lnTo>
                      <a:pt x="438" y="78"/>
                    </a:lnTo>
                    <a:lnTo>
                      <a:pt x="438" y="82"/>
                    </a:lnTo>
                    <a:lnTo>
                      <a:pt x="436" y="82"/>
                    </a:lnTo>
                    <a:lnTo>
                      <a:pt x="436" y="82"/>
                    </a:lnTo>
                    <a:lnTo>
                      <a:pt x="436" y="74"/>
                    </a:lnTo>
                    <a:lnTo>
                      <a:pt x="436" y="70"/>
                    </a:lnTo>
                    <a:lnTo>
                      <a:pt x="436" y="68"/>
                    </a:lnTo>
                    <a:lnTo>
                      <a:pt x="436" y="68"/>
                    </a:lnTo>
                    <a:lnTo>
                      <a:pt x="436" y="66"/>
                    </a:lnTo>
                    <a:lnTo>
                      <a:pt x="436" y="66"/>
                    </a:lnTo>
                    <a:lnTo>
                      <a:pt x="436" y="66"/>
                    </a:lnTo>
                    <a:lnTo>
                      <a:pt x="438" y="64"/>
                    </a:lnTo>
                    <a:lnTo>
                      <a:pt x="438" y="64"/>
                    </a:lnTo>
                    <a:lnTo>
                      <a:pt x="436" y="62"/>
                    </a:lnTo>
                    <a:lnTo>
                      <a:pt x="436" y="60"/>
                    </a:lnTo>
                    <a:lnTo>
                      <a:pt x="434" y="58"/>
                    </a:lnTo>
                    <a:close/>
                    <a:moveTo>
                      <a:pt x="394" y="72"/>
                    </a:moveTo>
                    <a:lnTo>
                      <a:pt x="394" y="72"/>
                    </a:lnTo>
                    <a:lnTo>
                      <a:pt x="392" y="76"/>
                    </a:lnTo>
                    <a:lnTo>
                      <a:pt x="392" y="76"/>
                    </a:lnTo>
                    <a:lnTo>
                      <a:pt x="388" y="76"/>
                    </a:lnTo>
                    <a:lnTo>
                      <a:pt x="388" y="76"/>
                    </a:lnTo>
                    <a:lnTo>
                      <a:pt x="388" y="80"/>
                    </a:lnTo>
                    <a:lnTo>
                      <a:pt x="388" y="80"/>
                    </a:lnTo>
                    <a:lnTo>
                      <a:pt x="380" y="84"/>
                    </a:lnTo>
                    <a:lnTo>
                      <a:pt x="380" y="84"/>
                    </a:lnTo>
                    <a:lnTo>
                      <a:pt x="366" y="84"/>
                    </a:lnTo>
                    <a:lnTo>
                      <a:pt x="352" y="84"/>
                    </a:lnTo>
                    <a:lnTo>
                      <a:pt x="352" y="82"/>
                    </a:lnTo>
                    <a:lnTo>
                      <a:pt x="352" y="82"/>
                    </a:lnTo>
                    <a:lnTo>
                      <a:pt x="350" y="82"/>
                    </a:lnTo>
                    <a:lnTo>
                      <a:pt x="348" y="82"/>
                    </a:lnTo>
                    <a:lnTo>
                      <a:pt x="348" y="78"/>
                    </a:lnTo>
                    <a:lnTo>
                      <a:pt x="348" y="78"/>
                    </a:lnTo>
                    <a:lnTo>
                      <a:pt x="344" y="78"/>
                    </a:lnTo>
                    <a:lnTo>
                      <a:pt x="340" y="78"/>
                    </a:lnTo>
                    <a:lnTo>
                      <a:pt x="334" y="82"/>
                    </a:lnTo>
                    <a:lnTo>
                      <a:pt x="334" y="84"/>
                    </a:lnTo>
                    <a:lnTo>
                      <a:pt x="334" y="84"/>
                    </a:lnTo>
                    <a:lnTo>
                      <a:pt x="332" y="84"/>
                    </a:lnTo>
                    <a:lnTo>
                      <a:pt x="332" y="82"/>
                    </a:lnTo>
                    <a:lnTo>
                      <a:pt x="332" y="82"/>
                    </a:lnTo>
                    <a:lnTo>
                      <a:pt x="326" y="88"/>
                    </a:lnTo>
                    <a:lnTo>
                      <a:pt x="326" y="88"/>
                    </a:lnTo>
                    <a:lnTo>
                      <a:pt x="326" y="90"/>
                    </a:lnTo>
                    <a:lnTo>
                      <a:pt x="326" y="90"/>
                    </a:lnTo>
                    <a:lnTo>
                      <a:pt x="326" y="90"/>
                    </a:lnTo>
                    <a:lnTo>
                      <a:pt x="326" y="94"/>
                    </a:lnTo>
                    <a:lnTo>
                      <a:pt x="326" y="94"/>
                    </a:lnTo>
                    <a:lnTo>
                      <a:pt x="326" y="94"/>
                    </a:lnTo>
                    <a:lnTo>
                      <a:pt x="326" y="106"/>
                    </a:lnTo>
                    <a:lnTo>
                      <a:pt x="324" y="114"/>
                    </a:lnTo>
                    <a:lnTo>
                      <a:pt x="322" y="114"/>
                    </a:lnTo>
                    <a:lnTo>
                      <a:pt x="322" y="114"/>
                    </a:lnTo>
                    <a:lnTo>
                      <a:pt x="320" y="122"/>
                    </a:lnTo>
                    <a:lnTo>
                      <a:pt x="320" y="132"/>
                    </a:lnTo>
                    <a:lnTo>
                      <a:pt x="320" y="132"/>
                    </a:lnTo>
                    <a:lnTo>
                      <a:pt x="318" y="140"/>
                    </a:lnTo>
                    <a:lnTo>
                      <a:pt x="316" y="142"/>
                    </a:lnTo>
                    <a:lnTo>
                      <a:pt x="316" y="142"/>
                    </a:lnTo>
                    <a:lnTo>
                      <a:pt x="314" y="150"/>
                    </a:lnTo>
                    <a:lnTo>
                      <a:pt x="316" y="158"/>
                    </a:lnTo>
                    <a:lnTo>
                      <a:pt x="316" y="158"/>
                    </a:lnTo>
                    <a:lnTo>
                      <a:pt x="322" y="158"/>
                    </a:lnTo>
                    <a:lnTo>
                      <a:pt x="324" y="160"/>
                    </a:lnTo>
                    <a:lnTo>
                      <a:pt x="324" y="160"/>
                    </a:lnTo>
                    <a:lnTo>
                      <a:pt x="322" y="164"/>
                    </a:lnTo>
                    <a:lnTo>
                      <a:pt x="324" y="168"/>
                    </a:lnTo>
                    <a:lnTo>
                      <a:pt x="324" y="168"/>
                    </a:lnTo>
                    <a:lnTo>
                      <a:pt x="322" y="172"/>
                    </a:lnTo>
                    <a:lnTo>
                      <a:pt x="318" y="176"/>
                    </a:lnTo>
                    <a:lnTo>
                      <a:pt x="318" y="176"/>
                    </a:lnTo>
                    <a:lnTo>
                      <a:pt x="318" y="182"/>
                    </a:lnTo>
                    <a:lnTo>
                      <a:pt x="318" y="190"/>
                    </a:lnTo>
                    <a:lnTo>
                      <a:pt x="318" y="190"/>
                    </a:lnTo>
                    <a:lnTo>
                      <a:pt x="336" y="188"/>
                    </a:lnTo>
                    <a:lnTo>
                      <a:pt x="336" y="188"/>
                    </a:lnTo>
                    <a:lnTo>
                      <a:pt x="336" y="184"/>
                    </a:lnTo>
                    <a:lnTo>
                      <a:pt x="336" y="184"/>
                    </a:lnTo>
                    <a:lnTo>
                      <a:pt x="334" y="182"/>
                    </a:lnTo>
                    <a:lnTo>
                      <a:pt x="334" y="182"/>
                    </a:lnTo>
                    <a:lnTo>
                      <a:pt x="334" y="182"/>
                    </a:lnTo>
                    <a:lnTo>
                      <a:pt x="336" y="180"/>
                    </a:lnTo>
                    <a:lnTo>
                      <a:pt x="336" y="178"/>
                    </a:lnTo>
                    <a:lnTo>
                      <a:pt x="336" y="176"/>
                    </a:lnTo>
                    <a:lnTo>
                      <a:pt x="336" y="176"/>
                    </a:lnTo>
                    <a:lnTo>
                      <a:pt x="334" y="168"/>
                    </a:lnTo>
                    <a:lnTo>
                      <a:pt x="334" y="168"/>
                    </a:lnTo>
                    <a:lnTo>
                      <a:pt x="338" y="164"/>
                    </a:lnTo>
                    <a:lnTo>
                      <a:pt x="338" y="164"/>
                    </a:lnTo>
                    <a:lnTo>
                      <a:pt x="338" y="158"/>
                    </a:lnTo>
                    <a:lnTo>
                      <a:pt x="336" y="154"/>
                    </a:lnTo>
                    <a:lnTo>
                      <a:pt x="336" y="154"/>
                    </a:lnTo>
                    <a:lnTo>
                      <a:pt x="346" y="152"/>
                    </a:lnTo>
                    <a:lnTo>
                      <a:pt x="346" y="152"/>
                    </a:lnTo>
                    <a:lnTo>
                      <a:pt x="348" y="168"/>
                    </a:lnTo>
                    <a:lnTo>
                      <a:pt x="348" y="168"/>
                    </a:lnTo>
                    <a:lnTo>
                      <a:pt x="350" y="174"/>
                    </a:lnTo>
                    <a:lnTo>
                      <a:pt x="350" y="182"/>
                    </a:lnTo>
                    <a:lnTo>
                      <a:pt x="350" y="182"/>
                    </a:lnTo>
                    <a:lnTo>
                      <a:pt x="360" y="184"/>
                    </a:lnTo>
                    <a:lnTo>
                      <a:pt x="360" y="182"/>
                    </a:lnTo>
                    <a:lnTo>
                      <a:pt x="360" y="182"/>
                    </a:lnTo>
                    <a:lnTo>
                      <a:pt x="360" y="182"/>
                    </a:lnTo>
                    <a:lnTo>
                      <a:pt x="360" y="180"/>
                    </a:lnTo>
                    <a:lnTo>
                      <a:pt x="360" y="176"/>
                    </a:lnTo>
                    <a:lnTo>
                      <a:pt x="360" y="176"/>
                    </a:lnTo>
                    <a:lnTo>
                      <a:pt x="360" y="176"/>
                    </a:lnTo>
                    <a:lnTo>
                      <a:pt x="364" y="174"/>
                    </a:lnTo>
                    <a:lnTo>
                      <a:pt x="370" y="174"/>
                    </a:lnTo>
                    <a:lnTo>
                      <a:pt x="372" y="170"/>
                    </a:lnTo>
                    <a:lnTo>
                      <a:pt x="370" y="170"/>
                    </a:lnTo>
                    <a:lnTo>
                      <a:pt x="370" y="170"/>
                    </a:lnTo>
                    <a:lnTo>
                      <a:pt x="366" y="164"/>
                    </a:lnTo>
                    <a:lnTo>
                      <a:pt x="366" y="164"/>
                    </a:lnTo>
                    <a:lnTo>
                      <a:pt x="364" y="160"/>
                    </a:lnTo>
                    <a:lnTo>
                      <a:pt x="364" y="154"/>
                    </a:lnTo>
                    <a:lnTo>
                      <a:pt x="362" y="154"/>
                    </a:lnTo>
                    <a:lnTo>
                      <a:pt x="362" y="154"/>
                    </a:lnTo>
                    <a:lnTo>
                      <a:pt x="362" y="152"/>
                    </a:lnTo>
                    <a:lnTo>
                      <a:pt x="362" y="152"/>
                    </a:lnTo>
                    <a:lnTo>
                      <a:pt x="358" y="150"/>
                    </a:lnTo>
                    <a:lnTo>
                      <a:pt x="356" y="150"/>
                    </a:lnTo>
                    <a:lnTo>
                      <a:pt x="356" y="150"/>
                    </a:lnTo>
                    <a:lnTo>
                      <a:pt x="356" y="144"/>
                    </a:lnTo>
                    <a:lnTo>
                      <a:pt x="354" y="140"/>
                    </a:lnTo>
                    <a:lnTo>
                      <a:pt x="354" y="140"/>
                    </a:lnTo>
                    <a:lnTo>
                      <a:pt x="344" y="136"/>
                    </a:lnTo>
                    <a:lnTo>
                      <a:pt x="344" y="136"/>
                    </a:lnTo>
                    <a:lnTo>
                      <a:pt x="348" y="134"/>
                    </a:lnTo>
                    <a:lnTo>
                      <a:pt x="348" y="134"/>
                    </a:lnTo>
                    <a:lnTo>
                      <a:pt x="354" y="134"/>
                    </a:lnTo>
                    <a:lnTo>
                      <a:pt x="354" y="134"/>
                    </a:lnTo>
                    <a:lnTo>
                      <a:pt x="360" y="130"/>
                    </a:lnTo>
                    <a:lnTo>
                      <a:pt x="364" y="126"/>
                    </a:lnTo>
                    <a:lnTo>
                      <a:pt x="368" y="122"/>
                    </a:lnTo>
                    <a:lnTo>
                      <a:pt x="374" y="120"/>
                    </a:lnTo>
                    <a:lnTo>
                      <a:pt x="374" y="120"/>
                    </a:lnTo>
                    <a:lnTo>
                      <a:pt x="374" y="114"/>
                    </a:lnTo>
                    <a:lnTo>
                      <a:pt x="374" y="114"/>
                    </a:lnTo>
                    <a:lnTo>
                      <a:pt x="362" y="114"/>
                    </a:lnTo>
                    <a:lnTo>
                      <a:pt x="350" y="114"/>
                    </a:lnTo>
                    <a:lnTo>
                      <a:pt x="350" y="114"/>
                    </a:lnTo>
                    <a:lnTo>
                      <a:pt x="348" y="118"/>
                    </a:lnTo>
                    <a:lnTo>
                      <a:pt x="348" y="118"/>
                    </a:lnTo>
                    <a:lnTo>
                      <a:pt x="346" y="118"/>
                    </a:lnTo>
                    <a:lnTo>
                      <a:pt x="344" y="120"/>
                    </a:lnTo>
                    <a:lnTo>
                      <a:pt x="344" y="120"/>
                    </a:lnTo>
                    <a:lnTo>
                      <a:pt x="342" y="114"/>
                    </a:lnTo>
                    <a:lnTo>
                      <a:pt x="342" y="114"/>
                    </a:lnTo>
                    <a:lnTo>
                      <a:pt x="336" y="114"/>
                    </a:lnTo>
                    <a:lnTo>
                      <a:pt x="336" y="114"/>
                    </a:lnTo>
                    <a:lnTo>
                      <a:pt x="334" y="110"/>
                    </a:lnTo>
                    <a:lnTo>
                      <a:pt x="334" y="110"/>
                    </a:lnTo>
                    <a:lnTo>
                      <a:pt x="334" y="104"/>
                    </a:lnTo>
                    <a:lnTo>
                      <a:pt x="336" y="100"/>
                    </a:lnTo>
                    <a:lnTo>
                      <a:pt x="336" y="100"/>
                    </a:lnTo>
                    <a:lnTo>
                      <a:pt x="336" y="92"/>
                    </a:lnTo>
                    <a:lnTo>
                      <a:pt x="336" y="92"/>
                    </a:lnTo>
                    <a:lnTo>
                      <a:pt x="340" y="92"/>
                    </a:lnTo>
                    <a:lnTo>
                      <a:pt x="340" y="92"/>
                    </a:lnTo>
                    <a:lnTo>
                      <a:pt x="348" y="90"/>
                    </a:lnTo>
                    <a:lnTo>
                      <a:pt x="348" y="90"/>
                    </a:lnTo>
                    <a:lnTo>
                      <a:pt x="350" y="92"/>
                    </a:lnTo>
                    <a:lnTo>
                      <a:pt x="354" y="92"/>
                    </a:lnTo>
                    <a:lnTo>
                      <a:pt x="354" y="92"/>
                    </a:lnTo>
                    <a:lnTo>
                      <a:pt x="360" y="92"/>
                    </a:lnTo>
                    <a:lnTo>
                      <a:pt x="368" y="92"/>
                    </a:lnTo>
                    <a:lnTo>
                      <a:pt x="368" y="92"/>
                    </a:lnTo>
                    <a:lnTo>
                      <a:pt x="374" y="94"/>
                    </a:lnTo>
                    <a:lnTo>
                      <a:pt x="380" y="96"/>
                    </a:lnTo>
                    <a:lnTo>
                      <a:pt x="384" y="94"/>
                    </a:lnTo>
                    <a:lnTo>
                      <a:pt x="384" y="92"/>
                    </a:lnTo>
                    <a:lnTo>
                      <a:pt x="384" y="92"/>
                    </a:lnTo>
                    <a:lnTo>
                      <a:pt x="386" y="92"/>
                    </a:lnTo>
                    <a:lnTo>
                      <a:pt x="388" y="92"/>
                    </a:lnTo>
                    <a:lnTo>
                      <a:pt x="388" y="92"/>
                    </a:lnTo>
                    <a:lnTo>
                      <a:pt x="390" y="88"/>
                    </a:lnTo>
                    <a:lnTo>
                      <a:pt x="392" y="84"/>
                    </a:lnTo>
                    <a:lnTo>
                      <a:pt x="392" y="84"/>
                    </a:lnTo>
                    <a:lnTo>
                      <a:pt x="396" y="82"/>
                    </a:lnTo>
                    <a:lnTo>
                      <a:pt x="398" y="80"/>
                    </a:lnTo>
                    <a:lnTo>
                      <a:pt x="398" y="80"/>
                    </a:lnTo>
                    <a:lnTo>
                      <a:pt x="398" y="74"/>
                    </a:lnTo>
                    <a:lnTo>
                      <a:pt x="398" y="74"/>
                    </a:lnTo>
                    <a:lnTo>
                      <a:pt x="396" y="72"/>
                    </a:lnTo>
                    <a:lnTo>
                      <a:pt x="396" y="72"/>
                    </a:lnTo>
                    <a:lnTo>
                      <a:pt x="396" y="72"/>
                    </a:lnTo>
                    <a:lnTo>
                      <a:pt x="394" y="72"/>
                    </a:lnTo>
                    <a:lnTo>
                      <a:pt x="394" y="72"/>
                    </a:lnTo>
                    <a:close/>
                    <a:moveTo>
                      <a:pt x="470" y="100"/>
                    </a:moveTo>
                    <a:lnTo>
                      <a:pt x="468" y="102"/>
                    </a:lnTo>
                    <a:lnTo>
                      <a:pt x="468" y="102"/>
                    </a:lnTo>
                    <a:lnTo>
                      <a:pt x="464" y="104"/>
                    </a:lnTo>
                    <a:lnTo>
                      <a:pt x="466" y="106"/>
                    </a:lnTo>
                    <a:lnTo>
                      <a:pt x="478" y="106"/>
                    </a:lnTo>
                    <a:lnTo>
                      <a:pt x="478" y="106"/>
                    </a:lnTo>
                    <a:lnTo>
                      <a:pt x="480" y="104"/>
                    </a:lnTo>
                    <a:lnTo>
                      <a:pt x="480" y="104"/>
                    </a:lnTo>
                    <a:lnTo>
                      <a:pt x="470" y="100"/>
                    </a:lnTo>
                    <a:lnTo>
                      <a:pt x="470" y="100"/>
                    </a:lnTo>
                    <a:close/>
                    <a:moveTo>
                      <a:pt x="142" y="126"/>
                    </a:moveTo>
                    <a:lnTo>
                      <a:pt x="142" y="126"/>
                    </a:lnTo>
                    <a:lnTo>
                      <a:pt x="140" y="130"/>
                    </a:lnTo>
                    <a:lnTo>
                      <a:pt x="138" y="134"/>
                    </a:lnTo>
                    <a:lnTo>
                      <a:pt x="138" y="134"/>
                    </a:lnTo>
                    <a:lnTo>
                      <a:pt x="144" y="136"/>
                    </a:lnTo>
                    <a:lnTo>
                      <a:pt x="144" y="136"/>
                    </a:lnTo>
                    <a:lnTo>
                      <a:pt x="144" y="138"/>
                    </a:lnTo>
                    <a:lnTo>
                      <a:pt x="144" y="142"/>
                    </a:lnTo>
                    <a:lnTo>
                      <a:pt x="144" y="142"/>
                    </a:lnTo>
                    <a:lnTo>
                      <a:pt x="146" y="144"/>
                    </a:lnTo>
                    <a:lnTo>
                      <a:pt x="150" y="146"/>
                    </a:lnTo>
                    <a:lnTo>
                      <a:pt x="150" y="146"/>
                    </a:lnTo>
                    <a:lnTo>
                      <a:pt x="152" y="150"/>
                    </a:lnTo>
                    <a:lnTo>
                      <a:pt x="154" y="148"/>
                    </a:lnTo>
                    <a:lnTo>
                      <a:pt x="154" y="148"/>
                    </a:lnTo>
                    <a:lnTo>
                      <a:pt x="152" y="138"/>
                    </a:lnTo>
                    <a:lnTo>
                      <a:pt x="148" y="132"/>
                    </a:lnTo>
                    <a:lnTo>
                      <a:pt x="148" y="132"/>
                    </a:lnTo>
                    <a:lnTo>
                      <a:pt x="146" y="128"/>
                    </a:lnTo>
                    <a:lnTo>
                      <a:pt x="142" y="126"/>
                    </a:lnTo>
                    <a:lnTo>
                      <a:pt x="142" y="126"/>
                    </a:lnTo>
                    <a:close/>
                    <a:moveTo>
                      <a:pt x="440" y="148"/>
                    </a:moveTo>
                    <a:lnTo>
                      <a:pt x="440" y="148"/>
                    </a:lnTo>
                    <a:lnTo>
                      <a:pt x="440" y="150"/>
                    </a:lnTo>
                    <a:lnTo>
                      <a:pt x="440" y="150"/>
                    </a:lnTo>
                    <a:lnTo>
                      <a:pt x="436" y="150"/>
                    </a:lnTo>
                    <a:lnTo>
                      <a:pt x="436" y="154"/>
                    </a:lnTo>
                    <a:lnTo>
                      <a:pt x="436" y="154"/>
                    </a:lnTo>
                    <a:lnTo>
                      <a:pt x="440" y="154"/>
                    </a:lnTo>
                    <a:lnTo>
                      <a:pt x="440" y="154"/>
                    </a:lnTo>
                    <a:lnTo>
                      <a:pt x="442" y="156"/>
                    </a:lnTo>
                    <a:lnTo>
                      <a:pt x="442" y="156"/>
                    </a:lnTo>
                    <a:lnTo>
                      <a:pt x="444" y="156"/>
                    </a:lnTo>
                    <a:lnTo>
                      <a:pt x="444" y="156"/>
                    </a:lnTo>
                    <a:lnTo>
                      <a:pt x="446" y="154"/>
                    </a:lnTo>
                    <a:lnTo>
                      <a:pt x="446" y="154"/>
                    </a:lnTo>
                    <a:lnTo>
                      <a:pt x="448" y="154"/>
                    </a:lnTo>
                    <a:lnTo>
                      <a:pt x="450" y="154"/>
                    </a:lnTo>
                    <a:lnTo>
                      <a:pt x="454" y="156"/>
                    </a:lnTo>
                    <a:lnTo>
                      <a:pt x="454" y="156"/>
                    </a:lnTo>
                    <a:lnTo>
                      <a:pt x="458" y="154"/>
                    </a:lnTo>
                    <a:lnTo>
                      <a:pt x="458" y="154"/>
                    </a:lnTo>
                    <a:lnTo>
                      <a:pt x="464" y="156"/>
                    </a:lnTo>
                    <a:lnTo>
                      <a:pt x="470" y="158"/>
                    </a:lnTo>
                    <a:lnTo>
                      <a:pt x="470" y="158"/>
                    </a:lnTo>
                    <a:lnTo>
                      <a:pt x="470" y="158"/>
                    </a:lnTo>
                    <a:lnTo>
                      <a:pt x="472" y="154"/>
                    </a:lnTo>
                    <a:lnTo>
                      <a:pt x="472" y="154"/>
                    </a:lnTo>
                    <a:lnTo>
                      <a:pt x="470" y="152"/>
                    </a:lnTo>
                    <a:lnTo>
                      <a:pt x="470" y="152"/>
                    </a:lnTo>
                    <a:lnTo>
                      <a:pt x="460" y="150"/>
                    </a:lnTo>
                    <a:lnTo>
                      <a:pt x="452" y="150"/>
                    </a:lnTo>
                    <a:lnTo>
                      <a:pt x="450" y="148"/>
                    </a:lnTo>
                    <a:lnTo>
                      <a:pt x="450" y="148"/>
                    </a:lnTo>
                    <a:lnTo>
                      <a:pt x="440" y="148"/>
                    </a:lnTo>
                    <a:lnTo>
                      <a:pt x="440" y="148"/>
                    </a:lnTo>
                    <a:close/>
                    <a:moveTo>
                      <a:pt x="422" y="150"/>
                    </a:moveTo>
                    <a:lnTo>
                      <a:pt x="422" y="150"/>
                    </a:lnTo>
                    <a:lnTo>
                      <a:pt x="408" y="152"/>
                    </a:lnTo>
                    <a:lnTo>
                      <a:pt x="408" y="152"/>
                    </a:lnTo>
                    <a:lnTo>
                      <a:pt x="408" y="154"/>
                    </a:lnTo>
                    <a:lnTo>
                      <a:pt x="408" y="154"/>
                    </a:lnTo>
                    <a:lnTo>
                      <a:pt x="414" y="156"/>
                    </a:lnTo>
                    <a:lnTo>
                      <a:pt x="414" y="156"/>
                    </a:lnTo>
                    <a:lnTo>
                      <a:pt x="416" y="160"/>
                    </a:lnTo>
                    <a:lnTo>
                      <a:pt x="416" y="160"/>
                    </a:lnTo>
                    <a:lnTo>
                      <a:pt x="422" y="160"/>
                    </a:lnTo>
                    <a:lnTo>
                      <a:pt x="428" y="158"/>
                    </a:lnTo>
                    <a:lnTo>
                      <a:pt x="428" y="158"/>
                    </a:lnTo>
                    <a:lnTo>
                      <a:pt x="428" y="154"/>
                    </a:lnTo>
                    <a:lnTo>
                      <a:pt x="428" y="154"/>
                    </a:lnTo>
                    <a:lnTo>
                      <a:pt x="424" y="154"/>
                    </a:lnTo>
                    <a:lnTo>
                      <a:pt x="424" y="154"/>
                    </a:lnTo>
                    <a:lnTo>
                      <a:pt x="424" y="150"/>
                    </a:lnTo>
                    <a:lnTo>
                      <a:pt x="422" y="150"/>
                    </a:lnTo>
                    <a:lnTo>
                      <a:pt x="422" y="150"/>
                    </a:lnTo>
                    <a:close/>
                    <a:moveTo>
                      <a:pt x="374" y="174"/>
                    </a:moveTo>
                    <a:lnTo>
                      <a:pt x="374" y="174"/>
                    </a:lnTo>
                    <a:lnTo>
                      <a:pt x="372" y="176"/>
                    </a:lnTo>
                    <a:lnTo>
                      <a:pt x="372" y="176"/>
                    </a:lnTo>
                    <a:lnTo>
                      <a:pt x="372" y="176"/>
                    </a:lnTo>
                    <a:lnTo>
                      <a:pt x="372" y="182"/>
                    </a:lnTo>
                    <a:lnTo>
                      <a:pt x="372" y="182"/>
                    </a:lnTo>
                    <a:lnTo>
                      <a:pt x="370" y="184"/>
                    </a:lnTo>
                    <a:lnTo>
                      <a:pt x="370" y="184"/>
                    </a:lnTo>
                    <a:lnTo>
                      <a:pt x="370" y="182"/>
                    </a:lnTo>
                    <a:lnTo>
                      <a:pt x="370" y="182"/>
                    </a:lnTo>
                    <a:lnTo>
                      <a:pt x="368" y="180"/>
                    </a:lnTo>
                    <a:lnTo>
                      <a:pt x="368" y="180"/>
                    </a:lnTo>
                    <a:lnTo>
                      <a:pt x="368" y="180"/>
                    </a:lnTo>
                    <a:lnTo>
                      <a:pt x="366" y="180"/>
                    </a:lnTo>
                    <a:lnTo>
                      <a:pt x="366" y="180"/>
                    </a:lnTo>
                    <a:lnTo>
                      <a:pt x="364" y="184"/>
                    </a:lnTo>
                    <a:lnTo>
                      <a:pt x="364" y="186"/>
                    </a:lnTo>
                    <a:lnTo>
                      <a:pt x="364" y="186"/>
                    </a:lnTo>
                    <a:lnTo>
                      <a:pt x="368" y="188"/>
                    </a:lnTo>
                    <a:lnTo>
                      <a:pt x="370" y="192"/>
                    </a:lnTo>
                    <a:lnTo>
                      <a:pt x="370" y="192"/>
                    </a:lnTo>
                    <a:lnTo>
                      <a:pt x="374" y="192"/>
                    </a:lnTo>
                    <a:lnTo>
                      <a:pt x="374" y="192"/>
                    </a:lnTo>
                    <a:lnTo>
                      <a:pt x="378" y="188"/>
                    </a:lnTo>
                    <a:lnTo>
                      <a:pt x="378" y="188"/>
                    </a:lnTo>
                    <a:lnTo>
                      <a:pt x="374" y="184"/>
                    </a:lnTo>
                    <a:lnTo>
                      <a:pt x="374" y="184"/>
                    </a:lnTo>
                    <a:lnTo>
                      <a:pt x="374" y="180"/>
                    </a:lnTo>
                    <a:lnTo>
                      <a:pt x="376" y="178"/>
                    </a:lnTo>
                    <a:lnTo>
                      <a:pt x="376" y="176"/>
                    </a:lnTo>
                    <a:lnTo>
                      <a:pt x="374" y="174"/>
                    </a:lnTo>
                    <a:lnTo>
                      <a:pt x="374" y="174"/>
                    </a:lnTo>
                    <a:close/>
                    <a:moveTo>
                      <a:pt x="158" y="190"/>
                    </a:moveTo>
                    <a:lnTo>
                      <a:pt x="156" y="192"/>
                    </a:lnTo>
                    <a:lnTo>
                      <a:pt x="156" y="192"/>
                    </a:lnTo>
                    <a:lnTo>
                      <a:pt x="140" y="190"/>
                    </a:lnTo>
                    <a:lnTo>
                      <a:pt x="140" y="190"/>
                    </a:lnTo>
                    <a:lnTo>
                      <a:pt x="138" y="200"/>
                    </a:lnTo>
                    <a:lnTo>
                      <a:pt x="134" y="206"/>
                    </a:lnTo>
                    <a:lnTo>
                      <a:pt x="134" y="206"/>
                    </a:lnTo>
                    <a:lnTo>
                      <a:pt x="134" y="208"/>
                    </a:lnTo>
                    <a:lnTo>
                      <a:pt x="134" y="208"/>
                    </a:lnTo>
                    <a:lnTo>
                      <a:pt x="148" y="208"/>
                    </a:lnTo>
                    <a:lnTo>
                      <a:pt x="148" y="208"/>
                    </a:lnTo>
                    <a:lnTo>
                      <a:pt x="148" y="210"/>
                    </a:lnTo>
                    <a:lnTo>
                      <a:pt x="146" y="212"/>
                    </a:lnTo>
                    <a:lnTo>
                      <a:pt x="146" y="212"/>
                    </a:lnTo>
                    <a:lnTo>
                      <a:pt x="146" y="216"/>
                    </a:lnTo>
                    <a:lnTo>
                      <a:pt x="146" y="216"/>
                    </a:lnTo>
                    <a:lnTo>
                      <a:pt x="156" y="216"/>
                    </a:lnTo>
                    <a:lnTo>
                      <a:pt x="164" y="218"/>
                    </a:lnTo>
                    <a:lnTo>
                      <a:pt x="164" y="218"/>
                    </a:lnTo>
                    <a:lnTo>
                      <a:pt x="168" y="222"/>
                    </a:lnTo>
                    <a:lnTo>
                      <a:pt x="188" y="222"/>
                    </a:lnTo>
                    <a:lnTo>
                      <a:pt x="188" y="222"/>
                    </a:lnTo>
                    <a:lnTo>
                      <a:pt x="190" y="220"/>
                    </a:lnTo>
                    <a:lnTo>
                      <a:pt x="194" y="222"/>
                    </a:lnTo>
                    <a:lnTo>
                      <a:pt x="194" y="222"/>
                    </a:lnTo>
                    <a:lnTo>
                      <a:pt x="208" y="226"/>
                    </a:lnTo>
                    <a:lnTo>
                      <a:pt x="208" y="226"/>
                    </a:lnTo>
                    <a:lnTo>
                      <a:pt x="214" y="230"/>
                    </a:lnTo>
                    <a:lnTo>
                      <a:pt x="214" y="230"/>
                    </a:lnTo>
                    <a:lnTo>
                      <a:pt x="218" y="230"/>
                    </a:lnTo>
                    <a:lnTo>
                      <a:pt x="224" y="228"/>
                    </a:lnTo>
                    <a:lnTo>
                      <a:pt x="224" y="228"/>
                    </a:lnTo>
                    <a:lnTo>
                      <a:pt x="228" y="232"/>
                    </a:lnTo>
                    <a:lnTo>
                      <a:pt x="232" y="232"/>
                    </a:lnTo>
                    <a:lnTo>
                      <a:pt x="236" y="232"/>
                    </a:lnTo>
                    <a:lnTo>
                      <a:pt x="236" y="232"/>
                    </a:lnTo>
                    <a:lnTo>
                      <a:pt x="238" y="232"/>
                    </a:lnTo>
                    <a:lnTo>
                      <a:pt x="242" y="230"/>
                    </a:lnTo>
                    <a:lnTo>
                      <a:pt x="242" y="230"/>
                    </a:lnTo>
                    <a:lnTo>
                      <a:pt x="246" y="234"/>
                    </a:lnTo>
                    <a:lnTo>
                      <a:pt x="246" y="236"/>
                    </a:lnTo>
                    <a:lnTo>
                      <a:pt x="246" y="236"/>
                    </a:lnTo>
                    <a:lnTo>
                      <a:pt x="252" y="238"/>
                    </a:lnTo>
                    <a:lnTo>
                      <a:pt x="258" y="238"/>
                    </a:lnTo>
                    <a:lnTo>
                      <a:pt x="258" y="238"/>
                    </a:lnTo>
                    <a:lnTo>
                      <a:pt x="262" y="242"/>
                    </a:lnTo>
                    <a:lnTo>
                      <a:pt x="262" y="242"/>
                    </a:lnTo>
                    <a:lnTo>
                      <a:pt x="260" y="232"/>
                    </a:lnTo>
                    <a:lnTo>
                      <a:pt x="260" y="232"/>
                    </a:lnTo>
                    <a:lnTo>
                      <a:pt x="256" y="230"/>
                    </a:lnTo>
                    <a:lnTo>
                      <a:pt x="256" y="230"/>
                    </a:lnTo>
                    <a:lnTo>
                      <a:pt x="258" y="222"/>
                    </a:lnTo>
                    <a:lnTo>
                      <a:pt x="258" y="222"/>
                    </a:lnTo>
                    <a:lnTo>
                      <a:pt x="248" y="218"/>
                    </a:lnTo>
                    <a:lnTo>
                      <a:pt x="236" y="218"/>
                    </a:lnTo>
                    <a:lnTo>
                      <a:pt x="236" y="218"/>
                    </a:lnTo>
                    <a:lnTo>
                      <a:pt x="236" y="210"/>
                    </a:lnTo>
                    <a:lnTo>
                      <a:pt x="236" y="210"/>
                    </a:lnTo>
                    <a:lnTo>
                      <a:pt x="234" y="208"/>
                    </a:lnTo>
                    <a:lnTo>
                      <a:pt x="234" y="208"/>
                    </a:lnTo>
                    <a:lnTo>
                      <a:pt x="234" y="202"/>
                    </a:lnTo>
                    <a:lnTo>
                      <a:pt x="234" y="202"/>
                    </a:lnTo>
                    <a:lnTo>
                      <a:pt x="226" y="204"/>
                    </a:lnTo>
                    <a:lnTo>
                      <a:pt x="226" y="204"/>
                    </a:lnTo>
                    <a:lnTo>
                      <a:pt x="226" y="202"/>
                    </a:lnTo>
                    <a:lnTo>
                      <a:pt x="226" y="202"/>
                    </a:lnTo>
                    <a:lnTo>
                      <a:pt x="222" y="202"/>
                    </a:lnTo>
                    <a:lnTo>
                      <a:pt x="218" y="198"/>
                    </a:lnTo>
                    <a:lnTo>
                      <a:pt x="218" y="198"/>
                    </a:lnTo>
                    <a:lnTo>
                      <a:pt x="214" y="198"/>
                    </a:lnTo>
                    <a:lnTo>
                      <a:pt x="208" y="196"/>
                    </a:lnTo>
                    <a:lnTo>
                      <a:pt x="208" y="196"/>
                    </a:lnTo>
                    <a:lnTo>
                      <a:pt x="206" y="202"/>
                    </a:lnTo>
                    <a:lnTo>
                      <a:pt x="206" y="202"/>
                    </a:lnTo>
                    <a:lnTo>
                      <a:pt x="192" y="202"/>
                    </a:lnTo>
                    <a:lnTo>
                      <a:pt x="188" y="200"/>
                    </a:lnTo>
                    <a:lnTo>
                      <a:pt x="188" y="200"/>
                    </a:lnTo>
                    <a:lnTo>
                      <a:pt x="180" y="198"/>
                    </a:lnTo>
                    <a:lnTo>
                      <a:pt x="176" y="192"/>
                    </a:lnTo>
                    <a:lnTo>
                      <a:pt x="176" y="192"/>
                    </a:lnTo>
                    <a:lnTo>
                      <a:pt x="166" y="192"/>
                    </a:lnTo>
                    <a:lnTo>
                      <a:pt x="166" y="190"/>
                    </a:lnTo>
                    <a:lnTo>
                      <a:pt x="166" y="190"/>
                    </a:lnTo>
                    <a:lnTo>
                      <a:pt x="158" y="190"/>
                    </a:lnTo>
                    <a:lnTo>
                      <a:pt x="158" y="190"/>
                    </a:lnTo>
                    <a:close/>
                    <a:moveTo>
                      <a:pt x="518" y="196"/>
                    </a:moveTo>
                    <a:lnTo>
                      <a:pt x="518" y="196"/>
                    </a:lnTo>
                    <a:lnTo>
                      <a:pt x="518" y="198"/>
                    </a:lnTo>
                    <a:lnTo>
                      <a:pt x="518" y="198"/>
                    </a:lnTo>
                    <a:lnTo>
                      <a:pt x="518" y="198"/>
                    </a:lnTo>
                    <a:lnTo>
                      <a:pt x="520" y="200"/>
                    </a:lnTo>
                    <a:lnTo>
                      <a:pt x="520" y="202"/>
                    </a:lnTo>
                    <a:lnTo>
                      <a:pt x="520" y="210"/>
                    </a:lnTo>
                    <a:lnTo>
                      <a:pt x="520" y="210"/>
                    </a:lnTo>
                    <a:lnTo>
                      <a:pt x="516" y="212"/>
                    </a:lnTo>
                    <a:lnTo>
                      <a:pt x="516" y="212"/>
                    </a:lnTo>
                    <a:lnTo>
                      <a:pt x="518" y="216"/>
                    </a:lnTo>
                    <a:lnTo>
                      <a:pt x="518" y="216"/>
                    </a:lnTo>
                    <a:lnTo>
                      <a:pt x="518" y="218"/>
                    </a:lnTo>
                    <a:lnTo>
                      <a:pt x="518" y="218"/>
                    </a:lnTo>
                    <a:lnTo>
                      <a:pt x="520" y="220"/>
                    </a:lnTo>
                    <a:lnTo>
                      <a:pt x="520" y="220"/>
                    </a:lnTo>
                    <a:lnTo>
                      <a:pt x="522" y="212"/>
                    </a:lnTo>
                    <a:lnTo>
                      <a:pt x="526" y="210"/>
                    </a:lnTo>
                    <a:lnTo>
                      <a:pt x="526" y="210"/>
                    </a:lnTo>
                    <a:lnTo>
                      <a:pt x="526" y="206"/>
                    </a:lnTo>
                    <a:lnTo>
                      <a:pt x="526" y="206"/>
                    </a:lnTo>
                    <a:lnTo>
                      <a:pt x="524" y="206"/>
                    </a:lnTo>
                    <a:lnTo>
                      <a:pt x="526" y="204"/>
                    </a:lnTo>
                    <a:lnTo>
                      <a:pt x="526" y="200"/>
                    </a:lnTo>
                    <a:lnTo>
                      <a:pt x="524" y="198"/>
                    </a:lnTo>
                    <a:lnTo>
                      <a:pt x="524" y="198"/>
                    </a:lnTo>
                    <a:lnTo>
                      <a:pt x="522" y="196"/>
                    </a:lnTo>
                    <a:lnTo>
                      <a:pt x="518" y="196"/>
                    </a:lnTo>
                    <a:lnTo>
                      <a:pt x="518" y="196"/>
                    </a:lnTo>
                    <a:close/>
                    <a:moveTo>
                      <a:pt x="262" y="230"/>
                    </a:moveTo>
                    <a:lnTo>
                      <a:pt x="262" y="230"/>
                    </a:lnTo>
                    <a:lnTo>
                      <a:pt x="262" y="236"/>
                    </a:lnTo>
                    <a:lnTo>
                      <a:pt x="262" y="236"/>
                    </a:lnTo>
                    <a:lnTo>
                      <a:pt x="262" y="236"/>
                    </a:lnTo>
                    <a:lnTo>
                      <a:pt x="264" y="236"/>
                    </a:lnTo>
                    <a:lnTo>
                      <a:pt x="264" y="236"/>
                    </a:lnTo>
                    <a:lnTo>
                      <a:pt x="266" y="240"/>
                    </a:lnTo>
                    <a:lnTo>
                      <a:pt x="266" y="244"/>
                    </a:lnTo>
                    <a:lnTo>
                      <a:pt x="266" y="244"/>
                    </a:lnTo>
                    <a:lnTo>
                      <a:pt x="268" y="242"/>
                    </a:lnTo>
                    <a:lnTo>
                      <a:pt x="268" y="242"/>
                    </a:lnTo>
                    <a:lnTo>
                      <a:pt x="268" y="242"/>
                    </a:lnTo>
                    <a:lnTo>
                      <a:pt x="272" y="236"/>
                    </a:lnTo>
                    <a:lnTo>
                      <a:pt x="272" y="236"/>
                    </a:lnTo>
                    <a:lnTo>
                      <a:pt x="272" y="234"/>
                    </a:lnTo>
                    <a:lnTo>
                      <a:pt x="272" y="232"/>
                    </a:lnTo>
                    <a:lnTo>
                      <a:pt x="272" y="232"/>
                    </a:lnTo>
                    <a:lnTo>
                      <a:pt x="266" y="232"/>
                    </a:lnTo>
                    <a:lnTo>
                      <a:pt x="262" y="230"/>
                    </a:lnTo>
                    <a:lnTo>
                      <a:pt x="262" y="230"/>
                    </a:lnTo>
                    <a:close/>
                    <a:moveTo>
                      <a:pt x="408" y="234"/>
                    </a:moveTo>
                    <a:lnTo>
                      <a:pt x="408" y="234"/>
                    </a:lnTo>
                    <a:lnTo>
                      <a:pt x="406" y="238"/>
                    </a:lnTo>
                    <a:lnTo>
                      <a:pt x="420" y="238"/>
                    </a:lnTo>
                    <a:lnTo>
                      <a:pt x="420" y="238"/>
                    </a:lnTo>
                    <a:lnTo>
                      <a:pt x="418" y="234"/>
                    </a:lnTo>
                    <a:lnTo>
                      <a:pt x="418" y="234"/>
                    </a:lnTo>
                    <a:lnTo>
                      <a:pt x="408" y="234"/>
                    </a:lnTo>
                    <a:lnTo>
                      <a:pt x="408" y="234"/>
                    </a:lnTo>
                    <a:close/>
                    <a:moveTo>
                      <a:pt x="282" y="238"/>
                    </a:moveTo>
                    <a:lnTo>
                      <a:pt x="282" y="238"/>
                    </a:lnTo>
                    <a:lnTo>
                      <a:pt x="278" y="246"/>
                    </a:lnTo>
                    <a:lnTo>
                      <a:pt x="278" y="246"/>
                    </a:lnTo>
                    <a:lnTo>
                      <a:pt x="286" y="246"/>
                    </a:lnTo>
                    <a:lnTo>
                      <a:pt x="286" y="238"/>
                    </a:lnTo>
                    <a:lnTo>
                      <a:pt x="286" y="238"/>
                    </a:lnTo>
                    <a:lnTo>
                      <a:pt x="282" y="238"/>
                    </a:lnTo>
                    <a:lnTo>
                      <a:pt x="282" y="238"/>
                    </a:lnTo>
                    <a:close/>
                    <a:moveTo>
                      <a:pt x="300" y="238"/>
                    </a:moveTo>
                    <a:lnTo>
                      <a:pt x="300" y="238"/>
                    </a:lnTo>
                    <a:lnTo>
                      <a:pt x="300" y="244"/>
                    </a:lnTo>
                    <a:lnTo>
                      <a:pt x="300" y="244"/>
                    </a:lnTo>
                    <a:lnTo>
                      <a:pt x="304" y="244"/>
                    </a:lnTo>
                    <a:lnTo>
                      <a:pt x="304" y="244"/>
                    </a:lnTo>
                    <a:lnTo>
                      <a:pt x="302" y="244"/>
                    </a:lnTo>
                    <a:lnTo>
                      <a:pt x="304" y="246"/>
                    </a:lnTo>
                    <a:lnTo>
                      <a:pt x="302" y="248"/>
                    </a:lnTo>
                    <a:lnTo>
                      <a:pt x="298" y="248"/>
                    </a:lnTo>
                    <a:lnTo>
                      <a:pt x="298" y="248"/>
                    </a:lnTo>
                    <a:lnTo>
                      <a:pt x="294" y="246"/>
                    </a:lnTo>
                    <a:lnTo>
                      <a:pt x="292" y="244"/>
                    </a:lnTo>
                    <a:lnTo>
                      <a:pt x="292" y="244"/>
                    </a:lnTo>
                    <a:lnTo>
                      <a:pt x="290" y="244"/>
                    </a:lnTo>
                    <a:lnTo>
                      <a:pt x="290" y="244"/>
                    </a:lnTo>
                    <a:lnTo>
                      <a:pt x="290" y="244"/>
                    </a:lnTo>
                    <a:lnTo>
                      <a:pt x="286" y="254"/>
                    </a:lnTo>
                    <a:lnTo>
                      <a:pt x="286" y="254"/>
                    </a:lnTo>
                    <a:lnTo>
                      <a:pt x="294" y="252"/>
                    </a:lnTo>
                    <a:lnTo>
                      <a:pt x="294" y="252"/>
                    </a:lnTo>
                    <a:lnTo>
                      <a:pt x="294" y="254"/>
                    </a:lnTo>
                    <a:lnTo>
                      <a:pt x="298" y="254"/>
                    </a:lnTo>
                    <a:lnTo>
                      <a:pt x="300" y="252"/>
                    </a:lnTo>
                    <a:lnTo>
                      <a:pt x="300" y="252"/>
                    </a:lnTo>
                    <a:lnTo>
                      <a:pt x="310" y="250"/>
                    </a:lnTo>
                    <a:lnTo>
                      <a:pt x="318" y="250"/>
                    </a:lnTo>
                    <a:lnTo>
                      <a:pt x="318" y="250"/>
                    </a:lnTo>
                    <a:lnTo>
                      <a:pt x="316" y="244"/>
                    </a:lnTo>
                    <a:lnTo>
                      <a:pt x="316" y="244"/>
                    </a:lnTo>
                    <a:lnTo>
                      <a:pt x="308" y="242"/>
                    </a:lnTo>
                    <a:lnTo>
                      <a:pt x="300" y="238"/>
                    </a:lnTo>
                    <a:lnTo>
                      <a:pt x="300" y="238"/>
                    </a:lnTo>
                    <a:close/>
                    <a:moveTo>
                      <a:pt x="332" y="242"/>
                    </a:moveTo>
                    <a:lnTo>
                      <a:pt x="332" y="242"/>
                    </a:lnTo>
                    <a:lnTo>
                      <a:pt x="326" y="244"/>
                    </a:lnTo>
                    <a:lnTo>
                      <a:pt x="326" y="244"/>
                    </a:lnTo>
                    <a:lnTo>
                      <a:pt x="326" y="246"/>
                    </a:lnTo>
                    <a:lnTo>
                      <a:pt x="328" y="248"/>
                    </a:lnTo>
                    <a:lnTo>
                      <a:pt x="328" y="248"/>
                    </a:lnTo>
                    <a:lnTo>
                      <a:pt x="338" y="250"/>
                    </a:lnTo>
                    <a:lnTo>
                      <a:pt x="348" y="250"/>
                    </a:lnTo>
                    <a:lnTo>
                      <a:pt x="348" y="252"/>
                    </a:lnTo>
                    <a:lnTo>
                      <a:pt x="348" y="252"/>
                    </a:lnTo>
                    <a:lnTo>
                      <a:pt x="352" y="252"/>
                    </a:lnTo>
                    <a:lnTo>
                      <a:pt x="358" y="250"/>
                    </a:lnTo>
                    <a:lnTo>
                      <a:pt x="362" y="248"/>
                    </a:lnTo>
                    <a:lnTo>
                      <a:pt x="366" y="248"/>
                    </a:lnTo>
                    <a:lnTo>
                      <a:pt x="366" y="248"/>
                    </a:lnTo>
                    <a:lnTo>
                      <a:pt x="368" y="250"/>
                    </a:lnTo>
                    <a:lnTo>
                      <a:pt x="368" y="250"/>
                    </a:lnTo>
                    <a:lnTo>
                      <a:pt x="370" y="246"/>
                    </a:lnTo>
                    <a:lnTo>
                      <a:pt x="370" y="246"/>
                    </a:lnTo>
                    <a:lnTo>
                      <a:pt x="368" y="244"/>
                    </a:lnTo>
                    <a:lnTo>
                      <a:pt x="364" y="244"/>
                    </a:lnTo>
                    <a:lnTo>
                      <a:pt x="364" y="244"/>
                    </a:lnTo>
                    <a:lnTo>
                      <a:pt x="360" y="244"/>
                    </a:lnTo>
                    <a:lnTo>
                      <a:pt x="356" y="246"/>
                    </a:lnTo>
                    <a:lnTo>
                      <a:pt x="356" y="246"/>
                    </a:lnTo>
                    <a:lnTo>
                      <a:pt x="352" y="242"/>
                    </a:lnTo>
                    <a:lnTo>
                      <a:pt x="352" y="242"/>
                    </a:lnTo>
                    <a:lnTo>
                      <a:pt x="348" y="242"/>
                    </a:lnTo>
                    <a:lnTo>
                      <a:pt x="344" y="244"/>
                    </a:lnTo>
                    <a:lnTo>
                      <a:pt x="344" y="244"/>
                    </a:lnTo>
                    <a:lnTo>
                      <a:pt x="338" y="242"/>
                    </a:lnTo>
                    <a:lnTo>
                      <a:pt x="332" y="242"/>
                    </a:lnTo>
                    <a:lnTo>
                      <a:pt x="332" y="242"/>
                    </a:lnTo>
                    <a:close/>
                    <a:moveTo>
                      <a:pt x="420" y="244"/>
                    </a:moveTo>
                    <a:lnTo>
                      <a:pt x="416" y="246"/>
                    </a:lnTo>
                    <a:lnTo>
                      <a:pt x="416" y="246"/>
                    </a:lnTo>
                    <a:lnTo>
                      <a:pt x="410" y="246"/>
                    </a:lnTo>
                    <a:lnTo>
                      <a:pt x="410" y="246"/>
                    </a:lnTo>
                    <a:lnTo>
                      <a:pt x="408" y="250"/>
                    </a:lnTo>
                    <a:lnTo>
                      <a:pt x="408" y="250"/>
                    </a:lnTo>
                    <a:lnTo>
                      <a:pt x="400" y="250"/>
                    </a:lnTo>
                    <a:lnTo>
                      <a:pt x="398" y="250"/>
                    </a:lnTo>
                    <a:lnTo>
                      <a:pt x="394" y="250"/>
                    </a:lnTo>
                    <a:lnTo>
                      <a:pt x="394" y="250"/>
                    </a:lnTo>
                    <a:lnTo>
                      <a:pt x="394" y="252"/>
                    </a:lnTo>
                    <a:lnTo>
                      <a:pt x="394" y="256"/>
                    </a:lnTo>
                    <a:lnTo>
                      <a:pt x="394" y="256"/>
                    </a:lnTo>
                    <a:lnTo>
                      <a:pt x="390" y="256"/>
                    </a:lnTo>
                    <a:lnTo>
                      <a:pt x="386" y="258"/>
                    </a:lnTo>
                    <a:lnTo>
                      <a:pt x="386" y="258"/>
                    </a:lnTo>
                    <a:lnTo>
                      <a:pt x="386" y="262"/>
                    </a:lnTo>
                    <a:lnTo>
                      <a:pt x="386" y="262"/>
                    </a:lnTo>
                    <a:lnTo>
                      <a:pt x="374" y="268"/>
                    </a:lnTo>
                    <a:lnTo>
                      <a:pt x="374" y="268"/>
                    </a:lnTo>
                    <a:lnTo>
                      <a:pt x="376" y="274"/>
                    </a:lnTo>
                    <a:lnTo>
                      <a:pt x="376" y="274"/>
                    </a:lnTo>
                    <a:lnTo>
                      <a:pt x="370" y="276"/>
                    </a:lnTo>
                    <a:lnTo>
                      <a:pt x="364" y="278"/>
                    </a:lnTo>
                    <a:lnTo>
                      <a:pt x="364" y="278"/>
                    </a:lnTo>
                    <a:lnTo>
                      <a:pt x="362" y="280"/>
                    </a:lnTo>
                    <a:lnTo>
                      <a:pt x="362" y="282"/>
                    </a:lnTo>
                    <a:lnTo>
                      <a:pt x="362" y="282"/>
                    </a:lnTo>
                    <a:lnTo>
                      <a:pt x="364" y="284"/>
                    </a:lnTo>
                    <a:lnTo>
                      <a:pt x="364" y="284"/>
                    </a:lnTo>
                    <a:lnTo>
                      <a:pt x="370" y="284"/>
                    </a:lnTo>
                    <a:lnTo>
                      <a:pt x="374" y="282"/>
                    </a:lnTo>
                    <a:lnTo>
                      <a:pt x="374" y="282"/>
                    </a:lnTo>
                    <a:lnTo>
                      <a:pt x="374" y="280"/>
                    </a:lnTo>
                    <a:lnTo>
                      <a:pt x="374" y="280"/>
                    </a:lnTo>
                    <a:lnTo>
                      <a:pt x="380" y="274"/>
                    </a:lnTo>
                    <a:lnTo>
                      <a:pt x="380" y="274"/>
                    </a:lnTo>
                    <a:lnTo>
                      <a:pt x="386" y="274"/>
                    </a:lnTo>
                    <a:lnTo>
                      <a:pt x="392" y="272"/>
                    </a:lnTo>
                    <a:lnTo>
                      <a:pt x="392" y="272"/>
                    </a:lnTo>
                    <a:lnTo>
                      <a:pt x="396" y="268"/>
                    </a:lnTo>
                    <a:lnTo>
                      <a:pt x="398" y="264"/>
                    </a:lnTo>
                    <a:lnTo>
                      <a:pt x="398" y="264"/>
                    </a:lnTo>
                    <a:lnTo>
                      <a:pt x="402" y="264"/>
                    </a:lnTo>
                    <a:lnTo>
                      <a:pt x="402" y="264"/>
                    </a:lnTo>
                    <a:lnTo>
                      <a:pt x="402" y="262"/>
                    </a:lnTo>
                    <a:lnTo>
                      <a:pt x="402" y="260"/>
                    </a:lnTo>
                    <a:lnTo>
                      <a:pt x="402" y="260"/>
                    </a:lnTo>
                    <a:lnTo>
                      <a:pt x="406" y="260"/>
                    </a:lnTo>
                    <a:lnTo>
                      <a:pt x="408" y="258"/>
                    </a:lnTo>
                    <a:lnTo>
                      <a:pt x="408" y="258"/>
                    </a:lnTo>
                    <a:lnTo>
                      <a:pt x="410" y="254"/>
                    </a:lnTo>
                    <a:lnTo>
                      <a:pt x="410" y="254"/>
                    </a:lnTo>
                    <a:lnTo>
                      <a:pt x="414" y="254"/>
                    </a:lnTo>
                    <a:lnTo>
                      <a:pt x="418" y="252"/>
                    </a:lnTo>
                    <a:lnTo>
                      <a:pt x="418" y="252"/>
                    </a:lnTo>
                    <a:lnTo>
                      <a:pt x="420" y="250"/>
                    </a:lnTo>
                    <a:lnTo>
                      <a:pt x="420" y="250"/>
                    </a:lnTo>
                    <a:lnTo>
                      <a:pt x="424" y="246"/>
                    </a:lnTo>
                    <a:lnTo>
                      <a:pt x="424" y="244"/>
                    </a:lnTo>
                    <a:lnTo>
                      <a:pt x="420" y="244"/>
                    </a:lnTo>
                    <a:lnTo>
                      <a:pt x="420" y="244"/>
                    </a:lnTo>
                    <a:close/>
                    <a:moveTo>
                      <a:pt x="320" y="262"/>
                    </a:moveTo>
                    <a:lnTo>
                      <a:pt x="318" y="268"/>
                    </a:lnTo>
                    <a:lnTo>
                      <a:pt x="318" y="268"/>
                    </a:lnTo>
                    <a:lnTo>
                      <a:pt x="328" y="272"/>
                    </a:lnTo>
                    <a:lnTo>
                      <a:pt x="334" y="274"/>
                    </a:lnTo>
                    <a:lnTo>
                      <a:pt x="340" y="276"/>
                    </a:lnTo>
                    <a:lnTo>
                      <a:pt x="340" y="276"/>
                    </a:lnTo>
                    <a:lnTo>
                      <a:pt x="340" y="272"/>
                    </a:lnTo>
                    <a:lnTo>
                      <a:pt x="340" y="270"/>
                    </a:lnTo>
                    <a:lnTo>
                      <a:pt x="340" y="270"/>
                    </a:lnTo>
                    <a:lnTo>
                      <a:pt x="338" y="268"/>
                    </a:lnTo>
                    <a:lnTo>
                      <a:pt x="338" y="268"/>
                    </a:lnTo>
                    <a:lnTo>
                      <a:pt x="320" y="262"/>
                    </a:lnTo>
                    <a:lnTo>
                      <a:pt x="320" y="262"/>
                    </a:lnTo>
                    <a:close/>
                    <a:moveTo>
                      <a:pt x="196" y="64"/>
                    </a:moveTo>
                    <a:lnTo>
                      <a:pt x="196" y="64"/>
                    </a:lnTo>
                    <a:lnTo>
                      <a:pt x="196" y="62"/>
                    </a:lnTo>
                    <a:lnTo>
                      <a:pt x="196" y="62"/>
                    </a:lnTo>
                    <a:lnTo>
                      <a:pt x="192" y="62"/>
                    </a:lnTo>
                    <a:lnTo>
                      <a:pt x="192" y="62"/>
                    </a:lnTo>
                    <a:lnTo>
                      <a:pt x="192" y="68"/>
                    </a:lnTo>
                    <a:lnTo>
                      <a:pt x="192" y="68"/>
                    </a:lnTo>
                    <a:lnTo>
                      <a:pt x="188" y="70"/>
                    </a:lnTo>
                    <a:lnTo>
                      <a:pt x="188" y="70"/>
                    </a:lnTo>
                    <a:lnTo>
                      <a:pt x="186" y="74"/>
                    </a:lnTo>
                    <a:lnTo>
                      <a:pt x="184" y="78"/>
                    </a:lnTo>
                    <a:lnTo>
                      <a:pt x="182" y="80"/>
                    </a:lnTo>
                    <a:lnTo>
                      <a:pt x="182" y="80"/>
                    </a:lnTo>
                    <a:lnTo>
                      <a:pt x="182" y="94"/>
                    </a:lnTo>
                    <a:lnTo>
                      <a:pt x="182" y="94"/>
                    </a:lnTo>
                    <a:lnTo>
                      <a:pt x="186" y="96"/>
                    </a:lnTo>
                    <a:lnTo>
                      <a:pt x="188" y="100"/>
                    </a:lnTo>
                    <a:lnTo>
                      <a:pt x="188" y="100"/>
                    </a:lnTo>
                    <a:lnTo>
                      <a:pt x="186" y="102"/>
                    </a:lnTo>
                    <a:lnTo>
                      <a:pt x="186" y="106"/>
                    </a:lnTo>
                    <a:lnTo>
                      <a:pt x="186" y="106"/>
                    </a:lnTo>
                    <a:lnTo>
                      <a:pt x="190" y="108"/>
                    </a:lnTo>
                    <a:lnTo>
                      <a:pt x="190" y="108"/>
                    </a:lnTo>
                    <a:lnTo>
                      <a:pt x="188" y="112"/>
                    </a:lnTo>
                    <a:lnTo>
                      <a:pt x="188" y="114"/>
                    </a:lnTo>
                    <a:lnTo>
                      <a:pt x="188" y="114"/>
                    </a:lnTo>
                    <a:lnTo>
                      <a:pt x="192" y="114"/>
                    </a:lnTo>
                    <a:lnTo>
                      <a:pt x="192" y="114"/>
                    </a:lnTo>
                    <a:lnTo>
                      <a:pt x="190" y="120"/>
                    </a:lnTo>
                    <a:lnTo>
                      <a:pt x="190" y="120"/>
                    </a:lnTo>
                    <a:lnTo>
                      <a:pt x="192" y="120"/>
                    </a:lnTo>
                    <a:lnTo>
                      <a:pt x="192" y="120"/>
                    </a:lnTo>
                    <a:lnTo>
                      <a:pt x="196" y="118"/>
                    </a:lnTo>
                    <a:lnTo>
                      <a:pt x="196" y="118"/>
                    </a:lnTo>
                    <a:lnTo>
                      <a:pt x="198" y="118"/>
                    </a:lnTo>
                    <a:lnTo>
                      <a:pt x="198" y="118"/>
                    </a:lnTo>
                    <a:lnTo>
                      <a:pt x="198" y="118"/>
                    </a:lnTo>
                    <a:lnTo>
                      <a:pt x="202" y="136"/>
                    </a:lnTo>
                    <a:lnTo>
                      <a:pt x="202" y="136"/>
                    </a:lnTo>
                    <a:lnTo>
                      <a:pt x="204" y="140"/>
                    </a:lnTo>
                    <a:lnTo>
                      <a:pt x="204" y="140"/>
                    </a:lnTo>
                    <a:lnTo>
                      <a:pt x="206" y="148"/>
                    </a:lnTo>
                    <a:lnTo>
                      <a:pt x="206" y="148"/>
                    </a:lnTo>
                    <a:lnTo>
                      <a:pt x="210" y="148"/>
                    </a:lnTo>
                    <a:lnTo>
                      <a:pt x="216" y="150"/>
                    </a:lnTo>
                    <a:lnTo>
                      <a:pt x="216" y="150"/>
                    </a:lnTo>
                    <a:lnTo>
                      <a:pt x="218" y="148"/>
                    </a:lnTo>
                    <a:lnTo>
                      <a:pt x="218" y="146"/>
                    </a:lnTo>
                    <a:lnTo>
                      <a:pt x="222" y="146"/>
                    </a:lnTo>
                    <a:lnTo>
                      <a:pt x="222" y="148"/>
                    </a:lnTo>
                    <a:lnTo>
                      <a:pt x="222" y="148"/>
                    </a:lnTo>
                    <a:lnTo>
                      <a:pt x="226" y="148"/>
                    </a:lnTo>
                    <a:lnTo>
                      <a:pt x="226" y="148"/>
                    </a:lnTo>
                    <a:lnTo>
                      <a:pt x="226" y="154"/>
                    </a:lnTo>
                    <a:lnTo>
                      <a:pt x="226" y="154"/>
                    </a:lnTo>
                    <a:lnTo>
                      <a:pt x="228" y="154"/>
                    </a:lnTo>
                    <a:lnTo>
                      <a:pt x="230" y="154"/>
                    </a:lnTo>
                    <a:lnTo>
                      <a:pt x="230" y="154"/>
                    </a:lnTo>
                    <a:lnTo>
                      <a:pt x="240" y="154"/>
                    </a:lnTo>
                    <a:lnTo>
                      <a:pt x="242" y="150"/>
                    </a:lnTo>
                    <a:lnTo>
                      <a:pt x="242" y="150"/>
                    </a:lnTo>
                    <a:lnTo>
                      <a:pt x="244" y="150"/>
                    </a:lnTo>
                    <a:lnTo>
                      <a:pt x="244" y="150"/>
                    </a:lnTo>
                    <a:lnTo>
                      <a:pt x="248" y="154"/>
                    </a:lnTo>
                    <a:lnTo>
                      <a:pt x="250" y="154"/>
                    </a:lnTo>
                    <a:lnTo>
                      <a:pt x="252" y="154"/>
                    </a:lnTo>
                    <a:lnTo>
                      <a:pt x="252" y="154"/>
                    </a:lnTo>
                    <a:lnTo>
                      <a:pt x="254" y="152"/>
                    </a:lnTo>
                    <a:lnTo>
                      <a:pt x="256" y="152"/>
                    </a:lnTo>
                    <a:lnTo>
                      <a:pt x="258" y="154"/>
                    </a:lnTo>
                    <a:lnTo>
                      <a:pt x="258" y="154"/>
                    </a:lnTo>
                    <a:lnTo>
                      <a:pt x="262" y="156"/>
                    </a:lnTo>
                    <a:lnTo>
                      <a:pt x="264" y="156"/>
                    </a:lnTo>
                    <a:lnTo>
                      <a:pt x="264" y="158"/>
                    </a:lnTo>
                    <a:lnTo>
                      <a:pt x="264" y="158"/>
                    </a:lnTo>
                    <a:lnTo>
                      <a:pt x="266" y="158"/>
                    </a:lnTo>
                    <a:lnTo>
                      <a:pt x="266" y="158"/>
                    </a:lnTo>
                    <a:lnTo>
                      <a:pt x="270" y="156"/>
                    </a:lnTo>
                    <a:lnTo>
                      <a:pt x="270" y="156"/>
                    </a:lnTo>
                    <a:lnTo>
                      <a:pt x="274" y="154"/>
                    </a:lnTo>
                    <a:lnTo>
                      <a:pt x="280" y="152"/>
                    </a:lnTo>
                    <a:lnTo>
                      <a:pt x="280" y="152"/>
                    </a:lnTo>
                    <a:lnTo>
                      <a:pt x="286" y="142"/>
                    </a:lnTo>
                    <a:lnTo>
                      <a:pt x="290" y="138"/>
                    </a:lnTo>
                    <a:lnTo>
                      <a:pt x="294" y="136"/>
                    </a:lnTo>
                    <a:lnTo>
                      <a:pt x="294" y="136"/>
                    </a:lnTo>
                    <a:lnTo>
                      <a:pt x="290" y="128"/>
                    </a:lnTo>
                    <a:lnTo>
                      <a:pt x="290" y="128"/>
                    </a:lnTo>
                    <a:lnTo>
                      <a:pt x="298" y="116"/>
                    </a:lnTo>
                    <a:lnTo>
                      <a:pt x="298" y="116"/>
                    </a:lnTo>
                    <a:lnTo>
                      <a:pt x="298" y="112"/>
                    </a:lnTo>
                    <a:lnTo>
                      <a:pt x="298" y="112"/>
                    </a:lnTo>
                    <a:lnTo>
                      <a:pt x="296" y="112"/>
                    </a:lnTo>
                    <a:lnTo>
                      <a:pt x="296" y="110"/>
                    </a:lnTo>
                    <a:lnTo>
                      <a:pt x="296" y="110"/>
                    </a:lnTo>
                    <a:lnTo>
                      <a:pt x="296" y="108"/>
                    </a:lnTo>
                    <a:lnTo>
                      <a:pt x="298" y="108"/>
                    </a:lnTo>
                    <a:lnTo>
                      <a:pt x="298" y="108"/>
                    </a:lnTo>
                    <a:lnTo>
                      <a:pt x="300" y="104"/>
                    </a:lnTo>
                    <a:lnTo>
                      <a:pt x="300" y="100"/>
                    </a:lnTo>
                    <a:lnTo>
                      <a:pt x="300" y="88"/>
                    </a:lnTo>
                    <a:lnTo>
                      <a:pt x="300" y="88"/>
                    </a:lnTo>
                    <a:lnTo>
                      <a:pt x="306" y="84"/>
                    </a:lnTo>
                    <a:lnTo>
                      <a:pt x="316" y="82"/>
                    </a:lnTo>
                    <a:lnTo>
                      <a:pt x="316" y="82"/>
                    </a:lnTo>
                    <a:lnTo>
                      <a:pt x="314" y="78"/>
                    </a:lnTo>
                    <a:lnTo>
                      <a:pt x="314" y="78"/>
                    </a:lnTo>
                    <a:lnTo>
                      <a:pt x="306" y="74"/>
                    </a:lnTo>
                    <a:lnTo>
                      <a:pt x="304" y="72"/>
                    </a:lnTo>
                    <a:lnTo>
                      <a:pt x="302" y="70"/>
                    </a:lnTo>
                    <a:lnTo>
                      <a:pt x="302" y="70"/>
                    </a:lnTo>
                    <a:lnTo>
                      <a:pt x="302" y="66"/>
                    </a:lnTo>
                    <a:lnTo>
                      <a:pt x="304" y="62"/>
                    </a:lnTo>
                    <a:lnTo>
                      <a:pt x="304" y="62"/>
                    </a:lnTo>
                    <a:lnTo>
                      <a:pt x="304" y="58"/>
                    </a:lnTo>
                    <a:lnTo>
                      <a:pt x="302" y="54"/>
                    </a:lnTo>
                    <a:lnTo>
                      <a:pt x="296" y="46"/>
                    </a:lnTo>
                    <a:lnTo>
                      <a:pt x="296" y="46"/>
                    </a:lnTo>
                    <a:lnTo>
                      <a:pt x="296" y="42"/>
                    </a:lnTo>
                    <a:lnTo>
                      <a:pt x="296" y="42"/>
                    </a:lnTo>
                    <a:lnTo>
                      <a:pt x="298" y="40"/>
                    </a:lnTo>
                    <a:lnTo>
                      <a:pt x="298" y="40"/>
                    </a:lnTo>
                    <a:lnTo>
                      <a:pt x="300" y="40"/>
                    </a:lnTo>
                    <a:lnTo>
                      <a:pt x="300" y="38"/>
                    </a:lnTo>
                    <a:lnTo>
                      <a:pt x="300" y="38"/>
                    </a:lnTo>
                    <a:lnTo>
                      <a:pt x="300" y="38"/>
                    </a:lnTo>
                    <a:lnTo>
                      <a:pt x="300" y="38"/>
                    </a:lnTo>
                    <a:lnTo>
                      <a:pt x="300" y="36"/>
                    </a:lnTo>
                    <a:lnTo>
                      <a:pt x="300" y="36"/>
                    </a:lnTo>
                    <a:lnTo>
                      <a:pt x="296" y="34"/>
                    </a:lnTo>
                    <a:lnTo>
                      <a:pt x="296" y="34"/>
                    </a:lnTo>
                    <a:lnTo>
                      <a:pt x="296" y="32"/>
                    </a:lnTo>
                    <a:lnTo>
                      <a:pt x="286" y="34"/>
                    </a:lnTo>
                    <a:lnTo>
                      <a:pt x="278" y="32"/>
                    </a:lnTo>
                    <a:lnTo>
                      <a:pt x="276" y="36"/>
                    </a:lnTo>
                    <a:lnTo>
                      <a:pt x="274" y="46"/>
                    </a:lnTo>
                    <a:lnTo>
                      <a:pt x="270" y="50"/>
                    </a:lnTo>
                    <a:lnTo>
                      <a:pt x="268" y="54"/>
                    </a:lnTo>
                    <a:lnTo>
                      <a:pt x="264" y="58"/>
                    </a:lnTo>
                    <a:lnTo>
                      <a:pt x="260" y="60"/>
                    </a:lnTo>
                    <a:lnTo>
                      <a:pt x="260" y="64"/>
                    </a:lnTo>
                    <a:lnTo>
                      <a:pt x="258" y="72"/>
                    </a:lnTo>
                    <a:lnTo>
                      <a:pt x="256" y="74"/>
                    </a:lnTo>
                    <a:lnTo>
                      <a:pt x="250" y="78"/>
                    </a:lnTo>
                    <a:lnTo>
                      <a:pt x="242" y="78"/>
                    </a:lnTo>
                    <a:lnTo>
                      <a:pt x="238" y="76"/>
                    </a:lnTo>
                    <a:lnTo>
                      <a:pt x="230" y="78"/>
                    </a:lnTo>
                    <a:lnTo>
                      <a:pt x="228" y="80"/>
                    </a:lnTo>
                    <a:lnTo>
                      <a:pt x="220" y="82"/>
                    </a:lnTo>
                    <a:lnTo>
                      <a:pt x="214" y="84"/>
                    </a:lnTo>
                    <a:lnTo>
                      <a:pt x="208" y="82"/>
                    </a:lnTo>
                    <a:lnTo>
                      <a:pt x="204" y="80"/>
                    </a:lnTo>
                    <a:lnTo>
                      <a:pt x="198" y="78"/>
                    </a:lnTo>
                    <a:lnTo>
                      <a:pt x="196" y="72"/>
                    </a:lnTo>
                    <a:lnTo>
                      <a:pt x="196" y="64"/>
                    </a:lnTo>
                    <a:close/>
                    <a:moveTo>
                      <a:pt x="486" y="116"/>
                    </a:moveTo>
                    <a:lnTo>
                      <a:pt x="486" y="116"/>
                    </a:lnTo>
                    <a:lnTo>
                      <a:pt x="478" y="116"/>
                    </a:lnTo>
                    <a:lnTo>
                      <a:pt x="478" y="116"/>
                    </a:lnTo>
                    <a:lnTo>
                      <a:pt x="478" y="124"/>
                    </a:lnTo>
                    <a:lnTo>
                      <a:pt x="478" y="124"/>
                    </a:lnTo>
                    <a:lnTo>
                      <a:pt x="476" y="124"/>
                    </a:lnTo>
                    <a:lnTo>
                      <a:pt x="476" y="126"/>
                    </a:lnTo>
                    <a:lnTo>
                      <a:pt x="478" y="128"/>
                    </a:lnTo>
                    <a:lnTo>
                      <a:pt x="478" y="128"/>
                    </a:lnTo>
                    <a:lnTo>
                      <a:pt x="482" y="128"/>
                    </a:lnTo>
                    <a:lnTo>
                      <a:pt x="486" y="128"/>
                    </a:lnTo>
                    <a:lnTo>
                      <a:pt x="486" y="128"/>
                    </a:lnTo>
                    <a:lnTo>
                      <a:pt x="490" y="130"/>
                    </a:lnTo>
                    <a:lnTo>
                      <a:pt x="490" y="130"/>
                    </a:lnTo>
                    <a:lnTo>
                      <a:pt x="490" y="132"/>
                    </a:lnTo>
                    <a:lnTo>
                      <a:pt x="490" y="136"/>
                    </a:lnTo>
                    <a:lnTo>
                      <a:pt x="490" y="136"/>
                    </a:lnTo>
                    <a:lnTo>
                      <a:pt x="490" y="136"/>
                    </a:lnTo>
                    <a:lnTo>
                      <a:pt x="488" y="136"/>
                    </a:lnTo>
                    <a:lnTo>
                      <a:pt x="488" y="136"/>
                    </a:lnTo>
                    <a:lnTo>
                      <a:pt x="488" y="136"/>
                    </a:lnTo>
                    <a:lnTo>
                      <a:pt x="492" y="136"/>
                    </a:lnTo>
                    <a:lnTo>
                      <a:pt x="496" y="136"/>
                    </a:lnTo>
                    <a:lnTo>
                      <a:pt x="504" y="136"/>
                    </a:lnTo>
                    <a:lnTo>
                      <a:pt x="504" y="136"/>
                    </a:lnTo>
                    <a:lnTo>
                      <a:pt x="514" y="138"/>
                    </a:lnTo>
                    <a:lnTo>
                      <a:pt x="514" y="140"/>
                    </a:lnTo>
                    <a:lnTo>
                      <a:pt x="514" y="140"/>
                    </a:lnTo>
                    <a:lnTo>
                      <a:pt x="504" y="142"/>
                    </a:lnTo>
                    <a:lnTo>
                      <a:pt x="502" y="144"/>
                    </a:lnTo>
                    <a:lnTo>
                      <a:pt x="502" y="144"/>
                    </a:lnTo>
                    <a:lnTo>
                      <a:pt x="494" y="144"/>
                    </a:lnTo>
                    <a:lnTo>
                      <a:pt x="486" y="144"/>
                    </a:lnTo>
                    <a:lnTo>
                      <a:pt x="488" y="148"/>
                    </a:lnTo>
                    <a:lnTo>
                      <a:pt x="488" y="148"/>
                    </a:lnTo>
                    <a:lnTo>
                      <a:pt x="494" y="146"/>
                    </a:lnTo>
                    <a:lnTo>
                      <a:pt x="494" y="146"/>
                    </a:lnTo>
                    <a:lnTo>
                      <a:pt x="496" y="152"/>
                    </a:lnTo>
                    <a:lnTo>
                      <a:pt x="500" y="154"/>
                    </a:lnTo>
                    <a:lnTo>
                      <a:pt x="500" y="154"/>
                    </a:lnTo>
                    <a:lnTo>
                      <a:pt x="500" y="156"/>
                    </a:lnTo>
                    <a:lnTo>
                      <a:pt x="500" y="160"/>
                    </a:lnTo>
                    <a:lnTo>
                      <a:pt x="500" y="160"/>
                    </a:lnTo>
                    <a:lnTo>
                      <a:pt x="502" y="162"/>
                    </a:lnTo>
                    <a:lnTo>
                      <a:pt x="502" y="162"/>
                    </a:lnTo>
                    <a:lnTo>
                      <a:pt x="504" y="162"/>
                    </a:lnTo>
                    <a:lnTo>
                      <a:pt x="504" y="162"/>
                    </a:lnTo>
                    <a:lnTo>
                      <a:pt x="508" y="154"/>
                    </a:lnTo>
                    <a:lnTo>
                      <a:pt x="508" y="154"/>
                    </a:lnTo>
                    <a:lnTo>
                      <a:pt x="510" y="154"/>
                    </a:lnTo>
                    <a:lnTo>
                      <a:pt x="510" y="154"/>
                    </a:lnTo>
                    <a:lnTo>
                      <a:pt x="510" y="156"/>
                    </a:lnTo>
                    <a:lnTo>
                      <a:pt x="516" y="160"/>
                    </a:lnTo>
                    <a:lnTo>
                      <a:pt x="516" y="160"/>
                    </a:lnTo>
                    <a:lnTo>
                      <a:pt x="516" y="160"/>
                    </a:lnTo>
                    <a:lnTo>
                      <a:pt x="522" y="162"/>
                    </a:lnTo>
                    <a:lnTo>
                      <a:pt x="522" y="162"/>
                    </a:lnTo>
                    <a:lnTo>
                      <a:pt x="522" y="162"/>
                    </a:lnTo>
                    <a:lnTo>
                      <a:pt x="522" y="166"/>
                    </a:lnTo>
                    <a:lnTo>
                      <a:pt x="524" y="170"/>
                    </a:lnTo>
                    <a:lnTo>
                      <a:pt x="526" y="172"/>
                    </a:lnTo>
                    <a:lnTo>
                      <a:pt x="526" y="172"/>
                    </a:lnTo>
                    <a:lnTo>
                      <a:pt x="530" y="172"/>
                    </a:lnTo>
                    <a:lnTo>
                      <a:pt x="534" y="172"/>
                    </a:lnTo>
                    <a:lnTo>
                      <a:pt x="536" y="174"/>
                    </a:lnTo>
                    <a:lnTo>
                      <a:pt x="536" y="174"/>
                    </a:lnTo>
                    <a:lnTo>
                      <a:pt x="538" y="172"/>
                    </a:lnTo>
                    <a:lnTo>
                      <a:pt x="542" y="172"/>
                    </a:lnTo>
                    <a:lnTo>
                      <a:pt x="542" y="174"/>
                    </a:lnTo>
                    <a:lnTo>
                      <a:pt x="542" y="174"/>
                    </a:lnTo>
                    <a:lnTo>
                      <a:pt x="548" y="178"/>
                    </a:lnTo>
                    <a:lnTo>
                      <a:pt x="552" y="184"/>
                    </a:lnTo>
                    <a:lnTo>
                      <a:pt x="552" y="184"/>
                    </a:lnTo>
                    <a:lnTo>
                      <a:pt x="560" y="184"/>
                    </a:lnTo>
                    <a:lnTo>
                      <a:pt x="564" y="186"/>
                    </a:lnTo>
                    <a:lnTo>
                      <a:pt x="564" y="186"/>
                    </a:lnTo>
                    <a:lnTo>
                      <a:pt x="566" y="186"/>
                    </a:lnTo>
                    <a:lnTo>
                      <a:pt x="570" y="188"/>
                    </a:lnTo>
                    <a:lnTo>
                      <a:pt x="574" y="194"/>
                    </a:lnTo>
                    <a:lnTo>
                      <a:pt x="574" y="206"/>
                    </a:lnTo>
                    <a:lnTo>
                      <a:pt x="574" y="206"/>
                    </a:lnTo>
                    <a:lnTo>
                      <a:pt x="572" y="206"/>
                    </a:lnTo>
                    <a:lnTo>
                      <a:pt x="572" y="208"/>
                    </a:lnTo>
                    <a:lnTo>
                      <a:pt x="572" y="208"/>
                    </a:lnTo>
                    <a:lnTo>
                      <a:pt x="576" y="210"/>
                    </a:lnTo>
                    <a:lnTo>
                      <a:pt x="576" y="210"/>
                    </a:lnTo>
                    <a:lnTo>
                      <a:pt x="576" y="214"/>
                    </a:lnTo>
                    <a:lnTo>
                      <a:pt x="576" y="216"/>
                    </a:lnTo>
                    <a:lnTo>
                      <a:pt x="576" y="216"/>
                    </a:lnTo>
                    <a:lnTo>
                      <a:pt x="580" y="220"/>
                    </a:lnTo>
                    <a:lnTo>
                      <a:pt x="580" y="220"/>
                    </a:lnTo>
                    <a:lnTo>
                      <a:pt x="580" y="226"/>
                    </a:lnTo>
                    <a:lnTo>
                      <a:pt x="580" y="232"/>
                    </a:lnTo>
                    <a:lnTo>
                      <a:pt x="580" y="232"/>
                    </a:lnTo>
                    <a:lnTo>
                      <a:pt x="576" y="228"/>
                    </a:lnTo>
                    <a:lnTo>
                      <a:pt x="576" y="228"/>
                    </a:lnTo>
                    <a:lnTo>
                      <a:pt x="574" y="230"/>
                    </a:lnTo>
                    <a:lnTo>
                      <a:pt x="570" y="230"/>
                    </a:lnTo>
                    <a:lnTo>
                      <a:pt x="570" y="230"/>
                    </a:lnTo>
                    <a:lnTo>
                      <a:pt x="562" y="240"/>
                    </a:lnTo>
                    <a:lnTo>
                      <a:pt x="562" y="240"/>
                    </a:lnTo>
                    <a:lnTo>
                      <a:pt x="578" y="238"/>
                    </a:lnTo>
                    <a:lnTo>
                      <a:pt x="578" y="238"/>
                    </a:lnTo>
                    <a:lnTo>
                      <a:pt x="578" y="234"/>
                    </a:lnTo>
                    <a:lnTo>
                      <a:pt x="578" y="234"/>
                    </a:lnTo>
                    <a:lnTo>
                      <a:pt x="580" y="234"/>
                    </a:lnTo>
                    <a:lnTo>
                      <a:pt x="580" y="236"/>
                    </a:lnTo>
                    <a:lnTo>
                      <a:pt x="580" y="236"/>
                    </a:lnTo>
                    <a:lnTo>
                      <a:pt x="584" y="236"/>
                    </a:lnTo>
                    <a:lnTo>
                      <a:pt x="586" y="236"/>
                    </a:lnTo>
                    <a:lnTo>
                      <a:pt x="592" y="236"/>
                    </a:lnTo>
                    <a:lnTo>
                      <a:pt x="592" y="236"/>
                    </a:lnTo>
                    <a:lnTo>
                      <a:pt x="596" y="240"/>
                    </a:lnTo>
                    <a:lnTo>
                      <a:pt x="600" y="244"/>
                    </a:lnTo>
                    <a:lnTo>
                      <a:pt x="600" y="244"/>
                    </a:lnTo>
                    <a:lnTo>
                      <a:pt x="600" y="248"/>
                    </a:lnTo>
                    <a:lnTo>
                      <a:pt x="602" y="248"/>
                    </a:lnTo>
                    <a:lnTo>
                      <a:pt x="602" y="248"/>
                    </a:lnTo>
                    <a:lnTo>
                      <a:pt x="604" y="252"/>
                    </a:lnTo>
                    <a:lnTo>
                      <a:pt x="604" y="252"/>
                    </a:lnTo>
                    <a:lnTo>
                      <a:pt x="606" y="252"/>
                    </a:lnTo>
                    <a:lnTo>
                      <a:pt x="606" y="218"/>
                    </a:lnTo>
                    <a:lnTo>
                      <a:pt x="604" y="212"/>
                    </a:lnTo>
                    <a:lnTo>
                      <a:pt x="606" y="206"/>
                    </a:lnTo>
                    <a:lnTo>
                      <a:pt x="606" y="146"/>
                    </a:lnTo>
                    <a:lnTo>
                      <a:pt x="606" y="146"/>
                    </a:lnTo>
                    <a:lnTo>
                      <a:pt x="604" y="146"/>
                    </a:lnTo>
                    <a:lnTo>
                      <a:pt x="604" y="146"/>
                    </a:lnTo>
                    <a:lnTo>
                      <a:pt x="602" y="142"/>
                    </a:lnTo>
                    <a:lnTo>
                      <a:pt x="600" y="140"/>
                    </a:lnTo>
                    <a:lnTo>
                      <a:pt x="600" y="140"/>
                    </a:lnTo>
                    <a:lnTo>
                      <a:pt x="598" y="140"/>
                    </a:lnTo>
                    <a:lnTo>
                      <a:pt x="594" y="142"/>
                    </a:lnTo>
                    <a:lnTo>
                      <a:pt x="594" y="142"/>
                    </a:lnTo>
                    <a:lnTo>
                      <a:pt x="586" y="140"/>
                    </a:lnTo>
                    <a:lnTo>
                      <a:pt x="580" y="138"/>
                    </a:lnTo>
                    <a:lnTo>
                      <a:pt x="580" y="138"/>
                    </a:lnTo>
                    <a:lnTo>
                      <a:pt x="572" y="132"/>
                    </a:lnTo>
                    <a:lnTo>
                      <a:pt x="566" y="128"/>
                    </a:lnTo>
                    <a:lnTo>
                      <a:pt x="562" y="128"/>
                    </a:lnTo>
                    <a:lnTo>
                      <a:pt x="562" y="130"/>
                    </a:lnTo>
                    <a:lnTo>
                      <a:pt x="562" y="130"/>
                    </a:lnTo>
                    <a:lnTo>
                      <a:pt x="558" y="130"/>
                    </a:lnTo>
                    <a:lnTo>
                      <a:pt x="558" y="130"/>
                    </a:lnTo>
                    <a:lnTo>
                      <a:pt x="552" y="138"/>
                    </a:lnTo>
                    <a:lnTo>
                      <a:pt x="552" y="138"/>
                    </a:lnTo>
                    <a:lnTo>
                      <a:pt x="546" y="140"/>
                    </a:lnTo>
                    <a:lnTo>
                      <a:pt x="546" y="140"/>
                    </a:lnTo>
                    <a:lnTo>
                      <a:pt x="542" y="146"/>
                    </a:lnTo>
                    <a:lnTo>
                      <a:pt x="540" y="152"/>
                    </a:lnTo>
                    <a:lnTo>
                      <a:pt x="540" y="152"/>
                    </a:lnTo>
                    <a:lnTo>
                      <a:pt x="532" y="156"/>
                    </a:lnTo>
                    <a:lnTo>
                      <a:pt x="532" y="156"/>
                    </a:lnTo>
                    <a:lnTo>
                      <a:pt x="530" y="154"/>
                    </a:lnTo>
                    <a:lnTo>
                      <a:pt x="530" y="154"/>
                    </a:lnTo>
                    <a:lnTo>
                      <a:pt x="530" y="154"/>
                    </a:lnTo>
                    <a:lnTo>
                      <a:pt x="528" y="150"/>
                    </a:lnTo>
                    <a:lnTo>
                      <a:pt x="524" y="150"/>
                    </a:lnTo>
                    <a:lnTo>
                      <a:pt x="524" y="150"/>
                    </a:lnTo>
                    <a:lnTo>
                      <a:pt x="524" y="144"/>
                    </a:lnTo>
                    <a:lnTo>
                      <a:pt x="522" y="142"/>
                    </a:lnTo>
                    <a:lnTo>
                      <a:pt x="522" y="142"/>
                    </a:lnTo>
                    <a:lnTo>
                      <a:pt x="522" y="144"/>
                    </a:lnTo>
                    <a:lnTo>
                      <a:pt x="520" y="146"/>
                    </a:lnTo>
                    <a:lnTo>
                      <a:pt x="520" y="146"/>
                    </a:lnTo>
                    <a:lnTo>
                      <a:pt x="518" y="136"/>
                    </a:lnTo>
                    <a:lnTo>
                      <a:pt x="518" y="132"/>
                    </a:lnTo>
                    <a:lnTo>
                      <a:pt x="518" y="126"/>
                    </a:lnTo>
                    <a:lnTo>
                      <a:pt x="518" y="126"/>
                    </a:lnTo>
                    <a:lnTo>
                      <a:pt x="518" y="124"/>
                    </a:lnTo>
                    <a:lnTo>
                      <a:pt x="520" y="120"/>
                    </a:lnTo>
                    <a:lnTo>
                      <a:pt x="520" y="120"/>
                    </a:lnTo>
                    <a:lnTo>
                      <a:pt x="518" y="116"/>
                    </a:lnTo>
                    <a:lnTo>
                      <a:pt x="514" y="112"/>
                    </a:lnTo>
                    <a:lnTo>
                      <a:pt x="512" y="112"/>
                    </a:lnTo>
                    <a:lnTo>
                      <a:pt x="512" y="112"/>
                    </a:lnTo>
                    <a:lnTo>
                      <a:pt x="510" y="114"/>
                    </a:lnTo>
                    <a:lnTo>
                      <a:pt x="510" y="114"/>
                    </a:lnTo>
                    <a:lnTo>
                      <a:pt x="508" y="112"/>
                    </a:lnTo>
                    <a:lnTo>
                      <a:pt x="508" y="112"/>
                    </a:lnTo>
                    <a:lnTo>
                      <a:pt x="506" y="112"/>
                    </a:lnTo>
                    <a:lnTo>
                      <a:pt x="506" y="112"/>
                    </a:lnTo>
                    <a:lnTo>
                      <a:pt x="506" y="112"/>
                    </a:lnTo>
                    <a:lnTo>
                      <a:pt x="504" y="114"/>
                    </a:lnTo>
                    <a:lnTo>
                      <a:pt x="504" y="114"/>
                    </a:lnTo>
                    <a:lnTo>
                      <a:pt x="500" y="112"/>
                    </a:lnTo>
                    <a:lnTo>
                      <a:pt x="494" y="110"/>
                    </a:lnTo>
                    <a:lnTo>
                      <a:pt x="494" y="110"/>
                    </a:lnTo>
                    <a:lnTo>
                      <a:pt x="490" y="110"/>
                    </a:lnTo>
                    <a:lnTo>
                      <a:pt x="488" y="112"/>
                    </a:lnTo>
                    <a:lnTo>
                      <a:pt x="486" y="116"/>
                    </a:lnTo>
                    <a:lnTo>
                      <a:pt x="486" y="1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3" name="Freeform 171">
                <a:extLst>
                  <a:ext uri="{FF2B5EF4-FFF2-40B4-BE49-F238E27FC236}">
                    <a16:creationId xmlns:a16="http://schemas.microsoft.com/office/drawing/2014/main" id="{2E23E546-E774-584F-84BE-A1513EE3CFED}"/>
                  </a:ext>
                </a:extLst>
              </p:cNvPr>
              <p:cNvSpPr>
                <a:spLocks/>
              </p:cNvSpPr>
              <p:nvPr/>
            </p:nvSpPr>
            <p:spPr bwMode="auto">
              <a:xfrm>
                <a:off x="7691952" y="3150185"/>
                <a:ext cx="763192" cy="965133"/>
              </a:xfrm>
              <a:custGeom>
                <a:avLst/>
                <a:gdLst>
                  <a:gd name="T0" fmla="*/ 2 w 390"/>
                  <a:gd name="T1" fmla="*/ 226 h 482"/>
                  <a:gd name="T2" fmla="*/ 28 w 390"/>
                  <a:gd name="T3" fmla="*/ 232 h 482"/>
                  <a:gd name="T4" fmla="*/ 26 w 390"/>
                  <a:gd name="T5" fmla="*/ 238 h 482"/>
                  <a:gd name="T6" fmla="*/ 14 w 390"/>
                  <a:gd name="T7" fmla="*/ 246 h 482"/>
                  <a:gd name="T8" fmla="*/ 12 w 390"/>
                  <a:gd name="T9" fmla="*/ 254 h 482"/>
                  <a:gd name="T10" fmla="*/ 36 w 390"/>
                  <a:gd name="T11" fmla="*/ 270 h 482"/>
                  <a:gd name="T12" fmla="*/ 50 w 390"/>
                  <a:gd name="T13" fmla="*/ 244 h 482"/>
                  <a:gd name="T14" fmla="*/ 54 w 390"/>
                  <a:gd name="T15" fmla="*/ 248 h 482"/>
                  <a:gd name="T16" fmla="*/ 56 w 390"/>
                  <a:gd name="T17" fmla="*/ 256 h 482"/>
                  <a:gd name="T18" fmla="*/ 56 w 390"/>
                  <a:gd name="T19" fmla="*/ 260 h 482"/>
                  <a:gd name="T20" fmla="*/ 58 w 390"/>
                  <a:gd name="T21" fmla="*/ 272 h 482"/>
                  <a:gd name="T22" fmla="*/ 56 w 390"/>
                  <a:gd name="T23" fmla="*/ 298 h 482"/>
                  <a:gd name="T24" fmla="*/ 58 w 390"/>
                  <a:gd name="T25" fmla="*/ 318 h 482"/>
                  <a:gd name="T26" fmla="*/ 64 w 390"/>
                  <a:gd name="T27" fmla="*/ 332 h 482"/>
                  <a:gd name="T28" fmla="*/ 76 w 390"/>
                  <a:gd name="T29" fmla="*/ 378 h 482"/>
                  <a:gd name="T30" fmla="*/ 84 w 390"/>
                  <a:gd name="T31" fmla="*/ 414 h 482"/>
                  <a:gd name="T32" fmla="*/ 90 w 390"/>
                  <a:gd name="T33" fmla="*/ 424 h 482"/>
                  <a:gd name="T34" fmla="*/ 104 w 390"/>
                  <a:gd name="T35" fmla="*/ 452 h 482"/>
                  <a:gd name="T36" fmla="*/ 122 w 390"/>
                  <a:gd name="T37" fmla="*/ 480 h 482"/>
                  <a:gd name="T38" fmla="*/ 132 w 390"/>
                  <a:gd name="T39" fmla="*/ 468 h 482"/>
                  <a:gd name="T40" fmla="*/ 148 w 390"/>
                  <a:gd name="T41" fmla="*/ 450 h 482"/>
                  <a:gd name="T42" fmla="*/ 152 w 390"/>
                  <a:gd name="T43" fmla="*/ 420 h 482"/>
                  <a:gd name="T44" fmla="*/ 152 w 390"/>
                  <a:gd name="T45" fmla="*/ 402 h 482"/>
                  <a:gd name="T46" fmla="*/ 154 w 390"/>
                  <a:gd name="T47" fmla="*/ 368 h 482"/>
                  <a:gd name="T48" fmla="*/ 160 w 390"/>
                  <a:gd name="T49" fmla="*/ 354 h 482"/>
                  <a:gd name="T50" fmla="*/ 178 w 390"/>
                  <a:gd name="T51" fmla="*/ 344 h 482"/>
                  <a:gd name="T52" fmla="*/ 190 w 390"/>
                  <a:gd name="T53" fmla="*/ 328 h 482"/>
                  <a:gd name="T54" fmla="*/ 208 w 390"/>
                  <a:gd name="T55" fmla="*/ 320 h 482"/>
                  <a:gd name="T56" fmla="*/ 216 w 390"/>
                  <a:gd name="T57" fmla="*/ 304 h 482"/>
                  <a:gd name="T58" fmla="*/ 226 w 390"/>
                  <a:gd name="T59" fmla="*/ 292 h 482"/>
                  <a:gd name="T60" fmla="*/ 248 w 390"/>
                  <a:gd name="T61" fmla="*/ 282 h 482"/>
                  <a:gd name="T62" fmla="*/ 252 w 390"/>
                  <a:gd name="T63" fmla="*/ 262 h 482"/>
                  <a:gd name="T64" fmla="*/ 262 w 390"/>
                  <a:gd name="T65" fmla="*/ 258 h 482"/>
                  <a:gd name="T66" fmla="*/ 270 w 390"/>
                  <a:gd name="T67" fmla="*/ 224 h 482"/>
                  <a:gd name="T68" fmla="*/ 270 w 390"/>
                  <a:gd name="T69" fmla="*/ 190 h 482"/>
                  <a:gd name="T70" fmla="*/ 288 w 390"/>
                  <a:gd name="T71" fmla="*/ 204 h 482"/>
                  <a:gd name="T72" fmla="*/ 320 w 390"/>
                  <a:gd name="T73" fmla="*/ 212 h 482"/>
                  <a:gd name="T74" fmla="*/ 318 w 390"/>
                  <a:gd name="T75" fmla="*/ 240 h 482"/>
                  <a:gd name="T76" fmla="*/ 338 w 390"/>
                  <a:gd name="T77" fmla="*/ 256 h 482"/>
                  <a:gd name="T78" fmla="*/ 348 w 390"/>
                  <a:gd name="T79" fmla="*/ 220 h 482"/>
                  <a:gd name="T80" fmla="*/ 368 w 390"/>
                  <a:gd name="T81" fmla="*/ 190 h 482"/>
                  <a:gd name="T82" fmla="*/ 388 w 390"/>
                  <a:gd name="T83" fmla="*/ 156 h 482"/>
                  <a:gd name="T84" fmla="*/ 366 w 390"/>
                  <a:gd name="T85" fmla="*/ 138 h 482"/>
                  <a:gd name="T86" fmla="*/ 324 w 390"/>
                  <a:gd name="T87" fmla="*/ 144 h 482"/>
                  <a:gd name="T88" fmla="*/ 290 w 390"/>
                  <a:gd name="T89" fmla="*/ 164 h 482"/>
                  <a:gd name="T90" fmla="*/ 264 w 390"/>
                  <a:gd name="T91" fmla="*/ 150 h 482"/>
                  <a:gd name="T92" fmla="*/ 256 w 390"/>
                  <a:gd name="T93" fmla="*/ 176 h 482"/>
                  <a:gd name="T94" fmla="*/ 204 w 390"/>
                  <a:gd name="T95" fmla="*/ 156 h 482"/>
                  <a:gd name="T96" fmla="*/ 158 w 390"/>
                  <a:gd name="T97" fmla="*/ 132 h 482"/>
                  <a:gd name="T98" fmla="*/ 146 w 390"/>
                  <a:gd name="T99" fmla="*/ 96 h 482"/>
                  <a:gd name="T100" fmla="*/ 138 w 390"/>
                  <a:gd name="T101" fmla="*/ 68 h 482"/>
                  <a:gd name="T102" fmla="*/ 134 w 390"/>
                  <a:gd name="T103" fmla="*/ 34 h 482"/>
                  <a:gd name="T104" fmla="*/ 136 w 390"/>
                  <a:gd name="T105" fmla="*/ 2 h 482"/>
                  <a:gd name="T106" fmla="*/ 102 w 390"/>
                  <a:gd name="T107" fmla="*/ 20 h 482"/>
                  <a:gd name="T108" fmla="*/ 68 w 390"/>
                  <a:gd name="T109" fmla="*/ 36 h 482"/>
                  <a:gd name="T110" fmla="*/ 70 w 390"/>
                  <a:gd name="T111" fmla="*/ 72 h 482"/>
                  <a:gd name="T112" fmla="*/ 60 w 390"/>
                  <a:gd name="T113" fmla="*/ 120 h 482"/>
                  <a:gd name="T114" fmla="*/ 24 w 390"/>
                  <a:gd name="T115" fmla="*/ 148 h 482"/>
                  <a:gd name="T116" fmla="*/ 16 w 390"/>
                  <a:gd name="T117" fmla="*/ 186 h 482"/>
                  <a:gd name="T118" fmla="*/ 2 w 390"/>
                  <a:gd name="T119" fmla="*/ 21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0" h="482">
                    <a:moveTo>
                      <a:pt x="0" y="218"/>
                    </a:moveTo>
                    <a:lnTo>
                      <a:pt x="2" y="218"/>
                    </a:lnTo>
                    <a:lnTo>
                      <a:pt x="2" y="218"/>
                    </a:lnTo>
                    <a:lnTo>
                      <a:pt x="2" y="218"/>
                    </a:lnTo>
                    <a:lnTo>
                      <a:pt x="0" y="220"/>
                    </a:lnTo>
                    <a:lnTo>
                      <a:pt x="0" y="220"/>
                    </a:lnTo>
                    <a:lnTo>
                      <a:pt x="2" y="226"/>
                    </a:lnTo>
                    <a:lnTo>
                      <a:pt x="2" y="230"/>
                    </a:lnTo>
                    <a:lnTo>
                      <a:pt x="2" y="230"/>
                    </a:lnTo>
                    <a:lnTo>
                      <a:pt x="12" y="234"/>
                    </a:lnTo>
                    <a:lnTo>
                      <a:pt x="18" y="236"/>
                    </a:lnTo>
                    <a:lnTo>
                      <a:pt x="26" y="234"/>
                    </a:lnTo>
                    <a:lnTo>
                      <a:pt x="26" y="234"/>
                    </a:lnTo>
                    <a:lnTo>
                      <a:pt x="28" y="232"/>
                    </a:lnTo>
                    <a:lnTo>
                      <a:pt x="30" y="228"/>
                    </a:lnTo>
                    <a:lnTo>
                      <a:pt x="30" y="228"/>
                    </a:lnTo>
                    <a:lnTo>
                      <a:pt x="34" y="228"/>
                    </a:lnTo>
                    <a:lnTo>
                      <a:pt x="34" y="228"/>
                    </a:lnTo>
                    <a:lnTo>
                      <a:pt x="30" y="236"/>
                    </a:lnTo>
                    <a:lnTo>
                      <a:pt x="30" y="236"/>
                    </a:lnTo>
                    <a:lnTo>
                      <a:pt x="26" y="238"/>
                    </a:lnTo>
                    <a:lnTo>
                      <a:pt x="26" y="238"/>
                    </a:lnTo>
                    <a:lnTo>
                      <a:pt x="24" y="240"/>
                    </a:lnTo>
                    <a:lnTo>
                      <a:pt x="22" y="244"/>
                    </a:lnTo>
                    <a:lnTo>
                      <a:pt x="22" y="244"/>
                    </a:lnTo>
                    <a:lnTo>
                      <a:pt x="18" y="244"/>
                    </a:lnTo>
                    <a:lnTo>
                      <a:pt x="18" y="244"/>
                    </a:lnTo>
                    <a:lnTo>
                      <a:pt x="14" y="246"/>
                    </a:lnTo>
                    <a:lnTo>
                      <a:pt x="14" y="246"/>
                    </a:lnTo>
                    <a:lnTo>
                      <a:pt x="12" y="246"/>
                    </a:lnTo>
                    <a:lnTo>
                      <a:pt x="10" y="246"/>
                    </a:lnTo>
                    <a:lnTo>
                      <a:pt x="10" y="246"/>
                    </a:lnTo>
                    <a:lnTo>
                      <a:pt x="8" y="248"/>
                    </a:lnTo>
                    <a:lnTo>
                      <a:pt x="8" y="248"/>
                    </a:lnTo>
                    <a:lnTo>
                      <a:pt x="12" y="254"/>
                    </a:lnTo>
                    <a:lnTo>
                      <a:pt x="12" y="254"/>
                    </a:lnTo>
                    <a:lnTo>
                      <a:pt x="20" y="264"/>
                    </a:lnTo>
                    <a:lnTo>
                      <a:pt x="28" y="274"/>
                    </a:lnTo>
                    <a:lnTo>
                      <a:pt x="28" y="274"/>
                    </a:lnTo>
                    <a:lnTo>
                      <a:pt x="34" y="274"/>
                    </a:lnTo>
                    <a:lnTo>
                      <a:pt x="34" y="274"/>
                    </a:lnTo>
                    <a:lnTo>
                      <a:pt x="36" y="270"/>
                    </a:lnTo>
                    <a:lnTo>
                      <a:pt x="36" y="270"/>
                    </a:lnTo>
                    <a:lnTo>
                      <a:pt x="44" y="266"/>
                    </a:lnTo>
                    <a:lnTo>
                      <a:pt x="48" y="264"/>
                    </a:lnTo>
                    <a:lnTo>
                      <a:pt x="50" y="258"/>
                    </a:lnTo>
                    <a:lnTo>
                      <a:pt x="50" y="258"/>
                    </a:lnTo>
                    <a:lnTo>
                      <a:pt x="50" y="250"/>
                    </a:lnTo>
                    <a:lnTo>
                      <a:pt x="50" y="244"/>
                    </a:lnTo>
                    <a:lnTo>
                      <a:pt x="52" y="244"/>
                    </a:lnTo>
                    <a:lnTo>
                      <a:pt x="52" y="244"/>
                    </a:lnTo>
                    <a:lnTo>
                      <a:pt x="54" y="244"/>
                    </a:lnTo>
                    <a:lnTo>
                      <a:pt x="54" y="244"/>
                    </a:lnTo>
                    <a:lnTo>
                      <a:pt x="54" y="244"/>
                    </a:lnTo>
                    <a:lnTo>
                      <a:pt x="54" y="246"/>
                    </a:lnTo>
                    <a:lnTo>
                      <a:pt x="54" y="248"/>
                    </a:lnTo>
                    <a:lnTo>
                      <a:pt x="54" y="248"/>
                    </a:lnTo>
                    <a:lnTo>
                      <a:pt x="56" y="250"/>
                    </a:lnTo>
                    <a:lnTo>
                      <a:pt x="56" y="250"/>
                    </a:lnTo>
                    <a:lnTo>
                      <a:pt x="54" y="254"/>
                    </a:lnTo>
                    <a:lnTo>
                      <a:pt x="54" y="254"/>
                    </a:lnTo>
                    <a:lnTo>
                      <a:pt x="56" y="256"/>
                    </a:lnTo>
                    <a:lnTo>
                      <a:pt x="56" y="256"/>
                    </a:lnTo>
                    <a:lnTo>
                      <a:pt x="56" y="256"/>
                    </a:lnTo>
                    <a:lnTo>
                      <a:pt x="56" y="258"/>
                    </a:lnTo>
                    <a:lnTo>
                      <a:pt x="54" y="258"/>
                    </a:lnTo>
                    <a:lnTo>
                      <a:pt x="54" y="258"/>
                    </a:lnTo>
                    <a:lnTo>
                      <a:pt x="54" y="260"/>
                    </a:lnTo>
                    <a:lnTo>
                      <a:pt x="56" y="260"/>
                    </a:lnTo>
                    <a:lnTo>
                      <a:pt x="56" y="260"/>
                    </a:lnTo>
                    <a:lnTo>
                      <a:pt x="56" y="264"/>
                    </a:lnTo>
                    <a:lnTo>
                      <a:pt x="56" y="264"/>
                    </a:lnTo>
                    <a:lnTo>
                      <a:pt x="58" y="266"/>
                    </a:lnTo>
                    <a:lnTo>
                      <a:pt x="60" y="268"/>
                    </a:lnTo>
                    <a:lnTo>
                      <a:pt x="60" y="270"/>
                    </a:lnTo>
                    <a:lnTo>
                      <a:pt x="58" y="272"/>
                    </a:lnTo>
                    <a:lnTo>
                      <a:pt x="58" y="272"/>
                    </a:lnTo>
                    <a:lnTo>
                      <a:pt x="52" y="290"/>
                    </a:lnTo>
                    <a:lnTo>
                      <a:pt x="52" y="290"/>
                    </a:lnTo>
                    <a:lnTo>
                      <a:pt x="56" y="292"/>
                    </a:lnTo>
                    <a:lnTo>
                      <a:pt x="58" y="296"/>
                    </a:lnTo>
                    <a:lnTo>
                      <a:pt x="58" y="296"/>
                    </a:lnTo>
                    <a:lnTo>
                      <a:pt x="58" y="298"/>
                    </a:lnTo>
                    <a:lnTo>
                      <a:pt x="56" y="298"/>
                    </a:lnTo>
                    <a:lnTo>
                      <a:pt x="56" y="298"/>
                    </a:lnTo>
                    <a:lnTo>
                      <a:pt x="58" y="300"/>
                    </a:lnTo>
                    <a:lnTo>
                      <a:pt x="58" y="304"/>
                    </a:lnTo>
                    <a:lnTo>
                      <a:pt x="56" y="308"/>
                    </a:lnTo>
                    <a:lnTo>
                      <a:pt x="60" y="308"/>
                    </a:lnTo>
                    <a:lnTo>
                      <a:pt x="60" y="308"/>
                    </a:lnTo>
                    <a:lnTo>
                      <a:pt x="58" y="318"/>
                    </a:lnTo>
                    <a:lnTo>
                      <a:pt x="60" y="322"/>
                    </a:lnTo>
                    <a:lnTo>
                      <a:pt x="62" y="324"/>
                    </a:lnTo>
                    <a:lnTo>
                      <a:pt x="62" y="324"/>
                    </a:lnTo>
                    <a:lnTo>
                      <a:pt x="60" y="328"/>
                    </a:lnTo>
                    <a:lnTo>
                      <a:pt x="60" y="328"/>
                    </a:lnTo>
                    <a:lnTo>
                      <a:pt x="64" y="332"/>
                    </a:lnTo>
                    <a:lnTo>
                      <a:pt x="64" y="332"/>
                    </a:lnTo>
                    <a:lnTo>
                      <a:pt x="64" y="340"/>
                    </a:lnTo>
                    <a:lnTo>
                      <a:pt x="64" y="346"/>
                    </a:lnTo>
                    <a:lnTo>
                      <a:pt x="64" y="346"/>
                    </a:lnTo>
                    <a:lnTo>
                      <a:pt x="66" y="354"/>
                    </a:lnTo>
                    <a:lnTo>
                      <a:pt x="70" y="362"/>
                    </a:lnTo>
                    <a:lnTo>
                      <a:pt x="76" y="378"/>
                    </a:lnTo>
                    <a:lnTo>
                      <a:pt x="76" y="378"/>
                    </a:lnTo>
                    <a:lnTo>
                      <a:pt x="78" y="390"/>
                    </a:lnTo>
                    <a:lnTo>
                      <a:pt x="80" y="402"/>
                    </a:lnTo>
                    <a:lnTo>
                      <a:pt x="80" y="402"/>
                    </a:lnTo>
                    <a:lnTo>
                      <a:pt x="82" y="406"/>
                    </a:lnTo>
                    <a:lnTo>
                      <a:pt x="82" y="406"/>
                    </a:lnTo>
                    <a:lnTo>
                      <a:pt x="84" y="410"/>
                    </a:lnTo>
                    <a:lnTo>
                      <a:pt x="84" y="414"/>
                    </a:lnTo>
                    <a:lnTo>
                      <a:pt x="84" y="414"/>
                    </a:lnTo>
                    <a:lnTo>
                      <a:pt x="86" y="416"/>
                    </a:lnTo>
                    <a:lnTo>
                      <a:pt x="88" y="418"/>
                    </a:lnTo>
                    <a:lnTo>
                      <a:pt x="88" y="418"/>
                    </a:lnTo>
                    <a:lnTo>
                      <a:pt x="90" y="422"/>
                    </a:lnTo>
                    <a:lnTo>
                      <a:pt x="90" y="424"/>
                    </a:lnTo>
                    <a:lnTo>
                      <a:pt x="90" y="424"/>
                    </a:lnTo>
                    <a:lnTo>
                      <a:pt x="96" y="432"/>
                    </a:lnTo>
                    <a:lnTo>
                      <a:pt x="96" y="432"/>
                    </a:lnTo>
                    <a:lnTo>
                      <a:pt x="98" y="440"/>
                    </a:lnTo>
                    <a:lnTo>
                      <a:pt x="98" y="440"/>
                    </a:lnTo>
                    <a:lnTo>
                      <a:pt x="102" y="446"/>
                    </a:lnTo>
                    <a:lnTo>
                      <a:pt x="104" y="452"/>
                    </a:lnTo>
                    <a:lnTo>
                      <a:pt x="104" y="452"/>
                    </a:lnTo>
                    <a:lnTo>
                      <a:pt x="104" y="454"/>
                    </a:lnTo>
                    <a:lnTo>
                      <a:pt x="102" y="456"/>
                    </a:lnTo>
                    <a:lnTo>
                      <a:pt x="102" y="456"/>
                    </a:lnTo>
                    <a:lnTo>
                      <a:pt x="116" y="482"/>
                    </a:lnTo>
                    <a:lnTo>
                      <a:pt x="116" y="482"/>
                    </a:lnTo>
                    <a:lnTo>
                      <a:pt x="120" y="482"/>
                    </a:lnTo>
                    <a:lnTo>
                      <a:pt x="122" y="480"/>
                    </a:lnTo>
                    <a:lnTo>
                      <a:pt x="122" y="480"/>
                    </a:lnTo>
                    <a:lnTo>
                      <a:pt x="124" y="478"/>
                    </a:lnTo>
                    <a:lnTo>
                      <a:pt x="126" y="476"/>
                    </a:lnTo>
                    <a:lnTo>
                      <a:pt x="128" y="472"/>
                    </a:lnTo>
                    <a:lnTo>
                      <a:pt x="130" y="470"/>
                    </a:lnTo>
                    <a:lnTo>
                      <a:pt x="130" y="470"/>
                    </a:lnTo>
                    <a:lnTo>
                      <a:pt x="132" y="468"/>
                    </a:lnTo>
                    <a:lnTo>
                      <a:pt x="134" y="468"/>
                    </a:lnTo>
                    <a:lnTo>
                      <a:pt x="134" y="468"/>
                    </a:lnTo>
                    <a:lnTo>
                      <a:pt x="134" y="464"/>
                    </a:lnTo>
                    <a:lnTo>
                      <a:pt x="134" y="464"/>
                    </a:lnTo>
                    <a:lnTo>
                      <a:pt x="142" y="452"/>
                    </a:lnTo>
                    <a:lnTo>
                      <a:pt x="142" y="452"/>
                    </a:lnTo>
                    <a:lnTo>
                      <a:pt x="148" y="450"/>
                    </a:lnTo>
                    <a:lnTo>
                      <a:pt x="148" y="450"/>
                    </a:lnTo>
                    <a:lnTo>
                      <a:pt x="146" y="438"/>
                    </a:lnTo>
                    <a:lnTo>
                      <a:pt x="146" y="432"/>
                    </a:lnTo>
                    <a:lnTo>
                      <a:pt x="146" y="426"/>
                    </a:lnTo>
                    <a:lnTo>
                      <a:pt x="146" y="426"/>
                    </a:lnTo>
                    <a:lnTo>
                      <a:pt x="150" y="424"/>
                    </a:lnTo>
                    <a:lnTo>
                      <a:pt x="152" y="420"/>
                    </a:lnTo>
                    <a:lnTo>
                      <a:pt x="152" y="420"/>
                    </a:lnTo>
                    <a:lnTo>
                      <a:pt x="152" y="416"/>
                    </a:lnTo>
                    <a:lnTo>
                      <a:pt x="152" y="412"/>
                    </a:lnTo>
                    <a:lnTo>
                      <a:pt x="154" y="410"/>
                    </a:lnTo>
                    <a:lnTo>
                      <a:pt x="154" y="410"/>
                    </a:lnTo>
                    <a:lnTo>
                      <a:pt x="154" y="406"/>
                    </a:lnTo>
                    <a:lnTo>
                      <a:pt x="152" y="402"/>
                    </a:lnTo>
                    <a:lnTo>
                      <a:pt x="152" y="402"/>
                    </a:lnTo>
                    <a:lnTo>
                      <a:pt x="152" y="390"/>
                    </a:lnTo>
                    <a:lnTo>
                      <a:pt x="152" y="378"/>
                    </a:lnTo>
                    <a:lnTo>
                      <a:pt x="152" y="378"/>
                    </a:lnTo>
                    <a:lnTo>
                      <a:pt x="154" y="374"/>
                    </a:lnTo>
                    <a:lnTo>
                      <a:pt x="154" y="368"/>
                    </a:lnTo>
                    <a:lnTo>
                      <a:pt x="154" y="368"/>
                    </a:lnTo>
                    <a:lnTo>
                      <a:pt x="154" y="368"/>
                    </a:lnTo>
                    <a:lnTo>
                      <a:pt x="152" y="364"/>
                    </a:lnTo>
                    <a:lnTo>
                      <a:pt x="152" y="358"/>
                    </a:lnTo>
                    <a:lnTo>
                      <a:pt x="152" y="358"/>
                    </a:lnTo>
                    <a:lnTo>
                      <a:pt x="156" y="356"/>
                    </a:lnTo>
                    <a:lnTo>
                      <a:pt x="156" y="356"/>
                    </a:lnTo>
                    <a:lnTo>
                      <a:pt x="160" y="354"/>
                    </a:lnTo>
                    <a:lnTo>
                      <a:pt x="164" y="354"/>
                    </a:lnTo>
                    <a:lnTo>
                      <a:pt x="164" y="354"/>
                    </a:lnTo>
                    <a:lnTo>
                      <a:pt x="166" y="350"/>
                    </a:lnTo>
                    <a:lnTo>
                      <a:pt x="170" y="348"/>
                    </a:lnTo>
                    <a:lnTo>
                      <a:pt x="170" y="348"/>
                    </a:lnTo>
                    <a:lnTo>
                      <a:pt x="174" y="346"/>
                    </a:lnTo>
                    <a:lnTo>
                      <a:pt x="178" y="344"/>
                    </a:lnTo>
                    <a:lnTo>
                      <a:pt x="178" y="344"/>
                    </a:lnTo>
                    <a:lnTo>
                      <a:pt x="180" y="340"/>
                    </a:lnTo>
                    <a:lnTo>
                      <a:pt x="182" y="336"/>
                    </a:lnTo>
                    <a:lnTo>
                      <a:pt x="182" y="332"/>
                    </a:lnTo>
                    <a:lnTo>
                      <a:pt x="184" y="330"/>
                    </a:lnTo>
                    <a:lnTo>
                      <a:pt x="184" y="330"/>
                    </a:lnTo>
                    <a:lnTo>
                      <a:pt x="190" y="328"/>
                    </a:lnTo>
                    <a:lnTo>
                      <a:pt x="194" y="328"/>
                    </a:lnTo>
                    <a:lnTo>
                      <a:pt x="194" y="326"/>
                    </a:lnTo>
                    <a:lnTo>
                      <a:pt x="194" y="326"/>
                    </a:lnTo>
                    <a:lnTo>
                      <a:pt x="200" y="322"/>
                    </a:lnTo>
                    <a:lnTo>
                      <a:pt x="200" y="322"/>
                    </a:lnTo>
                    <a:lnTo>
                      <a:pt x="204" y="322"/>
                    </a:lnTo>
                    <a:lnTo>
                      <a:pt x="208" y="320"/>
                    </a:lnTo>
                    <a:lnTo>
                      <a:pt x="208" y="320"/>
                    </a:lnTo>
                    <a:lnTo>
                      <a:pt x="208" y="318"/>
                    </a:lnTo>
                    <a:lnTo>
                      <a:pt x="210" y="314"/>
                    </a:lnTo>
                    <a:lnTo>
                      <a:pt x="210" y="314"/>
                    </a:lnTo>
                    <a:lnTo>
                      <a:pt x="214" y="310"/>
                    </a:lnTo>
                    <a:lnTo>
                      <a:pt x="214" y="310"/>
                    </a:lnTo>
                    <a:lnTo>
                      <a:pt x="216" y="304"/>
                    </a:lnTo>
                    <a:lnTo>
                      <a:pt x="218" y="304"/>
                    </a:lnTo>
                    <a:lnTo>
                      <a:pt x="218" y="302"/>
                    </a:lnTo>
                    <a:lnTo>
                      <a:pt x="218" y="302"/>
                    </a:lnTo>
                    <a:lnTo>
                      <a:pt x="222" y="300"/>
                    </a:lnTo>
                    <a:lnTo>
                      <a:pt x="224" y="298"/>
                    </a:lnTo>
                    <a:lnTo>
                      <a:pt x="226" y="292"/>
                    </a:lnTo>
                    <a:lnTo>
                      <a:pt x="226" y="292"/>
                    </a:lnTo>
                    <a:lnTo>
                      <a:pt x="234" y="292"/>
                    </a:lnTo>
                    <a:lnTo>
                      <a:pt x="234" y="292"/>
                    </a:lnTo>
                    <a:lnTo>
                      <a:pt x="240" y="288"/>
                    </a:lnTo>
                    <a:lnTo>
                      <a:pt x="240" y="288"/>
                    </a:lnTo>
                    <a:lnTo>
                      <a:pt x="244" y="286"/>
                    </a:lnTo>
                    <a:lnTo>
                      <a:pt x="244" y="286"/>
                    </a:lnTo>
                    <a:lnTo>
                      <a:pt x="248" y="282"/>
                    </a:lnTo>
                    <a:lnTo>
                      <a:pt x="248" y="278"/>
                    </a:lnTo>
                    <a:lnTo>
                      <a:pt x="248" y="270"/>
                    </a:lnTo>
                    <a:lnTo>
                      <a:pt x="248" y="270"/>
                    </a:lnTo>
                    <a:lnTo>
                      <a:pt x="252" y="264"/>
                    </a:lnTo>
                    <a:lnTo>
                      <a:pt x="252" y="264"/>
                    </a:lnTo>
                    <a:lnTo>
                      <a:pt x="252" y="262"/>
                    </a:lnTo>
                    <a:lnTo>
                      <a:pt x="252" y="262"/>
                    </a:lnTo>
                    <a:lnTo>
                      <a:pt x="256" y="260"/>
                    </a:lnTo>
                    <a:lnTo>
                      <a:pt x="258" y="260"/>
                    </a:lnTo>
                    <a:lnTo>
                      <a:pt x="258" y="260"/>
                    </a:lnTo>
                    <a:lnTo>
                      <a:pt x="262" y="256"/>
                    </a:lnTo>
                    <a:lnTo>
                      <a:pt x="262" y="256"/>
                    </a:lnTo>
                    <a:lnTo>
                      <a:pt x="264" y="256"/>
                    </a:lnTo>
                    <a:lnTo>
                      <a:pt x="262" y="258"/>
                    </a:lnTo>
                    <a:lnTo>
                      <a:pt x="262" y="258"/>
                    </a:lnTo>
                    <a:lnTo>
                      <a:pt x="270" y="258"/>
                    </a:lnTo>
                    <a:lnTo>
                      <a:pt x="270" y="254"/>
                    </a:lnTo>
                    <a:lnTo>
                      <a:pt x="272" y="248"/>
                    </a:lnTo>
                    <a:lnTo>
                      <a:pt x="272" y="238"/>
                    </a:lnTo>
                    <a:lnTo>
                      <a:pt x="268" y="234"/>
                    </a:lnTo>
                    <a:lnTo>
                      <a:pt x="270" y="224"/>
                    </a:lnTo>
                    <a:lnTo>
                      <a:pt x="268" y="218"/>
                    </a:lnTo>
                    <a:lnTo>
                      <a:pt x="260" y="214"/>
                    </a:lnTo>
                    <a:lnTo>
                      <a:pt x="258" y="212"/>
                    </a:lnTo>
                    <a:lnTo>
                      <a:pt x="256" y="202"/>
                    </a:lnTo>
                    <a:lnTo>
                      <a:pt x="262" y="198"/>
                    </a:lnTo>
                    <a:lnTo>
                      <a:pt x="268" y="196"/>
                    </a:lnTo>
                    <a:lnTo>
                      <a:pt x="270" y="190"/>
                    </a:lnTo>
                    <a:lnTo>
                      <a:pt x="264" y="182"/>
                    </a:lnTo>
                    <a:lnTo>
                      <a:pt x="268" y="176"/>
                    </a:lnTo>
                    <a:lnTo>
                      <a:pt x="276" y="182"/>
                    </a:lnTo>
                    <a:lnTo>
                      <a:pt x="282" y="182"/>
                    </a:lnTo>
                    <a:lnTo>
                      <a:pt x="288" y="184"/>
                    </a:lnTo>
                    <a:lnTo>
                      <a:pt x="286" y="192"/>
                    </a:lnTo>
                    <a:lnTo>
                      <a:pt x="288" y="204"/>
                    </a:lnTo>
                    <a:lnTo>
                      <a:pt x="292" y="204"/>
                    </a:lnTo>
                    <a:lnTo>
                      <a:pt x="300" y="204"/>
                    </a:lnTo>
                    <a:lnTo>
                      <a:pt x="308" y="202"/>
                    </a:lnTo>
                    <a:lnTo>
                      <a:pt x="316" y="200"/>
                    </a:lnTo>
                    <a:lnTo>
                      <a:pt x="326" y="200"/>
                    </a:lnTo>
                    <a:lnTo>
                      <a:pt x="318" y="206"/>
                    </a:lnTo>
                    <a:lnTo>
                      <a:pt x="320" y="212"/>
                    </a:lnTo>
                    <a:lnTo>
                      <a:pt x="320" y="212"/>
                    </a:lnTo>
                    <a:lnTo>
                      <a:pt x="318" y="216"/>
                    </a:lnTo>
                    <a:lnTo>
                      <a:pt x="316" y="218"/>
                    </a:lnTo>
                    <a:lnTo>
                      <a:pt x="312" y="226"/>
                    </a:lnTo>
                    <a:lnTo>
                      <a:pt x="310" y="236"/>
                    </a:lnTo>
                    <a:lnTo>
                      <a:pt x="312" y="240"/>
                    </a:lnTo>
                    <a:lnTo>
                      <a:pt x="318" y="240"/>
                    </a:lnTo>
                    <a:lnTo>
                      <a:pt x="320" y="234"/>
                    </a:lnTo>
                    <a:lnTo>
                      <a:pt x="326" y="244"/>
                    </a:lnTo>
                    <a:lnTo>
                      <a:pt x="326" y="250"/>
                    </a:lnTo>
                    <a:lnTo>
                      <a:pt x="326" y="256"/>
                    </a:lnTo>
                    <a:lnTo>
                      <a:pt x="330" y="256"/>
                    </a:lnTo>
                    <a:lnTo>
                      <a:pt x="334" y="258"/>
                    </a:lnTo>
                    <a:lnTo>
                      <a:pt x="338" y="256"/>
                    </a:lnTo>
                    <a:lnTo>
                      <a:pt x="340" y="252"/>
                    </a:lnTo>
                    <a:lnTo>
                      <a:pt x="340" y="248"/>
                    </a:lnTo>
                    <a:lnTo>
                      <a:pt x="340" y="242"/>
                    </a:lnTo>
                    <a:lnTo>
                      <a:pt x="338" y="236"/>
                    </a:lnTo>
                    <a:lnTo>
                      <a:pt x="338" y="224"/>
                    </a:lnTo>
                    <a:lnTo>
                      <a:pt x="346" y="228"/>
                    </a:lnTo>
                    <a:lnTo>
                      <a:pt x="348" y="220"/>
                    </a:lnTo>
                    <a:lnTo>
                      <a:pt x="354" y="212"/>
                    </a:lnTo>
                    <a:lnTo>
                      <a:pt x="354" y="208"/>
                    </a:lnTo>
                    <a:lnTo>
                      <a:pt x="350" y="206"/>
                    </a:lnTo>
                    <a:lnTo>
                      <a:pt x="352" y="204"/>
                    </a:lnTo>
                    <a:lnTo>
                      <a:pt x="358" y="200"/>
                    </a:lnTo>
                    <a:lnTo>
                      <a:pt x="362" y="196"/>
                    </a:lnTo>
                    <a:lnTo>
                      <a:pt x="368" y="190"/>
                    </a:lnTo>
                    <a:lnTo>
                      <a:pt x="368" y="186"/>
                    </a:lnTo>
                    <a:lnTo>
                      <a:pt x="372" y="176"/>
                    </a:lnTo>
                    <a:lnTo>
                      <a:pt x="380" y="176"/>
                    </a:lnTo>
                    <a:lnTo>
                      <a:pt x="384" y="178"/>
                    </a:lnTo>
                    <a:lnTo>
                      <a:pt x="390" y="170"/>
                    </a:lnTo>
                    <a:lnTo>
                      <a:pt x="390" y="160"/>
                    </a:lnTo>
                    <a:lnTo>
                      <a:pt x="388" y="156"/>
                    </a:lnTo>
                    <a:lnTo>
                      <a:pt x="386" y="152"/>
                    </a:lnTo>
                    <a:lnTo>
                      <a:pt x="382" y="150"/>
                    </a:lnTo>
                    <a:lnTo>
                      <a:pt x="376" y="148"/>
                    </a:lnTo>
                    <a:lnTo>
                      <a:pt x="374" y="146"/>
                    </a:lnTo>
                    <a:lnTo>
                      <a:pt x="368" y="148"/>
                    </a:lnTo>
                    <a:lnTo>
                      <a:pt x="366" y="144"/>
                    </a:lnTo>
                    <a:lnTo>
                      <a:pt x="366" y="138"/>
                    </a:lnTo>
                    <a:lnTo>
                      <a:pt x="358" y="134"/>
                    </a:lnTo>
                    <a:lnTo>
                      <a:pt x="352" y="134"/>
                    </a:lnTo>
                    <a:lnTo>
                      <a:pt x="348" y="138"/>
                    </a:lnTo>
                    <a:lnTo>
                      <a:pt x="344" y="136"/>
                    </a:lnTo>
                    <a:lnTo>
                      <a:pt x="336" y="138"/>
                    </a:lnTo>
                    <a:lnTo>
                      <a:pt x="332" y="142"/>
                    </a:lnTo>
                    <a:lnTo>
                      <a:pt x="324" y="144"/>
                    </a:lnTo>
                    <a:lnTo>
                      <a:pt x="318" y="146"/>
                    </a:lnTo>
                    <a:lnTo>
                      <a:pt x="320" y="156"/>
                    </a:lnTo>
                    <a:lnTo>
                      <a:pt x="320" y="162"/>
                    </a:lnTo>
                    <a:lnTo>
                      <a:pt x="316" y="164"/>
                    </a:lnTo>
                    <a:lnTo>
                      <a:pt x="304" y="164"/>
                    </a:lnTo>
                    <a:lnTo>
                      <a:pt x="296" y="162"/>
                    </a:lnTo>
                    <a:lnTo>
                      <a:pt x="290" y="164"/>
                    </a:lnTo>
                    <a:lnTo>
                      <a:pt x="284" y="164"/>
                    </a:lnTo>
                    <a:lnTo>
                      <a:pt x="280" y="160"/>
                    </a:lnTo>
                    <a:lnTo>
                      <a:pt x="280" y="154"/>
                    </a:lnTo>
                    <a:lnTo>
                      <a:pt x="278" y="156"/>
                    </a:lnTo>
                    <a:lnTo>
                      <a:pt x="274" y="150"/>
                    </a:lnTo>
                    <a:lnTo>
                      <a:pt x="268" y="148"/>
                    </a:lnTo>
                    <a:lnTo>
                      <a:pt x="264" y="150"/>
                    </a:lnTo>
                    <a:lnTo>
                      <a:pt x="264" y="152"/>
                    </a:lnTo>
                    <a:lnTo>
                      <a:pt x="264" y="160"/>
                    </a:lnTo>
                    <a:lnTo>
                      <a:pt x="262" y="164"/>
                    </a:lnTo>
                    <a:lnTo>
                      <a:pt x="266" y="168"/>
                    </a:lnTo>
                    <a:lnTo>
                      <a:pt x="264" y="172"/>
                    </a:lnTo>
                    <a:lnTo>
                      <a:pt x="262" y="174"/>
                    </a:lnTo>
                    <a:lnTo>
                      <a:pt x="256" y="176"/>
                    </a:lnTo>
                    <a:lnTo>
                      <a:pt x="250" y="174"/>
                    </a:lnTo>
                    <a:lnTo>
                      <a:pt x="242" y="174"/>
                    </a:lnTo>
                    <a:lnTo>
                      <a:pt x="230" y="168"/>
                    </a:lnTo>
                    <a:lnTo>
                      <a:pt x="220" y="168"/>
                    </a:lnTo>
                    <a:lnTo>
                      <a:pt x="214" y="162"/>
                    </a:lnTo>
                    <a:lnTo>
                      <a:pt x="208" y="160"/>
                    </a:lnTo>
                    <a:lnTo>
                      <a:pt x="204" y="156"/>
                    </a:lnTo>
                    <a:lnTo>
                      <a:pt x="198" y="152"/>
                    </a:lnTo>
                    <a:lnTo>
                      <a:pt x="190" y="152"/>
                    </a:lnTo>
                    <a:lnTo>
                      <a:pt x="182" y="146"/>
                    </a:lnTo>
                    <a:lnTo>
                      <a:pt x="174" y="144"/>
                    </a:lnTo>
                    <a:lnTo>
                      <a:pt x="166" y="140"/>
                    </a:lnTo>
                    <a:lnTo>
                      <a:pt x="166" y="136"/>
                    </a:lnTo>
                    <a:lnTo>
                      <a:pt x="158" y="132"/>
                    </a:lnTo>
                    <a:lnTo>
                      <a:pt x="156" y="124"/>
                    </a:lnTo>
                    <a:lnTo>
                      <a:pt x="160" y="116"/>
                    </a:lnTo>
                    <a:lnTo>
                      <a:pt x="168" y="110"/>
                    </a:lnTo>
                    <a:lnTo>
                      <a:pt x="164" y="106"/>
                    </a:lnTo>
                    <a:lnTo>
                      <a:pt x="160" y="102"/>
                    </a:lnTo>
                    <a:lnTo>
                      <a:pt x="152" y="100"/>
                    </a:lnTo>
                    <a:lnTo>
                      <a:pt x="146" y="96"/>
                    </a:lnTo>
                    <a:lnTo>
                      <a:pt x="140" y="94"/>
                    </a:lnTo>
                    <a:lnTo>
                      <a:pt x="138" y="88"/>
                    </a:lnTo>
                    <a:lnTo>
                      <a:pt x="140" y="86"/>
                    </a:lnTo>
                    <a:lnTo>
                      <a:pt x="140" y="82"/>
                    </a:lnTo>
                    <a:lnTo>
                      <a:pt x="142" y="74"/>
                    </a:lnTo>
                    <a:lnTo>
                      <a:pt x="142" y="70"/>
                    </a:lnTo>
                    <a:lnTo>
                      <a:pt x="138" y="68"/>
                    </a:lnTo>
                    <a:lnTo>
                      <a:pt x="134" y="66"/>
                    </a:lnTo>
                    <a:lnTo>
                      <a:pt x="134" y="58"/>
                    </a:lnTo>
                    <a:lnTo>
                      <a:pt x="132" y="52"/>
                    </a:lnTo>
                    <a:lnTo>
                      <a:pt x="126" y="48"/>
                    </a:lnTo>
                    <a:lnTo>
                      <a:pt x="128" y="44"/>
                    </a:lnTo>
                    <a:lnTo>
                      <a:pt x="132" y="40"/>
                    </a:lnTo>
                    <a:lnTo>
                      <a:pt x="134" y="34"/>
                    </a:lnTo>
                    <a:lnTo>
                      <a:pt x="138" y="30"/>
                    </a:lnTo>
                    <a:lnTo>
                      <a:pt x="140" y="26"/>
                    </a:lnTo>
                    <a:lnTo>
                      <a:pt x="142" y="22"/>
                    </a:lnTo>
                    <a:lnTo>
                      <a:pt x="146" y="18"/>
                    </a:lnTo>
                    <a:lnTo>
                      <a:pt x="142" y="12"/>
                    </a:lnTo>
                    <a:lnTo>
                      <a:pt x="140" y="8"/>
                    </a:lnTo>
                    <a:lnTo>
                      <a:pt x="136" y="2"/>
                    </a:lnTo>
                    <a:lnTo>
                      <a:pt x="130" y="2"/>
                    </a:lnTo>
                    <a:lnTo>
                      <a:pt x="124" y="0"/>
                    </a:lnTo>
                    <a:lnTo>
                      <a:pt x="118" y="0"/>
                    </a:lnTo>
                    <a:lnTo>
                      <a:pt x="116" y="2"/>
                    </a:lnTo>
                    <a:lnTo>
                      <a:pt x="108" y="8"/>
                    </a:lnTo>
                    <a:lnTo>
                      <a:pt x="106" y="14"/>
                    </a:lnTo>
                    <a:lnTo>
                      <a:pt x="102" y="20"/>
                    </a:lnTo>
                    <a:lnTo>
                      <a:pt x="98" y="22"/>
                    </a:lnTo>
                    <a:lnTo>
                      <a:pt x="92" y="28"/>
                    </a:lnTo>
                    <a:lnTo>
                      <a:pt x="82" y="30"/>
                    </a:lnTo>
                    <a:lnTo>
                      <a:pt x="76" y="34"/>
                    </a:lnTo>
                    <a:lnTo>
                      <a:pt x="76" y="36"/>
                    </a:lnTo>
                    <a:lnTo>
                      <a:pt x="72" y="40"/>
                    </a:lnTo>
                    <a:lnTo>
                      <a:pt x="68" y="36"/>
                    </a:lnTo>
                    <a:lnTo>
                      <a:pt x="62" y="40"/>
                    </a:lnTo>
                    <a:lnTo>
                      <a:pt x="56" y="42"/>
                    </a:lnTo>
                    <a:lnTo>
                      <a:pt x="56" y="46"/>
                    </a:lnTo>
                    <a:lnTo>
                      <a:pt x="62" y="52"/>
                    </a:lnTo>
                    <a:lnTo>
                      <a:pt x="64" y="66"/>
                    </a:lnTo>
                    <a:lnTo>
                      <a:pt x="66" y="68"/>
                    </a:lnTo>
                    <a:lnTo>
                      <a:pt x="70" y="72"/>
                    </a:lnTo>
                    <a:lnTo>
                      <a:pt x="76" y="78"/>
                    </a:lnTo>
                    <a:lnTo>
                      <a:pt x="76" y="86"/>
                    </a:lnTo>
                    <a:lnTo>
                      <a:pt x="72" y="92"/>
                    </a:lnTo>
                    <a:lnTo>
                      <a:pt x="68" y="98"/>
                    </a:lnTo>
                    <a:lnTo>
                      <a:pt x="68" y="108"/>
                    </a:lnTo>
                    <a:lnTo>
                      <a:pt x="66" y="116"/>
                    </a:lnTo>
                    <a:lnTo>
                      <a:pt x="60" y="120"/>
                    </a:lnTo>
                    <a:lnTo>
                      <a:pt x="56" y="124"/>
                    </a:lnTo>
                    <a:lnTo>
                      <a:pt x="52" y="130"/>
                    </a:lnTo>
                    <a:lnTo>
                      <a:pt x="44" y="134"/>
                    </a:lnTo>
                    <a:lnTo>
                      <a:pt x="38" y="144"/>
                    </a:lnTo>
                    <a:lnTo>
                      <a:pt x="32" y="150"/>
                    </a:lnTo>
                    <a:lnTo>
                      <a:pt x="26" y="152"/>
                    </a:lnTo>
                    <a:lnTo>
                      <a:pt x="24" y="148"/>
                    </a:lnTo>
                    <a:lnTo>
                      <a:pt x="20" y="156"/>
                    </a:lnTo>
                    <a:lnTo>
                      <a:pt x="16" y="160"/>
                    </a:lnTo>
                    <a:lnTo>
                      <a:pt x="12" y="168"/>
                    </a:lnTo>
                    <a:lnTo>
                      <a:pt x="16" y="172"/>
                    </a:lnTo>
                    <a:lnTo>
                      <a:pt x="18" y="174"/>
                    </a:lnTo>
                    <a:lnTo>
                      <a:pt x="16" y="180"/>
                    </a:lnTo>
                    <a:lnTo>
                      <a:pt x="16" y="186"/>
                    </a:lnTo>
                    <a:lnTo>
                      <a:pt x="22" y="188"/>
                    </a:lnTo>
                    <a:lnTo>
                      <a:pt x="24" y="194"/>
                    </a:lnTo>
                    <a:lnTo>
                      <a:pt x="24" y="210"/>
                    </a:lnTo>
                    <a:lnTo>
                      <a:pt x="20" y="208"/>
                    </a:lnTo>
                    <a:lnTo>
                      <a:pt x="12" y="208"/>
                    </a:lnTo>
                    <a:lnTo>
                      <a:pt x="8" y="208"/>
                    </a:lnTo>
                    <a:lnTo>
                      <a:pt x="2" y="212"/>
                    </a:lnTo>
                    <a:lnTo>
                      <a:pt x="0" y="2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4" name="Freeform 174">
                <a:extLst>
                  <a:ext uri="{FF2B5EF4-FFF2-40B4-BE49-F238E27FC236}">
                    <a16:creationId xmlns:a16="http://schemas.microsoft.com/office/drawing/2014/main" id="{55AA2643-07AD-BD40-B7B1-18708F5A7A41}"/>
                  </a:ext>
                </a:extLst>
              </p:cNvPr>
              <p:cNvSpPr>
                <a:spLocks/>
              </p:cNvSpPr>
              <p:nvPr/>
            </p:nvSpPr>
            <p:spPr bwMode="auto">
              <a:xfrm>
                <a:off x="8889577" y="3630750"/>
                <a:ext cx="11741" cy="8009"/>
              </a:xfrm>
              <a:custGeom>
                <a:avLst/>
                <a:gdLst>
                  <a:gd name="T0" fmla="*/ 6 w 6"/>
                  <a:gd name="T1" fmla="*/ 2 h 4"/>
                  <a:gd name="T2" fmla="*/ 6 w 6"/>
                  <a:gd name="T3" fmla="*/ 2 h 4"/>
                  <a:gd name="T4" fmla="*/ 6 w 6"/>
                  <a:gd name="T5" fmla="*/ 2 h 4"/>
                  <a:gd name="T6" fmla="*/ 2 w 6"/>
                  <a:gd name="T7" fmla="*/ 4 h 4"/>
                  <a:gd name="T8" fmla="*/ 2 w 6"/>
                  <a:gd name="T9" fmla="*/ 4 h 4"/>
                  <a:gd name="T10" fmla="*/ 0 w 6"/>
                  <a:gd name="T11" fmla="*/ 0 h 4"/>
                  <a:gd name="T12" fmla="*/ 0 w 6"/>
                  <a:gd name="T13" fmla="*/ 0 h 4"/>
                  <a:gd name="T14" fmla="*/ 4 w 6"/>
                  <a:gd name="T15" fmla="*/ 0 h 4"/>
                  <a:gd name="T16" fmla="*/ 4 w 6"/>
                  <a:gd name="T17" fmla="*/ 0 h 4"/>
                  <a:gd name="T18" fmla="*/ 6 w 6"/>
                  <a:gd name="T19" fmla="*/ 0 h 4"/>
                  <a:gd name="T20" fmla="*/ 6 w 6"/>
                  <a:gd name="T21"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4">
                    <a:moveTo>
                      <a:pt x="6" y="2"/>
                    </a:moveTo>
                    <a:lnTo>
                      <a:pt x="6" y="2"/>
                    </a:lnTo>
                    <a:lnTo>
                      <a:pt x="6" y="2"/>
                    </a:lnTo>
                    <a:lnTo>
                      <a:pt x="2" y="4"/>
                    </a:lnTo>
                    <a:lnTo>
                      <a:pt x="2" y="4"/>
                    </a:lnTo>
                    <a:lnTo>
                      <a:pt x="0" y="0"/>
                    </a:lnTo>
                    <a:lnTo>
                      <a:pt x="0" y="0"/>
                    </a:lnTo>
                    <a:lnTo>
                      <a:pt x="4" y="0"/>
                    </a:lnTo>
                    <a:lnTo>
                      <a:pt x="4" y="0"/>
                    </a:lnTo>
                    <a:lnTo>
                      <a:pt x="6"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5" name="Freeform 211">
                <a:extLst>
                  <a:ext uri="{FF2B5EF4-FFF2-40B4-BE49-F238E27FC236}">
                    <a16:creationId xmlns:a16="http://schemas.microsoft.com/office/drawing/2014/main" id="{FE161EEB-6DE3-DC48-995C-B78DA0D96A48}"/>
                  </a:ext>
                </a:extLst>
              </p:cNvPr>
              <p:cNvSpPr>
                <a:spLocks/>
              </p:cNvSpPr>
              <p:nvPr/>
            </p:nvSpPr>
            <p:spPr bwMode="auto">
              <a:xfrm>
                <a:off x="9038168" y="3318384"/>
                <a:ext cx="10837" cy="16019"/>
              </a:xfrm>
              <a:custGeom>
                <a:avLst/>
                <a:gdLst>
                  <a:gd name="T0" fmla="*/ 4 w 6"/>
                  <a:gd name="T1" fmla="*/ 0 h 8"/>
                  <a:gd name="T2" fmla="*/ 6 w 6"/>
                  <a:gd name="T3" fmla="*/ 0 h 8"/>
                  <a:gd name="T4" fmla="*/ 6 w 6"/>
                  <a:gd name="T5" fmla="*/ 0 h 8"/>
                  <a:gd name="T6" fmla="*/ 6 w 6"/>
                  <a:gd name="T7" fmla="*/ 4 h 8"/>
                  <a:gd name="T8" fmla="*/ 6 w 6"/>
                  <a:gd name="T9" fmla="*/ 8 h 8"/>
                  <a:gd name="T10" fmla="*/ 6 w 6"/>
                  <a:gd name="T11" fmla="*/ 8 h 8"/>
                  <a:gd name="T12" fmla="*/ 4 w 6"/>
                  <a:gd name="T13" fmla="*/ 8 h 8"/>
                  <a:gd name="T14" fmla="*/ 2 w 6"/>
                  <a:gd name="T15" fmla="*/ 8 h 8"/>
                  <a:gd name="T16" fmla="*/ 2 w 6"/>
                  <a:gd name="T17" fmla="*/ 6 h 8"/>
                  <a:gd name="T18" fmla="*/ 2 w 6"/>
                  <a:gd name="T19" fmla="*/ 6 h 8"/>
                  <a:gd name="T20" fmla="*/ 2 w 6"/>
                  <a:gd name="T21" fmla="*/ 6 h 8"/>
                  <a:gd name="T22" fmla="*/ 0 w 6"/>
                  <a:gd name="T23" fmla="*/ 6 h 8"/>
                  <a:gd name="T24" fmla="*/ 0 w 6"/>
                  <a:gd name="T25" fmla="*/ 6 h 8"/>
                  <a:gd name="T26" fmla="*/ 0 w 6"/>
                  <a:gd name="T27" fmla="*/ 2 h 8"/>
                  <a:gd name="T28" fmla="*/ 0 w 6"/>
                  <a:gd name="T29" fmla="*/ 2 h 8"/>
                  <a:gd name="T30" fmla="*/ 4 w 6"/>
                  <a:gd name="T31" fmla="*/ 0 h 8"/>
                  <a:gd name="T32" fmla="*/ 4 w 6"/>
                  <a:gd name="T3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 h="8">
                    <a:moveTo>
                      <a:pt x="4" y="0"/>
                    </a:moveTo>
                    <a:lnTo>
                      <a:pt x="6" y="0"/>
                    </a:lnTo>
                    <a:lnTo>
                      <a:pt x="6" y="0"/>
                    </a:lnTo>
                    <a:lnTo>
                      <a:pt x="6" y="4"/>
                    </a:lnTo>
                    <a:lnTo>
                      <a:pt x="6" y="8"/>
                    </a:lnTo>
                    <a:lnTo>
                      <a:pt x="6" y="8"/>
                    </a:lnTo>
                    <a:lnTo>
                      <a:pt x="4" y="8"/>
                    </a:lnTo>
                    <a:lnTo>
                      <a:pt x="2" y="8"/>
                    </a:lnTo>
                    <a:lnTo>
                      <a:pt x="2" y="6"/>
                    </a:lnTo>
                    <a:lnTo>
                      <a:pt x="2" y="6"/>
                    </a:lnTo>
                    <a:lnTo>
                      <a:pt x="2" y="6"/>
                    </a:lnTo>
                    <a:lnTo>
                      <a:pt x="0" y="6"/>
                    </a:lnTo>
                    <a:lnTo>
                      <a:pt x="0" y="6"/>
                    </a:lnTo>
                    <a:lnTo>
                      <a:pt x="0" y="2"/>
                    </a:lnTo>
                    <a:lnTo>
                      <a:pt x="0" y="2"/>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6" name="Freeform 239">
                <a:extLst>
                  <a:ext uri="{FF2B5EF4-FFF2-40B4-BE49-F238E27FC236}">
                    <a16:creationId xmlns:a16="http://schemas.microsoft.com/office/drawing/2014/main" id="{BEE3DC09-5CA8-9C40-AA04-82879D0D8026}"/>
                  </a:ext>
                </a:extLst>
              </p:cNvPr>
              <p:cNvSpPr>
                <a:spLocks/>
              </p:cNvSpPr>
              <p:nvPr/>
            </p:nvSpPr>
            <p:spPr bwMode="auto">
              <a:xfrm>
                <a:off x="8579392" y="3887051"/>
                <a:ext cx="137272" cy="160188"/>
              </a:xfrm>
              <a:custGeom>
                <a:avLst/>
                <a:gdLst>
                  <a:gd name="T0" fmla="*/ 6 w 70"/>
                  <a:gd name="T1" fmla="*/ 60 h 80"/>
                  <a:gd name="T2" fmla="*/ 6 w 70"/>
                  <a:gd name="T3" fmla="*/ 60 h 80"/>
                  <a:gd name="T4" fmla="*/ 8 w 70"/>
                  <a:gd name="T5" fmla="*/ 66 h 80"/>
                  <a:gd name="T6" fmla="*/ 10 w 70"/>
                  <a:gd name="T7" fmla="*/ 66 h 80"/>
                  <a:gd name="T8" fmla="*/ 10 w 70"/>
                  <a:gd name="T9" fmla="*/ 66 h 80"/>
                  <a:gd name="T10" fmla="*/ 12 w 70"/>
                  <a:gd name="T11" fmla="*/ 74 h 80"/>
                  <a:gd name="T12" fmla="*/ 12 w 70"/>
                  <a:gd name="T13" fmla="*/ 74 h 80"/>
                  <a:gd name="T14" fmla="*/ 18 w 70"/>
                  <a:gd name="T15" fmla="*/ 72 h 80"/>
                  <a:gd name="T16" fmla="*/ 18 w 70"/>
                  <a:gd name="T17" fmla="*/ 72 h 80"/>
                  <a:gd name="T18" fmla="*/ 18 w 70"/>
                  <a:gd name="T19" fmla="*/ 78 h 80"/>
                  <a:gd name="T20" fmla="*/ 18 w 70"/>
                  <a:gd name="T21" fmla="*/ 78 h 80"/>
                  <a:gd name="T22" fmla="*/ 24 w 70"/>
                  <a:gd name="T23" fmla="*/ 78 h 80"/>
                  <a:gd name="T24" fmla="*/ 26 w 70"/>
                  <a:gd name="T25" fmla="*/ 80 h 80"/>
                  <a:gd name="T26" fmla="*/ 32 w 70"/>
                  <a:gd name="T27" fmla="*/ 72 h 80"/>
                  <a:gd name="T28" fmla="*/ 36 w 70"/>
                  <a:gd name="T29" fmla="*/ 70 h 80"/>
                  <a:gd name="T30" fmla="*/ 38 w 70"/>
                  <a:gd name="T31" fmla="*/ 66 h 80"/>
                  <a:gd name="T32" fmla="*/ 46 w 70"/>
                  <a:gd name="T33" fmla="*/ 66 h 80"/>
                  <a:gd name="T34" fmla="*/ 52 w 70"/>
                  <a:gd name="T35" fmla="*/ 68 h 80"/>
                  <a:gd name="T36" fmla="*/ 54 w 70"/>
                  <a:gd name="T37" fmla="*/ 62 h 80"/>
                  <a:gd name="T38" fmla="*/ 56 w 70"/>
                  <a:gd name="T39" fmla="*/ 60 h 80"/>
                  <a:gd name="T40" fmla="*/ 62 w 70"/>
                  <a:gd name="T41" fmla="*/ 58 h 80"/>
                  <a:gd name="T42" fmla="*/ 66 w 70"/>
                  <a:gd name="T43" fmla="*/ 54 h 80"/>
                  <a:gd name="T44" fmla="*/ 68 w 70"/>
                  <a:gd name="T45" fmla="*/ 48 h 80"/>
                  <a:gd name="T46" fmla="*/ 68 w 70"/>
                  <a:gd name="T47" fmla="*/ 40 h 80"/>
                  <a:gd name="T48" fmla="*/ 70 w 70"/>
                  <a:gd name="T49" fmla="*/ 34 h 80"/>
                  <a:gd name="T50" fmla="*/ 70 w 70"/>
                  <a:gd name="T51" fmla="*/ 26 h 80"/>
                  <a:gd name="T52" fmla="*/ 68 w 70"/>
                  <a:gd name="T53" fmla="*/ 18 h 80"/>
                  <a:gd name="T54" fmla="*/ 66 w 70"/>
                  <a:gd name="T55" fmla="*/ 12 h 80"/>
                  <a:gd name="T56" fmla="*/ 66 w 70"/>
                  <a:gd name="T57" fmla="*/ 4 h 80"/>
                  <a:gd name="T58" fmla="*/ 60 w 70"/>
                  <a:gd name="T59" fmla="*/ 6 h 80"/>
                  <a:gd name="T60" fmla="*/ 56 w 70"/>
                  <a:gd name="T61" fmla="*/ 2 h 80"/>
                  <a:gd name="T62" fmla="*/ 52 w 70"/>
                  <a:gd name="T63" fmla="*/ 0 h 80"/>
                  <a:gd name="T64" fmla="*/ 48 w 70"/>
                  <a:gd name="T65" fmla="*/ 6 h 80"/>
                  <a:gd name="T66" fmla="*/ 48 w 70"/>
                  <a:gd name="T67" fmla="*/ 12 h 80"/>
                  <a:gd name="T68" fmla="*/ 44 w 70"/>
                  <a:gd name="T69" fmla="*/ 14 h 80"/>
                  <a:gd name="T70" fmla="*/ 40 w 70"/>
                  <a:gd name="T71" fmla="*/ 10 h 80"/>
                  <a:gd name="T72" fmla="*/ 38 w 70"/>
                  <a:gd name="T73" fmla="*/ 8 h 80"/>
                  <a:gd name="T74" fmla="*/ 30 w 70"/>
                  <a:gd name="T75" fmla="*/ 6 h 80"/>
                  <a:gd name="T76" fmla="*/ 26 w 70"/>
                  <a:gd name="T77" fmla="*/ 10 h 80"/>
                  <a:gd name="T78" fmla="*/ 20 w 70"/>
                  <a:gd name="T79" fmla="*/ 14 h 80"/>
                  <a:gd name="T80" fmla="*/ 16 w 70"/>
                  <a:gd name="T81" fmla="*/ 14 h 80"/>
                  <a:gd name="T82" fmla="*/ 10 w 70"/>
                  <a:gd name="T83" fmla="*/ 14 h 80"/>
                  <a:gd name="T84" fmla="*/ 4 w 70"/>
                  <a:gd name="T85" fmla="*/ 18 h 80"/>
                  <a:gd name="T86" fmla="*/ 0 w 70"/>
                  <a:gd name="T87" fmla="*/ 20 h 80"/>
                  <a:gd name="T88" fmla="*/ 0 w 70"/>
                  <a:gd name="T89" fmla="*/ 28 h 80"/>
                  <a:gd name="T90" fmla="*/ 0 w 70"/>
                  <a:gd name="T91" fmla="*/ 38 h 80"/>
                  <a:gd name="T92" fmla="*/ 4 w 70"/>
                  <a:gd name="T93" fmla="*/ 44 h 80"/>
                  <a:gd name="T94" fmla="*/ 6 w 70"/>
                  <a:gd name="T95" fmla="*/ 52 h 80"/>
                  <a:gd name="T96" fmla="*/ 6 w 70"/>
                  <a:gd name="T97"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0" h="80">
                    <a:moveTo>
                      <a:pt x="6" y="60"/>
                    </a:moveTo>
                    <a:lnTo>
                      <a:pt x="6" y="60"/>
                    </a:lnTo>
                    <a:lnTo>
                      <a:pt x="8" y="66"/>
                    </a:lnTo>
                    <a:lnTo>
                      <a:pt x="10" y="66"/>
                    </a:lnTo>
                    <a:lnTo>
                      <a:pt x="10" y="66"/>
                    </a:lnTo>
                    <a:lnTo>
                      <a:pt x="12" y="74"/>
                    </a:lnTo>
                    <a:lnTo>
                      <a:pt x="12" y="74"/>
                    </a:lnTo>
                    <a:lnTo>
                      <a:pt x="18" y="72"/>
                    </a:lnTo>
                    <a:lnTo>
                      <a:pt x="18" y="72"/>
                    </a:lnTo>
                    <a:lnTo>
                      <a:pt x="18" y="78"/>
                    </a:lnTo>
                    <a:lnTo>
                      <a:pt x="18" y="78"/>
                    </a:lnTo>
                    <a:lnTo>
                      <a:pt x="24" y="78"/>
                    </a:lnTo>
                    <a:lnTo>
                      <a:pt x="26" y="80"/>
                    </a:lnTo>
                    <a:lnTo>
                      <a:pt x="32" y="72"/>
                    </a:lnTo>
                    <a:lnTo>
                      <a:pt x="36" y="70"/>
                    </a:lnTo>
                    <a:lnTo>
                      <a:pt x="38" y="66"/>
                    </a:lnTo>
                    <a:lnTo>
                      <a:pt x="46" y="66"/>
                    </a:lnTo>
                    <a:lnTo>
                      <a:pt x="52" y="68"/>
                    </a:lnTo>
                    <a:lnTo>
                      <a:pt x="54" y="62"/>
                    </a:lnTo>
                    <a:lnTo>
                      <a:pt x="56" y="60"/>
                    </a:lnTo>
                    <a:lnTo>
                      <a:pt x="62" y="58"/>
                    </a:lnTo>
                    <a:lnTo>
                      <a:pt x="66" y="54"/>
                    </a:lnTo>
                    <a:lnTo>
                      <a:pt x="68" y="48"/>
                    </a:lnTo>
                    <a:lnTo>
                      <a:pt x="68" y="40"/>
                    </a:lnTo>
                    <a:lnTo>
                      <a:pt x="70" y="34"/>
                    </a:lnTo>
                    <a:lnTo>
                      <a:pt x="70" y="26"/>
                    </a:lnTo>
                    <a:lnTo>
                      <a:pt x="68" y="18"/>
                    </a:lnTo>
                    <a:lnTo>
                      <a:pt x="66" y="12"/>
                    </a:lnTo>
                    <a:lnTo>
                      <a:pt x="66" y="4"/>
                    </a:lnTo>
                    <a:lnTo>
                      <a:pt x="60" y="6"/>
                    </a:lnTo>
                    <a:lnTo>
                      <a:pt x="56" y="2"/>
                    </a:lnTo>
                    <a:lnTo>
                      <a:pt x="52" y="0"/>
                    </a:lnTo>
                    <a:lnTo>
                      <a:pt x="48" y="6"/>
                    </a:lnTo>
                    <a:lnTo>
                      <a:pt x="48" y="12"/>
                    </a:lnTo>
                    <a:lnTo>
                      <a:pt x="44" y="14"/>
                    </a:lnTo>
                    <a:lnTo>
                      <a:pt x="40" y="10"/>
                    </a:lnTo>
                    <a:lnTo>
                      <a:pt x="38" y="8"/>
                    </a:lnTo>
                    <a:lnTo>
                      <a:pt x="30" y="6"/>
                    </a:lnTo>
                    <a:lnTo>
                      <a:pt x="26" y="10"/>
                    </a:lnTo>
                    <a:lnTo>
                      <a:pt x="20" y="14"/>
                    </a:lnTo>
                    <a:lnTo>
                      <a:pt x="16" y="14"/>
                    </a:lnTo>
                    <a:lnTo>
                      <a:pt x="10" y="14"/>
                    </a:lnTo>
                    <a:lnTo>
                      <a:pt x="4" y="18"/>
                    </a:lnTo>
                    <a:lnTo>
                      <a:pt x="0" y="20"/>
                    </a:lnTo>
                    <a:lnTo>
                      <a:pt x="0" y="28"/>
                    </a:lnTo>
                    <a:lnTo>
                      <a:pt x="0" y="38"/>
                    </a:lnTo>
                    <a:lnTo>
                      <a:pt x="4" y="44"/>
                    </a:lnTo>
                    <a:lnTo>
                      <a:pt x="6" y="52"/>
                    </a:lnTo>
                    <a:lnTo>
                      <a:pt x="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7" name="Freeform 241">
                <a:extLst>
                  <a:ext uri="{FF2B5EF4-FFF2-40B4-BE49-F238E27FC236}">
                    <a16:creationId xmlns:a16="http://schemas.microsoft.com/office/drawing/2014/main" id="{8E88E8BF-93E1-1646-B325-CDBD0E2268D1}"/>
                  </a:ext>
                </a:extLst>
              </p:cNvPr>
              <p:cNvSpPr>
                <a:spLocks/>
              </p:cNvSpPr>
              <p:nvPr/>
            </p:nvSpPr>
            <p:spPr bwMode="auto">
              <a:xfrm>
                <a:off x="8324716" y="3470561"/>
                <a:ext cx="223969" cy="548645"/>
              </a:xfrm>
              <a:custGeom>
                <a:avLst/>
                <a:gdLst>
                  <a:gd name="T0" fmla="*/ 90 w 114"/>
                  <a:gd name="T1" fmla="*/ 260 h 274"/>
                  <a:gd name="T2" fmla="*/ 92 w 114"/>
                  <a:gd name="T3" fmla="*/ 234 h 274"/>
                  <a:gd name="T4" fmla="*/ 76 w 114"/>
                  <a:gd name="T5" fmla="*/ 202 h 274"/>
                  <a:gd name="T6" fmla="*/ 78 w 114"/>
                  <a:gd name="T7" fmla="*/ 186 h 274"/>
                  <a:gd name="T8" fmla="*/ 72 w 114"/>
                  <a:gd name="T9" fmla="*/ 158 h 274"/>
                  <a:gd name="T10" fmla="*/ 72 w 114"/>
                  <a:gd name="T11" fmla="*/ 138 h 274"/>
                  <a:gd name="T12" fmla="*/ 84 w 114"/>
                  <a:gd name="T13" fmla="*/ 132 h 274"/>
                  <a:gd name="T14" fmla="*/ 90 w 114"/>
                  <a:gd name="T15" fmla="*/ 122 h 274"/>
                  <a:gd name="T16" fmla="*/ 106 w 114"/>
                  <a:gd name="T17" fmla="*/ 122 h 274"/>
                  <a:gd name="T18" fmla="*/ 114 w 114"/>
                  <a:gd name="T19" fmla="*/ 104 h 274"/>
                  <a:gd name="T20" fmla="*/ 100 w 114"/>
                  <a:gd name="T21" fmla="*/ 88 h 274"/>
                  <a:gd name="T22" fmla="*/ 90 w 114"/>
                  <a:gd name="T23" fmla="*/ 82 h 274"/>
                  <a:gd name="T24" fmla="*/ 90 w 114"/>
                  <a:gd name="T25" fmla="*/ 72 h 274"/>
                  <a:gd name="T26" fmla="*/ 86 w 114"/>
                  <a:gd name="T27" fmla="*/ 58 h 274"/>
                  <a:gd name="T28" fmla="*/ 74 w 114"/>
                  <a:gd name="T29" fmla="*/ 64 h 274"/>
                  <a:gd name="T30" fmla="*/ 70 w 114"/>
                  <a:gd name="T31" fmla="*/ 56 h 274"/>
                  <a:gd name="T32" fmla="*/ 72 w 114"/>
                  <a:gd name="T33" fmla="*/ 42 h 274"/>
                  <a:gd name="T34" fmla="*/ 78 w 114"/>
                  <a:gd name="T35" fmla="*/ 22 h 274"/>
                  <a:gd name="T36" fmla="*/ 76 w 114"/>
                  <a:gd name="T37" fmla="*/ 6 h 274"/>
                  <a:gd name="T38" fmla="*/ 66 w 114"/>
                  <a:gd name="T39" fmla="*/ 0 h 274"/>
                  <a:gd name="T40" fmla="*/ 56 w 114"/>
                  <a:gd name="T41" fmla="*/ 16 h 274"/>
                  <a:gd name="T42" fmla="*/ 44 w 114"/>
                  <a:gd name="T43" fmla="*/ 30 h 274"/>
                  <a:gd name="T44" fmla="*/ 28 w 114"/>
                  <a:gd name="T45" fmla="*/ 44 h 274"/>
                  <a:gd name="T46" fmla="*/ 30 w 114"/>
                  <a:gd name="T47" fmla="*/ 52 h 274"/>
                  <a:gd name="T48" fmla="*/ 14 w 114"/>
                  <a:gd name="T49" fmla="*/ 64 h 274"/>
                  <a:gd name="T50" fmla="*/ 16 w 114"/>
                  <a:gd name="T51" fmla="*/ 88 h 274"/>
                  <a:gd name="T52" fmla="*/ 10 w 114"/>
                  <a:gd name="T53" fmla="*/ 98 h 274"/>
                  <a:gd name="T54" fmla="*/ 4 w 114"/>
                  <a:gd name="T55" fmla="*/ 104 h 274"/>
                  <a:gd name="T56" fmla="*/ 6 w 114"/>
                  <a:gd name="T57" fmla="*/ 114 h 274"/>
                  <a:gd name="T58" fmla="*/ 0 w 114"/>
                  <a:gd name="T59" fmla="*/ 120 h 274"/>
                  <a:gd name="T60" fmla="*/ 4 w 114"/>
                  <a:gd name="T61" fmla="*/ 128 h 274"/>
                  <a:gd name="T62" fmla="*/ 6 w 114"/>
                  <a:gd name="T63" fmla="*/ 124 h 274"/>
                  <a:gd name="T64" fmla="*/ 8 w 114"/>
                  <a:gd name="T65" fmla="*/ 122 h 274"/>
                  <a:gd name="T66" fmla="*/ 14 w 114"/>
                  <a:gd name="T67" fmla="*/ 122 h 274"/>
                  <a:gd name="T68" fmla="*/ 16 w 114"/>
                  <a:gd name="T69" fmla="*/ 132 h 274"/>
                  <a:gd name="T70" fmla="*/ 20 w 114"/>
                  <a:gd name="T71" fmla="*/ 140 h 274"/>
                  <a:gd name="T72" fmla="*/ 18 w 114"/>
                  <a:gd name="T73" fmla="*/ 148 h 274"/>
                  <a:gd name="T74" fmla="*/ 24 w 114"/>
                  <a:gd name="T75" fmla="*/ 154 h 274"/>
                  <a:gd name="T76" fmla="*/ 26 w 114"/>
                  <a:gd name="T77" fmla="*/ 162 h 274"/>
                  <a:gd name="T78" fmla="*/ 20 w 114"/>
                  <a:gd name="T79" fmla="*/ 190 h 274"/>
                  <a:gd name="T80" fmla="*/ 22 w 114"/>
                  <a:gd name="T81" fmla="*/ 192 h 274"/>
                  <a:gd name="T82" fmla="*/ 26 w 114"/>
                  <a:gd name="T83" fmla="*/ 192 h 274"/>
                  <a:gd name="T84" fmla="*/ 38 w 114"/>
                  <a:gd name="T85" fmla="*/ 194 h 274"/>
                  <a:gd name="T86" fmla="*/ 40 w 114"/>
                  <a:gd name="T87" fmla="*/ 188 h 274"/>
                  <a:gd name="T88" fmla="*/ 42 w 114"/>
                  <a:gd name="T89" fmla="*/ 188 h 274"/>
                  <a:gd name="T90" fmla="*/ 50 w 114"/>
                  <a:gd name="T91" fmla="*/ 176 h 274"/>
                  <a:gd name="T92" fmla="*/ 60 w 114"/>
                  <a:gd name="T93" fmla="*/ 180 h 274"/>
                  <a:gd name="T94" fmla="*/ 60 w 114"/>
                  <a:gd name="T95" fmla="*/ 184 h 274"/>
                  <a:gd name="T96" fmla="*/ 66 w 114"/>
                  <a:gd name="T97" fmla="*/ 186 h 274"/>
                  <a:gd name="T98" fmla="*/ 68 w 114"/>
                  <a:gd name="T99" fmla="*/ 200 h 274"/>
                  <a:gd name="T100" fmla="*/ 74 w 114"/>
                  <a:gd name="T101" fmla="*/ 224 h 274"/>
                  <a:gd name="T102" fmla="*/ 78 w 114"/>
                  <a:gd name="T103" fmla="*/ 230 h 274"/>
                  <a:gd name="T104" fmla="*/ 82 w 114"/>
                  <a:gd name="T105" fmla="*/ 258 h 274"/>
                  <a:gd name="T106" fmla="*/ 80 w 114"/>
                  <a:gd name="T107" fmla="*/ 260 h 274"/>
                  <a:gd name="T108" fmla="*/ 86 w 114"/>
                  <a:gd name="T109"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274">
                    <a:moveTo>
                      <a:pt x="86" y="274"/>
                    </a:moveTo>
                    <a:lnTo>
                      <a:pt x="88" y="268"/>
                    </a:lnTo>
                    <a:lnTo>
                      <a:pt x="90" y="260"/>
                    </a:lnTo>
                    <a:lnTo>
                      <a:pt x="96" y="252"/>
                    </a:lnTo>
                    <a:lnTo>
                      <a:pt x="96" y="244"/>
                    </a:lnTo>
                    <a:lnTo>
                      <a:pt x="92" y="234"/>
                    </a:lnTo>
                    <a:lnTo>
                      <a:pt x="84" y="226"/>
                    </a:lnTo>
                    <a:lnTo>
                      <a:pt x="80" y="214"/>
                    </a:lnTo>
                    <a:lnTo>
                      <a:pt x="76" y="202"/>
                    </a:lnTo>
                    <a:lnTo>
                      <a:pt x="84" y="198"/>
                    </a:lnTo>
                    <a:lnTo>
                      <a:pt x="84" y="192"/>
                    </a:lnTo>
                    <a:lnTo>
                      <a:pt x="78" y="186"/>
                    </a:lnTo>
                    <a:lnTo>
                      <a:pt x="72" y="178"/>
                    </a:lnTo>
                    <a:lnTo>
                      <a:pt x="70" y="166"/>
                    </a:lnTo>
                    <a:lnTo>
                      <a:pt x="72" y="158"/>
                    </a:lnTo>
                    <a:lnTo>
                      <a:pt x="72" y="152"/>
                    </a:lnTo>
                    <a:lnTo>
                      <a:pt x="70" y="144"/>
                    </a:lnTo>
                    <a:lnTo>
                      <a:pt x="72" y="138"/>
                    </a:lnTo>
                    <a:lnTo>
                      <a:pt x="76" y="138"/>
                    </a:lnTo>
                    <a:lnTo>
                      <a:pt x="80" y="132"/>
                    </a:lnTo>
                    <a:lnTo>
                      <a:pt x="84" y="132"/>
                    </a:lnTo>
                    <a:lnTo>
                      <a:pt x="84" y="128"/>
                    </a:lnTo>
                    <a:lnTo>
                      <a:pt x="86" y="122"/>
                    </a:lnTo>
                    <a:lnTo>
                      <a:pt x="90" y="122"/>
                    </a:lnTo>
                    <a:lnTo>
                      <a:pt x="94" y="124"/>
                    </a:lnTo>
                    <a:lnTo>
                      <a:pt x="104" y="124"/>
                    </a:lnTo>
                    <a:lnTo>
                      <a:pt x="106" y="122"/>
                    </a:lnTo>
                    <a:lnTo>
                      <a:pt x="106" y="116"/>
                    </a:lnTo>
                    <a:lnTo>
                      <a:pt x="112" y="108"/>
                    </a:lnTo>
                    <a:lnTo>
                      <a:pt x="114" y="104"/>
                    </a:lnTo>
                    <a:lnTo>
                      <a:pt x="104" y="102"/>
                    </a:lnTo>
                    <a:lnTo>
                      <a:pt x="102" y="96"/>
                    </a:lnTo>
                    <a:lnTo>
                      <a:pt x="100" y="88"/>
                    </a:lnTo>
                    <a:lnTo>
                      <a:pt x="96" y="88"/>
                    </a:lnTo>
                    <a:lnTo>
                      <a:pt x="90" y="86"/>
                    </a:lnTo>
                    <a:lnTo>
                      <a:pt x="90" y="82"/>
                    </a:lnTo>
                    <a:lnTo>
                      <a:pt x="94" y="76"/>
                    </a:lnTo>
                    <a:lnTo>
                      <a:pt x="94" y="72"/>
                    </a:lnTo>
                    <a:lnTo>
                      <a:pt x="90" y="72"/>
                    </a:lnTo>
                    <a:lnTo>
                      <a:pt x="88" y="66"/>
                    </a:lnTo>
                    <a:lnTo>
                      <a:pt x="88" y="62"/>
                    </a:lnTo>
                    <a:lnTo>
                      <a:pt x="86" y="58"/>
                    </a:lnTo>
                    <a:lnTo>
                      <a:pt x="82" y="58"/>
                    </a:lnTo>
                    <a:lnTo>
                      <a:pt x="76" y="60"/>
                    </a:lnTo>
                    <a:lnTo>
                      <a:pt x="74" y="64"/>
                    </a:lnTo>
                    <a:lnTo>
                      <a:pt x="72" y="64"/>
                    </a:lnTo>
                    <a:lnTo>
                      <a:pt x="70" y="62"/>
                    </a:lnTo>
                    <a:lnTo>
                      <a:pt x="70" y="56"/>
                    </a:lnTo>
                    <a:lnTo>
                      <a:pt x="68" y="52"/>
                    </a:lnTo>
                    <a:lnTo>
                      <a:pt x="68" y="48"/>
                    </a:lnTo>
                    <a:lnTo>
                      <a:pt x="72" y="42"/>
                    </a:lnTo>
                    <a:lnTo>
                      <a:pt x="76" y="36"/>
                    </a:lnTo>
                    <a:lnTo>
                      <a:pt x="78" y="26"/>
                    </a:lnTo>
                    <a:lnTo>
                      <a:pt x="78" y="22"/>
                    </a:lnTo>
                    <a:lnTo>
                      <a:pt x="76" y="18"/>
                    </a:lnTo>
                    <a:lnTo>
                      <a:pt x="78" y="10"/>
                    </a:lnTo>
                    <a:lnTo>
                      <a:pt x="76" y="6"/>
                    </a:lnTo>
                    <a:lnTo>
                      <a:pt x="74" y="0"/>
                    </a:lnTo>
                    <a:lnTo>
                      <a:pt x="70" y="0"/>
                    </a:lnTo>
                    <a:lnTo>
                      <a:pt x="66" y="0"/>
                    </a:lnTo>
                    <a:lnTo>
                      <a:pt x="66" y="10"/>
                    </a:lnTo>
                    <a:lnTo>
                      <a:pt x="60" y="18"/>
                    </a:lnTo>
                    <a:lnTo>
                      <a:pt x="56" y="16"/>
                    </a:lnTo>
                    <a:lnTo>
                      <a:pt x="48" y="16"/>
                    </a:lnTo>
                    <a:lnTo>
                      <a:pt x="44" y="26"/>
                    </a:lnTo>
                    <a:lnTo>
                      <a:pt x="44" y="30"/>
                    </a:lnTo>
                    <a:lnTo>
                      <a:pt x="38" y="36"/>
                    </a:lnTo>
                    <a:lnTo>
                      <a:pt x="34" y="40"/>
                    </a:lnTo>
                    <a:lnTo>
                      <a:pt x="28" y="44"/>
                    </a:lnTo>
                    <a:lnTo>
                      <a:pt x="26" y="46"/>
                    </a:lnTo>
                    <a:lnTo>
                      <a:pt x="30" y="48"/>
                    </a:lnTo>
                    <a:lnTo>
                      <a:pt x="30" y="52"/>
                    </a:lnTo>
                    <a:lnTo>
                      <a:pt x="24" y="60"/>
                    </a:lnTo>
                    <a:lnTo>
                      <a:pt x="22" y="68"/>
                    </a:lnTo>
                    <a:lnTo>
                      <a:pt x="14" y="64"/>
                    </a:lnTo>
                    <a:lnTo>
                      <a:pt x="14" y="76"/>
                    </a:lnTo>
                    <a:lnTo>
                      <a:pt x="16" y="82"/>
                    </a:lnTo>
                    <a:lnTo>
                      <a:pt x="16" y="88"/>
                    </a:lnTo>
                    <a:lnTo>
                      <a:pt x="16" y="92"/>
                    </a:lnTo>
                    <a:lnTo>
                      <a:pt x="14" y="96"/>
                    </a:lnTo>
                    <a:lnTo>
                      <a:pt x="10" y="98"/>
                    </a:lnTo>
                    <a:lnTo>
                      <a:pt x="6" y="96"/>
                    </a:lnTo>
                    <a:lnTo>
                      <a:pt x="2" y="96"/>
                    </a:lnTo>
                    <a:lnTo>
                      <a:pt x="4" y="104"/>
                    </a:lnTo>
                    <a:lnTo>
                      <a:pt x="6" y="108"/>
                    </a:lnTo>
                    <a:lnTo>
                      <a:pt x="6" y="114"/>
                    </a:lnTo>
                    <a:lnTo>
                      <a:pt x="6" y="114"/>
                    </a:lnTo>
                    <a:lnTo>
                      <a:pt x="2" y="112"/>
                    </a:lnTo>
                    <a:lnTo>
                      <a:pt x="0" y="116"/>
                    </a:lnTo>
                    <a:lnTo>
                      <a:pt x="0" y="120"/>
                    </a:lnTo>
                    <a:lnTo>
                      <a:pt x="0" y="120"/>
                    </a:lnTo>
                    <a:lnTo>
                      <a:pt x="2" y="128"/>
                    </a:lnTo>
                    <a:lnTo>
                      <a:pt x="4" y="128"/>
                    </a:lnTo>
                    <a:lnTo>
                      <a:pt x="4" y="128"/>
                    </a:lnTo>
                    <a:lnTo>
                      <a:pt x="6" y="126"/>
                    </a:lnTo>
                    <a:lnTo>
                      <a:pt x="6" y="124"/>
                    </a:lnTo>
                    <a:lnTo>
                      <a:pt x="6" y="124"/>
                    </a:lnTo>
                    <a:lnTo>
                      <a:pt x="8" y="124"/>
                    </a:lnTo>
                    <a:lnTo>
                      <a:pt x="8" y="122"/>
                    </a:lnTo>
                    <a:lnTo>
                      <a:pt x="8" y="122"/>
                    </a:lnTo>
                    <a:lnTo>
                      <a:pt x="14" y="122"/>
                    </a:lnTo>
                    <a:lnTo>
                      <a:pt x="14" y="122"/>
                    </a:lnTo>
                    <a:lnTo>
                      <a:pt x="14" y="130"/>
                    </a:lnTo>
                    <a:lnTo>
                      <a:pt x="16" y="132"/>
                    </a:lnTo>
                    <a:lnTo>
                      <a:pt x="16" y="132"/>
                    </a:lnTo>
                    <a:lnTo>
                      <a:pt x="16" y="138"/>
                    </a:lnTo>
                    <a:lnTo>
                      <a:pt x="16" y="138"/>
                    </a:lnTo>
                    <a:lnTo>
                      <a:pt x="20" y="140"/>
                    </a:lnTo>
                    <a:lnTo>
                      <a:pt x="20" y="140"/>
                    </a:lnTo>
                    <a:lnTo>
                      <a:pt x="18" y="146"/>
                    </a:lnTo>
                    <a:lnTo>
                      <a:pt x="18" y="148"/>
                    </a:lnTo>
                    <a:lnTo>
                      <a:pt x="20" y="152"/>
                    </a:lnTo>
                    <a:lnTo>
                      <a:pt x="20" y="152"/>
                    </a:lnTo>
                    <a:lnTo>
                      <a:pt x="24" y="154"/>
                    </a:lnTo>
                    <a:lnTo>
                      <a:pt x="24" y="154"/>
                    </a:lnTo>
                    <a:lnTo>
                      <a:pt x="26" y="162"/>
                    </a:lnTo>
                    <a:lnTo>
                      <a:pt x="26" y="162"/>
                    </a:lnTo>
                    <a:lnTo>
                      <a:pt x="24" y="168"/>
                    </a:lnTo>
                    <a:lnTo>
                      <a:pt x="22" y="174"/>
                    </a:lnTo>
                    <a:lnTo>
                      <a:pt x="20" y="190"/>
                    </a:lnTo>
                    <a:lnTo>
                      <a:pt x="20" y="190"/>
                    </a:lnTo>
                    <a:lnTo>
                      <a:pt x="22" y="192"/>
                    </a:lnTo>
                    <a:lnTo>
                      <a:pt x="22" y="192"/>
                    </a:lnTo>
                    <a:lnTo>
                      <a:pt x="24" y="192"/>
                    </a:lnTo>
                    <a:lnTo>
                      <a:pt x="26" y="192"/>
                    </a:lnTo>
                    <a:lnTo>
                      <a:pt x="26" y="192"/>
                    </a:lnTo>
                    <a:lnTo>
                      <a:pt x="28" y="194"/>
                    </a:lnTo>
                    <a:lnTo>
                      <a:pt x="28" y="194"/>
                    </a:lnTo>
                    <a:lnTo>
                      <a:pt x="38" y="194"/>
                    </a:lnTo>
                    <a:lnTo>
                      <a:pt x="38" y="194"/>
                    </a:lnTo>
                    <a:lnTo>
                      <a:pt x="38" y="190"/>
                    </a:lnTo>
                    <a:lnTo>
                      <a:pt x="40" y="188"/>
                    </a:lnTo>
                    <a:lnTo>
                      <a:pt x="40" y="188"/>
                    </a:lnTo>
                    <a:lnTo>
                      <a:pt x="42" y="188"/>
                    </a:lnTo>
                    <a:lnTo>
                      <a:pt x="42" y="188"/>
                    </a:lnTo>
                    <a:lnTo>
                      <a:pt x="46" y="186"/>
                    </a:lnTo>
                    <a:lnTo>
                      <a:pt x="48" y="184"/>
                    </a:lnTo>
                    <a:lnTo>
                      <a:pt x="50" y="176"/>
                    </a:lnTo>
                    <a:lnTo>
                      <a:pt x="52" y="174"/>
                    </a:lnTo>
                    <a:lnTo>
                      <a:pt x="52" y="174"/>
                    </a:lnTo>
                    <a:lnTo>
                      <a:pt x="60" y="180"/>
                    </a:lnTo>
                    <a:lnTo>
                      <a:pt x="60" y="180"/>
                    </a:lnTo>
                    <a:lnTo>
                      <a:pt x="60" y="182"/>
                    </a:lnTo>
                    <a:lnTo>
                      <a:pt x="60" y="184"/>
                    </a:lnTo>
                    <a:lnTo>
                      <a:pt x="60" y="184"/>
                    </a:lnTo>
                    <a:lnTo>
                      <a:pt x="66" y="186"/>
                    </a:lnTo>
                    <a:lnTo>
                      <a:pt x="66" y="186"/>
                    </a:lnTo>
                    <a:lnTo>
                      <a:pt x="64" y="196"/>
                    </a:lnTo>
                    <a:lnTo>
                      <a:pt x="64" y="196"/>
                    </a:lnTo>
                    <a:lnTo>
                      <a:pt x="68" y="200"/>
                    </a:lnTo>
                    <a:lnTo>
                      <a:pt x="68" y="200"/>
                    </a:lnTo>
                    <a:lnTo>
                      <a:pt x="74" y="224"/>
                    </a:lnTo>
                    <a:lnTo>
                      <a:pt x="74" y="224"/>
                    </a:lnTo>
                    <a:lnTo>
                      <a:pt x="74" y="228"/>
                    </a:lnTo>
                    <a:lnTo>
                      <a:pt x="74" y="228"/>
                    </a:lnTo>
                    <a:lnTo>
                      <a:pt x="78" y="230"/>
                    </a:lnTo>
                    <a:lnTo>
                      <a:pt x="78" y="230"/>
                    </a:lnTo>
                    <a:lnTo>
                      <a:pt x="80" y="244"/>
                    </a:lnTo>
                    <a:lnTo>
                      <a:pt x="82" y="258"/>
                    </a:lnTo>
                    <a:lnTo>
                      <a:pt x="82" y="258"/>
                    </a:lnTo>
                    <a:lnTo>
                      <a:pt x="80" y="260"/>
                    </a:lnTo>
                    <a:lnTo>
                      <a:pt x="80" y="260"/>
                    </a:lnTo>
                    <a:lnTo>
                      <a:pt x="82" y="262"/>
                    </a:lnTo>
                    <a:lnTo>
                      <a:pt x="82" y="262"/>
                    </a:lnTo>
                    <a:lnTo>
                      <a:pt x="86" y="274"/>
                    </a:lnTo>
                    <a:lnTo>
                      <a:pt x="86" y="27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8" name="Freeform 244">
                <a:extLst>
                  <a:ext uri="{FF2B5EF4-FFF2-40B4-BE49-F238E27FC236}">
                    <a16:creationId xmlns:a16="http://schemas.microsoft.com/office/drawing/2014/main" id="{28EE0C77-0CD4-0E45-9F7A-2C433CFDCC1D}"/>
                  </a:ext>
                </a:extLst>
              </p:cNvPr>
              <p:cNvSpPr>
                <a:spLocks/>
              </p:cNvSpPr>
              <p:nvPr/>
            </p:nvSpPr>
            <p:spPr bwMode="auto">
              <a:xfrm>
                <a:off x="8881028" y="4227452"/>
                <a:ext cx="39736" cy="28033"/>
              </a:xfrm>
              <a:custGeom>
                <a:avLst/>
                <a:gdLst>
                  <a:gd name="T0" fmla="*/ 0 w 20"/>
                  <a:gd name="T1" fmla="*/ 8 h 14"/>
                  <a:gd name="T2" fmla="*/ 6 w 20"/>
                  <a:gd name="T3" fmla="*/ 14 h 14"/>
                  <a:gd name="T4" fmla="*/ 10 w 20"/>
                  <a:gd name="T5" fmla="*/ 14 h 14"/>
                  <a:gd name="T6" fmla="*/ 12 w 20"/>
                  <a:gd name="T7" fmla="*/ 12 h 14"/>
                  <a:gd name="T8" fmla="*/ 14 w 20"/>
                  <a:gd name="T9" fmla="*/ 8 h 14"/>
                  <a:gd name="T10" fmla="*/ 18 w 20"/>
                  <a:gd name="T11" fmla="*/ 10 h 14"/>
                  <a:gd name="T12" fmla="*/ 20 w 20"/>
                  <a:gd name="T13" fmla="*/ 10 h 14"/>
                  <a:gd name="T14" fmla="*/ 16 w 20"/>
                  <a:gd name="T15" fmla="*/ 0 h 14"/>
                  <a:gd name="T16" fmla="*/ 16 w 20"/>
                  <a:gd name="T17" fmla="*/ 0 h 14"/>
                  <a:gd name="T18" fmla="*/ 12 w 20"/>
                  <a:gd name="T19" fmla="*/ 0 h 14"/>
                  <a:gd name="T20" fmla="*/ 12 w 20"/>
                  <a:gd name="T21" fmla="*/ 0 h 14"/>
                  <a:gd name="T22" fmla="*/ 10 w 20"/>
                  <a:gd name="T23" fmla="*/ 4 h 14"/>
                  <a:gd name="T24" fmla="*/ 8 w 20"/>
                  <a:gd name="T25" fmla="*/ 8 h 14"/>
                  <a:gd name="T26" fmla="*/ 8 w 20"/>
                  <a:gd name="T27" fmla="*/ 8 h 14"/>
                  <a:gd name="T28" fmla="*/ 0 w 20"/>
                  <a:gd name="T29" fmla="*/ 6 h 14"/>
                  <a:gd name="T30" fmla="*/ 0 w 20"/>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4">
                    <a:moveTo>
                      <a:pt x="0" y="8"/>
                    </a:moveTo>
                    <a:lnTo>
                      <a:pt x="6" y="14"/>
                    </a:lnTo>
                    <a:lnTo>
                      <a:pt x="10" y="14"/>
                    </a:lnTo>
                    <a:lnTo>
                      <a:pt x="12" y="12"/>
                    </a:lnTo>
                    <a:lnTo>
                      <a:pt x="14" y="8"/>
                    </a:lnTo>
                    <a:lnTo>
                      <a:pt x="18" y="10"/>
                    </a:lnTo>
                    <a:lnTo>
                      <a:pt x="20" y="10"/>
                    </a:lnTo>
                    <a:lnTo>
                      <a:pt x="16" y="0"/>
                    </a:lnTo>
                    <a:lnTo>
                      <a:pt x="16" y="0"/>
                    </a:lnTo>
                    <a:lnTo>
                      <a:pt x="12" y="0"/>
                    </a:lnTo>
                    <a:lnTo>
                      <a:pt x="12" y="0"/>
                    </a:lnTo>
                    <a:lnTo>
                      <a:pt x="10" y="4"/>
                    </a:lnTo>
                    <a:lnTo>
                      <a:pt x="8" y="8"/>
                    </a:lnTo>
                    <a:lnTo>
                      <a:pt x="8" y="8"/>
                    </a:lnTo>
                    <a:lnTo>
                      <a:pt x="0" y="6"/>
                    </a:lnTo>
                    <a:lnTo>
                      <a:pt x="0"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9" name="Freeform 252">
                <a:extLst>
                  <a:ext uri="{FF2B5EF4-FFF2-40B4-BE49-F238E27FC236}">
                    <a16:creationId xmlns:a16="http://schemas.microsoft.com/office/drawing/2014/main" id="{498D0689-0EFF-CF4B-812F-15D223513062}"/>
                  </a:ext>
                </a:extLst>
              </p:cNvPr>
              <p:cNvSpPr>
                <a:spLocks/>
              </p:cNvSpPr>
              <p:nvPr/>
            </p:nvSpPr>
            <p:spPr bwMode="auto">
              <a:xfrm>
                <a:off x="8239825" y="3434519"/>
                <a:ext cx="77666" cy="44051"/>
              </a:xfrm>
              <a:custGeom>
                <a:avLst/>
                <a:gdLst>
                  <a:gd name="T0" fmla="*/ 0 w 40"/>
                  <a:gd name="T1" fmla="*/ 12 h 22"/>
                  <a:gd name="T2" fmla="*/ 0 w 40"/>
                  <a:gd name="T3" fmla="*/ 18 h 22"/>
                  <a:gd name="T4" fmla="*/ 4 w 40"/>
                  <a:gd name="T5" fmla="*/ 22 h 22"/>
                  <a:gd name="T6" fmla="*/ 10 w 40"/>
                  <a:gd name="T7" fmla="*/ 22 h 22"/>
                  <a:gd name="T8" fmla="*/ 16 w 40"/>
                  <a:gd name="T9" fmla="*/ 20 h 22"/>
                  <a:gd name="T10" fmla="*/ 24 w 40"/>
                  <a:gd name="T11" fmla="*/ 22 h 22"/>
                  <a:gd name="T12" fmla="*/ 36 w 40"/>
                  <a:gd name="T13" fmla="*/ 22 h 22"/>
                  <a:gd name="T14" fmla="*/ 40 w 40"/>
                  <a:gd name="T15" fmla="*/ 20 h 22"/>
                  <a:gd name="T16" fmla="*/ 40 w 40"/>
                  <a:gd name="T17" fmla="*/ 14 h 22"/>
                  <a:gd name="T18" fmla="*/ 38 w 40"/>
                  <a:gd name="T19" fmla="*/ 4 h 22"/>
                  <a:gd name="T20" fmla="*/ 28 w 40"/>
                  <a:gd name="T21" fmla="*/ 4 h 22"/>
                  <a:gd name="T22" fmla="*/ 22 w 40"/>
                  <a:gd name="T23" fmla="*/ 4 h 22"/>
                  <a:gd name="T24" fmla="*/ 16 w 40"/>
                  <a:gd name="T25" fmla="*/ 0 h 22"/>
                  <a:gd name="T26" fmla="*/ 8 w 40"/>
                  <a:gd name="T27" fmla="*/ 2 h 22"/>
                  <a:gd name="T28" fmla="*/ 4 w 40"/>
                  <a:gd name="T29" fmla="*/ 4 h 22"/>
                  <a:gd name="T30" fmla="*/ 0 w 40"/>
                  <a:gd name="T31"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22">
                    <a:moveTo>
                      <a:pt x="0" y="12"/>
                    </a:moveTo>
                    <a:lnTo>
                      <a:pt x="0" y="18"/>
                    </a:lnTo>
                    <a:lnTo>
                      <a:pt x="4" y="22"/>
                    </a:lnTo>
                    <a:lnTo>
                      <a:pt x="10" y="22"/>
                    </a:lnTo>
                    <a:lnTo>
                      <a:pt x="16" y="20"/>
                    </a:lnTo>
                    <a:lnTo>
                      <a:pt x="24" y="22"/>
                    </a:lnTo>
                    <a:lnTo>
                      <a:pt x="36" y="22"/>
                    </a:lnTo>
                    <a:lnTo>
                      <a:pt x="40" y="20"/>
                    </a:lnTo>
                    <a:lnTo>
                      <a:pt x="40" y="14"/>
                    </a:lnTo>
                    <a:lnTo>
                      <a:pt x="38" y="4"/>
                    </a:lnTo>
                    <a:lnTo>
                      <a:pt x="28" y="4"/>
                    </a:lnTo>
                    <a:lnTo>
                      <a:pt x="22" y="4"/>
                    </a:lnTo>
                    <a:lnTo>
                      <a:pt x="16" y="0"/>
                    </a:lnTo>
                    <a:lnTo>
                      <a:pt x="8" y="2"/>
                    </a:lnTo>
                    <a:lnTo>
                      <a:pt x="4" y="4"/>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80" name="Freeform 257">
                <a:extLst>
                  <a:ext uri="{FF2B5EF4-FFF2-40B4-BE49-F238E27FC236}">
                    <a16:creationId xmlns:a16="http://schemas.microsoft.com/office/drawing/2014/main" id="{009E20A0-9F35-B74A-A625-0161C867F466}"/>
                  </a:ext>
                </a:extLst>
              </p:cNvPr>
              <p:cNvSpPr>
                <a:spLocks/>
              </p:cNvSpPr>
              <p:nvPr/>
            </p:nvSpPr>
            <p:spPr bwMode="auto">
              <a:xfrm>
                <a:off x="8192865" y="3502599"/>
                <a:ext cx="144497" cy="212249"/>
              </a:xfrm>
              <a:custGeom>
                <a:avLst/>
                <a:gdLst>
                  <a:gd name="T0" fmla="*/ 14 w 74"/>
                  <a:gd name="T1" fmla="*/ 82 h 106"/>
                  <a:gd name="T2" fmla="*/ 14 w 74"/>
                  <a:gd name="T3" fmla="*/ 86 h 106"/>
                  <a:gd name="T4" fmla="*/ 20 w 74"/>
                  <a:gd name="T5" fmla="*/ 84 h 106"/>
                  <a:gd name="T6" fmla="*/ 22 w 74"/>
                  <a:gd name="T7" fmla="*/ 82 h 106"/>
                  <a:gd name="T8" fmla="*/ 26 w 74"/>
                  <a:gd name="T9" fmla="*/ 80 h 106"/>
                  <a:gd name="T10" fmla="*/ 28 w 74"/>
                  <a:gd name="T11" fmla="*/ 80 h 106"/>
                  <a:gd name="T12" fmla="*/ 30 w 74"/>
                  <a:gd name="T13" fmla="*/ 78 h 106"/>
                  <a:gd name="T14" fmla="*/ 32 w 74"/>
                  <a:gd name="T15" fmla="*/ 78 h 106"/>
                  <a:gd name="T16" fmla="*/ 34 w 74"/>
                  <a:gd name="T17" fmla="*/ 80 h 106"/>
                  <a:gd name="T18" fmla="*/ 38 w 74"/>
                  <a:gd name="T19" fmla="*/ 78 h 106"/>
                  <a:gd name="T20" fmla="*/ 40 w 74"/>
                  <a:gd name="T21" fmla="*/ 76 h 106"/>
                  <a:gd name="T22" fmla="*/ 40 w 74"/>
                  <a:gd name="T23" fmla="*/ 74 h 106"/>
                  <a:gd name="T24" fmla="*/ 38 w 74"/>
                  <a:gd name="T25" fmla="*/ 70 h 106"/>
                  <a:gd name="T26" fmla="*/ 38 w 74"/>
                  <a:gd name="T27" fmla="*/ 70 h 106"/>
                  <a:gd name="T28" fmla="*/ 38 w 74"/>
                  <a:gd name="T29" fmla="*/ 68 h 106"/>
                  <a:gd name="T30" fmla="*/ 36 w 74"/>
                  <a:gd name="T31" fmla="*/ 68 h 106"/>
                  <a:gd name="T32" fmla="*/ 36 w 74"/>
                  <a:gd name="T33" fmla="*/ 66 h 106"/>
                  <a:gd name="T34" fmla="*/ 42 w 74"/>
                  <a:gd name="T35" fmla="*/ 64 h 106"/>
                  <a:gd name="T36" fmla="*/ 38 w 74"/>
                  <a:gd name="T37" fmla="*/ 56 h 106"/>
                  <a:gd name="T38" fmla="*/ 38 w 74"/>
                  <a:gd name="T39" fmla="*/ 54 h 106"/>
                  <a:gd name="T40" fmla="*/ 42 w 74"/>
                  <a:gd name="T41" fmla="*/ 58 h 106"/>
                  <a:gd name="T42" fmla="*/ 46 w 74"/>
                  <a:gd name="T43" fmla="*/ 62 h 106"/>
                  <a:gd name="T44" fmla="*/ 52 w 74"/>
                  <a:gd name="T45" fmla="*/ 62 h 106"/>
                  <a:gd name="T46" fmla="*/ 52 w 74"/>
                  <a:gd name="T47" fmla="*/ 64 h 106"/>
                  <a:gd name="T48" fmla="*/ 52 w 74"/>
                  <a:gd name="T49" fmla="*/ 66 h 106"/>
                  <a:gd name="T50" fmla="*/ 58 w 74"/>
                  <a:gd name="T51" fmla="*/ 72 h 106"/>
                  <a:gd name="T52" fmla="*/ 60 w 74"/>
                  <a:gd name="T53" fmla="*/ 78 h 106"/>
                  <a:gd name="T54" fmla="*/ 60 w 74"/>
                  <a:gd name="T55" fmla="*/ 86 h 106"/>
                  <a:gd name="T56" fmla="*/ 62 w 74"/>
                  <a:gd name="T57" fmla="*/ 94 h 106"/>
                  <a:gd name="T58" fmla="*/ 64 w 74"/>
                  <a:gd name="T59" fmla="*/ 96 h 106"/>
                  <a:gd name="T60" fmla="*/ 68 w 74"/>
                  <a:gd name="T61" fmla="*/ 100 h 106"/>
                  <a:gd name="T62" fmla="*/ 74 w 74"/>
                  <a:gd name="T63" fmla="*/ 98 h 106"/>
                  <a:gd name="T64" fmla="*/ 74 w 74"/>
                  <a:gd name="T65" fmla="*/ 92 h 106"/>
                  <a:gd name="T66" fmla="*/ 70 w 74"/>
                  <a:gd name="T67" fmla="*/ 80 h 106"/>
                  <a:gd name="T68" fmla="*/ 70 w 74"/>
                  <a:gd name="T69" fmla="*/ 68 h 106"/>
                  <a:gd name="T70" fmla="*/ 62 w 74"/>
                  <a:gd name="T71" fmla="*/ 64 h 106"/>
                  <a:gd name="T72" fmla="*/ 54 w 74"/>
                  <a:gd name="T73" fmla="*/ 60 h 106"/>
                  <a:gd name="T74" fmla="*/ 60 w 74"/>
                  <a:gd name="T75" fmla="*/ 42 h 106"/>
                  <a:gd name="T76" fmla="*/ 62 w 74"/>
                  <a:gd name="T77" fmla="*/ 40 h 106"/>
                  <a:gd name="T78" fmla="*/ 62 w 74"/>
                  <a:gd name="T79" fmla="*/ 30 h 106"/>
                  <a:gd name="T80" fmla="*/ 60 w 74"/>
                  <a:gd name="T81" fmla="*/ 24 h 106"/>
                  <a:gd name="T82" fmla="*/ 44 w 74"/>
                  <a:gd name="T83" fmla="*/ 28 h 106"/>
                  <a:gd name="T84" fmla="*/ 32 w 74"/>
                  <a:gd name="T85" fmla="*/ 28 h 106"/>
                  <a:gd name="T86" fmla="*/ 32 w 74"/>
                  <a:gd name="T87" fmla="*/ 8 h 106"/>
                  <a:gd name="T88" fmla="*/ 20 w 74"/>
                  <a:gd name="T89" fmla="*/ 6 h 106"/>
                  <a:gd name="T90" fmla="*/ 8 w 74"/>
                  <a:gd name="T91" fmla="*/ 6 h 106"/>
                  <a:gd name="T92" fmla="*/ 12 w 74"/>
                  <a:gd name="T93" fmla="*/ 20 h 106"/>
                  <a:gd name="T94" fmla="*/ 0 w 74"/>
                  <a:gd name="T95" fmla="*/ 26 h 106"/>
                  <a:gd name="T96" fmla="*/ 4 w 74"/>
                  <a:gd name="T97" fmla="*/ 38 h 106"/>
                  <a:gd name="T98" fmla="*/ 14 w 74"/>
                  <a:gd name="T99" fmla="*/ 48 h 106"/>
                  <a:gd name="T100" fmla="*/ 16 w 74"/>
                  <a:gd name="T101" fmla="*/ 62 h 106"/>
                  <a:gd name="T102" fmla="*/ 14 w 74"/>
                  <a:gd name="T103" fmla="*/ 78 h 106"/>
                  <a:gd name="T104" fmla="*/ 14 w 74"/>
                  <a:gd name="T105" fmla="*/ 8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 h="106">
                    <a:moveTo>
                      <a:pt x="14" y="82"/>
                    </a:moveTo>
                    <a:lnTo>
                      <a:pt x="14" y="82"/>
                    </a:lnTo>
                    <a:lnTo>
                      <a:pt x="14" y="86"/>
                    </a:lnTo>
                    <a:lnTo>
                      <a:pt x="14" y="86"/>
                    </a:lnTo>
                    <a:lnTo>
                      <a:pt x="18" y="86"/>
                    </a:lnTo>
                    <a:lnTo>
                      <a:pt x="20" y="84"/>
                    </a:lnTo>
                    <a:lnTo>
                      <a:pt x="22" y="82"/>
                    </a:lnTo>
                    <a:lnTo>
                      <a:pt x="22" y="82"/>
                    </a:lnTo>
                    <a:lnTo>
                      <a:pt x="26" y="82"/>
                    </a:lnTo>
                    <a:lnTo>
                      <a:pt x="26" y="80"/>
                    </a:lnTo>
                    <a:lnTo>
                      <a:pt x="26" y="80"/>
                    </a:lnTo>
                    <a:lnTo>
                      <a:pt x="28" y="80"/>
                    </a:lnTo>
                    <a:lnTo>
                      <a:pt x="30" y="80"/>
                    </a:lnTo>
                    <a:lnTo>
                      <a:pt x="30" y="78"/>
                    </a:lnTo>
                    <a:lnTo>
                      <a:pt x="30" y="78"/>
                    </a:lnTo>
                    <a:lnTo>
                      <a:pt x="32" y="78"/>
                    </a:lnTo>
                    <a:lnTo>
                      <a:pt x="32" y="78"/>
                    </a:lnTo>
                    <a:lnTo>
                      <a:pt x="34" y="80"/>
                    </a:lnTo>
                    <a:lnTo>
                      <a:pt x="34" y="80"/>
                    </a:lnTo>
                    <a:lnTo>
                      <a:pt x="38" y="78"/>
                    </a:lnTo>
                    <a:lnTo>
                      <a:pt x="38" y="78"/>
                    </a:lnTo>
                    <a:lnTo>
                      <a:pt x="40" y="76"/>
                    </a:lnTo>
                    <a:lnTo>
                      <a:pt x="40" y="74"/>
                    </a:lnTo>
                    <a:lnTo>
                      <a:pt x="40" y="74"/>
                    </a:lnTo>
                    <a:lnTo>
                      <a:pt x="38" y="72"/>
                    </a:lnTo>
                    <a:lnTo>
                      <a:pt x="38" y="70"/>
                    </a:lnTo>
                    <a:lnTo>
                      <a:pt x="38" y="70"/>
                    </a:lnTo>
                    <a:lnTo>
                      <a:pt x="38" y="70"/>
                    </a:lnTo>
                    <a:lnTo>
                      <a:pt x="38" y="68"/>
                    </a:lnTo>
                    <a:lnTo>
                      <a:pt x="38" y="68"/>
                    </a:lnTo>
                    <a:lnTo>
                      <a:pt x="36" y="68"/>
                    </a:lnTo>
                    <a:lnTo>
                      <a:pt x="36" y="68"/>
                    </a:lnTo>
                    <a:lnTo>
                      <a:pt x="36" y="66"/>
                    </a:lnTo>
                    <a:lnTo>
                      <a:pt x="36" y="66"/>
                    </a:lnTo>
                    <a:lnTo>
                      <a:pt x="42" y="64"/>
                    </a:lnTo>
                    <a:lnTo>
                      <a:pt x="42" y="64"/>
                    </a:lnTo>
                    <a:lnTo>
                      <a:pt x="38" y="56"/>
                    </a:lnTo>
                    <a:lnTo>
                      <a:pt x="38" y="56"/>
                    </a:lnTo>
                    <a:lnTo>
                      <a:pt x="38" y="56"/>
                    </a:lnTo>
                    <a:lnTo>
                      <a:pt x="38" y="54"/>
                    </a:lnTo>
                    <a:lnTo>
                      <a:pt x="38" y="54"/>
                    </a:lnTo>
                    <a:lnTo>
                      <a:pt x="42" y="58"/>
                    </a:lnTo>
                    <a:lnTo>
                      <a:pt x="46" y="62"/>
                    </a:lnTo>
                    <a:lnTo>
                      <a:pt x="46" y="62"/>
                    </a:lnTo>
                    <a:lnTo>
                      <a:pt x="48" y="64"/>
                    </a:lnTo>
                    <a:lnTo>
                      <a:pt x="52" y="62"/>
                    </a:lnTo>
                    <a:lnTo>
                      <a:pt x="52" y="62"/>
                    </a:lnTo>
                    <a:lnTo>
                      <a:pt x="52" y="64"/>
                    </a:lnTo>
                    <a:lnTo>
                      <a:pt x="52" y="66"/>
                    </a:lnTo>
                    <a:lnTo>
                      <a:pt x="52" y="66"/>
                    </a:lnTo>
                    <a:lnTo>
                      <a:pt x="58" y="72"/>
                    </a:lnTo>
                    <a:lnTo>
                      <a:pt x="58" y="72"/>
                    </a:lnTo>
                    <a:lnTo>
                      <a:pt x="58" y="76"/>
                    </a:lnTo>
                    <a:lnTo>
                      <a:pt x="60" y="78"/>
                    </a:lnTo>
                    <a:lnTo>
                      <a:pt x="60" y="78"/>
                    </a:lnTo>
                    <a:lnTo>
                      <a:pt x="60" y="86"/>
                    </a:lnTo>
                    <a:lnTo>
                      <a:pt x="62" y="94"/>
                    </a:lnTo>
                    <a:lnTo>
                      <a:pt x="62" y="94"/>
                    </a:lnTo>
                    <a:lnTo>
                      <a:pt x="64" y="96"/>
                    </a:lnTo>
                    <a:lnTo>
                      <a:pt x="64" y="96"/>
                    </a:lnTo>
                    <a:lnTo>
                      <a:pt x="68" y="106"/>
                    </a:lnTo>
                    <a:lnTo>
                      <a:pt x="68" y="100"/>
                    </a:lnTo>
                    <a:lnTo>
                      <a:pt x="70" y="96"/>
                    </a:lnTo>
                    <a:lnTo>
                      <a:pt x="74" y="98"/>
                    </a:lnTo>
                    <a:lnTo>
                      <a:pt x="74" y="98"/>
                    </a:lnTo>
                    <a:lnTo>
                      <a:pt x="74" y="92"/>
                    </a:lnTo>
                    <a:lnTo>
                      <a:pt x="72" y="88"/>
                    </a:lnTo>
                    <a:lnTo>
                      <a:pt x="70" y="80"/>
                    </a:lnTo>
                    <a:lnTo>
                      <a:pt x="70" y="74"/>
                    </a:lnTo>
                    <a:lnTo>
                      <a:pt x="70" y="68"/>
                    </a:lnTo>
                    <a:lnTo>
                      <a:pt x="64" y="58"/>
                    </a:lnTo>
                    <a:lnTo>
                      <a:pt x="62" y="64"/>
                    </a:lnTo>
                    <a:lnTo>
                      <a:pt x="56" y="64"/>
                    </a:lnTo>
                    <a:lnTo>
                      <a:pt x="54" y="60"/>
                    </a:lnTo>
                    <a:lnTo>
                      <a:pt x="56" y="50"/>
                    </a:lnTo>
                    <a:lnTo>
                      <a:pt x="60" y="42"/>
                    </a:lnTo>
                    <a:lnTo>
                      <a:pt x="60" y="42"/>
                    </a:lnTo>
                    <a:lnTo>
                      <a:pt x="62" y="40"/>
                    </a:lnTo>
                    <a:lnTo>
                      <a:pt x="64" y="36"/>
                    </a:lnTo>
                    <a:lnTo>
                      <a:pt x="62" y="30"/>
                    </a:lnTo>
                    <a:lnTo>
                      <a:pt x="70" y="24"/>
                    </a:lnTo>
                    <a:lnTo>
                      <a:pt x="60" y="24"/>
                    </a:lnTo>
                    <a:lnTo>
                      <a:pt x="52" y="26"/>
                    </a:lnTo>
                    <a:lnTo>
                      <a:pt x="44" y="28"/>
                    </a:lnTo>
                    <a:lnTo>
                      <a:pt x="36" y="28"/>
                    </a:lnTo>
                    <a:lnTo>
                      <a:pt x="32" y="28"/>
                    </a:lnTo>
                    <a:lnTo>
                      <a:pt x="30" y="16"/>
                    </a:lnTo>
                    <a:lnTo>
                      <a:pt x="32" y="8"/>
                    </a:lnTo>
                    <a:lnTo>
                      <a:pt x="26" y="6"/>
                    </a:lnTo>
                    <a:lnTo>
                      <a:pt x="20" y="6"/>
                    </a:lnTo>
                    <a:lnTo>
                      <a:pt x="12" y="0"/>
                    </a:lnTo>
                    <a:lnTo>
                      <a:pt x="8" y="6"/>
                    </a:lnTo>
                    <a:lnTo>
                      <a:pt x="14" y="14"/>
                    </a:lnTo>
                    <a:lnTo>
                      <a:pt x="12" y="20"/>
                    </a:lnTo>
                    <a:lnTo>
                      <a:pt x="6" y="22"/>
                    </a:lnTo>
                    <a:lnTo>
                      <a:pt x="0" y="26"/>
                    </a:lnTo>
                    <a:lnTo>
                      <a:pt x="2" y="36"/>
                    </a:lnTo>
                    <a:lnTo>
                      <a:pt x="4" y="38"/>
                    </a:lnTo>
                    <a:lnTo>
                      <a:pt x="12" y="42"/>
                    </a:lnTo>
                    <a:lnTo>
                      <a:pt x="14" y="48"/>
                    </a:lnTo>
                    <a:lnTo>
                      <a:pt x="12" y="58"/>
                    </a:lnTo>
                    <a:lnTo>
                      <a:pt x="16" y="62"/>
                    </a:lnTo>
                    <a:lnTo>
                      <a:pt x="16" y="72"/>
                    </a:lnTo>
                    <a:lnTo>
                      <a:pt x="14" y="78"/>
                    </a:lnTo>
                    <a:lnTo>
                      <a:pt x="14" y="82"/>
                    </a:lnTo>
                    <a:lnTo>
                      <a:pt x="14" y="8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81" name="Freeform 268">
                <a:extLst>
                  <a:ext uri="{FF2B5EF4-FFF2-40B4-BE49-F238E27FC236}">
                    <a16:creationId xmlns:a16="http://schemas.microsoft.com/office/drawing/2014/main" id="{C47CE6EB-A753-7944-B90A-FC05637E1BEC}"/>
                  </a:ext>
                </a:extLst>
              </p:cNvPr>
              <p:cNvSpPr>
                <a:spLocks/>
              </p:cNvSpPr>
              <p:nvPr/>
            </p:nvSpPr>
            <p:spPr bwMode="auto">
              <a:xfrm>
                <a:off x="7492057" y="3090115"/>
                <a:ext cx="348598" cy="284334"/>
              </a:xfrm>
              <a:custGeom>
                <a:avLst/>
                <a:gdLst>
                  <a:gd name="T0" fmla="*/ 178 w 178"/>
                  <a:gd name="T1" fmla="*/ 18 h 142"/>
                  <a:gd name="T2" fmla="*/ 170 w 178"/>
                  <a:gd name="T3" fmla="*/ 22 h 142"/>
                  <a:gd name="T4" fmla="*/ 154 w 178"/>
                  <a:gd name="T5" fmla="*/ 24 h 142"/>
                  <a:gd name="T6" fmla="*/ 130 w 178"/>
                  <a:gd name="T7" fmla="*/ 36 h 142"/>
                  <a:gd name="T8" fmla="*/ 126 w 178"/>
                  <a:gd name="T9" fmla="*/ 46 h 142"/>
                  <a:gd name="T10" fmla="*/ 126 w 178"/>
                  <a:gd name="T11" fmla="*/ 60 h 142"/>
                  <a:gd name="T12" fmla="*/ 114 w 178"/>
                  <a:gd name="T13" fmla="*/ 60 h 142"/>
                  <a:gd name="T14" fmla="*/ 116 w 178"/>
                  <a:gd name="T15" fmla="*/ 70 h 142"/>
                  <a:gd name="T16" fmla="*/ 110 w 178"/>
                  <a:gd name="T17" fmla="*/ 82 h 142"/>
                  <a:gd name="T18" fmla="*/ 108 w 178"/>
                  <a:gd name="T19" fmla="*/ 94 h 142"/>
                  <a:gd name="T20" fmla="*/ 98 w 178"/>
                  <a:gd name="T21" fmla="*/ 94 h 142"/>
                  <a:gd name="T22" fmla="*/ 92 w 178"/>
                  <a:gd name="T23" fmla="*/ 94 h 142"/>
                  <a:gd name="T24" fmla="*/ 90 w 178"/>
                  <a:gd name="T25" fmla="*/ 104 h 142"/>
                  <a:gd name="T26" fmla="*/ 84 w 178"/>
                  <a:gd name="T27" fmla="*/ 110 h 142"/>
                  <a:gd name="T28" fmla="*/ 72 w 178"/>
                  <a:gd name="T29" fmla="*/ 120 h 142"/>
                  <a:gd name="T30" fmla="*/ 64 w 178"/>
                  <a:gd name="T31" fmla="*/ 130 h 142"/>
                  <a:gd name="T32" fmla="*/ 54 w 178"/>
                  <a:gd name="T33" fmla="*/ 138 h 142"/>
                  <a:gd name="T34" fmla="*/ 46 w 178"/>
                  <a:gd name="T35" fmla="*/ 140 h 142"/>
                  <a:gd name="T36" fmla="*/ 28 w 178"/>
                  <a:gd name="T37" fmla="*/ 140 h 142"/>
                  <a:gd name="T38" fmla="*/ 10 w 178"/>
                  <a:gd name="T39" fmla="*/ 134 h 142"/>
                  <a:gd name="T40" fmla="*/ 24 w 178"/>
                  <a:gd name="T41" fmla="*/ 114 h 142"/>
                  <a:gd name="T42" fmla="*/ 10 w 178"/>
                  <a:gd name="T43" fmla="*/ 108 h 142"/>
                  <a:gd name="T44" fmla="*/ 8 w 178"/>
                  <a:gd name="T45" fmla="*/ 98 h 142"/>
                  <a:gd name="T46" fmla="*/ 0 w 178"/>
                  <a:gd name="T47" fmla="*/ 84 h 142"/>
                  <a:gd name="T48" fmla="*/ 4 w 178"/>
                  <a:gd name="T49" fmla="*/ 74 h 142"/>
                  <a:gd name="T50" fmla="*/ 0 w 178"/>
                  <a:gd name="T51" fmla="*/ 68 h 142"/>
                  <a:gd name="T52" fmla="*/ 4 w 178"/>
                  <a:gd name="T53" fmla="*/ 52 h 142"/>
                  <a:gd name="T54" fmla="*/ 12 w 178"/>
                  <a:gd name="T55" fmla="*/ 50 h 142"/>
                  <a:gd name="T56" fmla="*/ 16 w 178"/>
                  <a:gd name="T57" fmla="*/ 38 h 142"/>
                  <a:gd name="T58" fmla="*/ 26 w 178"/>
                  <a:gd name="T59" fmla="*/ 38 h 142"/>
                  <a:gd name="T60" fmla="*/ 42 w 178"/>
                  <a:gd name="T61" fmla="*/ 34 h 142"/>
                  <a:gd name="T62" fmla="*/ 48 w 178"/>
                  <a:gd name="T63" fmla="*/ 20 h 142"/>
                  <a:gd name="T64" fmla="*/ 50 w 178"/>
                  <a:gd name="T65" fmla="*/ 8 h 142"/>
                  <a:gd name="T66" fmla="*/ 54 w 178"/>
                  <a:gd name="T67" fmla="*/ 0 h 142"/>
                  <a:gd name="T68" fmla="*/ 64 w 178"/>
                  <a:gd name="T69" fmla="*/ 4 h 142"/>
                  <a:gd name="T70" fmla="*/ 76 w 178"/>
                  <a:gd name="T71" fmla="*/ 6 h 142"/>
                  <a:gd name="T72" fmla="*/ 86 w 178"/>
                  <a:gd name="T73" fmla="*/ 10 h 142"/>
                  <a:gd name="T74" fmla="*/ 100 w 178"/>
                  <a:gd name="T75" fmla="*/ 10 h 142"/>
                  <a:gd name="T76" fmla="*/ 108 w 178"/>
                  <a:gd name="T77" fmla="*/ 4 h 142"/>
                  <a:gd name="T78" fmla="*/ 116 w 178"/>
                  <a:gd name="T79" fmla="*/ 2 h 142"/>
                  <a:gd name="T80" fmla="*/ 122 w 178"/>
                  <a:gd name="T81" fmla="*/ 12 h 142"/>
                  <a:gd name="T82" fmla="*/ 118 w 178"/>
                  <a:gd name="T83" fmla="*/ 26 h 142"/>
                  <a:gd name="T84" fmla="*/ 130 w 178"/>
                  <a:gd name="T85" fmla="*/ 30 h 142"/>
                  <a:gd name="T86" fmla="*/ 140 w 178"/>
                  <a:gd name="T87" fmla="*/ 20 h 142"/>
                  <a:gd name="T88" fmla="*/ 154 w 178"/>
                  <a:gd name="T89" fmla="*/ 14 h 142"/>
                  <a:gd name="T90" fmla="*/ 168 w 178"/>
                  <a:gd name="T91" fmla="*/ 1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8" h="142">
                    <a:moveTo>
                      <a:pt x="178" y="14"/>
                    </a:moveTo>
                    <a:lnTo>
                      <a:pt x="178" y="18"/>
                    </a:lnTo>
                    <a:lnTo>
                      <a:pt x="176" y="22"/>
                    </a:lnTo>
                    <a:lnTo>
                      <a:pt x="170" y="22"/>
                    </a:lnTo>
                    <a:lnTo>
                      <a:pt x="162" y="22"/>
                    </a:lnTo>
                    <a:lnTo>
                      <a:pt x="154" y="24"/>
                    </a:lnTo>
                    <a:lnTo>
                      <a:pt x="144" y="26"/>
                    </a:lnTo>
                    <a:lnTo>
                      <a:pt x="130" y="36"/>
                    </a:lnTo>
                    <a:lnTo>
                      <a:pt x="130" y="44"/>
                    </a:lnTo>
                    <a:lnTo>
                      <a:pt x="126" y="46"/>
                    </a:lnTo>
                    <a:lnTo>
                      <a:pt x="128" y="52"/>
                    </a:lnTo>
                    <a:lnTo>
                      <a:pt x="126" y="60"/>
                    </a:lnTo>
                    <a:lnTo>
                      <a:pt x="120" y="62"/>
                    </a:lnTo>
                    <a:lnTo>
                      <a:pt x="114" y="60"/>
                    </a:lnTo>
                    <a:lnTo>
                      <a:pt x="112" y="66"/>
                    </a:lnTo>
                    <a:lnTo>
                      <a:pt x="116" y="70"/>
                    </a:lnTo>
                    <a:lnTo>
                      <a:pt x="116" y="78"/>
                    </a:lnTo>
                    <a:lnTo>
                      <a:pt x="110" y="82"/>
                    </a:lnTo>
                    <a:lnTo>
                      <a:pt x="110" y="88"/>
                    </a:lnTo>
                    <a:lnTo>
                      <a:pt x="108" y="94"/>
                    </a:lnTo>
                    <a:lnTo>
                      <a:pt x="104" y="96"/>
                    </a:lnTo>
                    <a:lnTo>
                      <a:pt x="98" y="94"/>
                    </a:lnTo>
                    <a:lnTo>
                      <a:pt x="96" y="90"/>
                    </a:lnTo>
                    <a:lnTo>
                      <a:pt x="92" y="94"/>
                    </a:lnTo>
                    <a:lnTo>
                      <a:pt x="86" y="98"/>
                    </a:lnTo>
                    <a:lnTo>
                      <a:pt x="90" y="104"/>
                    </a:lnTo>
                    <a:lnTo>
                      <a:pt x="88" y="108"/>
                    </a:lnTo>
                    <a:lnTo>
                      <a:pt x="84" y="110"/>
                    </a:lnTo>
                    <a:lnTo>
                      <a:pt x="80" y="108"/>
                    </a:lnTo>
                    <a:lnTo>
                      <a:pt x="72" y="120"/>
                    </a:lnTo>
                    <a:lnTo>
                      <a:pt x="64" y="124"/>
                    </a:lnTo>
                    <a:lnTo>
                      <a:pt x="64" y="130"/>
                    </a:lnTo>
                    <a:lnTo>
                      <a:pt x="62" y="136"/>
                    </a:lnTo>
                    <a:lnTo>
                      <a:pt x="54" y="138"/>
                    </a:lnTo>
                    <a:lnTo>
                      <a:pt x="52" y="142"/>
                    </a:lnTo>
                    <a:lnTo>
                      <a:pt x="46" y="140"/>
                    </a:lnTo>
                    <a:lnTo>
                      <a:pt x="34" y="140"/>
                    </a:lnTo>
                    <a:lnTo>
                      <a:pt x="28" y="140"/>
                    </a:lnTo>
                    <a:lnTo>
                      <a:pt x="24" y="142"/>
                    </a:lnTo>
                    <a:lnTo>
                      <a:pt x="10" y="134"/>
                    </a:lnTo>
                    <a:lnTo>
                      <a:pt x="24" y="118"/>
                    </a:lnTo>
                    <a:lnTo>
                      <a:pt x="24" y="114"/>
                    </a:lnTo>
                    <a:lnTo>
                      <a:pt x="22" y="110"/>
                    </a:lnTo>
                    <a:lnTo>
                      <a:pt x="10" y="108"/>
                    </a:lnTo>
                    <a:lnTo>
                      <a:pt x="8" y="106"/>
                    </a:lnTo>
                    <a:lnTo>
                      <a:pt x="8" y="98"/>
                    </a:lnTo>
                    <a:lnTo>
                      <a:pt x="6" y="90"/>
                    </a:lnTo>
                    <a:lnTo>
                      <a:pt x="0" y="84"/>
                    </a:lnTo>
                    <a:lnTo>
                      <a:pt x="0" y="78"/>
                    </a:lnTo>
                    <a:lnTo>
                      <a:pt x="4" y="74"/>
                    </a:lnTo>
                    <a:lnTo>
                      <a:pt x="0" y="72"/>
                    </a:lnTo>
                    <a:lnTo>
                      <a:pt x="0" y="68"/>
                    </a:lnTo>
                    <a:lnTo>
                      <a:pt x="0" y="58"/>
                    </a:lnTo>
                    <a:lnTo>
                      <a:pt x="4" y="52"/>
                    </a:lnTo>
                    <a:lnTo>
                      <a:pt x="6" y="50"/>
                    </a:lnTo>
                    <a:lnTo>
                      <a:pt x="12" y="50"/>
                    </a:lnTo>
                    <a:lnTo>
                      <a:pt x="14" y="44"/>
                    </a:lnTo>
                    <a:lnTo>
                      <a:pt x="16" y="38"/>
                    </a:lnTo>
                    <a:lnTo>
                      <a:pt x="22" y="40"/>
                    </a:lnTo>
                    <a:lnTo>
                      <a:pt x="26" y="38"/>
                    </a:lnTo>
                    <a:lnTo>
                      <a:pt x="30" y="40"/>
                    </a:lnTo>
                    <a:lnTo>
                      <a:pt x="42" y="34"/>
                    </a:lnTo>
                    <a:lnTo>
                      <a:pt x="40" y="28"/>
                    </a:lnTo>
                    <a:lnTo>
                      <a:pt x="48" y="20"/>
                    </a:lnTo>
                    <a:lnTo>
                      <a:pt x="50" y="16"/>
                    </a:lnTo>
                    <a:lnTo>
                      <a:pt x="50" y="8"/>
                    </a:lnTo>
                    <a:lnTo>
                      <a:pt x="52" y="4"/>
                    </a:lnTo>
                    <a:lnTo>
                      <a:pt x="54" y="0"/>
                    </a:lnTo>
                    <a:lnTo>
                      <a:pt x="60" y="2"/>
                    </a:lnTo>
                    <a:lnTo>
                      <a:pt x="64" y="4"/>
                    </a:lnTo>
                    <a:lnTo>
                      <a:pt x="70" y="6"/>
                    </a:lnTo>
                    <a:lnTo>
                      <a:pt x="76" y="6"/>
                    </a:lnTo>
                    <a:lnTo>
                      <a:pt x="80" y="12"/>
                    </a:lnTo>
                    <a:lnTo>
                      <a:pt x="86" y="10"/>
                    </a:lnTo>
                    <a:lnTo>
                      <a:pt x="96" y="8"/>
                    </a:lnTo>
                    <a:lnTo>
                      <a:pt x="100" y="10"/>
                    </a:lnTo>
                    <a:lnTo>
                      <a:pt x="106" y="6"/>
                    </a:lnTo>
                    <a:lnTo>
                      <a:pt x="108" y="4"/>
                    </a:lnTo>
                    <a:lnTo>
                      <a:pt x="112" y="0"/>
                    </a:lnTo>
                    <a:lnTo>
                      <a:pt x="116" y="2"/>
                    </a:lnTo>
                    <a:lnTo>
                      <a:pt x="118" y="6"/>
                    </a:lnTo>
                    <a:lnTo>
                      <a:pt x="122" y="12"/>
                    </a:lnTo>
                    <a:lnTo>
                      <a:pt x="120" y="16"/>
                    </a:lnTo>
                    <a:lnTo>
                      <a:pt x="118" y="26"/>
                    </a:lnTo>
                    <a:lnTo>
                      <a:pt x="124" y="32"/>
                    </a:lnTo>
                    <a:lnTo>
                      <a:pt x="130" y="30"/>
                    </a:lnTo>
                    <a:lnTo>
                      <a:pt x="136" y="24"/>
                    </a:lnTo>
                    <a:lnTo>
                      <a:pt x="140" y="20"/>
                    </a:lnTo>
                    <a:lnTo>
                      <a:pt x="144" y="18"/>
                    </a:lnTo>
                    <a:lnTo>
                      <a:pt x="154" y="14"/>
                    </a:lnTo>
                    <a:lnTo>
                      <a:pt x="158" y="12"/>
                    </a:lnTo>
                    <a:lnTo>
                      <a:pt x="168" y="14"/>
                    </a:lnTo>
                    <a:lnTo>
                      <a:pt x="178"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sp>
        <p:nvSpPr>
          <p:cNvPr id="13" name="Text Placeholder 12">
            <a:extLst>
              <a:ext uri="{FF2B5EF4-FFF2-40B4-BE49-F238E27FC236}">
                <a16:creationId xmlns:a16="http://schemas.microsoft.com/office/drawing/2014/main" id="{45F57656-B46C-2892-5C19-E550FC382785}"/>
              </a:ext>
            </a:extLst>
          </p:cNvPr>
          <p:cNvSpPr>
            <a:spLocks noGrp="1"/>
          </p:cNvSpPr>
          <p:nvPr>
            <p:ph type="body" sz="quarter" idx="13"/>
          </p:nvPr>
        </p:nvSpPr>
        <p:spPr/>
        <p:txBody>
          <a:bodyPr/>
          <a:lstStyle/>
          <a:p>
            <a:r>
              <a:rPr lang="en-US" dirty="0"/>
              <a:t>Section name</a:t>
            </a:r>
          </a:p>
        </p:txBody>
      </p:sp>
      <p:sp>
        <p:nvSpPr>
          <p:cNvPr id="7" name="Text Placeholder 6">
            <a:extLst>
              <a:ext uri="{FF2B5EF4-FFF2-40B4-BE49-F238E27FC236}">
                <a16:creationId xmlns:a16="http://schemas.microsoft.com/office/drawing/2014/main" id="{A7516746-E9A2-964A-BE95-D72FEBE2A995}"/>
              </a:ext>
            </a:extLst>
          </p:cNvPr>
          <p:cNvSpPr>
            <a:spLocks noGrp="1"/>
          </p:cNvSpPr>
          <p:nvPr>
            <p:ph type="body" sz="quarter" idx="21"/>
          </p:nvPr>
        </p:nvSpPr>
        <p:spPr/>
        <p:txBody>
          <a:bodyPr/>
          <a:lstStyle/>
          <a:p>
            <a:r>
              <a:rPr lang="en-US" dirty="0"/>
              <a:t>XX</a:t>
            </a:r>
          </a:p>
        </p:txBody>
      </p:sp>
      <p:sp>
        <p:nvSpPr>
          <p:cNvPr id="8" name="Text Placeholder 7">
            <a:extLst>
              <a:ext uri="{FF2B5EF4-FFF2-40B4-BE49-F238E27FC236}">
                <a16:creationId xmlns:a16="http://schemas.microsoft.com/office/drawing/2014/main" id="{D5FB39E2-4C7E-DA47-804F-9B7262BCEFF7}"/>
              </a:ext>
            </a:extLst>
          </p:cNvPr>
          <p:cNvSpPr>
            <a:spLocks noGrp="1"/>
          </p:cNvSpPr>
          <p:nvPr>
            <p:ph type="body" sz="quarter" idx="27"/>
          </p:nvPr>
        </p:nvSpPr>
        <p:spPr/>
        <p:txBody>
          <a:bodyPr/>
          <a:lstStyle/>
          <a:p>
            <a:r>
              <a:rPr lang="en-US" dirty="0"/>
              <a:t>Key Data Point</a:t>
            </a:r>
          </a:p>
        </p:txBody>
      </p:sp>
      <p:sp>
        <p:nvSpPr>
          <p:cNvPr id="9" name="Text Placeholder 8">
            <a:extLst>
              <a:ext uri="{FF2B5EF4-FFF2-40B4-BE49-F238E27FC236}">
                <a16:creationId xmlns:a16="http://schemas.microsoft.com/office/drawing/2014/main" id="{AD9D2615-A684-7846-BB15-572AD4C28511}"/>
              </a:ext>
            </a:extLst>
          </p:cNvPr>
          <p:cNvSpPr>
            <a:spLocks noGrp="1"/>
          </p:cNvSpPr>
          <p:nvPr>
            <p:ph type="body" sz="quarter" idx="28"/>
          </p:nvPr>
        </p:nvSpPr>
        <p:spPr/>
        <p:txBody>
          <a:bodyPr/>
          <a:lstStyle/>
          <a:p>
            <a:r>
              <a:rPr lang="en-US" dirty="0"/>
              <a:t>XX</a:t>
            </a:r>
          </a:p>
        </p:txBody>
      </p:sp>
      <p:sp>
        <p:nvSpPr>
          <p:cNvPr id="10" name="Text Placeholder 9">
            <a:extLst>
              <a:ext uri="{FF2B5EF4-FFF2-40B4-BE49-F238E27FC236}">
                <a16:creationId xmlns:a16="http://schemas.microsoft.com/office/drawing/2014/main" id="{A2C92DE8-468E-4149-B6FE-7C5F2215E978}"/>
              </a:ext>
            </a:extLst>
          </p:cNvPr>
          <p:cNvSpPr>
            <a:spLocks noGrp="1"/>
          </p:cNvSpPr>
          <p:nvPr>
            <p:ph type="body" sz="quarter" idx="29"/>
          </p:nvPr>
        </p:nvSpPr>
        <p:spPr/>
        <p:txBody>
          <a:bodyPr/>
          <a:lstStyle/>
          <a:p>
            <a:r>
              <a:rPr lang="en-US" dirty="0"/>
              <a:t>Key Data Point</a:t>
            </a:r>
          </a:p>
        </p:txBody>
      </p:sp>
      <p:sp>
        <p:nvSpPr>
          <p:cNvPr id="283" name="Title 1">
            <a:extLst>
              <a:ext uri="{FF2B5EF4-FFF2-40B4-BE49-F238E27FC236}">
                <a16:creationId xmlns:a16="http://schemas.microsoft.com/office/drawing/2014/main" id="{BF2CF2C4-3E44-4E69-8F18-7E57E8E5E18F}"/>
              </a:ext>
            </a:extLst>
          </p:cNvPr>
          <p:cNvSpPr>
            <a:spLocks noGrp="1"/>
          </p:cNvSpPr>
          <p:nvPr>
            <p:ph type="title"/>
          </p:nvPr>
        </p:nvSpPr>
        <p:spPr>
          <a:xfrm>
            <a:off x="374904" y="502920"/>
            <a:ext cx="7702296" cy="1027176"/>
          </a:xfrm>
        </p:spPr>
        <p:txBody>
          <a:bodyPr/>
          <a:lstStyle/>
          <a:p>
            <a:r>
              <a:rPr lang="en-US" dirty="0"/>
              <a:t>Editable Map Slide with Data Points</a:t>
            </a:r>
          </a:p>
        </p:txBody>
      </p:sp>
      <p:sp>
        <p:nvSpPr>
          <p:cNvPr id="285" name="Slide Number Placeholder 2">
            <a:extLst>
              <a:ext uri="{FF2B5EF4-FFF2-40B4-BE49-F238E27FC236}">
                <a16:creationId xmlns:a16="http://schemas.microsoft.com/office/drawing/2014/main" id="{A9BD8627-7041-4DF4-B573-78F1CE83ED2E}"/>
              </a:ext>
            </a:extLst>
          </p:cNvPr>
          <p:cNvSpPr>
            <a:spLocks noGrp="1"/>
          </p:cNvSpPr>
          <p:nvPr>
            <p:ph type="sldNum" sz="quarter" idx="4"/>
          </p:nvPr>
        </p:nvSpPr>
        <p:spPr>
          <a:xfrm>
            <a:off x="11521481" y="6486039"/>
            <a:ext cx="320749" cy="365125"/>
          </a:xfrm>
        </p:spPr>
        <p:txBody>
          <a:bodyPr/>
          <a:lstStyle/>
          <a:p>
            <a:fld id="{7196636F-A64E-6C4D-AE26-50A84E19B9C9}" type="slidenum">
              <a:rPr lang="en-US" smtClean="0"/>
              <a:pPr/>
              <a:t>56</a:t>
            </a:fld>
            <a:endParaRPr lang="en-US" dirty="0"/>
          </a:p>
        </p:txBody>
      </p:sp>
    </p:spTree>
    <p:extLst>
      <p:ext uri="{BB962C8B-B14F-4D97-AF65-F5344CB8AC3E}">
        <p14:creationId xmlns:p14="http://schemas.microsoft.com/office/powerpoint/2010/main" val="770713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384B-B3ED-BA4A-9FB0-776807DC5225}"/>
              </a:ext>
            </a:extLst>
          </p:cNvPr>
          <p:cNvSpPr>
            <a:spLocks noGrp="1"/>
          </p:cNvSpPr>
          <p:nvPr>
            <p:ph type="title"/>
          </p:nvPr>
        </p:nvSpPr>
        <p:spPr/>
        <p:txBody>
          <a:bodyPr/>
          <a:lstStyle/>
          <a:p>
            <a:r>
              <a:rPr lang="en-US" dirty="0"/>
              <a:t>Editable Map Slide with Data Points</a:t>
            </a:r>
          </a:p>
        </p:txBody>
      </p:sp>
      <p:sp>
        <p:nvSpPr>
          <p:cNvPr id="13" name="Text Placeholder 12">
            <a:extLst>
              <a:ext uri="{FF2B5EF4-FFF2-40B4-BE49-F238E27FC236}">
                <a16:creationId xmlns:a16="http://schemas.microsoft.com/office/drawing/2014/main" id="{2C3CB58B-B2A7-CB4E-21D2-0D41869C5369}"/>
              </a:ext>
            </a:extLst>
          </p:cNvPr>
          <p:cNvSpPr>
            <a:spLocks noGrp="1"/>
          </p:cNvSpPr>
          <p:nvPr>
            <p:ph type="body" sz="quarter" idx="13"/>
          </p:nvPr>
        </p:nvSpPr>
        <p:spPr/>
        <p:txBody>
          <a:bodyPr/>
          <a:lstStyle/>
          <a:p>
            <a:r>
              <a:rPr lang="en-US" dirty="0"/>
              <a:t>Section name</a:t>
            </a:r>
          </a:p>
        </p:txBody>
      </p:sp>
      <p:sp>
        <p:nvSpPr>
          <p:cNvPr id="4" name="Text Placeholder 3">
            <a:extLst>
              <a:ext uri="{FF2B5EF4-FFF2-40B4-BE49-F238E27FC236}">
                <a16:creationId xmlns:a16="http://schemas.microsoft.com/office/drawing/2014/main" id="{EB74E0B4-5357-6441-A375-EB16793A7470}"/>
              </a:ext>
            </a:extLst>
          </p:cNvPr>
          <p:cNvSpPr>
            <a:spLocks noGrp="1"/>
          </p:cNvSpPr>
          <p:nvPr>
            <p:ph type="body" sz="quarter" idx="21"/>
          </p:nvPr>
        </p:nvSpPr>
        <p:spPr/>
        <p:txBody>
          <a:bodyPr/>
          <a:lstStyle/>
          <a:p>
            <a:r>
              <a:rPr lang="en-US" dirty="0"/>
              <a:t>XX</a:t>
            </a:r>
          </a:p>
        </p:txBody>
      </p:sp>
      <p:sp>
        <p:nvSpPr>
          <p:cNvPr id="5" name="Text Placeholder 4">
            <a:extLst>
              <a:ext uri="{FF2B5EF4-FFF2-40B4-BE49-F238E27FC236}">
                <a16:creationId xmlns:a16="http://schemas.microsoft.com/office/drawing/2014/main" id="{C9F229F3-9DCA-674A-B56A-962D0AFDFE10}"/>
              </a:ext>
            </a:extLst>
          </p:cNvPr>
          <p:cNvSpPr>
            <a:spLocks noGrp="1"/>
          </p:cNvSpPr>
          <p:nvPr>
            <p:ph type="body" sz="quarter" idx="27"/>
          </p:nvPr>
        </p:nvSpPr>
        <p:spPr/>
        <p:txBody>
          <a:bodyPr/>
          <a:lstStyle/>
          <a:p>
            <a:r>
              <a:rPr lang="en-US" dirty="0"/>
              <a:t>Key Data Points</a:t>
            </a:r>
          </a:p>
        </p:txBody>
      </p:sp>
      <p:sp>
        <p:nvSpPr>
          <p:cNvPr id="7" name="Text Placeholder 6">
            <a:extLst>
              <a:ext uri="{FF2B5EF4-FFF2-40B4-BE49-F238E27FC236}">
                <a16:creationId xmlns:a16="http://schemas.microsoft.com/office/drawing/2014/main" id="{090129A5-2035-9646-B0A1-3692A89BE19C}"/>
              </a:ext>
            </a:extLst>
          </p:cNvPr>
          <p:cNvSpPr>
            <a:spLocks noGrp="1"/>
          </p:cNvSpPr>
          <p:nvPr>
            <p:ph type="body" sz="quarter" idx="28"/>
          </p:nvPr>
        </p:nvSpPr>
        <p:spPr/>
        <p:txBody>
          <a:bodyPr/>
          <a:lstStyle/>
          <a:p>
            <a:r>
              <a:rPr lang="en-US" dirty="0"/>
              <a:t>XX</a:t>
            </a:r>
          </a:p>
        </p:txBody>
      </p:sp>
      <p:sp>
        <p:nvSpPr>
          <p:cNvPr id="8" name="Text Placeholder 7">
            <a:extLst>
              <a:ext uri="{FF2B5EF4-FFF2-40B4-BE49-F238E27FC236}">
                <a16:creationId xmlns:a16="http://schemas.microsoft.com/office/drawing/2014/main" id="{38A06800-D4E8-204D-9679-9E8598F3605A}"/>
              </a:ext>
            </a:extLst>
          </p:cNvPr>
          <p:cNvSpPr>
            <a:spLocks noGrp="1"/>
          </p:cNvSpPr>
          <p:nvPr>
            <p:ph type="body" sz="quarter" idx="29"/>
          </p:nvPr>
        </p:nvSpPr>
        <p:spPr/>
        <p:txBody>
          <a:bodyPr/>
          <a:lstStyle/>
          <a:p>
            <a:r>
              <a:rPr lang="en-US" dirty="0"/>
              <a:t>Key Data Point</a:t>
            </a:r>
          </a:p>
          <a:p>
            <a:endParaRPr lang="en-US" dirty="0"/>
          </a:p>
        </p:txBody>
      </p:sp>
      <p:grpSp>
        <p:nvGrpSpPr>
          <p:cNvPr id="266" name="Group 265">
            <a:extLst>
              <a:ext uri="{FF2B5EF4-FFF2-40B4-BE49-F238E27FC236}">
                <a16:creationId xmlns:a16="http://schemas.microsoft.com/office/drawing/2014/main" id="{F8454124-8086-2849-BBB8-60AB4475EBBF}"/>
              </a:ext>
            </a:extLst>
          </p:cNvPr>
          <p:cNvGrpSpPr/>
          <p:nvPr/>
        </p:nvGrpSpPr>
        <p:grpSpPr>
          <a:xfrm>
            <a:off x="2398045" y="1180214"/>
            <a:ext cx="9287136" cy="5113906"/>
            <a:chOff x="430098" y="291259"/>
            <a:chExt cx="11285591" cy="6329150"/>
          </a:xfrm>
        </p:grpSpPr>
        <p:sp>
          <p:nvSpPr>
            <p:cNvPr id="508" name="Freeform 127">
              <a:extLst>
                <a:ext uri="{FF2B5EF4-FFF2-40B4-BE49-F238E27FC236}">
                  <a16:creationId xmlns:a16="http://schemas.microsoft.com/office/drawing/2014/main" id="{E4819AEF-14A7-7A4E-AB78-AC3DBD0B2231}"/>
                </a:ext>
              </a:extLst>
            </p:cNvPr>
            <p:cNvSpPr>
              <a:spLocks/>
            </p:cNvSpPr>
            <p:nvPr/>
          </p:nvSpPr>
          <p:spPr bwMode="auto">
            <a:xfrm>
              <a:off x="11197089" y="5945043"/>
              <a:ext cx="4715" cy="4824"/>
            </a:xfrm>
            <a:custGeom>
              <a:avLst/>
              <a:gdLst>
                <a:gd name="T0" fmla="*/ 0 w 2"/>
                <a:gd name="T1" fmla="*/ 0 h 2"/>
                <a:gd name="T2" fmla="*/ 2 w 2"/>
                <a:gd name="T3" fmla="*/ 2 h 2"/>
                <a:gd name="T4" fmla="*/ 2 w 2"/>
                <a:gd name="T5" fmla="*/ 2 h 2"/>
                <a:gd name="T6" fmla="*/ 2 w 2"/>
                <a:gd name="T7" fmla="*/ 2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2"/>
                  </a:lnTo>
                  <a:lnTo>
                    <a:pt x="2" y="2"/>
                  </a:lnTo>
                  <a:lnTo>
                    <a:pt x="2" y="2"/>
                  </a:lnTo>
                  <a:lnTo>
                    <a:pt x="0" y="0"/>
                  </a:lnTo>
                  <a:lnTo>
                    <a:pt x="0" y="0"/>
                  </a:lnTo>
                  <a:close/>
                </a:path>
              </a:pathLst>
            </a:custGeom>
            <a:solidFill>
              <a:schemeClr val="bg2"/>
            </a:solid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509" name="Group 508">
              <a:extLst>
                <a:ext uri="{FF2B5EF4-FFF2-40B4-BE49-F238E27FC236}">
                  <a16:creationId xmlns:a16="http://schemas.microsoft.com/office/drawing/2014/main" id="{9EABD82C-8202-5E41-882A-F38111546B32}"/>
                </a:ext>
              </a:extLst>
            </p:cNvPr>
            <p:cNvGrpSpPr/>
            <p:nvPr/>
          </p:nvGrpSpPr>
          <p:grpSpPr>
            <a:xfrm>
              <a:off x="6355248" y="513163"/>
              <a:ext cx="5360441" cy="1997156"/>
              <a:chOff x="6416052" y="1308020"/>
              <a:chExt cx="4449995" cy="1657948"/>
            </a:xfrm>
            <a:solidFill>
              <a:schemeClr val="bg2"/>
            </a:solidFill>
          </p:grpSpPr>
          <p:grpSp>
            <p:nvGrpSpPr>
              <p:cNvPr id="510" name="Group 509">
                <a:extLst>
                  <a:ext uri="{FF2B5EF4-FFF2-40B4-BE49-F238E27FC236}">
                    <a16:creationId xmlns:a16="http://schemas.microsoft.com/office/drawing/2014/main" id="{10F5586D-9657-E740-A63D-02CB86F4B92B}"/>
                  </a:ext>
                </a:extLst>
              </p:cNvPr>
              <p:cNvGrpSpPr/>
              <p:nvPr/>
            </p:nvGrpSpPr>
            <p:grpSpPr>
              <a:xfrm>
                <a:off x="6416052" y="1308020"/>
                <a:ext cx="4449995" cy="1657948"/>
                <a:chOff x="6416052" y="1308020"/>
                <a:chExt cx="4449995" cy="1657948"/>
              </a:xfrm>
              <a:grpFill/>
            </p:grpSpPr>
            <p:sp>
              <p:nvSpPr>
                <p:cNvPr id="512" name="Line 53">
                  <a:extLst>
                    <a:ext uri="{FF2B5EF4-FFF2-40B4-BE49-F238E27FC236}">
                      <a16:creationId xmlns:a16="http://schemas.microsoft.com/office/drawing/2014/main" id="{369257C9-34A4-2745-8B04-30D1DCA5FEE7}"/>
                    </a:ext>
                  </a:extLst>
                </p:cNvPr>
                <p:cNvSpPr>
                  <a:spLocks noChangeShapeType="1"/>
                </p:cNvSpPr>
                <p:nvPr/>
              </p:nvSpPr>
              <p:spPr bwMode="auto">
                <a:xfrm>
                  <a:off x="9241818"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3" name="Line 54">
                  <a:extLst>
                    <a:ext uri="{FF2B5EF4-FFF2-40B4-BE49-F238E27FC236}">
                      <a16:creationId xmlns:a16="http://schemas.microsoft.com/office/drawing/2014/main" id="{6835C31E-1F57-D246-A85F-F62E7D56B068}"/>
                    </a:ext>
                  </a:extLst>
                </p:cNvPr>
                <p:cNvSpPr>
                  <a:spLocks noChangeShapeType="1"/>
                </p:cNvSpPr>
                <p:nvPr/>
              </p:nvSpPr>
              <p:spPr bwMode="auto">
                <a:xfrm>
                  <a:off x="9241818"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4" name="Line 55">
                  <a:extLst>
                    <a:ext uri="{FF2B5EF4-FFF2-40B4-BE49-F238E27FC236}">
                      <a16:creationId xmlns:a16="http://schemas.microsoft.com/office/drawing/2014/main" id="{E8A3993E-9010-EC4D-9740-0CCE23416A24}"/>
                    </a:ext>
                  </a:extLst>
                </p:cNvPr>
                <p:cNvSpPr>
                  <a:spLocks noChangeShapeType="1"/>
                </p:cNvSpPr>
                <p:nvPr/>
              </p:nvSpPr>
              <p:spPr bwMode="auto">
                <a:xfrm>
                  <a:off x="9253561"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5" name="Line 56">
                  <a:extLst>
                    <a:ext uri="{FF2B5EF4-FFF2-40B4-BE49-F238E27FC236}">
                      <a16:creationId xmlns:a16="http://schemas.microsoft.com/office/drawing/2014/main" id="{4812891D-BCDA-3445-B02B-861BB576CD1C}"/>
                    </a:ext>
                  </a:extLst>
                </p:cNvPr>
                <p:cNvSpPr>
                  <a:spLocks noChangeShapeType="1"/>
                </p:cNvSpPr>
                <p:nvPr/>
              </p:nvSpPr>
              <p:spPr bwMode="auto">
                <a:xfrm>
                  <a:off x="9253561"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6" name="Line 57">
                  <a:extLst>
                    <a:ext uri="{FF2B5EF4-FFF2-40B4-BE49-F238E27FC236}">
                      <a16:creationId xmlns:a16="http://schemas.microsoft.com/office/drawing/2014/main" id="{BC6D5764-4280-634B-B033-6DC0B96D5E00}"/>
                    </a:ext>
                  </a:extLst>
                </p:cNvPr>
                <p:cNvSpPr>
                  <a:spLocks noChangeShapeType="1"/>
                </p:cNvSpPr>
                <p:nvPr/>
              </p:nvSpPr>
              <p:spPr bwMode="auto">
                <a:xfrm>
                  <a:off x="9245732"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7" name="Line 58">
                  <a:extLst>
                    <a:ext uri="{FF2B5EF4-FFF2-40B4-BE49-F238E27FC236}">
                      <a16:creationId xmlns:a16="http://schemas.microsoft.com/office/drawing/2014/main" id="{F64C6570-AB3F-A54E-BD65-06AE2F8A41A4}"/>
                    </a:ext>
                  </a:extLst>
                </p:cNvPr>
                <p:cNvSpPr>
                  <a:spLocks noChangeShapeType="1"/>
                </p:cNvSpPr>
                <p:nvPr/>
              </p:nvSpPr>
              <p:spPr bwMode="auto">
                <a:xfrm>
                  <a:off x="9245732"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8" name="Line 59">
                  <a:extLst>
                    <a:ext uri="{FF2B5EF4-FFF2-40B4-BE49-F238E27FC236}">
                      <a16:creationId xmlns:a16="http://schemas.microsoft.com/office/drawing/2014/main" id="{DDDBE868-C3F0-9842-A81B-0031AE3CE2F4}"/>
                    </a:ext>
                  </a:extLst>
                </p:cNvPr>
                <p:cNvSpPr>
                  <a:spLocks noChangeShapeType="1"/>
                </p:cNvSpPr>
                <p:nvPr/>
              </p:nvSpPr>
              <p:spPr bwMode="auto">
                <a:xfrm>
                  <a:off x="9237905"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9" name="Line 60">
                  <a:extLst>
                    <a:ext uri="{FF2B5EF4-FFF2-40B4-BE49-F238E27FC236}">
                      <a16:creationId xmlns:a16="http://schemas.microsoft.com/office/drawing/2014/main" id="{DEF09F7B-5955-854E-9E87-A9847606F298}"/>
                    </a:ext>
                  </a:extLst>
                </p:cNvPr>
                <p:cNvSpPr>
                  <a:spLocks noChangeShapeType="1"/>
                </p:cNvSpPr>
                <p:nvPr/>
              </p:nvSpPr>
              <p:spPr bwMode="auto">
                <a:xfrm>
                  <a:off x="9237905"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0" name="Line 61">
                  <a:extLst>
                    <a:ext uri="{FF2B5EF4-FFF2-40B4-BE49-F238E27FC236}">
                      <a16:creationId xmlns:a16="http://schemas.microsoft.com/office/drawing/2014/main" id="{8123F439-4860-7B4D-8F8F-AE35F059B8B3}"/>
                    </a:ext>
                  </a:extLst>
                </p:cNvPr>
                <p:cNvSpPr>
                  <a:spLocks noChangeShapeType="1"/>
                </p:cNvSpPr>
                <p:nvPr/>
              </p:nvSpPr>
              <p:spPr bwMode="auto">
                <a:xfrm>
                  <a:off x="9245732"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1" name="Line 62">
                  <a:extLst>
                    <a:ext uri="{FF2B5EF4-FFF2-40B4-BE49-F238E27FC236}">
                      <a16:creationId xmlns:a16="http://schemas.microsoft.com/office/drawing/2014/main" id="{AD24C357-82B0-E84B-866A-7EC3EB32C94B}"/>
                    </a:ext>
                  </a:extLst>
                </p:cNvPr>
                <p:cNvSpPr>
                  <a:spLocks noChangeShapeType="1"/>
                </p:cNvSpPr>
                <p:nvPr/>
              </p:nvSpPr>
              <p:spPr bwMode="auto">
                <a:xfrm>
                  <a:off x="9245732"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2" name="Line 63">
                  <a:extLst>
                    <a:ext uri="{FF2B5EF4-FFF2-40B4-BE49-F238E27FC236}">
                      <a16:creationId xmlns:a16="http://schemas.microsoft.com/office/drawing/2014/main" id="{5AA2C024-3EA6-6347-A77B-D96B8A975F29}"/>
                    </a:ext>
                  </a:extLst>
                </p:cNvPr>
                <p:cNvSpPr>
                  <a:spLocks noChangeShapeType="1"/>
                </p:cNvSpPr>
                <p:nvPr/>
              </p:nvSpPr>
              <p:spPr bwMode="auto">
                <a:xfrm>
                  <a:off x="9249646" y="1592356"/>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3" name="Line 64">
                  <a:extLst>
                    <a:ext uri="{FF2B5EF4-FFF2-40B4-BE49-F238E27FC236}">
                      <a16:creationId xmlns:a16="http://schemas.microsoft.com/office/drawing/2014/main" id="{5546EEE0-BABE-C345-B22B-F6947DB68BEB}"/>
                    </a:ext>
                  </a:extLst>
                </p:cNvPr>
                <p:cNvSpPr>
                  <a:spLocks noChangeShapeType="1"/>
                </p:cNvSpPr>
                <p:nvPr/>
              </p:nvSpPr>
              <p:spPr bwMode="auto">
                <a:xfrm>
                  <a:off x="9249646" y="1592356"/>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4" name="Line 65">
                  <a:extLst>
                    <a:ext uri="{FF2B5EF4-FFF2-40B4-BE49-F238E27FC236}">
                      <a16:creationId xmlns:a16="http://schemas.microsoft.com/office/drawing/2014/main" id="{D6B85800-F55D-0C40-942D-F5C55ADFE672}"/>
                    </a:ext>
                  </a:extLst>
                </p:cNvPr>
                <p:cNvSpPr>
                  <a:spLocks noChangeShapeType="1"/>
                </p:cNvSpPr>
                <p:nvPr/>
              </p:nvSpPr>
              <p:spPr bwMode="auto">
                <a:xfrm>
                  <a:off x="9233991" y="156031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5" name="Line 66">
                  <a:extLst>
                    <a:ext uri="{FF2B5EF4-FFF2-40B4-BE49-F238E27FC236}">
                      <a16:creationId xmlns:a16="http://schemas.microsoft.com/office/drawing/2014/main" id="{C22D365C-40E2-0249-97DF-DDBEFB095DCB}"/>
                    </a:ext>
                  </a:extLst>
                </p:cNvPr>
                <p:cNvSpPr>
                  <a:spLocks noChangeShapeType="1"/>
                </p:cNvSpPr>
                <p:nvPr/>
              </p:nvSpPr>
              <p:spPr bwMode="auto">
                <a:xfrm>
                  <a:off x="9233991" y="156031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6" name="Line 67">
                  <a:extLst>
                    <a:ext uri="{FF2B5EF4-FFF2-40B4-BE49-F238E27FC236}">
                      <a16:creationId xmlns:a16="http://schemas.microsoft.com/office/drawing/2014/main" id="{D572CC91-7DA9-394A-8BD3-923B475EBFB4}"/>
                    </a:ext>
                  </a:extLst>
                </p:cNvPr>
                <p:cNvSpPr>
                  <a:spLocks noChangeShapeType="1"/>
                </p:cNvSpPr>
                <p:nvPr/>
              </p:nvSpPr>
              <p:spPr bwMode="auto">
                <a:xfrm>
                  <a:off x="9222249" y="154830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7" name="Line 68">
                  <a:extLst>
                    <a:ext uri="{FF2B5EF4-FFF2-40B4-BE49-F238E27FC236}">
                      <a16:creationId xmlns:a16="http://schemas.microsoft.com/office/drawing/2014/main" id="{8DF1F178-678C-9444-8EDC-FDF7B19614E2}"/>
                    </a:ext>
                  </a:extLst>
                </p:cNvPr>
                <p:cNvSpPr>
                  <a:spLocks noChangeShapeType="1"/>
                </p:cNvSpPr>
                <p:nvPr/>
              </p:nvSpPr>
              <p:spPr bwMode="auto">
                <a:xfrm>
                  <a:off x="9222249" y="154830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8" name="Line 69">
                  <a:extLst>
                    <a:ext uri="{FF2B5EF4-FFF2-40B4-BE49-F238E27FC236}">
                      <a16:creationId xmlns:a16="http://schemas.microsoft.com/office/drawing/2014/main" id="{E9B03321-EF6C-974F-A3F8-1B0E4F57B3AD}"/>
                    </a:ext>
                  </a:extLst>
                </p:cNvPr>
                <p:cNvSpPr>
                  <a:spLocks noChangeShapeType="1"/>
                </p:cNvSpPr>
                <p:nvPr/>
              </p:nvSpPr>
              <p:spPr bwMode="auto">
                <a:xfrm>
                  <a:off x="9230077" y="155631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9" name="Line 70">
                  <a:extLst>
                    <a:ext uri="{FF2B5EF4-FFF2-40B4-BE49-F238E27FC236}">
                      <a16:creationId xmlns:a16="http://schemas.microsoft.com/office/drawing/2014/main" id="{F2AD5FD0-DF4A-704E-BDB9-3057DF8FB37D}"/>
                    </a:ext>
                  </a:extLst>
                </p:cNvPr>
                <p:cNvSpPr>
                  <a:spLocks noChangeShapeType="1"/>
                </p:cNvSpPr>
                <p:nvPr/>
              </p:nvSpPr>
              <p:spPr bwMode="auto">
                <a:xfrm>
                  <a:off x="9230077" y="155631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0" name="Line 71">
                  <a:extLst>
                    <a:ext uri="{FF2B5EF4-FFF2-40B4-BE49-F238E27FC236}">
                      <a16:creationId xmlns:a16="http://schemas.microsoft.com/office/drawing/2014/main" id="{4C54B3D3-2C24-614C-B495-CC167C3BF1DB}"/>
                    </a:ext>
                  </a:extLst>
                </p:cNvPr>
                <p:cNvSpPr>
                  <a:spLocks noChangeShapeType="1"/>
                </p:cNvSpPr>
                <p:nvPr/>
              </p:nvSpPr>
              <p:spPr bwMode="auto">
                <a:xfrm>
                  <a:off x="9202680" y="160036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1" name="Line 72">
                  <a:extLst>
                    <a:ext uri="{FF2B5EF4-FFF2-40B4-BE49-F238E27FC236}">
                      <a16:creationId xmlns:a16="http://schemas.microsoft.com/office/drawing/2014/main" id="{20F164D3-64A2-0347-974B-1E0CAA47C4C3}"/>
                    </a:ext>
                  </a:extLst>
                </p:cNvPr>
                <p:cNvSpPr>
                  <a:spLocks noChangeShapeType="1"/>
                </p:cNvSpPr>
                <p:nvPr/>
              </p:nvSpPr>
              <p:spPr bwMode="auto">
                <a:xfrm>
                  <a:off x="9202680" y="160036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2" name="Line 73">
                  <a:extLst>
                    <a:ext uri="{FF2B5EF4-FFF2-40B4-BE49-F238E27FC236}">
                      <a16:creationId xmlns:a16="http://schemas.microsoft.com/office/drawing/2014/main" id="{AC638DAC-FFFA-4646-8BF4-57F59FB797AA}"/>
                    </a:ext>
                  </a:extLst>
                </p:cNvPr>
                <p:cNvSpPr>
                  <a:spLocks noChangeShapeType="1"/>
                </p:cNvSpPr>
                <p:nvPr/>
              </p:nvSpPr>
              <p:spPr bwMode="auto">
                <a:xfrm>
                  <a:off x="9202680"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3" name="Line 74">
                  <a:extLst>
                    <a:ext uri="{FF2B5EF4-FFF2-40B4-BE49-F238E27FC236}">
                      <a16:creationId xmlns:a16="http://schemas.microsoft.com/office/drawing/2014/main" id="{AB872F5B-FF31-6241-A6D1-420A4F30523E}"/>
                    </a:ext>
                  </a:extLst>
                </p:cNvPr>
                <p:cNvSpPr>
                  <a:spLocks noChangeShapeType="1"/>
                </p:cNvSpPr>
                <p:nvPr/>
              </p:nvSpPr>
              <p:spPr bwMode="auto">
                <a:xfrm>
                  <a:off x="9202680"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4" name="Line 75">
                  <a:extLst>
                    <a:ext uri="{FF2B5EF4-FFF2-40B4-BE49-F238E27FC236}">
                      <a16:creationId xmlns:a16="http://schemas.microsoft.com/office/drawing/2014/main" id="{5BB8078E-3239-794E-80DE-58ED92FCA2F3}"/>
                    </a:ext>
                  </a:extLst>
                </p:cNvPr>
                <p:cNvSpPr>
                  <a:spLocks noChangeShapeType="1"/>
                </p:cNvSpPr>
                <p:nvPr/>
              </p:nvSpPr>
              <p:spPr bwMode="auto">
                <a:xfrm>
                  <a:off x="921050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5" name="Line 76">
                  <a:extLst>
                    <a:ext uri="{FF2B5EF4-FFF2-40B4-BE49-F238E27FC236}">
                      <a16:creationId xmlns:a16="http://schemas.microsoft.com/office/drawing/2014/main" id="{280B48A7-84FE-634C-94A8-EF3E55A7C388}"/>
                    </a:ext>
                  </a:extLst>
                </p:cNvPr>
                <p:cNvSpPr>
                  <a:spLocks noChangeShapeType="1"/>
                </p:cNvSpPr>
                <p:nvPr/>
              </p:nvSpPr>
              <p:spPr bwMode="auto">
                <a:xfrm>
                  <a:off x="921050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6" name="Line 77">
                  <a:extLst>
                    <a:ext uri="{FF2B5EF4-FFF2-40B4-BE49-F238E27FC236}">
                      <a16:creationId xmlns:a16="http://schemas.microsoft.com/office/drawing/2014/main" id="{E3162DE9-5B4B-D142-8EF0-E91C5C6061CC}"/>
                    </a:ext>
                  </a:extLst>
                </p:cNvPr>
                <p:cNvSpPr>
                  <a:spLocks noChangeShapeType="1"/>
                </p:cNvSpPr>
                <p:nvPr/>
              </p:nvSpPr>
              <p:spPr bwMode="auto">
                <a:xfrm>
                  <a:off x="919876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7" name="Line 78">
                  <a:extLst>
                    <a:ext uri="{FF2B5EF4-FFF2-40B4-BE49-F238E27FC236}">
                      <a16:creationId xmlns:a16="http://schemas.microsoft.com/office/drawing/2014/main" id="{1EC40337-1273-AF40-B6BD-231403A0C6EF}"/>
                    </a:ext>
                  </a:extLst>
                </p:cNvPr>
                <p:cNvSpPr>
                  <a:spLocks noChangeShapeType="1"/>
                </p:cNvSpPr>
                <p:nvPr/>
              </p:nvSpPr>
              <p:spPr bwMode="auto">
                <a:xfrm>
                  <a:off x="919876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8" name="Line 79">
                  <a:extLst>
                    <a:ext uri="{FF2B5EF4-FFF2-40B4-BE49-F238E27FC236}">
                      <a16:creationId xmlns:a16="http://schemas.microsoft.com/office/drawing/2014/main" id="{F127D7EB-CFC1-E848-9EB5-99F97DEBC9B3}"/>
                    </a:ext>
                  </a:extLst>
                </p:cNvPr>
                <p:cNvSpPr>
                  <a:spLocks noChangeShapeType="1"/>
                </p:cNvSpPr>
                <p:nvPr/>
              </p:nvSpPr>
              <p:spPr bwMode="auto">
                <a:xfrm>
                  <a:off x="9222249"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9" name="Line 80">
                  <a:extLst>
                    <a:ext uri="{FF2B5EF4-FFF2-40B4-BE49-F238E27FC236}">
                      <a16:creationId xmlns:a16="http://schemas.microsoft.com/office/drawing/2014/main" id="{D55AFAEE-7FDC-324C-963E-AC41569A26EE}"/>
                    </a:ext>
                  </a:extLst>
                </p:cNvPr>
                <p:cNvSpPr>
                  <a:spLocks noChangeShapeType="1"/>
                </p:cNvSpPr>
                <p:nvPr/>
              </p:nvSpPr>
              <p:spPr bwMode="auto">
                <a:xfrm>
                  <a:off x="9222249"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0" name="Line 81">
                  <a:extLst>
                    <a:ext uri="{FF2B5EF4-FFF2-40B4-BE49-F238E27FC236}">
                      <a16:creationId xmlns:a16="http://schemas.microsoft.com/office/drawing/2014/main" id="{F131A0DD-2087-FE46-9546-1DF0B4E41707}"/>
                    </a:ext>
                  </a:extLst>
                </p:cNvPr>
                <p:cNvSpPr>
                  <a:spLocks noChangeShapeType="1"/>
                </p:cNvSpPr>
                <p:nvPr/>
              </p:nvSpPr>
              <p:spPr bwMode="auto">
                <a:xfrm>
                  <a:off x="9226164"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1" name="Line 82">
                  <a:extLst>
                    <a:ext uri="{FF2B5EF4-FFF2-40B4-BE49-F238E27FC236}">
                      <a16:creationId xmlns:a16="http://schemas.microsoft.com/office/drawing/2014/main" id="{ED86426C-473E-BD46-BFC6-BB4757BCE337}"/>
                    </a:ext>
                  </a:extLst>
                </p:cNvPr>
                <p:cNvSpPr>
                  <a:spLocks noChangeShapeType="1"/>
                </p:cNvSpPr>
                <p:nvPr/>
              </p:nvSpPr>
              <p:spPr bwMode="auto">
                <a:xfrm>
                  <a:off x="9226164"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2" name="Line 83">
                  <a:extLst>
                    <a:ext uri="{FF2B5EF4-FFF2-40B4-BE49-F238E27FC236}">
                      <a16:creationId xmlns:a16="http://schemas.microsoft.com/office/drawing/2014/main" id="{C04194E1-5B6B-8D40-B0E1-1D5B453A3223}"/>
                    </a:ext>
                  </a:extLst>
                </p:cNvPr>
                <p:cNvSpPr>
                  <a:spLocks noChangeShapeType="1"/>
                </p:cNvSpPr>
                <p:nvPr/>
              </p:nvSpPr>
              <p:spPr bwMode="auto">
                <a:xfrm>
                  <a:off x="9261388"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3" name="Line 84">
                  <a:extLst>
                    <a:ext uri="{FF2B5EF4-FFF2-40B4-BE49-F238E27FC236}">
                      <a16:creationId xmlns:a16="http://schemas.microsoft.com/office/drawing/2014/main" id="{B61FC60D-3486-0148-B9A4-B7EE03C7E37D}"/>
                    </a:ext>
                  </a:extLst>
                </p:cNvPr>
                <p:cNvSpPr>
                  <a:spLocks noChangeShapeType="1"/>
                </p:cNvSpPr>
                <p:nvPr/>
              </p:nvSpPr>
              <p:spPr bwMode="auto">
                <a:xfrm>
                  <a:off x="9261388"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4" name="Line 85">
                  <a:extLst>
                    <a:ext uri="{FF2B5EF4-FFF2-40B4-BE49-F238E27FC236}">
                      <a16:creationId xmlns:a16="http://schemas.microsoft.com/office/drawing/2014/main" id="{799686C9-5D68-F94A-862B-90EC83EF2F12}"/>
                    </a:ext>
                  </a:extLst>
                </p:cNvPr>
                <p:cNvSpPr>
                  <a:spLocks noChangeShapeType="1"/>
                </p:cNvSpPr>
                <p:nvPr/>
              </p:nvSpPr>
              <p:spPr bwMode="auto">
                <a:xfrm>
                  <a:off x="9128318"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5" name="Line 86">
                  <a:extLst>
                    <a:ext uri="{FF2B5EF4-FFF2-40B4-BE49-F238E27FC236}">
                      <a16:creationId xmlns:a16="http://schemas.microsoft.com/office/drawing/2014/main" id="{581EBF37-69D4-2949-84C4-DB95CF4EB37A}"/>
                    </a:ext>
                  </a:extLst>
                </p:cNvPr>
                <p:cNvSpPr>
                  <a:spLocks noChangeShapeType="1"/>
                </p:cNvSpPr>
                <p:nvPr/>
              </p:nvSpPr>
              <p:spPr bwMode="auto">
                <a:xfrm>
                  <a:off x="9128318"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6" name="Line 87">
                  <a:extLst>
                    <a:ext uri="{FF2B5EF4-FFF2-40B4-BE49-F238E27FC236}">
                      <a16:creationId xmlns:a16="http://schemas.microsoft.com/office/drawing/2014/main" id="{B929CD7F-1C35-BA40-B52A-A110050360E0}"/>
                    </a:ext>
                  </a:extLst>
                </p:cNvPr>
                <p:cNvSpPr>
                  <a:spLocks noChangeShapeType="1"/>
                </p:cNvSpPr>
                <p:nvPr/>
              </p:nvSpPr>
              <p:spPr bwMode="auto">
                <a:xfrm>
                  <a:off x="9128318" y="156832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7" name="Line 88">
                  <a:extLst>
                    <a:ext uri="{FF2B5EF4-FFF2-40B4-BE49-F238E27FC236}">
                      <a16:creationId xmlns:a16="http://schemas.microsoft.com/office/drawing/2014/main" id="{973E1D98-60C6-2F4F-A934-54E3C7729C32}"/>
                    </a:ext>
                  </a:extLst>
                </p:cNvPr>
                <p:cNvSpPr>
                  <a:spLocks noChangeShapeType="1"/>
                </p:cNvSpPr>
                <p:nvPr/>
              </p:nvSpPr>
              <p:spPr bwMode="auto">
                <a:xfrm>
                  <a:off x="9128318" y="156832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8" name="Line 90">
                  <a:extLst>
                    <a:ext uri="{FF2B5EF4-FFF2-40B4-BE49-F238E27FC236}">
                      <a16:creationId xmlns:a16="http://schemas.microsoft.com/office/drawing/2014/main" id="{E4B0EC41-7C9A-6B42-8614-71ED0E23DF69}"/>
                    </a:ext>
                  </a:extLst>
                </p:cNvPr>
                <p:cNvSpPr>
                  <a:spLocks noChangeShapeType="1"/>
                </p:cNvSpPr>
                <p:nvPr/>
              </p:nvSpPr>
              <p:spPr bwMode="auto">
                <a:xfrm>
                  <a:off x="9194853" y="158034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9" name="Line 91">
                  <a:extLst>
                    <a:ext uri="{FF2B5EF4-FFF2-40B4-BE49-F238E27FC236}">
                      <a16:creationId xmlns:a16="http://schemas.microsoft.com/office/drawing/2014/main" id="{90CD13EC-B93E-0A4D-8282-E2BE2CCF0AC6}"/>
                    </a:ext>
                  </a:extLst>
                </p:cNvPr>
                <p:cNvSpPr>
                  <a:spLocks noChangeShapeType="1"/>
                </p:cNvSpPr>
                <p:nvPr/>
              </p:nvSpPr>
              <p:spPr bwMode="auto">
                <a:xfrm>
                  <a:off x="9194853" y="158034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0" name="Line 92">
                  <a:extLst>
                    <a:ext uri="{FF2B5EF4-FFF2-40B4-BE49-F238E27FC236}">
                      <a16:creationId xmlns:a16="http://schemas.microsoft.com/office/drawing/2014/main" id="{F6BA5E3C-DB15-044A-A170-0ED0502A1FD0}"/>
                    </a:ext>
                  </a:extLst>
                </p:cNvPr>
                <p:cNvSpPr>
                  <a:spLocks noChangeShapeType="1"/>
                </p:cNvSpPr>
                <p:nvPr/>
              </p:nvSpPr>
              <p:spPr bwMode="auto">
                <a:xfrm>
                  <a:off x="9112663"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1" name="Line 93">
                  <a:extLst>
                    <a:ext uri="{FF2B5EF4-FFF2-40B4-BE49-F238E27FC236}">
                      <a16:creationId xmlns:a16="http://schemas.microsoft.com/office/drawing/2014/main" id="{3A5AFF74-2DB2-4B4D-BFBB-5391B4244663}"/>
                    </a:ext>
                  </a:extLst>
                </p:cNvPr>
                <p:cNvSpPr>
                  <a:spLocks noChangeShapeType="1"/>
                </p:cNvSpPr>
                <p:nvPr/>
              </p:nvSpPr>
              <p:spPr bwMode="auto">
                <a:xfrm>
                  <a:off x="9112663"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2" name="Line 94">
                  <a:extLst>
                    <a:ext uri="{FF2B5EF4-FFF2-40B4-BE49-F238E27FC236}">
                      <a16:creationId xmlns:a16="http://schemas.microsoft.com/office/drawing/2014/main" id="{3EFBE0EB-F266-E94D-9D42-DF1126E3FBD9}"/>
                    </a:ext>
                  </a:extLst>
                </p:cNvPr>
                <p:cNvSpPr>
                  <a:spLocks noChangeShapeType="1"/>
                </p:cNvSpPr>
                <p:nvPr/>
              </p:nvSpPr>
              <p:spPr bwMode="auto">
                <a:xfrm>
                  <a:off x="8576472" y="162038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3" name="Line 95">
                  <a:extLst>
                    <a:ext uri="{FF2B5EF4-FFF2-40B4-BE49-F238E27FC236}">
                      <a16:creationId xmlns:a16="http://schemas.microsoft.com/office/drawing/2014/main" id="{3E12475C-57A1-534F-A0FE-485F9799D656}"/>
                    </a:ext>
                  </a:extLst>
                </p:cNvPr>
                <p:cNvSpPr>
                  <a:spLocks noChangeShapeType="1"/>
                </p:cNvSpPr>
                <p:nvPr/>
              </p:nvSpPr>
              <p:spPr bwMode="auto">
                <a:xfrm>
                  <a:off x="8576472" y="162038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4" name="Line 96">
                  <a:extLst>
                    <a:ext uri="{FF2B5EF4-FFF2-40B4-BE49-F238E27FC236}">
                      <a16:creationId xmlns:a16="http://schemas.microsoft.com/office/drawing/2014/main" id="{0C41A67E-0F6C-CE48-A60F-D3C7CC179AE8}"/>
                    </a:ext>
                  </a:extLst>
                </p:cNvPr>
                <p:cNvSpPr>
                  <a:spLocks noChangeShapeType="1"/>
                </p:cNvSpPr>
                <p:nvPr/>
              </p:nvSpPr>
              <p:spPr bwMode="auto">
                <a:xfrm>
                  <a:off x="8576472" y="162439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5" name="Line 97">
                  <a:extLst>
                    <a:ext uri="{FF2B5EF4-FFF2-40B4-BE49-F238E27FC236}">
                      <a16:creationId xmlns:a16="http://schemas.microsoft.com/office/drawing/2014/main" id="{7D49E7DB-DCF7-594D-ABCE-9151CDDADCA6}"/>
                    </a:ext>
                  </a:extLst>
                </p:cNvPr>
                <p:cNvSpPr>
                  <a:spLocks noChangeShapeType="1"/>
                </p:cNvSpPr>
                <p:nvPr/>
              </p:nvSpPr>
              <p:spPr bwMode="auto">
                <a:xfrm>
                  <a:off x="8576472" y="162439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6" name="Line 98">
                  <a:extLst>
                    <a:ext uri="{FF2B5EF4-FFF2-40B4-BE49-F238E27FC236}">
                      <a16:creationId xmlns:a16="http://schemas.microsoft.com/office/drawing/2014/main" id="{49352C1D-FFFD-E145-B76E-F99F3CE0D40B}"/>
                    </a:ext>
                  </a:extLst>
                </p:cNvPr>
                <p:cNvSpPr>
                  <a:spLocks noChangeShapeType="1"/>
                </p:cNvSpPr>
                <p:nvPr/>
              </p:nvSpPr>
              <p:spPr bwMode="auto">
                <a:xfrm>
                  <a:off x="8611697" y="159636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7" name="Line 99">
                  <a:extLst>
                    <a:ext uri="{FF2B5EF4-FFF2-40B4-BE49-F238E27FC236}">
                      <a16:creationId xmlns:a16="http://schemas.microsoft.com/office/drawing/2014/main" id="{1EECEF91-DA7E-B14A-AEAE-EE6AF0FBB562}"/>
                    </a:ext>
                  </a:extLst>
                </p:cNvPr>
                <p:cNvSpPr>
                  <a:spLocks noChangeShapeType="1"/>
                </p:cNvSpPr>
                <p:nvPr/>
              </p:nvSpPr>
              <p:spPr bwMode="auto">
                <a:xfrm>
                  <a:off x="8611697" y="159636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8" name="Line 100">
                  <a:extLst>
                    <a:ext uri="{FF2B5EF4-FFF2-40B4-BE49-F238E27FC236}">
                      <a16:creationId xmlns:a16="http://schemas.microsoft.com/office/drawing/2014/main" id="{AA8B2FE8-4464-3E42-A8C9-B19F4A461F4E}"/>
                    </a:ext>
                  </a:extLst>
                </p:cNvPr>
                <p:cNvSpPr>
                  <a:spLocks noChangeShapeType="1"/>
                </p:cNvSpPr>
                <p:nvPr/>
              </p:nvSpPr>
              <p:spPr bwMode="auto">
                <a:xfrm>
                  <a:off x="8619524" y="160437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9" name="Line 101">
                  <a:extLst>
                    <a:ext uri="{FF2B5EF4-FFF2-40B4-BE49-F238E27FC236}">
                      <a16:creationId xmlns:a16="http://schemas.microsoft.com/office/drawing/2014/main" id="{27ADB0A7-60CA-5147-BE7C-33A17B6CB22D}"/>
                    </a:ext>
                  </a:extLst>
                </p:cNvPr>
                <p:cNvSpPr>
                  <a:spLocks noChangeShapeType="1"/>
                </p:cNvSpPr>
                <p:nvPr/>
              </p:nvSpPr>
              <p:spPr bwMode="auto">
                <a:xfrm>
                  <a:off x="8619524" y="160437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0" name="Line 102">
                  <a:extLst>
                    <a:ext uri="{FF2B5EF4-FFF2-40B4-BE49-F238E27FC236}">
                      <a16:creationId xmlns:a16="http://schemas.microsoft.com/office/drawing/2014/main" id="{DFFB8FFE-7440-8F49-A0A1-58C9A08E45C2}"/>
                    </a:ext>
                  </a:extLst>
                </p:cNvPr>
                <p:cNvSpPr>
                  <a:spLocks noChangeShapeType="1"/>
                </p:cNvSpPr>
                <p:nvPr/>
              </p:nvSpPr>
              <p:spPr bwMode="auto">
                <a:xfrm>
                  <a:off x="8795645" y="154029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1" name="Line 103">
                  <a:extLst>
                    <a:ext uri="{FF2B5EF4-FFF2-40B4-BE49-F238E27FC236}">
                      <a16:creationId xmlns:a16="http://schemas.microsoft.com/office/drawing/2014/main" id="{97169D0E-4937-4E47-82F0-71455D79E938}"/>
                    </a:ext>
                  </a:extLst>
                </p:cNvPr>
                <p:cNvSpPr>
                  <a:spLocks noChangeShapeType="1"/>
                </p:cNvSpPr>
                <p:nvPr/>
              </p:nvSpPr>
              <p:spPr bwMode="auto">
                <a:xfrm>
                  <a:off x="8795645" y="154029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2" name="Freeform 104">
                  <a:extLst>
                    <a:ext uri="{FF2B5EF4-FFF2-40B4-BE49-F238E27FC236}">
                      <a16:creationId xmlns:a16="http://schemas.microsoft.com/office/drawing/2014/main" id="{51A91542-5CE8-2F41-8CCD-780CEB25559B}"/>
                    </a:ext>
                  </a:extLst>
                </p:cNvPr>
                <p:cNvSpPr>
                  <a:spLocks noEditPoints="1"/>
                </p:cNvSpPr>
                <p:nvPr/>
              </p:nvSpPr>
              <p:spPr bwMode="auto">
                <a:xfrm>
                  <a:off x="6416052" y="1308020"/>
                  <a:ext cx="4449995" cy="1657948"/>
                </a:xfrm>
                <a:custGeom>
                  <a:avLst/>
                  <a:gdLst>
                    <a:gd name="T0" fmla="*/ 1636 w 2274"/>
                    <a:gd name="T1" fmla="*/ 652 h 828"/>
                    <a:gd name="T2" fmla="*/ 2270 w 2274"/>
                    <a:gd name="T3" fmla="*/ 316 h 828"/>
                    <a:gd name="T4" fmla="*/ 2196 w 2274"/>
                    <a:gd name="T5" fmla="*/ 336 h 828"/>
                    <a:gd name="T6" fmla="*/ 2106 w 2274"/>
                    <a:gd name="T7" fmla="*/ 336 h 828"/>
                    <a:gd name="T8" fmla="*/ 2054 w 2274"/>
                    <a:gd name="T9" fmla="*/ 400 h 828"/>
                    <a:gd name="T10" fmla="*/ 1960 w 2274"/>
                    <a:gd name="T11" fmla="*/ 426 h 828"/>
                    <a:gd name="T12" fmla="*/ 1912 w 2274"/>
                    <a:gd name="T13" fmla="*/ 518 h 828"/>
                    <a:gd name="T14" fmla="*/ 1830 w 2274"/>
                    <a:gd name="T15" fmla="*/ 616 h 828"/>
                    <a:gd name="T16" fmla="*/ 1904 w 2274"/>
                    <a:gd name="T17" fmla="*/ 426 h 828"/>
                    <a:gd name="T18" fmla="*/ 1896 w 2274"/>
                    <a:gd name="T19" fmla="*/ 418 h 828"/>
                    <a:gd name="T20" fmla="*/ 1820 w 2274"/>
                    <a:gd name="T21" fmla="*/ 424 h 828"/>
                    <a:gd name="T22" fmla="*/ 1760 w 2274"/>
                    <a:gd name="T23" fmla="*/ 450 h 828"/>
                    <a:gd name="T24" fmla="*/ 1650 w 2274"/>
                    <a:gd name="T25" fmla="*/ 450 h 828"/>
                    <a:gd name="T26" fmla="*/ 1556 w 2274"/>
                    <a:gd name="T27" fmla="*/ 548 h 828"/>
                    <a:gd name="T28" fmla="*/ 1620 w 2274"/>
                    <a:gd name="T29" fmla="*/ 616 h 828"/>
                    <a:gd name="T30" fmla="*/ 1554 w 2274"/>
                    <a:gd name="T31" fmla="*/ 762 h 828"/>
                    <a:gd name="T32" fmla="*/ 1498 w 2274"/>
                    <a:gd name="T33" fmla="*/ 756 h 828"/>
                    <a:gd name="T34" fmla="*/ 1342 w 2274"/>
                    <a:gd name="T35" fmla="*/ 608 h 828"/>
                    <a:gd name="T36" fmla="*/ 1038 w 2274"/>
                    <a:gd name="T37" fmla="*/ 650 h 828"/>
                    <a:gd name="T38" fmla="*/ 692 w 2274"/>
                    <a:gd name="T39" fmla="*/ 570 h 828"/>
                    <a:gd name="T40" fmla="*/ 492 w 2274"/>
                    <a:gd name="T41" fmla="*/ 630 h 828"/>
                    <a:gd name="T42" fmla="*/ 392 w 2274"/>
                    <a:gd name="T43" fmla="*/ 650 h 828"/>
                    <a:gd name="T44" fmla="*/ 386 w 2274"/>
                    <a:gd name="T45" fmla="*/ 730 h 828"/>
                    <a:gd name="T46" fmla="*/ 374 w 2274"/>
                    <a:gd name="T47" fmla="*/ 816 h 828"/>
                    <a:gd name="T48" fmla="*/ 254 w 2274"/>
                    <a:gd name="T49" fmla="*/ 766 h 828"/>
                    <a:gd name="T50" fmla="*/ 276 w 2274"/>
                    <a:gd name="T51" fmla="*/ 684 h 828"/>
                    <a:gd name="T52" fmla="*/ 180 w 2274"/>
                    <a:gd name="T53" fmla="*/ 608 h 828"/>
                    <a:gd name="T54" fmla="*/ 114 w 2274"/>
                    <a:gd name="T55" fmla="*/ 510 h 828"/>
                    <a:gd name="T56" fmla="*/ 118 w 2274"/>
                    <a:gd name="T57" fmla="*/ 418 h 828"/>
                    <a:gd name="T58" fmla="*/ 138 w 2274"/>
                    <a:gd name="T59" fmla="*/ 244 h 828"/>
                    <a:gd name="T60" fmla="*/ 210 w 2274"/>
                    <a:gd name="T61" fmla="*/ 222 h 828"/>
                    <a:gd name="T62" fmla="*/ 204 w 2274"/>
                    <a:gd name="T63" fmla="*/ 280 h 828"/>
                    <a:gd name="T64" fmla="*/ 212 w 2274"/>
                    <a:gd name="T65" fmla="*/ 322 h 828"/>
                    <a:gd name="T66" fmla="*/ 276 w 2274"/>
                    <a:gd name="T67" fmla="*/ 318 h 828"/>
                    <a:gd name="T68" fmla="*/ 338 w 2274"/>
                    <a:gd name="T69" fmla="*/ 240 h 828"/>
                    <a:gd name="T70" fmla="*/ 436 w 2274"/>
                    <a:gd name="T71" fmla="*/ 244 h 828"/>
                    <a:gd name="T72" fmla="*/ 512 w 2274"/>
                    <a:gd name="T73" fmla="*/ 242 h 828"/>
                    <a:gd name="T74" fmla="*/ 600 w 2274"/>
                    <a:gd name="T75" fmla="*/ 218 h 828"/>
                    <a:gd name="T76" fmla="*/ 642 w 2274"/>
                    <a:gd name="T77" fmla="*/ 200 h 828"/>
                    <a:gd name="T78" fmla="*/ 714 w 2274"/>
                    <a:gd name="T79" fmla="*/ 198 h 828"/>
                    <a:gd name="T80" fmla="*/ 704 w 2274"/>
                    <a:gd name="T81" fmla="*/ 294 h 828"/>
                    <a:gd name="T82" fmla="*/ 788 w 2274"/>
                    <a:gd name="T83" fmla="*/ 268 h 828"/>
                    <a:gd name="T84" fmla="*/ 738 w 2274"/>
                    <a:gd name="T85" fmla="*/ 150 h 828"/>
                    <a:gd name="T86" fmla="*/ 782 w 2274"/>
                    <a:gd name="T87" fmla="*/ 164 h 828"/>
                    <a:gd name="T88" fmla="*/ 880 w 2274"/>
                    <a:gd name="T89" fmla="*/ 218 h 828"/>
                    <a:gd name="T90" fmla="*/ 834 w 2274"/>
                    <a:gd name="T91" fmla="*/ 108 h 828"/>
                    <a:gd name="T92" fmla="*/ 916 w 2274"/>
                    <a:gd name="T93" fmla="*/ 70 h 828"/>
                    <a:gd name="T94" fmla="*/ 1036 w 2274"/>
                    <a:gd name="T95" fmla="*/ 46 h 828"/>
                    <a:gd name="T96" fmla="*/ 1104 w 2274"/>
                    <a:gd name="T97" fmla="*/ 8 h 828"/>
                    <a:gd name="T98" fmla="*/ 1212 w 2274"/>
                    <a:gd name="T99" fmla="*/ 24 h 828"/>
                    <a:gd name="T100" fmla="*/ 1188 w 2274"/>
                    <a:gd name="T101" fmla="*/ 116 h 828"/>
                    <a:gd name="T102" fmla="*/ 1208 w 2274"/>
                    <a:gd name="T103" fmla="*/ 108 h 828"/>
                    <a:gd name="T104" fmla="*/ 1320 w 2274"/>
                    <a:gd name="T105" fmla="*/ 126 h 828"/>
                    <a:gd name="T106" fmla="*/ 1406 w 2274"/>
                    <a:gd name="T107" fmla="*/ 108 h 828"/>
                    <a:gd name="T108" fmla="*/ 1434 w 2274"/>
                    <a:gd name="T109" fmla="*/ 164 h 828"/>
                    <a:gd name="T110" fmla="*/ 1506 w 2274"/>
                    <a:gd name="T111" fmla="*/ 168 h 828"/>
                    <a:gd name="T112" fmla="*/ 1604 w 2274"/>
                    <a:gd name="T113" fmla="*/ 172 h 828"/>
                    <a:gd name="T114" fmla="*/ 1690 w 2274"/>
                    <a:gd name="T115" fmla="*/ 156 h 828"/>
                    <a:gd name="T116" fmla="*/ 1754 w 2274"/>
                    <a:gd name="T117" fmla="*/ 188 h 828"/>
                    <a:gd name="T118" fmla="*/ 1890 w 2274"/>
                    <a:gd name="T119" fmla="*/ 228 h 828"/>
                    <a:gd name="T120" fmla="*/ 2024 w 2274"/>
                    <a:gd name="T121" fmla="*/ 226 h 828"/>
                    <a:gd name="T122" fmla="*/ 2158 w 2274"/>
                    <a:gd name="T123" fmla="*/ 246 h 828"/>
                    <a:gd name="T124" fmla="*/ 26 w 2274"/>
                    <a:gd name="T125" fmla="*/ 556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828">
                      <a:moveTo>
                        <a:pt x="1666" y="666"/>
                      </a:moveTo>
                      <a:lnTo>
                        <a:pt x="1666" y="666"/>
                      </a:lnTo>
                      <a:lnTo>
                        <a:pt x="1668" y="674"/>
                      </a:lnTo>
                      <a:lnTo>
                        <a:pt x="1668" y="674"/>
                      </a:lnTo>
                      <a:lnTo>
                        <a:pt x="1664" y="670"/>
                      </a:lnTo>
                      <a:lnTo>
                        <a:pt x="1658" y="666"/>
                      </a:lnTo>
                      <a:lnTo>
                        <a:pt x="1656" y="666"/>
                      </a:lnTo>
                      <a:lnTo>
                        <a:pt x="1652" y="666"/>
                      </a:lnTo>
                      <a:lnTo>
                        <a:pt x="1650" y="668"/>
                      </a:lnTo>
                      <a:lnTo>
                        <a:pt x="1648" y="672"/>
                      </a:lnTo>
                      <a:lnTo>
                        <a:pt x="1648" y="672"/>
                      </a:lnTo>
                      <a:lnTo>
                        <a:pt x="1648" y="678"/>
                      </a:lnTo>
                      <a:lnTo>
                        <a:pt x="1648" y="682"/>
                      </a:lnTo>
                      <a:lnTo>
                        <a:pt x="1648" y="682"/>
                      </a:lnTo>
                      <a:lnTo>
                        <a:pt x="1644" y="692"/>
                      </a:lnTo>
                      <a:lnTo>
                        <a:pt x="1642" y="702"/>
                      </a:lnTo>
                      <a:lnTo>
                        <a:pt x="1642" y="702"/>
                      </a:lnTo>
                      <a:lnTo>
                        <a:pt x="1644" y="710"/>
                      </a:lnTo>
                      <a:lnTo>
                        <a:pt x="1648" y="720"/>
                      </a:lnTo>
                      <a:lnTo>
                        <a:pt x="1652" y="722"/>
                      </a:lnTo>
                      <a:lnTo>
                        <a:pt x="1652" y="722"/>
                      </a:lnTo>
                      <a:lnTo>
                        <a:pt x="1652" y="728"/>
                      </a:lnTo>
                      <a:lnTo>
                        <a:pt x="1654" y="734"/>
                      </a:lnTo>
                      <a:lnTo>
                        <a:pt x="1650" y="736"/>
                      </a:lnTo>
                      <a:lnTo>
                        <a:pt x="1650" y="736"/>
                      </a:lnTo>
                      <a:lnTo>
                        <a:pt x="1650" y="734"/>
                      </a:lnTo>
                      <a:lnTo>
                        <a:pt x="1648" y="730"/>
                      </a:lnTo>
                      <a:lnTo>
                        <a:pt x="1648" y="730"/>
                      </a:lnTo>
                      <a:lnTo>
                        <a:pt x="1646" y="728"/>
                      </a:lnTo>
                      <a:lnTo>
                        <a:pt x="1646" y="728"/>
                      </a:lnTo>
                      <a:lnTo>
                        <a:pt x="1644" y="726"/>
                      </a:lnTo>
                      <a:lnTo>
                        <a:pt x="1644" y="726"/>
                      </a:lnTo>
                      <a:lnTo>
                        <a:pt x="1642" y="722"/>
                      </a:lnTo>
                      <a:lnTo>
                        <a:pt x="1642" y="722"/>
                      </a:lnTo>
                      <a:lnTo>
                        <a:pt x="1640" y="722"/>
                      </a:lnTo>
                      <a:lnTo>
                        <a:pt x="1640" y="722"/>
                      </a:lnTo>
                      <a:lnTo>
                        <a:pt x="1638" y="724"/>
                      </a:lnTo>
                      <a:lnTo>
                        <a:pt x="1636" y="726"/>
                      </a:lnTo>
                      <a:lnTo>
                        <a:pt x="1634" y="732"/>
                      </a:lnTo>
                      <a:lnTo>
                        <a:pt x="1634" y="732"/>
                      </a:lnTo>
                      <a:lnTo>
                        <a:pt x="1634" y="734"/>
                      </a:lnTo>
                      <a:lnTo>
                        <a:pt x="1634" y="734"/>
                      </a:lnTo>
                      <a:lnTo>
                        <a:pt x="1630" y="734"/>
                      </a:lnTo>
                      <a:lnTo>
                        <a:pt x="1630" y="734"/>
                      </a:lnTo>
                      <a:lnTo>
                        <a:pt x="1632" y="722"/>
                      </a:lnTo>
                      <a:lnTo>
                        <a:pt x="1634" y="720"/>
                      </a:lnTo>
                      <a:lnTo>
                        <a:pt x="1634" y="720"/>
                      </a:lnTo>
                      <a:lnTo>
                        <a:pt x="1634" y="716"/>
                      </a:lnTo>
                      <a:lnTo>
                        <a:pt x="1634" y="710"/>
                      </a:lnTo>
                      <a:lnTo>
                        <a:pt x="1636" y="708"/>
                      </a:lnTo>
                      <a:lnTo>
                        <a:pt x="1636" y="708"/>
                      </a:lnTo>
                      <a:lnTo>
                        <a:pt x="1636" y="696"/>
                      </a:lnTo>
                      <a:lnTo>
                        <a:pt x="1636" y="696"/>
                      </a:lnTo>
                      <a:lnTo>
                        <a:pt x="1634" y="682"/>
                      </a:lnTo>
                      <a:lnTo>
                        <a:pt x="1634" y="682"/>
                      </a:lnTo>
                      <a:lnTo>
                        <a:pt x="1636" y="680"/>
                      </a:lnTo>
                      <a:lnTo>
                        <a:pt x="1636" y="680"/>
                      </a:lnTo>
                      <a:lnTo>
                        <a:pt x="1634" y="670"/>
                      </a:lnTo>
                      <a:lnTo>
                        <a:pt x="1634" y="670"/>
                      </a:lnTo>
                      <a:lnTo>
                        <a:pt x="1636" y="660"/>
                      </a:lnTo>
                      <a:lnTo>
                        <a:pt x="1636" y="652"/>
                      </a:lnTo>
                      <a:lnTo>
                        <a:pt x="1636" y="652"/>
                      </a:lnTo>
                      <a:lnTo>
                        <a:pt x="1634" y="644"/>
                      </a:lnTo>
                      <a:lnTo>
                        <a:pt x="1634" y="644"/>
                      </a:lnTo>
                      <a:lnTo>
                        <a:pt x="1636" y="636"/>
                      </a:lnTo>
                      <a:lnTo>
                        <a:pt x="1634" y="630"/>
                      </a:lnTo>
                      <a:lnTo>
                        <a:pt x="1634" y="630"/>
                      </a:lnTo>
                      <a:lnTo>
                        <a:pt x="1632" y="622"/>
                      </a:lnTo>
                      <a:lnTo>
                        <a:pt x="1632" y="622"/>
                      </a:lnTo>
                      <a:lnTo>
                        <a:pt x="1632" y="616"/>
                      </a:lnTo>
                      <a:lnTo>
                        <a:pt x="1634" y="612"/>
                      </a:lnTo>
                      <a:lnTo>
                        <a:pt x="1634" y="612"/>
                      </a:lnTo>
                      <a:lnTo>
                        <a:pt x="1634" y="608"/>
                      </a:lnTo>
                      <a:lnTo>
                        <a:pt x="1632" y="604"/>
                      </a:lnTo>
                      <a:lnTo>
                        <a:pt x="1632" y="604"/>
                      </a:lnTo>
                      <a:lnTo>
                        <a:pt x="1636" y="602"/>
                      </a:lnTo>
                      <a:lnTo>
                        <a:pt x="1636" y="602"/>
                      </a:lnTo>
                      <a:lnTo>
                        <a:pt x="1636" y="596"/>
                      </a:lnTo>
                      <a:lnTo>
                        <a:pt x="1636" y="596"/>
                      </a:lnTo>
                      <a:lnTo>
                        <a:pt x="1644" y="592"/>
                      </a:lnTo>
                      <a:lnTo>
                        <a:pt x="1644" y="592"/>
                      </a:lnTo>
                      <a:lnTo>
                        <a:pt x="1642" y="574"/>
                      </a:lnTo>
                      <a:lnTo>
                        <a:pt x="1642" y="574"/>
                      </a:lnTo>
                      <a:lnTo>
                        <a:pt x="1646" y="574"/>
                      </a:lnTo>
                      <a:lnTo>
                        <a:pt x="1646" y="574"/>
                      </a:lnTo>
                      <a:lnTo>
                        <a:pt x="1648" y="570"/>
                      </a:lnTo>
                      <a:lnTo>
                        <a:pt x="1648" y="570"/>
                      </a:lnTo>
                      <a:lnTo>
                        <a:pt x="1652" y="576"/>
                      </a:lnTo>
                      <a:lnTo>
                        <a:pt x="1652" y="576"/>
                      </a:lnTo>
                      <a:lnTo>
                        <a:pt x="1652" y="582"/>
                      </a:lnTo>
                      <a:lnTo>
                        <a:pt x="1650" y="584"/>
                      </a:lnTo>
                      <a:lnTo>
                        <a:pt x="1650" y="588"/>
                      </a:lnTo>
                      <a:lnTo>
                        <a:pt x="1650" y="592"/>
                      </a:lnTo>
                      <a:lnTo>
                        <a:pt x="1650" y="592"/>
                      </a:lnTo>
                      <a:lnTo>
                        <a:pt x="1650" y="596"/>
                      </a:lnTo>
                      <a:lnTo>
                        <a:pt x="1654" y="600"/>
                      </a:lnTo>
                      <a:lnTo>
                        <a:pt x="1656" y="604"/>
                      </a:lnTo>
                      <a:lnTo>
                        <a:pt x="1656" y="608"/>
                      </a:lnTo>
                      <a:lnTo>
                        <a:pt x="1656" y="608"/>
                      </a:lnTo>
                      <a:lnTo>
                        <a:pt x="1652" y="618"/>
                      </a:lnTo>
                      <a:lnTo>
                        <a:pt x="1652" y="618"/>
                      </a:lnTo>
                      <a:lnTo>
                        <a:pt x="1652" y="618"/>
                      </a:lnTo>
                      <a:lnTo>
                        <a:pt x="1652" y="618"/>
                      </a:lnTo>
                      <a:lnTo>
                        <a:pt x="1654" y="620"/>
                      </a:lnTo>
                      <a:lnTo>
                        <a:pt x="1654" y="620"/>
                      </a:lnTo>
                      <a:lnTo>
                        <a:pt x="1652" y="626"/>
                      </a:lnTo>
                      <a:lnTo>
                        <a:pt x="1652" y="634"/>
                      </a:lnTo>
                      <a:lnTo>
                        <a:pt x="1652" y="634"/>
                      </a:lnTo>
                      <a:lnTo>
                        <a:pt x="1654" y="638"/>
                      </a:lnTo>
                      <a:lnTo>
                        <a:pt x="1656" y="644"/>
                      </a:lnTo>
                      <a:lnTo>
                        <a:pt x="1656" y="644"/>
                      </a:lnTo>
                      <a:lnTo>
                        <a:pt x="1654" y="648"/>
                      </a:lnTo>
                      <a:lnTo>
                        <a:pt x="1654" y="650"/>
                      </a:lnTo>
                      <a:lnTo>
                        <a:pt x="1654" y="654"/>
                      </a:lnTo>
                      <a:lnTo>
                        <a:pt x="1658" y="660"/>
                      </a:lnTo>
                      <a:lnTo>
                        <a:pt x="1658" y="660"/>
                      </a:lnTo>
                      <a:lnTo>
                        <a:pt x="1662" y="660"/>
                      </a:lnTo>
                      <a:lnTo>
                        <a:pt x="1662" y="660"/>
                      </a:lnTo>
                      <a:lnTo>
                        <a:pt x="1662" y="662"/>
                      </a:lnTo>
                      <a:lnTo>
                        <a:pt x="1664" y="666"/>
                      </a:lnTo>
                      <a:lnTo>
                        <a:pt x="1666" y="666"/>
                      </a:lnTo>
                      <a:close/>
                      <a:moveTo>
                        <a:pt x="2270" y="316"/>
                      </a:moveTo>
                      <a:lnTo>
                        <a:pt x="2270" y="316"/>
                      </a:lnTo>
                      <a:lnTo>
                        <a:pt x="2270" y="316"/>
                      </a:lnTo>
                      <a:lnTo>
                        <a:pt x="2270" y="318"/>
                      </a:lnTo>
                      <a:lnTo>
                        <a:pt x="2270" y="322"/>
                      </a:lnTo>
                      <a:lnTo>
                        <a:pt x="2270" y="322"/>
                      </a:lnTo>
                      <a:lnTo>
                        <a:pt x="2266" y="322"/>
                      </a:lnTo>
                      <a:lnTo>
                        <a:pt x="2266" y="322"/>
                      </a:lnTo>
                      <a:lnTo>
                        <a:pt x="2264" y="328"/>
                      </a:lnTo>
                      <a:lnTo>
                        <a:pt x="2264" y="328"/>
                      </a:lnTo>
                      <a:lnTo>
                        <a:pt x="2260" y="328"/>
                      </a:lnTo>
                      <a:lnTo>
                        <a:pt x="2260" y="326"/>
                      </a:lnTo>
                      <a:lnTo>
                        <a:pt x="2260" y="326"/>
                      </a:lnTo>
                      <a:lnTo>
                        <a:pt x="2256" y="324"/>
                      </a:lnTo>
                      <a:lnTo>
                        <a:pt x="2256" y="324"/>
                      </a:lnTo>
                      <a:lnTo>
                        <a:pt x="2242" y="324"/>
                      </a:lnTo>
                      <a:lnTo>
                        <a:pt x="2242" y="330"/>
                      </a:lnTo>
                      <a:lnTo>
                        <a:pt x="2242" y="330"/>
                      </a:lnTo>
                      <a:lnTo>
                        <a:pt x="2248" y="328"/>
                      </a:lnTo>
                      <a:lnTo>
                        <a:pt x="2248" y="328"/>
                      </a:lnTo>
                      <a:lnTo>
                        <a:pt x="2248" y="336"/>
                      </a:lnTo>
                      <a:lnTo>
                        <a:pt x="2248" y="336"/>
                      </a:lnTo>
                      <a:lnTo>
                        <a:pt x="2240" y="338"/>
                      </a:lnTo>
                      <a:lnTo>
                        <a:pt x="2240" y="338"/>
                      </a:lnTo>
                      <a:lnTo>
                        <a:pt x="2242" y="340"/>
                      </a:lnTo>
                      <a:lnTo>
                        <a:pt x="2242" y="340"/>
                      </a:lnTo>
                      <a:lnTo>
                        <a:pt x="2242" y="342"/>
                      </a:lnTo>
                      <a:lnTo>
                        <a:pt x="2242" y="344"/>
                      </a:lnTo>
                      <a:lnTo>
                        <a:pt x="2242" y="344"/>
                      </a:lnTo>
                      <a:lnTo>
                        <a:pt x="2244" y="348"/>
                      </a:lnTo>
                      <a:lnTo>
                        <a:pt x="2244" y="348"/>
                      </a:lnTo>
                      <a:lnTo>
                        <a:pt x="2248" y="352"/>
                      </a:lnTo>
                      <a:lnTo>
                        <a:pt x="2248" y="352"/>
                      </a:lnTo>
                      <a:lnTo>
                        <a:pt x="2240" y="350"/>
                      </a:lnTo>
                      <a:lnTo>
                        <a:pt x="2240" y="352"/>
                      </a:lnTo>
                      <a:lnTo>
                        <a:pt x="2240" y="352"/>
                      </a:lnTo>
                      <a:lnTo>
                        <a:pt x="2238" y="352"/>
                      </a:lnTo>
                      <a:lnTo>
                        <a:pt x="2236" y="350"/>
                      </a:lnTo>
                      <a:lnTo>
                        <a:pt x="2234" y="350"/>
                      </a:lnTo>
                      <a:lnTo>
                        <a:pt x="2234" y="350"/>
                      </a:lnTo>
                      <a:lnTo>
                        <a:pt x="2234" y="346"/>
                      </a:lnTo>
                      <a:lnTo>
                        <a:pt x="2234" y="346"/>
                      </a:lnTo>
                      <a:lnTo>
                        <a:pt x="2232" y="346"/>
                      </a:lnTo>
                      <a:lnTo>
                        <a:pt x="2232" y="346"/>
                      </a:lnTo>
                      <a:lnTo>
                        <a:pt x="2232" y="348"/>
                      </a:lnTo>
                      <a:lnTo>
                        <a:pt x="2230" y="348"/>
                      </a:lnTo>
                      <a:lnTo>
                        <a:pt x="2230" y="348"/>
                      </a:lnTo>
                      <a:lnTo>
                        <a:pt x="2230" y="350"/>
                      </a:lnTo>
                      <a:lnTo>
                        <a:pt x="2230" y="350"/>
                      </a:lnTo>
                      <a:lnTo>
                        <a:pt x="2224" y="352"/>
                      </a:lnTo>
                      <a:lnTo>
                        <a:pt x="2224" y="352"/>
                      </a:lnTo>
                      <a:lnTo>
                        <a:pt x="2224" y="348"/>
                      </a:lnTo>
                      <a:lnTo>
                        <a:pt x="2224" y="348"/>
                      </a:lnTo>
                      <a:lnTo>
                        <a:pt x="2216" y="342"/>
                      </a:lnTo>
                      <a:lnTo>
                        <a:pt x="2208" y="340"/>
                      </a:lnTo>
                      <a:lnTo>
                        <a:pt x="2208" y="340"/>
                      </a:lnTo>
                      <a:lnTo>
                        <a:pt x="2206" y="342"/>
                      </a:lnTo>
                      <a:lnTo>
                        <a:pt x="2204" y="342"/>
                      </a:lnTo>
                      <a:lnTo>
                        <a:pt x="2204" y="342"/>
                      </a:lnTo>
                      <a:lnTo>
                        <a:pt x="2200" y="340"/>
                      </a:lnTo>
                      <a:lnTo>
                        <a:pt x="2196" y="336"/>
                      </a:lnTo>
                      <a:lnTo>
                        <a:pt x="2196" y="336"/>
                      </a:lnTo>
                      <a:lnTo>
                        <a:pt x="2198" y="332"/>
                      </a:lnTo>
                      <a:lnTo>
                        <a:pt x="2198" y="332"/>
                      </a:lnTo>
                      <a:lnTo>
                        <a:pt x="2196" y="330"/>
                      </a:lnTo>
                      <a:lnTo>
                        <a:pt x="2196" y="326"/>
                      </a:lnTo>
                      <a:lnTo>
                        <a:pt x="2192" y="320"/>
                      </a:lnTo>
                      <a:lnTo>
                        <a:pt x="2190" y="320"/>
                      </a:lnTo>
                      <a:lnTo>
                        <a:pt x="2190" y="320"/>
                      </a:lnTo>
                      <a:lnTo>
                        <a:pt x="2186" y="320"/>
                      </a:lnTo>
                      <a:lnTo>
                        <a:pt x="2180" y="320"/>
                      </a:lnTo>
                      <a:lnTo>
                        <a:pt x="2180" y="320"/>
                      </a:lnTo>
                      <a:lnTo>
                        <a:pt x="2180" y="318"/>
                      </a:lnTo>
                      <a:lnTo>
                        <a:pt x="2178" y="318"/>
                      </a:lnTo>
                      <a:lnTo>
                        <a:pt x="2178" y="318"/>
                      </a:lnTo>
                      <a:lnTo>
                        <a:pt x="2176" y="320"/>
                      </a:lnTo>
                      <a:lnTo>
                        <a:pt x="2176" y="322"/>
                      </a:lnTo>
                      <a:lnTo>
                        <a:pt x="2176" y="322"/>
                      </a:lnTo>
                      <a:lnTo>
                        <a:pt x="2170" y="324"/>
                      </a:lnTo>
                      <a:lnTo>
                        <a:pt x="2164" y="326"/>
                      </a:lnTo>
                      <a:lnTo>
                        <a:pt x="2164" y="326"/>
                      </a:lnTo>
                      <a:lnTo>
                        <a:pt x="2160" y="322"/>
                      </a:lnTo>
                      <a:lnTo>
                        <a:pt x="2160" y="322"/>
                      </a:lnTo>
                      <a:lnTo>
                        <a:pt x="2154" y="320"/>
                      </a:lnTo>
                      <a:lnTo>
                        <a:pt x="2154" y="320"/>
                      </a:lnTo>
                      <a:lnTo>
                        <a:pt x="2154" y="316"/>
                      </a:lnTo>
                      <a:lnTo>
                        <a:pt x="2158" y="312"/>
                      </a:lnTo>
                      <a:lnTo>
                        <a:pt x="2158" y="310"/>
                      </a:lnTo>
                      <a:lnTo>
                        <a:pt x="2158" y="310"/>
                      </a:lnTo>
                      <a:lnTo>
                        <a:pt x="2156" y="308"/>
                      </a:lnTo>
                      <a:lnTo>
                        <a:pt x="2154" y="306"/>
                      </a:lnTo>
                      <a:lnTo>
                        <a:pt x="2154" y="304"/>
                      </a:lnTo>
                      <a:lnTo>
                        <a:pt x="2156" y="302"/>
                      </a:lnTo>
                      <a:lnTo>
                        <a:pt x="2156" y="302"/>
                      </a:lnTo>
                      <a:lnTo>
                        <a:pt x="2150" y="300"/>
                      </a:lnTo>
                      <a:lnTo>
                        <a:pt x="2150" y="300"/>
                      </a:lnTo>
                      <a:lnTo>
                        <a:pt x="2146" y="304"/>
                      </a:lnTo>
                      <a:lnTo>
                        <a:pt x="2146" y="306"/>
                      </a:lnTo>
                      <a:lnTo>
                        <a:pt x="2146" y="306"/>
                      </a:lnTo>
                      <a:lnTo>
                        <a:pt x="2148" y="308"/>
                      </a:lnTo>
                      <a:lnTo>
                        <a:pt x="2148" y="312"/>
                      </a:lnTo>
                      <a:lnTo>
                        <a:pt x="2146" y="312"/>
                      </a:lnTo>
                      <a:lnTo>
                        <a:pt x="2146" y="312"/>
                      </a:lnTo>
                      <a:lnTo>
                        <a:pt x="2144" y="316"/>
                      </a:lnTo>
                      <a:lnTo>
                        <a:pt x="2144" y="316"/>
                      </a:lnTo>
                      <a:lnTo>
                        <a:pt x="2152" y="320"/>
                      </a:lnTo>
                      <a:lnTo>
                        <a:pt x="2152" y="320"/>
                      </a:lnTo>
                      <a:lnTo>
                        <a:pt x="2152" y="322"/>
                      </a:lnTo>
                      <a:lnTo>
                        <a:pt x="2152" y="322"/>
                      </a:lnTo>
                      <a:lnTo>
                        <a:pt x="2146" y="328"/>
                      </a:lnTo>
                      <a:lnTo>
                        <a:pt x="2146" y="328"/>
                      </a:lnTo>
                      <a:lnTo>
                        <a:pt x="2148" y="330"/>
                      </a:lnTo>
                      <a:lnTo>
                        <a:pt x="2146" y="334"/>
                      </a:lnTo>
                      <a:lnTo>
                        <a:pt x="2146" y="334"/>
                      </a:lnTo>
                      <a:lnTo>
                        <a:pt x="2140" y="338"/>
                      </a:lnTo>
                      <a:lnTo>
                        <a:pt x="2132" y="340"/>
                      </a:lnTo>
                      <a:lnTo>
                        <a:pt x="2132" y="340"/>
                      </a:lnTo>
                      <a:lnTo>
                        <a:pt x="2126" y="340"/>
                      </a:lnTo>
                      <a:lnTo>
                        <a:pt x="2120" y="338"/>
                      </a:lnTo>
                      <a:lnTo>
                        <a:pt x="2108" y="334"/>
                      </a:lnTo>
                      <a:lnTo>
                        <a:pt x="2108" y="334"/>
                      </a:lnTo>
                      <a:lnTo>
                        <a:pt x="2106" y="336"/>
                      </a:lnTo>
                      <a:lnTo>
                        <a:pt x="2106" y="336"/>
                      </a:lnTo>
                      <a:lnTo>
                        <a:pt x="2100" y="336"/>
                      </a:lnTo>
                      <a:lnTo>
                        <a:pt x="2094" y="336"/>
                      </a:lnTo>
                      <a:lnTo>
                        <a:pt x="2094" y="336"/>
                      </a:lnTo>
                      <a:lnTo>
                        <a:pt x="2092" y="338"/>
                      </a:lnTo>
                      <a:lnTo>
                        <a:pt x="2100" y="338"/>
                      </a:lnTo>
                      <a:lnTo>
                        <a:pt x="2100" y="338"/>
                      </a:lnTo>
                      <a:lnTo>
                        <a:pt x="2106" y="342"/>
                      </a:lnTo>
                      <a:lnTo>
                        <a:pt x="2110" y="338"/>
                      </a:lnTo>
                      <a:lnTo>
                        <a:pt x="2110" y="338"/>
                      </a:lnTo>
                      <a:lnTo>
                        <a:pt x="2112" y="344"/>
                      </a:lnTo>
                      <a:lnTo>
                        <a:pt x="2112" y="344"/>
                      </a:lnTo>
                      <a:lnTo>
                        <a:pt x="2108" y="344"/>
                      </a:lnTo>
                      <a:lnTo>
                        <a:pt x="2108" y="344"/>
                      </a:lnTo>
                      <a:lnTo>
                        <a:pt x="2106" y="350"/>
                      </a:lnTo>
                      <a:lnTo>
                        <a:pt x="2106" y="350"/>
                      </a:lnTo>
                      <a:lnTo>
                        <a:pt x="2112" y="348"/>
                      </a:lnTo>
                      <a:lnTo>
                        <a:pt x="2116" y="348"/>
                      </a:lnTo>
                      <a:lnTo>
                        <a:pt x="2116" y="348"/>
                      </a:lnTo>
                      <a:lnTo>
                        <a:pt x="2122" y="360"/>
                      </a:lnTo>
                      <a:lnTo>
                        <a:pt x="2122" y="360"/>
                      </a:lnTo>
                      <a:lnTo>
                        <a:pt x="2124" y="360"/>
                      </a:lnTo>
                      <a:lnTo>
                        <a:pt x="2124" y="360"/>
                      </a:lnTo>
                      <a:lnTo>
                        <a:pt x="2126" y="366"/>
                      </a:lnTo>
                      <a:lnTo>
                        <a:pt x="2128" y="368"/>
                      </a:lnTo>
                      <a:lnTo>
                        <a:pt x="2128" y="368"/>
                      </a:lnTo>
                      <a:lnTo>
                        <a:pt x="2126" y="370"/>
                      </a:lnTo>
                      <a:lnTo>
                        <a:pt x="2126" y="372"/>
                      </a:lnTo>
                      <a:lnTo>
                        <a:pt x="2126" y="372"/>
                      </a:lnTo>
                      <a:lnTo>
                        <a:pt x="2132" y="374"/>
                      </a:lnTo>
                      <a:lnTo>
                        <a:pt x="2132" y="374"/>
                      </a:lnTo>
                      <a:lnTo>
                        <a:pt x="2132" y="376"/>
                      </a:lnTo>
                      <a:lnTo>
                        <a:pt x="2132" y="376"/>
                      </a:lnTo>
                      <a:lnTo>
                        <a:pt x="2132" y="378"/>
                      </a:lnTo>
                      <a:lnTo>
                        <a:pt x="2132" y="382"/>
                      </a:lnTo>
                      <a:lnTo>
                        <a:pt x="2132" y="382"/>
                      </a:lnTo>
                      <a:lnTo>
                        <a:pt x="2134" y="384"/>
                      </a:lnTo>
                      <a:lnTo>
                        <a:pt x="2134" y="384"/>
                      </a:lnTo>
                      <a:lnTo>
                        <a:pt x="2128" y="388"/>
                      </a:lnTo>
                      <a:lnTo>
                        <a:pt x="2124" y="390"/>
                      </a:lnTo>
                      <a:lnTo>
                        <a:pt x="2120" y="388"/>
                      </a:lnTo>
                      <a:lnTo>
                        <a:pt x="2120" y="388"/>
                      </a:lnTo>
                      <a:lnTo>
                        <a:pt x="2114" y="384"/>
                      </a:lnTo>
                      <a:lnTo>
                        <a:pt x="2114" y="384"/>
                      </a:lnTo>
                      <a:lnTo>
                        <a:pt x="2104" y="386"/>
                      </a:lnTo>
                      <a:lnTo>
                        <a:pt x="2104" y="386"/>
                      </a:lnTo>
                      <a:lnTo>
                        <a:pt x="2102" y="386"/>
                      </a:lnTo>
                      <a:lnTo>
                        <a:pt x="2100" y="384"/>
                      </a:lnTo>
                      <a:lnTo>
                        <a:pt x="2098" y="386"/>
                      </a:lnTo>
                      <a:lnTo>
                        <a:pt x="2098" y="386"/>
                      </a:lnTo>
                      <a:lnTo>
                        <a:pt x="2090" y="388"/>
                      </a:lnTo>
                      <a:lnTo>
                        <a:pt x="2080" y="392"/>
                      </a:lnTo>
                      <a:lnTo>
                        <a:pt x="2080" y="392"/>
                      </a:lnTo>
                      <a:lnTo>
                        <a:pt x="2080" y="394"/>
                      </a:lnTo>
                      <a:lnTo>
                        <a:pt x="2080" y="394"/>
                      </a:lnTo>
                      <a:lnTo>
                        <a:pt x="2072" y="396"/>
                      </a:lnTo>
                      <a:lnTo>
                        <a:pt x="2066" y="398"/>
                      </a:lnTo>
                      <a:lnTo>
                        <a:pt x="2066" y="398"/>
                      </a:lnTo>
                      <a:lnTo>
                        <a:pt x="2060" y="404"/>
                      </a:lnTo>
                      <a:lnTo>
                        <a:pt x="2060" y="404"/>
                      </a:lnTo>
                      <a:lnTo>
                        <a:pt x="2054" y="400"/>
                      </a:lnTo>
                      <a:lnTo>
                        <a:pt x="2054" y="400"/>
                      </a:lnTo>
                      <a:lnTo>
                        <a:pt x="2054" y="406"/>
                      </a:lnTo>
                      <a:lnTo>
                        <a:pt x="2052" y="410"/>
                      </a:lnTo>
                      <a:lnTo>
                        <a:pt x="2048" y="410"/>
                      </a:lnTo>
                      <a:lnTo>
                        <a:pt x="2042" y="406"/>
                      </a:lnTo>
                      <a:lnTo>
                        <a:pt x="2042" y="406"/>
                      </a:lnTo>
                      <a:lnTo>
                        <a:pt x="2046" y="412"/>
                      </a:lnTo>
                      <a:lnTo>
                        <a:pt x="2046" y="412"/>
                      </a:lnTo>
                      <a:lnTo>
                        <a:pt x="2042" y="416"/>
                      </a:lnTo>
                      <a:lnTo>
                        <a:pt x="2042" y="416"/>
                      </a:lnTo>
                      <a:lnTo>
                        <a:pt x="2040" y="416"/>
                      </a:lnTo>
                      <a:lnTo>
                        <a:pt x="2038" y="416"/>
                      </a:lnTo>
                      <a:lnTo>
                        <a:pt x="2038" y="416"/>
                      </a:lnTo>
                      <a:lnTo>
                        <a:pt x="2032" y="418"/>
                      </a:lnTo>
                      <a:lnTo>
                        <a:pt x="2032" y="420"/>
                      </a:lnTo>
                      <a:lnTo>
                        <a:pt x="2032" y="420"/>
                      </a:lnTo>
                      <a:lnTo>
                        <a:pt x="2032" y="420"/>
                      </a:lnTo>
                      <a:lnTo>
                        <a:pt x="2032" y="424"/>
                      </a:lnTo>
                      <a:lnTo>
                        <a:pt x="2032" y="424"/>
                      </a:lnTo>
                      <a:lnTo>
                        <a:pt x="2028" y="424"/>
                      </a:lnTo>
                      <a:lnTo>
                        <a:pt x="2024" y="426"/>
                      </a:lnTo>
                      <a:lnTo>
                        <a:pt x="2024" y="428"/>
                      </a:lnTo>
                      <a:lnTo>
                        <a:pt x="2024" y="428"/>
                      </a:lnTo>
                      <a:lnTo>
                        <a:pt x="2020" y="432"/>
                      </a:lnTo>
                      <a:lnTo>
                        <a:pt x="2020" y="432"/>
                      </a:lnTo>
                      <a:lnTo>
                        <a:pt x="2018" y="438"/>
                      </a:lnTo>
                      <a:lnTo>
                        <a:pt x="2016" y="442"/>
                      </a:lnTo>
                      <a:lnTo>
                        <a:pt x="2016" y="442"/>
                      </a:lnTo>
                      <a:lnTo>
                        <a:pt x="2004" y="436"/>
                      </a:lnTo>
                      <a:lnTo>
                        <a:pt x="2004" y="436"/>
                      </a:lnTo>
                      <a:lnTo>
                        <a:pt x="2004" y="434"/>
                      </a:lnTo>
                      <a:lnTo>
                        <a:pt x="2004" y="430"/>
                      </a:lnTo>
                      <a:lnTo>
                        <a:pt x="2004" y="430"/>
                      </a:lnTo>
                      <a:lnTo>
                        <a:pt x="2002" y="430"/>
                      </a:lnTo>
                      <a:lnTo>
                        <a:pt x="1998" y="430"/>
                      </a:lnTo>
                      <a:lnTo>
                        <a:pt x="1998" y="430"/>
                      </a:lnTo>
                      <a:lnTo>
                        <a:pt x="1994" y="426"/>
                      </a:lnTo>
                      <a:lnTo>
                        <a:pt x="1988" y="422"/>
                      </a:lnTo>
                      <a:lnTo>
                        <a:pt x="1988" y="422"/>
                      </a:lnTo>
                      <a:lnTo>
                        <a:pt x="1984" y="422"/>
                      </a:lnTo>
                      <a:lnTo>
                        <a:pt x="1982" y="424"/>
                      </a:lnTo>
                      <a:lnTo>
                        <a:pt x="1982" y="426"/>
                      </a:lnTo>
                      <a:lnTo>
                        <a:pt x="1982" y="426"/>
                      </a:lnTo>
                      <a:lnTo>
                        <a:pt x="1978" y="426"/>
                      </a:lnTo>
                      <a:lnTo>
                        <a:pt x="1978" y="426"/>
                      </a:lnTo>
                      <a:lnTo>
                        <a:pt x="1976" y="428"/>
                      </a:lnTo>
                      <a:lnTo>
                        <a:pt x="1976" y="428"/>
                      </a:lnTo>
                      <a:lnTo>
                        <a:pt x="1976" y="428"/>
                      </a:lnTo>
                      <a:lnTo>
                        <a:pt x="1974" y="428"/>
                      </a:lnTo>
                      <a:lnTo>
                        <a:pt x="1974" y="428"/>
                      </a:lnTo>
                      <a:lnTo>
                        <a:pt x="1974" y="432"/>
                      </a:lnTo>
                      <a:lnTo>
                        <a:pt x="1966" y="442"/>
                      </a:lnTo>
                      <a:lnTo>
                        <a:pt x="1966" y="442"/>
                      </a:lnTo>
                      <a:lnTo>
                        <a:pt x="1962" y="444"/>
                      </a:lnTo>
                      <a:lnTo>
                        <a:pt x="1960" y="444"/>
                      </a:lnTo>
                      <a:lnTo>
                        <a:pt x="1958" y="442"/>
                      </a:lnTo>
                      <a:lnTo>
                        <a:pt x="1958" y="436"/>
                      </a:lnTo>
                      <a:lnTo>
                        <a:pt x="1958" y="436"/>
                      </a:lnTo>
                      <a:lnTo>
                        <a:pt x="1960" y="430"/>
                      </a:lnTo>
                      <a:lnTo>
                        <a:pt x="1962" y="426"/>
                      </a:lnTo>
                      <a:lnTo>
                        <a:pt x="1960" y="426"/>
                      </a:lnTo>
                      <a:lnTo>
                        <a:pt x="1960" y="426"/>
                      </a:lnTo>
                      <a:lnTo>
                        <a:pt x="1956" y="432"/>
                      </a:lnTo>
                      <a:lnTo>
                        <a:pt x="1956" y="432"/>
                      </a:lnTo>
                      <a:lnTo>
                        <a:pt x="1944" y="438"/>
                      </a:lnTo>
                      <a:lnTo>
                        <a:pt x="1944" y="438"/>
                      </a:lnTo>
                      <a:lnTo>
                        <a:pt x="1944" y="442"/>
                      </a:lnTo>
                      <a:lnTo>
                        <a:pt x="1944" y="442"/>
                      </a:lnTo>
                      <a:lnTo>
                        <a:pt x="1940" y="442"/>
                      </a:lnTo>
                      <a:lnTo>
                        <a:pt x="1940" y="442"/>
                      </a:lnTo>
                      <a:lnTo>
                        <a:pt x="1938" y="440"/>
                      </a:lnTo>
                      <a:lnTo>
                        <a:pt x="1938" y="440"/>
                      </a:lnTo>
                      <a:lnTo>
                        <a:pt x="1936" y="440"/>
                      </a:lnTo>
                      <a:lnTo>
                        <a:pt x="1932" y="440"/>
                      </a:lnTo>
                      <a:lnTo>
                        <a:pt x="1932" y="440"/>
                      </a:lnTo>
                      <a:lnTo>
                        <a:pt x="1930" y="438"/>
                      </a:lnTo>
                      <a:lnTo>
                        <a:pt x="1930" y="438"/>
                      </a:lnTo>
                      <a:lnTo>
                        <a:pt x="1928" y="438"/>
                      </a:lnTo>
                      <a:lnTo>
                        <a:pt x="1928" y="438"/>
                      </a:lnTo>
                      <a:lnTo>
                        <a:pt x="1926" y="444"/>
                      </a:lnTo>
                      <a:lnTo>
                        <a:pt x="1922" y="448"/>
                      </a:lnTo>
                      <a:lnTo>
                        <a:pt x="1922" y="448"/>
                      </a:lnTo>
                      <a:lnTo>
                        <a:pt x="1922" y="448"/>
                      </a:lnTo>
                      <a:lnTo>
                        <a:pt x="1922" y="450"/>
                      </a:lnTo>
                      <a:lnTo>
                        <a:pt x="1922" y="454"/>
                      </a:lnTo>
                      <a:lnTo>
                        <a:pt x="1922" y="454"/>
                      </a:lnTo>
                      <a:lnTo>
                        <a:pt x="1920" y="454"/>
                      </a:lnTo>
                      <a:lnTo>
                        <a:pt x="1920" y="454"/>
                      </a:lnTo>
                      <a:lnTo>
                        <a:pt x="1920" y="458"/>
                      </a:lnTo>
                      <a:lnTo>
                        <a:pt x="1920" y="458"/>
                      </a:lnTo>
                      <a:lnTo>
                        <a:pt x="1918" y="458"/>
                      </a:lnTo>
                      <a:lnTo>
                        <a:pt x="1916" y="458"/>
                      </a:lnTo>
                      <a:lnTo>
                        <a:pt x="1916" y="458"/>
                      </a:lnTo>
                      <a:lnTo>
                        <a:pt x="1916" y="462"/>
                      </a:lnTo>
                      <a:lnTo>
                        <a:pt x="1916" y="462"/>
                      </a:lnTo>
                      <a:lnTo>
                        <a:pt x="1912" y="464"/>
                      </a:lnTo>
                      <a:lnTo>
                        <a:pt x="1912" y="464"/>
                      </a:lnTo>
                      <a:lnTo>
                        <a:pt x="1908" y="468"/>
                      </a:lnTo>
                      <a:lnTo>
                        <a:pt x="1904" y="474"/>
                      </a:lnTo>
                      <a:lnTo>
                        <a:pt x="1904" y="478"/>
                      </a:lnTo>
                      <a:lnTo>
                        <a:pt x="1906" y="486"/>
                      </a:lnTo>
                      <a:lnTo>
                        <a:pt x="1906" y="486"/>
                      </a:lnTo>
                      <a:lnTo>
                        <a:pt x="1908" y="488"/>
                      </a:lnTo>
                      <a:lnTo>
                        <a:pt x="1908" y="486"/>
                      </a:lnTo>
                      <a:lnTo>
                        <a:pt x="1908" y="486"/>
                      </a:lnTo>
                      <a:lnTo>
                        <a:pt x="1918" y="488"/>
                      </a:lnTo>
                      <a:lnTo>
                        <a:pt x="1918" y="488"/>
                      </a:lnTo>
                      <a:lnTo>
                        <a:pt x="1918" y="492"/>
                      </a:lnTo>
                      <a:lnTo>
                        <a:pt x="1918" y="492"/>
                      </a:lnTo>
                      <a:lnTo>
                        <a:pt x="1916" y="498"/>
                      </a:lnTo>
                      <a:lnTo>
                        <a:pt x="1916" y="498"/>
                      </a:lnTo>
                      <a:lnTo>
                        <a:pt x="1912" y="500"/>
                      </a:lnTo>
                      <a:lnTo>
                        <a:pt x="1910" y="500"/>
                      </a:lnTo>
                      <a:lnTo>
                        <a:pt x="1910" y="500"/>
                      </a:lnTo>
                      <a:lnTo>
                        <a:pt x="1910" y="504"/>
                      </a:lnTo>
                      <a:lnTo>
                        <a:pt x="1910" y="508"/>
                      </a:lnTo>
                      <a:lnTo>
                        <a:pt x="1910" y="508"/>
                      </a:lnTo>
                      <a:lnTo>
                        <a:pt x="1908" y="510"/>
                      </a:lnTo>
                      <a:lnTo>
                        <a:pt x="1908" y="514"/>
                      </a:lnTo>
                      <a:lnTo>
                        <a:pt x="1908" y="514"/>
                      </a:lnTo>
                      <a:lnTo>
                        <a:pt x="1910" y="516"/>
                      </a:lnTo>
                      <a:lnTo>
                        <a:pt x="1912" y="518"/>
                      </a:lnTo>
                      <a:lnTo>
                        <a:pt x="1912" y="518"/>
                      </a:lnTo>
                      <a:lnTo>
                        <a:pt x="1912" y="522"/>
                      </a:lnTo>
                      <a:lnTo>
                        <a:pt x="1912" y="522"/>
                      </a:lnTo>
                      <a:lnTo>
                        <a:pt x="1920" y="522"/>
                      </a:lnTo>
                      <a:lnTo>
                        <a:pt x="1920" y="522"/>
                      </a:lnTo>
                      <a:lnTo>
                        <a:pt x="1920" y="528"/>
                      </a:lnTo>
                      <a:lnTo>
                        <a:pt x="1920" y="528"/>
                      </a:lnTo>
                      <a:lnTo>
                        <a:pt x="1918" y="532"/>
                      </a:lnTo>
                      <a:lnTo>
                        <a:pt x="1918" y="532"/>
                      </a:lnTo>
                      <a:lnTo>
                        <a:pt x="1914" y="530"/>
                      </a:lnTo>
                      <a:lnTo>
                        <a:pt x="1910" y="528"/>
                      </a:lnTo>
                      <a:lnTo>
                        <a:pt x="1910" y="528"/>
                      </a:lnTo>
                      <a:lnTo>
                        <a:pt x="1906" y="532"/>
                      </a:lnTo>
                      <a:lnTo>
                        <a:pt x="1906" y="532"/>
                      </a:lnTo>
                      <a:lnTo>
                        <a:pt x="1900" y="534"/>
                      </a:lnTo>
                      <a:lnTo>
                        <a:pt x="1900" y="534"/>
                      </a:lnTo>
                      <a:lnTo>
                        <a:pt x="1896" y="552"/>
                      </a:lnTo>
                      <a:lnTo>
                        <a:pt x="1896" y="552"/>
                      </a:lnTo>
                      <a:lnTo>
                        <a:pt x="1902" y="554"/>
                      </a:lnTo>
                      <a:lnTo>
                        <a:pt x="1904" y="558"/>
                      </a:lnTo>
                      <a:lnTo>
                        <a:pt x="1904" y="558"/>
                      </a:lnTo>
                      <a:lnTo>
                        <a:pt x="1904" y="562"/>
                      </a:lnTo>
                      <a:lnTo>
                        <a:pt x="1902" y="562"/>
                      </a:lnTo>
                      <a:lnTo>
                        <a:pt x="1902" y="562"/>
                      </a:lnTo>
                      <a:lnTo>
                        <a:pt x="1900" y="566"/>
                      </a:lnTo>
                      <a:lnTo>
                        <a:pt x="1898" y="568"/>
                      </a:lnTo>
                      <a:lnTo>
                        <a:pt x="1898" y="568"/>
                      </a:lnTo>
                      <a:lnTo>
                        <a:pt x="1894" y="568"/>
                      </a:lnTo>
                      <a:lnTo>
                        <a:pt x="1888" y="568"/>
                      </a:lnTo>
                      <a:lnTo>
                        <a:pt x="1884" y="568"/>
                      </a:lnTo>
                      <a:lnTo>
                        <a:pt x="1880" y="572"/>
                      </a:lnTo>
                      <a:lnTo>
                        <a:pt x="1880" y="572"/>
                      </a:lnTo>
                      <a:lnTo>
                        <a:pt x="1872" y="584"/>
                      </a:lnTo>
                      <a:lnTo>
                        <a:pt x="1872" y="584"/>
                      </a:lnTo>
                      <a:lnTo>
                        <a:pt x="1872" y="592"/>
                      </a:lnTo>
                      <a:lnTo>
                        <a:pt x="1872" y="598"/>
                      </a:lnTo>
                      <a:lnTo>
                        <a:pt x="1872" y="600"/>
                      </a:lnTo>
                      <a:lnTo>
                        <a:pt x="1872" y="600"/>
                      </a:lnTo>
                      <a:lnTo>
                        <a:pt x="1868" y="600"/>
                      </a:lnTo>
                      <a:lnTo>
                        <a:pt x="1864" y="600"/>
                      </a:lnTo>
                      <a:lnTo>
                        <a:pt x="1864" y="600"/>
                      </a:lnTo>
                      <a:lnTo>
                        <a:pt x="1862" y="602"/>
                      </a:lnTo>
                      <a:lnTo>
                        <a:pt x="1860" y="604"/>
                      </a:lnTo>
                      <a:lnTo>
                        <a:pt x="1860" y="604"/>
                      </a:lnTo>
                      <a:lnTo>
                        <a:pt x="1856" y="604"/>
                      </a:lnTo>
                      <a:lnTo>
                        <a:pt x="1856" y="604"/>
                      </a:lnTo>
                      <a:lnTo>
                        <a:pt x="1856" y="608"/>
                      </a:lnTo>
                      <a:lnTo>
                        <a:pt x="1856" y="612"/>
                      </a:lnTo>
                      <a:lnTo>
                        <a:pt x="1856" y="618"/>
                      </a:lnTo>
                      <a:lnTo>
                        <a:pt x="1856" y="622"/>
                      </a:lnTo>
                      <a:lnTo>
                        <a:pt x="1856" y="622"/>
                      </a:lnTo>
                      <a:lnTo>
                        <a:pt x="1836" y="638"/>
                      </a:lnTo>
                      <a:lnTo>
                        <a:pt x="1836" y="638"/>
                      </a:lnTo>
                      <a:lnTo>
                        <a:pt x="1834" y="638"/>
                      </a:lnTo>
                      <a:lnTo>
                        <a:pt x="1834" y="638"/>
                      </a:lnTo>
                      <a:lnTo>
                        <a:pt x="1834" y="634"/>
                      </a:lnTo>
                      <a:lnTo>
                        <a:pt x="1834" y="634"/>
                      </a:lnTo>
                      <a:lnTo>
                        <a:pt x="1830" y="630"/>
                      </a:lnTo>
                      <a:lnTo>
                        <a:pt x="1830" y="630"/>
                      </a:lnTo>
                      <a:lnTo>
                        <a:pt x="1830" y="624"/>
                      </a:lnTo>
                      <a:lnTo>
                        <a:pt x="1830" y="616"/>
                      </a:lnTo>
                      <a:lnTo>
                        <a:pt x="1830" y="616"/>
                      </a:lnTo>
                      <a:lnTo>
                        <a:pt x="1826" y="608"/>
                      </a:lnTo>
                      <a:lnTo>
                        <a:pt x="1826" y="608"/>
                      </a:lnTo>
                      <a:lnTo>
                        <a:pt x="1824" y="598"/>
                      </a:lnTo>
                      <a:lnTo>
                        <a:pt x="1824" y="598"/>
                      </a:lnTo>
                      <a:lnTo>
                        <a:pt x="1824" y="584"/>
                      </a:lnTo>
                      <a:lnTo>
                        <a:pt x="1824" y="572"/>
                      </a:lnTo>
                      <a:lnTo>
                        <a:pt x="1824" y="572"/>
                      </a:lnTo>
                      <a:lnTo>
                        <a:pt x="1822" y="566"/>
                      </a:lnTo>
                      <a:lnTo>
                        <a:pt x="1820" y="558"/>
                      </a:lnTo>
                      <a:lnTo>
                        <a:pt x="1820" y="558"/>
                      </a:lnTo>
                      <a:lnTo>
                        <a:pt x="1818" y="548"/>
                      </a:lnTo>
                      <a:lnTo>
                        <a:pt x="1818" y="536"/>
                      </a:lnTo>
                      <a:lnTo>
                        <a:pt x="1818" y="536"/>
                      </a:lnTo>
                      <a:lnTo>
                        <a:pt x="1822" y="528"/>
                      </a:lnTo>
                      <a:lnTo>
                        <a:pt x="1822" y="528"/>
                      </a:lnTo>
                      <a:lnTo>
                        <a:pt x="1822" y="522"/>
                      </a:lnTo>
                      <a:lnTo>
                        <a:pt x="1824" y="518"/>
                      </a:lnTo>
                      <a:lnTo>
                        <a:pt x="1824" y="518"/>
                      </a:lnTo>
                      <a:lnTo>
                        <a:pt x="1826" y="516"/>
                      </a:lnTo>
                      <a:lnTo>
                        <a:pt x="1826" y="516"/>
                      </a:lnTo>
                      <a:lnTo>
                        <a:pt x="1830" y="512"/>
                      </a:lnTo>
                      <a:lnTo>
                        <a:pt x="1836" y="512"/>
                      </a:lnTo>
                      <a:lnTo>
                        <a:pt x="1836" y="512"/>
                      </a:lnTo>
                      <a:lnTo>
                        <a:pt x="1838" y="494"/>
                      </a:lnTo>
                      <a:lnTo>
                        <a:pt x="1838" y="494"/>
                      </a:lnTo>
                      <a:lnTo>
                        <a:pt x="1834" y="492"/>
                      </a:lnTo>
                      <a:lnTo>
                        <a:pt x="1834" y="490"/>
                      </a:lnTo>
                      <a:lnTo>
                        <a:pt x="1834" y="490"/>
                      </a:lnTo>
                      <a:lnTo>
                        <a:pt x="1846" y="490"/>
                      </a:lnTo>
                      <a:lnTo>
                        <a:pt x="1846" y="490"/>
                      </a:lnTo>
                      <a:lnTo>
                        <a:pt x="1848" y="488"/>
                      </a:lnTo>
                      <a:lnTo>
                        <a:pt x="1852" y="484"/>
                      </a:lnTo>
                      <a:lnTo>
                        <a:pt x="1852" y="484"/>
                      </a:lnTo>
                      <a:lnTo>
                        <a:pt x="1854" y="484"/>
                      </a:lnTo>
                      <a:lnTo>
                        <a:pt x="1858" y="486"/>
                      </a:lnTo>
                      <a:lnTo>
                        <a:pt x="1858" y="486"/>
                      </a:lnTo>
                      <a:lnTo>
                        <a:pt x="1860" y="482"/>
                      </a:lnTo>
                      <a:lnTo>
                        <a:pt x="1862" y="480"/>
                      </a:lnTo>
                      <a:lnTo>
                        <a:pt x="1862" y="480"/>
                      </a:lnTo>
                      <a:lnTo>
                        <a:pt x="1868" y="474"/>
                      </a:lnTo>
                      <a:lnTo>
                        <a:pt x="1874" y="468"/>
                      </a:lnTo>
                      <a:lnTo>
                        <a:pt x="1874" y="468"/>
                      </a:lnTo>
                      <a:lnTo>
                        <a:pt x="1874" y="466"/>
                      </a:lnTo>
                      <a:lnTo>
                        <a:pt x="1874" y="466"/>
                      </a:lnTo>
                      <a:lnTo>
                        <a:pt x="1878" y="460"/>
                      </a:lnTo>
                      <a:lnTo>
                        <a:pt x="1878" y="460"/>
                      </a:lnTo>
                      <a:lnTo>
                        <a:pt x="1884" y="458"/>
                      </a:lnTo>
                      <a:lnTo>
                        <a:pt x="1884" y="458"/>
                      </a:lnTo>
                      <a:lnTo>
                        <a:pt x="1886" y="454"/>
                      </a:lnTo>
                      <a:lnTo>
                        <a:pt x="1886" y="452"/>
                      </a:lnTo>
                      <a:lnTo>
                        <a:pt x="1886" y="452"/>
                      </a:lnTo>
                      <a:lnTo>
                        <a:pt x="1892" y="450"/>
                      </a:lnTo>
                      <a:lnTo>
                        <a:pt x="1896" y="442"/>
                      </a:lnTo>
                      <a:lnTo>
                        <a:pt x="1896" y="442"/>
                      </a:lnTo>
                      <a:lnTo>
                        <a:pt x="1896" y="438"/>
                      </a:lnTo>
                      <a:lnTo>
                        <a:pt x="1896" y="438"/>
                      </a:lnTo>
                      <a:lnTo>
                        <a:pt x="1902" y="436"/>
                      </a:lnTo>
                      <a:lnTo>
                        <a:pt x="1902" y="428"/>
                      </a:lnTo>
                      <a:lnTo>
                        <a:pt x="1902" y="428"/>
                      </a:lnTo>
                      <a:lnTo>
                        <a:pt x="1904" y="426"/>
                      </a:lnTo>
                      <a:lnTo>
                        <a:pt x="1904" y="426"/>
                      </a:lnTo>
                      <a:lnTo>
                        <a:pt x="1910" y="426"/>
                      </a:lnTo>
                      <a:lnTo>
                        <a:pt x="1910" y="426"/>
                      </a:lnTo>
                      <a:lnTo>
                        <a:pt x="1914" y="422"/>
                      </a:lnTo>
                      <a:lnTo>
                        <a:pt x="1914" y="422"/>
                      </a:lnTo>
                      <a:lnTo>
                        <a:pt x="1920" y="422"/>
                      </a:lnTo>
                      <a:lnTo>
                        <a:pt x="1928" y="422"/>
                      </a:lnTo>
                      <a:lnTo>
                        <a:pt x="1928" y="422"/>
                      </a:lnTo>
                      <a:lnTo>
                        <a:pt x="1928" y="418"/>
                      </a:lnTo>
                      <a:lnTo>
                        <a:pt x="1932" y="418"/>
                      </a:lnTo>
                      <a:lnTo>
                        <a:pt x="1932" y="418"/>
                      </a:lnTo>
                      <a:lnTo>
                        <a:pt x="1930" y="412"/>
                      </a:lnTo>
                      <a:lnTo>
                        <a:pt x="1932" y="406"/>
                      </a:lnTo>
                      <a:lnTo>
                        <a:pt x="1932" y="406"/>
                      </a:lnTo>
                      <a:lnTo>
                        <a:pt x="1934" y="402"/>
                      </a:lnTo>
                      <a:lnTo>
                        <a:pt x="1934" y="402"/>
                      </a:lnTo>
                      <a:lnTo>
                        <a:pt x="1934" y="398"/>
                      </a:lnTo>
                      <a:lnTo>
                        <a:pt x="1932" y="394"/>
                      </a:lnTo>
                      <a:lnTo>
                        <a:pt x="1932" y="392"/>
                      </a:lnTo>
                      <a:lnTo>
                        <a:pt x="1932" y="392"/>
                      </a:lnTo>
                      <a:lnTo>
                        <a:pt x="1936" y="390"/>
                      </a:lnTo>
                      <a:lnTo>
                        <a:pt x="1936" y="390"/>
                      </a:lnTo>
                      <a:lnTo>
                        <a:pt x="1940" y="386"/>
                      </a:lnTo>
                      <a:lnTo>
                        <a:pt x="1946" y="388"/>
                      </a:lnTo>
                      <a:lnTo>
                        <a:pt x="1946" y="388"/>
                      </a:lnTo>
                      <a:lnTo>
                        <a:pt x="1950" y="386"/>
                      </a:lnTo>
                      <a:lnTo>
                        <a:pt x="1950" y="386"/>
                      </a:lnTo>
                      <a:lnTo>
                        <a:pt x="1944" y="382"/>
                      </a:lnTo>
                      <a:lnTo>
                        <a:pt x="1940" y="380"/>
                      </a:lnTo>
                      <a:lnTo>
                        <a:pt x="1936" y="380"/>
                      </a:lnTo>
                      <a:lnTo>
                        <a:pt x="1936" y="380"/>
                      </a:lnTo>
                      <a:lnTo>
                        <a:pt x="1930" y="382"/>
                      </a:lnTo>
                      <a:lnTo>
                        <a:pt x="1930" y="382"/>
                      </a:lnTo>
                      <a:lnTo>
                        <a:pt x="1926" y="384"/>
                      </a:lnTo>
                      <a:lnTo>
                        <a:pt x="1926" y="384"/>
                      </a:lnTo>
                      <a:lnTo>
                        <a:pt x="1926" y="388"/>
                      </a:lnTo>
                      <a:lnTo>
                        <a:pt x="1926" y="388"/>
                      </a:lnTo>
                      <a:lnTo>
                        <a:pt x="1924" y="390"/>
                      </a:lnTo>
                      <a:lnTo>
                        <a:pt x="1922" y="390"/>
                      </a:lnTo>
                      <a:lnTo>
                        <a:pt x="1922" y="390"/>
                      </a:lnTo>
                      <a:lnTo>
                        <a:pt x="1924" y="400"/>
                      </a:lnTo>
                      <a:lnTo>
                        <a:pt x="1924" y="400"/>
                      </a:lnTo>
                      <a:lnTo>
                        <a:pt x="1924" y="400"/>
                      </a:lnTo>
                      <a:lnTo>
                        <a:pt x="1926" y="400"/>
                      </a:lnTo>
                      <a:lnTo>
                        <a:pt x="1926" y="402"/>
                      </a:lnTo>
                      <a:lnTo>
                        <a:pt x="1926" y="402"/>
                      </a:lnTo>
                      <a:lnTo>
                        <a:pt x="1920" y="404"/>
                      </a:lnTo>
                      <a:lnTo>
                        <a:pt x="1918" y="404"/>
                      </a:lnTo>
                      <a:lnTo>
                        <a:pt x="1918" y="402"/>
                      </a:lnTo>
                      <a:lnTo>
                        <a:pt x="1914" y="400"/>
                      </a:lnTo>
                      <a:lnTo>
                        <a:pt x="1914" y="400"/>
                      </a:lnTo>
                      <a:lnTo>
                        <a:pt x="1910" y="402"/>
                      </a:lnTo>
                      <a:lnTo>
                        <a:pt x="1906" y="404"/>
                      </a:lnTo>
                      <a:lnTo>
                        <a:pt x="1900" y="408"/>
                      </a:lnTo>
                      <a:lnTo>
                        <a:pt x="1900" y="408"/>
                      </a:lnTo>
                      <a:lnTo>
                        <a:pt x="1900" y="412"/>
                      </a:lnTo>
                      <a:lnTo>
                        <a:pt x="1898" y="414"/>
                      </a:lnTo>
                      <a:lnTo>
                        <a:pt x="1898" y="414"/>
                      </a:lnTo>
                      <a:lnTo>
                        <a:pt x="1896" y="414"/>
                      </a:lnTo>
                      <a:lnTo>
                        <a:pt x="1896" y="414"/>
                      </a:lnTo>
                      <a:lnTo>
                        <a:pt x="1896" y="414"/>
                      </a:lnTo>
                      <a:lnTo>
                        <a:pt x="1896" y="418"/>
                      </a:lnTo>
                      <a:lnTo>
                        <a:pt x="1896" y="418"/>
                      </a:lnTo>
                      <a:lnTo>
                        <a:pt x="1890" y="420"/>
                      </a:lnTo>
                      <a:lnTo>
                        <a:pt x="1890" y="420"/>
                      </a:lnTo>
                      <a:lnTo>
                        <a:pt x="1884" y="428"/>
                      </a:lnTo>
                      <a:lnTo>
                        <a:pt x="1882" y="426"/>
                      </a:lnTo>
                      <a:lnTo>
                        <a:pt x="1882" y="426"/>
                      </a:lnTo>
                      <a:lnTo>
                        <a:pt x="1882" y="422"/>
                      </a:lnTo>
                      <a:lnTo>
                        <a:pt x="1882" y="422"/>
                      </a:lnTo>
                      <a:lnTo>
                        <a:pt x="1882" y="422"/>
                      </a:lnTo>
                      <a:lnTo>
                        <a:pt x="1884" y="422"/>
                      </a:lnTo>
                      <a:lnTo>
                        <a:pt x="1884" y="422"/>
                      </a:lnTo>
                      <a:lnTo>
                        <a:pt x="1884" y="418"/>
                      </a:lnTo>
                      <a:lnTo>
                        <a:pt x="1886" y="418"/>
                      </a:lnTo>
                      <a:lnTo>
                        <a:pt x="1886" y="418"/>
                      </a:lnTo>
                      <a:lnTo>
                        <a:pt x="1886" y="416"/>
                      </a:lnTo>
                      <a:lnTo>
                        <a:pt x="1884" y="416"/>
                      </a:lnTo>
                      <a:lnTo>
                        <a:pt x="1882" y="420"/>
                      </a:lnTo>
                      <a:lnTo>
                        <a:pt x="1882" y="420"/>
                      </a:lnTo>
                      <a:lnTo>
                        <a:pt x="1876" y="420"/>
                      </a:lnTo>
                      <a:lnTo>
                        <a:pt x="1876" y="420"/>
                      </a:lnTo>
                      <a:lnTo>
                        <a:pt x="1878" y="414"/>
                      </a:lnTo>
                      <a:lnTo>
                        <a:pt x="1880" y="408"/>
                      </a:lnTo>
                      <a:lnTo>
                        <a:pt x="1880" y="408"/>
                      </a:lnTo>
                      <a:lnTo>
                        <a:pt x="1882" y="408"/>
                      </a:lnTo>
                      <a:lnTo>
                        <a:pt x="1884" y="408"/>
                      </a:lnTo>
                      <a:lnTo>
                        <a:pt x="1884" y="408"/>
                      </a:lnTo>
                      <a:lnTo>
                        <a:pt x="1884" y="398"/>
                      </a:lnTo>
                      <a:lnTo>
                        <a:pt x="1884" y="398"/>
                      </a:lnTo>
                      <a:lnTo>
                        <a:pt x="1876" y="404"/>
                      </a:lnTo>
                      <a:lnTo>
                        <a:pt x="1876" y="404"/>
                      </a:lnTo>
                      <a:lnTo>
                        <a:pt x="1876" y="404"/>
                      </a:lnTo>
                      <a:lnTo>
                        <a:pt x="1872" y="404"/>
                      </a:lnTo>
                      <a:lnTo>
                        <a:pt x="1872" y="404"/>
                      </a:lnTo>
                      <a:lnTo>
                        <a:pt x="1870" y="402"/>
                      </a:lnTo>
                      <a:lnTo>
                        <a:pt x="1866" y="398"/>
                      </a:lnTo>
                      <a:lnTo>
                        <a:pt x="1866" y="398"/>
                      </a:lnTo>
                      <a:lnTo>
                        <a:pt x="1860" y="398"/>
                      </a:lnTo>
                      <a:lnTo>
                        <a:pt x="1856" y="400"/>
                      </a:lnTo>
                      <a:lnTo>
                        <a:pt x="1856" y="400"/>
                      </a:lnTo>
                      <a:lnTo>
                        <a:pt x="1848" y="400"/>
                      </a:lnTo>
                      <a:lnTo>
                        <a:pt x="1842" y="402"/>
                      </a:lnTo>
                      <a:lnTo>
                        <a:pt x="1842" y="402"/>
                      </a:lnTo>
                      <a:lnTo>
                        <a:pt x="1840" y="404"/>
                      </a:lnTo>
                      <a:lnTo>
                        <a:pt x="1838" y="406"/>
                      </a:lnTo>
                      <a:lnTo>
                        <a:pt x="1838" y="406"/>
                      </a:lnTo>
                      <a:lnTo>
                        <a:pt x="1836" y="404"/>
                      </a:lnTo>
                      <a:lnTo>
                        <a:pt x="1834" y="404"/>
                      </a:lnTo>
                      <a:lnTo>
                        <a:pt x="1834" y="404"/>
                      </a:lnTo>
                      <a:lnTo>
                        <a:pt x="1834" y="408"/>
                      </a:lnTo>
                      <a:lnTo>
                        <a:pt x="1832" y="412"/>
                      </a:lnTo>
                      <a:lnTo>
                        <a:pt x="1828" y="414"/>
                      </a:lnTo>
                      <a:lnTo>
                        <a:pt x="1826" y="414"/>
                      </a:lnTo>
                      <a:lnTo>
                        <a:pt x="1826" y="414"/>
                      </a:lnTo>
                      <a:lnTo>
                        <a:pt x="1826" y="414"/>
                      </a:lnTo>
                      <a:lnTo>
                        <a:pt x="1826" y="416"/>
                      </a:lnTo>
                      <a:lnTo>
                        <a:pt x="1828" y="420"/>
                      </a:lnTo>
                      <a:lnTo>
                        <a:pt x="1824" y="420"/>
                      </a:lnTo>
                      <a:lnTo>
                        <a:pt x="1824" y="420"/>
                      </a:lnTo>
                      <a:lnTo>
                        <a:pt x="1824" y="424"/>
                      </a:lnTo>
                      <a:lnTo>
                        <a:pt x="1824" y="424"/>
                      </a:lnTo>
                      <a:lnTo>
                        <a:pt x="1820" y="424"/>
                      </a:lnTo>
                      <a:lnTo>
                        <a:pt x="1818" y="424"/>
                      </a:lnTo>
                      <a:lnTo>
                        <a:pt x="1818" y="424"/>
                      </a:lnTo>
                      <a:lnTo>
                        <a:pt x="1814" y="428"/>
                      </a:lnTo>
                      <a:lnTo>
                        <a:pt x="1814" y="428"/>
                      </a:lnTo>
                      <a:lnTo>
                        <a:pt x="1808" y="430"/>
                      </a:lnTo>
                      <a:lnTo>
                        <a:pt x="1808" y="430"/>
                      </a:lnTo>
                      <a:lnTo>
                        <a:pt x="1806" y="432"/>
                      </a:lnTo>
                      <a:lnTo>
                        <a:pt x="1806" y="434"/>
                      </a:lnTo>
                      <a:lnTo>
                        <a:pt x="1804" y="440"/>
                      </a:lnTo>
                      <a:lnTo>
                        <a:pt x="1804" y="440"/>
                      </a:lnTo>
                      <a:lnTo>
                        <a:pt x="1800" y="440"/>
                      </a:lnTo>
                      <a:lnTo>
                        <a:pt x="1800" y="440"/>
                      </a:lnTo>
                      <a:lnTo>
                        <a:pt x="1800" y="442"/>
                      </a:lnTo>
                      <a:lnTo>
                        <a:pt x="1800" y="446"/>
                      </a:lnTo>
                      <a:lnTo>
                        <a:pt x="1798" y="452"/>
                      </a:lnTo>
                      <a:lnTo>
                        <a:pt x="1798" y="452"/>
                      </a:lnTo>
                      <a:lnTo>
                        <a:pt x="1800" y="452"/>
                      </a:lnTo>
                      <a:lnTo>
                        <a:pt x="1802" y="454"/>
                      </a:lnTo>
                      <a:lnTo>
                        <a:pt x="1802" y="454"/>
                      </a:lnTo>
                      <a:lnTo>
                        <a:pt x="1806" y="450"/>
                      </a:lnTo>
                      <a:lnTo>
                        <a:pt x="1806" y="450"/>
                      </a:lnTo>
                      <a:lnTo>
                        <a:pt x="1812" y="452"/>
                      </a:lnTo>
                      <a:lnTo>
                        <a:pt x="1814" y="452"/>
                      </a:lnTo>
                      <a:lnTo>
                        <a:pt x="1814" y="452"/>
                      </a:lnTo>
                      <a:lnTo>
                        <a:pt x="1814" y="458"/>
                      </a:lnTo>
                      <a:lnTo>
                        <a:pt x="1814" y="458"/>
                      </a:lnTo>
                      <a:lnTo>
                        <a:pt x="1806" y="460"/>
                      </a:lnTo>
                      <a:lnTo>
                        <a:pt x="1800" y="462"/>
                      </a:lnTo>
                      <a:lnTo>
                        <a:pt x="1800" y="462"/>
                      </a:lnTo>
                      <a:lnTo>
                        <a:pt x="1800" y="460"/>
                      </a:lnTo>
                      <a:lnTo>
                        <a:pt x="1798" y="458"/>
                      </a:lnTo>
                      <a:lnTo>
                        <a:pt x="1798" y="458"/>
                      </a:lnTo>
                      <a:lnTo>
                        <a:pt x="1796" y="458"/>
                      </a:lnTo>
                      <a:lnTo>
                        <a:pt x="1796" y="458"/>
                      </a:lnTo>
                      <a:lnTo>
                        <a:pt x="1794" y="460"/>
                      </a:lnTo>
                      <a:lnTo>
                        <a:pt x="1794" y="460"/>
                      </a:lnTo>
                      <a:lnTo>
                        <a:pt x="1790" y="462"/>
                      </a:lnTo>
                      <a:lnTo>
                        <a:pt x="1790" y="462"/>
                      </a:lnTo>
                      <a:lnTo>
                        <a:pt x="1788" y="466"/>
                      </a:lnTo>
                      <a:lnTo>
                        <a:pt x="1788" y="466"/>
                      </a:lnTo>
                      <a:lnTo>
                        <a:pt x="1780" y="462"/>
                      </a:lnTo>
                      <a:lnTo>
                        <a:pt x="1778" y="468"/>
                      </a:lnTo>
                      <a:lnTo>
                        <a:pt x="1778" y="468"/>
                      </a:lnTo>
                      <a:lnTo>
                        <a:pt x="1770" y="468"/>
                      </a:lnTo>
                      <a:lnTo>
                        <a:pt x="1766" y="468"/>
                      </a:lnTo>
                      <a:lnTo>
                        <a:pt x="1764" y="464"/>
                      </a:lnTo>
                      <a:lnTo>
                        <a:pt x="1762" y="458"/>
                      </a:lnTo>
                      <a:lnTo>
                        <a:pt x="1762" y="458"/>
                      </a:lnTo>
                      <a:lnTo>
                        <a:pt x="1770" y="458"/>
                      </a:lnTo>
                      <a:lnTo>
                        <a:pt x="1776" y="458"/>
                      </a:lnTo>
                      <a:lnTo>
                        <a:pt x="1778" y="454"/>
                      </a:lnTo>
                      <a:lnTo>
                        <a:pt x="1778" y="454"/>
                      </a:lnTo>
                      <a:lnTo>
                        <a:pt x="1774" y="452"/>
                      </a:lnTo>
                      <a:lnTo>
                        <a:pt x="1770" y="448"/>
                      </a:lnTo>
                      <a:lnTo>
                        <a:pt x="1770" y="448"/>
                      </a:lnTo>
                      <a:lnTo>
                        <a:pt x="1768" y="444"/>
                      </a:lnTo>
                      <a:lnTo>
                        <a:pt x="1768" y="444"/>
                      </a:lnTo>
                      <a:lnTo>
                        <a:pt x="1762" y="446"/>
                      </a:lnTo>
                      <a:lnTo>
                        <a:pt x="1762" y="446"/>
                      </a:lnTo>
                      <a:lnTo>
                        <a:pt x="1762" y="448"/>
                      </a:lnTo>
                      <a:lnTo>
                        <a:pt x="1760" y="450"/>
                      </a:lnTo>
                      <a:lnTo>
                        <a:pt x="1760" y="450"/>
                      </a:lnTo>
                      <a:lnTo>
                        <a:pt x="1758" y="448"/>
                      </a:lnTo>
                      <a:lnTo>
                        <a:pt x="1758" y="448"/>
                      </a:lnTo>
                      <a:lnTo>
                        <a:pt x="1758" y="448"/>
                      </a:lnTo>
                      <a:lnTo>
                        <a:pt x="1758" y="448"/>
                      </a:lnTo>
                      <a:lnTo>
                        <a:pt x="1756" y="448"/>
                      </a:lnTo>
                      <a:lnTo>
                        <a:pt x="1756" y="446"/>
                      </a:lnTo>
                      <a:lnTo>
                        <a:pt x="1756" y="446"/>
                      </a:lnTo>
                      <a:lnTo>
                        <a:pt x="1752" y="446"/>
                      </a:lnTo>
                      <a:lnTo>
                        <a:pt x="1746" y="448"/>
                      </a:lnTo>
                      <a:lnTo>
                        <a:pt x="1746" y="448"/>
                      </a:lnTo>
                      <a:lnTo>
                        <a:pt x="1740" y="444"/>
                      </a:lnTo>
                      <a:lnTo>
                        <a:pt x="1736" y="444"/>
                      </a:lnTo>
                      <a:lnTo>
                        <a:pt x="1732" y="446"/>
                      </a:lnTo>
                      <a:lnTo>
                        <a:pt x="1732" y="446"/>
                      </a:lnTo>
                      <a:lnTo>
                        <a:pt x="1732" y="448"/>
                      </a:lnTo>
                      <a:lnTo>
                        <a:pt x="1734" y="452"/>
                      </a:lnTo>
                      <a:lnTo>
                        <a:pt x="1734" y="452"/>
                      </a:lnTo>
                      <a:lnTo>
                        <a:pt x="1732" y="452"/>
                      </a:lnTo>
                      <a:lnTo>
                        <a:pt x="1732" y="454"/>
                      </a:lnTo>
                      <a:lnTo>
                        <a:pt x="1732" y="454"/>
                      </a:lnTo>
                      <a:lnTo>
                        <a:pt x="1734" y="454"/>
                      </a:lnTo>
                      <a:lnTo>
                        <a:pt x="1734" y="456"/>
                      </a:lnTo>
                      <a:lnTo>
                        <a:pt x="1732" y="458"/>
                      </a:lnTo>
                      <a:lnTo>
                        <a:pt x="1730" y="458"/>
                      </a:lnTo>
                      <a:lnTo>
                        <a:pt x="1730" y="458"/>
                      </a:lnTo>
                      <a:lnTo>
                        <a:pt x="1728" y="458"/>
                      </a:lnTo>
                      <a:lnTo>
                        <a:pt x="1728" y="456"/>
                      </a:lnTo>
                      <a:lnTo>
                        <a:pt x="1726" y="454"/>
                      </a:lnTo>
                      <a:lnTo>
                        <a:pt x="1726" y="454"/>
                      </a:lnTo>
                      <a:lnTo>
                        <a:pt x="1724" y="454"/>
                      </a:lnTo>
                      <a:lnTo>
                        <a:pt x="1722" y="454"/>
                      </a:lnTo>
                      <a:lnTo>
                        <a:pt x="1718" y="456"/>
                      </a:lnTo>
                      <a:lnTo>
                        <a:pt x="1718" y="456"/>
                      </a:lnTo>
                      <a:lnTo>
                        <a:pt x="1710" y="456"/>
                      </a:lnTo>
                      <a:lnTo>
                        <a:pt x="1704" y="452"/>
                      </a:lnTo>
                      <a:lnTo>
                        <a:pt x="1704" y="450"/>
                      </a:lnTo>
                      <a:lnTo>
                        <a:pt x="1704" y="450"/>
                      </a:lnTo>
                      <a:lnTo>
                        <a:pt x="1700" y="450"/>
                      </a:lnTo>
                      <a:lnTo>
                        <a:pt x="1698" y="456"/>
                      </a:lnTo>
                      <a:lnTo>
                        <a:pt x="1698" y="456"/>
                      </a:lnTo>
                      <a:lnTo>
                        <a:pt x="1696" y="458"/>
                      </a:lnTo>
                      <a:lnTo>
                        <a:pt x="1692" y="458"/>
                      </a:lnTo>
                      <a:lnTo>
                        <a:pt x="1692" y="456"/>
                      </a:lnTo>
                      <a:lnTo>
                        <a:pt x="1692" y="456"/>
                      </a:lnTo>
                      <a:lnTo>
                        <a:pt x="1692" y="450"/>
                      </a:lnTo>
                      <a:lnTo>
                        <a:pt x="1692" y="450"/>
                      </a:lnTo>
                      <a:lnTo>
                        <a:pt x="1684" y="448"/>
                      </a:lnTo>
                      <a:lnTo>
                        <a:pt x="1676" y="446"/>
                      </a:lnTo>
                      <a:lnTo>
                        <a:pt x="1656" y="450"/>
                      </a:lnTo>
                      <a:lnTo>
                        <a:pt x="1656" y="450"/>
                      </a:lnTo>
                      <a:lnTo>
                        <a:pt x="1658" y="446"/>
                      </a:lnTo>
                      <a:lnTo>
                        <a:pt x="1658" y="446"/>
                      </a:lnTo>
                      <a:lnTo>
                        <a:pt x="1656" y="444"/>
                      </a:lnTo>
                      <a:lnTo>
                        <a:pt x="1656" y="446"/>
                      </a:lnTo>
                      <a:lnTo>
                        <a:pt x="1656" y="446"/>
                      </a:lnTo>
                      <a:lnTo>
                        <a:pt x="1652" y="444"/>
                      </a:lnTo>
                      <a:lnTo>
                        <a:pt x="1650" y="444"/>
                      </a:lnTo>
                      <a:lnTo>
                        <a:pt x="1650" y="444"/>
                      </a:lnTo>
                      <a:lnTo>
                        <a:pt x="1650" y="450"/>
                      </a:lnTo>
                      <a:lnTo>
                        <a:pt x="1650" y="450"/>
                      </a:lnTo>
                      <a:lnTo>
                        <a:pt x="1646" y="450"/>
                      </a:lnTo>
                      <a:lnTo>
                        <a:pt x="1642" y="452"/>
                      </a:lnTo>
                      <a:lnTo>
                        <a:pt x="1642" y="452"/>
                      </a:lnTo>
                      <a:lnTo>
                        <a:pt x="1640" y="454"/>
                      </a:lnTo>
                      <a:lnTo>
                        <a:pt x="1636" y="458"/>
                      </a:lnTo>
                      <a:lnTo>
                        <a:pt x="1636" y="458"/>
                      </a:lnTo>
                      <a:lnTo>
                        <a:pt x="1634" y="456"/>
                      </a:lnTo>
                      <a:lnTo>
                        <a:pt x="1632" y="456"/>
                      </a:lnTo>
                      <a:lnTo>
                        <a:pt x="1632" y="456"/>
                      </a:lnTo>
                      <a:lnTo>
                        <a:pt x="1632" y="458"/>
                      </a:lnTo>
                      <a:lnTo>
                        <a:pt x="1632" y="462"/>
                      </a:lnTo>
                      <a:lnTo>
                        <a:pt x="1632" y="462"/>
                      </a:lnTo>
                      <a:lnTo>
                        <a:pt x="1630" y="464"/>
                      </a:lnTo>
                      <a:lnTo>
                        <a:pt x="1626" y="466"/>
                      </a:lnTo>
                      <a:lnTo>
                        <a:pt x="1626" y="466"/>
                      </a:lnTo>
                      <a:lnTo>
                        <a:pt x="1622" y="476"/>
                      </a:lnTo>
                      <a:lnTo>
                        <a:pt x="1618" y="488"/>
                      </a:lnTo>
                      <a:lnTo>
                        <a:pt x="1618" y="488"/>
                      </a:lnTo>
                      <a:lnTo>
                        <a:pt x="1610" y="490"/>
                      </a:lnTo>
                      <a:lnTo>
                        <a:pt x="1610" y="490"/>
                      </a:lnTo>
                      <a:lnTo>
                        <a:pt x="1608" y="494"/>
                      </a:lnTo>
                      <a:lnTo>
                        <a:pt x="1608" y="496"/>
                      </a:lnTo>
                      <a:lnTo>
                        <a:pt x="1608" y="496"/>
                      </a:lnTo>
                      <a:lnTo>
                        <a:pt x="1606" y="496"/>
                      </a:lnTo>
                      <a:lnTo>
                        <a:pt x="1606" y="496"/>
                      </a:lnTo>
                      <a:lnTo>
                        <a:pt x="1602" y="500"/>
                      </a:lnTo>
                      <a:lnTo>
                        <a:pt x="1602" y="500"/>
                      </a:lnTo>
                      <a:lnTo>
                        <a:pt x="1596" y="502"/>
                      </a:lnTo>
                      <a:lnTo>
                        <a:pt x="1596" y="502"/>
                      </a:lnTo>
                      <a:lnTo>
                        <a:pt x="1596" y="504"/>
                      </a:lnTo>
                      <a:lnTo>
                        <a:pt x="1594" y="504"/>
                      </a:lnTo>
                      <a:lnTo>
                        <a:pt x="1594" y="504"/>
                      </a:lnTo>
                      <a:lnTo>
                        <a:pt x="1592" y="508"/>
                      </a:lnTo>
                      <a:lnTo>
                        <a:pt x="1590" y="510"/>
                      </a:lnTo>
                      <a:lnTo>
                        <a:pt x="1590" y="510"/>
                      </a:lnTo>
                      <a:lnTo>
                        <a:pt x="1588" y="510"/>
                      </a:lnTo>
                      <a:lnTo>
                        <a:pt x="1588" y="508"/>
                      </a:lnTo>
                      <a:lnTo>
                        <a:pt x="1588" y="508"/>
                      </a:lnTo>
                      <a:lnTo>
                        <a:pt x="1586" y="510"/>
                      </a:lnTo>
                      <a:lnTo>
                        <a:pt x="1586" y="510"/>
                      </a:lnTo>
                      <a:lnTo>
                        <a:pt x="1586" y="512"/>
                      </a:lnTo>
                      <a:lnTo>
                        <a:pt x="1586" y="514"/>
                      </a:lnTo>
                      <a:lnTo>
                        <a:pt x="1586" y="514"/>
                      </a:lnTo>
                      <a:lnTo>
                        <a:pt x="1584" y="518"/>
                      </a:lnTo>
                      <a:lnTo>
                        <a:pt x="1584" y="518"/>
                      </a:lnTo>
                      <a:lnTo>
                        <a:pt x="1584" y="524"/>
                      </a:lnTo>
                      <a:lnTo>
                        <a:pt x="1584" y="524"/>
                      </a:lnTo>
                      <a:lnTo>
                        <a:pt x="1580" y="526"/>
                      </a:lnTo>
                      <a:lnTo>
                        <a:pt x="1576" y="528"/>
                      </a:lnTo>
                      <a:lnTo>
                        <a:pt x="1576" y="528"/>
                      </a:lnTo>
                      <a:lnTo>
                        <a:pt x="1576" y="530"/>
                      </a:lnTo>
                      <a:lnTo>
                        <a:pt x="1576" y="532"/>
                      </a:lnTo>
                      <a:lnTo>
                        <a:pt x="1576" y="532"/>
                      </a:lnTo>
                      <a:lnTo>
                        <a:pt x="1572" y="534"/>
                      </a:lnTo>
                      <a:lnTo>
                        <a:pt x="1572" y="534"/>
                      </a:lnTo>
                      <a:lnTo>
                        <a:pt x="1568" y="538"/>
                      </a:lnTo>
                      <a:lnTo>
                        <a:pt x="1564" y="542"/>
                      </a:lnTo>
                      <a:lnTo>
                        <a:pt x="1564" y="542"/>
                      </a:lnTo>
                      <a:lnTo>
                        <a:pt x="1560" y="544"/>
                      </a:lnTo>
                      <a:lnTo>
                        <a:pt x="1560" y="544"/>
                      </a:lnTo>
                      <a:lnTo>
                        <a:pt x="1556" y="548"/>
                      </a:lnTo>
                      <a:lnTo>
                        <a:pt x="1554" y="552"/>
                      </a:lnTo>
                      <a:lnTo>
                        <a:pt x="1554" y="552"/>
                      </a:lnTo>
                      <a:lnTo>
                        <a:pt x="1550" y="554"/>
                      </a:lnTo>
                      <a:lnTo>
                        <a:pt x="1550" y="554"/>
                      </a:lnTo>
                      <a:lnTo>
                        <a:pt x="1546" y="558"/>
                      </a:lnTo>
                      <a:lnTo>
                        <a:pt x="1544" y="566"/>
                      </a:lnTo>
                      <a:lnTo>
                        <a:pt x="1544" y="566"/>
                      </a:lnTo>
                      <a:lnTo>
                        <a:pt x="1554" y="566"/>
                      </a:lnTo>
                      <a:lnTo>
                        <a:pt x="1564" y="566"/>
                      </a:lnTo>
                      <a:lnTo>
                        <a:pt x="1564" y="566"/>
                      </a:lnTo>
                      <a:lnTo>
                        <a:pt x="1564" y="586"/>
                      </a:lnTo>
                      <a:lnTo>
                        <a:pt x="1564" y="586"/>
                      </a:lnTo>
                      <a:lnTo>
                        <a:pt x="1568" y="586"/>
                      </a:lnTo>
                      <a:lnTo>
                        <a:pt x="1568" y="586"/>
                      </a:lnTo>
                      <a:lnTo>
                        <a:pt x="1570" y="578"/>
                      </a:lnTo>
                      <a:lnTo>
                        <a:pt x="1570" y="578"/>
                      </a:lnTo>
                      <a:lnTo>
                        <a:pt x="1574" y="582"/>
                      </a:lnTo>
                      <a:lnTo>
                        <a:pt x="1576" y="584"/>
                      </a:lnTo>
                      <a:lnTo>
                        <a:pt x="1572" y="592"/>
                      </a:lnTo>
                      <a:lnTo>
                        <a:pt x="1572" y="592"/>
                      </a:lnTo>
                      <a:lnTo>
                        <a:pt x="1576" y="592"/>
                      </a:lnTo>
                      <a:lnTo>
                        <a:pt x="1576" y="592"/>
                      </a:lnTo>
                      <a:lnTo>
                        <a:pt x="1580" y="588"/>
                      </a:lnTo>
                      <a:lnTo>
                        <a:pt x="1582" y="584"/>
                      </a:lnTo>
                      <a:lnTo>
                        <a:pt x="1582" y="584"/>
                      </a:lnTo>
                      <a:lnTo>
                        <a:pt x="1588" y="586"/>
                      </a:lnTo>
                      <a:lnTo>
                        <a:pt x="1588" y="586"/>
                      </a:lnTo>
                      <a:lnTo>
                        <a:pt x="1588" y="576"/>
                      </a:lnTo>
                      <a:lnTo>
                        <a:pt x="1588" y="576"/>
                      </a:lnTo>
                      <a:lnTo>
                        <a:pt x="1594" y="578"/>
                      </a:lnTo>
                      <a:lnTo>
                        <a:pt x="1600" y="578"/>
                      </a:lnTo>
                      <a:lnTo>
                        <a:pt x="1600" y="578"/>
                      </a:lnTo>
                      <a:lnTo>
                        <a:pt x="1602" y="582"/>
                      </a:lnTo>
                      <a:lnTo>
                        <a:pt x="1602" y="582"/>
                      </a:lnTo>
                      <a:lnTo>
                        <a:pt x="1610" y="584"/>
                      </a:lnTo>
                      <a:lnTo>
                        <a:pt x="1610" y="584"/>
                      </a:lnTo>
                      <a:lnTo>
                        <a:pt x="1610" y="586"/>
                      </a:lnTo>
                      <a:lnTo>
                        <a:pt x="1610" y="590"/>
                      </a:lnTo>
                      <a:lnTo>
                        <a:pt x="1618" y="596"/>
                      </a:lnTo>
                      <a:lnTo>
                        <a:pt x="1618" y="596"/>
                      </a:lnTo>
                      <a:lnTo>
                        <a:pt x="1620" y="594"/>
                      </a:lnTo>
                      <a:lnTo>
                        <a:pt x="1620" y="594"/>
                      </a:lnTo>
                      <a:lnTo>
                        <a:pt x="1620" y="598"/>
                      </a:lnTo>
                      <a:lnTo>
                        <a:pt x="1620" y="598"/>
                      </a:lnTo>
                      <a:lnTo>
                        <a:pt x="1628" y="600"/>
                      </a:lnTo>
                      <a:lnTo>
                        <a:pt x="1628" y="600"/>
                      </a:lnTo>
                      <a:lnTo>
                        <a:pt x="1630" y="598"/>
                      </a:lnTo>
                      <a:lnTo>
                        <a:pt x="1630" y="604"/>
                      </a:lnTo>
                      <a:lnTo>
                        <a:pt x="1630" y="604"/>
                      </a:lnTo>
                      <a:lnTo>
                        <a:pt x="1624" y="602"/>
                      </a:lnTo>
                      <a:lnTo>
                        <a:pt x="1622" y="602"/>
                      </a:lnTo>
                      <a:lnTo>
                        <a:pt x="1620" y="602"/>
                      </a:lnTo>
                      <a:lnTo>
                        <a:pt x="1620" y="602"/>
                      </a:lnTo>
                      <a:lnTo>
                        <a:pt x="1618" y="610"/>
                      </a:lnTo>
                      <a:lnTo>
                        <a:pt x="1618" y="610"/>
                      </a:lnTo>
                      <a:lnTo>
                        <a:pt x="1620" y="612"/>
                      </a:lnTo>
                      <a:lnTo>
                        <a:pt x="1620" y="612"/>
                      </a:lnTo>
                      <a:lnTo>
                        <a:pt x="1620" y="616"/>
                      </a:lnTo>
                      <a:lnTo>
                        <a:pt x="1620" y="616"/>
                      </a:lnTo>
                      <a:lnTo>
                        <a:pt x="1620" y="614"/>
                      </a:lnTo>
                      <a:lnTo>
                        <a:pt x="1620" y="616"/>
                      </a:lnTo>
                      <a:lnTo>
                        <a:pt x="1620" y="618"/>
                      </a:lnTo>
                      <a:lnTo>
                        <a:pt x="1620" y="618"/>
                      </a:lnTo>
                      <a:lnTo>
                        <a:pt x="1622" y="618"/>
                      </a:lnTo>
                      <a:lnTo>
                        <a:pt x="1622" y="620"/>
                      </a:lnTo>
                      <a:lnTo>
                        <a:pt x="1622" y="620"/>
                      </a:lnTo>
                      <a:lnTo>
                        <a:pt x="1620" y="622"/>
                      </a:lnTo>
                      <a:lnTo>
                        <a:pt x="1620" y="622"/>
                      </a:lnTo>
                      <a:lnTo>
                        <a:pt x="1620" y="626"/>
                      </a:lnTo>
                      <a:lnTo>
                        <a:pt x="1620" y="626"/>
                      </a:lnTo>
                      <a:lnTo>
                        <a:pt x="1616" y="630"/>
                      </a:lnTo>
                      <a:lnTo>
                        <a:pt x="1612" y="634"/>
                      </a:lnTo>
                      <a:lnTo>
                        <a:pt x="1612" y="634"/>
                      </a:lnTo>
                      <a:lnTo>
                        <a:pt x="1614" y="640"/>
                      </a:lnTo>
                      <a:lnTo>
                        <a:pt x="1612" y="644"/>
                      </a:lnTo>
                      <a:lnTo>
                        <a:pt x="1612" y="644"/>
                      </a:lnTo>
                      <a:lnTo>
                        <a:pt x="1612" y="648"/>
                      </a:lnTo>
                      <a:lnTo>
                        <a:pt x="1614" y="648"/>
                      </a:lnTo>
                      <a:lnTo>
                        <a:pt x="1614" y="648"/>
                      </a:lnTo>
                      <a:lnTo>
                        <a:pt x="1612" y="656"/>
                      </a:lnTo>
                      <a:lnTo>
                        <a:pt x="1612" y="656"/>
                      </a:lnTo>
                      <a:lnTo>
                        <a:pt x="1614" y="658"/>
                      </a:lnTo>
                      <a:lnTo>
                        <a:pt x="1614" y="664"/>
                      </a:lnTo>
                      <a:lnTo>
                        <a:pt x="1614" y="664"/>
                      </a:lnTo>
                      <a:lnTo>
                        <a:pt x="1612" y="668"/>
                      </a:lnTo>
                      <a:lnTo>
                        <a:pt x="1610" y="672"/>
                      </a:lnTo>
                      <a:lnTo>
                        <a:pt x="1610" y="672"/>
                      </a:lnTo>
                      <a:lnTo>
                        <a:pt x="1610" y="674"/>
                      </a:lnTo>
                      <a:lnTo>
                        <a:pt x="1612" y="676"/>
                      </a:lnTo>
                      <a:lnTo>
                        <a:pt x="1612" y="676"/>
                      </a:lnTo>
                      <a:lnTo>
                        <a:pt x="1610" y="678"/>
                      </a:lnTo>
                      <a:lnTo>
                        <a:pt x="1610" y="678"/>
                      </a:lnTo>
                      <a:lnTo>
                        <a:pt x="1608" y="682"/>
                      </a:lnTo>
                      <a:lnTo>
                        <a:pt x="1608" y="686"/>
                      </a:lnTo>
                      <a:lnTo>
                        <a:pt x="1608" y="686"/>
                      </a:lnTo>
                      <a:lnTo>
                        <a:pt x="1606" y="688"/>
                      </a:lnTo>
                      <a:lnTo>
                        <a:pt x="1602" y="692"/>
                      </a:lnTo>
                      <a:lnTo>
                        <a:pt x="1596" y="696"/>
                      </a:lnTo>
                      <a:lnTo>
                        <a:pt x="1596" y="696"/>
                      </a:lnTo>
                      <a:lnTo>
                        <a:pt x="1596" y="700"/>
                      </a:lnTo>
                      <a:lnTo>
                        <a:pt x="1594" y="704"/>
                      </a:lnTo>
                      <a:lnTo>
                        <a:pt x="1594" y="704"/>
                      </a:lnTo>
                      <a:lnTo>
                        <a:pt x="1594" y="706"/>
                      </a:lnTo>
                      <a:lnTo>
                        <a:pt x="1592" y="706"/>
                      </a:lnTo>
                      <a:lnTo>
                        <a:pt x="1592" y="706"/>
                      </a:lnTo>
                      <a:lnTo>
                        <a:pt x="1588" y="712"/>
                      </a:lnTo>
                      <a:lnTo>
                        <a:pt x="1584" y="718"/>
                      </a:lnTo>
                      <a:lnTo>
                        <a:pt x="1584" y="718"/>
                      </a:lnTo>
                      <a:lnTo>
                        <a:pt x="1584" y="720"/>
                      </a:lnTo>
                      <a:lnTo>
                        <a:pt x="1586" y="722"/>
                      </a:lnTo>
                      <a:lnTo>
                        <a:pt x="1580" y="734"/>
                      </a:lnTo>
                      <a:lnTo>
                        <a:pt x="1580" y="734"/>
                      </a:lnTo>
                      <a:lnTo>
                        <a:pt x="1574" y="738"/>
                      </a:lnTo>
                      <a:lnTo>
                        <a:pt x="1574" y="738"/>
                      </a:lnTo>
                      <a:lnTo>
                        <a:pt x="1572" y="744"/>
                      </a:lnTo>
                      <a:lnTo>
                        <a:pt x="1572" y="744"/>
                      </a:lnTo>
                      <a:lnTo>
                        <a:pt x="1566" y="744"/>
                      </a:lnTo>
                      <a:lnTo>
                        <a:pt x="1558" y="754"/>
                      </a:lnTo>
                      <a:lnTo>
                        <a:pt x="1558" y="754"/>
                      </a:lnTo>
                      <a:lnTo>
                        <a:pt x="1556" y="760"/>
                      </a:lnTo>
                      <a:lnTo>
                        <a:pt x="1556" y="760"/>
                      </a:lnTo>
                      <a:lnTo>
                        <a:pt x="1554" y="762"/>
                      </a:lnTo>
                      <a:lnTo>
                        <a:pt x="1552" y="762"/>
                      </a:lnTo>
                      <a:lnTo>
                        <a:pt x="1552" y="762"/>
                      </a:lnTo>
                      <a:lnTo>
                        <a:pt x="1552" y="766"/>
                      </a:lnTo>
                      <a:lnTo>
                        <a:pt x="1552" y="766"/>
                      </a:lnTo>
                      <a:lnTo>
                        <a:pt x="1548" y="768"/>
                      </a:lnTo>
                      <a:lnTo>
                        <a:pt x="1548" y="768"/>
                      </a:lnTo>
                      <a:lnTo>
                        <a:pt x="1548" y="772"/>
                      </a:lnTo>
                      <a:lnTo>
                        <a:pt x="1546" y="778"/>
                      </a:lnTo>
                      <a:lnTo>
                        <a:pt x="1546" y="778"/>
                      </a:lnTo>
                      <a:lnTo>
                        <a:pt x="1542" y="778"/>
                      </a:lnTo>
                      <a:lnTo>
                        <a:pt x="1542" y="778"/>
                      </a:lnTo>
                      <a:lnTo>
                        <a:pt x="1540" y="782"/>
                      </a:lnTo>
                      <a:lnTo>
                        <a:pt x="1540" y="782"/>
                      </a:lnTo>
                      <a:lnTo>
                        <a:pt x="1540" y="782"/>
                      </a:lnTo>
                      <a:lnTo>
                        <a:pt x="1532" y="790"/>
                      </a:lnTo>
                      <a:lnTo>
                        <a:pt x="1526" y="798"/>
                      </a:lnTo>
                      <a:lnTo>
                        <a:pt x="1526" y="798"/>
                      </a:lnTo>
                      <a:lnTo>
                        <a:pt x="1524" y="800"/>
                      </a:lnTo>
                      <a:lnTo>
                        <a:pt x="1522" y="798"/>
                      </a:lnTo>
                      <a:lnTo>
                        <a:pt x="1518" y="796"/>
                      </a:lnTo>
                      <a:lnTo>
                        <a:pt x="1514" y="796"/>
                      </a:lnTo>
                      <a:lnTo>
                        <a:pt x="1514" y="796"/>
                      </a:lnTo>
                      <a:lnTo>
                        <a:pt x="1512" y="792"/>
                      </a:lnTo>
                      <a:lnTo>
                        <a:pt x="1510" y="792"/>
                      </a:lnTo>
                      <a:lnTo>
                        <a:pt x="1510" y="792"/>
                      </a:lnTo>
                      <a:lnTo>
                        <a:pt x="1508" y="788"/>
                      </a:lnTo>
                      <a:lnTo>
                        <a:pt x="1510" y="782"/>
                      </a:lnTo>
                      <a:lnTo>
                        <a:pt x="1510" y="782"/>
                      </a:lnTo>
                      <a:lnTo>
                        <a:pt x="1506" y="784"/>
                      </a:lnTo>
                      <a:lnTo>
                        <a:pt x="1506" y="784"/>
                      </a:lnTo>
                      <a:lnTo>
                        <a:pt x="1504" y="784"/>
                      </a:lnTo>
                      <a:lnTo>
                        <a:pt x="1502" y="784"/>
                      </a:lnTo>
                      <a:lnTo>
                        <a:pt x="1502" y="782"/>
                      </a:lnTo>
                      <a:lnTo>
                        <a:pt x="1502" y="780"/>
                      </a:lnTo>
                      <a:lnTo>
                        <a:pt x="1502" y="780"/>
                      </a:lnTo>
                      <a:lnTo>
                        <a:pt x="1498" y="780"/>
                      </a:lnTo>
                      <a:lnTo>
                        <a:pt x="1498" y="780"/>
                      </a:lnTo>
                      <a:lnTo>
                        <a:pt x="1496" y="786"/>
                      </a:lnTo>
                      <a:lnTo>
                        <a:pt x="1492" y="790"/>
                      </a:lnTo>
                      <a:lnTo>
                        <a:pt x="1492" y="790"/>
                      </a:lnTo>
                      <a:lnTo>
                        <a:pt x="1490" y="790"/>
                      </a:lnTo>
                      <a:lnTo>
                        <a:pt x="1490" y="790"/>
                      </a:lnTo>
                      <a:lnTo>
                        <a:pt x="1488" y="796"/>
                      </a:lnTo>
                      <a:lnTo>
                        <a:pt x="1488" y="796"/>
                      </a:lnTo>
                      <a:lnTo>
                        <a:pt x="1484" y="796"/>
                      </a:lnTo>
                      <a:lnTo>
                        <a:pt x="1484" y="794"/>
                      </a:lnTo>
                      <a:lnTo>
                        <a:pt x="1486" y="790"/>
                      </a:lnTo>
                      <a:lnTo>
                        <a:pt x="1486" y="784"/>
                      </a:lnTo>
                      <a:lnTo>
                        <a:pt x="1488" y="782"/>
                      </a:lnTo>
                      <a:lnTo>
                        <a:pt x="1490" y="776"/>
                      </a:lnTo>
                      <a:lnTo>
                        <a:pt x="1488" y="766"/>
                      </a:lnTo>
                      <a:lnTo>
                        <a:pt x="1490" y="760"/>
                      </a:lnTo>
                      <a:lnTo>
                        <a:pt x="1490" y="754"/>
                      </a:lnTo>
                      <a:lnTo>
                        <a:pt x="1494" y="750"/>
                      </a:lnTo>
                      <a:lnTo>
                        <a:pt x="1498" y="748"/>
                      </a:lnTo>
                      <a:lnTo>
                        <a:pt x="1498" y="748"/>
                      </a:lnTo>
                      <a:lnTo>
                        <a:pt x="1502" y="750"/>
                      </a:lnTo>
                      <a:lnTo>
                        <a:pt x="1502" y="750"/>
                      </a:lnTo>
                      <a:lnTo>
                        <a:pt x="1500" y="754"/>
                      </a:lnTo>
                      <a:lnTo>
                        <a:pt x="1498" y="756"/>
                      </a:lnTo>
                      <a:lnTo>
                        <a:pt x="1498" y="756"/>
                      </a:lnTo>
                      <a:lnTo>
                        <a:pt x="1500" y="760"/>
                      </a:lnTo>
                      <a:lnTo>
                        <a:pt x="1502" y="762"/>
                      </a:lnTo>
                      <a:lnTo>
                        <a:pt x="1502" y="762"/>
                      </a:lnTo>
                      <a:lnTo>
                        <a:pt x="1506" y="762"/>
                      </a:lnTo>
                      <a:lnTo>
                        <a:pt x="1506" y="762"/>
                      </a:lnTo>
                      <a:lnTo>
                        <a:pt x="1506" y="750"/>
                      </a:lnTo>
                      <a:lnTo>
                        <a:pt x="1506" y="750"/>
                      </a:lnTo>
                      <a:lnTo>
                        <a:pt x="1510" y="746"/>
                      </a:lnTo>
                      <a:lnTo>
                        <a:pt x="1516" y="742"/>
                      </a:lnTo>
                      <a:lnTo>
                        <a:pt x="1518" y="738"/>
                      </a:lnTo>
                      <a:lnTo>
                        <a:pt x="1522" y="736"/>
                      </a:lnTo>
                      <a:lnTo>
                        <a:pt x="1526" y="730"/>
                      </a:lnTo>
                      <a:lnTo>
                        <a:pt x="1530" y="724"/>
                      </a:lnTo>
                      <a:lnTo>
                        <a:pt x="1532" y="714"/>
                      </a:lnTo>
                      <a:lnTo>
                        <a:pt x="1532" y="708"/>
                      </a:lnTo>
                      <a:lnTo>
                        <a:pt x="1536" y="706"/>
                      </a:lnTo>
                      <a:lnTo>
                        <a:pt x="1536" y="698"/>
                      </a:lnTo>
                      <a:lnTo>
                        <a:pt x="1532" y="694"/>
                      </a:lnTo>
                      <a:lnTo>
                        <a:pt x="1532" y="690"/>
                      </a:lnTo>
                      <a:lnTo>
                        <a:pt x="1536" y="682"/>
                      </a:lnTo>
                      <a:lnTo>
                        <a:pt x="1528" y="684"/>
                      </a:lnTo>
                      <a:lnTo>
                        <a:pt x="1526" y="688"/>
                      </a:lnTo>
                      <a:lnTo>
                        <a:pt x="1520" y="690"/>
                      </a:lnTo>
                      <a:lnTo>
                        <a:pt x="1516" y="690"/>
                      </a:lnTo>
                      <a:lnTo>
                        <a:pt x="1510" y="694"/>
                      </a:lnTo>
                      <a:lnTo>
                        <a:pt x="1506" y="698"/>
                      </a:lnTo>
                      <a:lnTo>
                        <a:pt x="1500" y="700"/>
                      </a:lnTo>
                      <a:lnTo>
                        <a:pt x="1496" y="702"/>
                      </a:lnTo>
                      <a:lnTo>
                        <a:pt x="1490" y="698"/>
                      </a:lnTo>
                      <a:lnTo>
                        <a:pt x="1484" y="696"/>
                      </a:lnTo>
                      <a:lnTo>
                        <a:pt x="1482" y="690"/>
                      </a:lnTo>
                      <a:lnTo>
                        <a:pt x="1482" y="684"/>
                      </a:lnTo>
                      <a:lnTo>
                        <a:pt x="1480" y="678"/>
                      </a:lnTo>
                      <a:lnTo>
                        <a:pt x="1474" y="672"/>
                      </a:lnTo>
                      <a:lnTo>
                        <a:pt x="1472" y="666"/>
                      </a:lnTo>
                      <a:lnTo>
                        <a:pt x="1470" y="660"/>
                      </a:lnTo>
                      <a:lnTo>
                        <a:pt x="1466" y="656"/>
                      </a:lnTo>
                      <a:lnTo>
                        <a:pt x="1458" y="654"/>
                      </a:lnTo>
                      <a:lnTo>
                        <a:pt x="1452" y="652"/>
                      </a:lnTo>
                      <a:lnTo>
                        <a:pt x="1446" y="652"/>
                      </a:lnTo>
                      <a:lnTo>
                        <a:pt x="1442" y="648"/>
                      </a:lnTo>
                      <a:lnTo>
                        <a:pt x="1438" y="640"/>
                      </a:lnTo>
                      <a:lnTo>
                        <a:pt x="1432" y="630"/>
                      </a:lnTo>
                      <a:lnTo>
                        <a:pt x="1430" y="622"/>
                      </a:lnTo>
                      <a:lnTo>
                        <a:pt x="1430" y="616"/>
                      </a:lnTo>
                      <a:lnTo>
                        <a:pt x="1424" y="610"/>
                      </a:lnTo>
                      <a:lnTo>
                        <a:pt x="1422" y="604"/>
                      </a:lnTo>
                      <a:lnTo>
                        <a:pt x="1414" y="598"/>
                      </a:lnTo>
                      <a:lnTo>
                        <a:pt x="1404" y="598"/>
                      </a:lnTo>
                      <a:lnTo>
                        <a:pt x="1400" y="592"/>
                      </a:lnTo>
                      <a:lnTo>
                        <a:pt x="1394" y="588"/>
                      </a:lnTo>
                      <a:lnTo>
                        <a:pt x="1388" y="584"/>
                      </a:lnTo>
                      <a:lnTo>
                        <a:pt x="1380" y="582"/>
                      </a:lnTo>
                      <a:lnTo>
                        <a:pt x="1376" y="584"/>
                      </a:lnTo>
                      <a:lnTo>
                        <a:pt x="1370" y="586"/>
                      </a:lnTo>
                      <a:lnTo>
                        <a:pt x="1362" y="586"/>
                      </a:lnTo>
                      <a:lnTo>
                        <a:pt x="1356" y="590"/>
                      </a:lnTo>
                      <a:lnTo>
                        <a:pt x="1350" y="596"/>
                      </a:lnTo>
                      <a:lnTo>
                        <a:pt x="1346" y="602"/>
                      </a:lnTo>
                      <a:lnTo>
                        <a:pt x="1344" y="604"/>
                      </a:lnTo>
                      <a:lnTo>
                        <a:pt x="1342" y="608"/>
                      </a:lnTo>
                      <a:lnTo>
                        <a:pt x="1348" y="606"/>
                      </a:lnTo>
                      <a:lnTo>
                        <a:pt x="1348" y="614"/>
                      </a:lnTo>
                      <a:lnTo>
                        <a:pt x="1348" y="620"/>
                      </a:lnTo>
                      <a:lnTo>
                        <a:pt x="1344" y="624"/>
                      </a:lnTo>
                      <a:lnTo>
                        <a:pt x="1346" y="630"/>
                      </a:lnTo>
                      <a:lnTo>
                        <a:pt x="1340" y="638"/>
                      </a:lnTo>
                      <a:lnTo>
                        <a:pt x="1336" y="644"/>
                      </a:lnTo>
                      <a:lnTo>
                        <a:pt x="1336" y="644"/>
                      </a:lnTo>
                      <a:lnTo>
                        <a:pt x="1332" y="648"/>
                      </a:lnTo>
                      <a:lnTo>
                        <a:pt x="1330" y="650"/>
                      </a:lnTo>
                      <a:lnTo>
                        <a:pt x="1330" y="652"/>
                      </a:lnTo>
                      <a:lnTo>
                        <a:pt x="1332" y="654"/>
                      </a:lnTo>
                      <a:lnTo>
                        <a:pt x="1332" y="654"/>
                      </a:lnTo>
                      <a:lnTo>
                        <a:pt x="1330" y="656"/>
                      </a:lnTo>
                      <a:lnTo>
                        <a:pt x="1326" y="658"/>
                      </a:lnTo>
                      <a:lnTo>
                        <a:pt x="1322" y="660"/>
                      </a:lnTo>
                      <a:lnTo>
                        <a:pt x="1312" y="666"/>
                      </a:lnTo>
                      <a:lnTo>
                        <a:pt x="1306" y="662"/>
                      </a:lnTo>
                      <a:lnTo>
                        <a:pt x="1298" y="658"/>
                      </a:lnTo>
                      <a:lnTo>
                        <a:pt x="1292" y="660"/>
                      </a:lnTo>
                      <a:lnTo>
                        <a:pt x="1282" y="658"/>
                      </a:lnTo>
                      <a:lnTo>
                        <a:pt x="1276" y="658"/>
                      </a:lnTo>
                      <a:lnTo>
                        <a:pt x="1266" y="652"/>
                      </a:lnTo>
                      <a:lnTo>
                        <a:pt x="1262" y="654"/>
                      </a:lnTo>
                      <a:lnTo>
                        <a:pt x="1250" y="662"/>
                      </a:lnTo>
                      <a:lnTo>
                        <a:pt x="1238" y="664"/>
                      </a:lnTo>
                      <a:lnTo>
                        <a:pt x="1232" y="668"/>
                      </a:lnTo>
                      <a:lnTo>
                        <a:pt x="1222" y="670"/>
                      </a:lnTo>
                      <a:lnTo>
                        <a:pt x="1212" y="668"/>
                      </a:lnTo>
                      <a:lnTo>
                        <a:pt x="1206" y="666"/>
                      </a:lnTo>
                      <a:lnTo>
                        <a:pt x="1200" y="668"/>
                      </a:lnTo>
                      <a:lnTo>
                        <a:pt x="1194" y="668"/>
                      </a:lnTo>
                      <a:lnTo>
                        <a:pt x="1188" y="664"/>
                      </a:lnTo>
                      <a:lnTo>
                        <a:pt x="1182" y="664"/>
                      </a:lnTo>
                      <a:lnTo>
                        <a:pt x="1176" y="660"/>
                      </a:lnTo>
                      <a:lnTo>
                        <a:pt x="1176" y="654"/>
                      </a:lnTo>
                      <a:lnTo>
                        <a:pt x="1170" y="654"/>
                      </a:lnTo>
                      <a:lnTo>
                        <a:pt x="1158" y="650"/>
                      </a:lnTo>
                      <a:lnTo>
                        <a:pt x="1150" y="648"/>
                      </a:lnTo>
                      <a:lnTo>
                        <a:pt x="1144" y="652"/>
                      </a:lnTo>
                      <a:lnTo>
                        <a:pt x="1138" y="654"/>
                      </a:lnTo>
                      <a:lnTo>
                        <a:pt x="1132" y="654"/>
                      </a:lnTo>
                      <a:lnTo>
                        <a:pt x="1126" y="654"/>
                      </a:lnTo>
                      <a:lnTo>
                        <a:pt x="1116" y="648"/>
                      </a:lnTo>
                      <a:lnTo>
                        <a:pt x="1112" y="646"/>
                      </a:lnTo>
                      <a:lnTo>
                        <a:pt x="1108" y="636"/>
                      </a:lnTo>
                      <a:lnTo>
                        <a:pt x="1100" y="630"/>
                      </a:lnTo>
                      <a:lnTo>
                        <a:pt x="1088" y="620"/>
                      </a:lnTo>
                      <a:lnTo>
                        <a:pt x="1078" y="618"/>
                      </a:lnTo>
                      <a:lnTo>
                        <a:pt x="1074" y="614"/>
                      </a:lnTo>
                      <a:lnTo>
                        <a:pt x="1064" y="614"/>
                      </a:lnTo>
                      <a:lnTo>
                        <a:pt x="1058" y="612"/>
                      </a:lnTo>
                      <a:lnTo>
                        <a:pt x="1048" y="612"/>
                      </a:lnTo>
                      <a:lnTo>
                        <a:pt x="1046" y="616"/>
                      </a:lnTo>
                      <a:lnTo>
                        <a:pt x="1042" y="622"/>
                      </a:lnTo>
                      <a:lnTo>
                        <a:pt x="1040" y="628"/>
                      </a:lnTo>
                      <a:lnTo>
                        <a:pt x="1046" y="632"/>
                      </a:lnTo>
                      <a:lnTo>
                        <a:pt x="1050" y="638"/>
                      </a:lnTo>
                      <a:lnTo>
                        <a:pt x="1052" y="646"/>
                      </a:lnTo>
                      <a:lnTo>
                        <a:pt x="1048" y="650"/>
                      </a:lnTo>
                      <a:lnTo>
                        <a:pt x="1038" y="650"/>
                      </a:lnTo>
                      <a:lnTo>
                        <a:pt x="1026" y="650"/>
                      </a:lnTo>
                      <a:lnTo>
                        <a:pt x="1016" y="650"/>
                      </a:lnTo>
                      <a:lnTo>
                        <a:pt x="1008" y="648"/>
                      </a:lnTo>
                      <a:lnTo>
                        <a:pt x="1000" y="644"/>
                      </a:lnTo>
                      <a:lnTo>
                        <a:pt x="990" y="640"/>
                      </a:lnTo>
                      <a:lnTo>
                        <a:pt x="982" y="642"/>
                      </a:lnTo>
                      <a:lnTo>
                        <a:pt x="980" y="638"/>
                      </a:lnTo>
                      <a:lnTo>
                        <a:pt x="972" y="638"/>
                      </a:lnTo>
                      <a:lnTo>
                        <a:pt x="962" y="638"/>
                      </a:lnTo>
                      <a:lnTo>
                        <a:pt x="958" y="642"/>
                      </a:lnTo>
                      <a:lnTo>
                        <a:pt x="950" y="646"/>
                      </a:lnTo>
                      <a:lnTo>
                        <a:pt x="942" y="648"/>
                      </a:lnTo>
                      <a:lnTo>
                        <a:pt x="938" y="652"/>
                      </a:lnTo>
                      <a:lnTo>
                        <a:pt x="934" y="656"/>
                      </a:lnTo>
                      <a:lnTo>
                        <a:pt x="934" y="660"/>
                      </a:lnTo>
                      <a:lnTo>
                        <a:pt x="932" y="664"/>
                      </a:lnTo>
                      <a:lnTo>
                        <a:pt x="926" y="666"/>
                      </a:lnTo>
                      <a:lnTo>
                        <a:pt x="920" y="668"/>
                      </a:lnTo>
                      <a:lnTo>
                        <a:pt x="914" y="672"/>
                      </a:lnTo>
                      <a:lnTo>
                        <a:pt x="904" y="670"/>
                      </a:lnTo>
                      <a:lnTo>
                        <a:pt x="902" y="666"/>
                      </a:lnTo>
                      <a:lnTo>
                        <a:pt x="896" y="662"/>
                      </a:lnTo>
                      <a:lnTo>
                        <a:pt x="894" y="654"/>
                      </a:lnTo>
                      <a:lnTo>
                        <a:pt x="886" y="654"/>
                      </a:lnTo>
                      <a:lnTo>
                        <a:pt x="876" y="656"/>
                      </a:lnTo>
                      <a:lnTo>
                        <a:pt x="860" y="664"/>
                      </a:lnTo>
                      <a:lnTo>
                        <a:pt x="850" y="666"/>
                      </a:lnTo>
                      <a:lnTo>
                        <a:pt x="844" y="662"/>
                      </a:lnTo>
                      <a:lnTo>
                        <a:pt x="840" y="658"/>
                      </a:lnTo>
                      <a:lnTo>
                        <a:pt x="838" y="648"/>
                      </a:lnTo>
                      <a:lnTo>
                        <a:pt x="836" y="640"/>
                      </a:lnTo>
                      <a:lnTo>
                        <a:pt x="836" y="640"/>
                      </a:lnTo>
                      <a:lnTo>
                        <a:pt x="830" y="634"/>
                      </a:lnTo>
                      <a:lnTo>
                        <a:pt x="826" y="630"/>
                      </a:lnTo>
                      <a:lnTo>
                        <a:pt x="822" y="628"/>
                      </a:lnTo>
                      <a:lnTo>
                        <a:pt x="808" y="628"/>
                      </a:lnTo>
                      <a:lnTo>
                        <a:pt x="808" y="628"/>
                      </a:lnTo>
                      <a:lnTo>
                        <a:pt x="804" y="630"/>
                      </a:lnTo>
                      <a:lnTo>
                        <a:pt x="796" y="632"/>
                      </a:lnTo>
                      <a:lnTo>
                        <a:pt x="796" y="632"/>
                      </a:lnTo>
                      <a:lnTo>
                        <a:pt x="792" y="630"/>
                      </a:lnTo>
                      <a:lnTo>
                        <a:pt x="790" y="626"/>
                      </a:lnTo>
                      <a:lnTo>
                        <a:pt x="786" y="622"/>
                      </a:lnTo>
                      <a:lnTo>
                        <a:pt x="780" y="606"/>
                      </a:lnTo>
                      <a:lnTo>
                        <a:pt x="770" y="584"/>
                      </a:lnTo>
                      <a:lnTo>
                        <a:pt x="760" y="568"/>
                      </a:lnTo>
                      <a:lnTo>
                        <a:pt x="762" y="562"/>
                      </a:lnTo>
                      <a:lnTo>
                        <a:pt x="760" y="560"/>
                      </a:lnTo>
                      <a:lnTo>
                        <a:pt x="748" y="562"/>
                      </a:lnTo>
                      <a:lnTo>
                        <a:pt x="738" y="566"/>
                      </a:lnTo>
                      <a:lnTo>
                        <a:pt x="724" y="572"/>
                      </a:lnTo>
                      <a:lnTo>
                        <a:pt x="714" y="576"/>
                      </a:lnTo>
                      <a:lnTo>
                        <a:pt x="702" y="576"/>
                      </a:lnTo>
                      <a:lnTo>
                        <a:pt x="702" y="576"/>
                      </a:lnTo>
                      <a:lnTo>
                        <a:pt x="702" y="574"/>
                      </a:lnTo>
                      <a:lnTo>
                        <a:pt x="702" y="570"/>
                      </a:lnTo>
                      <a:lnTo>
                        <a:pt x="702" y="570"/>
                      </a:lnTo>
                      <a:lnTo>
                        <a:pt x="700" y="568"/>
                      </a:lnTo>
                      <a:lnTo>
                        <a:pt x="698" y="568"/>
                      </a:lnTo>
                      <a:lnTo>
                        <a:pt x="698" y="568"/>
                      </a:lnTo>
                      <a:lnTo>
                        <a:pt x="692" y="570"/>
                      </a:lnTo>
                      <a:lnTo>
                        <a:pt x="690" y="568"/>
                      </a:lnTo>
                      <a:lnTo>
                        <a:pt x="682" y="562"/>
                      </a:lnTo>
                      <a:lnTo>
                        <a:pt x="676" y="570"/>
                      </a:lnTo>
                      <a:lnTo>
                        <a:pt x="670" y="572"/>
                      </a:lnTo>
                      <a:lnTo>
                        <a:pt x="664" y="566"/>
                      </a:lnTo>
                      <a:lnTo>
                        <a:pt x="660" y="564"/>
                      </a:lnTo>
                      <a:lnTo>
                        <a:pt x="662" y="558"/>
                      </a:lnTo>
                      <a:lnTo>
                        <a:pt x="662" y="554"/>
                      </a:lnTo>
                      <a:lnTo>
                        <a:pt x="656" y="552"/>
                      </a:lnTo>
                      <a:lnTo>
                        <a:pt x="654" y="548"/>
                      </a:lnTo>
                      <a:lnTo>
                        <a:pt x="648" y="550"/>
                      </a:lnTo>
                      <a:lnTo>
                        <a:pt x="638" y="552"/>
                      </a:lnTo>
                      <a:lnTo>
                        <a:pt x="626" y="560"/>
                      </a:lnTo>
                      <a:lnTo>
                        <a:pt x="622" y="560"/>
                      </a:lnTo>
                      <a:lnTo>
                        <a:pt x="608" y="564"/>
                      </a:lnTo>
                      <a:lnTo>
                        <a:pt x="596" y="562"/>
                      </a:lnTo>
                      <a:lnTo>
                        <a:pt x="586" y="566"/>
                      </a:lnTo>
                      <a:lnTo>
                        <a:pt x="574" y="568"/>
                      </a:lnTo>
                      <a:lnTo>
                        <a:pt x="568" y="566"/>
                      </a:lnTo>
                      <a:lnTo>
                        <a:pt x="560" y="564"/>
                      </a:lnTo>
                      <a:lnTo>
                        <a:pt x="552" y="560"/>
                      </a:lnTo>
                      <a:lnTo>
                        <a:pt x="546" y="564"/>
                      </a:lnTo>
                      <a:lnTo>
                        <a:pt x="548" y="568"/>
                      </a:lnTo>
                      <a:lnTo>
                        <a:pt x="548" y="576"/>
                      </a:lnTo>
                      <a:lnTo>
                        <a:pt x="542" y="582"/>
                      </a:lnTo>
                      <a:lnTo>
                        <a:pt x="542" y="590"/>
                      </a:lnTo>
                      <a:lnTo>
                        <a:pt x="538" y="596"/>
                      </a:lnTo>
                      <a:lnTo>
                        <a:pt x="538" y="602"/>
                      </a:lnTo>
                      <a:lnTo>
                        <a:pt x="544" y="610"/>
                      </a:lnTo>
                      <a:lnTo>
                        <a:pt x="546" y="614"/>
                      </a:lnTo>
                      <a:lnTo>
                        <a:pt x="540" y="624"/>
                      </a:lnTo>
                      <a:lnTo>
                        <a:pt x="546" y="628"/>
                      </a:lnTo>
                      <a:lnTo>
                        <a:pt x="546" y="628"/>
                      </a:lnTo>
                      <a:lnTo>
                        <a:pt x="548" y="628"/>
                      </a:lnTo>
                      <a:lnTo>
                        <a:pt x="554" y="634"/>
                      </a:lnTo>
                      <a:lnTo>
                        <a:pt x="554" y="634"/>
                      </a:lnTo>
                      <a:lnTo>
                        <a:pt x="554" y="638"/>
                      </a:lnTo>
                      <a:lnTo>
                        <a:pt x="552" y="640"/>
                      </a:lnTo>
                      <a:lnTo>
                        <a:pt x="548" y="642"/>
                      </a:lnTo>
                      <a:lnTo>
                        <a:pt x="542" y="642"/>
                      </a:lnTo>
                      <a:lnTo>
                        <a:pt x="534" y="640"/>
                      </a:lnTo>
                      <a:lnTo>
                        <a:pt x="534" y="640"/>
                      </a:lnTo>
                      <a:lnTo>
                        <a:pt x="532" y="636"/>
                      </a:lnTo>
                      <a:lnTo>
                        <a:pt x="528" y="628"/>
                      </a:lnTo>
                      <a:lnTo>
                        <a:pt x="528" y="628"/>
                      </a:lnTo>
                      <a:lnTo>
                        <a:pt x="526" y="628"/>
                      </a:lnTo>
                      <a:lnTo>
                        <a:pt x="524" y="628"/>
                      </a:lnTo>
                      <a:lnTo>
                        <a:pt x="522" y="630"/>
                      </a:lnTo>
                      <a:lnTo>
                        <a:pt x="522" y="630"/>
                      </a:lnTo>
                      <a:lnTo>
                        <a:pt x="520" y="630"/>
                      </a:lnTo>
                      <a:lnTo>
                        <a:pt x="518" y="628"/>
                      </a:lnTo>
                      <a:lnTo>
                        <a:pt x="518" y="626"/>
                      </a:lnTo>
                      <a:lnTo>
                        <a:pt x="514" y="626"/>
                      </a:lnTo>
                      <a:lnTo>
                        <a:pt x="514" y="626"/>
                      </a:lnTo>
                      <a:lnTo>
                        <a:pt x="508" y="630"/>
                      </a:lnTo>
                      <a:lnTo>
                        <a:pt x="504" y="634"/>
                      </a:lnTo>
                      <a:lnTo>
                        <a:pt x="504" y="634"/>
                      </a:lnTo>
                      <a:lnTo>
                        <a:pt x="502" y="634"/>
                      </a:lnTo>
                      <a:lnTo>
                        <a:pt x="498" y="634"/>
                      </a:lnTo>
                      <a:lnTo>
                        <a:pt x="492" y="630"/>
                      </a:lnTo>
                      <a:lnTo>
                        <a:pt x="492" y="630"/>
                      </a:lnTo>
                      <a:lnTo>
                        <a:pt x="488" y="630"/>
                      </a:lnTo>
                      <a:lnTo>
                        <a:pt x="486" y="630"/>
                      </a:lnTo>
                      <a:lnTo>
                        <a:pt x="484" y="632"/>
                      </a:lnTo>
                      <a:lnTo>
                        <a:pt x="484" y="632"/>
                      </a:lnTo>
                      <a:lnTo>
                        <a:pt x="484" y="634"/>
                      </a:lnTo>
                      <a:lnTo>
                        <a:pt x="484" y="636"/>
                      </a:lnTo>
                      <a:lnTo>
                        <a:pt x="484" y="640"/>
                      </a:lnTo>
                      <a:lnTo>
                        <a:pt x="476" y="638"/>
                      </a:lnTo>
                      <a:lnTo>
                        <a:pt x="476" y="638"/>
                      </a:lnTo>
                      <a:lnTo>
                        <a:pt x="478" y="636"/>
                      </a:lnTo>
                      <a:lnTo>
                        <a:pt x="480" y="634"/>
                      </a:lnTo>
                      <a:lnTo>
                        <a:pt x="478" y="630"/>
                      </a:lnTo>
                      <a:lnTo>
                        <a:pt x="478" y="630"/>
                      </a:lnTo>
                      <a:lnTo>
                        <a:pt x="478" y="628"/>
                      </a:lnTo>
                      <a:lnTo>
                        <a:pt x="476" y="628"/>
                      </a:lnTo>
                      <a:lnTo>
                        <a:pt x="470" y="628"/>
                      </a:lnTo>
                      <a:lnTo>
                        <a:pt x="470" y="628"/>
                      </a:lnTo>
                      <a:lnTo>
                        <a:pt x="468" y="628"/>
                      </a:lnTo>
                      <a:lnTo>
                        <a:pt x="466" y="624"/>
                      </a:lnTo>
                      <a:lnTo>
                        <a:pt x="466" y="624"/>
                      </a:lnTo>
                      <a:lnTo>
                        <a:pt x="462" y="620"/>
                      </a:lnTo>
                      <a:lnTo>
                        <a:pt x="458" y="618"/>
                      </a:lnTo>
                      <a:lnTo>
                        <a:pt x="458" y="618"/>
                      </a:lnTo>
                      <a:lnTo>
                        <a:pt x="454" y="616"/>
                      </a:lnTo>
                      <a:lnTo>
                        <a:pt x="450" y="616"/>
                      </a:lnTo>
                      <a:lnTo>
                        <a:pt x="450" y="616"/>
                      </a:lnTo>
                      <a:lnTo>
                        <a:pt x="450" y="614"/>
                      </a:lnTo>
                      <a:lnTo>
                        <a:pt x="450" y="610"/>
                      </a:lnTo>
                      <a:lnTo>
                        <a:pt x="450" y="610"/>
                      </a:lnTo>
                      <a:lnTo>
                        <a:pt x="446" y="608"/>
                      </a:lnTo>
                      <a:lnTo>
                        <a:pt x="442" y="606"/>
                      </a:lnTo>
                      <a:lnTo>
                        <a:pt x="442" y="606"/>
                      </a:lnTo>
                      <a:lnTo>
                        <a:pt x="442" y="606"/>
                      </a:lnTo>
                      <a:lnTo>
                        <a:pt x="442" y="608"/>
                      </a:lnTo>
                      <a:lnTo>
                        <a:pt x="442" y="610"/>
                      </a:lnTo>
                      <a:lnTo>
                        <a:pt x="436" y="610"/>
                      </a:lnTo>
                      <a:lnTo>
                        <a:pt x="436" y="606"/>
                      </a:lnTo>
                      <a:lnTo>
                        <a:pt x="424" y="608"/>
                      </a:lnTo>
                      <a:lnTo>
                        <a:pt x="424" y="608"/>
                      </a:lnTo>
                      <a:lnTo>
                        <a:pt x="426" y="610"/>
                      </a:lnTo>
                      <a:lnTo>
                        <a:pt x="426" y="610"/>
                      </a:lnTo>
                      <a:lnTo>
                        <a:pt x="426" y="612"/>
                      </a:lnTo>
                      <a:lnTo>
                        <a:pt x="426" y="612"/>
                      </a:lnTo>
                      <a:lnTo>
                        <a:pt x="416" y="624"/>
                      </a:lnTo>
                      <a:lnTo>
                        <a:pt x="416" y="624"/>
                      </a:lnTo>
                      <a:lnTo>
                        <a:pt x="412" y="624"/>
                      </a:lnTo>
                      <a:lnTo>
                        <a:pt x="406" y="624"/>
                      </a:lnTo>
                      <a:lnTo>
                        <a:pt x="406" y="624"/>
                      </a:lnTo>
                      <a:lnTo>
                        <a:pt x="404" y="624"/>
                      </a:lnTo>
                      <a:lnTo>
                        <a:pt x="402" y="624"/>
                      </a:lnTo>
                      <a:lnTo>
                        <a:pt x="402" y="626"/>
                      </a:lnTo>
                      <a:lnTo>
                        <a:pt x="400" y="628"/>
                      </a:lnTo>
                      <a:lnTo>
                        <a:pt x="400" y="628"/>
                      </a:lnTo>
                      <a:lnTo>
                        <a:pt x="398" y="628"/>
                      </a:lnTo>
                      <a:lnTo>
                        <a:pt x="396" y="632"/>
                      </a:lnTo>
                      <a:lnTo>
                        <a:pt x="396" y="638"/>
                      </a:lnTo>
                      <a:lnTo>
                        <a:pt x="396" y="638"/>
                      </a:lnTo>
                      <a:lnTo>
                        <a:pt x="396" y="640"/>
                      </a:lnTo>
                      <a:lnTo>
                        <a:pt x="398" y="642"/>
                      </a:lnTo>
                      <a:lnTo>
                        <a:pt x="402" y="646"/>
                      </a:lnTo>
                      <a:lnTo>
                        <a:pt x="392" y="650"/>
                      </a:lnTo>
                      <a:lnTo>
                        <a:pt x="392" y="650"/>
                      </a:lnTo>
                      <a:lnTo>
                        <a:pt x="388" y="640"/>
                      </a:lnTo>
                      <a:lnTo>
                        <a:pt x="388" y="640"/>
                      </a:lnTo>
                      <a:lnTo>
                        <a:pt x="388" y="640"/>
                      </a:lnTo>
                      <a:lnTo>
                        <a:pt x="384" y="640"/>
                      </a:lnTo>
                      <a:lnTo>
                        <a:pt x="382" y="646"/>
                      </a:lnTo>
                      <a:lnTo>
                        <a:pt x="382" y="646"/>
                      </a:lnTo>
                      <a:lnTo>
                        <a:pt x="380" y="646"/>
                      </a:lnTo>
                      <a:lnTo>
                        <a:pt x="378" y="648"/>
                      </a:lnTo>
                      <a:lnTo>
                        <a:pt x="376" y="648"/>
                      </a:lnTo>
                      <a:lnTo>
                        <a:pt x="376" y="648"/>
                      </a:lnTo>
                      <a:lnTo>
                        <a:pt x="376" y="648"/>
                      </a:lnTo>
                      <a:lnTo>
                        <a:pt x="376" y="654"/>
                      </a:lnTo>
                      <a:lnTo>
                        <a:pt x="374" y="658"/>
                      </a:lnTo>
                      <a:lnTo>
                        <a:pt x="372" y="662"/>
                      </a:lnTo>
                      <a:lnTo>
                        <a:pt x="372" y="662"/>
                      </a:lnTo>
                      <a:lnTo>
                        <a:pt x="374" y="662"/>
                      </a:lnTo>
                      <a:lnTo>
                        <a:pt x="376" y="664"/>
                      </a:lnTo>
                      <a:lnTo>
                        <a:pt x="376" y="664"/>
                      </a:lnTo>
                      <a:lnTo>
                        <a:pt x="376" y="666"/>
                      </a:lnTo>
                      <a:lnTo>
                        <a:pt x="374" y="668"/>
                      </a:lnTo>
                      <a:lnTo>
                        <a:pt x="374" y="670"/>
                      </a:lnTo>
                      <a:lnTo>
                        <a:pt x="374" y="670"/>
                      </a:lnTo>
                      <a:lnTo>
                        <a:pt x="368" y="678"/>
                      </a:lnTo>
                      <a:lnTo>
                        <a:pt x="368" y="678"/>
                      </a:lnTo>
                      <a:lnTo>
                        <a:pt x="366" y="680"/>
                      </a:lnTo>
                      <a:lnTo>
                        <a:pt x="368" y="682"/>
                      </a:lnTo>
                      <a:lnTo>
                        <a:pt x="372" y="686"/>
                      </a:lnTo>
                      <a:lnTo>
                        <a:pt x="372" y="686"/>
                      </a:lnTo>
                      <a:lnTo>
                        <a:pt x="374" y="688"/>
                      </a:lnTo>
                      <a:lnTo>
                        <a:pt x="374" y="690"/>
                      </a:lnTo>
                      <a:lnTo>
                        <a:pt x="374" y="696"/>
                      </a:lnTo>
                      <a:lnTo>
                        <a:pt x="374" y="696"/>
                      </a:lnTo>
                      <a:lnTo>
                        <a:pt x="376" y="698"/>
                      </a:lnTo>
                      <a:lnTo>
                        <a:pt x="378" y="698"/>
                      </a:lnTo>
                      <a:lnTo>
                        <a:pt x="382" y="696"/>
                      </a:lnTo>
                      <a:lnTo>
                        <a:pt x="386" y="708"/>
                      </a:lnTo>
                      <a:lnTo>
                        <a:pt x="386" y="708"/>
                      </a:lnTo>
                      <a:lnTo>
                        <a:pt x="388" y="710"/>
                      </a:lnTo>
                      <a:lnTo>
                        <a:pt x="386" y="714"/>
                      </a:lnTo>
                      <a:lnTo>
                        <a:pt x="386" y="714"/>
                      </a:lnTo>
                      <a:lnTo>
                        <a:pt x="386" y="716"/>
                      </a:lnTo>
                      <a:lnTo>
                        <a:pt x="388" y="720"/>
                      </a:lnTo>
                      <a:lnTo>
                        <a:pt x="388" y="722"/>
                      </a:lnTo>
                      <a:lnTo>
                        <a:pt x="388" y="722"/>
                      </a:lnTo>
                      <a:lnTo>
                        <a:pt x="388" y="726"/>
                      </a:lnTo>
                      <a:lnTo>
                        <a:pt x="388" y="726"/>
                      </a:lnTo>
                      <a:lnTo>
                        <a:pt x="384" y="726"/>
                      </a:lnTo>
                      <a:lnTo>
                        <a:pt x="384" y="726"/>
                      </a:lnTo>
                      <a:lnTo>
                        <a:pt x="384" y="724"/>
                      </a:lnTo>
                      <a:lnTo>
                        <a:pt x="382" y="722"/>
                      </a:lnTo>
                      <a:lnTo>
                        <a:pt x="382" y="722"/>
                      </a:lnTo>
                      <a:lnTo>
                        <a:pt x="382" y="724"/>
                      </a:lnTo>
                      <a:lnTo>
                        <a:pt x="382" y="724"/>
                      </a:lnTo>
                      <a:lnTo>
                        <a:pt x="382" y="724"/>
                      </a:lnTo>
                      <a:lnTo>
                        <a:pt x="382" y="726"/>
                      </a:lnTo>
                      <a:lnTo>
                        <a:pt x="382" y="726"/>
                      </a:lnTo>
                      <a:lnTo>
                        <a:pt x="386" y="726"/>
                      </a:lnTo>
                      <a:lnTo>
                        <a:pt x="386" y="726"/>
                      </a:lnTo>
                      <a:lnTo>
                        <a:pt x="386" y="730"/>
                      </a:lnTo>
                      <a:lnTo>
                        <a:pt x="386" y="730"/>
                      </a:lnTo>
                      <a:lnTo>
                        <a:pt x="382" y="734"/>
                      </a:lnTo>
                      <a:lnTo>
                        <a:pt x="382" y="734"/>
                      </a:lnTo>
                      <a:lnTo>
                        <a:pt x="380" y="732"/>
                      </a:lnTo>
                      <a:lnTo>
                        <a:pt x="382" y="730"/>
                      </a:lnTo>
                      <a:lnTo>
                        <a:pt x="382" y="730"/>
                      </a:lnTo>
                      <a:lnTo>
                        <a:pt x="378" y="730"/>
                      </a:lnTo>
                      <a:lnTo>
                        <a:pt x="378" y="730"/>
                      </a:lnTo>
                      <a:lnTo>
                        <a:pt x="378" y="726"/>
                      </a:lnTo>
                      <a:lnTo>
                        <a:pt x="376" y="726"/>
                      </a:lnTo>
                      <a:lnTo>
                        <a:pt x="376" y="726"/>
                      </a:lnTo>
                      <a:lnTo>
                        <a:pt x="376" y="728"/>
                      </a:lnTo>
                      <a:lnTo>
                        <a:pt x="376" y="728"/>
                      </a:lnTo>
                      <a:lnTo>
                        <a:pt x="372" y="730"/>
                      </a:lnTo>
                      <a:lnTo>
                        <a:pt x="372" y="730"/>
                      </a:lnTo>
                      <a:lnTo>
                        <a:pt x="370" y="730"/>
                      </a:lnTo>
                      <a:lnTo>
                        <a:pt x="370" y="730"/>
                      </a:lnTo>
                      <a:lnTo>
                        <a:pt x="368" y="730"/>
                      </a:lnTo>
                      <a:lnTo>
                        <a:pt x="368" y="732"/>
                      </a:lnTo>
                      <a:lnTo>
                        <a:pt x="370" y="732"/>
                      </a:lnTo>
                      <a:lnTo>
                        <a:pt x="368" y="732"/>
                      </a:lnTo>
                      <a:lnTo>
                        <a:pt x="368" y="734"/>
                      </a:lnTo>
                      <a:lnTo>
                        <a:pt x="368" y="734"/>
                      </a:lnTo>
                      <a:lnTo>
                        <a:pt x="370" y="736"/>
                      </a:lnTo>
                      <a:lnTo>
                        <a:pt x="370" y="736"/>
                      </a:lnTo>
                      <a:lnTo>
                        <a:pt x="366" y="740"/>
                      </a:lnTo>
                      <a:lnTo>
                        <a:pt x="366" y="740"/>
                      </a:lnTo>
                      <a:lnTo>
                        <a:pt x="362" y="750"/>
                      </a:lnTo>
                      <a:lnTo>
                        <a:pt x="362" y="750"/>
                      </a:lnTo>
                      <a:lnTo>
                        <a:pt x="362" y="756"/>
                      </a:lnTo>
                      <a:lnTo>
                        <a:pt x="362" y="756"/>
                      </a:lnTo>
                      <a:lnTo>
                        <a:pt x="360" y="758"/>
                      </a:lnTo>
                      <a:lnTo>
                        <a:pt x="360" y="758"/>
                      </a:lnTo>
                      <a:lnTo>
                        <a:pt x="360" y="762"/>
                      </a:lnTo>
                      <a:lnTo>
                        <a:pt x="360" y="764"/>
                      </a:lnTo>
                      <a:lnTo>
                        <a:pt x="358" y="766"/>
                      </a:lnTo>
                      <a:lnTo>
                        <a:pt x="358" y="766"/>
                      </a:lnTo>
                      <a:lnTo>
                        <a:pt x="370" y="766"/>
                      </a:lnTo>
                      <a:lnTo>
                        <a:pt x="370" y="766"/>
                      </a:lnTo>
                      <a:lnTo>
                        <a:pt x="370" y="776"/>
                      </a:lnTo>
                      <a:lnTo>
                        <a:pt x="372" y="778"/>
                      </a:lnTo>
                      <a:lnTo>
                        <a:pt x="372" y="778"/>
                      </a:lnTo>
                      <a:lnTo>
                        <a:pt x="372" y="792"/>
                      </a:lnTo>
                      <a:lnTo>
                        <a:pt x="372" y="792"/>
                      </a:lnTo>
                      <a:lnTo>
                        <a:pt x="376" y="796"/>
                      </a:lnTo>
                      <a:lnTo>
                        <a:pt x="380" y="800"/>
                      </a:lnTo>
                      <a:lnTo>
                        <a:pt x="380" y="800"/>
                      </a:lnTo>
                      <a:lnTo>
                        <a:pt x="380" y="804"/>
                      </a:lnTo>
                      <a:lnTo>
                        <a:pt x="382" y="808"/>
                      </a:lnTo>
                      <a:lnTo>
                        <a:pt x="382" y="808"/>
                      </a:lnTo>
                      <a:lnTo>
                        <a:pt x="390" y="814"/>
                      </a:lnTo>
                      <a:lnTo>
                        <a:pt x="390" y="814"/>
                      </a:lnTo>
                      <a:lnTo>
                        <a:pt x="392" y="818"/>
                      </a:lnTo>
                      <a:lnTo>
                        <a:pt x="392" y="818"/>
                      </a:lnTo>
                      <a:lnTo>
                        <a:pt x="390" y="824"/>
                      </a:lnTo>
                      <a:lnTo>
                        <a:pt x="384" y="828"/>
                      </a:lnTo>
                      <a:lnTo>
                        <a:pt x="384" y="828"/>
                      </a:lnTo>
                      <a:lnTo>
                        <a:pt x="382" y="826"/>
                      </a:lnTo>
                      <a:lnTo>
                        <a:pt x="380" y="822"/>
                      </a:lnTo>
                      <a:lnTo>
                        <a:pt x="380" y="822"/>
                      </a:lnTo>
                      <a:lnTo>
                        <a:pt x="378" y="818"/>
                      </a:lnTo>
                      <a:lnTo>
                        <a:pt x="374" y="816"/>
                      </a:lnTo>
                      <a:lnTo>
                        <a:pt x="374" y="816"/>
                      </a:lnTo>
                      <a:lnTo>
                        <a:pt x="368" y="810"/>
                      </a:lnTo>
                      <a:lnTo>
                        <a:pt x="368" y="810"/>
                      </a:lnTo>
                      <a:lnTo>
                        <a:pt x="364" y="806"/>
                      </a:lnTo>
                      <a:lnTo>
                        <a:pt x="364" y="806"/>
                      </a:lnTo>
                      <a:lnTo>
                        <a:pt x="362" y="804"/>
                      </a:lnTo>
                      <a:lnTo>
                        <a:pt x="360" y="804"/>
                      </a:lnTo>
                      <a:lnTo>
                        <a:pt x="356" y="804"/>
                      </a:lnTo>
                      <a:lnTo>
                        <a:pt x="356" y="804"/>
                      </a:lnTo>
                      <a:lnTo>
                        <a:pt x="356" y="804"/>
                      </a:lnTo>
                      <a:lnTo>
                        <a:pt x="356" y="802"/>
                      </a:lnTo>
                      <a:lnTo>
                        <a:pt x="356" y="800"/>
                      </a:lnTo>
                      <a:lnTo>
                        <a:pt x="356" y="798"/>
                      </a:lnTo>
                      <a:lnTo>
                        <a:pt x="356" y="798"/>
                      </a:lnTo>
                      <a:lnTo>
                        <a:pt x="352" y="796"/>
                      </a:lnTo>
                      <a:lnTo>
                        <a:pt x="350" y="794"/>
                      </a:lnTo>
                      <a:lnTo>
                        <a:pt x="350" y="794"/>
                      </a:lnTo>
                      <a:lnTo>
                        <a:pt x="348" y="792"/>
                      </a:lnTo>
                      <a:lnTo>
                        <a:pt x="346" y="788"/>
                      </a:lnTo>
                      <a:lnTo>
                        <a:pt x="346" y="788"/>
                      </a:lnTo>
                      <a:lnTo>
                        <a:pt x="342" y="786"/>
                      </a:lnTo>
                      <a:lnTo>
                        <a:pt x="338" y="788"/>
                      </a:lnTo>
                      <a:lnTo>
                        <a:pt x="338" y="788"/>
                      </a:lnTo>
                      <a:lnTo>
                        <a:pt x="334" y="790"/>
                      </a:lnTo>
                      <a:lnTo>
                        <a:pt x="334" y="790"/>
                      </a:lnTo>
                      <a:lnTo>
                        <a:pt x="332" y="790"/>
                      </a:lnTo>
                      <a:lnTo>
                        <a:pt x="332" y="790"/>
                      </a:lnTo>
                      <a:lnTo>
                        <a:pt x="330" y="788"/>
                      </a:lnTo>
                      <a:lnTo>
                        <a:pt x="328" y="788"/>
                      </a:lnTo>
                      <a:lnTo>
                        <a:pt x="322" y="790"/>
                      </a:lnTo>
                      <a:lnTo>
                        <a:pt x="322" y="790"/>
                      </a:lnTo>
                      <a:lnTo>
                        <a:pt x="318" y="790"/>
                      </a:lnTo>
                      <a:lnTo>
                        <a:pt x="316" y="788"/>
                      </a:lnTo>
                      <a:lnTo>
                        <a:pt x="312" y="782"/>
                      </a:lnTo>
                      <a:lnTo>
                        <a:pt x="312" y="782"/>
                      </a:lnTo>
                      <a:lnTo>
                        <a:pt x="308" y="780"/>
                      </a:lnTo>
                      <a:lnTo>
                        <a:pt x="304" y="778"/>
                      </a:lnTo>
                      <a:lnTo>
                        <a:pt x="304" y="778"/>
                      </a:lnTo>
                      <a:lnTo>
                        <a:pt x="300" y="778"/>
                      </a:lnTo>
                      <a:lnTo>
                        <a:pt x="294" y="778"/>
                      </a:lnTo>
                      <a:lnTo>
                        <a:pt x="294" y="778"/>
                      </a:lnTo>
                      <a:lnTo>
                        <a:pt x="288" y="778"/>
                      </a:lnTo>
                      <a:lnTo>
                        <a:pt x="286" y="774"/>
                      </a:lnTo>
                      <a:lnTo>
                        <a:pt x="286" y="774"/>
                      </a:lnTo>
                      <a:lnTo>
                        <a:pt x="284" y="774"/>
                      </a:lnTo>
                      <a:lnTo>
                        <a:pt x="280" y="774"/>
                      </a:lnTo>
                      <a:lnTo>
                        <a:pt x="276" y="776"/>
                      </a:lnTo>
                      <a:lnTo>
                        <a:pt x="276" y="776"/>
                      </a:lnTo>
                      <a:lnTo>
                        <a:pt x="272" y="780"/>
                      </a:lnTo>
                      <a:lnTo>
                        <a:pt x="272" y="784"/>
                      </a:lnTo>
                      <a:lnTo>
                        <a:pt x="272" y="784"/>
                      </a:lnTo>
                      <a:lnTo>
                        <a:pt x="270" y="782"/>
                      </a:lnTo>
                      <a:lnTo>
                        <a:pt x="270" y="782"/>
                      </a:lnTo>
                      <a:lnTo>
                        <a:pt x="266" y="778"/>
                      </a:lnTo>
                      <a:lnTo>
                        <a:pt x="262" y="774"/>
                      </a:lnTo>
                      <a:lnTo>
                        <a:pt x="262" y="774"/>
                      </a:lnTo>
                      <a:lnTo>
                        <a:pt x="260" y="772"/>
                      </a:lnTo>
                      <a:lnTo>
                        <a:pt x="256" y="772"/>
                      </a:lnTo>
                      <a:lnTo>
                        <a:pt x="256" y="772"/>
                      </a:lnTo>
                      <a:lnTo>
                        <a:pt x="254" y="766"/>
                      </a:lnTo>
                      <a:lnTo>
                        <a:pt x="254" y="766"/>
                      </a:lnTo>
                      <a:lnTo>
                        <a:pt x="250" y="764"/>
                      </a:lnTo>
                      <a:lnTo>
                        <a:pt x="250" y="764"/>
                      </a:lnTo>
                      <a:lnTo>
                        <a:pt x="248" y="760"/>
                      </a:lnTo>
                      <a:lnTo>
                        <a:pt x="248" y="760"/>
                      </a:lnTo>
                      <a:lnTo>
                        <a:pt x="246" y="760"/>
                      </a:lnTo>
                      <a:lnTo>
                        <a:pt x="244" y="760"/>
                      </a:lnTo>
                      <a:lnTo>
                        <a:pt x="244" y="760"/>
                      </a:lnTo>
                      <a:lnTo>
                        <a:pt x="240" y="754"/>
                      </a:lnTo>
                      <a:lnTo>
                        <a:pt x="240" y="754"/>
                      </a:lnTo>
                      <a:lnTo>
                        <a:pt x="240" y="750"/>
                      </a:lnTo>
                      <a:lnTo>
                        <a:pt x="240" y="750"/>
                      </a:lnTo>
                      <a:lnTo>
                        <a:pt x="230" y="754"/>
                      </a:lnTo>
                      <a:lnTo>
                        <a:pt x="230" y="754"/>
                      </a:lnTo>
                      <a:lnTo>
                        <a:pt x="230" y="750"/>
                      </a:lnTo>
                      <a:lnTo>
                        <a:pt x="230" y="750"/>
                      </a:lnTo>
                      <a:lnTo>
                        <a:pt x="236" y="748"/>
                      </a:lnTo>
                      <a:lnTo>
                        <a:pt x="236" y="748"/>
                      </a:lnTo>
                      <a:lnTo>
                        <a:pt x="236" y="744"/>
                      </a:lnTo>
                      <a:lnTo>
                        <a:pt x="236" y="744"/>
                      </a:lnTo>
                      <a:lnTo>
                        <a:pt x="244" y="744"/>
                      </a:lnTo>
                      <a:lnTo>
                        <a:pt x="244" y="744"/>
                      </a:lnTo>
                      <a:lnTo>
                        <a:pt x="244" y="740"/>
                      </a:lnTo>
                      <a:lnTo>
                        <a:pt x="244" y="740"/>
                      </a:lnTo>
                      <a:lnTo>
                        <a:pt x="248" y="738"/>
                      </a:lnTo>
                      <a:lnTo>
                        <a:pt x="248" y="738"/>
                      </a:lnTo>
                      <a:lnTo>
                        <a:pt x="250" y="734"/>
                      </a:lnTo>
                      <a:lnTo>
                        <a:pt x="250" y="732"/>
                      </a:lnTo>
                      <a:lnTo>
                        <a:pt x="250" y="732"/>
                      </a:lnTo>
                      <a:lnTo>
                        <a:pt x="244" y="730"/>
                      </a:lnTo>
                      <a:lnTo>
                        <a:pt x="244" y="730"/>
                      </a:lnTo>
                      <a:lnTo>
                        <a:pt x="242" y="726"/>
                      </a:lnTo>
                      <a:lnTo>
                        <a:pt x="242" y="726"/>
                      </a:lnTo>
                      <a:lnTo>
                        <a:pt x="252" y="726"/>
                      </a:lnTo>
                      <a:lnTo>
                        <a:pt x="252" y="726"/>
                      </a:lnTo>
                      <a:lnTo>
                        <a:pt x="252" y="720"/>
                      </a:lnTo>
                      <a:lnTo>
                        <a:pt x="252" y="720"/>
                      </a:lnTo>
                      <a:lnTo>
                        <a:pt x="254" y="720"/>
                      </a:lnTo>
                      <a:lnTo>
                        <a:pt x="256" y="720"/>
                      </a:lnTo>
                      <a:lnTo>
                        <a:pt x="256" y="720"/>
                      </a:lnTo>
                      <a:lnTo>
                        <a:pt x="258" y="718"/>
                      </a:lnTo>
                      <a:lnTo>
                        <a:pt x="260" y="716"/>
                      </a:lnTo>
                      <a:lnTo>
                        <a:pt x="260" y="716"/>
                      </a:lnTo>
                      <a:lnTo>
                        <a:pt x="268" y="712"/>
                      </a:lnTo>
                      <a:lnTo>
                        <a:pt x="268" y="710"/>
                      </a:lnTo>
                      <a:lnTo>
                        <a:pt x="268" y="710"/>
                      </a:lnTo>
                      <a:lnTo>
                        <a:pt x="266" y="710"/>
                      </a:lnTo>
                      <a:lnTo>
                        <a:pt x="266" y="710"/>
                      </a:lnTo>
                      <a:lnTo>
                        <a:pt x="264" y="712"/>
                      </a:lnTo>
                      <a:lnTo>
                        <a:pt x="264" y="712"/>
                      </a:lnTo>
                      <a:lnTo>
                        <a:pt x="260" y="712"/>
                      </a:lnTo>
                      <a:lnTo>
                        <a:pt x="262" y="708"/>
                      </a:lnTo>
                      <a:lnTo>
                        <a:pt x="264" y="704"/>
                      </a:lnTo>
                      <a:lnTo>
                        <a:pt x="264" y="704"/>
                      </a:lnTo>
                      <a:lnTo>
                        <a:pt x="270" y="702"/>
                      </a:lnTo>
                      <a:lnTo>
                        <a:pt x="274" y="702"/>
                      </a:lnTo>
                      <a:lnTo>
                        <a:pt x="276" y="700"/>
                      </a:lnTo>
                      <a:lnTo>
                        <a:pt x="276" y="700"/>
                      </a:lnTo>
                      <a:lnTo>
                        <a:pt x="278" y="690"/>
                      </a:lnTo>
                      <a:lnTo>
                        <a:pt x="278" y="690"/>
                      </a:lnTo>
                      <a:lnTo>
                        <a:pt x="278" y="686"/>
                      </a:lnTo>
                      <a:lnTo>
                        <a:pt x="276" y="684"/>
                      </a:lnTo>
                      <a:lnTo>
                        <a:pt x="276" y="684"/>
                      </a:lnTo>
                      <a:lnTo>
                        <a:pt x="276" y="680"/>
                      </a:lnTo>
                      <a:lnTo>
                        <a:pt x="276" y="678"/>
                      </a:lnTo>
                      <a:lnTo>
                        <a:pt x="276" y="676"/>
                      </a:lnTo>
                      <a:lnTo>
                        <a:pt x="274" y="674"/>
                      </a:lnTo>
                      <a:lnTo>
                        <a:pt x="274" y="674"/>
                      </a:lnTo>
                      <a:lnTo>
                        <a:pt x="272" y="672"/>
                      </a:lnTo>
                      <a:lnTo>
                        <a:pt x="274" y="672"/>
                      </a:lnTo>
                      <a:lnTo>
                        <a:pt x="276" y="668"/>
                      </a:lnTo>
                      <a:lnTo>
                        <a:pt x="276" y="668"/>
                      </a:lnTo>
                      <a:lnTo>
                        <a:pt x="276" y="666"/>
                      </a:lnTo>
                      <a:lnTo>
                        <a:pt x="274" y="666"/>
                      </a:lnTo>
                      <a:lnTo>
                        <a:pt x="270" y="664"/>
                      </a:lnTo>
                      <a:lnTo>
                        <a:pt x="270" y="664"/>
                      </a:lnTo>
                      <a:lnTo>
                        <a:pt x="270" y="662"/>
                      </a:lnTo>
                      <a:lnTo>
                        <a:pt x="270" y="662"/>
                      </a:lnTo>
                      <a:lnTo>
                        <a:pt x="272" y="660"/>
                      </a:lnTo>
                      <a:lnTo>
                        <a:pt x="270" y="656"/>
                      </a:lnTo>
                      <a:lnTo>
                        <a:pt x="270" y="656"/>
                      </a:lnTo>
                      <a:lnTo>
                        <a:pt x="252" y="650"/>
                      </a:lnTo>
                      <a:lnTo>
                        <a:pt x="252" y="650"/>
                      </a:lnTo>
                      <a:lnTo>
                        <a:pt x="248" y="648"/>
                      </a:lnTo>
                      <a:lnTo>
                        <a:pt x="244" y="646"/>
                      </a:lnTo>
                      <a:lnTo>
                        <a:pt x="244" y="646"/>
                      </a:lnTo>
                      <a:lnTo>
                        <a:pt x="242" y="644"/>
                      </a:lnTo>
                      <a:lnTo>
                        <a:pt x="242" y="642"/>
                      </a:lnTo>
                      <a:lnTo>
                        <a:pt x="242" y="642"/>
                      </a:lnTo>
                      <a:lnTo>
                        <a:pt x="238" y="640"/>
                      </a:lnTo>
                      <a:lnTo>
                        <a:pt x="234" y="640"/>
                      </a:lnTo>
                      <a:lnTo>
                        <a:pt x="234" y="640"/>
                      </a:lnTo>
                      <a:lnTo>
                        <a:pt x="230" y="642"/>
                      </a:lnTo>
                      <a:lnTo>
                        <a:pt x="230" y="642"/>
                      </a:lnTo>
                      <a:lnTo>
                        <a:pt x="222" y="646"/>
                      </a:lnTo>
                      <a:lnTo>
                        <a:pt x="222" y="646"/>
                      </a:lnTo>
                      <a:lnTo>
                        <a:pt x="220" y="642"/>
                      </a:lnTo>
                      <a:lnTo>
                        <a:pt x="220" y="638"/>
                      </a:lnTo>
                      <a:lnTo>
                        <a:pt x="218" y="636"/>
                      </a:lnTo>
                      <a:lnTo>
                        <a:pt x="218" y="636"/>
                      </a:lnTo>
                      <a:lnTo>
                        <a:pt x="212" y="634"/>
                      </a:lnTo>
                      <a:lnTo>
                        <a:pt x="212" y="634"/>
                      </a:lnTo>
                      <a:lnTo>
                        <a:pt x="210" y="630"/>
                      </a:lnTo>
                      <a:lnTo>
                        <a:pt x="210" y="628"/>
                      </a:lnTo>
                      <a:lnTo>
                        <a:pt x="208" y="628"/>
                      </a:lnTo>
                      <a:lnTo>
                        <a:pt x="208" y="628"/>
                      </a:lnTo>
                      <a:lnTo>
                        <a:pt x="204" y="630"/>
                      </a:lnTo>
                      <a:lnTo>
                        <a:pt x="198" y="626"/>
                      </a:lnTo>
                      <a:lnTo>
                        <a:pt x="198" y="626"/>
                      </a:lnTo>
                      <a:lnTo>
                        <a:pt x="194" y="626"/>
                      </a:lnTo>
                      <a:lnTo>
                        <a:pt x="190" y="626"/>
                      </a:lnTo>
                      <a:lnTo>
                        <a:pt x="190" y="626"/>
                      </a:lnTo>
                      <a:lnTo>
                        <a:pt x="188" y="626"/>
                      </a:lnTo>
                      <a:lnTo>
                        <a:pt x="186" y="624"/>
                      </a:lnTo>
                      <a:lnTo>
                        <a:pt x="186" y="622"/>
                      </a:lnTo>
                      <a:lnTo>
                        <a:pt x="186" y="620"/>
                      </a:lnTo>
                      <a:lnTo>
                        <a:pt x="186" y="620"/>
                      </a:lnTo>
                      <a:lnTo>
                        <a:pt x="184" y="620"/>
                      </a:lnTo>
                      <a:lnTo>
                        <a:pt x="184" y="618"/>
                      </a:lnTo>
                      <a:lnTo>
                        <a:pt x="182" y="614"/>
                      </a:lnTo>
                      <a:lnTo>
                        <a:pt x="182" y="614"/>
                      </a:lnTo>
                      <a:lnTo>
                        <a:pt x="182" y="612"/>
                      </a:lnTo>
                      <a:lnTo>
                        <a:pt x="180" y="608"/>
                      </a:lnTo>
                      <a:lnTo>
                        <a:pt x="180" y="608"/>
                      </a:lnTo>
                      <a:lnTo>
                        <a:pt x="180" y="606"/>
                      </a:lnTo>
                      <a:lnTo>
                        <a:pt x="178" y="606"/>
                      </a:lnTo>
                      <a:lnTo>
                        <a:pt x="174" y="606"/>
                      </a:lnTo>
                      <a:lnTo>
                        <a:pt x="174" y="606"/>
                      </a:lnTo>
                      <a:lnTo>
                        <a:pt x="170" y="604"/>
                      </a:lnTo>
                      <a:lnTo>
                        <a:pt x="170" y="604"/>
                      </a:lnTo>
                      <a:lnTo>
                        <a:pt x="168" y="606"/>
                      </a:lnTo>
                      <a:lnTo>
                        <a:pt x="168" y="606"/>
                      </a:lnTo>
                      <a:lnTo>
                        <a:pt x="166" y="608"/>
                      </a:lnTo>
                      <a:lnTo>
                        <a:pt x="162" y="608"/>
                      </a:lnTo>
                      <a:lnTo>
                        <a:pt x="160" y="604"/>
                      </a:lnTo>
                      <a:lnTo>
                        <a:pt x="160" y="588"/>
                      </a:lnTo>
                      <a:lnTo>
                        <a:pt x="160" y="588"/>
                      </a:lnTo>
                      <a:lnTo>
                        <a:pt x="158" y="586"/>
                      </a:lnTo>
                      <a:lnTo>
                        <a:pt x="156" y="584"/>
                      </a:lnTo>
                      <a:lnTo>
                        <a:pt x="154" y="584"/>
                      </a:lnTo>
                      <a:lnTo>
                        <a:pt x="154" y="580"/>
                      </a:lnTo>
                      <a:lnTo>
                        <a:pt x="154" y="580"/>
                      </a:lnTo>
                      <a:lnTo>
                        <a:pt x="156" y="578"/>
                      </a:lnTo>
                      <a:lnTo>
                        <a:pt x="158" y="578"/>
                      </a:lnTo>
                      <a:lnTo>
                        <a:pt x="162" y="580"/>
                      </a:lnTo>
                      <a:lnTo>
                        <a:pt x="164" y="580"/>
                      </a:lnTo>
                      <a:lnTo>
                        <a:pt x="164" y="580"/>
                      </a:lnTo>
                      <a:lnTo>
                        <a:pt x="166" y="578"/>
                      </a:lnTo>
                      <a:lnTo>
                        <a:pt x="166" y="576"/>
                      </a:lnTo>
                      <a:lnTo>
                        <a:pt x="164" y="570"/>
                      </a:lnTo>
                      <a:lnTo>
                        <a:pt x="164" y="570"/>
                      </a:lnTo>
                      <a:lnTo>
                        <a:pt x="160" y="566"/>
                      </a:lnTo>
                      <a:lnTo>
                        <a:pt x="156" y="562"/>
                      </a:lnTo>
                      <a:lnTo>
                        <a:pt x="156" y="562"/>
                      </a:lnTo>
                      <a:lnTo>
                        <a:pt x="154" y="560"/>
                      </a:lnTo>
                      <a:lnTo>
                        <a:pt x="154" y="558"/>
                      </a:lnTo>
                      <a:lnTo>
                        <a:pt x="154" y="550"/>
                      </a:lnTo>
                      <a:lnTo>
                        <a:pt x="154" y="550"/>
                      </a:lnTo>
                      <a:lnTo>
                        <a:pt x="152" y="544"/>
                      </a:lnTo>
                      <a:lnTo>
                        <a:pt x="150" y="540"/>
                      </a:lnTo>
                      <a:lnTo>
                        <a:pt x="150" y="540"/>
                      </a:lnTo>
                      <a:lnTo>
                        <a:pt x="150" y="536"/>
                      </a:lnTo>
                      <a:lnTo>
                        <a:pt x="148" y="536"/>
                      </a:lnTo>
                      <a:lnTo>
                        <a:pt x="146" y="534"/>
                      </a:lnTo>
                      <a:lnTo>
                        <a:pt x="146" y="532"/>
                      </a:lnTo>
                      <a:lnTo>
                        <a:pt x="146" y="532"/>
                      </a:lnTo>
                      <a:lnTo>
                        <a:pt x="144" y="530"/>
                      </a:lnTo>
                      <a:lnTo>
                        <a:pt x="142" y="530"/>
                      </a:lnTo>
                      <a:lnTo>
                        <a:pt x="138" y="528"/>
                      </a:lnTo>
                      <a:lnTo>
                        <a:pt x="138" y="528"/>
                      </a:lnTo>
                      <a:lnTo>
                        <a:pt x="132" y="526"/>
                      </a:lnTo>
                      <a:lnTo>
                        <a:pt x="132" y="526"/>
                      </a:lnTo>
                      <a:lnTo>
                        <a:pt x="130" y="526"/>
                      </a:lnTo>
                      <a:lnTo>
                        <a:pt x="126" y="528"/>
                      </a:lnTo>
                      <a:lnTo>
                        <a:pt x="126" y="528"/>
                      </a:lnTo>
                      <a:lnTo>
                        <a:pt x="124" y="528"/>
                      </a:lnTo>
                      <a:lnTo>
                        <a:pt x="124" y="526"/>
                      </a:lnTo>
                      <a:lnTo>
                        <a:pt x="122" y="524"/>
                      </a:lnTo>
                      <a:lnTo>
                        <a:pt x="122" y="524"/>
                      </a:lnTo>
                      <a:lnTo>
                        <a:pt x="120" y="518"/>
                      </a:lnTo>
                      <a:lnTo>
                        <a:pt x="120" y="518"/>
                      </a:lnTo>
                      <a:lnTo>
                        <a:pt x="116" y="512"/>
                      </a:lnTo>
                      <a:lnTo>
                        <a:pt x="116" y="512"/>
                      </a:lnTo>
                      <a:lnTo>
                        <a:pt x="114" y="510"/>
                      </a:lnTo>
                      <a:lnTo>
                        <a:pt x="112" y="510"/>
                      </a:lnTo>
                      <a:lnTo>
                        <a:pt x="112" y="510"/>
                      </a:lnTo>
                      <a:lnTo>
                        <a:pt x="110" y="508"/>
                      </a:lnTo>
                      <a:lnTo>
                        <a:pt x="110" y="508"/>
                      </a:lnTo>
                      <a:lnTo>
                        <a:pt x="110" y="498"/>
                      </a:lnTo>
                      <a:lnTo>
                        <a:pt x="110" y="498"/>
                      </a:lnTo>
                      <a:lnTo>
                        <a:pt x="106" y="500"/>
                      </a:lnTo>
                      <a:lnTo>
                        <a:pt x="104" y="500"/>
                      </a:lnTo>
                      <a:lnTo>
                        <a:pt x="102" y="498"/>
                      </a:lnTo>
                      <a:lnTo>
                        <a:pt x="102" y="498"/>
                      </a:lnTo>
                      <a:lnTo>
                        <a:pt x="102" y="494"/>
                      </a:lnTo>
                      <a:lnTo>
                        <a:pt x="100" y="494"/>
                      </a:lnTo>
                      <a:lnTo>
                        <a:pt x="100" y="494"/>
                      </a:lnTo>
                      <a:lnTo>
                        <a:pt x="102" y="490"/>
                      </a:lnTo>
                      <a:lnTo>
                        <a:pt x="102" y="486"/>
                      </a:lnTo>
                      <a:lnTo>
                        <a:pt x="104" y="486"/>
                      </a:lnTo>
                      <a:lnTo>
                        <a:pt x="104" y="486"/>
                      </a:lnTo>
                      <a:lnTo>
                        <a:pt x="108" y="482"/>
                      </a:lnTo>
                      <a:lnTo>
                        <a:pt x="110" y="480"/>
                      </a:lnTo>
                      <a:lnTo>
                        <a:pt x="110" y="480"/>
                      </a:lnTo>
                      <a:lnTo>
                        <a:pt x="112" y="480"/>
                      </a:lnTo>
                      <a:lnTo>
                        <a:pt x="112" y="480"/>
                      </a:lnTo>
                      <a:lnTo>
                        <a:pt x="114" y="470"/>
                      </a:lnTo>
                      <a:lnTo>
                        <a:pt x="112" y="462"/>
                      </a:lnTo>
                      <a:lnTo>
                        <a:pt x="116" y="460"/>
                      </a:lnTo>
                      <a:lnTo>
                        <a:pt x="116" y="460"/>
                      </a:lnTo>
                      <a:lnTo>
                        <a:pt x="116" y="458"/>
                      </a:lnTo>
                      <a:lnTo>
                        <a:pt x="118" y="456"/>
                      </a:lnTo>
                      <a:lnTo>
                        <a:pt x="118" y="456"/>
                      </a:lnTo>
                      <a:lnTo>
                        <a:pt x="116" y="452"/>
                      </a:lnTo>
                      <a:lnTo>
                        <a:pt x="114" y="450"/>
                      </a:lnTo>
                      <a:lnTo>
                        <a:pt x="114" y="450"/>
                      </a:lnTo>
                      <a:lnTo>
                        <a:pt x="118" y="440"/>
                      </a:lnTo>
                      <a:lnTo>
                        <a:pt x="118" y="440"/>
                      </a:lnTo>
                      <a:lnTo>
                        <a:pt x="120" y="442"/>
                      </a:lnTo>
                      <a:lnTo>
                        <a:pt x="120" y="442"/>
                      </a:lnTo>
                      <a:lnTo>
                        <a:pt x="120" y="442"/>
                      </a:lnTo>
                      <a:lnTo>
                        <a:pt x="122" y="440"/>
                      </a:lnTo>
                      <a:lnTo>
                        <a:pt x="122" y="440"/>
                      </a:lnTo>
                      <a:lnTo>
                        <a:pt x="126" y="442"/>
                      </a:lnTo>
                      <a:lnTo>
                        <a:pt x="130" y="442"/>
                      </a:lnTo>
                      <a:lnTo>
                        <a:pt x="130" y="442"/>
                      </a:lnTo>
                      <a:lnTo>
                        <a:pt x="132" y="440"/>
                      </a:lnTo>
                      <a:lnTo>
                        <a:pt x="136" y="436"/>
                      </a:lnTo>
                      <a:lnTo>
                        <a:pt x="136" y="436"/>
                      </a:lnTo>
                      <a:lnTo>
                        <a:pt x="140" y="438"/>
                      </a:lnTo>
                      <a:lnTo>
                        <a:pt x="142" y="438"/>
                      </a:lnTo>
                      <a:lnTo>
                        <a:pt x="142" y="438"/>
                      </a:lnTo>
                      <a:lnTo>
                        <a:pt x="146" y="438"/>
                      </a:lnTo>
                      <a:lnTo>
                        <a:pt x="148" y="436"/>
                      </a:lnTo>
                      <a:lnTo>
                        <a:pt x="148" y="436"/>
                      </a:lnTo>
                      <a:lnTo>
                        <a:pt x="144" y="436"/>
                      </a:lnTo>
                      <a:lnTo>
                        <a:pt x="144" y="436"/>
                      </a:lnTo>
                      <a:lnTo>
                        <a:pt x="142" y="432"/>
                      </a:lnTo>
                      <a:lnTo>
                        <a:pt x="138" y="428"/>
                      </a:lnTo>
                      <a:lnTo>
                        <a:pt x="138" y="428"/>
                      </a:lnTo>
                      <a:lnTo>
                        <a:pt x="128" y="430"/>
                      </a:lnTo>
                      <a:lnTo>
                        <a:pt x="128" y="430"/>
                      </a:lnTo>
                      <a:lnTo>
                        <a:pt x="116" y="420"/>
                      </a:lnTo>
                      <a:lnTo>
                        <a:pt x="116" y="420"/>
                      </a:lnTo>
                      <a:lnTo>
                        <a:pt x="118" y="418"/>
                      </a:lnTo>
                      <a:lnTo>
                        <a:pt x="118" y="418"/>
                      </a:lnTo>
                      <a:lnTo>
                        <a:pt x="118" y="418"/>
                      </a:lnTo>
                      <a:lnTo>
                        <a:pt x="118" y="416"/>
                      </a:lnTo>
                      <a:lnTo>
                        <a:pt x="118" y="416"/>
                      </a:lnTo>
                      <a:lnTo>
                        <a:pt x="110" y="420"/>
                      </a:lnTo>
                      <a:lnTo>
                        <a:pt x="110" y="420"/>
                      </a:lnTo>
                      <a:lnTo>
                        <a:pt x="110" y="420"/>
                      </a:lnTo>
                      <a:lnTo>
                        <a:pt x="108" y="420"/>
                      </a:lnTo>
                      <a:lnTo>
                        <a:pt x="108" y="420"/>
                      </a:lnTo>
                      <a:lnTo>
                        <a:pt x="116" y="414"/>
                      </a:lnTo>
                      <a:lnTo>
                        <a:pt x="116" y="414"/>
                      </a:lnTo>
                      <a:lnTo>
                        <a:pt x="140" y="398"/>
                      </a:lnTo>
                      <a:lnTo>
                        <a:pt x="156" y="388"/>
                      </a:lnTo>
                      <a:lnTo>
                        <a:pt x="162" y="382"/>
                      </a:lnTo>
                      <a:lnTo>
                        <a:pt x="162" y="382"/>
                      </a:lnTo>
                      <a:lnTo>
                        <a:pt x="162" y="378"/>
                      </a:lnTo>
                      <a:lnTo>
                        <a:pt x="160" y="372"/>
                      </a:lnTo>
                      <a:lnTo>
                        <a:pt x="160" y="372"/>
                      </a:lnTo>
                      <a:lnTo>
                        <a:pt x="160" y="370"/>
                      </a:lnTo>
                      <a:lnTo>
                        <a:pt x="158" y="370"/>
                      </a:lnTo>
                      <a:lnTo>
                        <a:pt x="152" y="368"/>
                      </a:lnTo>
                      <a:lnTo>
                        <a:pt x="152" y="368"/>
                      </a:lnTo>
                      <a:lnTo>
                        <a:pt x="150" y="366"/>
                      </a:lnTo>
                      <a:lnTo>
                        <a:pt x="150" y="364"/>
                      </a:lnTo>
                      <a:lnTo>
                        <a:pt x="150" y="358"/>
                      </a:lnTo>
                      <a:lnTo>
                        <a:pt x="150" y="358"/>
                      </a:lnTo>
                      <a:lnTo>
                        <a:pt x="150" y="354"/>
                      </a:lnTo>
                      <a:lnTo>
                        <a:pt x="154" y="350"/>
                      </a:lnTo>
                      <a:lnTo>
                        <a:pt x="154" y="350"/>
                      </a:lnTo>
                      <a:lnTo>
                        <a:pt x="154" y="348"/>
                      </a:lnTo>
                      <a:lnTo>
                        <a:pt x="154" y="346"/>
                      </a:lnTo>
                      <a:lnTo>
                        <a:pt x="152" y="340"/>
                      </a:lnTo>
                      <a:lnTo>
                        <a:pt x="152" y="340"/>
                      </a:lnTo>
                      <a:lnTo>
                        <a:pt x="150" y="336"/>
                      </a:lnTo>
                      <a:lnTo>
                        <a:pt x="148" y="334"/>
                      </a:lnTo>
                      <a:lnTo>
                        <a:pt x="148" y="334"/>
                      </a:lnTo>
                      <a:lnTo>
                        <a:pt x="144" y="330"/>
                      </a:lnTo>
                      <a:lnTo>
                        <a:pt x="144" y="326"/>
                      </a:lnTo>
                      <a:lnTo>
                        <a:pt x="144" y="326"/>
                      </a:lnTo>
                      <a:lnTo>
                        <a:pt x="142" y="318"/>
                      </a:lnTo>
                      <a:lnTo>
                        <a:pt x="142" y="318"/>
                      </a:lnTo>
                      <a:lnTo>
                        <a:pt x="142" y="314"/>
                      </a:lnTo>
                      <a:lnTo>
                        <a:pt x="142" y="310"/>
                      </a:lnTo>
                      <a:lnTo>
                        <a:pt x="142" y="310"/>
                      </a:lnTo>
                      <a:lnTo>
                        <a:pt x="144" y="308"/>
                      </a:lnTo>
                      <a:lnTo>
                        <a:pt x="142" y="306"/>
                      </a:lnTo>
                      <a:lnTo>
                        <a:pt x="142" y="302"/>
                      </a:lnTo>
                      <a:lnTo>
                        <a:pt x="142" y="302"/>
                      </a:lnTo>
                      <a:lnTo>
                        <a:pt x="142" y="298"/>
                      </a:lnTo>
                      <a:lnTo>
                        <a:pt x="140" y="294"/>
                      </a:lnTo>
                      <a:lnTo>
                        <a:pt x="140" y="294"/>
                      </a:lnTo>
                      <a:lnTo>
                        <a:pt x="134" y="268"/>
                      </a:lnTo>
                      <a:lnTo>
                        <a:pt x="134" y="268"/>
                      </a:lnTo>
                      <a:lnTo>
                        <a:pt x="134" y="266"/>
                      </a:lnTo>
                      <a:lnTo>
                        <a:pt x="136" y="262"/>
                      </a:lnTo>
                      <a:lnTo>
                        <a:pt x="142" y="256"/>
                      </a:lnTo>
                      <a:lnTo>
                        <a:pt x="142" y="256"/>
                      </a:lnTo>
                      <a:lnTo>
                        <a:pt x="142" y="252"/>
                      </a:lnTo>
                      <a:lnTo>
                        <a:pt x="140" y="248"/>
                      </a:lnTo>
                      <a:lnTo>
                        <a:pt x="138" y="244"/>
                      </a:lnTo>
                      <a:lnTo>
                        <a:pt x="138" y="244"/>
                      </a:lnTo>
                      <a:lnTo>
                        <a:pt x="136" y="246"/>
                      </a:lnTo>
                      <a:lnTo>
                        <a:pt x="134" y="244"/>
                      </a:lnTo>
                      <a:lnTo>
                        <a:pt x="134" y="244"/>
                      </a:lnTo>
                      <a:lnTo>
                        <a:pt x="132" y="240"/>
                      </a:lnTo>
                      <a:lnTo>
                        <a:pt x="132" y="234"/>
                      </a:lnTo>
                      <a:lnTo>
                        <a:pt x="134" y="226"/>
                      </a:lnTo>
                      <a:lnTo>
                        <a:pt x="138" y="222"/>
                      </a:lnTo>
                      <a:lnTo>
                        <a:pt x="138" y="224"/>
                      </a:lnTo>
                      <a:lnTo>
                        <a:pt x="138" y="224"/>
                      </a:lnTo>
                      <a:lnTo>
                        <a:pt x="140" y="226"/>
                      </a:lnTo>
                      <a:lnTo>
                        <a:pt x="140" y="226"/>
                      </a:lnTo>
                      <a:lnTo>
                        <a:pt x="142" y="226"/>
                      </a:lnTo>
                      <a:lnTo>
                        <a:pt x="142" y="226"/>
                      </a:lnTo>
                      <a:lnTo>
                        <a:pt x="144" y="220"/>
                      </a:lnTo>
                      <a:lnTo>
                        <a:pt x="144" y="216"/>
                      </a:lnTo>
                      <a:lnTo>
                        <a:pt x="144" y="216"/>
                      </a:lnTo>
                      <a:lnTo>
                        <a:pt x="144" y="210"/>
                      </a:lnTo>
                      <a:lnTo>
                        <a:pt x="142" y="208"/>
                      </a:lnTo>
                      <a:lnTo>
                        <a:pt x="142" y="208"/>
                      </a:lnTo>
                      <a:lnTo>
                        <a:pt x="144" y="208"/>
                      </a:lnTo>
                      <a:lnTo>
                        <a:pt x="146" y="208"/>
                      </a:lnTo>
                      <a:lnTo>
                        <a:pt x="146" y="208"/>
                      </a:lnTo>
                      <a:lnTo>
                        <a:pt x="146" y="208"/>
                      </a:lnTo>
                      <a:lnTo>
                        <a:pt x="148" y="206"/>
                      </a:lnTo>
                      <a:lnTo>
                        <a:pt x="152" y="204"/>
                      </a:lnTo>
                      <a:lnTo>
                        <a:pt x="156" y="202"/>
                      </a:lnTo>
                      <a:lnTo>
                        <a:pt x="156" y="202"/>
                      </a:lnTo>
                      <a:lnTo>
                        <a:pt x="160" y="202"/>
                      </a:lnTo>
                      <a:lnTo>
                        <a:pt x="160" y="202"/>
                      </a:lnTo>
                      <a:lnTo>
                        <a:pt x="162" y="204"/>
                      </a:lnTo>
                      <a:lnTo>
                        <a:pt x="164" y="206"/>
                      </a:lnTo>
                      <a:lnTo>
                        <a:pt x="164" y="202"/>
                      </a:lnTo>
                      <a:lnTo>
                        <a:pt x="164" y="202"/>
                      </a:lnTo>
                      <a:lnTo>
                        <a:pt x="168" y="202"/>
                      </a:lnTo>
                      <a:lnTo>
                        <a:pt x="168" y="202"/>
                      </a:lnTo>
                      <a:lnTo>
                        <a:pt x="168" y="200"/>
                      </a:lnTo>
                      <a:lnTo>
                        <a:pt x="168" y="200"/>
                      </a:lnTo>
                      <a:lnTo>
                        <a:pt x="170" y="200"/>
                      </a:lnTo>
                      <a:lnTo>
                        <a:pt x="170" y="200"/>
                      </a:lnTo>
                      <a:lnTo>
                        <a:pt x="180" y="206"/>
                      </a:lnTo>
                      <a:lnTo>
                        <a:pt x="180" y="206"/>
                      </a:lnTo>
                      <a:lnTo>
                        <a:pt x="172" y="210"/>
                      </a:lnTo>
                      <a:lnTo>
                        <a:pt x="172" y="210"/>
                      </a:lnTo>
                      <a:lnTo>
                        <a:pt x="172" y="212"/>
                      </a:lnTo>
                      <a:lnTo>
                        <a:pt x="172" y="212"/>
                      </a:lnTo>
                      <a:lnTo>
                        <a:pt x="178" y="214"/>
                      </a:lnTo>
                      <a:lnTo>
                        <a:pt x="182" y="214"/>
                      </a:lnTo>
                      <a:lnTo>
                        <a:pt x="182" y="214"/>
                      </a:lnTo>
                      <a:lnTo>
                        <a:pt x="186" y="214"/>
                      </a:lnTo>
                      <a:lnTo>
                        <a:pt x="186" y="214"/>
                      </a:lnTo>
                      <a:lnTo>
                        <a:pt x="188" y="214"/>
                      </a:lnTo>
                      <a:lnTo>
                        <a:pt x="190" y="214"/>
                      </a:lnTo>
                      <a:lnTo>
                        <a:pt x="190" y="214"/>
                      </a:lnTo>
                      <a:lnTo>
                        <a:pt x="190" y="216"/>
                      </a:lnTo>
                      <a:lnTo>
                        <a:pt x="190" y="216"/>
                      </a:lnTo>
                      <a:lnTo>
                        <a:pt x="196" y="216"/>
                      </a:lnTo>
                      <a:lnTo>
                        <a:pt x="204" y="218"/>
                      </a:lnTo>
                      <a:lnTo>
                        <a:pt x="204" y="218"/>
                      </a:lnTo>
                      <a:lnTo>
                        <a:pt x="208" y="222"/>
                      </a:lnTo>
                      <a:lnTo>
                        <a:pt x="208" y="222"/>
                      </a:lnTo>
                      <a:lnTo>
                        <a:pt x="210" y="222"/>
                      </a:lnTo>
                      <a:lnTo>
                        <a:pt x="214" y="222"/>
                      </a:lnTo>
                      <a:lnTo>
                        <a:pt x="214" y="222"/>
                      </a:lnTo>
                      <a:lnTo>
                        <a:pt x="216" y="224"/>
                      </a:lnTo>
                      <a:lnTo>
                        <a:pt x="218" y="226"/>
                      </a:lnTo>
                      <a:lnTo>
                        <a:pt x="218" y="226"/>
                      </a:lnTo>
                      <a:lnTo>
                        <a:pt x="220" y="226"/>
                      </a:lnTo>
                      <a:lnTo>
                        <a:pt x="222" y="226"/>
                      </a:lnTo>
                      <a:lnTo>
                        <a:pt x="222" y="226"/>
                      </a:lnTo>
                      <a:lnTo>
                        <a:pt x="226" y="228"/>
                      </a:lnTo>
                      <a:lnTo>
                        <a:pt x="232" y="230"/>
                      </a:lnTo>
                      <a:lnTo>
                        <a:pt x="232" y="230"/>
                      </a:lnTo>
                      <a:lnTo>
                        <a:pt x="238" y="232"/>
                      </a:lnTo>
                      <a:lnTo>
                        <a:pt x="238" y="232"/>
                      </a:lnTo>
                      <a:lnTo>
                        <a:pt x="242" y="236"/>
                      </a:lnTo>
                      <a:lnTo>
                        <a:pt x="242" y="236"/>
                      </a:lnTo>
                      <a:lnTo>
                        <a:pt x="248" y="236"/>
                      </a:lnTo>
                      <a:lnTo>
                        <a:pt x="248" y="236"/>
                      </a:lnTo>
                      <a:lnTo>
                        <a:pt x="256" y="242"/>
                      </a:lnTo>
                      <a:lnTo>
                        <a:pt x="262" y="250"/>
                      </a:lnTo>
                      <a:lnTo>
                        <a:pt x="262" y="250"/>
                      </a:lnTo>
                      <a:lnTo>
                        <a:pt x="266" y="248"/>
                      </a:lnTo>
                      <a:lnTo>
                        <a:pt x="266" y="248"/>
                      </a:lnTo>
                      <a:lnTo>
                        <a:pt x="268" y="250"/>
                      </a:lnTo>
                      <a:lnTo>
                        <a:pt x="270" y="254"/>
                      </a:lnTo>
                      <a:lnTo>
                        <a:pt x="270" y="254"/>
                      </a:lnTo>
                      <a:lnTo>
                        <a:pt x="276" y="254"/>
                      </a:lnTo>
                      <a:lnTo>
                        <a:pt x="286" y="264"/>
                      </a:lnTo>
                      <a:lnTo>
                        <a:pt x="286" y="264"/>
                      </a:lnTo>
                      <a:lnTo>
                        <a:pt x="288" y="270"/>
                      </a:lnTo>
                      <a:lnTo>
                        <a:pt x="288" y="274"/>
                      </a:lnTo>
                      <a:lnTo>
                        <a:pt x="286" y="280"/>
                      </a:lnTo>
                      <a:lnTo>
                        <a:pt x="284" y="282"/>
                      </a:lnTo>
                      <a:lnTo>
                        <a:pt x="284" y="282"/>
                      </a:lnTo>
                      <a:lnTo>
                        <a:pt x="282" y="284"/>
                      </a:lnTo>
                      <a:lnTo>
                        <a:pt x="280" y="286"/>
                      </a:lnTo>
                      <a:lnTo>
                        <a:pt x="280" y="286"/>
                      </a:lnTo>
                      <a:lnTo>
                        <a:pt x="280" y="288"/>
                      </a:lnTo>
                      <a:lnTo>
                        <a:pt x="278" y="288"/>
                      </a:lnTo>
                      <a:lnTo>
                        <a:pt x="276" y="288"/>
                      </a:lnTo>
                      <a:lnTo>
                        <a:pt x="276" y="288"/>
                      </a:lnTo>
                      <a:lnTo>
                        <a:pt x="272" y="294"/>
                      </a:lnTo>
                      <a:lnTo>
                        <a:pt x="272" y="294"/>
                      </a:lnTo>
                      <a:lnTo>
                        <a:pt x="266" y="296"/>
                      </a:lnTo>
                      <a:lnTo>
                        <a:pt x="266" y="296"/>
                      </a:lnTo>
                      <a:lnTo>
                        <a:pt x="262" y="298"/>
                      </a:lnTo>
                      <a:lnTo>
                        <a:pt x="262" y="298"/>
                      </a:lnTo>
                      <a:lnTo>
                        <a:pt x="258" y="298"/>
                      </a:lnTo>
                      <a:lnTo>
                        <a:pt x="256" y="298"/>
                      </a:lnTo>
                      <a:lnTo>
                        <a:pt x="256" y="298"/>
                      </a:lnTo>
                      <a:lnTo>
                        <a:pt x="244" y="296"/>
                      </a:lnTo>
                      <a:lnTo>
                        <a:pt x="232" y="296"/>
                      </a:lnTo>
                      <a:lnTo>
                        <a:pt x="232" y="296"/>
                      </a:lnTo>
                      <a:lnTo>
                        <a:pt x="226" y="292"/>
                      </a:lnTo>
                      <a:lnTo>
                        <a:pt x="226" y="292"/>
                      </a:lnTo>
                      <a:lnTo>
                        <a:pt x="218" y="292"/>
                      </a:lnTo>
                      <a:lnTo>
                        <a:pt x="216" y="290"/>
                      </a:lnTo>
                      <a:lnTo>
                        <a:pt x="216" y="290"/>
                      </a:lnTo>
                      <a:lnTo>
                        <a:pt x="212" y="288"/>
                      </a:lnTo>
                      <a:lnTo>
                        <a:pt x="208" y="288"/>
                      </a:lnTo>
                      <a:lnTo>
                        <a:pt x="208" y="288"/>
                      </a:lnTo>
                      <a:lnTo>
                        <a:pt x="204" y="280"/>
                      </a:lnTo>
                      <a:lnTo>
                        <a:pt x="202" y="282"/>
                      </a:lnTo>
                      <a:lnTo>
                        <a:pt x="202" y="282"/>
                      </a:lnTo>
                      <a:lnTo>
                        <a:pt x="202" y="286"/>
                      </a:lnTo>
                      <a:lnTo>
                        <a:pt x="200" y="286"/>
                      </a:lnTo>
                      <a:lnTo>
                        <a:pt x="200" y="286"/>
                      </a:lnTo>
                      <a:lnTo>
                        <a:pt x="200" y="284"/>
                      </a:lnTo>
                      <a:lnTo>
                        <a:pt x="200" y="284"/>
                      </a:lnTo>
                      <a:lnTo>
                        <a:pt x="194" y="282"/>
                      </a:lnTo>
                      <a:lnTo>
                        <a:pt x="194" y="282"/>
                      </a:lnTo>
                      <a:lnTo>
                        <a:pt x="192" y="278"/>
                      </a:lnTo>
                      <a:lnTo>
                        <a:pt x="192" y="278"/>
                      </a:lnTo>
                      <a:lnTo>
                        <a:pt x="188" y="278"/>
                      </a:lnTo>
                      <a:lnTo>
                        <a:pt x="182" y="278"/>
                      </a:lnTo>
                      <a:lnTo>
                        <a:pt x="182" y="278"/>
                      </a:lnTo>
                      <a:lnTo>
                        <a:pt x="180" y="274"/>
                      </a:lnTo>
                      <a:lnTo>
                        <a:pt x="178" y="270"/>
                      </a:lnTo>
                      <a:lnTo>
                        <a:pt x="178" y="270"/>
                      </a:lnTo>
                      <a:lnTo>
                        <a:pt x="172" y="268"/>
                      </a:lnTo>
                      <a:lnTo>
                        <a:pt x="172" y="268"/>
                      </a:lnTo>
                      <a:lnTo>
                        <a:pt x="170" y="270"/>
                      </a:lnTo>
                      <a:lnTo>
                        <a:pt x="172" y="270"/>
                      </a:lnTo>
                      <a:lnTo>
                        <a:pt x="172" y="270"/>
                      </a:lnTo>
                      <a:lnTo>
                        <a:pt x="176" y="278"/>
                      </a:lnTo>
                      <a:lnTo>
                        <a:pt x="178" y="280"/>
                      </a:lnTo>
                      <a:lnTo>
                        <a:pt x="176" y="282"/>
                      </a:lnTo>
                      <a:lnTo>
                        <a:pt x="176" y="282"/>
                      </a:lnTo>
                      <a:lnTo>
                        <a:pt x="182" y="282"/>
                      </a:lnTo>
                      <a:lnTo>
                        <a:pt x="184" y="284"/>
                      </a:lnTo>
                      <a:lnTo>
                        <a:pt x="180" y="286"/>
                      </a:lnTo>
                      <a:lnTo>
                        <a:pt x="180" y="288"/>
                      </a:lnTo>
                      <a:lnTo>
                        <a:pt x="180" y="288"/>
                      </a:lnTo>
                      <a:lnTo>
                        <a:pt x="182" y="290"/>
                      </a:lnTo>
                      <a:lnTo>
                        <a:pt x="182" y="292"/>
                      </a:lnTo>
                      <a:lnTo>
                        <a:pt x="182" y="292"/>
                      </a:lnTo>
                      <a:lnTo>
                        <a:pt x="186" y="292"/>
                      </a:lnTo>
                      <a:lnTo>
                        <a:pt x="188" y="290"/>
                      </a:lnTo>
                      <a:lnTo>
                        <a:pt x="188" y="294"/>
                      </a:lnTo>
                      <a:lnTo>
                        <a:pt x="188" y="294"/>
                      </a:lnTo>
                      <a:lnTo>
                        <a:pt x="182" y="294"/>
                      </a:lnTo>
                      <a:lnTo>
                        <a:pt x="182" y="294"/>
                      </a:lnTo>
                      <a:lnTo>
                        <a:pt x="186" y="296"/>
                      </a:lnTo>
                      <a:lnTo>
                        <a:pt x="186" y="296"/>
                      </a:lnTo>
                      <a:lnTo>
                        <a:pt x="196" y="298"/>
                      </a:lnTo>
                      <a:lnTo>
                        <a:pt x="198" y="300"/>
                      </a:lnTo>
                      <a:lnTo>
                        <a:pt x="198" y="300"/>
                      </a:lnTo>
                      <a:lnTo>
                        <a:pt x="202" y="300"/>
                      </a:lnTo>
                      <a:lnTo>
                        <a:pt x="206" y="300"/>
                      </a:lnTo>
                      <a:lnTo>
                        <a:pt x="206" y="300"/>
                      </a:lnTo>
                      <a:lnTo>
                        <a:pt x="206" y="304"/>
                      </a:lnTo>
                      <a:lnTo>
                        <a:pt x="208" y="306"/>
                      </a:lnTo>
                      <a:lnTo>
                        <a:pt x="208" y="306"/>
                      </a:lnTo>
                      <a:lnTo>
                        <a:pt x="212" y="306"/>
                      </a:lnTo>
                      <a:lnTo>
                        <a:pt x="212" y="306"/>
                      </a:lnTo>
                      <a:lnTo>
                        <a:pt x="212" y="308"/>
                      </a:lnTo>
                      <a:lnTo>
                        <a:pt x="212" y="310"/>
                      </a:lnTo>
                      <a:lnTo>
                        <a:pt x="212" y="310"/>
                      </a:lnTo>
                      <a:lnTo>
                        <a:pt x="210" y="312"/>
                      </a:lnTo>
                      <a:lnTo>
                        <a:pt x="210" y="318"/>
                      </a:lnTo>
                      <a:lnTo>
                        <a:pt x="210" y="318"/>
                      </a:lnTo>
                      <a:lnTo>
                        <a:pt x="212" y="322"/>
                      </a:lnTo>
                      <a:lnTo>
                        <a:pt x="212" y="322"/>
                      </a:lnTo>
                      <a:lnTo>
                        <a:pt x="214" y="342"/>
                      </a:lnTo>
                      <a:lnTo>
                        <a:pt x="214" y="342"/>
                      </a:lnTo>
                      <a:lnTo>
                        <a:pt x="216" y="342"/>
                      </a:lnTo>
                      <a:lnTo>
                        <a:pt x="218" y="344"/>
                      </a:lnTo>
                      <a:lnTo>
                        <a:pt x="220" y="342"/>
                      </a:lnTo>
                      <a:lnTo>
                        <a:pt x="220" y="342"/>
                      </a:lnTo>
                      <a:lnTo>
                        <a:pt x="220" y="342"/>
                      </a:lnTo>
                      <a:lnTo>
                        <a:pt x="220" y="342"/>
                      </a:lnTo>
                      <a:lnTo>
                        <a:pt x="222" y="340"/>
                      </a:lnTo>
                      <a:lnTo>
                        <a:pt x="222" y="340"/>
                      </a:lnTo>
                      <a:lnTo>
                        <a:pt x="226" y="344"/>
                      </a:lnTo>
                      <a:lnTo>
                        <a:pt x="226" y="344"/>
                      </a:lnTo>
                      <a:lnTo>
                        <a:pt x="226" y="352"/>
                      </a:lnTo>
                      <a:lnTo>
                        <a:pt x="226" y="352"/>
                      </a:lnTo>
                      <a:lnTo>
                        <a:pt x="234" y="350"/>
                      </a:lnTo>
                      <a:lnTo>
                        <a:pt x="240" y="352"/>
                      </a:lnTo>
                      <a:lnTo>
                        <a:pt x="240" y="352"/>
                      </a:lnTo>
                      <a:lnTo>
                        <a:pt x="244" y="354"/>
                      </a:lnTo>
                      <a:lnTo>
                        <a:pt x="244" y="356"/>
                      </a:lnTo>
                      <a:lnTo>
                        <a:pt x="244" y="356"/>
                      </a:lnTo>
                      <a:lnTo>
                        <a:pt x="246" y="356"/>
                      </a:lnTo>
                      <a:lnTo>
                        <a:pt x="248" y="354"/>
                      </a:lnTo>
                      <a:lnTo>
                        <a:pt x="248" y="352"/>
                      </a:lnTo>
                      <a:lnTo>
                        <a:pt x="248" y="352"/>
                      </a:lnTo>
                      <a:lnTo>
                        <a:pt x="252" y="352"/>
                      </a:lnTo>
                      <a:lnTo>
                        <a:pt x="252" y="352"/>
                      </a:lnTo>
                      <a:lnTo>
                        <a:pt x="252" y="350"/>
                      </a:lnTo>
                      <a:lnTo>
                        <a:pt x="252" y="338"/>
                      </a:lnTo>
                      <a:lnTo>
                        <a:pt x="252" y="338"/>
                      </a:lnTo>
                      <a:lnTo>
                        <a:pt x="246" y="336"/>
                      </a:lnTo>
                      <a:lnTo>
                        <a:pt x="246" y="336"/>
                      </a:lnTo>
                      <a:lnTo>
                        <a:pt x="242" y="330"/>
                      </a:lnTo>
                      <a:lnTo>
                        <a:pt x="240" y="324"/>
                      </a:lnTo>
                      <a:lnTo>
                        <a:pt x="240" y="324"/>
                      </a:lnTo>
                      <a:lnTo>
                        <a:pt x="244" y="324"/>
                      </a:lnTo>
                      <a:lnTo>
                        <a:pt x="244" y="324"/>
                      </a:lnTo>
                      <a:lnTo>
                        <a:pt x="244" y="318"/>
                      </a:lnTo>
                      <a:lnTo>
                        <a:pt x="244" y="318"/>
                      </a:lnTo>
                      <a:lnTo>
                        <a:pt x="242" y="318"/>
                      </a:lnTo>
                      <a:lnTo>
                        <a:pt x="242" y="316"/>
                      </a:lnTo>
                      <a:lnTo>
                        <a:pt x="244" y="316"/>
                      </a:lnTo>
                      <a:lnTo>
                        <a:pt x="248" y="316"/>
                      </a:lnTo>
                      <a:lnTo>
                        <a:pt x="248" y="316"/>
                      </a:lnTo>
                      <a:lnTo>
                        <a:pt x="250" y="318"/>
                      </a:lnTo>
                      <a:lnTo>
                        <a:pt x="252" y="320"/>
                      </a:lnTo>
                      <a:lnTo>
                        <a:pt x="252" y="320"/>
                      </a:lnTo>
                      <a:lnTo>
                        <a:pt x="260" y="324"/>
                      </a:lnTo>
                      <a:lnTo>
                        <a:pt x="260" y="324"/>
                      </a:lnTo>
                      <a:lnTo>
                        <a:pt x="260" y="326"/>
                      </a:lnTo>
                      <a:lnTo>
                        <a:pt x="260" y="326"/>
                      </a:lnTo>
                      <a:lnTo>
                        <a:pt x="264" y="328"/>
                      </a:lnTo>
                      <a:lnTo>
                        <a:pt x="268" y="328"/>
                      </a:lnTo>
                      <a:lnTo>
                        <a:pt x="268" y="328"/>
                      </a:lnTo>
                      <a:lnTo>
                        <a:pt x="272" y="330"/>
                      </a:lnTo>
                      <a:lnTo>
                        <a:pt x="272" y="330"/>
                      </a:lnTo>
                      <a:lnTo>
                        <a:pt x="284" y="332"/>
                      </a:lnTo>
                      <a:lnTo>
                        <a:pt x="284" y="332"/>
                      </a:lnTo>
                      <a:lnTo>
                        <a:pt x="282" y="328"/>
                      </a:lnTo>
                      <a:lnTo>
                        <a:pt x="280" y="322"/>
                      </a:lnTo>
                      <a:lnTo>
                        <a:pt x="280" y="322"/>
                      </a:lnTo>
                      <a:lnTo>
                        <a:pt x="276" y="318"/>
                      </a:lnTo>
                      <a:lnTo>
                        <a:pt x="274" y="316"/>
                      </a:lnTo>
                      <a:lnTo>
                        <a:pt x="272" y="314"/>
                      </a:lnTo>
                      <a:lnTo>
                        <a:pt x="272" y="314"/>
                      </a:lnTo>
                      <a:lnTo>
                        <a:pt x="272" y="310"/>
                      </a:lnTo>
                      <a:lnTo>
                        <a:pt x="272" y="310"/>
                      </a:lnTo>
                      <a:lnTo>
                        <a:pt x="278" y="306"/>
                      </a:lnTo>
                      <a:lnTo>
                        <a:pt x="284" y="302"/>
                      </a:lnTo>
                      <a:lnTo>
                        <a:pt x="284" y="302"/>
                      </a:lnTo>
                      <a:lnTo>
                        <a:pt x="286" y="296"/>
                      </a:lnTo>
                      <a:lnTo>
                        <a:pt x="286" y="296"/>
                      </a:lnTo>
                      <a:lnTo>
                        <a:pt x="288" y="296"/>
                      </a:lnTo>
                      <a:lnTo>
                        <a:pt x="292" y="296"/>
                      </a:lnTo>
                      <a:lnTo>
                        <a:pt x="292" y="296"/>
                      </a:lnTo>
                      <a:lnTo>
                        <a:pt x="296" y="292"/>
                      </a:lnTo>
                      <a:lnTo>
                        <a:pt x="298" y="290"/>
                      </a:lnTo>
                      <a:lnTo>
                        <a:pt x="302" y="290"/>
                      </a:lnTo>
                      <a:lnTo>
                        <a:pt x="302" y="290"/>
                      </a:lnTo>
                      <a:lnTo>
                        <a:pt x="306" y="294"/>
                      </a:lnTo>
                      <a:lnTo>
                        <a:pt x="306" y="294"/>
                      </a:lnTo>
                      <a:lnTo>
                        <a:pt x="310" y="294"/>
                      </a:lnTo>
                      <a:lnTo>
                        <a:pt x="310" y="294"/>
                      </a:lnTo>
                      <a:lnTo>
                        <a:pt x="314" y="300"/>
                      </a:lnTo>
                      <a:lnTo>
                        <a:pt x="314" y="302"/>
                      </a:lnTo>
                      <a:lnTo>
                        <a:pt x="314" y="302"/>
                      </a:lnTo>
                      <a:lnTo>
                        <a:pt x="320" y="302"/>
                      </a:lnTo>
                      <a:lnTo>
                        <a:pt x="320" y="302"/>
                      </a:lnTo>
                      <a:lnTo>
                        <a:pt x="320" y="294"/>
                      </a:lnTo>
                      <a:lnTo>
                        <a:pt x="324" y="286"/>
                      </a:lnTo>
                      <a:lnTo>
                        <a:pt x="324" y="286"/>
                      </a:lnTo>
                      <a:lnTo>
                        <a:pt x="328" y="282"/>
                      </a:lnTo>
                      <a:lnTo>
                        <a:pt x="328" y="282"/>
                      </a:lnTo>
                      <a:lnTo>
                        <a:pt x="328" y="280"/>
                      </a:lnTo>
                      <a:lnTo>
                        <a:pt x="328" y="280"/>
                      </a:lnTo>
                      <a:lnTo>
                        <a:pt x="328" y="280"/>
                      </a:lnTo>
                      <a:lnTo>
                        <a:pt x="328" y="276"/>
                      </a:lnTo>
                      <a:lnTo>
                        <a:pt x="328" y="276"/>
                      </a:lnTo>
                      <a:lnTo>
                        <a:pt x="324" y="272"/>
                      </a:lnTo>
                      <a:lnTo>
                        <a:pt x="322" y="270"/>
                      </a:lnTo>
                      <a:lnTo>
                        <a:pt x="322" y="266"/>
                      </a:lnTo>
                      <a:lnTo>
                        <a:pt x="322" y="266"/>
                      </a:lnTo>
                      <a:lnTo>
                        <a:pt x="324" y="264"/>
                      </a:lnTo>
                      <a:lnTo>
                        <a:pt x="326" y="260"/>
                      </a:lnTo>
                      <a:lnTo>
                        <a:pt x="326" y="260"/>
                      </a:lnTo>
                      <a:lnTo>
                        <a:pt x="328" y="260"/>
                      </a:lnTo>
                      <a:lnTo>
                        <a:pt x="328" y="260"/>
                      </a:lnTo>
                      <a:lnTo>
                        <a:pt x="328" y="256"/>
                      </a:lnTo>
                      <a:lnTo>
                        <a:pt x="328" y="256"/>
                      </a:lnTo>
                      <a:lnTo>
                        <a:pt x="330" y="256"/>
                      </a:lnTo>
                      <a:lnTo>
                        <a:pt x="330" y="256"/>
                      </a:lnTo>
                      <a:lnTo>
                        <a:pt x="332" y="250"/>
                      </a:lnTo>
                      <a:lnTo>
                        <a:pt x="332" y="246"/>
                      </a:lnTo>
                      <a:lnTo>
                        <a:pt x="332" y="246"/>
                      </a:lnTo>
                      <a:lnTo>
                        <a:pt x="328" y="242"/>
                      </a:lnTo>
                      <a:lnTo>
                        <a:pt x="322" y="236"/>
                      </a:lnTo>
                      <a:lnTo>
                        <a:pt x="322" y="236"/>
                      </a:lnTo>
                      <a:lnTo>
                        <a:pt x="322" y="232"/>
                      </a:lnTo>
                      <a:lnTo>
                        <a:pt x="322" y="232"/>
                      </a:lnTo>
                      <a:lnTo>
                        <a:pt x="328" y="236"/>
                      </a:lnTo>
                      <a:lnTo>
                        <a:pt x="336" y="238"/>
                      </a:lnTo>
                      <a:lnTo>
                        <a:pt x="338" y="240"/>
                      </a:lnTo>
                      <a:lnTo>
                        <a:pt x="338" y="240"/>
                      </a:lnTo>
                      <a:lnTo>
                        <a:pt x="344" y="240"/>
                      </a:lnTo>
                      <a:lnTo>
                        <a:pt x="350" y="242"/>
                      </a:lnTo>
                      <a:lnTo>
                        <a:pt x="350" y="242"/>
                      </a:lnTo>
                      <a:lnTo>
                        <a:pt x="354" y="244"/>
                      </a:lnTo>
                      <a:lnTo>
                        <a:pt x="356" y="248"/>
                      </a:lnTo>
                      <a:lnTo>
                        <a:pt x="360" y="254"/>
                      </a:lnTo>
                      <a:lnTo>
                        <a:pt x="360" y="254"/>
                      </a:lnTo>
                      <a:lnTo>
                        <a:pt x="362" y="256"/>
                      </a:lnTo>
                      <a:lnTo>
                        <a:pt x="362" y="256"/>
                      </a:lnTo>
                      <a:lnTo>
                        <a:pt x="362" y="260"/>
                      </a:lnTo>
                      <a:lnTo>
                        <a:pt x="362" y="260"/>
                      </a:lnTo>
                      <a:lnTo>
                        <a:pt x="366" y="262"/>
                      </a:lnTo>
                      <a:lnTo>
                        <a:pt x="364" y="266"/>
                      </a:lnTo>
                      <a:lnTo>
                        <a:pt x="364" y="266"/>
                      </a:lnTo>
                      <a:lnTo>
                        <a:pt x="350" y="266"/>
                      </a:lnTo>
                      <a:lnTo>
                        <a:pt x="350" y="266"/>
                      </a:lnTo>
                      <a:lnTo>
                        <a:pt x="348" y="272"/>
                      </a:lnTo>
                      <a:lnTo>
                        <a:pt x="348" y="272"/>
                      </a:lnTo>
                      <a:lnTo>
                        <a:pt x="346" y="274"/>
                      </a:lnTo>
                      <a:lnTo>
                        <a:pt x="346" y="274"/>
                      </a:lnTo>
                      <a:lnTo>
                        <a:pt x="346" y="278"/>
                      </a:lnTo>
                      <a:lnTo>
                        <a:pt x="346" y="278"/>
                      </a:lnTo>
                      <a:lnTo>
                        <a:pt x="348" y="282"/>
                      </a:lnTo>
                      <a:lnTo>
                        <a:pt x="348" y="282"/>
                      </a:lnTo>
                      <a:lnTo>
                        <a:pt x="350" y="292"/>
                      </a:lnTo>
                      <a:lnTo>
                        <a:pt x="350" y="292"/>
                      </a:lnTo>
                      <a:lnTo>
                        <a:pt x="356" y="292"/>
                      </a:lnTo>
                      <a:lnTo>
                        <a:pt x="362" y="290"/>
                      </a:lnTo>
                      <a:lnTo>
                        <a:pt x="362" y="290"/>
                      </a:lnTo>
                      <a:lnTo>
                        <a:pt x="370" y="288"/>
                      </a:lnTo>
                      <a:lnTo>
                        <a:pt x="370" y="288"/>
                      </a:lnTo>
                      <a:lnTo>
                        <a:pt x="370" y="286"/>
                      </a:lnTo>
                      <a:lnTo>
                        <a:pt x="370" y="286"/>
                      </a:lnTo>
                      <a:lnTo>
                        <a:pt x="376" y="286"/>
                      </a:lnTo>
                      <a:lnTo>
                        <a:pt x="376" y="286"/>
                      </a:lnTo>
                      <a:lnTo>
                        <a:pt x="376" y="274"/>
                      </a:lnTo>
                      <a:lnTo>
                        <a:pt x="378" y="264"/>
                      </a:lnTo>
                      <a:lnTo>
                        <a:pt x="378" y="264"/>
                      </a:lnTo>
                      <a:lnTo>
                        <a:pt x="380" y="266"/>
                      </a:lnTo>
                      <a:lnTo>
                        <a:pt x="382" y="266"/>
                      </a:lnTo>
                      <a:lnTo>
                        <a:pt x="382" y="266"/>
                      </a:lnTo>
                      <a:lnTo>
                        <a:pt x="388" y="262"/>
                      </a:lnTo>
                      <a:lnTo>
                        <a:pt x="388" y="262"/>
                      </a:lnTo>
                      <a:lnTo>
                        <a:pt x="388" y="258"/>
                      </a:lnTo>
                      <a:lnTo>
                        <a:pt x="388" y="258"/>
                      </a:lnTo>
                      <a:lnTo>
                        <a:pt x="398" y="258"/>
                      </a:lnTo>
                      <a:lnTo>
                        <a:pt x="406" y="256"/>
                      </a:lnTo>
                      <a:lnTo>
                        <a:pt x="406" y="256"/>
                      </a:lnTo>
                      <a:lnTo>
                        <a:pt x="408" y="252"/>
                      </a:lnTo>
                      <a:lnTo>
                        <a:pt x="408" y="252"/>
                      </a:lnTo>
                      <a:lnTo>
                        <a:pt x="414" y="252"/>
                      </a:lnTo>
                      <a:lnTo>
                        <a:pt x="414" y="252"/>
                      </a:lnTo>
                      <a:lnTo>
                        <a:pt x="418" y="248"/>
                      </a:lnTo>
                      <a:lnTo>
                        <a:pt x="418" y="248"/>
                      </a:lnTo>
                      <a:lnTo>
                        <a:pt x="424" y="248"/>
                      </a:lnTo>
                      <a:lnTo>
                        <a:pt x="424" y="248"/>
                      </a:lnTo>
                      <a:lnTo>
                        <a:pt x="426" y="244"/>
                      </a:lnTo>
                      <a:lnTo>
                        <a:pt x="426" y="244"/>
                      </a:lnTo>
                      <a:lnTo>
                        <a:pt x="432" y="244"/>
                      </a:lnTo>
                      <a:lnTo>
                        <a:pt x="436" y="244"/>
                      </a:lnTo>
                      <a:lnTo>
                        <a:pt x="436" y="244"/>
                      </a:lnTo>
                      <a:lnTo>
                        <a:pt x="436" y="246"/>
                      </a:lnTo>
                      <a:lnTo>
                        <a:pt x="438" y="248"/>
                      </a:lnTo>
                      <a:lnTo>
                        <a:pt x="438" y="246"/>
                      </a:lnTo>
                      <a:lnTo>
                        <a:pt x="438" y="246"/>
                      </a:lnTo>
                      <a:lnTo>
                        <a:pt x="438" y="244"/>
                      </a:lnTo>
                      <a:lnTo>
                        <a:pt x="438" y="244"/>
                      </a:lnTo>
                      <a:lnTo>
                        <a:pt x="438" y="242"/>
                      </a:lnTo>
                      <a:lnTo>
                        <a:pt x="438" y="240"/>
                      </a:lnTo>
                      <a:lnTo>
                        <a:pt x="438" y="240"/>
                      </a:lnTo>
                      <a:lnTo>
                        <a:pt x="446" y="236"/>
                      </a:lnTo>
                      <a:lnTo>
                        <a:pt x="446" y="236"/>
                      </a:lnTo>
                      <a:lnTo>
                        <a:pt x="448" y="234"/>
                      </a:lnTo>
                      <a:lnTo>
                        <a:pt x="450" y="232"/>
                      </a:lnTo>
                      <a:lnTo>
                        <a:pt x="450" y="232"/>
                      </a:lnTo>
                      <a:lnTo>
                        <a:pt x="452" y="232"/>
                      </a:lnTo>
                      <a:lnTo>
                        <a:pt x="452" y="232"/>
                      </a:lnTo>
                      <a:lnTo>
                        <a:pt x="452" y="234"/>
                      </a:lnTo>
                      <a:lnTo>
                        <a:pt x="452" y="234"/>
                      </a:lnTo>
                      <a:lnTo>
                        <a:pt x="452" y="234"/>
                      </a:lnTo>
                      <a:lnTo>
                        <a:pt x="452" y="236"/>
                      </a:lnTo>
                      <a:lnTo>
                        <a:pt x="452" y="236"/>
                      </a:lnTo>
                      <a:lnTo>
                        <a:pt x="450" y="238"/>
                      </a:lnTo>
                      <a:lnTo>
                        <a:pt x="452" y="238"/>
                      </a:lnTo>
                      <a:lnTo>
                        <a:pt x="456" y="238"/>
                      </a:lnTo>
                      <a:lnTo>
                        <a:pt x="456" y="238"/>
                      </a:lnTo>
                      <a:lnTo>
                        <a:pt x="456" y="242"/>
                      </a:lnTo>
                      <a:lnTo>
                        <a:pt x="456" y="242"/>
                      </a:lnTo>
                      <a:lnTo>
                        <a:pt x="460" y="244"/>
                      </a:lnTo>
                      <a:lnTo>
                        <a:pt x="460" y="244"/>
                      </a:lnTo>
                      <a:lnTo>
                        <a:pt x="460" y="248"/>
                      </a:lnTo>
                      <a:lnTo>
                        <a:pt x="460" y="248"/>
                      </a:lnTo>
                      <a:lnTo>
                        <a:pt x="452" y="248"/>
                      </a:lnTo>
                      <a:lnTo>
                        <a:pt x="452" y="248"/>
                      </a:lnTo>
                      <a:lnTo>
                        <a:pt x="450" y="250"/>
                      </a:lnTo>
                      <a:lnTo>
                        <a:pt x="450" y="250"/>
                      </a:lnTo>
                      <a:lnTo>
                        <a:pt x="450" y="252"/>
                      </a:lnTo>
                      <a:lnTo>
                        <a:pt x="450" y="252"/>
                      </a:lnTo>
                      <a:lnTo>
                        <a:pt x="462" y="252"/>
                      </a:lnTo>
                      <a:lnTo>
                        <a:pt x="462" y="252"/>
                      </a:lnTo>
                      <a:lnTo>
                        <a:pt x="468" y="248"/>
                      </a:lnTo>
                      <a:lnTo>
                        <a:pt x="468" y="248"/>
                      </a:lnTo>
                      <a:lnTo>
                        <a:pt x="470" y="248"/>
                      </a:lnTo>
                      <a:lnTo>
                        <a:pt x="470" y="250"/>
                      </a:lnTo>
                      <a:lnTo>
                        <a:pt x="470" y="250"/>
                      </a:lnTo>
                      <a:lnTo>
                        <a:pt x="474" y="252"/>
                      </a:lnTo>
                      <a:lnTo>
                        <a:pt x="474" y="252"/>
                      </a:lnTo>
                      <a:lnTo>
                        <a:pt x="474" y="252"/>
                      </a:lnTo>
                      <a:lnTo>
                        <a:pt x="476" y="250"/>
                      </a:lnTo>
                      <a:lnTo>
                        <a:pt x="476" y="250"/>
                      </a:lnTo>
                      <a:lnTo>
                        <a:pt x="474" y="246"/>
                      </a:lnTo>
                      <a:lnTo>
                        <a:pt x="474" y="246"/>
                      </a:lnTo>
                      <a:lnTo>
                        <a:pt x="482" y="242"/>
                      </a:lnTo>
                      <a:lnTo>
                        <a:pt x="490" y="240"/>
                      </a:lnTo>
                      <a:lnTo>
                        <a:pt x="490" y="240"/>
                      </a:lnTo>
                      <a:lnTo>
                        <a:pt x="494" y="240"/>
                      </a:lnTo>
                      <a:lnTo>
                        <a:pt x="498" y="240"/>
                      </a:lnTo>
                      <a:lnTo>
                        <a:pt x="506" y="246"/>
                      </a:lnTo>
                      <a:lnTo>
                        <a:pt x="506" y="246"/>
                      </a:lnTo>
                      <a:lnTo>
                        <a:pt x="510" y="246"/>
                      </a:lnTo>
                      <a:lnTo>
                        <a:pt x="510" y="246"/>
                      </a:lnTo>
                      <a:lnTo>
                        <a:pt x="512" y="242"/>
                      </a:lnTo>
                      <a:lnTo>
                        <a:pt x="512" y="242"/>
                      </a:lnTo>
                      <a:lnTo>
                        <a:pt x="510" y="240"/>
                      </a:lnTo>
                      <a:lnTo>
                        <a:pt x="510" y="240"/>
                      </a:lnTo>
                      <a:lnTo>
                        <a:pt x="510" y="240"/>
                      </a:lnTo>
                      <a:lnTo>
                        <a:pt x="510" y="238"/>
                      </a:lnTo>
                      <a:lnTo>
                        <a:pt x="510" y="238"/>
                      </a:lnTo>
                      <a:lnTo>
                        <a:pt x="512" y="238"/>
                      </a:lnTo>
                      <a:lnTo>
                        <a:pt x="512" y="238"/>
                      </a:lnTo>
                      <a:lnTo>
                        <a:pt x="512" y="240"/>
                      </a:lnTo>
                      <a:lnTo>
                        <a:pt x="512" y="240"/>
                      </a:lnTo>
                      <a:lnTo>
                        <a:pt x="514" y="240"/>
                      </a:lnTo>
                      <a:lnTo>
                        <a:pt x="518" y="238"/>
                      </a:lnTo>
                      <a:lnTo>
                        <a:pt x="524" y="234"/>
                      </a:lnTo>
                      <a:lnTo>
                        <a:pt x="524" y="234"/>
                      </a:lnTo>
                      <a:lnTo>
                        <a:pt x="530" y="234"/>
                      </a:lnTo>
                      <a:lnTo>
                        <a:pt x="530" y="234"/>
                      </a:lnTo>
                      <a:lnTo>
                        <a:pt x="528" y="248"/>
                      </a:lnTo>
                      <a:lnTo>
                        <a:pt x="528" y="248"/>
                      </a:lnTo>
                      <a:lnTo>
                        <a:pt x="536" y="254"/>
                      </a:lnTo>
                      <a:lnTo>
                        <a:pt x="536" y="254"/>
                      </a:lnTo>
                      <a:lnTo>
                        <a:pt x="538" y="244"/>
                      </a:lnTo>
                      <a:lnTo>
                        <a:pt x="538" y="244"/>
                      </a:lnTo>
                      <a:lnTo>
                        <a:pt x="542" y="242"/>
                      </a:lnTo>
                      <a:lnTo>
                        <a:pt x="542" y="242"/>
                      </a:lnTo>
                      <a:lnTo>
                        <a:pt x="544" y="244"/>
                      </a:lnTo>
                      <a:lnTo>
                        <a:pt x="546" y="244"/>
                      </a:lnTo>
                      <a:lnTo>
                        <a:pt x="550" y="244"/>
                      </a:lnTo>
                      <a:lnTo>
                        <a:pt x="550" y="244"/>
                      </a:lnTo>
                      <a:lnTo>
                        <a:pt x="552" y="242"/>
                      </a:lnTo>
                      <a:lnTo>
                        <a:pt x="552" y="242"/>
                      </a:lnTo>
                      <a:lnTo>
                        <a:pt x="552" y="232"/>
                      </a:lnTo>
                      <a:lnTo>
                        <a:pt x="552" y="226"/>
                      </a:lnTo>
                      <a:lnTo>
                        <a:pt x="550" y="222"/>
                      </a:lnTo>
                      <a:lnTo>
                        <a:pt x="550" y="222"/>
                      </a:lnTo>
                      <a:lnTo>
                        <a:pt x="548" y="220"/>
                      </a:lnTo>
                      <a:lnTo>
                        <a:pt x="548" y="220"/>
                      </a:lnTo>
                      <a:lnTo>
                        <a:pt x="548" y="218"/>
                      </a:lnTo>
                      <a:lnTo>
                        <a:pt x="548" y="218"/>
                      </a:lnTo>
                      <a:lnTo>
                        <a:pt x="554" y="216"/>
                      </a:lnTo>
                      <a:lnTo>
                        <a:pt x="554" y="216"/>
                      </a:lnTo>
                      <a:lnTo>
                        <a:pt x="556" y="212"/>
                      </a:lnTo>
                      <a:lnTo>
                        <a:pt x="556" y="212"/>
                      </a:lnTo>
                      <a:lnTo>
                        <a:pt x="562" y="212"/>
                      </a:lnTo>
                      <a:lnTo>
                        <a:pt x="566" y="214"/>
                      </a:lnTo>
                      <a:lnTo>
                        <a:pt x="566" y="214"/>
                      </a:lnTo>
                      <a:lnTo>
                        <a:pt x="572" y="214"/>
                      </a:lnTo>
                      <a:lnTo>
                        <a:pt x="576" y="212"/>
                      </a:lnTo>
                      <a:lnTo>
                        <a:pt x="576" y="210"/>
                      </a:lnTo>
                      <a:lnTo>
                        <a:pt x="578" y="210"/>
                      </a:lnTo>
                      <a:lnTo>
                        <a:pt x="578" y="210"/>
                      </a:lnTo>
                      <a:lnTo>
                        <a:pt x="582" y="210"/>
                      </a:lnTo>
                      <a:lnTo>
                        <a:pt x="584" y="210"/>
                      </a:lnTo>
                      <a:lnTo>
                        <a:pt x="586" y="214"/>
                      </a:lnTo>
                      <a:lnTo>
                        <a:pt x="586" y="214"/>
                      </a:lnTo>
                      <a:lnTo>
                        <a:pt x="588" y="214"/>
                      </a:lnTo>
                      <a:lnTo>
                        <a:pt x="590" y="214"/>
                      </a:lnTo>
                      <a:lnTo>
                        <a:pt x="590" y="214"/>
                      </a:lnTo>
                      <a:lnTo>
                        <a:pt x="590" y="216"/>
                      </a:lnTo>
                      <a:lnTo>
                        <a:pt x="592" y="218"/>
                      </a:lnTo>
                      <a:lnTo>
                        <a:pt x="592" y="218"/>
                      </a:lnTo>
                      <a:lnTo>
                        <a:pt x="600" y="218"/>
                      </a:lnTo>
                      <a:lnTo>
                        <a:pt x="606" y="220"/>
                      </a:lnTo>
                      <a:lnTo>
                        <a:pt x="606" y="220"/>
                      </a:lnTo>
                      <a:lnTo>
                        <a:pt x="604" y="232"/>
                      </a:lnTo>
                      <a:lnTo>
                        <a:pt x="606" y="232"/>
                      </a:lnTo>
                      <a:lnTo>
                        <a:pt x="610" y="224"/>
                      </a:lnTo>
                      <a:lnTo>
                        <a:pt x="610" y="224"/>
                      </a:lnTo>
                      <a:lnTo>
                        <a:pt x="622" y="228"/>
                      </a:lnTo>
                      <a:lnTo>
                        <a:pt x="622" y="228"/>
                      </a:lnTo>
                      <a:lnTo>
                        <a:pt x="620" y="230"/>
                      </a:lnTo>
                      <a:lnTo>
                        <a:pt x="620" y="230"/>
                      </a:lnTo>
                      <a:lnTo>
                        <a:pt x="620" y="232"/>
                      </a:lnTo>
                      <a:lnTo>
                        <a:pt x="620" y="232"/>
                      </a:lnTo>
                      <a:lnTo>
                        <a:pt x="626" y="234"/>
                      </a:lnTo>
                      <a:lnTo>
                        <a:pt x="632" y="236"/>
                      </a:lnTo>
                      <a:lnTo>
                        <a:pt x="638" y="244"/>
                      </a:lnTo>
                      <a:lnTo>
                        <a:pt x="638" y="244"/>
                      </a:lnTo>
                      <a:lnTo>
                        <a:pt x="640" y="248"/>
                      </a:lnTo>
                      <a:lnTo>
                        <a:pt x="640" y="248"/>
                      </a:lnTo>
                      <a:lnTo>
                        <a:pt x="642" y="248"/>
                      </a:lnTo>
                      <a:lnTo>
                        <a:pt x="644" y="248"/>
                      </a:lnTo>
                      <a:lnTo>
                        <a:pt x="644" y="248"/>
                      </a:lnTo>
                      <a:lnTo>
                        <a:pt x="646" y="254"/>
                      </a:lnTo>
                      <a:lnTo>
                        <a:pt x="646" y="254"/>
                      </a:lnTo>
                      <a:lnTo>
                        <a:pt x="648" y="254"/>
                      </a:lnTo>
                      <a:lnTo>
                        <a:pt x="652" y="252"/>
                      </a:lnTo>
                      <a:lnTo>
                        <a:pt x="652" y="252"/>
                      </a:lnTo>
                      <a:lnTo>
                        <a:pt x="654" y="244"/>
                      </a:lnTo>
                      <a:lnTo>
                        <a:pt x="656" y="236"/>
                      </a:lnTo>
                      <a:lnTo>
                        <a:pt x="654" y="236"/>
                      </a:lnTo>
                      <a:lnTo>
                        <a:pt x="654" y="236"/>
                      </a:lnTo>
                      <a:lnTo>
                        <a:pt x="652" y="238"/>
                      </a:lnTo>
                      <a:lnTo>
                        <a:pt x="652" y="238"/>
                      </a:lnTo>
                      <a:lnTo>
                        <a:pt x="652" y="238"/>
                      </a:lnTo>
                      <a:lnTo>
                        <a:pt x="648" y="230"/>
                      </a:lnTo>
                      <a:lnTo>
                        <a:pt x="648" y="230"/>
                      </a:lnTo>
                      <a:lnTo>
                        <a:pt x="648" y="230"/>
                      </a:lnTo>
                      <a:lnTo>
                        <a:pt x="648" y="228"/>
                      </a:lnTo>
                      <a:lnTo>
                        <a:pt x="648" y="228"/>
                      </a:lnTo>
                      <a:lnTo>
                        <a:pt x="648" y="226"/>
                      </a:lnTo>
                      <a:lnTo>
                        <a:pt x="648" y="224"/>
                      </a:lnTo>
                      <a:lnTo>
                        <a:pt x="652" y="222"/>
                      </a:lnTo>
                      <a:lnTo>
                        <a:pt x="652" y="222"/>
                      </a:lnTo>
                      <a:lnTo>
                        <a:pt x="652" y="218"/>
                      </a:lnTo>
                      <a:lnTo>
                        <a:pt x="652" y="218"/>
                      </a:lnTo>
                      <a:lnTo>
                        <a:pt x="648" y="218"/>
                      </a:lnTo>
                      <a:lnTo>
                        <a:pt x="648" y="218"/>
                      </a:lnTo>
                      <a:lnTo>
                        <a:pt x="648" y="218"/>
                      </a:lnTo>
                      <a:lnTo>
                        <a:pt x="648" y="218"/>
                      </a:lnTo>
                      <a:lnTo>
                        <a:pt x="648" y="218"/>
                      </a:lnTo>
                      <a:lnTo>
                        <a:pt x="646" y="220"/>
                      </a:lnTo>
                      <a:lnTo>
                        <a:pt x="646" y="220"/>
                      </a:lnTo>
                      <a:lnTo>
                        <a:pt x="642" y="216"/>
                      </a:lnTo>
                      <a:lnTo>
                        <a:pt x="638" y="214"/>
                      </a:lnTo>
                      <a:lnTo>
                        <a:pt x="638" y="214"/>
                      </a:lnTo>
                      <a:lnTo>
                        <a:pt x="636" y="214"/>
                      </a:lnTo>
                      <a:lnTo>
                        <a:pt x="634" y="216"/>
                      </a:lnTo>
                      <a:lnTo>
                        <a:pt x="634" y="216"/>
                      </a:lnTo>
                      <a:lnTo>
                        <a:pt x="636" y="206"/>
                      </a:lnTo>
                      <a:lnTo>
                        <a:pt x="638" y="204"/>
                      </a:lnTo>
                      <a:lnTo>
                        <a:pt x="642" y="200"/>
                      </a:lnTo>
                      <a:lnTo>
                        <a:pt x="642" y="200"/>
                      </a:lnTo>
                      <a:lnTo>
                        <a:pt x="642" y="196"/>
                      </a:lnTo>
                      <a:lnTo>
                        <a:pt x="640" y="190"/>
                      </a:lnTo>
                      <a:lnTo>
                        <a:pt x="640" y="190"/>
                      </a:lnTo>
                      <a:lnTo>
                        <a:pt x="636" y="182"/>
                      </a:lnTo>
                      <a:lnTo>
                        <a:pt x="636" y="182"/>
                      </a:lnTo>
                      <a:lnTo>
                        <a:pt x="636" y="176"/>
                      </a:lnTo>
                      <a:lnTo>
                        <a:pt x="636" y="172"/>
                      </a:lnTo>
                      <a:lnTo>
                        <a:pt x="636" y="172"/>
                      </a:lnTo>
                      <a:lnTo>
                        <a:pt x="646" y="166"/>
                      </a:lnTo>
                      <a:lnTo>
                        <a:pt x="646" y="166"/>
                      </a:lnTo>
                      <a:lnTo>
                        <a:pt x="648" y="164"/>
                      </a:lnTo>
                      <a:lnTo>
                        <a:pt x="650" y="158"/>
                      </a:lnTo>
                      <a:lnTo>
                        <a:pt x="650" y="158"/>
                      </a:lnTo>
                      <a:lnTo>
                        <a:pt x="656" y="152"/>
                      </a:lnTo>
                      <a:lnTo>
                        <a:pt x="662" y="146"/>
                      </a:lnTo>
                      <a:lnTo>
                        <a:pt x="662" y="146"/>
                      </a:lnTo>
                      <a:lnTo>
                        <a:pt x="664" y="138"/>
                      </a:lnTo>
                      <a:lnTo>
                        <a:pt x="668" y="132"/>
                      </a:lnTo>
                      <a:lnTo>
                        <a:pt x="668" y="132"/>
                      </a:lnTo>
                      <a:lnTo>
                        <a:pt x="672" y="130"/>
                      </a:lnTo>
                      <a:lnTo>
                        <a:pt x="674" y="128"/>
                      </a:lnTo>
                      <a:lnTo>
                        <a:pt x="676" y="124"/>
                      </a:lnTo>
                      <a:lnTo>
                        <a:pt x="676" y="124"/>
                      </a:lnTo>
                      <a:lnTo>
                        <a:pt x="678" y="126"/>
                      </a:lnTo>
                      <a:lnTo>
                        <a:pt x="678" y="126"/>
                      </a:lnTo>
                      <a:lnTo>
                        <a:pt x="678" y="126"/>
                      </a:lnTo>
                      <a:lnTo>
                        <a:pt x="694" y="126"/>
                      </a:lnTo>
                      <a:lnTo>
                        <a:pt x="694" y="126"/>
                      </a:lnTo>
                      <a:lnTo>
                        <a:pt x="700" y="124"/>
                      </a:lnTo>
                      <a:lnTo>
                        <a:pt x="700" y="124"/>
                      </a:lnTo>
                      <a:lnTo>
                        <a:pt x="706" y="128"/>
                      </a:lnTo>
                      <a:lnTo>
                        <a:pt x="706" y="128"/>
                      </a:lnTo>
                      <a:lnTo>
                        <a:pt x="710" y="128"/>
                      </a:lnTo>
                      <a:lnTo>
                        <a:pt x="710" y="128"/>
                      </a:lnTo>
                      <a:lnTo>
                        <a:pt x="710" y="134"/>
                      </a:lnTo>
                      <a:lnTo>
                        <a:pt x="710" y="134"/>
                      </a:lnTo>
                      <a:lnTo>
                        <a:pt x="714" y="138"/>
                      </a:lnTo>
                      <a:lnTo>
                        <a:pt x="714" y="138"/>
                      </a:lnTo>
                      <a:lnTo>
                        <a:pt x="714" y="140"/>
                      </a:lnTo>
                      <a:lnTo>
                        <a:pt x="712" y="140"/>
                      </a:lnTo>
                      <a:lnTo>
                        <a:pt x="712" y="140"/>
                      </a:lnTo>
                      <a:lnTo>
                        <a:pt x="712" y="144"/>
                      </a:lnTo>
                      <a:lnTo>
                        <a:pt x="714" y="146"/>
                      </a:lnTo>
                      <a:lnTo>
                        <a:pt x="714" y="146"/>
                      </a:lnTo>
                      <a:lnTo>
                        <a:pt x="710" y="150"/>
                      </a:lnTo>
                      <a:lnTo>
                        <a:pt x="710" y="150"/>
                      </a:lnTo>
                      <a:lnTo>
                        <a:pt x="710" y="158"/>
                      </a:lnTo>
                      <a:lnTo>
                        <a:pt x="710" y="162"/>
                      </a:lnTo>
                      <a:lnTo>
                        <a:pt x="708" y="166"/>
                      </a:lnTo>
                      <a:lnTo>
                        <a:pt x="708" y="166"/>
                      </a:lnTo>
                      <a:lnTo>
                        <a:pt x="704" y="172"/>
                      </a:lnTo>
                      <a:lnTo>
                        <a:pt x="702" y="174"/>
                      </a:lnTo>
                      <a:lnTo>
                        <a:pt x="702" y="180"/>
                      </a:lnTo>
                      <a:lnTo>
                        <a:pt x="702" y="180"/>
                      </a:lnTo>
                      <a:lnTo>
                        <a:pt x="702" y="182"/>
                      </a:lnTo>
                      <a:lnTo>
                        <a:pt x="704" y="186"/>
                      </a:lnTo>
                      <a:lnTo>
                        <a:pt x="712" y="188"/>
                      </a:lnTo>
                      <a:lnTo>
                        <a:pt x="712" y="188"/>
                      </a:lnTo>
                      <a:lnTo>
                        <a:pt x="710" y="196"/>
                      </a:lnTo>
                      <a:lnTo>
                        <a:pt x="710" y="196"/>
                      </a:lnTo>
                      <a:lnTo>
                        <a:pt x="714" y="198"/>
                      </a:lnTo>
                      <a:lnTo>
                        <a:pt x="714" y="198"/>
                      </a:lnTo>
                      <a:lnTo>
                        <a:pt x="714" y="206"/>
                      </a:lnTo>
                      <a:lnTo>
                        <a:pt x="714" y="206"/>
                      </a:lnTo>
                      <a:lnTo>
                        <a:pt x="708" y="214"/>
                      </a:lnTo>
                      <a:lnTo>
                        <a:pt x="708" y="214"/>
                      </a:lnTo>
                      <a:lnTo>
                        <a:pt x="708" y="216"/>
                      </a:lnTo>
                      <a:lnTo>
                        <a:pt x="710" y="218"/>
                      </a:lnTo>
                      <a:lnTo>
                        <a:pt x="708" y="222"/>
                      </a:lnTo>
                      <a:lnTo>
                        <a:pt x="708" y="222"/>
                      </a:lnTo>
                      <a:lnTo>
                        <a:pt x="708" y="226"/>
                      </a:lnTo>
                      <a:lnTo>
                        <a:pt x="712" y="228"/>
                      </a:lnTo>
                      <a:lnTo>
                        <a:pt x="712" y="228"/>
                      </a:lnTo>
                      <a:lnTo>
                        <a:pt x="716" y="236"/>
                      </a:lnTo>
                      <a:lnTo>
                        <a:pt x="722" y="242"/>
                      </a:lnTo>
                      <a:lnTo>
                        <a:pt x="722" y="242"/>
                      </a:lnTo>
                      <a:lnTo>
                        <a:pt x="718" y="254"/>
                      </a:lnTo>
                      <a:lnTo>
                        <a:pt x="718" y="260"/>
                      </a:lnTo>
                      <a:lnTo>
                        <a:pt x="722" y="266"/>
                      </a:lnTo>
                      <a:lnTo>
                        <a:pt x="722" y="266"/>
                      </a:lnTo>
                      <a:lnTo>
                        <a:pt x="716" y="268"/>
                      </a:lnTo>
                      <a:lnTo>
                        <a:pt x="716" y="268"/>
                      </a:lnTo>
                      <a:lnTo>
                        <a:pt x="716" y="274"/>
                      </a:lnTo>
                      <a:lnTo>
                        <a:pt x="716" y="274"/>
                      </a:lnTo>
                      <a:lnTo>
                        <a:pt x="712" y="276"/>
                      </a:lnTo>
                      <a:lnTo>
                        <a:pt x="712" y="280"/>
                      </a:lnTo>
                      <a:lnTo>
                        <a:pt x="712" y="280"/>
                      </a:lnTo>
                      <a:lnTo>
                        <a:pt x="708" y="284"/>
                      </a:lnTo>
                      <a:lnTo>
                        <a:pt x="708" y="284"/>
                      </a:lnTo>
                      <a:lnTo>
                        <a:pt x="700" y="280"/>
                      </a:lnTo>
                      <a:lnTo>
                        <a:pt x="700" y="280"/>
                      </a:lnTo>
                      <a:lnTo>
                        <a:pt x="696" y="286"/>
                      </a:lnTo>
                      <a:lnTo>
                        <a:pt x="696" y="286"/>
                      </a:lnTo>
                      <a:lnTo>
                        <a:pt x="692" y="288"/>
                      </a:lnTo>
                      <a:lnTo>
                        <a:pt x="684" y="288"/>
                      </a:lnTo>
                      <a:lnTo>
                        <a:pt x="670" y="288"/>
                      </a:lnTo>
                      <a:lnTo>
                        <a:pt x="670" y="288"/>
                      </a:lnTo>
                      <a:lnTo>
                        <a:pt x="670" y="292"/>
                      </a:lnTo>
                      <a:lnTo>
                        <a:pt x="670" y="292"/>
                      </a:lnTo>
                      <a:lnTo>
                        <a:pt x="678" y="296"/>
                      </a:lnTo>
                      <a:lnTo>
                        <a:pt x="682" y="300"/>
                      </a:lnTo>
                      <a:lnTo>
                        <a:pt x="688" y="300"/>
                      </a:lnTo>
                      <a:lnTo>
                        <a:pt x="690" y="298"/>
                      </a:lnTo>
                      <a:lnTo>
                        <a:pt x="690" y="298"/>
                      </a:lnTo>
                      <a:lnTo>
                        <a:pt x="696" y="298"/>
                      </a:lnTo>
                      <a:lnTo>
                        <a:pt x="702" y="298"/>
                      </a:lnTo>
                      <a:lnTo>
                        <a:pt x="702" y="298"/>
                      </a:lnTo>
                      <a:lnTo>
                        <a:pt x="702" y="302"/>
                      </a:lnTo>
                      <a:lnTo>
                        <a:pt x="702" y="302"/>
                      </a:lnTo>
                      <a:lnTo>
                        <a:pt x="706" y="304"/>
                      </a:lnTo>
                      <a:lnTo>
                        <a:pt x="706" y="304"/>
                      </a:lnTo>
                      <a:lnTo>
                        <a:pt x="708" y="312"/>
                      </a:lnTo>
                      <a:lnTo>
                        <a:pt x="708" y="312"/>
                      </a:lnTo>
                      <a:lnTo>
                        <a:pt x="710" y="312"/>
                      </a:lnTo>
                      <a:lnTo>
                        <a:pt x="714" y="312"/>
                      </a:lnTo>
                      <a:lnTo>
                        <a:pt x="714" y="312"/>
                      </a:lnTo>
                      <a:lnTo>
                        <a:pt x="714" y="312"/>
                      </a:lnTo>
                      <a:lnTo>
                        <a:pt x="716" y="314"/>
                      </a:lnTo>
                      <a:lnTo>
                        <a:pt x="716" y="314"/>
                      </a:lnTo>
                      <a:lnTo>
                        <a:pt x="712" y="296"/>
                      </a:lnTo>
                      <a:lnTo>
                        <a:pt x="712" y="296"/>
                      </a:lnTo>
                      <a:lnTo>
                        <a:pt x="704" y="294"/>
                      </a:lnTo>
                      <a:lnTo>
                        <a:pt x="704" y="294"/>
                      </a:lnTo>
                      <a:lnTo>
                        <a:pt x="706" y="290"/>
                      </a:lnTo>
                      <a:lnTo>
                        <a:pt x="706" y="290"/>
                      </a:lnTo>
                      <a:lnTo>
                        <a:pt x="716" y="288"/>
                      </a:lnTo>
                      <a:lnTo>
                        <a:pt x="716" y="288"/>
                      </a:lnTo>
                      <a:lnTo>
                        <a:pt x="722" y="286"/>
                      </a:lnTo>
                      <a:lnTo>
                        <a:pt x="726" y="286"/>
                      </a:lnTo>
                      <a:lnTo>
                        <a:pt x="734" y="274"/>
                      </a:lnTo>
                      <a:lnTo>
                        <a:pt x="734" y="274"/>
                      </a:lnTo>
                      <a:lnTo>
                        <a:pt x="734" y="270"/>
                      </a:lnTo>
                      <a:lnTo>
                        <a:pt x="734" y="270"/>
                      </a:lnTo>
                      <a:lnTo>
                        <a:pt x="734" y="268"/>
                      </a:lnTo>
                      <a:lnTo>
                        <a:pt x="734" y="268"/>
                      </a:lnTo>
                      <a:lnTo>
                        <a:pt x="736" y="262"/>
                      </a:lnTo>
                      <a:lnTo>
                        <a:pt x="736" y="262"/>
                      </a:lnTo>
                      <a:lnTo>
                        <a:pt x="738" y="258"/>
                      </a:lnTo>
                      <a:lnTo>
                        <a:pt x="738" y="252"/>
                      </a:lnTo>
                      <a:lnTo>
                        <a:pt x="738" y="252"/>
                      </a:lnTo>
                      <a:lnTo>
                        <a:pt x="734" y="248"/>
                      </a:lnTo>
                      <a:lnTo>
                        <a:pt x="734" y="248"/>
                      </a:lnTo>
                      <a:lnTo>
                        <a:pt x="736" y="244"/>
                      </a:lnTo>
                      <a:lnTo>
                        <a:pt x="736" y="244"/>
                      </a:lnTo>
                      <a:lnTo>
                        <a:pt x="738" y="240"/>
                      </a:lnTo>
                      <a:lnTo>
                        <a:pt x="738" y="236"/>
                      </a:lnTo>
                      <a:lnTo>
                        <a:pt x="738" y="236"/>
                      </a:lnTo>
                      <a:lnTo>
                        <a:pt x="742" y="236"/>
                      </a:lnTo>
                      <a:lnTo>
                        <a:pt x="746" y="234"/>
                      </a:lnTo>
                      <a:lnTo>
                        <a:pt x="756" y="232"/>
                      </a:lnTo>
                      <a:lnTo>
                        <a:pt x="756" y="232"/>
                      </a:lnTo>
                      <a:lnTo>
                        <a:pt x="758" y="228"/>
                      </a:lnTo>
                      <a:lnTo>
                        <a:pt x="758" y="228"/>
                      </a:lnTo>
                      <a:lnTo>
                        <a:pt x="766" y="228"/>
                      </a:lnTo>
                      <a:lnTo>
                        <a:pt x="766" y="228"/>
                      </a:lnTo>
                      <a:lnTo>
                        <a:pt x="770" y="240"/>
                      </a:lnTo>
                      <a:lnTo>
                        <a:pt x="770" y="240"/>
                      </a:lnTo>
                      <a:lnTo>
                        <a:pt x="772" y="244"/>
                      </a:lnTo>
                      <a:lnTo>
                        <a:pt x="772" y="244"/>
                      </a:lnTo>
                      <a:lnTo>
                        <a:pt x="774" y="250"/>
                      </a:lnTo>
                      <a:lnTo>
                        <a:pt x="774" y="256"/>
                      </a:lnTo>
                      <a:lnTo>
                        <a:pt x="770" y="270"/>
                      </a:lnTo>
                      <a:lnTo>
                        <a:pt x="770" y="270"/>
                      </a:lnTo>
                      <a:lnTo>
                        <a:pt x="776" y="276"/>
                      </a:lnTo>
                      <a:lnTo>
                        <a:pt x="776" y="276"/>
                      </a:lnTo>
                      <a:lnTo>
                        <a:pt x="782" y="280"/>
                      </a:lnTo>
                      <a:lnTo>
                        <a:pt x="782" y="280"/>
                      </a:lnTo>
                      <a:lnTo>
                        <a:pt x="784" y="278"/>
                      </a:lnTo>
                      <a:lnTo>
                        <a:pt x="782" y="278"/>
                      </a:lnTo>
                      <a:lnTo>
                        <a:pt x="782" y="278"/>
                      </a:lnTo>
                      <a:lnTo>
                        <a:pt x="782" y="272"/>
                      </a:lnTo>
                      <a:lnTo>
                        <a:pt x="782" y="272"/>
                      </a:lnTo>
                      <a:lnTo>
                        <a:pt x="788" y="270"/>
                      </a:lnTo>
                      <a:lnTo>
                        <a:pt x="788" y="270"/>
                      </a:lnTo>
                      <a:lnTo>
                        <a:pt x="790" y="274"/>
                      </a:lnTo>
                      <a:lnTo>
                        <a:pt x="790" y="274"/>
                      </a:lnTo>
                      <a:lnTo>
                        <a:pt x="798" y="276"/>
                      </a:lnTo>
                      <a:lnTo>
                        <a:pt x="806" y="276"/>
                      </a:lnTo>
                      <a:lnTo>
                        <a:pt x="806" y="276"/>
                      </a:lnTo>
                      <a:lnTo>
                        <a:pt x="804" y="272"/>
                      </a:lnTo>
                      <a:lnTo>
                        <a:pt x="804" y="272"/>
                      </a:lnTo>
                      <a:lnTo>
                        <a:pt x="796" y="270"/>
                      </a:lnTo>
                      <a:lnTo>
                        <a:pt x="788" y="268"/>
                      </a:lnTo>
                      <a:lnTo>
                        <a:pt x="788" y="268"/>
                      </a:lnTo>
                      <a:lnTo>
                        <a:pt x="784" y="264"/>
                      </a:lnTo>
                      <a:lnTo>
                        <a:pt x="784" y="264"/>
                      </a:lnTo>
                      <a:lnTo>
                        <a:pt x="780" y="264"/>
                      </a:lnTo>
                      <a:lnTo>
                        <a:pt x="780" y="264"/>
                      </a:lnTo>
                      <a:lnTo>
                        <a:pt x="780" y="258"/>
                      </a:lnTo>
                      <a:lnTo>
                        <a:pt x="780" y="256"/>
                      </a:lnTo>
                      <a:lnTo>
                        <a:pt x="788" y="252"/>
                      </a:lnTo>
                      <a:lnTo>
                        <a:pt x="788" y="252"/>
                      </a:lnTo>
                      <a:lnTo>
                        <a:pt x="786" y="248"/>
                      </a:lnTo>
                      <a:lnTo>
                        <a:pt x="786" y="248"/>
                      </a:lnTo>
                      <a:lnTo>
                        <a:pt x="784" y="244"/>
                      </a:lnTo>
                      <a:lnTo>
                        <a:pt x="784" y="242"/>
                      </a:lnTo>
                      <a:lnTo>
                        <a:pt x="784" y="242"/>
                      </a:lnTo>
                      <a:lnTo>
                        <a:pt x="780" y="240"/>
                      </a:lnTo>
                      <a:lnTo>
                        <a:pt x="780" y="240"/>
                      </a:lnTo>
                      <a:lnTo>
                        <a:pt x="778" y="234"/>
                      </a:lnTo>
                      <a:lnTo>
                        <a:pt x="776" y="228"/>
                      </a:lnTo>
                      <a:lnTo>
                        <a:pt x="776" y="228"/>
                      </a:lnTo>
                      <a:lnTo>
                        <a:pt x="766" y="224"/>
                      </a:lnTo>
                      <a:lnTo>
                        <a:pt x="752" y="222"/>
                      </a:lnTo>
                      <a:lnTo>
                        <a:pt x="752" y="222"/>
                      </a:lnTo>
                      <a:lnTo>
                        <a:pt x="748" y="224"/>
                      </a:lnTo>
                      <a:lnTo>
                        <a:pt x="744" y="226"/>
                      </a:lnTo>
                      <a:lnTo>
                        <a:pt x="744" y="226"/>
                      </a:lnTo>
                      <a:lnTo>
                        <a:pt x="736" y="226"/>
                      </a:lnTo>
                      <a:lnTo>
                        <a:pt x="736" y="226"/>
                      </a:lnTo>
                      <a:lnTo>
                        <a:pt x="734" y="226"/>
                      </a:lnTo>
                      <a:lnTo>
                        <a:pt x="734" y="228"/>
                      </a:lnTo>
                      <a:lnTo>
                        <a:pt x="734" y="228"/>
                      </a:lnTo>
                      <a:lnTo>
                        <a:pt x="732" y="228"/>
                      </a:lnTo>
                      <a:lnTo>
                        <a:pt x="730" y="228"/>
                      </a:lnTo>
                      <a:lnTo>
                        <a:pt x="730" y="228"/>
                      </a:lnTo>
                      <a:lnTo>
                        <a:pt x="730" y="220"/>
                      </a:lnTo>
                      <a:lnTo>
                        <a:pt x="728" y="218"/>
                      </a:lnTo>
                      <a:lnTo>
                        <a:pt x="728" y="218"/>
                      </a:lnTo>
                      <a:lnTo>
                        <a:pt x="726" y="210"/>
                      </a:lnTo>
                      <a:lnTo>
                        <a:pt x="726" y="210"/>
                      </a:lnTo>
                      <a:lnTo>
                        <a:pt x="728" y="206"/>
                      </a:lnTo>
                      <a:lnTo>
                        <a:pt x="730" y="202"/>
                      </a:lnTo>
                      <a:lnTo>
                        <a:pt x="730" y="202"/>
                      </a:lnTo>
                      <a:lnTo>
                        <a:pt x="730" y="196"/>
                      </a:lnTo>
                      <a:lnTo>
                        <a:pt x="726" y="190"/>
                      </a:lnTo>
                      <a:lnTo>
                        <a:pt x="726" y="190"/>
                      </a:lnTo>
                      <a:lnTo>
                        <a:pt x="722" y="186"/>
                      </a:lnTo>
                      <a:lnTo>
                        <a:pt x="722" y="186"/>
                      </a:lnTo>
                      <a:lnTo>
                        <a:pt x="722" y="182"/>
                      </a:lnTo>
                      <a:lnTo>
                        <a:pt x="722" y="182"/>
                      </a:lnTo>
                      <a:lnTo>
                        <a:pt x="724" y="180"/>
                      </a:lnTo>
                      <a:lnTo>
                        <a:pt x="726" y="176"/>
                      </a:lnTo>
                      <a:lnTo>
                        <a:pt x="726" y="176"/>
                      </a:lnTo>
                      <a:lnTo>
                        <a:pt x="726" y="174"/>
                      </a:lnTo>
                      <a:lnTo>
                        <a:pt x="726" y="170"/>
                      </a:lnTo>
                      <a:lnTo>
                        <a:pt x="726" y="170"/>
                      </a:lnTo>
                      <a:lnTo>
                        <a:pt x="728" y="168"/>
                      </a:lnTo>
                      <a:lnTo>
                        <a:pt x="730" y="168"/>
                      </a:lnTo>
                      <a:lnTo>
                        <a:pt x="730" y="168"/>
                      </a:lnTo>
                      <a:lnTo>
                        <a:pt x="734" y="164"/>
                      </a:lnTo>
                      <a:lnTo>
                        <a:pt x="736" y="158"/>
                      </a:lnTo>
                      <a:lnTo>
                        <a:pt x="736" y="158"/>
                      </a:lnTo>
                      <a:lnTo>
                        <a:pt x="738" y="150"/>
                      </a:lnTo>
                      <a:lnTo>
                        <a:pt x="738" y="144"/>
                      </a:lnTo>
                      <a:lnTo>
                        <a:pt x="734" y="132"/>
                      </a:lnTo>
                      <a:lnTo>
                        <a:pt x="734" y="132"/>
                      </a:lnTo>
                      <a:lnTo>
                        <a:pt x="738" y="130"/>
                      </a:lnTo>
                      <a:lnTo>
                        <a:pt x="738" y="130"/>
                      </a:lnTo>
                      <a:lnTo>
                        <a:pt x="742" y="138"/>
                      </a:lnTo>
                      <a:lnTo>
                        <a:pt x="742" y="138"/>
                      </a:lnTo>
                      <a:lnTo>
                        <a:pt x="742" y="140"/>
                      </a:lnTo>
                      <a:lnTo>
                        <a:pt x="740" y="142"/>
                      </a:lnTo>
                      <a:lnTo>
                        <a:pt x="740" y="142"/>
                      </a:lnTo>
                      <a:lnTo>
                        <a:pt x="740" y="144"/>
                      </a:lnTo>
                      <a:lnTo>
                        <a:pt x="742" y="146"/>
                      </a:lnTo>
                      <a:lnTo>
                        <a:pt x="744" y="150"/>
                      </a:lnTo>
                      <a:lnTo>
                        <a:pt x="744" y="150"/>
                      </a:lnTo>
                      <a:lnTo>
                        <a:pt x="742" y="154"/>
                      </a:lnTo>
                      <a:lnTo>
                        <a:pt x="742" y="154"/>
                      </a:lnTo>
                      <a:lnTo>
                        <a:pt x="740" y="158"/>
                      </a:lnTo>
                      <a:lnTo>
                        <a:pt x="740" y="160"/>
                      </a:lnTo>
                      <a:lnTo>
                        <a:pt x="742" y="160"/>
                      </a:lnTo>
                      <a:lnTo>
                        <a:pt x="742" y="160"/>
                      </a:lnTo>
                      <a:lnTo>
                        <a:pt x="742" y="166"/>
                      </a:lnTo>
                      <a:lnTo>
                        <a:pt x="742" y="166"/>
                      </a:lnTo>
                      <a:lnTo>
                        <a:pt x="746" y="172"/>
                      </a:lnTo>
                      <a:lnTo>
                        <a:pt x="748" y="176"/>
                      </a:lnTo>
                      <a:lnTo>
                        <a:pt x="744" y="180"/>
                      </a:lnTo>
                      <a:lnTo>
                        <a:pt x="744" y="180"/>
                      </a:lnTo>
                      <a:lnTo>
                        <a:pt x="744" y="180"/>
                      </a:lnTo>
                      <a:lnTo>
                        <a:pt x="748" y="184"/>
                      </a:lnTo>
                      <a:lnTo>
                        <a:pt x="752" y="186"/>
                      </a:lnTo>
                      <a:lnTo>
                        <a:pt x="752" y="186"/>
                      </a:lnTo>
                      <a:lnTo>
                        <a:pt x="754" y="186"/>
                      </a:lnTo>
                      <a:lnTo>
                        <a:pt x="756" y="184"/>
                      </a:lnTo>
                      <a:lnTo>
                        <a:pt x="758" y="182"/>
                      </a:lnTo>
                      <a:lnTo>
                        <a:pt x="758" y="182"/>
                      </a:lnTo>
                      <a:lnTo>
                        <a:pt x="764" y="182"/>
                      </a:lnTo>
                      <a:lnTo>
                        <a:pt x="766" y="184"/>
                      </a:lnTo>
                      <a:lnTo>
                        <a:pt x="766" y="184"/>
                      </a:lnTo>
                      <a:lnTo>
                        <a:pt x="778" y="182"/>
                      </a:lnTo>
                      <a:lnTo>
                        <a:pt x="780" y="184"/>
                      </a:lnTo>
                      <a:lnTo>
                        <a:pt x="780" y="184"/>
                      </a:lnTo>
                      <a:lnTo>
                        <a:pt x="782" y="182"/>
                      </a:lnTo>
                      <a:lnTo>
                        <a:pt x="782" y="182"/>
                      </a:lnTo>
                      <a:lnTo>
                        <a:pt x="780" y="178"/>
                      </a:lnTo>
                      <a:lnTo>
                        <a:pt x="780" y="178"/>
                      </a:lnTo>
                      <a:lnTo>
                        <a:pt x="776" y="178"/>
                      </a:lnTo>
                      <a:lnTo>
                        <a:pt x="776" y="178"/>
                      </a:lnTo>
                      <a:lnTo>
                        <a:pt x="774" y="174"/>
                      </a:lnTo>
                      <a:lnTo>
                        <a:pt x="774" y="174"/>
                      </a:lnTo>
                      <a:lnTo>
                        <a:pt x="768" y="174"/>
                      </a:lnTo>
                      <a:lnTo>
                        <a:pt x="768" y="174"/>
                      </a:lnTo>
                      <a:lnTo>
                        <a:pt x="766" y="170"/>
                      </a:lnTo>
                      <a:lnTo>
                        <a:pt x="766" y="170"/>
                      </a:lnTo>
                      <a:lnTo>
                        <a:pt x="764" y="170"/>
                      </a:lnTo>
                      <a:lnTo>
                        <a:pt x="760" y="168"/>
                      </a:lnTo>
                      <a:lnTo>
                        <a:pt x="760" y="168"/>
                      </a:lnTo>
                      <a:lnTo>
                        <a:pt x="764" y="158"/>
                      </a:lnTo>
                      <a:lnTo>
                        <a:pt x="764" y="158"/>
                      </a:lnTo>
                      <a:lnTo>
                        <a:pt x="774" y="160"/>
                      </a:lnTo>
                      <a:lnTo>
                        <a:pt x="782" y="164"/>
                      </a:lnTo>
                      <a:lnTo>
                        <a:pt x="782" y="164"/>
                      </a:lnTo>
                      <a:lnTo>
                        <a:pt x="782" y="164"/>
                      </a:lnTo>
                      <a:lnTo>
                        <a:pt x="784" y="164"/>
                      </a:lnTo>
                      <a:lnTo>
                        <a:pt x="784" y="164"/>
                      </a:lnTo>
                      <a:lnTo>
                        <a:pt x="788" y="162"/>
                      </a:lnTo>
                      <a:lnTo>
                        <a:pt x="790" y="156"/>
                      </a:lnTo>
                      <a:lnTo>
                        <a:pt x="790" y="156"/>
                      </a:lnTo>
                      <a:lnTo>
                        <a:pt x="786" y="154"/>
                      </a:lnTo>
                      <a:lnTo>
                        <a:pt x="786" y="154"/>
                      </a:lnTo>
                      <a:lnTo>
                        <a:pt x="780" y="154"/>
                      </a:lnTo>
                      <a:lnTo>
                        <a:pt x="780" y="154"/>
                      </a:lnTo>
                      <a:lnTo>
                        <a:pt x="790" y="148"/>
                      </a:lnTo>
                      <a:lnTo>
                        <a:pt x="794" y="146"/>
                      </a:lnTo>
                      <a:lnTo>
                        <a:pt x="802" y="146"/>
                      </a:lnTo>
                      <a:lnTo>
                        <a:pt x="802" y="146"/>
                      </a:lnTo>
                      <a:lnTo>
                        <a:pt x="812" y="150"/>
                      </a:lnTo>
                      <a:lnTo>
                        <a:pt x="812" y="150"/>
                      </a:lnTo>
                      <a:lnTo>
                        <a:pt x="816" y="154"/>
                      </a:lnTo>
                      <a:lnTo>
                        <a:pt x="816" y="154"/>
                      </a:lnTo>
                      <a:lnTo>
                        <a:pt x="820" y="154"/>
                      </a:lnTo>
                      <a:lnTo>
                        <a:pt x="820" y="154"/>
                      </a:lnTo>
                      <a:lnTo>
                        <a:pt x="822" y="158"/>
                      </a:lnTo>
                      <a:lnTo>
                        <a:pt x="826" y="162"/>
                      </a:lnTo>
                      <a:lnTo>
                        <a:pt x="826" y="162"/>
                      </a:lnTo>
                      <a:lnTo>
                        <a:pt x="832" y="162"/>
                      </a:lnTo>
                      <a:lnTo>
                        <a:pt x="836" y="162"/>
                      </a:lnTo>
                      <a:lnTo>
                        <a:pt x="842" y="162"/>
                      </a:lnTo>
                      <a:lnTo>
                        <a:pt x="848" y="162"/>
                      </a:lnTo>
                      <a:lnTo>
                        <a:pt x="848" y="162"/>
                      </a:lnTo>
                      <a:lnTo>
                        <a:pt x="850" y="164"/>
                      </a:lnTo>
                      <a:lnTo>
                        <a:pt x="850" y="166"/>
                      </a:lnTo>
                      <a:lnTo>
                        <a:pt x="848" y="168"/>
                      </a:lnTo>
                      <a:lnTo>
                        <a:pt x="844" y="174"/>
                      </a:lnTo>
                      <a:lnTo>
                        <a:pt x="844" y="174"/>
                      </a:lnTo>
                      <a:lnTo>
                        <a:pt x="840" y="178"/>
                      </a:lnTo>
                      <a:lnTo>
                        <a:pt x="840" y="182"/>
                      </a:lnTo>
                      <a:lnTo>
                        <a:pt x="840" y="192"/>
                      </a:lnTo>
                      <a:lnTo>
                        <a:pt x="838" y="194"/>
                      </a:lnTo>
                      <a:lnTo>
                        <a:pt x="838" y="194"/>
                      </a:lnTo>
                      <a:lnTo>
                        <a:pt x="834" y="202"/>
                      </a:lnTo>
                      <a:lnTo>
                        <a:pt x="830" y="210"/>
                      </a:lnTo>
                      <a:lnTo>
                        <a:pt x="830" y="210"/>
                      </a:lnTo>
                      <a:lnTo>
                        <a:pt x="834" y="208"/>
                      </a:lnTo>
                      <a:lnTo>
                        <a:pt x="834" y="208"/>
                      </a:lnTo>
                      <a:lnTo>
                        <a:pt x="840" y="202"/>
                      </a:lnTo>
                      <a:lnTo>
                        <a:pt x="840" y="202"/>
                      </a:lnTo>
                      <a:lnTo>
                        <a:pt x="842" y="202"/>
                      </a:lnTo>
                      <a:lnTo>
                        <a:pt x="842" y="202"/>
                      </a:lnTo>
                      <a:lnTo>
                        <a:pt x="842" y="206"/>
                      </a:lnTo>
                      <a:lnTo>
                        <a:pt x="848" y="210"/>
                      </a:lnTo>
                      <a:lnTo>
                        <a:pt x="848" y="210"/>
                      </a:lnTo>
                      <a:lnTo>
                        <a:pt x="848" y="214"/>
                      </a:lnTo>
                      <a:lnTo>
                        <a:pt x="848" y="214"/>
                      </a:lnTo>
                      <a:lnTo>
                        <a:pt x="858" y="216"/>
                      </a:lnTo>
                      <a:lnTo>
                        <a:pt x="868" y="218"/>
                      </a:lnTo>
                      <a:lnTo>
                        <a:pt x="868" y="218"/>
                      </a:lnTo>
                      <a:lnTo>
                        <a:pt x="870" y="216"/>
                      </a:lnTo>
                      <a:lnTo>
                        <a:pt x="872" y="214"/>
                      </a:lnTo>
                      <a:lnTo>
                        <a:pt x="874" y="214"/>
                      </a:lnTo>
                      <a:lnTo>
                        <a:pt x="874" y="214"/>
                      </a:lnTo>
                      <a:lnTo>
                        <a:pt x="876" y="216"/>
                      </a:lnTo>
                      <a:lnTo>
                        <a:pt x="876" y="216"/>
                      </a:lnTo>
                      <a:lnTo>
                        <a:pt x="880" y="218"/>
                      </a:lnTo>
                      <a:lnTo>
                        <a:pt x="880" y="218"/>
                      </a:lnTo>
                      <a:lnTo>
                        <a:pt x="880" y="224"/>
                      </a:lnTo>
                      <a:lnTo>
                        <a:pt x="880" y="224"/>
                      </a:lnTo>
                      <a:lnTo>
                        <a:pt x="884" y="224"/>
                      </a:lnTo>
                      <a:lnTo>
                        <a:pt x="886" y="226"/>
                      </a:lnTo>
                      <a:lnTo>
                        <a:pt x="886" y="226"/>
                      </a:lnTo>
                      <a:lnTo>
                        <a:pt x="884" y="218"/>
                      </a:lnTo>
                      <a:lnTo>
                        <a:pt x="884" y="216"/>
                      </a:lnTo>
                      <a:lnTo>
                        <a:pt x="880" y="214"/>
                      </a:lnTo>
                      <a:lnTo>
                        <a:pt x="880" y="214"/>
                      </a:lnTo>
                      <a:lnTo>
                        <a:pt x="878" y="214"/>
                      </a:lnTo>
                      <a:lnTo>
                        <a:pt x="876" y="214"/>
                      </a:lnTo>
                      <a:lnTo>
                        <a:pt x="876" y="214"/>
                      </a:lnTo>
                      <a:lnTo>
                        <a:pt x="874" y="210"/>
                      </a:lnTo>
                      <a:lnTo>
                        <a:pt x="874" y="210"/>
                      </a:lnTo>
                      <a:lnTo>
                        <a:pt x="872" y="210"/>
                      </a:lnTo>
                      <a:lnTo>
                        <a:pt x="872" y="210"/>
                      </a:lnTo>
                      <a:lnTo>
                        <a:pt x="868" y="212"/>
                      </a:lnTo>
                      <a:lnTo>
                        <a:pt x="862" y="214"/>
                      </a:lnTo>
                      <a:lnTo>
                        <a:pt x="862" y="214"/>
                      </a:lnTo>
                      <a:lnTo>
                        <a:pt x="850" y="206"/>
                      </a:lnTo>
                      <a:lnTo>
                        <a:pt x="848" y="200"/>
                      </a:lnTo>
                      <a:lnTo>
                        <a:pt x="848" y="200"/>
                      </a:lnTo>
                      <a:lnTo>
                        <a:pt x="858" y="198"/>
                      </a:lnTo>
                      <a:lnTo>
                        <a:pt x="858" y="198"/>
                      </a:lnTo>
                      <a:lnTo>
                        <a:pt x="858" y="190"/>
                      </a:lnTo>
                      <a:lnTo>
                        <a:pt x="858" y="190"/>
                      </a:lnTo>
                      <a:lnTo>
                        <a:pt x="854" y="184"/>
                      </a:lnTo>
                      <a:lnTo>
                        <a:pt x="854" y="180"/>
                      </a:lnTo>
                      <a:lnTo>
                        <a:pt x="854" y="178"/>
                      </a:lnTo>
                      <a:lnTo>
                        <a:pt x="854" y="178"/>
                      </a:lnTo>
                      <a:lnTo>
                        <a:pt x="856" y="172"/>
                      </a:lnTo>
                      <a:lnTo>
                        <a:pt x="858" y="168"/>
                      </a:lnTo>
                      <a:lnTo>
                        <a:pt x="858" y="168"/>
                      </a:lnTo>
                      <a:lnTo>
                        <a:pt x="858" y="166"/>
                      </a:lnTo>
                      <a:lnTo>
                        <a:pt x="858" y="162"/>
                      </a:lnTo>
                      <a:lnTo>
                        <a:pt x="858" y="162"/>
                      </a:lnTo>
                      <a:lnTo>
                        <a:pt x="846" y="158"/>
                      </a:lnTo>
                      <a:lnTo>
                        <a:pt x="846" y="158"/>
                      </a:lnTo>
                      <a:lnTo>
                        <a:pt x="846" y="154"/>
                      </a:lnTo>
                      <a:lnTo>
                        <a:pt x="842" y="152"/>
                      </a:lnTo>
                      <a:lnTo>
                        <a:pt x="842" y="152"/>
                      </a:lnTo>
                      <a:lnTo>
                        <a:pt x="838" y="152"/>
                      </a:lnTo>
                      <a:lnTo>
                        <a:pt x="834" y="152"/>
                      </a:lnTo>
                      <a:lnTo>
                        <a:pt x="832" y="150"/>
                      </a:lnTo>
                      <a:lnTo>
                        <a:pt x="832" y="150"/>
                      </a:lnTo>
                      <a:lnTo>
                        <a:pt x="826" y="146"/>
                      </a:lnTo>
                      <a:lnTo>
                        <a:pt x="822" y="144"/>
                      </a:lnTo>
                      <a:lnTo>
                        <a:pt x="820" y="138"/>
                      </a:lnTo>
                      <a:lnTo>
                        <a:pt x="822" y="130"/>
                      </a:lnTo>
                      <a:lnTo>
                        <a:pt x="822" y="130"/>
                      </a:lnTo>
                      <a:lnTo>
                        <a:pt x="824" y="122"/>
                      </a:lnTo>
                      <a:lnTo>
                        <a:pt x="824" y="122"/>
                      </a:lnTo>
                      <a:lnTo>
                        <a:pt x="824" y="120"/>
                      </a:lnTo>
                      <a:lnTo>
                        <a:pt x="824" y="118"/>
                      </a:lnTo>
                      <a:lnTo>
                        <a:pt x="824" y="118"/>
                      </a:lnTo>
                      <a:lnTo>
                        <a:pt x="828" y="110"/>
                      </a:lnTo>
                      <a:lnTo>
                        <a:pt x="828" y="110"/>
                      </a:lnTo>
                      <a:lnTo>
                        <a:pt x="830" y="110"/>
                      </a:lnTo>
                      <a:lnTo>
                        <a:pt x="832" y="110"/>
                      </a:lnTo>
                      <a:lnTo>
                        <a:pt x="834" y="108"/>
                      </a:lnTo>
                      <a:lnTo>
                        <a:pt x="834" y="108"/>
                      </a:lnTo>
                      <a:lnTo>
                        <a:pt x="840" y="108"/>
                      </a:lnTo>
                      <a:lnTo>
                        <a:pt x="844" y="108"/>
                      </a:lnTo>
                      <a:lnTo>
                        <a:pt x="848" y="106"/>
                      </a:lnTo>
                      <a:lnTo>
                        <a:pt x="848" y="106"/>
                      </a:lnTo>
                      <a:lnTo>
                        <a:pt x="852" y="106"/>
                      </a:lnTo>
                      <a:lnTo>
                        <a:pt x="858" y="108"/>
                      </a:lnTo>
                      <a:lnTo>
                        <a:pt x="858" y="108"/>
                      </a:lnTo>
                      <a:lnTo>
                        <a:pt x="862" y="104"/>
                      </a:lnTo>
                      <a:lnTo>
                        <a:pt x="866" y="104"/>
                      </a:lnTo>
                      <a:lnTo>
                        <a:pt x="870" y="104"/>
                      </a:lnTo>
                      <a:lnTo>
                        <a:pt x="870" y="104"/>
                      </a:lnTo>
                      <a:lnTo>
                        <a:pt x="874" y="106"/>
                      </a:lnTo>
                      <a:lnTo>
                        <a:pt x="876" y="108"/>
                      </a:lnTo>
                      <a:lnTo>
                        <a:pt x="878" y="108"/>
                      </a:lnTo>
                      <a:lnTo>
                        <a:pt x="880" y="106"/>
                      </a:lnTo>
                      <a:lnTo>
                        <a:pt x="880" y="106"/>
                      </a:lnTo>
                      <a:lnTo>
                        <a:pt x="882" y="106"/>
                      </a:lnTo>
                      <a:lnTo>
                        <a:pt x="886" y="106"/>
                      </a:lnTo>
                      <a:lnTo>
                        <a:pt x="886" y="106"/>
                      </a:lnTo>
                      <a:lnTo>
                        <a:pt x="890" y="104"/>
                      </a:lnTo>
                      <a:lnTo>
                        <a:pt x="896" y="104"/>
                      </a:lnTo>
                      <a:lnTo>
                        <a:pt x="896" y="104"/>
                      </a:lnTo>
                      <a:lnTo>
                        <a:pt x="900" y="104"/>
                      </a:lnTo>
                      <a:lnTo>
                        <a:pt x="902" y="106"/>
                      </a:lnTo>
                      <a:lnTo>
                        <a:pt x="902" y="108"/>
                      </a:lnTo>
                      <a:lnTo>
                        <a:pt x="900" y="112"/>
                      </a:lnTo>
                      <a:lnTo>
                        <a:pt x="900" y="112"/>
                      </a:lnTo>
                      <a:lnTo>
                        <a:pt x="900" y="112"/>
                      </a:lnTo>
                      <a:lnTo>
                        <a:pt x="902" y="114"/>
                      </a:lnTo>
                      <a:lnTo>
                        <a:pt x="908" y="114"/>
                      </a:lnTo>
                      <a:lnTo>
                        <a:pt x="908" y="114"/>
                      </a:lnTo>
                      <a:lnTo>
                        <a:pt x="908" y="114"/>
                      </a:lnTo>
                      <a:lnTo>
                        <a:pt x="908" y="110"/>
                      </a:lnTo>
                      <a:lnTo>
                        <a:pt x="906" y="104"/>
                      </a:lnTo>
                      <a:lnTo>
                        <a:pt x="902" y="96"/>
                      </a:lnTo>
                      <a:lnTo>
                        <a:pt x="902" y="96"/>
                      </a:lnTo>
                      <a:lnTo>
                        <a:pt x="898" y="94"/>
                      </a:lnTo>
                      <a:lnTo>
                        <a:pt x="894" y="92"/>
                      </a:lnTo>
                      <a:lnTo>
                        <a:pt x="894" y="92"/>
                      </a:lnTo>
                      <a:lnTo>
                        <a:pt x="894" y="88"/>
                      </a:lnTo>
                      <a:lnTo>
                        <a:pt x="894" y="88"/>
                      </a:lnTo>
                      <a:lnTo>
                        <a:pt x="900" y="88"/>
                      </a:lnTo>
                      <a:lnTo>
                        <a:pt x="906" y="88"/>
                      </a:lnTo>
                      <a:lnTo>
                        <a:pt x="906" y="86"/>
                      </a:lnTo>
                      <a:lnTo>
                        <a:pt x="906" y="86"/>
                      </a:lnTo>
                      <a:lnTo>
                        <a:pt x="904" y="84"/>
                      </a:lnTo>
                      <a:lnTo>
                        <a:pt x="902" y="82"/>
                      </a:lnTo>
                      <a:lnTo>
                        <a:pt x="902" y="82"/>
                      </a:lnTo>
                      <a:lnTo>
                        <a:pt x="900" y="80"/>
                      </a:lnTo>
                      <a:lnTo>
                        <a:pt x="896" y="80"/>
                      </a:lnTo>
                      <a:lnTo>
                        <a:pt x="896" y="80"/>
                      </a:lnTo>
                      <a:lnTo>
                        <a:pt x="898" y="76"/>
                      </a:lnTo>
                      <a:lnTo>
                        <a:pt x="898" y="76"/>
                      </a:lnTo>
                      <a:lnTo>
                        <a:pt x="908" y="82"/>
                      </a:lnTo>
                      <a:lnTo>
                        <a:pt x="908" y="82"/>
                      </a:lnTo>
                      <a:lnTo>
                        <a:pt x="910" y="74"/>
                      </a:lnTo>
                      <a:lnTo>
                        <a:pt x="912" y="70"/>
                      </a:lnTo>
                      <a:lnTo>
                        <a:pt x="912" y="70"/>
                      </a:lnTo>
                      <a:lnTo>
                        <a:pt x="916" y="70"/>
                      </a:lnTo>
                      <a:lnTo>
                        <a:pt x="916" y="70"/>
                      </a:lnTo>
                      <a:lnTo>
                        <a:pt x="918" y="66"/>
                      </a:lnTo>
                      <a:lnTo>
                        <a:pt x="918" y="66"/>
                      </a:lnTo>
                      <a:lnTo>
                        <a:pt x="914" y="64"/>
                      </a:lnTo>
                      <a:lnTo>
                        <a:pt x="914" y="64"/>
                      </a:lnTo>
                      <a:lnTo>
                        <a:pt x="910" y="64"/>
                      </a:lnTo>
                      <a:lnTo>
                        <a:pt x="910" y="64"/>
                      </a:lnTo>
                      <a:lnTo>
                        <a:pt x="910" y="62"/>
                      </a:lnTo>
                      <a:lnTo>
                        <a:pt x="910" y="62"/>
                      </a:lnTo>
                      <a:lnTo>
                        <a:pt x="916" y="62"/>
                      </a:lnTo>
                      <a:lnTo>
                        <a:pt x="922" y="62"/>
                      </a:lnTo>
                      <a:lnTo>
                        <a:pt x="924" y="60"/>
                      </a:lnTo>
                      <a:lnTo>
                        <a:pt x="924" y="60"/>
                      </a:lnTo>
                      <a:lnTo>
                        <a:pt x="932" y="60"/>
                      </a:lnTo>
                      <a:lnTo>
                        <a:pt x="932" y="58"/>
                      </a:lnTo>
                      <a:lnTo>
                        <a:pt x="932" y="58"/>
                      </a:lnTo>
                      <a:lnTo>
                        <a:pt x="938" y="58"/>
                      </a:lnTo>
                      <a:lnTo>
                        <a:pt x="938" y="58"/>
                      </a:lnTo>
                      <a:lnTo>
                        <a:pt x="942" y="54"/>
                      </a:lnTo>
                      <a:lnTo>
                        <a:pt x="946" y="52"/>
                      </a:lnTo>
                      <a:lnTo>
                        <a:pt x="946" y="52"/>
                      </a:lnTo>
                      <a:lnTo>
                        <a:pt x="950" y="54"/>
                      </a:lnTo>
                      <a:lnTo>
                        <a:pt x="952" y="54"/>
                      </a:lnTo>
                      <a:lnTo>
                        <a:pt x="952" y="54"/>
                      </a:lnTo>
                      <a:lnTo>
                        <a:pt x="960" y="52"/>
                      </a:lnTo>
                      <a:lnTo>
                        <a:pt x="960" y="52"/>
                      </a:lnTo>
                      <a:lnTo>
                        <a:pt x="964" y="52"/>
                      </a:lnTo>
                      <a:lnTo>
                        <a:pt x="970" y="52"/>
                      </a:lnTo>
                      <a:lnTo>
                        <a:pt x="970" y="52"/>
                      </a:lnTo>
                      <a:lnTo>
                        <a:pt x="976" y="48"/>
                      </a:lnTo>
                      <a:lnTo>
                        <a:pt x="976" y="48"/>
                      </a:lnTo>
                      <a:lnTo>
                        <a:pt x="982" y="48"/>
                      </a:lnTo>
                      <a:lnTo>
                        <a:pt x="988" y="48"/>
                      </a:lnTo>
                      <a:lnTo>
                        <a:pt x="988" y="48"/>
                      </a:lnTo>
                      <a:lnTo>
                        <a:pt x="992" y="46"/>
                      </a:lnTo>
                      <a:lnTo>
                        <a:pt x="992" y="44"/>
                      </a:lnTo>
                      <a:lnTo>
                        <a:pt x="992" y="42"/>
                      </a:lnTo>
                      <a:lnTo>
                        <a:pt x="996" y="42"/>
                      </a:lnTo>
                      <a:lnTo>
                        <a:pt x="996" y="42"/>
                      </a:lnTo>
                      <a:lnTo>
                        <a:pt x="998" y="42"/>
                      </a:lnTo>
                      <a:lnTo>
                        <a:pt x="1000" y="44"/>
                      </a:lnTo>
                      <a:lnTo>
                        <a:pt x="1000" y="44"/>
                      </a:lnTo>
                      <a:lnTo>
                        <a:pt x="1002" y="42"/>
                      </a:lnTo>
                      <a:lnTo>
                        <a:pt x="1002" y="42"/>
                      </a:lnTo>
                      <a:lnTo>
                        <a:pt x="1004" y="42"/>
                      </a:lnTo>
                      <a:lnTo>
                        <a:pt x="1004" y="42"/>
                      </a:lnTo>
                      <a:lnTo>
                        <a:pt x="1010" y="42"/>
                      </a:lnTo>
                      <a:lnTo>
                        <a:pt x="1010" y="42"/>
                      </a:lnTo>
                      <a:lnTo>
                        <a:pt x="1012" y="44"/>
                      </a:lnTo>
                      <a:lnTo>
                        <a:pt x="1014" y="44"/>
                      </a:lnTo>
                      <a:lnTo>
                        <a:pt x="1014" y="44"/>
                      </a:lnTo>
                      <a:lnTo>
                        <a:pt x="1016" y="40"/>
                      </a:lnTo>
                      <a:lnTo>
                        <a:pt x="1016" y="40"/>
                      </a:lnTo>
                      <a:lnTo>
                        <a:pt x="1024" y="44"/>
                      </a:lnTo>
                      <a:lnTo>
                        <a:pt x="1024" y="44"/>
                      </a:lnTo>
                      <a:lnTo>
                        <a:pt x="1028" y="42"/>
                      </a:lnTo>
                      <a:lnTo>
                        <a:pt x="1030" y="42"/>
                      </a:lnTo>
                      <a:lnTo>
                        <a:pt x="1034" y="42"/>
                      </a:lnTo>
                      <a:lnTo>
                        <a:pt x="1034" y="42"/>
                      </a:lnTo>
                      <a:lnTo>
                        <a:pt x="1036" y="46"/>
                      </a:lnTo>
                      <a:lnTo>
                        <a:pt x="1036" y="46"/>
                      </a:lnTo>
                      <a:lnTo>
                        <a:pt x="1036" y="46"/>
                      </a:lnTo>
                      <a:lnTo>
                        <a:pt x="1036" y="46"/>
                      </a:lnTo>
                      <a:lnTo>
                        <a:pt x="1032" y="50"/>
                      </a:lnTo>
                      <a:lnTo>
                        <a:pt x="1028" y="54"/>
                      </a:lnTo>
                      <a:lnTo>
                        <a:pt x="1028" y="56"/>
                      </a:lnTo>
                      <a:lnTo>
                        <a:pt x="1028" y="56"/>
                      </a:lnTo>
                      <a:lnTo>
                        <a:pt x="1036" y="54"/>
                      </a:lnTo>
                      <a:lnTo>
                        <a:pt x="1036" y="54"/>
                      </a:lnTo>
                      <a:lnTo>
                        <a:pt x="1038" y="50"/>
                      </a:lnTo>
                      <a:lnTo>
                        <a:pt x="1040" y="50"/>
                      </a:lnTo>
                      <a:lnTo>
                        <a:pt x="1040" y="50"/>
                      </a:lnTo>
                      <a:lnTo>
                        <a:pt x="1040" y="54"/>
                      </a:lnTo>
                      <a:lnTo>
                        <a:pt x="1042" y="54"/>
                      </a:lnTo>
                      <a:lnTo>
                        <a:pt x="1042" y="54"/>
                      </a:lnTo>
                      <a:lnTo>
                        <a:pt x="1044" y="50"/>
                      </a:lnTo>
                      <a:lnTo>
                        <a:pt x="1044" y="50"/>
                      </a:lnTo>
                      <a:lnTo>
                        <a:pt x="1048" y="50"/>
                      </a:lnTo>
                      <a:lnTo>
                        <a:pt x="1048" y="52"/>
                      </a:lnTo>
                      <a:lnTo>
                        <a:pt x="1048" y="52"/>
                      </a:lnTo>
                      <a:lnTo>
                        <a:pt x="1056" y="46"/>
                      </a:lnTo>
                      <a:lnTo>
                        <a:pt x="1056" y="46"/>
                      </a:lnTo>
                      <a:lnTo>
                        <a:pt x="1062" y="42"/>
                      </a:lnTo>
                      <a:lnTo>
                        <a:pt x="1064" y="40"/>
                      </a:lnTo>
                      <a:lnTo>
                        <a:pt x="1068" y="44"/>
                      </a:lnTo>
                      <a:lnTo>
                        <a:pt x="1068" y="44"/>
                      </a:lnTo>
                      <a:lnTo>
                        <a:pt x="1070" y="46"/>
                      </a:lnTo>
                      <a:lnTo>
                        <a:pt x="1068" y="50"/>
                      </a:lnTo>
                      <a:lnTo>
                        <a:pt x="1068" y="54"/>
                      </a:lnTo>
                      <a:lnTo>
                        <a:pt x="1070" y="56"/>
                      </a:lnTo>
                      <a:lnTo>
                        <a:pt x="1070" y="52"/>
                      </a:lnTo>
                      <a:lnTo>
                        <a:pt x="1070" y="52"/>
                      </a:lnTo>
                      <a:lnTo>
                        <a:pt x="1074" y="52"/>
                      </a:lnTo>
                      <a:lnTo>
                        <a:pt x="1074" y="52"/>
                      </a:lnTo>
                      <a:lnTo>
                        <a:pt x="1072" y="44"/>
                      </a:lnTo>
                      <a:lnTo>
                        <a:pt x="1072" y="42"/>
                      </a:lnTo>
                      <a:lnTo>
                        <a:pt x="1070" y="40"/>
                      </a:lnTo>
                      <a:lnTo>
                        <a:pt x="1070" y="40"/>
                      </a:lnTo>
                      <a:lnTo>
                        <a:pt x="1066" y="38"/>
                      </a:lnTo>
                      <a:lnTo>
                        <a:pt x="1066" y="38"/>
                      </a:lnTo>
                      <a:lnTo>
                        <a:pt x="1064" y="36"/>
                      </a:lnTo>
                      <a:lnTo>
                        <a:pt x="1064" y="36"/>
                      </a:lnTo>
                      <a:lnTo>
                        <a:pt x="1084" y="36"/>
                      </a:lnTo>
                      <a:lnTo>
                        <a:pt x="1084" y="36"/>
                      </a:lnTo>
                      <a:lnTo>
                        <a:pt x="1086" y="34"/>
                      </a:lnTo>
                      <a:lnTo>
                        <a:pt x="1090" y="32"/>
                      </a:lnTo>
                      <a:lnTo>
                        <a:pt x="1090" y="32"/>
                      </a:lnTo>
                      <a:lnTo>
                        <a:pt x="1094" y="38"/>
                      </a:lnTo>
                      <a:lnTo>
                        <a:pt x="1094" y="38"/>
                      </a:lnTo>
                      <a:lnTo>
                        <a:pt x="1098" y="38"/>
                      </a:lnTo>
                      <a:lnTo>
                        <a:pt x="1098" y="38"/>
                      </a:lnTo>
                      <a:lnTo>
                        <a:pt x="1094" y="32"/>
                      </a:lnTo>
                      <a:lnTo>
                        <a:pt x="1090" y="28"/>
                      </a:lnTo>
                      <a:lnTo>
                        <a:pt x="1090" y="28"/>
                      </a:lnTo>
                      <a:lnTo>
                        <a:pt x="1090" y="22"/>
                      </a:lnTo>
                      <a:lnTo>
                        <a:pt x="1092" y="22"/>
                      </a:lnTo>
                      <a:lnTo>
                        <a:pt x="1092" y="22"/>
                      </a:lnTo>
                      <a:lnTo>
                        <a:pt x="1102" y="14"/>
                      </a:lnTo>
                      <a:lnTo>
                        <a:pt x="1102" y="14"/>
                      </a:lnTo>
                      <a:lnTo>
                        <a:pt x="1104" y="12"/>
                      </a:lnTo>
                      <a:lnTo>
                        <a:pt x="1104" y="12"/>
                      </a:lnTo>
                      <a:lnTo>
                        <a:pt x="1104" y="10"/>
                      </a:lnTo>
                      <a:lnTo>
                        <a:pt x="1104" y="8"/>
                      </a:lnTo>
                      <a:lnTo>
                        <a:pt x="1104" y="8"/>
                      </a:lnTo>
                      <a:lnTo>
                        <a:pt x="1108" y="6"/>
                      </a:lnTo>
                      <a:lnTo>
                        <a:pt x="1112" y="6"/>
                      </a:lnTo>
                      <a:lnTo>
                        <a:pt x="1114" y="4"/>
                      </a:lnTo>
                      <a:lnTo>
                        <a:pt x="1114" y="4"/>
                      </a:lnTo>
                      <a:lnTo>
                        <a:pt x="1118" y="4"/>
                      </a:lnTo>
                      <a:lnTo>
                        <a:pt x="1120" y="6"/>
                      </a:lnTo>
                      <a:lnTo>
                        <a:pt x="1122" y="6"/>
                      </a:lnTo>
                      <a:lnTo>
                        <a:pt x="1124" y="8"/>
                      </a:lnTo>
                      <a:lnTo>
                        <a:pt x="1124" y="8"/>
                      </a:lnTo>
                      <a:lnTo>
                        <a:pt x="1126" y="6"/>
                      </a:lnTo>
                      <a:lnTo>
                        <a:pt x="1128" y="4"/>
                      </a:lnTo>
                      <a:lnTo>
                        <a:pt x="1130" y="2"/>
                      </a:lnTo>
                      <a:lnTo>
                        <a:pt x="1130" y="2"/>
                      </a:lnTo>
                      <a:lnTo>
                        <a:pt x="1132" y="0"/>
                      </a:lnTo>
                      <a:lnTo>
                        <a:pt x="1134" y="2"/>
                      </a:lnTo>
                      <a:lnTo>
                        <a:pt x="1138" y="4"/>
                      </a:lnTo>
                      <a:lnTo>
                        <a:pt x="1138" y="4"/>
                      </a:lnTo>
                      <a:lnTo>
                        <a:pt x="1142" y="2"/>
                      </a:lnTo>
                      <a:lnTo>
                        <a:pt x="1146" y="2"/>
                      </a:lnTo>
                      <a:lnTo>
                        <a:pt x="1146" y="2"/>
                      </a:lnTo>
                      <a:lnTo>
                        <a:pt x="1146" y="6"/>
                      </a:lnTo>
                      <a:lnTo>
                        <a:pt x="1146" y="8"/>
                      </a:lnTo>
                      <a:lnTo>
                        <a:pt x="1146" y="8"/>
                      </a:lnTo>
                      <a:lnTo>
                        <a:pt x="1150" y="8"/>
                      </a:lnTo>
                      <a:lnTo>
                        <a:pt x="1154" y="8"/>
                      </a:lnTo>
                      <a:lnTo>
                        <a:pt x="1154" y="8"/>
                      </a:lnTo>
                      <a:lnTo>
                        <a:pt x="1156" y="10"/>
                      </a:lnTo>
                      <a:lnTo>
                        <a:pt x="1156" y="12"/>
                      </a:lnTo>
                      <a:lnTo>
                        <a:pt x="1156" y="12"/>
                      </a:lnTo>
                      <a:lnTo>
                        <a:pt x="1152" y="12"/>
                      </a:lnTo>
                      <a:lnTo>
                        <a:pt x="1152" y="12"/>
                      </a:lnTo>
                      <a:lnTo>
                        <a:pt x="1150" y="16"/>
                      </a:lnTo>
                      <a:lnTo>
                        <a:pt x="1148" y="20"/>
                      </a:lnTo>
                      <a:lnTo>
                        <a:pt x="1148" y="20"/>
                      </a:lnTo>
                      <a:lnTo>
                        <a:pt x="1152" y="18"/>
                      </a:lnTo>
                      <a:lnTo>
                        <a:pt x="1154" y="18"/>
                      </a:lnTo>
                      <a:lnTo>
                        <a:pt x="1154" y="20"/>
                      </a:lnTo>
                      <a:lnTo>
                        <a:pt x="1154" y="20"/>
                      </a:lnTo>
                      <a:lnTo>
                        <a:pt x="1154" y="20"/>
                      </a:lnTo>
                      <a:lnTo>
                        <a:pt x="1154" y="22"/>
                      </a:lnTo>
                      <a:lnTo>
                        <a:pt x="1154" y="22"/>
                      </a:lnTo>
                      <a:lnTo>
                        <a:pt x="1154" y="22"/>
                      </a:lnTo>
                      <a:lnTo>
                        <a:pt x="1158" y="22"/>
                      </a:lnTo>
                      <a:lnTo>
                        <a:pt x="1160" y="20"/>
                      </a:lnTo>
                      <a:lnTo>
                        <a:pt x="1162" y="20"/>
                      </a:lnTo>
                      <a:lnTo>
                        <a:pt x="1166" y="20"/>
                      </a:lnTo>
                      <a:lnTo>
                        <a:pt x="1168" y="22"/>
                      </a:lnTo>
                      <a:lnTo>
                        <a:pt x="1168" y="22"/>
                      </a:lnTo>
                      <a:lnTo>
                        <a:pt x="1176" y="24"/>
                      </a:lnTo>
                      <a:lnTo>
                        <a:pt x="1176" y="24"/>
                      </a:lnTo>
                      <a:lnTo>
                        <a:pt x="1172" y="38"/>
                      </a:lnTo>
                      <a:lnTo>
                        <a:pt x="1172" y="38"/>
                      </a:lnTo>
                      <a:lnTo>
                        <a:pt x="1178" y="36"/>
                      </a:lnTo>
                      <a:lnTo>
                        <a:pt x="1184" y="32"/>
                      </a:lnTo>
                      <a:lnTo>
                        <a:pt x="1184" y="32"/>
                      </a:lnTo>
                      <a:lnTo>
                        <a:pt x="1186" y="30"/>
                      </a:lnTo>
                      <a:lnTo>
                        <a:pt x="1188" y="28"/>
                      </a:lnTo>
                      <a:lnTo>
                        <a:pt x="1188" y="28"/>
                      </a:lnTo>
                      <a:lnTo>
                        <a:pt x="1200" y="26"/>
                      </a:lnTo>
                      <a:lnTo>
                        <a:pt x="1212" y="24"/>
                      </a:lnTo>
                      <a:lnTo>
                        <a:pt x="1212" y="24"/>
                      </a:lnTo>
                      <a:lnTo>
                        <a:pt x="1214" y="26"/>
                      </a:lnTo>
                      <a:lnTo>
                        <a:pt x="1216" y="26"/>
                      </a:lnTo>
                      <a:lnTo>
                        <a:pt x="1216" y="26"/>
                      </a:lnTo>
                      <a:lnTo>
                        <a:pt x="1220" y="24"/>
                      </a:lnTo>
                      <a:lnTo>
                        <a:pt x="1220" y="24"/>
                      </a:lnTo>
                      <a:lnTo>
                        <a:pt x="1228" y="24"/>
                      </a:lnTo>
                      <a:lnTo>
                        <a:pt x="1228" y="24"/>
                      </a:lnTo>
                      <a:lnTo>
                        <a:pt x="1230" y="22"/>
                      </a:lnTo>
                      <a:lnTo>
                        <a:pt x="1232" y="22"/>
                      </a:lnTo>
                      <a:lnTo>
                        <a:pt x="1232" y="22"/>
                      </a:lnTo>
                      <a:lnTo>
                        <a:pt x="1234" y="26"/>
                      </a:lnTo>
                      <a:lnTo>
                        <a:pt x="1236" y="28"/>
                      </a:lnTo>
                      <a:lnTo>
                        <a:pt x="1236" y="34"/>
                      </a:lnTo>
                      <a:lnTo>
                        <a:pt x="1236" y="34"/>
                      </a:lnTo>
                      <a:lnTo>
                        <a:pt x="1238" y="36"/>
                      </a:lnTo>
                      <a:lnTo>
                        <a:pt x="1244" y="38"/>
                      </a:lnTo>
                      <a:lnTo>
                        <a:pt x="1252" y="40"/>
                      </a:lnTo>
                      <a:lnTo>
                        <a:pt x="1252" y="40"/>
                      </a:lnTo>
                      <a:lnTo>
                        <a:pt x="1254" y="50"/>
                      </a:lnTo>
                      <a:lnTo>
                        <a:pt x="1254" y="50"/>
                      </a:lnTo>
                      <a:lnTo>
                        <a:pt x="1258" y="50"/>
                      </a:lnTo>
                      <a:lnTo>
                        <a:pt x="1258" y="50"/>
                      </a:lnTo>
                      <a:lnTo>
                        <a:pt x="1260" y="54"/>
                      </a:lnTo>
                      <a:lnTo>
                        <a:pt x="1260" y="56"/>
                      </a:lnTo>
                      <a:lnTo>
                        <a:pt x="1258" y="64"/>
                      </a:lnTo>
                      <a:lnTo>
                        <a:pt x="1258" y="64"/>
                      </a:lnTo>
                      <a:lnTo>
                        <a:pt x="1252" y="62"/>
                      </a:lnTo>
                      <a:lnTo>
                        <a:pt x="1252" y="62"/>
                      </a:lnTo>
                      <a:lnTo>
                        <a:pt x="1252" y="60"/>
                      </a:lnTo>
                      <a:lnTo>
                        <a:pt x="1252" y="60"/>
                      </a:lnTo>
                      <a:lnTo>
                        <a:pt x="1250" y="62"/>
                      </a:lnTo>
                      <a:lnTo>
                        <a:pt x="1250" y="62"/>
                      </a:lnTo>
                      <a:lnTo>
                        <a:pt x="1250" y="64"/>
                      </a:lnTo>
                      <a:lnTo>
                        <a:pt x="1250" y="64"/>
                      </a:lnTo>
                      <a:lnTo>
                        <a:pt x="1258" y="70"/>
                      </a:lnTo>
                      <a:lnTo>
                        <a:pt x="1262" y="76"/>
                      </a:lnTo>
                      <a:lnTo>
                        <a:pt x="1260" y="78"/>
                      </a:lnTo>
                      <a:lnTo>
                        <a:pt x="1258" y="80"/>
                      </a:lnTo>
                      <a:lnTo>
                        <a:pt x="1258" y="80"/>
                      </a:lnTo>
                      <a:lnTo>
                        <a:pt x="1246" y="84"/>
                      </a:lnTo>
                      <a:lnTo>
                        <a:pt x="1232" y="88"/>
                      </a:lnTo>
                      <a:lnTo>
                        <a:pt x="1232" y="88"/>
                      </a:lnTo>
                      <a:lnTo>
                        <a:pt x="1224" y="88"/>
                      </a:lnTo>
                      <a:lnTo>
                        <a:pt x="1224" y="88"/>
                      </a:lnTo>
                      <a:lnTo>
                        <a:pt x="1220" y="92"/>
                      </a:lnTo>
                      <a:lnTo>
                        <a:pt x="1220" y="92"/>
                      </a:lnTo>
                      <a:lnTo>
                        <a:pt x="1208" y="94"/>
                      </a:lnTo>
                      <a:lnTo>
                        <a:pt x="1208" y="94"/>
                      </a:lnTo>
                      <a:lnTo>
                        <a:pt x="1204" y="94"/>
                      </a:lnTo>
                      <a:lnTo>
                        <a:pt x="1202" y="94"/>
                      </a:lnTo>
                      <a:lnTo>
                        <a:pt x="1202" y="94"/>
                      </a:lnTo>
                      <a:lnTo>
                        <a:pt x="1200" y="98"/>
                      </a:lnTo>
                      <a:lnTo>
                        <a:pt x="1200" y="98"/>
                      </a:lnTo>
                      <a:lnTo>
                        <a:pt x="1196" y="102"/>
                      </a:lnTo>
                      <a:lnTo>
                        <a:pt x="1196" y="102"/>
                      </a:lnTo>
                      <a:lnTo>
                        <a:pt x="1198" y="112"/>
                      </a:lnTo>
                      <a:lnTo>
                        <a:pt x="1198" y="112"/>
                      </a:lnTo>
                      <a:lnTo>
                        <a:pt x="1192" y="112"/>
                      </a:lnTo>
                      <a:lnTo>
                        <a:pt x="1192" y="112"/>
                      </a:lnTo>
                      <a:lnTo>
                        <a:pt x="1188" y="116"/>
                      </a:lnTo>
                      <a:lnTo>
                        <a:pt x="1186" y="122"/>
                      </a:lnTo>
                      <a:lnTo>
                        <a:pt x="1186" y="122"/>
                      </a:lnTo>
                      <a:lnTo>
                        <a:pt x="1182" y="122"/>
                      </a:lnTo>
                      <a:lnTo>
                        <a:pt x="1178" y="124"/>
                      </a:lnTo>
                      <a:lnTo>
                        <a:pt x="1178" y="124"/>
                      </a:lnTo>
                      <a:lnTo>
                        <a:pt x="1174" y="126"/>
                      </a:lnTo>
                      <a:lnTo>
                        <a:pt x="1174" y="126"/>
                      </a:lnTo>
                      <a:lnTo>
                        <a:pt x="1170" y="128"/>
                      </a:lnTo>
                      <a:lnTo>
                        <a:pt x="1166" y="128"/>
                      </a:lnTo>
                      <a:lnTo>
                        <a:pt x="1166" y="128"/>
                      </a:lnTo>
                      <a:lnTo>
                        <a:pt x="1164" y="130"/>
                      </a:lnTo>
                      <a:lnTo>
                        <a:pt x="1164" y="132"/>
                      </a:lnTo>
                      <a:lnTo>
                        <a:pt x="1162" y="136"/>
                      </a:lnTo>
                      <a:lnTo>
                        <a:pt x="1162" y="136"/>
                      </a:lnTo>
                      <a:lnTo>
                        <a:pt x="1156" y="138"/>
                      </a:lnTo>
                      <a:lnTo>
                        <a:pt x="1150" y="140"/>
                      </a:lnTo>
                      <a:lnTo>
                        <a:pt x="1138" y="142"/>
                      </a:lnTo>
                      <a:lnTo>
                        <a:pt x="1136" y="144"/>
                      </a:lnTo>
                      <a:lnTo>
                        <a:pt x="1136" y="144"/>
                      </a:lnTo>
                      <a:lnTo>
                        <a:pt x="1148" y="142"/>
                      </a:lnTo>
                      <a:lnTo>
                        <a:pt x="1162" y="142"/>
                      </a:lnTo>
                      <a:lnTo>
                        <a:pt x="1166" y="138"/>
                      </a:lnTo>
                      <a:lnTo>
                        <a:pt x="1166" y="138"/>
                      </a:lnTo>
                      <a:lnTo>
                        <a:pt x="1166" y="136"/>
                      </a:lnTo>
                      <a:lnTo>
                        <a:pt x="1168" y="134"/>
                      </a:lnTo>
                      <a:lnTo>
                        <a:pt x="1168" y="134"/>
                      </a:lnTo>
                      <a:lnTo>
                        <a:pt x="1168" y="134"/>
                      </a:lnTo>
                      <a:lnTo>
                        <a:pt x="1172" y="132"/>
                      </a:lnTo>
                      <a:lnTo>
                        <a:pt x="1176" y="134"/>
                      </a:lnTo>
                      <a:lnTo>
                        <a:pt x="1184" y="134"/>
                      </a:lnTo>
                      <a:lnTo>
                        <a:pt x="1184" y="134"/>
                      </a:lnTo>
                      <a:lnTo>
                        <a:pt x="1186" y="134"/>
                      </a:lnTo>
                      <a:lnTo>
                        <a:pt x="1186" y="132"/>
                      </a:lnTo>
                      <a:lnTo>
                        <a:pt x="1186" y="132"/>
                      </a:lnTo>
                      <a:lnTo>
                        <a:pt x="1190" y="132"/>
                      </a:lnTo>
                      <a:lnTo>
                        <a:pt x="1194" y="130"/>
                      </a:lnTo>
                      <a:lnTo>
                        <a:pt x="1194" y="130"/>
                      </a:lnTo>
                      <a:lnTo>
                        <a:pt x="1200" y="126"/>
                      </a:lnTo>
                      <a:lnTo>
                        <a:pt x="1200" y="126"/>
                      </a:lnTo>
                      <a:lnTo>
                        <a:pt x="1198" y="124"/>
                      </a:lnTo>
                      <a:lnTo>
                        <a:pt x="1198" y="122"/>
                      </a:lnTo>
                      <a:lnTo>
                        <a:pt x="1198" y="122"/>
                      </a:lnTo>
                      <a:lnTo>
                        <a:pt x="1202" y="126"/>
                      </a:lnTo>
                      <a:lnTo>
                        <a:pt x="1204" y="126"/>
                      </a:lnTo>
                      <a:lnTo>
                        <a:pt x="1208" y="126"/>
                      </a:lnTo>
                      <a:lnTo>
                        <a:pt x="1208" y="126"/>
                      </a:lnTo>
                      <a:lnTo>
                        <a:pt x="1210" y="122"/>
                      </a:lnTo>
                      <a:lnTo>
                        <a:pt x="1210" y="122"/>
                      </a:lnTo>
                      <a:lnTo>
                        <a:pt x="1204" y="122"/>
                      </a:lnTo>
                      <a:lnTo>
                        <a:pt x="1204" y="122"/>
                      </a:lnTo>
                      <a:lnTo>
                        <a:pt x="1202" y="118"/>
                      </a:lnTo>
                      <a:lnTo>
                        <a:pt x="1202" y="118"/>
                      </a:lnTo>
                      <a:lnTo>
                        <a:pt x="1202" y="116"/>
                      </a:lnTo>
                      <a:lnTo>
                        <a:pt x="1202" y="116"/>
                      </a:lnTo>
                      <a:lnTo>
                        <a:pt x="1204" y="116"/>
                      </a:lnTo>
                      <a:lnTo>
                        <a:pt x="1204" y="114"/>
                      </a:lnTo>
                      <a:lnTo>
                        <a:pt x="1204" y="114"/>
                      </a:lnTo>
                      <a:lnTo>
                        <a:pt x="1206" y="112"/>
                      </a:lnTo>
                      <a:lnTo>
                        <a:pt x="1208" y="112"/>
                      </a:lnTo>
                      <a:lnTo>
                        <a:pt x="1208" y="112"/>
                      </a:lnTo>
                      <a:lnTo>
                        <a:pt x="1208" y="108"/>
                      </a:lnTo>
                      <a:lnTo>
                        <a:pt x="1208" y="108"/>
                      </a:lnTo>
                      <a:lnTo>
                        <a:pt x="1212" y="106"/>
                      </a:lnTo>
                      <a:lnTo>
                        <a:pt x="1214" y="106"/>
                      </a:lnTo>
                      <a:lnTo>
                        <a:pt x="1214" y="108"/>
                      </a:lnTo>
                      <a:lnTo>
                        <a:pt x="1216" y="110"/>
                      </a:lnTo>
                      <a:lnTo>
                        <a:pt x="1216" y="110"/>
                      </a:lnTo>
                      <a:lnTo>
                        <a:pt x="1218" y="110"/>
                      </a:lnTo>
                      <a:lnTo>
                        <a:pt x="1218" y="108"/>
                      </a:lnTo>
                      <a:lnTo>
                        <a:pt x="1218" y="108"/>
                      </a:lnTo>
                      <a:lnTo>
                        <a:pt x="1218" y="108"/>
                      </a:lnTo>
                      <a:lnTo>
                        <a:pt x="1218" y="108"/>
                      </a:lnTo>
                      <a:lnTo>
                        <a:pt x="1220" y="104"/>
                      </a:lnTo>
                      <a:lnTo>
                        <a:pt x="1222" y="104"/>
                      </a:lnTo>
                      <a:lnTo>
                        <a:pt x="1222" y="104"/>
                      </a:lnTo>
                      <a:lnTo>
                        <a:pt x="1226" y="112"/>
                      </a:lnTo>
                      <a:lnTo>
                        <a:pt x="1228" y="116"/>
                      </a:lnTo>
                      <a:lnTo>
                        <a:pt x="1232" y="116"/>
                      </a:lnTo>
                      <a:lnTo>
                        <a:pt x="1244" y="116"/>
                      </a:lnTo>
                      <a:lnTo>
                        <a:pt x="1244" y="116"/>
                      </a:lnTo>
                      <a:lnTo>
                        <a:pt x="1244" y="108"/>
                      </a:lnTo>
                      <a:lnTo>
                        <a:pt x="1244" y="108"/>
                      </a:lnTo>
                      <a:lnTo>
                        <a:pt x="1246" y="110"/>
                      </a:lnTo>
                      <a:lnTo>
                        <a:pt x="1246" y="110"/>
                      </a:lnTo>
                      <a:lnTo>
                        <a:pt x="1250" y="112"/>
                      </a:lnTo>
                      <a:lnTo>
                        <a:pt x="1250" y="112"/>
                      </a:lnTo>
                      <a:lnTo>
                        <a:pt x="1250" y="118"/>
                      </a:lnTo>
                      <a:lnTo>
                        <a:pt x="1248" y="120"/>
                      </a:lnTo>
                      <a:lnTo>
                        <a:pt x="1248" y="120"/>
                      </a:lnTo>
                      <a:lnTo>
                        <a:pt x="1248" y="124"/>
                      </a:lnTo>
                      <a:lnTo>
                        <a:pt x="1248" y="124"/>
                      </a:lnTo>
                      <a:lnTo>
                        <a:pt x="1250" y="126"/>
                      </a:lnTo>
                      <a:lnTo>
                        <a:pt x="1250" y="126"/>
                      </a:lnTo>
                      <a:lnTo>
                        <a:pt x="1250" y="122"/>
                      </a:lnTo>
                      <a:lnTo>
                        <a:pt x="1250" y="122"/>
                      </a:lnTo>
                      <a:lnTo>
                        <a:pt x="1254" y="116"/>
                      </a:lnTo>
                      <a:lnTo>
                        <a:pt x="1258" y="114"/>
                      </a:lnTo>
                      <a:lnTo>
                        <a:pt x="1268" y="108"/>
                      </a:lnTo>
                      <a:lnTo>
                        <a:pt x="1268" y="108"/>
                      </a:lnTo>
                      <a:lnTo>
                        <a:pt x="1270" y="104"/>
                      </a:lnTo>
                      <a:lnTo>
                        <a:pt x="1272" y="104"/>
                      </a:lnTo>
                      <a:lnTo>
                        <a:pt x="1272" y="104"/>
                      </a:lnTo>
                      <a:lnTo>
                        <a:pt x="1276" y="104"/>
                      </a:lnTo>
                      <a:lnTo>
                        <a:pt x="1278" y="104"/>
                      </a:lnTo>
                      <a:lnTo>
                        <a:pt x="1284" y="108"/>
                      </a:lnTo>
                      <a:lnTo>
                        <a:pt x="1284" y="108"/>
                      </a:lnTo>
                      <a:lnTo>
                        <a:pt x="1288" y="106"/>
                      </a:lnTo>
                      <a:lnTo>
                        <a:pt x="1292" y="106"/>
                      </a:lnTo>
                      <a:lnTo>
                        <a:pt x="1294" y="110"/>
                      </a:lnTo>
                      <a:lnTo>
                        <a:pt x="1294" y="110"/>
                      </a:lnTo>
                      <a:lnTo>
                        <a:pt x="1300" y="108"/>
                      </a:lnTo>
                      <a:lnTo>
                        <a:pt x="1300" y="108"/>
                      </a:lnTo>
                      <a:lnTo>
                        <a:pt x="1310" y="108"/>
                      </a:lnTo>
                      <a:lnTo>
                        <a:pt x="1316" y="110"/>
                      </a:lnTo>
                      <a:lnTo>
                        <a:pt x="1316" y="110"/>
                      </a:lnTo>
                      <a:lnTo>
                        <a:pt x="1316" y="120"/>
                      </a:lnTo>
                      <a:lnTo>
                        <a:pt x="1314" y="120"/>
                      </a:lnTo>
                      <a:lnTo>
                        <a:pt x="1314" y="120"/>
                      </a:lnTo>
                      <a:lnTo>
                        <a:pt x="1314" y="122"/>
                      </a:lnTo>
                      <a:lnTo>
                        <a:pt x="1314" y="122"/>
                      </a:lnTo>
                      <a:lnTo>
                        <a:pt x="1320" y="126"/>
                      </a:lnTo>
                      <a:lnTo>
                        <a:pt x="1320" y="126"/>
                      </a:lnTo>
                      <a:lnTo>
                        <a:pt x="1324" y="128"/>
                      </a:lnTo>
                      <a:lnTo>
                        <a:pt x="1326" y="128"/>
                      </a:lnTo>
                      <a:lnTo>
                        <a:pt x="1328" y="130"/>
                      </a:lnTo>
                      <a:lnTo>
                        <a:pt x="1328" y="130"/>
                      </a:lnTo>
                      <a:lnTo>
                        <a:pt x="1332" y="130"/>
                      </a:lnTo>
                      <a:lnTo>
                        <a:pt x="1332" y="130"/>
                      </a:lnTo>
                      <a:lnTo>
                        <a:pt x="1338" y="134"/>
                      </a:lnTo>
                      <a:lnTo>
                        <a:pt x="1338" y="134"/>
                      </a:lnTo>
                      <a:lnTo>
                        <a:pt x="1340" y="134"/>
                      </a:lnTo>
                      <a:lnTo>
                        <a:pt x="1340" y="134"/>
                      </a:lnTo>
                      <a:lnTo>
                        <a:pt x="1340" y="132"/>
                      </a:lnTo>
                      <a:lnTo>
                        <a:pt x="1340" y="132"/>
                      </a:lnTo>
                      <a:lnTo>
                        <a:pt x="1344" y="132"/>
                      </a:lnTo>
                      <a:lnTo>
                        <a:pt x="1346" y="132"/>
                      </a:lnTo>
                      <a:lnTo>
                        <a:pt x="1350" y="134"/>
                      </a:lnTo>
                      <a:lnTo>
                        <a:pt x="1352" y="134"/>
                      </a:lnTo>
                      <a:lnTo>
                        <a:pt x="1352" y="134"/>
                      </a:lnTo>
                      <a:lnTo>
                        <a:pt x="1356" y="132"/>
                      </a:lnTo>
                      <a:lnTo>
                        <a:pt x="1356" y="132"/>
                      </a:lnTo>
                      <a:lnTo>
                        <a:pt x="1362" y="136"/>
                      </a:lnTo>
                      <a:lnTo>
                        <a:pt x="1362" y="136"/>
                      </a:lnTo>
                      <a:lnTo>
                        <a:pt x="1366" y="136"/>
                      </a:lnTo>
                      <a:lnTo>
                        <a:pt x="1368" y="134"/>
                      </a:lnTo>
                      <a:lnTo>
                        <a:pt x="1368" y="134"/>
                      </a:lnTo>
                      <a:lnTo>
                        <a:pt x="1370" y="138"/>
                      </a:lnTo>
                      <a:lnTo>
                        <a:pt x="1374" y="140"/>
                      </a:lnTo>
                      <a:lnTo>
                        <a:pt x="1374" y="140"/>
                      </a:lnTo>
                      <a:lnTo>
                        <a:pt x="1380" y="142"/>
                      </a:lnTo>
                      <a:lnTo>
                        <a:pt x="1388" y="142"/>
                      </a:lnTo>
                      <a:lnTo>
                        <a:pt x="1388" y="142"/>
                      </a:lnTo>
                      <a:lnTo>
                        <a:pt x="1386" y="140"/>
                      </a:lnTo>
                      <a:lnTo>
                        <a:pt x="1388" y="138"/>
                      </a:lnTo>
                      <a:lnTo>
                        <a:pt x="1396" y="136"/>
                      </a:lnTo>
                      <a:lnTo>
                        <a:pt x="1396" y="136"/>
                      </a:lnTo>
                      <a:lnTo>
                        <a:pt x="1394" y="134"/>
                      </a:lnTo>
                      <a:lnTo>
                        <a:pt x="1394" y="132"/>
                      </a:lnTo>
                      <a:lnTo>
                        <a:pt x="1394" y="132"/>
                      </a:lnTo>
                      <a:lnTo>
                        <a:pt x="1398" y="130"/>
                      </a:lnTo>
                      <a:lnTo>
                        <a:pt x="1398" y="130"/>
                      </a:lnTo>
                      <a:lnTo>
                        <a:pt x="1396" y="128"/>
                      </a:lnTo>
                      <a:lnTo>
                        <a:pt x="1396" y="128"/>
                      </a:lnTo>
                      <a:lnTo>
                        <a:pt x="1392" y="126"/>
                      </a:lnTo>
                      <a:lnTo>
                        <a:pt x="1392" y="126"/>
                      </a:lnTo>
                      <a:lnTo>
                        <a:pt x="1388" y="126"/>
                      </a:lnTo>
                      <a:lnTo>
                        <a:pt x="1382" y="126"/>
                      </a:lnTo>
                      <a:lnTo>
                        <a:pt x="1382" y="126"/>
                      </a:lnTo>
                      <a:lnTo>
                        <a:pt x="1382" y="122"/>
                      </a:lnTo>
                      <a:lnTo>
                        <a:pt x="1382" y="122"/>
                      </a:lnTo>
                      <a:lnTo>
                        <a:pt x="1378" y="120"/>
                      </a:lnTo>
                      <a:lnTo>
                        <a:pt x="1378" y="120"/>
                      </a:lnTo>
                      <a:lnTo>
                        <a:pt x="1378" y="114"/>
                      </a:lnTo>
                      <a:lnTo>
                        <a:pt x="1378" y="110"/>
                      </a:lnTo>
                      <a:lnTo>
                        <a:pt x="1382" y="106"/>
                      </a:lnTo>
                      <a:lnTo>
                        <a:pt x="1390" y="104"/>
                      </a:lnTo>
                      <a:lnTo>
                        <a:pt x="1390" y="104"/>
                      </a:lnTo>
                      <a:lnTo>
                        <a:pt x="1398" y="104"/>
                      </a:lnTo>
                      <a:lnTo>
                        <a:pt x="1402" y="104"/>
                      </a:lnTo>
                      <a:lnTo>
                        <a:pt x="1406" y="106"/>
                      </a:lnTo>
                      <a:lnTo>
                        <a:pt x="1406" y="106"/>
                      </a:lnTo>
                      <a:lnTo>
                        <a:pt x="1406" y="106"/>
                      </a:lnTo>
                      <a:lnTo>
                        <a:pt x="1406" y="108"/>
                      </a:lnTo>
                      <a:lnTo>
                        <a:pt x="1406" y="108"/>
                      </a:lnTo>
                      <a:lnTo>
                        <a:pt x="1412" y="108"/>
                      </a:lnTo>
                      <a:lnTo>
                        <a:pt x="1412" y="108"/>
                      </a:lnTo>
                      <a:lnTo>
                        <a:pt x="1414" y="112"/>
                      </a:lnTo>
                      <a:lnTo>
                        <a:pt x="1416" y="114"/>
                      </a:lnTo>
                      <a:lnTo>
                        <a:pt x="1416" y="114"/>
                      </a:lnTo>
                      <a:lnTo>
                        <a:pt x="1424" y="114"/>
                      </a:lnTo>
                      <a:lnTo>
                        <a:pt x="1424" y="114"/>
                      </a:lnTo>
                      <a:lnTo>
                        <a:pt x="1424" y="120"/>
                      </a:lnTo>
                      <a:lnTo>
                        <a:pt x="1424" y="120"/>
                      </a:lnTo>
                      <a:lnTo>
                        <a:pt x="1424" y="120"/>
                      </a:lnTo>
                      <a:lnTo>
                        <a:pt x="1420" y="124"/>
                      </a:lnTo>
                      <a:lnTo>
                        <a:pt x="1418" y="126"/>
                      </a:lnTo>
                      <a:lnTo>
                        <a:pt x="1416" y="128"/>
                      </a:lnTo>
                      <a:lnTo>
                        <a:pt x="1416" y="128"/>
                      </a:lnTo>
                      <a:lnTo>
                        <a:pt x="1412" y="128"/>
                      </a:lnTo>
                      <a:lnTo>
                        <a:pt x="1412" y="128"/>
                      </a:lnTo>
                      <a:lnTo>
                        <a:pt x="1408" y="130"/>
                      </a:lnTo>
                      <a:lnTo>
                        <a:pt x="1408" y="130"/>
                      </a:lnTo>
                      <a:lnTo>
                        <a:pt x="1402" y="130"/>
                      </a:lnTo>
                      <a:lnTo>
                        <a:pt x="1402" y="130"/>
                      </a:lnTo>
                      <a:lnTo>
                        <a:pt x="1402" y="134"/>
                      </a:lnTo>
                      <a:lnTo>
                        <a:pt x="1402" y="136"/>
                      </a:lnTo>
                      <a:lnTo>
                        <a:pt x="1402" y="136"/>
                      </a:lnTo>
                      <a:lnTo>
                        <a:pt x="1398" y="138"/>
                      </a:lnTo>
                      <a:lnTo>
                        <a:pt x="1396" y="138"/>
                      </a:lnTo>
                      <a:lnTo>
                        <a:pt x="1400" y="138"/>
                      </a:lnTo>
                      <a:lnTo>
                        <a:pt x="1400" y="138"/>
                      </a:lnTo>
                      <a:lnTo>
                        <a:pt x="1404" y="138"/>
                      </a:lnTo>
                      <a:lnTo>
                        <a:pt x="1404" y="138"/>
                      </a:lnTo>
                      <a:lnTo>
                        <a:pt x="1406" y="140"/>
                      </a:lnTo>
                      <a:lnTo>
                        <a:pt x="1406" y="140"/>
                      </a:lnTo>
                      <a:lnTo>
                        <a:pt x="1404" y="144"/>
                      </a:lnTo>
                      <a:lnTo>
                        <a:pt x="1404" y="144"/>
                      </a:lnTo>
                      <a:lnTo>
                        <a:pt x="1402" y="144"/>
                      </a:lnTo>
                      <a:lnTo>
                        <a:pt x="1402" y="144"/>
                      </a:lnTo>
                      <a:lnTo>
                        <a:pt x="1406" y="144"/>
                      </a:lnTo>
                      <a:lnTo>
                        <a:pt x="1406" y="144"/>
                      </a:lnTo>
                      <a:lnTo>
                        <a:pt x="1410" y="148"/>
                      </a:lnTo>
                      <a:lnTo>
                        <a:pt x="1412" y="148"/>
                      </a:lnTo>
                      <a:lnTo>
                        <a:pt x="1412" y="144"/>
                      </a:lnTo>
                      <a:lnTo>
                        <a:pt x="1412" y="144"/>
                      </a:lnTo>
                      <a:lnTo>
                        <a:pt x="1420" y="142"/>
                      </a:lnTo>
                      <a:lnTo>
                        <a:pt x="1420" y="142"/>
                      </a:lnTo>
                      <a:lnTo>
                        <a:pt x="1422" y="150"/>
                      </a:lnTo>
                      <a:lnTo>
                        <a:pt x="1422" y="150"/>
                      </a:lnTo>
                      <a:lnTo>
                        <a:pt x="1414" y="148"/>
                      </a:lnTo>
                      <a:lnTo>
                        <a:pt x="1414" y="148"/>
                      </a:lnTo>
                      <a:lnTo>
                        <a:pt x="1412" y="148"/>
                      </a:lnTo>
                      <a:lnTo>
                        <a:pt x="1414" y="150"/>
                      </a:lnTo>
                      <a:lnTo>
                        <a:pt x="1420" y="152"/>
                      </a:lnTo>
                      <a:lnTo>
                        <a:pt x="1420" y="152"/>
                      </a:lnTo>
                      <a:lnTo>
                        <a:pt x="1426" y="152"/>
                      </a:lnTo>
                      <a:lnTo>
                        <a:pt x="1426" y="152"/>
                      </a:lnTo>
                      <a:lnTo>
                        <a:pt x="1428" y="156"/>
                      </a:lnTo>
                      <a:lnTo>
                        <a:pt x="1430" y="160"/>
                      </a:lnTo>
                      <a:lnTo>
                        <a:pt x="1432" y="164"/>
                      </a:lnTo>
                      <a:lnTo>
                        <a:pt x="1434" y="166"/>
                      </a:lnTo>
                      <a:lnTo>
                        <a:pt x="1434" y="166"/>
                      </a:lnTo>
                      <a:lnTo>
                        <a:pt x="1434" y="166"/>
                      </a:lnTo>
                      <a:lnTo>
                        <a:pt x="1434" y="164"/>
                      </a:lnTo>
                      <a:lnTo>
                        <a:pt x="1434" y="164"/>
                      </a:lnTo>
                      <a:lnTo>
                        <a:pt x="1434" y="166"/>
                      </a:lnTo>
                      <a:lnTo>
                        <a:pt x="1434" y="164"/>
                      </a:lnTo>
                      <a:lnTo>
                        <a:pt x="1436" y="162"/>
                      </a:lnTo>
                      <a:lnTo>
                        <a:pt x="1436" y="162"/>
                      </a:lnTo>
                      <a:lnTo>
                        <a:pt x="1432" y="158"/>
                      </a:lnTo>
                      <a:lnTo>
                        <a:pt x="1432" y="154"/>
                      </a:lnTo>
                      <a:lnTo>
                        <a:pt x="1434" y="152"/>
                      </a:lnTo>
                      <a:lnTo>
                        <a:pt x="1434" y="152"/>
                      </a:lnTo>
                      <a:lnTo>
                        <a:pt x="1436" y="150"/>
                      </a:lnTo>
                      <a:lnTo>
                        <a:pt x="1438" y="150"/>
                      </a:lnTo>
                      <a:lnTo>
                        <a:pt x="1438" y="150"/>
                      </a:lnTo>
                      <a:lnTo>
                        <a:pt x="1446" y="158"/>
                      </a:lnTo>
                      <a:lnTo>
                        <a:pt x="1450" y="162"/>
                      </a:lnTo>
                      <a:lnTo>
                        <a:pt x="1454" y="166"/>
                      </a:lnTo>
                      <a:lnTo>
                        <a:pt x="1454" y="166"/>
                      </a:lnTo>
                      <a:lnTo>
                        <a:pt x="1458" y="166"/>
                      </a:lnTo>
                      <a:lnTo>
                        <a:pt x="1458" y="166"/>
                      </a:lnTo>
                      <a:lnTo>
                        <a:pt x="1460" y="164"/>
                      </a:lnTo>
                      <a:lnTo>
                        <a:pt x="1460" y="164"/>
                      </a:lnTo>
                      <a:lnTo>
                        <a:pt x="1458" y="164"/>
                      </a:lnTo>
                      <a:lnTo>
                        <a:pt x="1458" y="162"/>
                      </a:lnTo>
                      <a:lnTo>
                        <a:pt x="1460" y="162"/>
                      </a:lnTo>
                      <a:lnTo>
                        <a:pt x="1460" y="162"/>
                      </a:lnTo>
                      <a:lnTo>
                        <a:pt x="1464" y="168"/>
                      </a:lnTo>
                      <a:lnTo>
                        <a:pt x="1462" y="168"/>
                      </a:lnTo>
                      <a:lnTo>
                        <a:pt x="1458" y="168"/>
                      </a:lnTo>
                      <a:lnTo>
                        <a:pt x="1458" y="168"/>
                      </a:lnTo>
                      <a:lnTo>
                        <a:pt x="1456" y="174"/>
                      </a:lnTo>
                      <a:lnTo>
                        <a:pt x="1456" y="174"/>
                      </a:lnTo>
                      <a:lnTo>
                        <a:pt x="1456" y="174"/>
                      </a:lnTo>
                      <a:lnTo>
                        <a:pt x="1456" y="176"/>
                      </a:lnTo>
                      <a:lnTo>
                        <a:pt x="1456" y="176"/>
                      </a:lnTo>
                      <a:lnTo>
                        <a:pt x="1462" y="174"/>
                      </a:lnTo>
                      <a:lnTo>
                        <a:pt x="1462" y="174"/>
                      </a:lnTo>
                      <a:lnTo>
                        <a:pt x="1468" y="182"/>
                      </a:lnTo>
                      <a:lnTo>
                        <a:pt x="1468" y="182"/>
                      </a:lnTo>
                      <a:lnTo>
                        <a:pt x="1478" y="180"/>
                      </a:lnTo>
                      <a:lnTo>
                        <a:pt x="1478" y="180"/>
                      </a:lnTo>
                      <a:lnTo>
                        <a:pt x="1482" y="186"/>
                      </a:lnTo>
                      <a:lnTo>
                        <a:pt x="1486" y="188"/>
                      </a:lnTo>
                      <a:lnTo>
                        <a:pt x="1488" y="188"/>
                      </a:lnTo>
                      <a:lnTo>
                        <a:pt x="1488" y="186"/>
                      </a:lnTo>
                      <a:lnTo>
                        <a:pt x="1488" y="186"/>
                      </a:lnTo>
                      <a:lnTo>
                        <a:pt x="1492" y="186"/>
                      </a:lnTo>
                      <a:lnTo>
                        <a:pt x="1492" y="186"/>
                      </a:lnTo>
                      <a:lnTo>
                        <a:pt x="1488" y="196"/>
                      </a:lnTo>
                      <a:lnTo>
                        <a:pt x="1488" y="196"/>
                      </a:lnTo>
                      <a:lnTo>
                        <a:pt x="1490" y="196"/>
                      </a:lnTo>
                      <a:lnTo>
                        <a:pt x="1490" y="198"/>
                      </a:lnTo>
                      <a:lnTo>
                        <a:pt x="1490" y="198"/>
                      </a:lnTo>
                      <a:lnTo>
                        <a:pt x="1494" y="196"/>
                      </a:lnTo>
                      <a:lnTo>
                        <a:pt x="1494" y="196"/>
                      </a:lnTo>
                      <a:lnTo>
                        <a:pt x="1496" y="192"/>
                      </a:lnTo>
                      <a:lnTo>
                        <a:pt x="1496" y="192"/>
                      </a:lnTo>
                      <a:lnTo>
                        <a:pt x="1502" y="184"/>
                      </a:lnTo>
                      <a:lnTo>
                        <a:pt x="1504" y="174"/>
                      </a:lnTo>
                      <a:lnTo>
                        <a:pt x="1504" y="174"/>
                      </a:lnTo>
                      <a:lnTo>
                        <a:pt x="1508" y="172"/>
                      </a:lnTo>
                      <a:lnTo>
                        <a:pt x="1508" y="172"/>
                      </a:lnTo>
                      <a:lnTo>
                        <a:pt x="1506" y="168"/>
                      </a:lnTo>
                      <a:lnTo>
                        <a:pt x="1506" y="162"/>
                      </a:lnTo>
                      <a:lnTo>
                        <a:pt x="1512" y="154"/>
                      </a:lnTo>
                      <a:lnTo>
                        <a:pt x="1512" y="154"/>
                      </a:lnTo>
                      <a:lnTo>
                        <a:pt x="1514" y="156"/>
                      </a:lnTo>
                      <a:lnTo>
                        <a:pt x="1514" y="156"/>
                      </a:lnTo>
                      <a:lnTo>
                        <a:pt x="1514" y="160"/>
                      </a:lnTo>
                      <a:lnTo>
                        <a:pt x="1514" y="160"/>
                      </a:lnTo>
                      <a:lnTo>
                        <a:pt x="1514" y="162"/>
                      </a:lnTo>
                      <a:lnTo>
                        <a:pt x="1516" y="162"/>
                      </a:lnTo>
                      <a:lnTo>
                        <a:pt x="1516" y="162"/>
                      </a:lnTo>
                      <a:lnTo>
                        <a:pt x="1518" y="164"/>
                      </a:lnTo>
                      <a:lnTo>
                        <a:pt x="1518" y="164"/>
                      </a:lnTo>
                      <a:lnTo>
                        <a:pt x="1518" y="168"/>
                      </a:lnTo>
                      <a:lnTo>
                        <a:pt x="1518" y="174"/>
                      </a:lnTo>
                      <a:lnTo>
                        <a:pt x="1518" y="174"/>
                      </a:lnTo>
                      <a:lnTo>
                        <a:pt x="1522" y="170"/>
                      </a:lnTo>
                      <a:lnTo>
                        <a:pt x="1522" y="170"/>
                      </a:lnTo>
                      <a:lnTo>
                        <a:pt x="1528" y="170"/>
                      </a:lnTo>
                      <a:lnTo>
                        <a:pt x="1528" y="170"/>
                      </a:lnTo>
                      <a:lnTo>
                        <a:pt x="1536" y="164"/>
                      </a:lnTo>
                      <a:lnTo>
                        <a:pt x="1540" y="162"/>
                      </a:lnTo>
                      <a:lnTo>
                        <a:pt x="1544" y="160"/>
                      </a:lnTo>
                      <a:lnTo>
                        <a:pt x="1544" y="160"/>
                      </a:lnTo>
                      <a:lnTo>
                        <a:pt x="1548" y="164"/>
                      </a:lnTo>
                      <a:lnTo>
                        <a:pt x="1548" y="164"/>
                      </a:lnTo>
                      <a:lnTo>
                        <a:pt x="1552" y="164"/>
                      </a:lnTo>
                      <a:lnTo>
                        <a:pt x="1552" y="164"/>
                      </a:lnTo>
                      <a:lnTo>
                        <a:pt x="1552" y="164"/>
                      </a:lnTo>
                      <a:lnTo>
                        <a:pt x="1566" y="174"/>
                      </a:lnTo>
                      <a:lnTo>
                        <a:pt x="1566" y="174"/>
                      </a:lnTo>
                      <a:lnTo>
                        <a:pt x="1566" y="176"/>
                      </a:lnTo>
                      <a:lnTo>
                        <a:pt x="1566" y="176"/>
                      </a:lnTo>
                      <a:lnTo>
                        <a:pt x="1572" y="176"/>
                      </a:lnTo>
                      <a:lnTo>
                        <a:pt x="1574" y="178"/>
                      </a:lnTo>
                      <a:lnTo>
                        <a:pt x="1574" y="178"/>
                      </a:lnTo>
                      <a:lnTo>
                        <a:pt x="1580" y="178"/>
                      </a:lnTo>
                      <a:lnTo>
                        <a:pt x="1586" y="176"/>
                      </a:lnTo>
                      <a:lnTo>
                        <a:pt x="1586" y="176"/>
                      </a:lnTo>
                      <a:lnTo>
                        <a:pt x="1584" y="172"/>
                      </a:lnTo>
                      <a:lnTo>
                        <a:pt x="1584" y="172"/>
                      </a:lnTo>
                      <a:lnTo>
                        <a:pt x="1584" y="168"/>
                      </a:lnTo>
                      <a:lnTo>
                        <a:pt x="1584" y="168"/>
                      </a:lnTo>
                      <a:lnTo>
                        <a:pt x="1586" y="168"/>
                      </a:lnTo>
                      <a:lnTo>
                        <a:pt x="1586" y="166"/>
                      </a:lnTo>
                      <a:lnTo>
                        <a:pt x="1586" y="166"/>
                      </a:lnTo>
                      <a:lnTo>
                        <a:pt x="1588" y="166"/>
                      </a:lnTo>
                      <a:lnTo>
                        <a:pt x="1588" y="166"/>
                      </a:lnTo>
                      <a:lnTo>
                        <a:pt x="1590" y="166"/>
                      </a:lnTo>
                      <a:lnTo>
                        <a:pt x="1592" y="164"/>
                      </a:lnTo>
                      <a:lnTo>
                        <a:pt x="1592" y="164"/>
                      </a:lnTo>
                      <a:lnTo>
                        <a:pt x="1592" y="166"/>
                      </a:lnTo>
                      <a:lnTo>
                        <a:pt x="1594" y="168"/>
                      </a:lnTo>
                      <a:lnTo>
                        <a:pt x="1594" y="168"/>
                      </a:lnTo>
                      <a:lnTo>
                        <a:pt x="1592" y="174"/>
                      </a:lnTo>
                      <a:lnTo>
                        <a:pt x="1592" y="174"/>
                      </a:lnTo>
                      <a:lnTo>
                        <a:pt x="1596" y="172"/>
                      </a:lnTo>
                      <a:lnTo>
                        <a:pt x="1596" y="172"/>
                      </a:lnTo>
                      <a:lnTo>
                        <a:pt x="1598" y="172"/>
                      </a:lnTo>
                      <a:lnTo>
                        <a:pt x="1600" y="174"/>
                      </a:lnTo>
                      <a:lnTo>
                        <a:pt x="1600" y="174"/>
                      </a:lnTo>
                      <a:lnTo>
                        <a:pt x="1604" y="172"/>
                      </a:lnTo>
                      <a:lnTo>
                        <a:pt x="1606" y="172"/>
                      </a:lnTo>
                      <a:lnTo>
                        <a:pt x="1606" y="172"/>
                      </a:lnTo>
                      <a:lnTo>
                        <a:pt x="1606" y="166"/>
                      </a:lnTo>
                      <a:lnTo>
                        <a:pt x="1606" y="166"/>
                      </a:lnTo>
                      <a:lnTo>
                        <a:pt x="1602" y="164"/>
                      </a:lnTo>
                      <a:lnTo>
                        <a:pt x="1602" y="164"/>
                      </a:lnTo>
                      <a:lnTo>
                        <a:pt x="1602" y="156"/>
                      </a:lnTo>
                      <a:lnTo>
                        <a:pt x="1602" y="152"/>
                      </a:lnTo>
                      <a:lnTo>
                        <a:pt x="1604" y="152"/>
                      </a:lnTo>
                      <a:lnTo>
                        <a:pt x="1610" y="150"/>
                      </a:lnTo>
                      <a:lnTo>
                        <a:pt x="1618" y="152"/>
                      </a:lnTo>
                      <a:lnTo>
                        <a:pt x="1616" y="148"/>
                      </a:lnTo>
                      <a:lnTo>
                        <a:pt x="1616" y="148"/>
                      </a:lnTo>
                      <a:lnTo>
                        <a:pt x="1612" y="148"/>
                      </a:lnTo>
                      <a:lnTo>
                        <a:pt x="1612" y="148"/>
                      </a:lnTo>
                      <a:lnTo>
                        <a:pt x="1604" y="146"/>
                      </a:lnTo>
                      <a:lnTo>
                        <a:pt x="1604" y="146"/>
                      </a:lnTo>
                      <a:lnTo>
                        <a:pt x="1606" y="140"/>
                      </a:lnTo>
                      <a:lnTo>
                        <a:pt x="1606" y="140"/>
                      </a:lnTo>
                      <a:lnTo>
                        <a:pt x="1618" y="140"/>
                      </a:lnTo>
                      <a:lnTo>
                        <a:pt x="1620" y="138"/>
                      </a:lnTo>
                      <a:lnTo>
                        <a:pt x="1620" y="138"/>
                      </a:lnTo>
                      <a:lnTo>
                        <a:pt x="1620" y="136"/>
                      </a:lnTo>
                      <a:lnTo>
                        <a:pt x="1618" y="136"/>
                      </a:lnTo>
                      <a:lnTo>
                        <a:pt x="1618" y="136"/>
                      </a:lnTo>
                      <a:lnTo>
                        <a:pt x="1618" y="134"/>
                      </a:lnTo>
                      <a:lnTo>
                        <a:pt x="1618" y="134"/>
                      </a:lnTo>
                      <a:lnTo>
                        <a:pt x="1614" y="134"/>
                      </a:lnTo>
                      <a:lnTo>
                        <a:pt x="1614" y="134"/>
                      </a:lnTo>
                      <a:lnTo>
                        <a:pt x="1614" y="130"/>
                      </a:lnTo>
                      <a:lnTo>
                        <a:pt x="1614" y="130"/>
                      </a:lnTo>
                      <a:lnTo>
                        <a:pt x="1618" y="130"/>
                      </a:lnTo>
                      <a:lnTo>
                        <a:pt x="1622" y="130"/>
                      </a:lnTo>
                      <a:lnTo>
                        <a:pt x="1622" y="130"/>
                      </a:lnTo>
                      <a:lnTo>
                        <a:pt x="1626" y="134"/>
                      </a:lnTo>
                      <a:lnTo>
                        <a:pt x="1626" y="134"/>
                      </a:lnTo>
                      <a:lnTo>
                        <a:pt x="1634" y="138"/>
                      </a:lnTo>
                      <a:lnTo>
                        <a:pt x="1634" y="138"/>
                      </a:lnTo>
                      <a:lnTo>
                        <a:pt x="1642" y="138"/>
                      </a:lnTo>
                      <a:lnTo>
                        <a:pt x="1642" y="138"/>
                      </a:lnTo>
                      <a:lnTo>
                        <a:pt x="1652" y="142"/>
                      </a:lnTo>
                      <a:lnTo>
                        <a:pt x="1652" y="142"/>
                      </a:lnTo>
                      <a:lnTo>
                        <a:pt x="1656" y="140"/>
                      </a:lnTo>
                      <a:lnTo>
                        <a:pt x="1662" y="140"/>
                      </a:lnTo>
                      <a:lnTo>
                        <a:pt x="1664" y="142"/>
                      </a:lnTo>
                      <a:lnTo>
                        <a:pt x="1664" y="142"/>
                      </a:lnTo>
                      <a:lnTo>
                        <a:pt x="1680" y="146"/>
                      </a:lnTo>
                      <a:lnTo>
                        <a:pt x="1680" y="148"/>
                      </a:lnTo>
                      <a:lnTo>
                        <a:pt x="1680" y="148"/>
                      </a:lnTo>
                      <a:lnTo>
                        <a:pt x="1668" y="146"/>
                      </a:lnTo>
                      <a:lnTo>
                        <a:pt x="1666" y="148"/>
                      </a:lnTo>
                      <a:lnTo>
                        <a:pt x="1666" y="154"/>
                      </a:lnTo>
                      <a:lnTo>
                        <a:pt x="1666" y="154"/>
                      </a:lnTo>
                      <a:lnTo>
                        <a:pt x="1694" y="152"/>
                      </a:lnTo>
                      <a:lnTo>
                        <a:pt x="1694" y="152"/>
                      </a:lnTo>
                      <a:lnTo>
                        <a:pt x="1692" y="162"/>
                      </a:lnTo>
                      <a:lnTo>
                        <a:pt x="1692" y="162"/>
                      </a:lnTo>
                      <a:lnTo>
                        <a:pt x="1690" y="160"/>
                      </a:lnTo>
                      <a:lnTo>
                        <a:pt x="1690" y="158"/>
                      </a:lnTo>
                      <a:lnTo>
                        <a:pt x="1690" y="158"/>
                      </a:lnTo>
                      <a:lnTo>
                        <a:pt x="1690" y="156"/>
                      </a:lnTo>
                      <a:lnTo>
                        <a:pt x="1690" y="156"/>
                      </a:lnTo>
                      <a:lnTo>
                        <a:pt x="1688" y="154"/>
                      </a:lnTo>
                      <a:lnTo>
                        <a:pt x="1688" y="154"/>
                      </a:lnTo>
                      <a:lnTo>
                        <a:pt x="1684" y="162"/>
                      </a:lnTo>
                      <a:lnTo>
                        <a:pt x="1678" y="164"/>
                      </a:lnTo>
                      <a:lnTo>
                        <a:pt x="1678" y="164"/>
                      </a:lnTo>
                      <a:lnTo>
                        <a:pt x="1678" y="166"/>
                      </a:lnTo>
                      <a:lnTo>
                        <a:pt x="1678" y="166"/>
                      </a:lnTo>
                      <a:lnTo>
                        <a:pt x="1682" y="170"/>
                      </a:lnTo>
                      <a:lnTo>
                        <a:pt x="1682" y="170"/>
                      </a:lnTo>
                      <a:lnTo>
                        <a:pt x="1676" y="172"/>
                      </a:lnTo>
                      <a:lnTo>
                        <a:pt x="1676" y="172"/>
                      </a:lnTo>
                      <a:lnTo>
                        <a:pt x="1676" y="174"/>
                      </a:lnTo>
                      <a:lnTo>
                        <a:pt x="1678" y="176"/>
                      </a:lnTo>
                      <a:lnTo>
                        <a:pt x="1678" y="176"/>
                      </a:lnTo>
                      <a:lnTo>
                        <a:pt x="1690" y="174"/>
                      </a:lnTo>
                      <a:lnTo>
                        <a:pt x="1690" y="174"/>
                      </a:lnTo>
                      <a:lnTo>
                        <a:pt x="1692" y="170"/>
                      </a:lnTo>
                      <a:lnTo>
                        <a:pt x="1692" y="170"/>
                      </a:lnTo>
                      <a:lnTo>
                        <a:pt x="1698" y="160"/>
                      </a:lnTo>
                      <a:lnTo>
                        <a:pt x="1702" y="150"/>
                      </a:lnTo>
                      <a:lnTo>
                        <a:pt x="1702" y="150"/>
                      </a:lnTo>
                      <a:lnTo>
                        <a:pt x="1712" y="150"/>
                      </a:lnTo>
                      <a:lnTo>
                        <a:pt x="1722" y="150"/>
                      </a:lnTo>
                      <a:lnTo>
                        <a:pt x="1722" y="150"/>
                      </a:lnTo>
                      <a:lnTo>
                        <a:pt x="1724" y="152"/>
                      </a:lnTo>
                      <a:lnTo>
                        <a:pt x="1726" y="154"/>
                      </a:lnTo>
                      <a:lnTo>
                        <a:pt x="1726" y="154"/>
                      </a:lnTo>
                      <a:lnTo>
                        <a:pt x="1730" y="152"/>
                      </a:lnTo>
                      <a:lnTo>
                        <a:pt x="1732" y="152"/>
                      </a:lnTo>
                      <a:lnTo>
                        <a:pt x="1732" y="152"/>
                      </a:lnTo>
                      <a:lnTo>
                        <a:pt x="1738" y="156"/>
                      </a:lnTo>
                      <a:lnTo>
                        <a:pt x="1744" y="160"/>
                      </a:lnTo>
                      <a:lnTo>
                        <a:pt x="1744" y="160"/>
                      </a:lnTo>
                      <a:lnTo>
                        <a:pt x="1742" y="166"/>
                      </a:lnTo>
                      <a:lnTo>
                        <a:pt x="1742" y="166"/>
                      </a:lnTo>
                      <a:lnTo>
                        <a:pt x="1736" y="168"/>
                      </a:lnTo>
                      <a:lnTo>
                        <a:pt x="1736" y="168"/>
                      </a:lnTo>
                      <a:lnTo>
                        <a:pt x="1734" y="164"/>
                      </a:lnTo>
                      <a:lnTo>
                        <a:pt x="1734" y="164"/>
                      </a:lnTo>
                      <a:lnTo>
                        <a:pt x="1732" y="164"/>
                      </a:lnTo>
                      <a:lnTo>
                        <a:pt x="1732" y="164"/>
                      </a:lnTo>
                      <a:lnTo>
                        <a:pt x="1732" y="166"/>
                      </a:lnTo>
                      <a:lnTo>
                        <a:pt x="1730" y="166"/>
                      </a:lnTo>
                      <a:lnTo>
                        <a:pt x="1730" y="166"/>
                      </a:lnTo>
                      <a:lnTo>
                        <a:pt x="1730" y="172"/>
                      </a:lnTo>
                      <a:lnTo>
                        <a:pt x="1730" y="172"/>
                      </a:lnTo>
                      <a:lnTo>
                        <a:pt x="1736" y="172"/>
                      </a:lnTo>
                      <a:lnTo>
                        <a:pt x="1736" y="176"/>
                      </a:lnTo>
                      <a:lnTo>
                        <a:pt x="1736" y="176"/>
                      </a:lnTo>
                      <a:lnTo>
                        <a:pt x="1730" y="182"/>
                      </a:lnTo>
                      <a:lnTo>
                        <a:pt x="1724" y="190"/>
                      </a:lnTo>
                      <a:lnTo>
                        <a:pt x="1724" y="190"/>
                      </a:lnTo>
                      <a:lnTo>
                        <a:pt x="1732" y="188"/>
                      </a:lnTo>
                      <a:lnTo>
                        <a:pt x="1738" y="190"/>
                      </a:lnTo>
                      <a:lnTo>
                        <a:pt x="1738" y="190"/>
                      </a:lnTo>
                      <a:lnTo>
                        <a:pt x="1742" y="188"/>
                      </a:lnTo>
                      <a:lnTo>
                        <a:pt x="1742" y="188"/>
                      </a:lnTo>
                      <a:lnTo>
                        <a:pt x="1748" y="188"/>
                      </a:lnTo>
                      <a:lnTo>
                        <a:pt x="1754" y="188"/>
                      </a:lnTo>
                      <a:lnTo>
                        <a:pt x="1754" y="188"/>
                      </a:lnTo>
                      <a:lnTo>
                        <a:pt x="1762" y="188"/>
                      </a:lnTo>
                      <a:lnTo>
                        <a:pt x="1768" y="188"/>
                      </a:lnTo>
                      <a:lnTo>
                        <a:pt x="1768" y="188"/>
                      </a:lnTo>
                      <a:lnTo>
                        <a:pt x="1774" y="188"/>
                      </a:lnTo>
                      <a:lnTo>
                        <a:pt x="1778" y="186"/>
                      </a:lnTo>
                      <a:lnTo>
                        <a:pt x="1786" y="182"/>
                      </a:lnTo>
                      <a:lnTo>
                        <a:pt x="1786" y="182"/>
                      </a:lnTo>
                      <a:lnTo>
                        <a:pt x="1790" y="182"/>
                      </a:lnTo>
                      <a:lnTo>
                        <a:pt x="1792" y="184"/>
                      </a:lnTo>
                      <a:lnTo>
                        <a:pt x="1796" y="186"/>
                      </a:lnTo>
                      <a:lnTo>
                        <a:pt x="1796" y="186"/>
                      </a:lnTo>
                      <a:lnTo>
                        <a:pt x="1802" y="186"/>
                      </a:lnTo>
                      <a:lnTo>
                        <a:pt x="1804" y="184"/>
                      </a:lnTo>
                      <a:lnTo>
                        <a:pt x="1812" y="180"/>
                      </a:lnTo>
                      <a:lnTo>
                        <a:pt x="1812" y="180"/>
                      </a:lnTo>
                      <a:lnTo>
                        <a:pt x="1816" y="180"/>
                      </a:lnTo>
                      <a:lnTo>
                        <a:pt x="1820" y="182"/>
                      </a:lnTo>
                      <a:lnTo>
                        <a:pt x="1820" y="182"/>
                      </a:lnTo>
                      <a:lnTo>
                        <a:pt x="1824" y="182"/>
                      </a:lnTo>
                      <a:lnTo>
                        <a:pt x="1828" y="182"/>
                      </a:lnTo>
                      <a:lnTo>
                        <a:pt x="1830" y="184"/>
                      </a:lnTo>
                      <a:lnTo>
                        <a:pt x="1830" y="184"/>
                      </a:lnTo>
                      <a:lnTo>
                        <a:pt x="1834" y="184"/>
                      </a:lnTo>
                      <a:lnTo>
                        <a:pt x="1838" y="182"/>
                      </a:lnTo>
                      <a:lnTo>
                        <a:pt x="1838" y="182"/>
                      </a:lnTo>
                      <a:lnTo>
                        <a:pt x="1842" y="182"/>
                      </a:lnTo>
                      <a:lnTo>
                        <a:pt x="1846" y="184"/>
                      </a:lnTo>
                      <a:lnTo>
                        <a:pt x="1846" y="182"/>
                      </a:lnTo>
                      <a:lnTo>
                        <a:pt x="1846" y="182"/>
                      </a:lnTo>
                      <a:lnTo>
                        <a:pt x="1850" y="180"/>
                      </a:lnTo>
                      <a:lnTo>
                        <a:pt x="1850" y="180"/>
                      </a:lnTo>
                      <a:lnTo>
                        <a:pt x="1856" y="184"/>
                      </a:lnTo>
                      <a:lnTo>
                        <a:pt x="1856" y="184"/>
                      </a:lnTo>
                      <a:lnTo>
                        <a:pt x="1860" y="184"/>
                      </a:lnTo>
                      <a:lnTo>
                        <a:pt x="1864" y="186"/>
                      </a:lnTo>
                      <a:lnTo>
                        <a:pt x="1864" y="186"/>
                      </a:lnTo>
                      <a:lnTo>
                        <a:pt x="1866" y="188"/>
                      </a:lnTo>
                      <a:lnTo>
                        <a:pt x="1868" y="192"/>
                      </a:lnTo>
                      <a:lnTo>
                        <a:pt x="1868" y="192"/>
                      </a:lnTo>
                      <a:lnTo>
                        <a:pt x="1872" y="192"/>
                      </a:lnTo>
                      <a:lnTo>
                        <a:pt x="1872" y="192"/>
                      </a:lnTo>
                      <a:lnTo>
                        <a:pt x="1876" y="196"/>
                      </a:lnTo>
                      <a:lnTo>
                        <a:pt x="1880" y="200"/>
                      </a:lnTo>
                      <a:lnTo>
                        <a:pt x="1880" y="200"/>
                      </a:lnTo>
                      <a:lnTo>
                        <a:pt x="1876" y="202"/>
                      </a:lnTo>
                      <a:lnTo>
                        <a:pt x="1876" y="202"/>
                      </a:lnTo>
                      <a:lnTo>
                        <a:pt x="1876" y="206"/>
                      </a:lnTo>
                      <a:lnTo>
                        <a:pt x="1878" y="206"/>
                      </a:lnTo>
                      <a:lnTo>
                        <a:pt x="1878" y="206"/>
                      </a:lnTo>
                      <a:lnTo>
                        <a:pt x="1878" y="210"/>
                      </a:lnTo>
                      <a:lnTo>
                        <a:pt x="1876" y="212"/>
                      </a:lnTo>
                      <a:lnTo>
                        <a:pt x="1876" y="212"/>
                      </a:lnTo>
                      <a:lnTo>
                        <a:pt x="1880" y="214"/>
                      </a:lnTo>
                      <a:lnTo>
                        <a:pt x="1884" y="214"/>
                      </a:lnTo>
                      <a:lnTo>
                        <a:pt x="1884" y="214"/>
                      </a:lnTo>
                      <a:lnTo>
                        <a:pt x="1884" y="218"/>
                      </a:lnTo>
                      <a:lnTo>
                        <a:pt x="1884" y="218"/>
                      </a:lnTo>
                      <a:lnTo>
                        <a:pt x="1888" y="222"/>
                      </a:lnTo>
                      <a:lnTo>
                        <a:pt x="1888" y="222"/>
                      </a:lnTo>
                      <a:lnTo>
                        <a:pt x="1888" y="226"/>
                      </a:lnTo>
                      <a:lnTo>
                        <a:pt x="1890" y="228"/>
                      </a:lnTo>
                      <a:lnTo>
                        <a:pt x="1890" y="228"/>
                      </a:lnTo>
                      <a:lnTo>
                        <a:pt x="1890" y="232"/>
                      </a:lnTo>
                      <a:lnTo>
                        <a:pt x="1890" y="232"/>
                      </a:lnTo>
                      <a:lnTo>
                        <a:pt x="1892" y="230"/>
                      </a:lnTo>
                      <a:lnTo>
                        <a:pt x="1892" y="230"/>
                      </a:lnTo>
                      <a:lnTo>
                        <a:pt x="1896" y="216"/>
                      </a:lnTo>
                      <a:lnTo>
                        <a:pt x="1896" y="216"/>
                      </a:lnTo>
                      <a:lnTo>
                        <a:pt x="1902" y="214"/>
                      </a:lnTo>
                      <a:lnTo>
                        <a:pt x="1902" y="214"/>
                      </a:lnTo>
                      <a:lnTo>
                        <a:pt x="1910" y="210"/>
                      </a:lnTo>
                      <a:lnTo>
                        <a:pt x="1910" y="210"/>
                      </a:lnTo>
                      <a:lnTo>
                        <a:pt x="1912" y="210"/>
                      </a:lnTo>
                      <a:lnTo>
                        <a:pt x="1914" y="210"/>
                      </a:lnTo>
                      <a:lnTo>
                        <a:pt x="1914" y="210"/>
                      </a:lnTo>
                      <a:lnTo>
                        <a:pt x="1926" y="210"/>
                      </a:lnTo>
                      <a:lnTo>
                        <a:pt x="1936" y="210"/>
                      </a:lnTo>
                      <a:lnTo>
                        <a:pt x="1936" y="210"/>
                      </a:lnTo>
                      <a:lnTo>
                        <a:pt x="1936" y="214"/>
                      </a:lnTo>
                      <a:lnTo>
                        <a:pt x="1936" y="214"/>
                      </a:lnTo>
                      <a:lnTo>
                        <a:pt x="1940" y="214"/>
                      </a:lnTo>
                      <a:lnTo>
                        <a:pt x="1942" y="216"/>
                      </a:lnTo>
                      <a:lnTo>
                        <a:pt x="1942" y="216"/>
                      </a:lnTo>
                      <a:lnTo>
                        <a:pt x="1944" y="212"/>
                      </a:lnTo>
                      <a:lnTo>
                        <a:pt x="1944" y="212"/>
                      </a:lnTo>
                      <a:lnTo>
                        <a:pt x="1956" y="212"/>
                      </a:lnTo>
                      <a:lnTo>
                        <a:pt x="1956" y="212"/>
                      </a:lnTo>
                      <a:lnTo>
                        <a:pt x="1966" y="214"/>
                      </a:lnTo>
                      <a:lnTo>
                        <a:pt x="1966" y="214"/>
                      </a:lnTo>
                      <a:lnTo>
                        <a:pt x="1966" y="218"/>
                      </a:lnTo>
                      <a:lnTo>
                        <a:pt x="1966" y="218"/>
                      </a:lnTo>
                      <a:lnTo>
                        <a:pt x="1968" y="218"/>
                      </a:lnTo>
                      <a:lnTo>
                        <a:pt x="1972" y="216"/>
                      </a:lnTo>
                      <a:lnTo>
                        <a:pt x="1978" y="214"/>
                      </a:lnTo>
                      <a:lnTo>
                        <a:pt x="1978" y="214"/>
                      </a:lnTo>
                      <a:lnTo>
                        <a:pt x="1980" y="216"/>
                      </a:lnTo>
                      <a:lnTo>
                        <a:pt x="1982" y="216"/>
                      </a:lnTo>
                      <a:lnTo>
                        <a:pt x="1982" y="216"/>
                      </a:lnTo>
                      <a:lnTo>
                        <a:pt x="1988" y="210"/>
                      </a:lnTo>
                      <a:lnTo>
                        <a:pt x="1988" y="210"/>
                      </a:lnTo>
                      <a:lnTo>
                        <a:pt x="1988" y="216"/>
                      </a:lnTo>
                      <a:lnTo>
                        <a:pt x="1988" y="222"/>
                      </a:lnTo>
                      <a:lnTo>
                        <a:pt x="1988" y="222"/>
                      </a:lnTo>
                      <a:lnTo>
                        <a:pt x="1990" y="222"/>
                      </a:lnTo>
                      <a:lnTo>
                        <a:pt x="1994" y="224"/>
                      </a:lnTo>
                      <a:lnTo>
                        <a:pt x="1994" y="224"/>
                      </a:lnTo>
                      <a:lnTo>
                        <a:pt x="1996" y="238"/>
                      </a:lnTo>
                      <a:lnTo>
                        <a:pt x="1996" y="238"/>
                      </a:lnTo>
                      <a:lnTo>
                        <a:pt x="2006" y="236"/>
                      </a:lnTo>
                      <a:lnTo>
                        <a:pt x="2006" y="236"/>
                      </a:lnTo>
                      <a:lnTo>
                        <a:pt x="2006" y="234"/>
                      </a:lnTo>
                      <a:lnTo>
                        <a:pt x="2006" y="234"/>
                      </a:lnTo>
                      <a:lnTo>
                        <a:pt x="2010" y="236"/>
                      </a:lnTo>
                      <a:lnTo>
                        <a:pt x="2014" y="234"/>
                      </a:lnTo>
                      <a:lnTo>
                        <a:pt x="2014" y="234"/>
                      </a:lnTo>
                      <a:lnTo>
                        <a:pt x="2014" y="230"/>
                      </a:lnTo>
                      <a:lnTo>
                        <a:pt x="2014" y="230"/>
                      </a:lnTo>
                      <a:lnTo>
                        <a:pt x="2018" y="230"/>
                      </a:lnTo>
                      <a:lnTo>
                        <a:pt x="2018" y="230"/>
                      </a:lnTo>
                      <a:lnTo>
                        <a:pt x="2020" y="226"/>
                      </a:lnTo>
                      <a:lnTo>
                        <a:pt x="2020" y="226"/>
                      </a:lnTo>
                      <a:lnTo>
                        <a:pt x="2024" y="226"/>
                      </a:lnTo>
                      <a:lnTo>
                        <a:pt x="2024" y="226"/>
                      </a:lnTo>
                      <a:lnTo>
                        <a:pt x="2024" y="220"/>
                      </a:lnTo>
                      <a:lnTo>
                        <a:pt x="2024" y="214"/>
                      </a:lnTo>
                      <a:lnTo>
                        <a:pt x="2024" y="214"/>
                      </a:lnTo>
                      <a:lnTo>
                        <a:pt x="2020" y="212"/>
                      </a:lnTo>
                      <a:lnTo>
                        <a:pt x="2020" y="212"/>
                      </a:lnTo>
                      <a:lnTo>
                        <a:pt x="2018" y="212"/>
                      </a:lnTo>
                      <a:lnTo>
                        <a:pt x="2018" y="212"/>
                      </a:lnTo>
                      <a:lnTo>
                        <a:pt x="2018" y="204"/>
                      </a:lnTo>
                      <a:lnTo>
                        <a:pt x="2018" y="198"/>
                      </a:lnTo>
                      <a:lnTo>
                        <a:pt x="2018" y="198"/>
                      </a:lnTo>
                      <a:lnTo>
                        <a:pt x="2022" y="198"/>
                      </a:lnTo>
                      <a:lnTo>
                        <a:pt x="2022" y="198"/>
                      </a:lnTo>
                      <a:lnTo>
                        <a:pt x="2026" y="200"/>
                      </a:lnTo>
                      <a:lnTo>
                        <a:pt x="2026" y="200"/>
                      </a:lnTo>
                      <a:lnTo>
                        <a:pt x="2034" y="200"/>
                      </a:lnTo>
                      <a:lnTo>
                        <a:pt x="2042" y="200"/>
                      </a:lnTo>
                      <a:lnTo>
                        <a:pt x="2042" y="200"/>
                      </a:lnTo>
                      <a:lnTo>
                        <a:pt x="2046" y="202"/>
                      </a:lnTo>
                      <a:lnTo>
                        <a:pt x="2046" y="202"/>
                      </a:lnTo>
                      <a:lnTo>
                        <a:pt x="2050" y="202"/>
                      </a:lnTo>
                      <a:lnTo>
                        <a:pt x="2052" y="200"/>
                      </a:lnTo>
                      <a:lnTo>
                        <a:pt x="2052" y="200"/>
                      </a:lnTo>
                      <a:lnTo>
                        <a:pt x="2056" y="202"/>
                      </a:lnTo>
                      <a:lnTo>
                        <a:pt x="2062" y="202"/>
                      </a:lnTo>
                      <a:lnTo>
                        <a:pt x="2062" y="202"/>
                      </a:lnTo>
                      <a:lnTo>
                        <a:pt x="2068" y="204"/>
                      </a:lnTo>
                      <a:lnTo>
                        <a:pt x="2076" y="202"/>
                      </a:lnTo>
                      <a:lnTo>
                        <a:pt x="2076" y="202"/>
                      </a:lnTo>
                      <a:lnTo>
                        <a:pt x="2076" y="202"/>
                      </a:lnTo>
                      <a:lnTo>
                        <a:pt x="2078" y="200"/>
                      </a:lnTo>
                      <a:lnTo>
                        <a:pt x="2078" y="202"/>
                      </a:lnTo>
                      <a:lnTo>
                        <a:pt x="2084" y="208"/>
                      </a:lnTo>
                      <a:lnTo>
                        <a:pt x="2084" y="208"/>
                      </a:lnTo>
                      <a:lnTo>
                        <a:pt x="2090" y="208"/>
                      </a:lnTo>
                      <a:lnTo>
                        <a:pt x="2096" y="210"/>
                      </a:lnTo>
                      <a:lnTo>
                        <a:pt x="2096" y="210"/>
                      </a:lnTo>
                      <a:lnTo>
                        <a:pt x="2098" y="214"/>
                      </a:lnTo>
                      <a:lnTo>
                        <a:pt x="2102" y="218"/>
                      </a:lnTo>
                      <a:lnTo>
                        <a:pt x="2102" y="218"/>
                      </a:lnTo>
                      <a:lnTo>
                        <a:pt x="2106" y="218"/>
                      </a:lnTo>
                      <a:lnTo>
                        <a:pt x="2108" y="218"/>
                      </a:lnTo>
                      <a:lnTo>
                        <a:pt x="2112" y="216"/>
                      </a:lnTo>
                      <a:lnTo>
                        <a:pt x="2116" y="216"/>
                      </a:lnTo>
                      <a:lnTo>
                        <a:pt x="2116" y="216"/>
                      </a:lnTo>
                      <a:lnTo>
                        <a:pt x="2118" y="218"/>
                      </a:lnTo>
                      <a:lnTo>
                        <a:pt x="2122" y="220"/>
                      </a:lnTo>
                      <a:lnTo>
                        <a:pt x="2122" y="220"/>
                      </a:lnTo>
                      <a:lnTo>
                        <a:pt x="2132" y="220"/>
                      </a:lnTo>
                      <a:lnTo>
                        <a:pt x="2132" y="220"/>
                      </a:lnTo>
                      <a:lnTo>
                        <a:pt x="2136" y="224"/>
                      </a:lnTo>
                      <a:lnTo>
                        <a:pt x="2136" y="224"/>
                      </a:lnTo>
                      <a:lnTo>
                        <a:pt x="2136" y="228"/>
                      </a:lnTo>
                      <a:lnTo>
                        <a:pt x="2136" y="228"/>
                      </a:lnTo>
                      <a:lnTo>
                        <a:pt x="2140" y="230"/>
                      </a:lnTo>
                      <a:lnTo>
                        <a:pt x="2140" y="230"/>
                      </a:lnTo>
                      <a:lnTo>
                        <a:pt x="2144" y="234"/>
                      </a:lnTo>
                      <a:lnTo>
                        <a:pt x="2146" y="242"/>
                      </a:lnTo>
                      <a:lnTo>
                        <a:pt x="2146" y="242"/>
                      </a:lnTo>
                      <a:lnTo>
                        <a:pt x="2158" y="244"/>
                      </a:lnTo>
                      <a:lnTo>
                        <a:pt x="2158" y="246"/>
                      </a:lnTo>
                      <a:lnTo>
                        <a:pt x="2158" y="246"/>
                      </a:lnTo>
                      <a:lnTo>
                        <a:pt x="2162" y="246"/>
                      </a:lnTo>
                      <a:lnTo>
                        <a:pt x="2164" y="246"/>
                      </a:lnTo>
                      <a:lnTo>
                        <a:pt x="2164" y="246"/>
                      </a:lnTo>
                      <a:lnTo>
                        <a:pt x="2168" y="250"/>
                      </a:lnTo>
                      <a:lnTo>
                        <a:pt x="2168" y="250"/>
                      </a:lnTo>
                      <a:lnTo>
                        <a:pt x="2166" y="252"/>
                      </a:lnTo>
                      <a:lnTo>
                        <a:pt x="2166" y="254"/>
                      </a:lnTo>
                      <a:lnTo>
                        <a:pt x="2168" y="254"/>
                      </a:lnTo>
                      <a:lnTo>
                        <a:pt x="2168" y="254"/>
                      </a:lnTo>
                      <a:lnTo>
                        <a:pt x="2174" y="258"/>
                      </a:lnTo>
                      <a:lnTo>
                        <a:pt x="2180" y="262"/>
                      </a:lnTo>
                      <a:lnTo>
                        <a:pt x="2180" y="262"/>
                      </a:lnTo>
                      <a:lnTo>
                        <a:pt x="2184" y="262"/>
                      </a:lnTo>
                      <a:lnTo>
                        <a:pt x="2184" y="262"/>
                      </a:lnTo>
                      <a:lnTo>
                        <a:pt x="2186" y="266"/>
                      </a:lnTo>
                      <a:lnTo>
                        <a:pt x="2186" y="266"/>
                      </a:lnTo>
                      <a:lnTo>
                        <a:pt x="2194" y="268"/>
                      </a:lnTo>
                      <a:lnTo>
                        <a:pt x="2194" y="268"/>
                      </a:lnTo>
                      <a:lnTo>
                        <a:pt x="2196" y="272"/>
                      </a:lnTo>
                      <a:lnTo>
                        <a:pt x="2196" y="272"/>
                      </a:lnTo>
                      <a:lnTo>
                        <a:pt x="2200" y="274"/>
                      </a:lnTo>
                      <a:lnTo>
                        <a:pt x="2204" y="274"/>
                      </a:lnTo>
                      <a:lnTo>
                        <a:pt x="2204" y="274"/>
                      </a:lnTo>
                      <a:lnTo>
                        <a:pt x="2206" y="280"/>
                      </a:lnTo>
                      <a:lnTo>
                        <a:pt x="2206" y="280"/>
                      </a:lnTo>
                      <a:lnTo>
                        <a:pt x="2208" y="282"/>
                      </a:lnTo>
                      <a:lnTo>
                        <a:pt x="2212" y="284"/>
                      </a:lnTo>
                      <a:lnTo>
                        <a:pt x="2212" y="284"/>
                      </a:lnTo>
                      <a:lnTo>
                        <a:pt x="2212" y="290"/>
                      </a:lnTo>
                      <a:lnTo>
                        <a:pt x="2210" y="298"/>
                      </a:lnTo>
                      <a:lnTo>
                        <a:pt x="2210" y="298"/>
                      </a:lnTo>
                      <a:lnTo>
                        <a:pt x="2216" y="300"/>
                      </a:lnTo>
                      <a:lnTo>
                        <a:pt x="2216" y="300"/>
                      </a:lnTo>
                      <a:lnTo>
                        <a:pt x="2214" y="288"/>
                      </a:lnTo>
                      <a:lnTo>
                        <a:pt x="2214" y="288"/>
                      </a:lnTo>
                      <a:lnTo>
                        <a:pt x="2226" y="286"/>
                      </a:lnTo>
                      <a:lnTo>
                        <a:pt x="2238" y="286"/>
                      </a:lnTo>
                      <a:lnTo>
                        <a:pt x="2240" y="288"/>
                      </a:lnTo>
                      <a:lnTo>
                        <a:pt x="2240" y="288"/>
                      </a:lnTo>
                      <a:lnTo>
                        <a:pt x="2244" y="290"/>
                      </a:lnTo>
                      <a:lnTo>
                        <a:pt x="2246" y="290"/>
                      </a:lnTo>
                      <a:lnTo>
                        <a:pt x="2246" y="290"/>
                      </a:lnTo>
                      <a:lnTo>
                        <a:pt x="2248" y="292"/>
                      </a:lnTo>
                      <a:lnTo>
                        <a:pt x="2248" y="296"/>
                      </a:lnTo>
                      <a:lnTo>
                        <a:pt x="2248" y="296"/>
                      </a:lnTo>
                      <a:lnTo>
                        <a:pt x="2254" y="298"/>
                      </a:lnTo>
                      <a:lnTo>
                        <a:pt x="2254" y="298"/>
                      </a:lnTo>
                      <a:lnTo>
                        <a:pt x="2254" y="302"/>
                      </a:lnTo>
                      <a:lnTo>
                        <a:pt x="2254" y="302"/>
                      </a:lnTo>
                      <a:lnTo>
                        <a:pt x="2262" y="306"/>
                      </a:lnTo>
                      <a:lnTo>
                        <a:pt x="2268" y="310"/>
                      </a:lnTo>
                      <a:lnTo>
                        <a:pt x="2268" y="310"/>
                      </a:lnTo>
                      <a:lnTo>
                        <a:pt x="2270" y="312"/>
                      </a:lnTo>
                      <a:lnTo>
                        <a:pt x="2270" y="312"/>
                      </a:lnTo>
                      <a:lnTo>
                        <a:pt x="2274" y="312"/>
                      </a:lnTo>
                      <a:lnTo>
                        <a:pt x="2274" y="314"/>
                      </a:lnTo>
                      <a:lnTo>
                        <a:pt x="2274" y="314"/>
                      </a:lnTo>
                      <a:lnTo>
                        <a:pt x="2270" y="316"/>
                      </a:lnTo>
                      <a:lnTo>
                        <a:pt x="2270" y="316"/>
                      </a:lnTo>
                      <a:close/>
                      <a:moveTo>
                        <a:pt x="26" y="556"/>
                      </a:moveTo>
                      <a:lnTo>
                        <a:pt x="26" y="556"/>
                      </a:lnTo>
                      <a:lnTo>
                        <a:pt x="16" y="546"/>
                      </a:lnTo>
                      <a:lnTo>
                        <a:pt x="16" y="546"/>
                      </a:lnTo>
                      <a:lnTo>
                        <a:pt x="12" y="548"/>
                      </a:lnTo>
                      <a:lnTo>
                        <a:pt x="12" y="548"/>
                      </a:lnTo>
                      <a:lnTo>
                        <a:pt x="14" y="544"/>
                      </a:lnTo>
                      <a:lnTo>
                        <a:pt x="14" y="542"/>
                      </a:lnTo>
                      <a:lnTo>
                        <a:pt x="12" y="542"/>
                      </a:lnTo>
                      <a:lnTo>
                        <a:pt x="12" y="542"/>
                      </a:lnTo>
                      <a:lnTo>
                        <a:pt x="12" y="542"/>
                      </a:lnTo>
                      <a:lnTo>
                        <a:pt x="10" y="542"/>
                      </a:lnTo>
                      <a:lnTo>
                        <a:pt x="12" y="542"/>
                      </a:lnTo>
                      <a:lnTo>
                        <a:pt x="12" y="542"/>
                      </a:lnTo>
                      <a:lnTo>
                        <a:pt x="8" y="546"/>
                      </a:lnTo>
                      <a:lnTo>
                        <a:pt x="6" y="546"/>
                      </a:lnTo>
                      <a:lnTo>
                        <a:pt x="6" y="546"/>
                      </a:lnTo>
                      <a:lnTo>
                        <a:pt x="4" y="554"/>
                      </a:lnTo>
                      <a:lnTo>
                        <a:pt x="4" y="554"/>
                      </a:lnTo>
                      <a:lnTo>
                        <a:pt x="6" y="554"/>
                      </a:lnTo>
                      <a:lnTo>
                        <a:pt x="6" y="554"/>
                      </a:lnTo>
                      <a:lnTo>
                        <a:pt x="4" y="556"/>
                      </a:lnTo>
                      <a:lnTo>
                        <a:pt x="4" y="556"/>
                      </a:lnTo>
                      <a:lnTo>
                        <a:pt x="4" y="560"/>
                      </a:lnTo>
                      <a:lnTo>
                        <a:pt x="4" y="560"/>
                      </a:lnTo>
                      <a:lnTo>
                        <a:pt x="0" y="562"/>
                      </a:lnTo>
                      <a:lnTo>
                        <a:pt x="0" y="562"/>
                      </a:lnTo>
                      <a:lnTo>
                        <a:pt x="0" y="564"/>
                      </a:lnTo>
                      <a:lnTo>
                        <a:pt x="0" y="564"/>
                      </a:lnTo>
                      <a:lnTo>
                        <a:pt x="4" y="568"/>
                      </a:lnTo>
                      <a:lnTo>
                        <a:pt x="14" y="572"/>
                      </a:lnTo>
                      <a:lnTo>
                        <a:pt x="14" y="572"/>
                      </a:lnTo>
                      <a:lnTo>
                        <a:pt x="26" y="574"/>
                      </a:lnTo>
                      <a:lnTo>
                        <a:pt x="32" y="574"/>
                      </a:lnTo>
                      <a:lnTo>
                        <a:pt x="32" y="574"/>
                      </a:lnTo>
                      <a:lnTo>
                        <a:pt x="40" y="574"/>
                      </a:lnTo>
                      <a:lnTo>
                        <a:pt x="46" y="572"/>
                      </a:lnTo>
                      <a:lnTo>
                        <a:pt x="44" y="560"/>
                      </a:lnTo>
                      <a:lnTo>
                        <a:pt x="44" y="560"/>
                      </a:lnTo>
                      <a:lnTo>
                        <a:pt x="36" y="560"/>
                      </a:lnTo>
                      <a:lnTo>
                        <a:pt x="30" y="558"/>
                      </a:lnTo>
                      <a:lnTo>
                        <a:pt x="26" y="556"/>
                      </a:lnTo>
                      <a:lnTo>
                        <a:pt x="26" y="5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sp>
            <p:nvSpPr>
              <p:cNvPr id="511" name="Freeform 135">
                <a:extLst>
                  <a:ext uri="{FF2B5EF4-FFF2-40B4-BE49-F238E27FC236}">
                    <a16:creationId xmlns:a16="http://schemas.microsoft.com/office/drawing/2014/main" id="{26ED36AC-761B-1244-A935-832A5569BDD4}"/>
                  </a:ext>
                </a:extLst>
              </p:cNvPr>
              <p:cNvSpPr>
                <a:spLocks/>
              </p:cNvSpPr>
              <p:nvPr/>
            </p:nvSpPr>
            <p:spPr bwMode="auto">
              <a:xfrm>
                <a:off x="8212488" y="2533461"/>
                <a:ext cx="825812" cy="408481"/>
              </a:xfrm>
              <a:custGeom>
                <a:avLst/>
                <a:gdLst>
                  <a:gd name="T0" fmla="*/ 14 w 422"/>
                  <a:gd name="T1" fmla="*/ 52 h 204"/>
                  <a:gd name="T2" fmla="*/ 20 w 422"/>
                  <a:gd name="T3" fmla="*/ 40 h 204"/>
                  <a:gd name="T4" fmla="*/ 40 w 422"/>
                  <a:gd name="T5" fmla="*/ 30 h 204"/>
                  <a:gd name="T6" fmla="*/ 62 w 422"/>
                  <a:gd name="T7" fmla="*/ 26 h 204"/>
                  <a:gd name="T8" fmla="*/ 82 w 422"/>
                  <a:gd name="T9" fmla="*/ 32 h 204"/>
                  <a:gd name="T10" fmla="*/ 108 w 422"/>
                  <a:gd name="T11" fmla="*/ 38 h 204"/>
                  <a:gd name="T12" fmla="*/ 134 w 422"/>
                  <a:gd name="T13" fmla="*/ 34 h 204"/>
                  <a:gd name="T14" fmla="*/ 122 w 422"/>
                  <a:gd name="T15" fmla="*/ 16 h 204"/>
                  <a:gd name="T16" fmla="*/ 130 w 422"/>
                  <a:gd name="T17" fmla="*/ 0 h 204"/>
                  <a:gd name="T18" fmla="*/ 156 w 422"/>
                  <a:gd name="T19" fmla="*/ 2 h 204"/>
                  <a:gd name="T20" fmla="*/ 182 w 422"/>
                  <a:gd name="T21" fmla="*/ 18 h 204"/>
                  <a:gd name="T22" fmla="*/ 198 w 422"/>
                  <a:gd name="T23" fmla="*/ 36 h 204"/>
                  <a:gd name="T24" fmla="*/ 220 w 422"/>
                  <a:gd name="T25" fmla="*/ 42 h 204"/>
                  <a:gd name="T26" fmla="*/ 240 w 422"/>
                  <a:gd name="T27" fmla="*/ 38 h 204"/>
                  <a:gd name="T28" fmla="*/ 258 w 422"/>
                  <a:gd name="T29" fmla="*/ 48 h 204"/>
                  <a:gd name="T30" fmla="*/ 276 w 422"/>
                  <a:gd name="T31" fmla="*/ 56 h 204"/>
                  <a:gd name="T32" fmla="*/ 294 w 422"/>
                  <a:gd name="T33" fmla="*/ 56 h 204"/>
                  <a:gd name="T34" fmla="*/ 320 w 422"/>
                  <a:gd name="T35" fmla="*/ 52 h 204"/>
                  <a:gd name="T36" fmla="*/ 348 w 422"/>
                  <a:gd name="T37" fmla="*/ 40 h 204"/>
                  <a:gd name="T38" fmla="*/ 374 w 422"/>
                  <a:gd name="T39" fmla="*/ 48 h 204"/>
                  <a:gd name="T40" fmla="*/ 370 w 422"/>
                  <a:gd name="T41" fmla="*/ 70 h 204"/>
                  <a:gd name="T42" fmla="*/ 368 w 422"/>
                  <a:gd name="T43" fmla="*/ 76 h 204"/>
                  <a:gd name="T44" fmla="*/ 376 w 422"/>
                  <a:gd name="T45" fmla="*/ 90 h 204"/>
                  <a:gd name="T46" fmla="*/ 396 w 422"/>
                  <a:gd name="T47" fmla="*/ 82 h 204"/>
                  <a:gd name="T48" fmla="*/ 416 w 422"/>
                  <a:gd name="T49" fmla="*/ 96 h 204"/>
                  <a:gd name="T50" fmla="*/ 418 w 422"/>
                  <a:gd name="T51" fmla="*/ 108 h 204"/>
                  <a:gd name="T52" fmla="*/ 408 w 422"/>
                  <a:gd name="T53" fmla="*/ 108 h 204"/>
                  <a:gd name="T54" fmla="*/ 400 w 422"/>
                  <a:gd name="T55" fmla="*/ 112 h 204"/>
                  <a:gd name="T56" fmla="*/ 380 w 422"/>
                  <a:gd name="T57" fmla="*/ 122 h 204"/>
                  <a:gd name="T58" fmla="*/ 368 w 422"/>
                  <a:gd name="T59" fmla="*/ 126 h 204"/>
                  <a:gd name="T60" fmla="*/ 344 w 422"/>
                  <a:gd name="T61" fmla="*/ 144 h 204"/>
                  <a:gd name="T62" fmla="*/ 318 w 422"/>
                  <a:gd name="T63" fmla="*/ 140 h 204"/>
                  <a:gd name="T64" fmla="*/ 304 w 422"/>
                  <a:gd name="T65" fmla="*/ 150 h 204"/>
                  <a:gd name="T66" fmla="*/ 306 w 422"/>
                  <a:gd name="T67" fmla="*/ 172 h 204"/>
                  <a:gd name="T68" fmla="*/ 286 w 422"/>
                  <a:gd name="T69" fmla="*/ 184 h 204"/>
                  <a:gd name="T70" fmla="*/ 252 w 422"/>
                  <a:gd name="T71" fmla="*/ 190 h 204"/>
                  <a:gd name="T72" fmla="*/ 232 w 422"/>
                  <a:gd name="T73" fmla="*/ 202 h 204"/>
                  <a:gd name="T74" fmla="*/ 200 w 422"/>
                  <a:gd name="T75" fmla="*/ 204 h 204"/>
                  <a:gd name="T76" fmla="*/ 182 w 422"/>
                  <a:gd name="T77" fmla="*/ 190 h 204"/>
                  <a:gd name="T78" fmla="*/ 138 w 422"/>
                  <a:gd name="T79" fmla="*/ 188 h 204"/>
                  <a:gd name="T80" fmla="*/ 114 w 422"/>
                  <a:gd name="T81" fmla="*/ 182 h 204"/>
                  <a:gd name="T82" fmla="*/ 94 w 422"/>
                  <a:gd name="T83" fmla="*/ 166 h 204"/>
                  <a:gd name="T84" fmla="*/ 78 w 422"/>
                  <a:gd name="T85" fmla="*/ 150 h 204"/>
                  <a:gd name="T86" fmla="*/ 58 w 422"/>
                  <a:gd name="T87" fmla="*/ 140 h 204"/>
                  <a:gd name="T88" fmla="*/ 50 w 422"/>
                  <a:gd name="T89" fmla="*/ 124 h 204"/>
                  <a:gd name="T90" fmla="*/ 40 w 422"/>
                  <a:gd name="T91" fmla="*/ 108 h 204"/>
                  <a:gd name="T92" fmla="*/ 24 w 422"/>
                  <a:gd name="T93" fmla="*/ 88 h 204"/>
                  <a:gd name="T94" fmla="*/ 4 w 422"/>
                  <a:gd name="T95" fmla="*/ 84 h 204"/>
                  <a:gd name="T96" fmla="*/ 2 w 422"/>
                  <a:gd name="T97" fmla="*/ 5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 h="204">
                    <a:moveTo>
                      <a:pt x="2" y="56"/>
                    </a:moveTo>
                    <a:lnTo>
                      <a:pt x="8" y="54"/>
                    </a:lnTo>
                    <a:lnTo>
                      <a:pt x="14" y="52"/>
                    </a:lnTo>
                    <a:lnTo>
                      <a:pt x="16" y="48"/>
                    </a:lnTo>
                    <a:lnTo>
                      <a:pt x="16" y="44"/>
                    </a:lnTo>
                    <a:lnTo>
                      <a:pt x="20" y="40"/>
                    </a:lnTo>
                    <a:lnTo>
                      <a:pt x="24" y="36"/>
                    </a:lnTo>
                    <a:lnTo>
                      <a:pt x="32" y="34"/>
                    </a:lnTo>
                    <a:lnTo>
                      <a:pt x="40" y="30"/>
                    </a:lnTo>
                    <a:lnTo>
                      <a:pt x="44" y="26"/>
                    </a:lnTo>
                    <a:lnTo>
                      <a:pt x="54" y="26"/>
                    </a:lnTo>
                    <a:lnTo>
                      <a:pt x="62" y="26"/>
                    </a:lnTo>
                    <a:lnTo>
                      <a:pt x="64" y="30"/>
                    </a:lnTo>
                    <a:lnTo>
                      <a:pt x="72" y="28"/>
                    </a:lnTo>
                    <a:lnTo>
                      <a:pt x="82" y="32"/>
                    </a:lnTo>
                    <a:lnTo>
                      <a:pt x="90" y="36"/>
                    </a:lnTo>
                    <a:lnTo>
                      <a:pt x="98" y="38"/>
                    </a:lnTo>
                    <a:lnTo>
                      <a:pt x="108" y="38"/>
                    </a:lnTo>
                    <a:lnTo>
                      <a:pt x="120" y="38"/>
                    </a:lnTo>
                    <a:lnTo>
                      <a:pt x="130" y="38"/>
                    </a:lnTo>
                    <a:lnTo>
                      <a:pt x="134" y="34"/>
                    </a:lnTo>
                    <a:lnTo>
                      <a:pt x="132" y="26"/>
                    </a:lnTo>
                    <a:lnTo>
                      <a:pt x="128" y="20"/>
                    </a:lnTo>
                    <a:lnTo>
                      <a:pt x="122" y="16"/>
                    </a:lnTo>
                    <a:lnTo>
                      <a:pt x="124" y="10"/>
                    </a:lnTo>
                    <a:lnTo>
                      <a:pt x="128" y="4"/>
                    </a:lnTo>
                    <a:lnTo>
                      <a:pt x="130" y="0"/>
                    </a:lnTo>
                    <a:lnTo>
                      <a:pt x="140" y="0"/>
                    </a:lnTo>
                    <a:lnTo>
                      <a:pt x="146" y="2"/>
                    </a:lnTo>
                    <a:lnTo>
                      <a:pt x="156" y="2"/>
                    </a:lnTo>
                    <a:lnTo>
                      <a:pt x="160" y="6"/>
                    </a:lnTo>
                    <a:lnTo>
                      <a:pt x="170" y="8"/>
                    </a:lnTo>
                    <a:lnTo>
                      <a:pt x="182" y="18"/>
                    </a:lnTo>
                    <a:lnTo>
                      <a:pt x="190" y="24"/>
                    </a:lnTo>
                    <a:lnTo>
                      <a:pt x="194" y="34"/>
                    </a:lnTo>
                    <a:lnTo>
                      <a:pt x="198" y="36"/>
                    </a:lnTo>
                    <a:lnTo>
                      <a:pt x="208" y="42"/>
                    </a:lnTo>
                    <a:lnTo>
                      <a:pt x="214" y="42"/>
                    </a:lnTo>
                    <a:lnTo>
                      <a:pt x="220" y="42"/>
                    </a:lnTo>
                    <a:lnTo>
                      <a:pt x="226" y="40"/>
                    </a:lnTo>
                    <a:lnTo>
                      <a:pt x="232" y="36"/>
                    </a:lnTo>
                    <a:lnTo>
                      <a:pt x="240" y="38"/>
                    </a:lnTo>
                    <a:lnTo>
                      <a:pt x="252" y="42"/>
                    </a:lnTo>
                    <a:lnTo>
                      <a:pt x="258" y="42"/>
                    </a:lnTo>
                    <a:lnTo>
                      <a:pt x="258" y="48"/>
                    </a:lnTo>
                    <a:lnTo>
                      <a:pt x="264" y="52"/>
                    </a:lnTo>
                    <a:lnTo>
                      <a:pt x="270" y="52"/>
                    </a:lnTo>
                    <a:lnTo>
                      <a:pt x="276" y="56"/>
                    </a:lnTo>
                    <a:lnTo>
                      <a:pt x="282" y="56"/>
                    </a:lnTo>
                    <a:lnTo>
                      <a:pt x="288" y="54"/>
                    </a:lnTo>
                    <a:lnTo>
                      <a:pt x="294" y="56"/>
                    </a:lnTo>
                    <a:lnTo>
                      <a:pt x="304" y="58"/>
                    </a:lnTo>
                    <a:lnTo>
                      <a:pt x="314" y="56"/>
                    </a:lnTo>
                    <a:lnTo>
                      <a:pt x="320" y="52"/>
                    </a:lnTo>
                    <a:lnTo>
                      <a:pt x="332" y="50"/>
                    </a:lnTo>
                    <a:lnTo>
                      <a:pt x="344" y="42"/>
                    </a:lnTo>
                    <a:lnTo>
                      <a:pt x="348" y="40"/>
                    </a:lnTo>
                    <a:lnTo>
                      <a:pt x="358" y="46"/>
                    </a:lnTo>
                    <a:lnTo>
                      <a:pt x="364" y="46"/>
                    </a:lnTo>
                    <a:lnTo>
                      <a:pt x="374" y="48"/>
                    </a:lnTo>
                    <a:lnTo>
                      <a:pt x="368" y="64"/>
                    </a:lnTo>
                    <a:lnTo>
                      <a:pt x="368" y="64"/>
                    </a:lnTo>
                    <a:lnTo>
                      <a:pt x="370" y="70"/>
                    </a:lnTo>
                    <a:lnTo>
                      <a:pt x="370" y="70"/>
                    </a:lnTo>
                    <a:lnTo>
                      <a:pt x="370" y="74"/>
                    </a:lnTo>
                    <a:lnTo>
                      <a:pt x="368" y="76"/>
                    </a:lnTo>
                    <a:lnTo>
                      <a:pt x="366" y="80"/>
                    </a:lnTo>
                    <a:lnTo>
                      <a:pt x="366" y="86"/>
                    </a:lnTo>
                    <a:lnTo>
                      <a:pt x="376" y="90"/>
                    </a:lnTo>
                    <a:lnTo>
                      <a:pt x="386" y="88"/>
                    </a:lnTo>
                    <a:lnTo>
                      <a:pt x="392" y="82"/>
                    </a:lnTo>
                    <a:lnTo>
                      <a:pt x="396" y="82"/>
                    </a:lnTo>
                    <a:lnTo>
                      <a:pt x="400" y="86"/>
                    </a:lnTo>
                    <a:lnTo>
                      <a:pt x="406" y="92"/>
                    </a:lnTo>
                    <a:lnTo>
                      <a:pt x="416" y="96"/>
                    </a:lnTo>
                    <a:lnTo>
                      <a:pt x="422" y="102"/>
                    </a:lnTo>
                    <a:lnTo>
                      <a:pt x="418" y="108"/>
                    </a:lnTo>
                    <a:lnTo>
                      <a:pt x="418" y="108"/>
                    </a:lnTo>
                    <a:lnTo>
                      <a:pt x="414" y="106"/>
                    </a:lnTo>
                    <a:lnTo>
                      <a:pt x="410" y="106"/>
                    </a:lnTo>
                    <a:lnTo>
                      <a:pt x="408" y="108"/>
                    </a:lnTo>
                    <a:lnTo>
                      <a:pt x="408" y="108"/>
                    </a:lnTo>
                    <a:lnTo>
                      <a:pt x="404" y="110"/>
                    </a:lnTo>
                    <a:lnTo>
                      <a:pt x="400" y="112"/>
                    </a:lnTo>
                    <a:lnTo>
                      <a:pt x="398" y="116"/>
                    </a:lnTo>
                    <a:lnTo>
                      <a:pt x="390" y="114"/>
                    </a:lnTo>
                    <a:lnTo>
                      <a:pt x="380" y="122"/>
                    </a:lnTo>
                    <a:lnTo>
                      <a:pt x="374" y="118"/>
                    </a:lnTo>
                    <a:lnTo>
                      <a:pt x="370" y="118"/>
                    </a:lnTo>
                    <a:lnTo>
                      <a:pt x="368" y="126"/>
                    </a:lnTo>
                    <a:lnTo>
                      <a:pt x="364" y="130"/>
                    </a:lnTo>
                    <a:lnTo>
                      <a:pt x="346" y="134"/>
                    </a:lnTo>
                    <a:lnTo>
                      <a:pt x="344" y="144"/>
                    </a:lnTo>
                    <a:lnTo>
                      <a:pt x="332" y="150"/>
                    </a:lnTo>
                    <a:lnTo>
                      <a:pt x="324" y="146"/>
                    </a:lnTo>
                    <a:lnTo>
                      <a:pt x="318" y="140"/>
                    </a:lnTo>
                    <a:lnTo>
                      <a:pt x="312" y="138"/>
                    </a:lnTo>
                    <a:lnTo>
                      <a:pt x="306" y="142"/>
                    </a:lnTo>
                    <a:lnTo>
                      <a:pt x="304" y="150"/>
                    </a:lnTo>
                    <a:lnTo>
                      <a:pt x="302" y="156"/>
                    </a:lnTo>
                    <a:lnTo>
                      <a:pt x="304" y="166"/>
                    </a:lnTo>
                    <a:lnTo>
                      <a:pt x="306" y="172"/>
                    </a:lnTo>
                    <a:lnTo>
                      <a:pt x="302" y="178"/>
                    </a:lnTo>
                    <a:lnTo>
                      <a:pt x="296" y="182"/>
                    </a:lnTo>
                    <a:lnTo>
                      <a:pt x="286" y="184"/>
                    </a:lnTo>
                    <a:lnTo>
                      <a:pt x="272" y="188"/>
                    </a:lnTo>
                    <a:lnTo>
                      <a:pt x="260" y="188"/>
                    </a:lnTo>
                    <a:lnTo>
                      <a:pt x="252" y="190"/>
                    </a:lnTo>
                    <a:lnTo>
                      <a:pt x="248" y="190"/>
                    </a:lnTo>
                    <a:lnTo>
                      <a:pt x="240" y="198"/>
                    </a:lnTo>
                    <a:lnTo>
                      <a:pt x="232" y="202"/>
                    </a:lnTo>
                    <a:lnTo>
                      <a:pt x="222" y="202"/>
                    </a:lnTo>
                    <a:lnTo>
                      <a:pt x="212" y="204"/>
                    </a:lnTo>
                    <a:lnTo>
                      <a:pt x="200" y="204"/>
                    </a:lnTo>
                    <a:lnTo>
                      <a:pt x="192" y="200"/>
                    </a:lnTo>
                    <a:lnTo>
                      <a:pt x="186" y="192"/>
                    </a:lnTo>
                    <a:lnTo>
                      <a:pt x="182" y="190"/>
                    </a:lnTo>
                    <a:lnTo>
                      <a:pt x="162" y="190"/>
                    </a:lnTo>
                    <a:lnTo>
                      <a:pt x="150" y="188"/>
                    </a:lnTo>
                    <a:lnTo>
                      <a:pt x="138" y="188"/>
                    </a:lnTo>
                    <a:lnTo>
                      <a:pt x="128" y="188"/>
                    </a:lnTo>
                    <a:lnTo>
                      <a:pt x="120" y="188"/>
                    </a:lnTo>
                    <a:lnTo>
                      <a:pt x="114" y="182"/>
                    </a:lnTo>
                    <a:lnTo>
                      <a:pt x="106" y="176"/>
                    </a:lnTo>
                    <a:lnTo>
                      <a:pt x="98" y="170"/>
                    </a:lnTo>
                    <a:lnTo>
                      <a:pt x="94" y="166"/>
                    </a:lnTo>
                    <a:lnTo>
                      <a:pt x="92" y="158"/>
                    </a:lnTo>
                    <a:lnTo>
                      <a:pt x="86" y="152"/>
                    </a:lnTo>
                    <a:lnTo>
                      <a:pt x="78" y="150"/>
                    </a:lnTo>
                    <a:lnTo>
                      <a:pt x="74" y="146"/>
                    </a:lnTo>
                    <a:lnTo>
                      <a:pt x="66" y="142"/>
                    </a:lnTo>
                    <a:lnTo>
                      <a:pt x="58" y="140"/>
                    </a:lnTo>
                    <a:lnTo>
                      <a:pt x="50" y="138"/>
                    </a:lnTo>
                    <a:lnTo>
                      <a:pt x="48" y="132"/>
                    </a:lnTo>
                    <a:lnTo>
                      <a:pt x="50" y="124"/>
                    </a:lnTo>
                    <a:lnTo>
                      <a:pt x="52" y="118"/>
                    </a:lnTo>
                    <a:lnTo>
                      <a:pt x="48" y="110"/>
                    </a:lnTo>
                    <a:lnTo>
                      <a:pt x="40" y="108"/>
                    </a:lnTo>
                    <a:lnTo>
                      <a:pt x="40" y="102"/>
                    </a:lnTo>
                    <a:lnTo>
                      <a:pt x="32" y="94"/>
                    </a:lnTo>
                    <a:lnTo>
                      <a:pt x="24" y="88"/>
                    </a:lnTo>
                    <a:lnTo>
                      <a:pt x="16" y="90"/>
                    </a:lnTo>
                    <a:lnTo>
                      <a:pt x="8" y="88"/>
                    </a:lnTo>
                    <a:lnTo>
                      <a:pt x="4" y="84"/>
                    </a:lnTo>
                    <a:lnTo>
                      <a:pt x="2" y="80"/>
                    </a:lnTo>
                    <a:lnTo>
                      <a:pt x="0" y="70"/>
                    </a:lnTo>
                    <a:lnTo>
                      <a:pt x="2" y="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sp>
          <p:nvSpPr>
            <p:cNvPr id="563" name="Line 189">
              <a:extLst>
                <a:ext uri="{FF2B5EF4-FFF2-40B4-BE49-F238E27FC236}">
                  <a16:creationId xmlns:a16="http://schemas.microsoft.com/office/drawing/2014/main" id="{2EC6A668-16DD-B841-84E6-CFD0BD034F9E}"/>
                </a:ext>
              </a:extLst>
            </p:cNvPr>
            <p:cNvSpPr>
              <a:spLocks noChangeShapeType="1"/>
            </p:cNvSpPr>
            <p:nvPr/>
          </p:nvSpPr>
          <p:spPr bwMode="auto">
            <a:xfrm>
              <a:off x="11017935" y="5120132"/>
              <a:ext cx="2357" cy="2412"/>
            </a:xfrm>
            <a:prstGeom prst="line">
              <a:avLst/>
            </a:prstGeom>
            <a:solidFill>
              <a:schemeClr val="tx1">
                <a:lumMod val="25000"/>
                <a:lumOff val="75000"/>
                <a:alpha val="36000"/>
              </a:schemeClr>
            </a:solid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4" name="Line 190">
              <a:extLst>
                <a:ext uri="{FF2B5EF4-FFF2-40B4-BE49-F238E27FC236}">
                  <a16:creationId xmlns:a16="http://schemas.microsoft.com/office/drawing/2014/main" id="{6E61B54A-DD3D-2340-A04E-335B36B148A2}"/>
                </a:ext>
              </a:extLst>
            </p:cNvPr>
            <p:cNvSpPr>
              <a:spLocks noChangeShapeType="1"/>
            </p:cNvSpPr>
            <p:nvPr/>
          </p:nvSpPr>
          <p:spPr bwMode="auto">
            <a:xfrm>
              <a:off x="11017935" y="5120132"/>
              <a:ext cx="2357" cy="2412"/>
            </a:xfrm>
            <a:prstGeom prst="line">
              <a:avLst/>
            </a:prstGeom>
            <a:solidFill>
              <a:schemeClr val="tx1">
                <a:lumMod val="25000"/>
                <a:lumOff val="75000"/>
                <a:alpha val="36000"/>
              </a:schemeClr>
            </a:solid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565" name="Group 564">
              <a:extLst>
                <a:ext uri="{FF2B5EF4-FFF2-40B4-BE49-F238E27FC236}">
                  <a16:creationId xmlns:a16="http://schemas.microsoft.com/office/drawing/2014/main" id="{CFD93108-0742-1C4C-9C33-163A403F46D0}"/>
                </a:ext>
              </a:extLst>
            </p:cNvPr>
            <p:cNvGrpSpPr/>
            <p:nvPr/>
          </p:nvGrpSpPr>
          <p:grpSpPr>
            <a:xfrm>
              <a:off x="8032153" y="1916963"/>
              <a:ext cx="1942940" cy="1587110"/>
              <a:chOff x="7808143" y="2473390"/>
              <a:chExt cx="1612941" cy="1317547"/>
            </a:xfrm>
            <a:solidFill>
              <a:schemeClr val="bg2"/>
            </a:solidFill>
          </p:grpSpPr>
          <p:sp>
            <p:nvSpPr>
              <p:cNvPr id="566" name="Freeform 33">
                <a:extLst>
                  <a:ext uri="{FF2B5EF4-FFF2-40B4-BE49-F238E27FC236}">
                    <a16:creationId xmlns:a16="http://schemas.microsoft.com/office/drawing/2014/main" id="{2578DB30-E59C-6D49-84BD-7C469627BF30}"/>
                  </a:ext>
                </a:extLst>
              </p:cNvPr>
              <p:cNvSpPr>
                <a:spLocks/>
              </p:cNvSpPr>
              <p:nvPr/>
            </p:nvSpPr>
            <p:spPr bwMode="auto">
              <a:xfrm>
                <a:off x="9042214" y="3530632"/>
                <a:ext cx="50880" cy="108127"/>
              </a:xfrm>
              <a:custGeom>
                <a:avLst/>
                <a:gdLst>
                  <a:gd name="T0" fmla="*/ 18 w 26"/>
                  <a:gd name="T1" fmla="*/ 0 h 54"/>
                  <a:gd name="T2" fmla="*/ 18 w 26"/>
                  <a:gd name="T3" fmla="*/ 0 h 54"/>
                  <a:gd name="T4" fmla="*/ 14 w 26"/>
                  <a:gd name="T5" fmla="*/ 4 h 54"/>
                  <a:gd name="T6" fmla="*/ 14 w 26"/>
                  <a:gd name="T7" fmla="*/ 4 h 54"/>
                  <a:gd name="T8" fmla="*/ 12 w 26"/>
                  <a:gd name="T9" fmla="*/ 10 h 54"/>
                  <a:gd name="T10" fmla="*/ 12 w 26"/>
                  <a:gd name="T11" fmla="*/ 10 h 54"/>
                  <a:gd name="T12" fmla="*/ 8 w 26"/>
                  <a:gd name="T13" fmla="*/ 14 h 54"/>
                  <a:gd name="T14" fmla="*/ 6 w 26"/>
                  <a:gd name="T15" fmla="*/ 18 h 54"/>
                  <a:gd name="T16" fmla="*/ 6 w 26"/>
                  <a:gd name="T17" fmla="*/ 18 h 54"/>
                  <a:gd name="T18" fmla="*/ 6 w 26"/>
                  <a:gd name="T19" fmla="*/ 22 h 54"/>
                  <a:gd name="T20" fmla="*/ 6 w 26"/>
                  <a:gd name="T21" fmla="*/ 24 h 54"/>
                  <a:gd name="T22" fmla="*/ 6 w 26"/>
                  <a:gd name="T23" fmla="*/ 24 h 54"/>
                  <a:gd name="T24" fmla="*/ 2 w 26"/>
                  <a:gd name="T25" fmla="*/ 28 h 54"/>
                  <a:gd name="T26" fmla="*/ 2 w 26"/>
                  <a:gd name="T27" fmla="*/ 28 h 54"/>
                  <a:gd name="T28" fmla="*/ 0 w 26"/>
                  <a:gd name="T29" fmla="*/ 34 h 54"/>
                  <a:gd name="T30" fmla="*/ 0 w 26"/>
                  <a:gd name="T31" fmla="*/ 42 h 54"/>
                  <a:gd name="T32" fmla="*/ 0 w 26"/>
                  <a:gd name="T33" fmla="*/ 42 h 54"/>
                  <a:gd name="T34" fmla="*/ 2 w 26"/>
                  <a:gd name="T35" fmla="*/ 46 h 54"/>
                  <a:gd name="T36" fmla="*/ 4 w 26"/>
                  <a:gd name="T37" fmla="*/ 50 h 54"/>
                  <a:gd name="T38" fmla="*/ 4 w 26"/>
                  <a:gd name="T39" fmla="*/ 50 h 54"/>
                  <a:gd name="T40" fmla="*/ 8 w 26"/>
                  <a:gd name="T41" fmla="*/ 54 h 54"/>
                  <a:gd name="T42" fmla="*/ 8 w 26"/>
                  <a:gd name="T43" fmla="*/ 54 h 54"/>
                  <a:gd name="T44" fmla="*/ 10 w 26"/>
                  <a:gd name="T45" fmla="*/ 48 h 54"/>
                  <a:gd name="T46" fmla="*/ 10 w 26"/>
                  <a:gd name="T47" fmla="*/ 48 h 54"/>
                  <a:gd name="T48" fmla="*/ 14 w 26"/>
                  <a:gd name="T49" fmla="*/ 46 h 54"/>
                  <a:gd name="T50" fmla="*/ 16 w 26"/>
                  <a:gd name="T51" fmla="*/ 44 h 54"/>
                  <a:gd name="T52" fmla="*/ 16 w 26"/>
                  <a:gd name="T53" fmla="*/ 44 h 54"/>
                  <a:gd name="T54" fmla="*/ 16 w 26"/>
                  <a:gd name="T55" fmla="*/ 40 h 54"/>
                  <a:gd name="T56" fmla="*/ 18 w 26"/>
                  <a:gd name="T57" fmla="*/ 36 h 54"/>
                  <a:gd name="T58" fmla="*/ 18 w 26"/>
                  <a:gd name="T59" fmla="*/ 36 h 54"/>
                  <a:gd name="T60" fmla="*/ 18 w 26"/>
                  <a:gd name="T61" fmla="*/ 24 h 54"/>
                  <a:gd name="T62" fmla="*/ 18 w 26"/>
                  <a:gd name="T63" fmla="*/ 24 h 54"/>
                  <a:gd name="T64" fmla="*/ 26 w 26"/>
                  <a:gd name="T65" fmla="*/ 4 h 54"/>
                  <a:gd name="T66" fmla="*/ 26 w 26"/>
                  <a:gd name="T67" fmla="*/ 4 h 54"/>
                  <a:gd name="T68" fmla="*/ 24 w 26"/>
                  <a:gd name="T69" fmla="*/ 2 h 54"/>
                  <a:gd name="T70" fmla="*/ 22 w 26"/>
                  <a:gd name="T71" fmla="*/ 0 h 54"/>
                  <a:gd name="T72" fmla="*/ 18 w 26"/>
                  <a:gd name="T73" fmla="*/ 0 h 54"/>
                  <a:gd name="T74" fmla="*/ 18 w 26"/>
                  <a:gd name="T7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 h="54">
                    <a:moveTo>
                      <a:pt x="18" y="0"/>
                    </a:moveTo>
                    <a:lnTo>
                      <a:pt x="18" y="0"/>
                    </a:lnTo>
                    <a:lnTo>
                      <a:pt x="14" y="4"/>
                    </a:lnTo>
                    <a:lnTo>
                      <a:pt x="14" y="4"/>
                    </a:lnTo>
                    <a:lnTo>
                      <a:pt x="12" y="10"/>
                    </a:lnTo>
                    <a:lnTo>
                      <a:pt x="12" y="10"/>
                    </a:lnTo>
                    <a:lnTo>
                      <a:pt x="8" y="14"/>
                    </a:lnTo>
                    <a:lnTo>
                      <a:pt x="6" y="18"/>
                    </a:lnTo>
                    <a:lnTo>
                      <a:pt x="6" y="18"/>
                    </a:lnTo>
                    <a:lnTo>
                      <a:pt x="6" y="22"/>
                    </a:lnTo>
                    <a:lnTo>
                      <a:pt x="6" y="24"/>
                    </a:lnTo>
                    <a:lnTo>
                      <a:pt x="6" y="24"/>
                    </a:lnTo>
                    <a:lnTo>
                      <a:pt x="2" y="28"/>
                    </a:lnTo>
                    <a:lnTo>
                      <a:pt x="2" y="28"/>
                    </a:lnTo>
                    <a:lnTo>
                      <a:pt x="0" y="34"/>
                    </a:lnTo>
                    <a:lnTo>
                      <a:pt x="0" y="42"/>
                    </a:lnTo>
                    <a:lnTo>
                      <a:pt x="0" y="42"/>
                    </a:lnTo>
                    <a:lnTo>
                      <a:pt x="2" y="46"/>
                    </a:lnTo>
                    <a:lnTo>
                      <a:pt x="4" y="50"/>
                    </a:lnTo>
                    <a:lnTo>
                      <a:pt x="4" y="50"/>
                    </a:lnTo>
                    <a:lnTo>
                      <a:pt x="8" y="54"/>
                    </a:lnTo>
                    <a:lnTo>
                      <a:pt x="8" y="54"/>
                    </a:lnTo>
                    <a:lnTo>
                      <a:pt x="10" y="48"/>
                    </a:lnTo>
                    <a:lnTo>
                      <a:pt x="10" y="48"/>
                    </a:lnTo>
                    <a:lnTo>
                      <a:pt x="14" y="46"/>
                    </a:lnTo>
                    <a:lnTo>
                      <a:pt x="16" y="44"/>
                    </a:lnTo>
                    <a:lnTo>
                      <a:pt x="16" y="44"/>
                    </a:lnTo>
                    <a:lnTo>
                      <a:pt x="16" y="40"/>
                    </a:lnTo>
                    <a:lnTo>
                      <a:pt x="18" y="36"/>
                    </a:lnTo>
                    <a:lnTo>
                      <a:pt x="18" y="36"/>
                    </a:lnTo>
                    <a:lnTo>
                      <a:pt x="18" y="24"/>
                    </a:lnTo>
                    <a:lnTo>
                      <a:pt x="18" y="24"/>
                    </a:lnTo>
                    <a:lnTo>
                      <a:pt x="26" y="4"/>
                    </a:lnTo>
                    <a:lnTo>
                      <a:pt x="26" y="4"/>
                    </a:lnTo>
                    <a:lnTo>
                      <a:pt x="24" y="2"/>
                    </a:lnTo>
                    <a:lnTo>
                      <a:pt x="22" y="0"/>
                    </a:lnTo>
                    <a:lnTo>
                      <a:pt x="18" y="0"/>
                    </a:lnTo>
                    <a:lnTo>
                      <a:pt x="18"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7" name="Freeform 212">
                <a:extLst>
                  <a:ext uri="{FF2B5EF4-FFF2-40B4-BE49-F238E27FC236}">
                    <a16:creationId xmlns:a16="http://schemas.microsoft.com/office/drawing/2014/main" id="{2BFA599C-CE94-D542-A0BD-9CCDF2B2C41A}"/>
                  </a:ext>
                </a:extLst>
              </p:cNvPr>
              <p:cNvSpPr>
                <a:spLocks noEditPoints="1"/>
              </p:cNvSpPr>
              <p:nvPr/>
            </p:nvSpPr>
            <p:spPr bwMode="auto">
              <a:xfrm>
                <a:off x="7808143" y="2473390"/>
                <a:ext cx="1612941" cy="1317547"/>
              </a:xfrm>
              <a:custGeom>
                <a:avLst/>
                <a:gdLst>
                  <a:gd name="T0" fmla="*/ 480 w 824"/>
                  <a:gd name="T1" fmla="*/ 634 h 658"/>
                  <a:gd name="T2" fmla="*/ 498 w 824"/>
                  <a:gd name="T3" fmla="*/ 654 h 658"/>
                  <a:gd name="T4" fmla="*/ 510 w 824"/>
                  <a:gd name="T5" fmla="*/ 630 h 658"/>
                  <a:gd name="T6" fmla="*/ 646 w 824"/>
                  <a:gd name="T7" fmla="*/ 412 h 658"/>
                  <a:gd name="T8" fmla="*/ 620 w 824"/>
                  <a:gd name="T9" fmla="*/ 354 h 658"/>
                  <a:gd name="T10" fmla="*/ 644 w 824"/>
                  <a:gd name="T11" fmla="*/ 330 h 658"/>
                  <a:gd name="T12" fmla="*/ 662 w 824"/>
                  <a:gd name="T13" fmla="*/ 322 h 658"/>
                  <a:gd name="T14" fmla="*/ 644 w 824"/>
                  <a:gd name="T15" fmla="*/ 308 h 658"/>
                  <a:gd name="T16" fmla="*/ 614 w 824"/>
                  <a:gd name="T17" fmla="*/ 320 h 658"/>
                  <a:gd name="T18" fmla="*/ 596 w 824"/>
                  <a:gd name="T19" fmla="*/ 292 h 658"/>
                  <a:gd name="T20" fmla="*/ 628 w 824"/>
                  <a:gd name="T21" fmla="*/ 268 h 658"/>
                  <a:gd name="T22" fmla="*/ 662 w 824"/>
                  <a:gd name="T23" fmla="*/ 252 h 658"/>
                  <a:gd name="T24" fmla="*/ 648 w 824"/>
                  <a:gd name="T25" fmla="*/ 288 h 658"/>
                  <a:gd name="T26" fmla="*/ 680 w 824"/>
                  <a:gd name="T27" fmla="*/ 268 h 658"/>
                  <a:gd name="T28" fmla="*/ 708 w 824"/>
                  <a:gd name="T29" fmla="*/ 246 h 658"/>
                  <a:gd name="T30" fmla="*/ 756 w 824"/>
                  <a:gd name="T31" fmla="*/ 212 h 658"/>
                  <a:gd name="T32" fmla="*/ 786 w 824"/>
                  <a:gd name="T33" fmla="*/ 166 h 658"/>
                  <a:gd name="T34" fmla="*/ 814 w 824"/>
                  <a:gd name="T35" fmla="*/ 148 h 658"/>
                  <a:gd name="T36" fmla="*/ 798 w 824"/>
                  <a:gd name="T37" fmla="*/ 112 h 658"/>
                  <a:gd name="T38" fmla="*/ 746 w 824"/>
                  <a:gd name="T39" fmla="*/ 72 h 658"/>
                  <a:gd name="T40" fmla="*/ 682 w 824"/>
                  <a:gd name="T41" fmla="*/ 6 h 658"/>
                  <a:gd name="T42" fmla="*/ 636 w 824"/>
                  <a:gd name="T43" fmla="*/ 38 h 658"/>
                  <a:gd name="T44" fmla="*/ 610 w 824"/>
                  <a:gd name="T45" fmla="*/ 78 h 658"/>
                  <a:gd name="T46" fmla="*/ 582 w 824"/>
                  <a:gd name="T47" fmla="*/ 120 h 658"/>
                  <a:gd name="T48" fmla="*/ 614 w 824"/>
                  <a:gd name="T49" fmla="*/ 138 h 658"/>
                  <a:gd name="T50" fmla="*/ 530 w 824"/>
                  <a:gd name="T51" fmla="*/ 176 h 658"/>
                  <a:gd name="T52" fmla="*/ 458 w 824"/>
                  <a:gd name="T53" fmla="*/ 220 h 658"/>
                  <a:gd name="T54" fmla="*/ 334 w 824"/>
                  <a:gd name="T55" fmla="*/ 218 h 658"/>
                  <a:gd name="T56" fmla="*/ 254 w 824"/>
                  <a:gd name="T57" fmla="*/ 162 h 658"/>
                  <a:gd name="T58" fmla="*/ 208 w 824"/>
                  <a:gd name="T59" fmla="*/ 86 h 658"/>
                  <a:gd name="T60" fmla="*/ 124 w 824"/>
                  <a:gd name="T61" fmla="*/ 150 h 658"/>
                  <a:gd name="T62" fmla="*/ 96 w 824"/>
                  <a:gd name="T63" fmla="*/ 218 h 658"/>
                  <a:gd name="T64" fmla="*/ 68 w 824"/>
                  <a:gd name="T65" fmla="*/ 240 h 658"/>
                  <a:gd name="T66" fmla="*/ 34 w 824"/>
                  <a:gd name="T67" fmla="*/ 262 h 658"/>
                  <a:gd name="T68" fmla="*/ 10 w 824"/>
                  <a:gd name="T69" fmla="*/ 268 h 658"/>
                  <a:gd name="T70" fmla="*/ 14 w 824"/>
                  <a:gd name="T71" fmla="*/ 298 h 658"/>
                  <a:gd name="T72" fmla="*/ 64 w 824"/>
                  <a:gd name="T73" fmla="*/ 338 h 658"/>
                  <a:gd name="T74" fmla="*/ 72 w 824"/>
                  <a:gd name="T75" fmla="*/ 390 h 658"/>
                  <a:gd name="T76" fmla="*/ 104 w 824"/>
                  <a:gd name="T77" fmla="*/ 444 h 658"/>
                  <a:gd name="T78" fmla="*/ 170 w 824"/>
                  <a:gd name="T79" fmla="*/ 482 h 658"/>
                  <a:gd name="T80" fmla="*/ 258 w 824"/>
                  <a:gd name="T81" fmla="*/ 484 h 658"/>
                  <a:gd name="T82" fmla="*/ 322 w 824"/>
                  <a:gd name="T83" fmla="*/ 488 h 658"/>
                  <a:gd name="T84" fmla="*/ 332 w 824"/>
                  <a:gd name="T85" fmla="*/ 546 h 658"/>
                  <a:gd name="T86" fmla="*/ 358 w 824"/>
                  <a:gd name="T87" fmla="*/ 574 h 658"/>
                  <a:gd name="T88" fmla="*/ 388 w 824"/>
                  <a:gd name="T89" fmla="*/ 578 h 658"/>
                  <a:gd name="T90" fmla="*/ 460 w 824"/>
                  <a:gd name="T91" fmla="*/ 596 h 658"/>
                  <a:gd name="T92" fmla="*/ 488 w 824"/>
                  <a:gd name="T93" fmla="*/ 598 h 658"/>
                  <a:gd name="T94" fmla="*/ 496 w 824"/>
                  <a:gd name="T95" fmla="*/ 608 h 658"/>
                  <a:gd name="T96" fmla="*/ 516 w 824"/>
                  <a:gd name="T97" fmla="*/ 594 h 658"/>
                  <a:gd name="T98" fmla="*/ 544 w 824"/>
                  <a:gd name="T99" fmla="*/ 578 h 658"/>
                  <a:gd name="T100" fmla="*/ 556 w 824"/>
                  <a:gd name="T101" fmla="*/ 578 h 658"/>
                  <a:gd name="T102" fmla="*/ 580 w 824"/>
                  <a:gd name="T103" fmla="*/ 572 h 658"/>
                  <a:gd name="T104" fmla="*/ 594 w 824"/>
                  <a:gd name="T105" fmla="*/ 556 h 658"/>
                  <a:gd name="T106" fmla="*/ 616 w 824"/>
                  <a:gd name="T107" fmla="*/ 538 h 658"/>
                  <a:gd name="T108" fmla="*/ 624 w 824"/>
                  <a:gd name="T109" fmla="*/ 528 h 658"/>
                  <a:gd name="T110" fmla="*/ 628 w 824"/>
                  <a:gd name="T111" fmla="*/ 502 h 658"/>
                  <a:gd name="T112" fmla="*/ 640 w 824"/>
                  <a:gd name="T113" fmla="*/ 484 h 658"/>
                  <a:gd name="T114" fmla="*/ 646 w 824"/>
                  <a:gd name="T115" fmla="*/ 472 h 658"/>
                  <a:gd name="T116" fmla="*/ 660 w 824"/>
                  <a:gd name="T117" fmla="*/ 450 h 658"/>
                  <a:gd name="T118" fmla="*/ 640 w 824"/>
                  <a:gd name="T119" fmla="*/ 4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24" h="658">
                    <a:moveTo>
                      <a:pt x="506" y="624"/>
                    </a:moveTo>
                    <a:lnTo>
                      <a:pt x="506" y="624"/>
                    </a:lnTo>
                    <a:lnTo>
                      <a:pt x="498" y="626"/>
                    </a:lnTo>
                    <a:lnTo>
                      <a:pt x="492" y="628"/>
                    </a:lnTo>
                    <a:lnTo>
                      <a:pt x="492" y="628"/>
                    </a:lnTo>
                    <a:lnTo>
                      <a:pt x="488" y="628"/>
                    </a:lnTo>
                    <a:lnTo>
                      <a:pt x="484" y="630"/>
                    </a:lnTo>
                    <a:lnTo>
                      <a:pt x="484" y="630"/>
                    </a:lnTo>
                    <a:lnTo>
                      <a:pt x="484" y="632"/>
                    </a:lnTo>
                    <a:lnTo>
                      <a:pt x="484" y="634"/>
                    </a:lnTo>
                    <a:lnTo>
                      <a:pt x="484" y="634"/>
                    </a:lnTo>
                    <a:lnTo>
                      <a:pt x="482" y="634"/>
                    </a:lnTo>
                    <a:lnTo>
                      <a:pt x="480" y="634"/>
                    </a:lnTo>
                    <a:lnTo>
                      <a:pt x="480" y="634"/>
                    </a:lnTo>
                    <a:lnTo>
                      <a:pt x="474" y="638"/>
                    </a:lnTo>
                    <a:lnTo>
                      <a:pt x="474" y="638"/>
                    </a:lnTo>
                    <a:lnTo>
                      <a:pt x="474" y="646"/>
                    </a:lnTo>
                    <a:lnTo>
                      <a:pt x="476" y="652"/>
                    </a:lnTo>
                    <a:lnTo>
                      <a:pt x="476" y="652"/>
                    </a:lnTo>
                    <a:lnTo>
                      <a:pt x="478" y="652"/>
                    </a:lnTo>
                    <a:lnTo>
                      <a:pt x="482" y="654"/>
                    </a:lnTo>
                    <a:lnTo>
                      <a:pt x="482" y="654"/>
                    </a:lnTo>
                    <a:lnTo>
                      <a:pt x="488" y="658"/>
                    </a:lnTo>
                    <a:lnTo>
                      <a:pt x="488" y="658"/>
                    </a:lnTo>
                    <a:lnTo>
                      <a:pt x="498" y="654"/>
                    </a:lnTo>
                    <a:lnTo>
                      <a:pt x="498" y="654"/>
                    </a:lnTo>
                    <a:lnTo>
                      <a:pt x="498" y="650"/>
                    </a:lnTo>
                    <a:lnTo>
                      <a:pt x="498" y="650"/>
                    </a:lnTo>
                    <a:lnTo>
                      <a:pt x="502" y="650"/>
                    </a:lnTo>
                    <a:lnTo>
                      <a:pt x="504" y="648"/>
                    </a:lnTo>
                    <a:lnTo>
                      <a:pt x="504" y="648"/>
                    </a:lnTo>
                    <a:lnTo>
                      <a:pt x="504" y="646"/>
                    </a:lnTo>
                    <a:lnTo>
                      <a:pt x="504" y="642"/>
                    </a:lnTo>
                    <a:lnTo>
                      <a:pt x="506" y="640"/>
                    </a:lnTo>
                    <a:lnTo>
                      <a:pt x="506" y="640"/>
                    </a:lnTo>
                    <a:lnTo>
                      <a:pt x="508" y="634"/>
                    </a:lnTo>
                    <a:lnTo>
                      <a:pt x="510" y="632"/>
                    </a:lnTo>
                    <a:lnTo>
                      <a:pt x="510" y="632"/>
                    </a:lnTo>
                    <a:lnTo>
                      <a:pt x="510" y="630"/>
                    </a:lnTo>
                    <a:lnTo>
                      <a:pt x="510" y="630"/>
                    </a:lnTo>
                    <a:lnTo>
                      <a:pt x="510" y="630"/>
                    </a:lnTo>
                    <a:lnTo>
                      <a:pt x="510" y="630"/>
                    </a:lnTo>
                    <a:lnTo>
                      <a:pt x="510" y="626"/>
                    </a:lnTo>
                    <a:lnTo>
                      <a:pt x="510" y="626"/>
                    </a:lnTo>
                    <a:lnTo>
                      <a:pt x="506" y="624"/>
                    </a:lnTo>
                    <a:lnTo>
                      <a:pt x="506" y="624"/>
                    </a:lnTo>
                    <a:close/>
                    <a:moveTo>
                      <a:pt x="630" y="416"/>
                    </a:moveTo>
                    <a:lnTo>
                      <a:pt x="630" y="416"/>
                    </a:lnTo>
                    <a:lnTo>
                      <a:pt x="638" y="414"/>
                    </a:lnTo>
                    <a:lnTo>
                      <a:pt x="646" y="416"/>
                    </a:lnTo>
                    <a:lnTo>
                      <a:pt x="646" y="416"/>
                    </a:lnTo>
                    <a:lnTo>
                      <a:pt x="646" y="412"/>
                    </a:lnTo>
                    <a:lnTo>
                      <a:pt x="646" y="412"/>
                    </a:lnTo>
                    <a:lnTo>
                      <a:pt x="636" y="400"/>
                    </a:lnTo>
                    <a:lnTo>
                      <a:pt x="632" y="392"/>
                    </a:lnTo>
                    <a:lnTo>
                      <a:pt x="630" y="384"/>
                    </a:lnTo>
                    <a:lnTo>
                      <a:pt x="630" y="384"/>
                    </a:lnTo>
                    <a:lnTo>
                      <a:pt x="624" y="386"/>
                    </a:lnTo>
                    <a:lnTo>
                      <a:pt x="624" y="386"/>
                    </a:lnTo>
                    <a:lnTo>
                      <a:pt x="626" y="382"/>
                    </a:lnTo>
                    <a:lnTo>
                      <a:pt x="626" y="382"/>
                    </a:lnTo>
                    <a:lnTo>
                      <a:pt x="620" y="370"/>
                    </a:lnTo>
                    <a:lnTo>
                      <a:pt x="618" y="362"/>
                    </a:lnTo>
                    <a:lnTo>
                      <a:pt x="620" y="354"/>
                    </a:lnTo>
                    <a:lnTo>
                      <a:pt x="620" y="354"/>
                    </a:lnTo>
                    <a:lnTo>
                      <a:pt x="622" y="352"/>
                    </a:lnTo>
                    <a:lnTo>
                      <a:pt x="624" y="350"/>
                    </a:lnTo>
                    <a:lnTo>
                      <a:pt x="628" y="348"/>
                    </a:lnTo>
                    <a:lnTo>
                      <a:pt x="628" y="348"/>
                    </a:lnTo>
                    <a:lnTo>
                      <a:pt x="628" y="342"/>
                    </a:lnTo>
                    <a:lnTo>
                      <a:pt x="628" y="342"/>
                    </a:lnTo>
                    <a:lnTo>
                      <a:pt x="632" y="338"/>
                    </a:lnTo>
                    <a:lnTo>
                      <a:pt x="636" y="334"/>
                    </a:lnTo>
                    <a:lnTo>
                      <a:pt x="636" y="334"/>
                    </a:lnTo>
                    <a:lnTo>
                      <a:pt x="638" y="332"/>
                    </a:lnTo>
                    <a:lnTo>
                      <a:pt x="638" y="332"/>
                    </a:lnTo>
                    <a:lnTo>
                      <a:pt x="644" y="330"/>
                    </a:lnTo>
                    <a:lnTo>
                      <a:pt x="644" y="330"/>
                    </a:lnTo>
                    <a:lnTo>
                      <a:pt x="646" y="326"/>
                    </a:lnTo>
                    <a:lnTo>
                      <a:pt x="646" y="326"/>
                    </a:lnTo>
                    <a:lnTo>
                      <a:pt x="650" y="326"/>
                    </a:lnTo>
                    <a:lnTo>
                      <a:pt x="650" y="326"/>
                    </a:lnTo>
                    <a:lnTo>
                      <a:pt x="652" y="324"/>
                    </a:lnTo>
                    <a:lnTo>
                      <a:pt x="652" y="324"/>
                    </a:lnTo>
                    <a:lnTo>
                      <a:pt x="654" y="322"/>
                    </a:lnTo>
                    <a:lnTo>
                      <a:pt x="654" y="322"/>
                    </a:lnTo>
                    <a:lnTo>
                      <a:pt x="654" y="322"/>
                    </a:lnTo>
                    <a:lnTo>
                      <a:pt x="658" y="324"/>
                    </a:lnTo>
                    <a:lnTo>
                      <a:pt x="658" y="324"/>
                    </a:lnTo>
                    <a:lnTo>
                      <a:pt x="660" y="322"/>
                    </a:lnTo>
                    <a:lnTo>
                      <a:pt x="662" y="322"/>
                    </a:lnTo>
                    <a:lnTo>
                      <a:pt x="662" y="322"/>
                    </a:lnTo>
                    <a:lnTo>
                      <a:pt x="666" y="314"/>
                    </a:lnTo>
                    <a:lnTo>
                      <a:pt x="666" y="312"/>
                    </a:lnTo>
                    <a:lnTo>
                      <a:pt x="666" y="312"/>
                    </a:lnTo>
                    <a:lnTo>
                      <a:pt x="660" y="310"/>
                    </a:lnTo>
                    <a:lnTo>
                      <a:pt x="660" y="310"/>
                    </a:lnTo>
                    <a:lnTo>
                      <a:pt x="656" y="310"/>
                    </a:lnTo>
                    <a:lnTo>
                      <a:pt x="654" y="312"/>
                    </a:lnTo>
                    <a:lnTo>
                      <a:pt x="650" y="312"/>
                    </a:lnTo>
                    <a:lnTo>
                      <a:pt x="646" y="312"/>
                    </a:lnTo>
                    <a:lnTo>
                      <a:pt x="646" y="312"/>
                    </a:lnTo>
                    <a:lnTo>
                      <a:pt x="644" y="308"/>
                    </a:lnTo>
                    <a:lnTo>
                      <a:pt x="644" y="308"/>
                    </a:lnTo>
                    <a:lnTo>
                      <a:pt x="638" y="308"/>
                    </a:lnTo>
                    <a:lnTo>
                      <a:pt x="630" y="308"/>
                    </a:lnTo>
                    <a:lnTo>
                      <a:pt x="630" y="308"/>
                    </a:lnTo>
                    <a:lnTo>
                      <a:pt x="630" y="312"/>
                    </a:lnTo>
                    <a:lnTo>
                      <a:pt x="630" y="312"/>
                    </a:lnTo>
                    <a:lnTo>
                      <a:pt x="624" y="314"/>
                    </a:lnTo>
                    <a:lnTo>
                      <a:pt x="624" y="314"/>
                    </a:lnTo>
                    <a:lnTo>
                      <a:pt x="622" y="316"/>
                    </a:lnTo>
                    <a:lnTo>
                      <a:pt x="622" y="318"/>
                    </a:lnTo>
                    <a:lnTo>
                      <a:pt x="622" y="318"/>
                    </a:lnTo>
                    <a:lnTo>
                      <a:pt x="616" y="318"/>
                    </a:lnTo>
                    <a:lnTo>
                      <a:pt x="616" y="318"/>
                    </a:lnTo>
                    <a:lnTo>
                      <a:pt x="614" y="320"/>
                    </a:lnTo>
                    <a:lnTo>
                      <a:pt x="614" y="320"/>
                    </a:lnTo>
                    <a:lnTo>
                      <a:pt x="610" y="320"/>
                    </a:lnTo>
                    <a:lnTo>
                      <a:pt x="610" y="320"/>
                    </a:lnTo>
                    <a:lnTo>
                      <a:pt x="608" y="316"/>
                    </a:lnTo>
                    <a:lnTo>
                      <a:pt x="608" y="312"/>
                    </a:lnTo>
                    <a:lnTo>
                      <a:pt x="608" y="312"/>
                    </a:lnTo>
                    <a:lnTo>
                      <a:pt x="606" y="308"/>
                    </a:lnTo>
                    <a:lnTo>
                      <a:pt x="604" y="304"/>
                    </a:lnTo>
                    <a:lnTo>
                      <a:pt x="602" y="304"/>
                    </a:lnTo>
                    <a:lnTo>
                      <a:pt x="602" y="304"/>
                    </a:lnTo>
                    <a:lnTo>
                      <a:pt x="598" y="298"/>
                    </a:lnTo>
                    <a:lnTo>
                      <a:pt x="596" y="292"/>
                    </a:lnTo>
                    <a:lnTo>
                      <a:pt x="596" y="292"/>
                    </a:lnTo>
                    <a:lnTo>
                      <a:pt x="596" y="286"/>
                    </a:lnTo>
                    <a:lnTo>
                      <a:pt x="596" y="286"/>
                    </a:lnTo>
                    <a:lnTo>
                      <a:pt x="598" y="284"/>
                    </a:lnTo>
                    <a:lnTo>
                      <a:pt x="598" y="284"/>
                    </a:lnTo>
                    <a:lnTo>
                      <a:pt x="606" y="284"/>
                    </a:lnTo>
                    <a:lnTo>
                      <a:pt x="612" y="284"/>
                    </a:lnTo>
                    <a:lnTo>
                      <a:pt x="612" y="284"/>
                    </a:lnTo>
                    <a:lnTo>
                      <a:pt x="614" y="280"/>
                    </a:lnTo>
                    <a:lnTo>
                      <a:pt x="618" y="274"/>
                    </a:lnTo>
                    <a:lnTo>
                      <a:pt x="618" y="274"/>
                    </a:lnTo>
                    <a:lnTo>
                      <a:pt x="626" y="268"/>
                    </a:lnTo>
                    <a:lnTo>
                      <a:pt x="626" y="268"/>
                    </a:lnTo>
                    <a:lnTo>
                      <a:pt x="628" y="268"/>
                    </a:lnTo>
                    <a:lnTo>
                      <a:pt x="628" y="268"/>
                    </a:lnTo>
                    <a:lnTo>
                      <a:pt x="630" y="266"/>
                    </a:lnTo>
                    <a:lnTo>
                      <a:pt x="632" y="262"/>
                    </a:lnTo>
                    <a:lnTo>
                      <a:pt x="634" y="262"/>
                    </a:lnTo>
                    <a:lnTo>
                      <a:pt x="634" y="262"/>
                    </a:lnTo>
                    <a:lnTo>
                      <a:pt x="636" y="260"/>
                    </a:lnTo>
                    <a:lnTo>
                      <a:pt x="636" y="256"/>
                    </a:lnTo>
                    <a:lnTo>
                      <a:pt x="636" y="256"/>
                    </a:lnTo>
                    <a:lnTo>
                      <a:pt x="640" y="250"/>
                    </a:lnTo>
                    <a:lnTo>
                      <a:pt x="644" y="246"/>
                    </a:lnTo>
                    <a:lnTo>
                      <a:pt x="644" y="246"/>
                    </a:lnTo>
                    <a:lnTo>
                      <a:pt x="662" y="252"/>
                    </a:lnTo>
                    <a:lnTo>
                      <a:pt x="662" y="252"/>
                    </a:lnTo>
                    <a:lnTo>
                      <a:pt x="656" y="260"/>
                    </a:lnTo>
                    <a:lnTo>
                      <a:pt x="650" y="268"/>
                    </a:lnTo>
                    <a:lnTo>
                      <a:pt x="650" y="268"/>
                    </a:lnTo>
                    <a:lnTo>
                      <a:pt x="648" y="270"/>
                    </a:lnTo>
                    <a:lnTo>
                      <a:pt x="648" y="270"/>
                    </a:lnTo>
                    <a:lnTo>
                      <a:pt x="648" y="274"/>
                    </a:lnTo>
                    <a:lnTo>
                      <a:pt x="648" y="278"/>
                    </a:lnTo>
                    <a:lnTo>
                      <a:pt x="648" y="278"/>
                    </a:lnTo>
                    <a:lnTo>
                      <a:pt x="654" y="278"/>
                    </a:lnTo>
                    <a:lnTo>
                      <a:pt x="654" y="278"/>
                    </a:lnTo>
                    <a:lnTo>
                      <a:pt x="650" y="282"/>
                    </a:lnTo>
                    <a:lnTo>
                      <a:pt x="648" y="286"/>
                    </a:lnTo>
                    <a:lnTo>
                      <a:pt x="648" y="288"/>
                    </a:lnTo>
                    <a:lnTo>
                      <a:pt x="648" y="288"/>
                    </a:lnTo>
                    <a:lnTo>
                      <a:pt x="650" y="288"/>
                    </a:lnTo>
                    <a:lnTo>
                      <a:pt x="650" y="288"/>
                    </a:lnTo>
                    <a:lnTo>
                      <a:pt x="650" y="288"/>
                    </a:lnTo>
                    <a:lnTo>
                      <a:pt x="650" y="288"/>
                    </a:lnTo>
                    <a:lnTo>
                      <a:pt x="654" y="288"/>
                    </a:lnTo>
                    <a:lnTo>
                      <a:pt x="654" y="288"/>
                    </a:lnTo>
                    <a:lnTo>
                      <a:pt x="654" y="286"/>
                    </a:lnTo>
                    <a:lnTo>
                      <a:pt x="654" y="284"/>
                    </a:lnTo>
                    <a:lnTo>
                      <a:pt x="654" y="284"/>
                    </a:lnTo>
                    <a:lnTo>
                      <a:pt x="666" y="274"/>
                    </a:lnTo>
                    <a:lnTo>
                      <a:pt x="676" y="268"/>
                    </a:lnTo>
                    <a:lnTo>
                      <a:pt x="680" y="268"/>
                    </a:lnTo>
                    <a:lnTo>
                      <a:pt x="684" y="268"/>
                    </a:lnTo>
                    <a:lnTo>
                      <a:pt x="684" y="268"/>
                    </a:lnTo>
                    <a:lnTo>
                      <a:pt x="688" y="270"/>
                    </a:lnTo>
                    <a:lnTo>
                      <a:pt x="688" y="270"/>
                    </a:lnTo>
                    <a:lnTo>
                      <a:pt x="688" y="270"/>
                    </a:lnTo>
                    <a:lnTo>
                      <a:pt x="690" y="270"/>
                    </a:lnTo>
                    <a:lnTo>
                      <a:pt x="690" y="268"/>
                    </a:lnTo>
                    <a:lnTo>
                      <a:pt x="692" y="268"/>
                    </a:lnTo>
                    <a:lnTo>
                      <a:pt x="692" y="268"/>
                    </a:lnTo>
                    <a:lnTo>
                      <a:pt x="692" y="270"/>
                    </a:lnTo>
                    <a:lnTo>
                      <a:pt x="698" y="260"/>
                    </a:lnTo>
                    <a:lnTo>
                      <a:pt x="702" y="254"/>
                    </a:lnTo>
                    <a:lnTo>
                      <a:pt x="708" y="246"/>
                    </a:lnTo>
                    <a:lnTo>
                      <a:pt x="712" y="240"/>
                    </a:lnTo>
                    <a:lnTo>
                      <a:pt x="720" y="232"/>
                    </a:lnTo>
                    <a:lnTo>
                      <a:pt x="720" y="224"/>
                    </a:lnTo>
                    <a:lnTo>
                      <a:pt x="726" y="222"/>
                    </a:lnTo>
                    <a:lnTo>
                      <a:pt x="730" y="228"/>
                    </a:lnTo>
                    <a:lnTo>
                      <a:pt x="734" y="230"/>
                    </a:lnTo>
                    <a:lnTo>
                      <a:pt x="742" y="232"/>
                    </a:lnTo>
                    <a:lnTo>
                      <a:pt x="742" y="226"/>
                    </a:lnTo>
                    <a:lnTo>
                      <a:pt x="742" y="222"/>
                    </a:lnTo>
                    <a:lnTo>
                      <a:pt x="746" y="218"/>
                    </a:lnTo>
                    <a:lnTo>
                      <a:pt x="752" y="218"/>
                    </a:lnTo>
                    <a:lnTo>
                      <a:pt x="756" y="216"/>
                    </a:lnTo>
                    <a:lnTo>
                      <a:pt x="756" y="212"/>
                    </a:lnTo>
                    <a:lnTo>
                      <a:pt x="762" y="210"/>
                    </a:lnTo>
                    <a:lnTo>
                      <a:pt x="762" y="200"/>
                    </a:lnTo>
                    <a:lnTo>
                      <a:pt x="772" y="212"/>
                    </a:lnTo>
                    <a:lnTo>
                      <a:pt x="774" y="208"/>
                    </a:lnTo>
                    <a:lnTo>
                      <a:pt x="774" y="202"/>
                    </a:lnTo>
                    <a:lnTo>
                      <a:pt x="776" y="200"/>
                    </a:lnTo>
                    <a:lnTo>
                      <a:pt x="778" y="194"/>
                    </a:lnTo>
                    <a:lnTo>
                      <a:pt x="776" y="184"/>
                    </a:lnTo>
                    <a:lnTo>
                      <a:pt x="778" y="178"/>
                    </a:lnTo>
                    <a:lnTo>
                      <a:pt x="778" y="172"/>
                    </a:lnTo>
                    <a:lnTo>
                      <a:pt x="782" y="168"/>
                    </a:lnTo>
                    <a:lnTo>
                      <a:pt x="786" y="166"/>
                    </a:lnTo>
                    <a:lnTo>
                      <a:pt x="786" y="166"/>
                    </a:lnTo>
                    <a:lnTo>
                      <a:pt x="786" y="164"/>
                    </a:lnTo>
                    <a:lnTo>
                      <a:pt x="786" y="164"/>
                    </a:lnTo>
                    <a:lnTo>
                      <a:pt x="786" y="164"/>
                    </a:lnTo>
                    <a:lnTo>
                      <a:pt x="786" y="162"/>
                    </a:lnTo>
                    <a:lnTo>
                      <a:pt x="786" y="162"/>
                    </a:lnTo>
                    <a:lnTo>
                      <a:pt x="792" y="164"/>
                    </a:lnTo>
                    <a:lnTo>
                      <a:pt x="794" y="168"/>
                    </a:lnTo>
                    <a:lnTo>
                      <a:pt x="794" y="168"/>
                    </a:lnTo>
                    <a:lnTo>
                      <a:pt x="798" y="164"/>
                    </a:lnTo>
                    <a:lnTo>
                      <a:pt x="804" y="160"/>
                    </a:lnTo>
                    <a:lnTo>
                      <a:pt x="806" y="156"/>
                    </a:lnTo>
                    <a:lnTo>
                      <a:pt x="810" y="154"/>
                    </a:lnTo>
                    <a:lnTo>
                      <a:pt x="814" y="148"/>
                    </a:lnTo>
                    <a:lnTo>
                      <a:pt x="818" y="142"/>
                    </a:lnTo>
                    <a:lnTo>
                      <a:pt x="820" y="132"/>
                    </a:lnTo>
                    <a:lnTo>
                      <a:pt x="820" y="126"/>
                    </a:lnTo>
                    <a:lnTo>
                      <a:pt x="824" y="124"/>
                    </a:lnTo>
                    <a:lnTo>
                      <a:pt x="824" y="116"/>
                    </a:lnTo>
                    <a:lnTo>
                      <a:pt x="820" y="112"/>
                    </a:lnTo>
                    <a:lnTo>
                      <a:pt x="820" y="108"/>
                    </a:lnTo>
                    <a:lnTo>
                      <a:pt x="824" y="100"/>
                    </a:lnTo>
                    <a:lnTo>
                      <a:pt x="816" y="102"/>
                    </a:lnTo>
                    <a:lnTo>
                      <a:pt x="814" y="106"/>
                    </a:lnTo>
                    <a:lnTo>
                      <a:pt x="808" y="108"/>
                    </a:lnTo>
                    <a:lnTo>
                      <a:pt x="804" y="108"/>
                    </a:lnTo>
                    <a:lnTo>
                      <a:pt x="798" y="112"/>
                    </a:lnTo>
                    <a:lnTo>
                      <a:pt x="794" y="116"/>
                    </a:lnTo>
                    <a:lnTo>
                      <a:pt x="788" y="118"/>
                    </a:lnTo>
                    <a:lnTo>
                      <a:pt x="784" y="120"/>
                    </a:lnTo>
                    <a:lnTo>
                      <a:pt x="778" y="116"/>
                    </a:lnTo>
                    <a:lnTo>
                      <a:pt x="772" y="114"/>
                    </a:lnTo>
                    <a:lnTo>
                      <a:pt x="770" y="108"/>
                    </a:lnTo>
                    <a:lnTo>
                      <a:pt x="770" y="102"/>
                    </a:lnTo>
                    <a:lnTo>
                      <a:pt x="768" y="96"/>
                    </a:lnTo>
                    <a:lnTo>
                      <a:pt x="762" y="90"/>
                    </a:lnTo>
                    <a:lnTo>
                      <a:pt x="760" y="84"/>
                    </a:lnTo>
                    <a:lnTo>
                      <a:pt x="758" y="78"/>
                    </a:lnTo>
                    <a:lnTo>
                      <a:pt x="754" y="74"/>
                    </a:lnTo>
                    <a:lnTo>
                      <a:pt x="746" y="72"/>
                    </a:lnTo>
                    <a:lnTo>
                      <a:pt x="740" y="70"/>
                    </a:lnTo>
                    <a:lnTo>
                      <a:pt x="734" y="70"/>
                    </a:lnTo>
                    <a:lnTo>
                      <a:pt x="730" y="66"/>
                    </a:lnTo>
                    <a:lnTo>
                      <a:pt x="726" y="58"/>
                    </a:lnTo>
                    <a:lnTo>
                      <a:pt x="720" y="48"/>
                    </a:lnTo>
                    <a:lnTo>
                      <a:pt x="718" y="40"/>
                    </a:lnTo>
                    <a:lnTo>
                      <a:pt x="718" y="34"/>
                    </a:lnTo>
                    <a:lnTo>
                      <a:pt x="712" y="28"/>
                    </a:lnTo>
                    <a:lnTo>
                      <a:pt x="710" y="22"/>
                    </a:lnTo>
                    <a:lnTo>
                      <a:pt x="702" y="16"/>
                    </a:lnTo>
                    <a:lnTo>
                      <a:pt x="692" y="16"/>
                    </a:lnTo>
                    <a:lnTo>
                      <a:pt x="688" y="10"/>
                    </a:lnTo>
                    <a:lnTo>
                      <a:pt x="682" y="6"/>
                    </a:lnTo>
                    <a:lnTo>
                      <a:pt x="676" y="2"/>
                    </a:lnTo>
                    <a:lnTo>
                      <a:pt x="668" y="0"/>
                    </a:lnTo>
                    <a:lnTo>
                      <a:pt x="664" y="2"/>
                    </a:lnTo>
                    <a:lnTo>
                      <a:pt x="658" y="4"/>
                    </a:lnTo>
                    <a:lnTo>
                      <a:pt x="650" y="4"/>
                    </a:lnTo>
                    <a:lnTo>
                      <a:pt x="644" y="8"/>
                    </a:lnTo>
                    <a:lnTo>
                      <a:pt x="638" y="14"/>
                    </a:lnTo>
                    <a:lnTo>
                      <a:pt x="634" y="20"/>
                    </a:lnTo>
                    <a:lnTo>
                      <a:pt x="632" y="22"/>
                    </a:lnTo>
                    <a:lnTo>
                      <a:pt x="630" y="26"/>
                    </a:lnTo>
                    <a:lnTo>
                      <a:pt x="636" y="24"/>
                    </a:lnTo>
                    <a:lnTo>
                      <a:pt x="636" y="32"/>
                    </a:lnTo>
                    <a:lnTo>
                      <a:pt x="636" y="38"/>
                    </a:lnTo>
                    <a:lnTo>
                      <a:pt x="632" y="42"/>
                    </a:lnTo>
                    <a:lnTo>
                      <a:pt x="634" y="48"/>
                    </a:lnTo>
                    <a:lnTo>
                      <a:pt x="628" y="56"/>
                    </a:lnTo>
                    <a:lnTo>
                      <a:pt x="624" y="62"/>
                    </a:lnTo>
                    <a:lnTo>
                      <a:pt x="624" y="62"/>
                    </a:lnTo>
                    <a:lnTo>
                      <a:pt x="620" y="66"/>
                    </a:lnTo>
                    <a:lnTo>
                      <a:pt x="618" y="68"/>
                    </a:lnTo>
                    <a:lnTo>
                      <a:pt x="618" y="70"/>
                    </a:lnTo>
                    <a:lnTo>
                      <a:pt x="620" y="72"/>
                    </a:lnTo>
                    <a:lnTo>
                      <a:pt x="620" y="72"/>
                    </a:lnTo>
                    <a:lnTo>
                      <a:pt x="618" y="74"/>
                    </a:lnTo>
                    <a:lnTo>
                      <a:pt x="614" y="76"/>
                    </a:lnTo>
                    <a:lnTo>
                      <a:pt x="610" y="78"/>
                    </a:lnTo>
                    <a:lnTo>
                      <a:pt x="600" y="84"/>
                    </a:lnTo>
                    <a:lnTo>
                      <a:pt x="594" y="80"/>
                    </a:lnTo>
                    <a:lnTo>
                      <a:pt x="586" y="76"/>
                    </a:lnTo>
                    <a:lnTo>
                      <a:pt x="580" y="78"/>
                    </a:lnTo>
                    <a:lnTo>
                      <a:pt x="574" y="94"/>
                    </a:lnTo>
                    <a:lnTo>
                      <a:pt x="574" y="94"/>
                    </a:lnTo>
                    <a:lnTo>
                      <a:pt x="576" y="100"/>
                    </a:lnTo>
                    <a:lnTo>
                      <a:pt x="576" y="100"/>
                    </a:lnTo>
                    <a:lnTo>
                      <a:pt x="576" y="104"/>
                    </a:lnTo>
                    <a:lnTo>
                      <a:pt x="574" y="106"/>
                    </a:lnTo>
                    <a:lnTo>
                      <a:pt x="572" y="110"/>
                    </a:lnTo>
                    <a:lnTo>
                      <a:pt x="572" y="116"/>
                    </a:lnTo>
                    <a:lnTo>
                      <a:pt x="582" y="120"/>
                    </a:lnTo>
                    <a:lnTo>
                      <a:pt x="592" y="118"/>
                    </a:lnTo>
                    <a:lnTo>
                      <a:pt x="598" y="112"/>
                    </a:lnTo>
                    <a:lnTo>
                      <a:pt x="602" y="112"/>
                    </a:lnTo>
                    <a:lnTo>
                      <a:pt x="606" y="116"/>
                    </a:lnTo>
                    <a:lnTo>
                      <a:pt x="612" y="122"/>
                    </a:lnTo>
                    <a:lnTo>
                      <a:pt x="622" y="126"/>
                    </a:lnTo>
                    <a:lnTo>
                      <a:pt x="628" y="132"/>
                    </a:lnTo>
                    <a:lnTo>
                      <a:pt x="624" y="138"/>
                    </a:lnTo>
                    <a:lnTo>
                      <a:pt x="624" y="138"/>
                    </a:lnTo>
                    <a:lnTo>
                      <a:pt x="620" y="136"/>
                    </a:lnTo>
                    <a:lnTo>
                      <a:pt x="616" y="136"/>
                    </a:lnTo>
                    <a:lnTo>
                      <a:pt x="614" y="138"/>
                    </a:lnTo>
                    <a:lnTo>
                      <a:pt x="614" y="138"/>
                    </a:lnTo>
                    <a:lnTo>
                      <a:pt x="610" y="140"/>
                    </a:lnTo>
                    <a:lnTo>
                      <a:pt x="606" y="142"/>
                    </a:lnTo>
                    <a:lnTo>
                      <a:pt x="604" y="146"/>
                    </a:lnTo>
                    <a:lnTo>
                      <a:pt x="596" y="144"/>
                    </a:lnTo>
                    <a:lnTo>
                      <a:pt x="586" y="152"/>
                    </a:lnTo>
                    <a:lnTo>
                      <a:pt x="580" y="148"/>
                    </a:lnTo>
                    <a:lnTo>
                      <a:pt x="576" y="148"/>
                    </a:lnTo>
                    <a:lnTo>
                      <a:pt x="574" y="156"/>
                    </a:lnTo>
                    <a:lnTo>
                      <a:pt x="570" y="160"/>
                    </a:lnTo>
                    <a:lnTo>
                      <a:pt x="552" y="164"/>
                    </a:lnTo>
                    <a:lnTo>
                      <a:pt x="550" y="174"/>
                    </a:lnTo>
                    <a:lnTo>
                      <a:pt x="538" y="180"/>
                    </a:lnTo>
                    <a:lnTo>
                      <a:pt x="530" y="176"/>
                    </a:lnTo>
                    <a:lnTo>
                      <a:pt x="524" y="170"/>
                    </a:lnTo>
                    <a:lnTo>
                      <a:pt x="518" y="168"/>
                    </a:lnTo>
                    <a:lnTo>
                      <a:pt x="512" y="172"/>
                    </a:lnTo>
                    <a:lnTo>
                      <a:pt x="510" y="180"/>
                    </a:lnTo>
                    <a:lnTo>
                      <a:pt x="508" y="186"/>
                    </a:lnTo>
                    <a:lnTo>
                      <a:pt x="510" y="196"/>
                    </a:lnTo>
                    <a:lnTo>
                      <a:pt x="512" y="202"/>
                    </a:lnTo>
                    <a:lnTo>
                      <a:pt x="508" y="208"/>
                    </a:lnTo>
                    <a:lnTo>
                      <a:pt x="502" y="212"/>
                    </a:lnTo>
                    <a:lnTo>
                      <a:pt x="492" y="214"/>
                    </a:lnTo>
                    <a:lnTo>
                      <a:pt x="478" y="218"/>
                    </a:lnTo>
                    <a:lnTo>
                      <a:pt x="466" y="218"/>
                    </a:lnTo>
                    <a:lnTo>
                      <a:pt x="458" y="220"/>
                    </a:lnTo>
                    <a:lnTo>
                      <a:pt x="454" y="220"/>
                    </a:lnTo>
                    <a:lnTo>
                      <a:pt x="446" y="228"/>
                    </a:lnTo>
                    <a:lnTo>
                      <a:pt x="438" y="232"/>
                    </a:lnTo>
                    <a:lnTo>
                      <a:pt x="428" y="232"/>
                    </a:lnTo>
                    <a:lnTo>
                      <a:pt x="418" y="234"/>
                    </a:lnTo>
                    <a:lnTo>
                      <a:pt x="406" y="234"/>
                    </a:lnTo>
                    <a:lnTo>
                      <a:pt x="398" y="230"/>
                    </a:lnTo>
                    <a:lnTo>
                      <a:pt x="392" y="222"/>
                    </a:lnTo>
                    <a:lnTo>
                      <a:pt x="388" y="220"/>
                    </a:lnTo>
                    <a:lnTo>
                      <a:pt x="368" y="220"/>
                    </a:lnTo>
                    <a:lnTo>
                      <a:pt x="356" y="218"/>
                    </a:lnTo>
                    <a:lnTo>
                      <a:pt x="344" y="218"/>
                    </a:lnTo>
                    <a:lnTo>
                      <a:pt x="334" y="218"/>
                    </a:lnTo>
                    <a:lnTo>
                      <a:pt x="326" y="218"/>
                    </a:lnTo>
                    <a:lnTo>
                      <a:pt x="320" y="212"/>
                    </a:lnTo>
                    <a:lnTo>
                      <a:pt x="312" y="206"/>
                    </a:lnTo>
                    <a:lnTo>
                      <a:pt x="304" y="200"/>
                    </a:lnTo>
                    <a:lnTo>
                      <a:pt x="300" y="196"/>
                    </a:lnTo>
                    <a:lnTo>
                      <a:pt x="298" y="188"/>
                    </a:lnTo>
                    <a:lnTo>
                      <a:pt x="292" y="182"/>
                    </a:lnTo>
                    <a:lnTo>
                      <a:pt x="284" y="180"/>
                    </a:lnTo>
                    <a:lnTo>
                      <a:pt x="280" y="176"/>
                    </a:lnTo>
                    <a:lnTo>
                      <a:pt x="272" y="172"/>
                    </a:lnTo>
                    <a:lnTo>
                      <a:pt x="264" y="170"/>
                    </a:lnTo>
                    <a:lnTo>
                      <a:pt x="256" y="168"/>
                    </a:lnTo>
                    <a:lnTo>
                      <a:pt x="254" y="162"/>
                    </a:lnTo>
                    <a:lnTo>
                      <a:pt x="256" y="154"/>
                    </a:lnTo>
                    <a:lnTo>
                      <a:pt x="258" y="148"/>
                    </a:lnTo>
                    <a:lnTo>
                      <a:pt x="254" y="140"/>
                    </a:lnTo>
                    <a:lnTo>
                      <a:pt x="246" y="138"/>
                    </a:lnTo>
                    <a:lnTo>
                      <a:pt x="246" y="132"/>
                    </a:lnTo>
                    <a:lnTo>
                      <a:pt x="238" y="124"/>
                    </a:lnTo>
                    <a:lnTo>
                      <a:pt x="230" y="118"/>
                    </a:lnTo>
                    <a:lnTo>
                      <a:pt x="222" y="120"/>
                    </a:lnTo>
                    <a:lnTo>
                      <a:pt x="214" y="118"/>
                    </a:lnTo>
                    <a:lnTo>
                      <a:pt x="210" y="114"/>
                    </a:lnTo>
                    <a:lnTo>
                      <a:pt x="208" y="110"/>
                    </a:lnTo>
                    <a:lnTo>
                      <a:pt x="206" y="100"/>
                    </a:lnTo>
                    <a:lnTo>
                      <a:pt x="208" y="86"/>
                    </a:lnTo>
                    <a:lnTo>
                      <a:pt x="200" y="92"/>
                    </a:lnTo>
                    <a:lnTo>
                      <a:pt x="182" y="94"/>
                    </a:lnTo>
                    <a:lnTo>
                      <a:pt x="176" y="100"/>
                    </a:lnTo>
                    <a:lnTo>
                      <a:pt x="172" y="106"/>
                    </a:lnTo>
                    <a:lnTo>
                      <a:pt x="164" y="108"/>
                    </a:lnTo>
                    <a:lnTo>
                      <a:pt x="162" y="112"/>
                    </a:lnTo>
                    <a:lnTo>
                      <a:pt x="160" y="120"/>
                    </a:lnTo>
                    <a:lnTo>
                      <a:pt x="150" y="124"/>
                    </a:lnTo>
                    <a:lnTo>
                      <a:pt x="142" y="124"/>
                    </a:lnTo>
                    <a:lnTo>
                      <a:pt x="136" y="128"/>
                    </a:lnTo>
                    <a:lnTo>
                      <a:pt x="132" y="136"/>
                    </a:lnTo>
                    <a:lnTo>
                      <a:pt x="126" y="140"/>
                    </a:lnTo>
                    <a:lnTo>
                      <a:pt x="124" y="150"/>
                    </a:lnTo>
                    <a:lnTo>
                      <a:pt x="126" y="160"/>
                    </a:lnTo>
                    <a:lnTo>
                      <a:pt x="130" y="164"/>
                    </a:lnTo>
                    <a:lnTo>
                      <a:pt x="128" y="168"/>
                    </a:lnTo>
                    <a:lnTo>
                      <a:pt x="114" y="168"/>
                    </a:lnTo>
                    <a:lnTo>
                      <a:pt x="104" y="174"/>
                    </a:lnTo>
                    <a:lnTo>
                      <a:pt x="94" y="176"/>
                    </a:lnTo>
                    <a:lnTo>
                      <a:pt x="90" y="178"/>
                    </a:lnTo>
                    <a:lnTo>
                      <a:pt x="92" y="184"/>
                    </a:lnTo>
                    <a:lnTo>
                      <a:pt x="100" y="190"/>
                    </a:lnTo>
                    <a:lnTo>
                      <a:pt x="102" y="196"/>
                    </a:lnTo>
                    <a:lnTo>
                      <a:pt x="100" y="202"/>
                    </a:lnTo>
                    <a:lnTo>
                      <a:pt x="96" y="208"/>
                    </a:lnTo>
                    <a:lnTo>
                      <a:pt x="96" y="218"/>
                    </a:lnTo>
                    <a:lnTo>
                      <a:pt x="96" y="218"/>
                    </a:lnTo>
                    <a:lnTo>
                      <a:pt x="86" y="224"/>
                    </a:lnTo>
                    <a:lnTo>
                      <a:pt x="86" y="224"/>
                    </a:lnTo>
                    <a:lnTo>
                      <a:pt x="80" y="230"/>
                    </a:lnTo>
                    <a:lnTo>
                      <a:pt x="80" y="230"/>
                    </a:lnTo>
                    <a:lnTo>
                      <a:pt x="76" y="230"/>
                    </a:lnTo>
                    <a:lnTo>
                      <a:pt x="72" y="232"/>
                    </a:lnTo>
                    <a:lnTo>
                      <a:pt x="72" y="232"/>
                    </a:lnTo>
                    <a:lnTo>
                      <a:pt x="70" y="236"/>
                    </a:lnTo>
                    <a:lnTo>
                      <a:pt x="70" y="238"/>
                    </a:lnTo>
                    <a:lnTo>
                      <a:pt x="70" y="238"/>
                    </a:lnTo>
                    <a:lnTo>
                      <a:pt x="70" y="240"/>
                    </a:lnTo>
                    <a:lnTo>
                      <a:pt x="68" y="240"/>
                    </a:lnTo>
                    <a:lnTo>
                      <a:pt x="62" y="240"/>
                    </a:lnTo>
                    <a:lnTo>
                      <a:pt x="54" y="242"/>
                    </a:lnTo>
                    <a:lnTo>
                      <a:pt x="50" y="244"/>
                    </a:lnTo>
                    <a:lnTo>
                      <a:pt x="48" y="246"/>
                    </a:lnTo>
                    <a:lnTo>
                      <a:pt x="48" y="246"/>
                    </a:lnTo>
                    <a:lnTo>
                      <a:pt x="48" y="250"/>
                    </a:lnTo>
                    <a:lnTo>
                      <a:pt x="48" y="252"/>
                    </a:lnTo>
                    <a:lnTo>
                      <a:pt x="46" y="256"/>
                    </a:lnTo>
                    <a:lnTo>
                      <a:pt x="46" y="258"/>
                    </a:lnTo>
                    <a:lnTo>
                      <a:pt x="46" y="258"/>
                    </a:lnTo>
                    <a:lnTo>
                      <a:pt x="42" y="260"/>
                    </a:lnTo>
                    <a:lnTo>
                      <a:pt x="40" y="260"/>
                    </a:lnTo>
                    <a:lnTo>
                      <a:pt x="34" y="262"/>
                    </a:lnTo>
                    <a:lnTo>
                      <a:pt x="34" y="262"/>
                    </a:lnTo>
                    <a:lnTo>
                      <a:pt x="30" y="264"/>
                    </a:lnTo>
                    <a:lnTo>
                      <a:pt x="28" y="264"/>
                    </a:lnTo>
                    <a:lnTo>
                      <a:pt x="28" y="264"/>
                    </a:lnTo>
                    <a:lnTo>
                      <a:pt x="26" y="264"/>
                    </a:lnTo>
                    <a:lnTo>
                      <a:pt x="24" y="262"/>
                    </a:lnTo>
                    <a:lnTo>
                      <a:pt x="24" y="260"/>
                    </a:lnTo>
                    <a:lnTo>
                      <a:pt x="22" y="258"/>
                    </a:lnTo>
                    <a:lnTo>
                      <a:pt x="22" y="258"/>
                    </a:lnTo>
                    <a:lnTo>
                      <a:pt x="18" y="258"/>
                    </a:lnTo>
                    <a:lnTo>
                      <a:pt x="14" y="262"/>
                    </a:lnTo>
                    <a:lnTo>
                      <a:pt x="14" y="262"/>
                    </a:lnTo>
                    <a:lnTo>
                      <a:pt x="10" y="268"/>
                    </a:lnTo>
                    <a:lnTo>
                      <a:pt x="10" y="268"/>
                    </a:lnTo>
                    <a:lnTo>
                      <a:pt x="4" y="270"/>
                    </a:lnTo>
                    <a:lnTo>
                      <a:pt x="4" y="270"/>
                    </a:lnTo>
                    <a:lnTo>
                      <a:pt x="0" y="274"/>
                    </a:lnTo>
                    <a:lnTo>
                      <a:pt x="2" y="276"/>
                    </a:lnTo>
                    <a:lnTo>
                      <a:pt x="2" y="276"/>
                    </a:lnTo>
                    <a:lnTo>
                      <a:pt x="2" y="282"/>
                    </a:lnTo>
                    <a:lnTo>
                      <a:pt x="2" y="286"/>
                    </a:lnTo>
                    <a:lnTo>
                      <a:pt x="6" y="290"/>
                    </a:lnTo>
                    <a:lnTo>
                      <a:pt x="14" y="286"/>
                    </a:lnTo>
                    <a:lnTo>
                      <a:pt x="16" y="288"/>
                    </a:lnTo>
                    <a:lnTo>
                      <a:pt x="16" y="292"/>
                    </a:lnTo>
                    <a:lnTo>
                      <a:pt x="14" y="298"/>
                    </a:lnTo>
                    <a:lnTo>
                      <a:pt x="16" y="306"/>
                    </a:lnTo>
                    <a:lnTo>
                      <a:pt x="18" y="312"/>
                    </a:lnTo>
                    <a:lnTo>
                      <a:pt x="20" y="316"/>
                    </a:lnTo>
                    <a:lnTo>
                      <a:pt x="22" y="320"/>
                    </a:lnTo>
                    <a:lnTo>
                      <a:pt x="16" y="322"/>
                    </a:lnTo>
                    <a:lnTo>
                      <a:pt x="16" y="326"/>
                    </a:lnTo>
                    <a:lnTo>
                      <a:pt x="26" y="326"/>
                    </a:lnTo>
                    <a:lnTo>
                      <a:pt x="40" y="336"/>
                    </a:lnTo>
                    <a:lnTo>
                      <a:pt x="44" y="340"/>
                    </a:lnTo>
                    <a:lnTo>
                      <a:pt x="50" y="346"/>
                    </a:lnTo>
                    <a:lnTo>
                      <a:pt x="56" y="340"/>
                    </a:lnTo>
                    <a:lnTo>
                      <a:pt x="58" y="338"/>
                    </a:lnTo>
                    <a:lnTo>
                      <a:pt x="64" y="338"/>
                    </a:lnTo>
                    <a:lnTo>
                      <a:pt x="70" y="340"/>
                    </a:lnTo>
                    <a:lnTo>
                      <a:pt x="76" y="340"/>
                    </a:lnTo>
                    <a:lnTo>
                      <a:pt x="80" y="346"/>
                    </a:lnTo>
                    <a:lnTo>
                      <a:pt x="82" y="350"/>
                    </a:lnTo>
                    <a:lnTo>
                      <a:pt x="86" y="356"/>
                    </a:lnTo>
                    <a:lnTo>
                      <a:pt x="82" y="360"/>
                    </a:lnTo>
                    <a:lnTo>
                      <a:pt x="80" y="364"/>
                    </a:lnTo>
                    <a:lnTo>
                      <a:pt x="78" y="368"/>
                    </a:lnTo>
                    <a:lnTo>
                      <a:pt x="74" y="372"/>
                    </a:lnTo>
                    <a:lnTo>
                      <a:pt x="72" y="378"/>
                    </a:lnTo>
                    <a:lnTo>
                      <a:pt x="68" y="382"/>
                    </a:lnTo>
                    <a:lnTo>
                      <a:pt x="66" y="386"/>
                    </a:lnTo>
                    <a:lnTo>
                      <a:pt x="72" y="390"/>
                    </a:lnTo>
                    <a:lnTo>
                      <a:pt x="74" y="396"/>
                    </a:lnTo>
                    <a:lnTo>
                      <a:pt x="74" y="404"/>
                    </a:lnTo>
                    <a:lnTo>
                      <a:pt x="78" y="406"/>
                    </a:lnTo>
                    <a:lnTo>
                      <a:pt x="82" y="408"/>
                    </a:lnTo>
                    <a:lnTo>
                      <a:pt x="82" y="412"/>
                    </a:lnTo>
                    <a:lnTo>
                      <a:pt x="80" y="420"/>
                    </a:lnTo>
                    <a:lnTo>
                      <a:pt x="80" y="424"/>
                    </a:lnTo>
                    <a:lnTo>
                      <a:pt x="78" y="426"/>
                    </a:lnTo>
                    <a:lnTo>
                      <a:pt x="80" y="432"/>
                    </a:lnTo>
                    <a:lnTo>
                      <a:pt x="86" y="434"/>
                    </a:lnTo>
                    <a:lnTo>
                      <a:pt x="92" y="438"/>
                    </a:lnTo>
                    <a:lnTo>
                      <a:pt x="100" y="440"/>
                    </a:lnTo>
                    <a:lnTo>
                      <a:pt x="104" y="444"/>
                    </a:lnTo>
                    <a:lnTo>
                      <a:pt x="108" y="448"/>
                    </a:lnTo>
                    <a:lnTo>
                      <a:pt x="112" y="448"/>
                    </a:lnTo>
                    <a:lnTo>
                      <a:pt x="118" y="448"/>
                    </a:lnTo>
                    <a:lnTo>
                      <a:pt x="124" y="448"/>
                    </a:lnTo>
                    <a:lnTo>
                      <a:pt x="130" y="450"/>
                    </a:lnTo>
                    <a:lnTo>
                      <a:pt x="136" y="460"/>
                    </a:lnTo>
                    <a:lnTo>
                      <a:pt x="142" y="460"/>
                    </a:lnTo>
                    <a:lnTo>
                      <a:pt x="148" y="458"/>
                    </a:lnTo>
                    <a:lnTo>
                      <a:pt x="154" y="462"/>
                    </a:lnTo>
                    <a:lnTo>
                      <a:pt x="154" y="468"/>
                    </a:lnTo>
                    <a:lnTo>
                      <a:pt x="160" y="472"/>
                    </a:lnTo>
                    <a:lnTo>
                      <a:pt x="166" y="478"/>
                    </a:lnTo>
                    <a:lnTo>
                      <a:pt x="170" y="482"/>
                    </a:lnTo>
                    <a:lnTo>
                      <a:pt x="176" y="482"/>
                    </a:lnTo>
                    <a:lnTo>
                      <a:pt x="182" y="486"/>
                    </a:lnTo>
                    <a:lnTo>
                      <a:pt x="194" y="488"/>
                    </a:lnTo>
                    <a:lnTo>
                      <a:pt x="202" y="490"/>
                    </a:lnTo>
                    <a:lnTo>
                      <a:pt x="208" y="486"/>
                    </a:lnTo>
                    <a:lnTo>
                      <a:pt x="214" y="488"/>
                    </a:lnTo>
                    <a:lnTo>
                      <a:pt x="218" y="494"/>
                    </a:lnTo>
                    <a:lnTo>
                      <a:pt x="224" y="484"/>
                    </a:lnTo>
                    <a:lnTo>
                      <a:pt x="228" y="482"/>
                    </a:lnTo>
                    <a:lnTo>
                      <a:pt x="236" y="480"/>
                    </a:lnTo>
                    <a:lnTo>
                      <a:pt x="242" y="484"/>
                    </a:lnTo>
                    <a:lnTo>
                      <a:pt x="248" y="484"/>
                    </a:lnTo>
                    <a:lnTo>
                      <a:pt x="258" y="484"/>
                    </a:lnTo>
                    <a:lnTo>
                      <a:pt x="264" y="482"/>
                    </a:lnTo>
                    <a:lnTo>
                      <a:pt x="272" y="480"/>
                    </a:lnTo>
                    <a:lnTo>
                      <a:pt x="276" y="476"/>
                    </a:lnTo>
                    <a:lnTo>
                      <a:pt x="284" y="474"/>
                    </a:lnTo>
                    <a:lnTo>
                      <a:pt x="288" y="476"/>
                    </a:lnTo>
                    <a:lnTo>
                      <a:pt x="292" y="472"/>
                    </a:lnTo>
                    <a:lnTo>
                      <a:pt x="298" y="472"/>
                    </a:lnTo>
                    <a:lnTo>
                      <a:pt x="306" y="476"/>
                    </a:lnTo>
                    <a:lnTo>
                      <a:pt x="306" y="482"/>
                    </a:lnTo>
                    <a:lnTo>
                      <a:pt x="308" y="486"/>
                    </a:lnTo>
                    <a:lnTo>
                      <a:pt x="314" y="484"/>
                    </a:lnTo>
                    <a:lnTo>
                      <a:pt x="316" y="486"/>
                    </a:lnTo>
                    <a:lnTo>
                      <a:pt x="322" y="488"/>
                    </a:lnTo>
                    <a:lnTo>
                      <a:pt x="326" y="490"/>
                    </a:lnTo>
                    <a:lnTo>
                      <a:pt x="328" y="494"/>
                    </a:lnTo>
                    <a:lnTo>
                      <a:pt x="330" y="498"/>
                    </a:lnTo>
                    <a:lnTo>
                      <a:pt x="334" y="498"/>
                    </a:lnTo>
                    <a:lnTo>
                      <a:pt x="338" y="498"/>
                    </a:lnTo>
                    <a:lnTo>
                      <a:pt x="340" y="504"/>
                    </a:lnTo>
                    <a:lnTo>
                      <a:pt x="342" y="508"/>
                    </a:lnTo>
                    <a:lnTo>
                      <a:pt x="340" y="516"/>
                    </a:lnTo>
                    <a:lnTo>
                      <a:pt x="342" y="520"/>
                    </a:lnTo>
                    <a:lnTo>
                      <a:pt x="342" y="524"/>
                    </a:lnTo>
                    <a:lnTo>
                      <a:pt x="340" y="534"/>
                    </a:lnTo>
                    <a:lnTo>
                      <a:pt x="336" y="540"/>
                    </a:lnTo>
                    <a:lnTo>
                      <a:pt x="332" y="546"/>
                    </a:lnTo>
                    <a:lnTo>
                      <a:pt x="332" y="550"/>
                    </a:lnTo>
                    <a:lnTo>
                      <a:pt x="334" y="554"/>
                    </a:lnTo>
                    <a:lnTo>
                      <a:pt x="334" y="560"/>
                    </a:lnTo>
                    <a:lnTo>
                      <a:pt x="336" y="562"/>
                    </a:lnTo>
                    <a:lnTo>
                      <a:pt x="338" y="562"/>
                    </a:lnTo>
                    <a:lnTo>
                      <a:pt x="340" y="558"/>
                    </a:lnTo>
                    <a:lnTo>
                      <a:pt x="346" y="556"/>
                    </a:lnTo>
                    <a:lnTo>
                      <a:pt x="350" y="556"/>
                    </a:lnTo>
                    <a:lnTo>
                      <a:pt x="352" y="560"/>
                    </a:lnTo>
                    <a:lnTo>
                      <a:pt x="352" y="564"/>
                    </a:lnTo>
                    <a:lnTo>
                      <a:pt x="354" y="570"/>
                    </a:lnTo>
                    <a:lnTo>
                      <a:pt x="358" y="570"/>
                    </a:lnTo>
                    <a:lnTo>
                      <a:pt x="358" y="574"/>
                    </a:lnTo>
                    <a:lnTo>
                      <a:pt x="354" y="580"/>
                    </a:lnTo>
                    <a:lnTo>
                      <a:pt x="354" y="584"/>
                    </a:lnTo>
                    <a:lnTo>
                      <a:pt x="360" y="586"/>
                    </a:lnTo>
                    <a:lnTo>
                      <a:pt x="364" y="586"/>
                    </a:lnTo>
                    <a:lnTo>
                      <a:pt x="366" y="594"/>
                    </a:lnTo>
                    <a:lnTo>
                      <a:pt x="368" y="600"/>
                    </a:lnTo>
                    <a:lnTo>
                      <a:pt x="378" y="602"/>
                    </a:lnTo>
                    <a:lnTo>
                      <a:pt x="376" y="608"/>
                    </a:lnTo>
                    <a:lnTo>
                      <a:pt x="384" y="608"/>
                    </a:lnTo>
                    <a:lnTo>
                      <a:pt x="388" y="602"/>
                    </a:lnTo>
                    <a:lnTo>
                      <a:pt x="388" y="592"/>
                    </a:lnTo>
                    <a:lnTo>
                      <a:pt x="384" y="584"/>
                    </a:lnTo>
                    <a:lnTo>
                      <a:pt x="388" y="578"/>
                    </a:lnTo>
                    <a:lnTo>
                      <a:pt x="394" y="580"/>
                    </a:lnTo>
                    <a:lnTo>
                      <a:pt x="400" y="576"/>
                    </a:lnTo>
                    <a:lnTo>
                      <a:pt x="408" y="578"/>
                    </a:lnTo>
                    <a:lnTo>
                      <a:pt x="416" y="576"/>
                    </a:lnTo>
                    <a:lnTo>
                      <a:pt x="426" y="576"/>
                    </a:lnTo>
                    <a:lnTo>
                      <a:pt x="432" y="570"/>
                    </a:lnTo>
                    <a:lnTo>
                      <a:pt x="438" y="572"/>
                    </a:lnTo>
                    <a:lnTo>
                      <a:pt x="442" y="574"/>
                    </a:lnTo>
                    <a:lnTo>
                      <a:pt x="448" y="576"/>
                    </a:lnTo>
                    <a:lnTo>
                      <a:pt x="446" y="584"/>
                    </a:lnTo>
                    <a:lnTo>
                      <a:pt x="450" y="590"/>
                    </a:lnTo>
                    <a:lnTo>
                      <a:pt x="454" y="594"/>
                    </a:lnTo>
                    <a:lnTo>
                      <a:pt x="460" y="596"/>
                    </a:lnTo>
                    <a:lnTo>
                      <a:pt x="464" y="596"/>
                    </a:lnTo>
                    <a:lnTo>
                      <a:pt x="470" y="598"/>
                    </a:lnTo>
                    <a:lnTo>
                      <a:pt x="470" y="598"/>
                    </a:lnTo>
                    <a:lnTo>
                      <a:pt x="472" y="594"/>
                    </a:lnTo>
                    <a:lnTo>
                      <a:pt x="472" y="594"/>
                    </a:lnTo>
                    <a:lnTo>
                      <a:pt x="476" y="594"/>
                    </a:lnTo>
                    <a:lnTo>
                      <a:pt x="482" y="594"/>
                    </a:lnTo>
                    <a:lnTo>
                      <a:pt x="484" y="596"/>
                    </a:lnTo>
                    <a:lnTo>
                      <a:pt x="484" y="596"/>
                    </a:lnTo>
                    <a:lnTo>
                      <a:pt x="486" y="596"/>
                    </a:lnTo>
                    <a:lnTo>
                      <a:pt x="488" y="596"/>
                    </a:lnTo>
                    <a:lnTo>
                      <a:pt x="488" y="596"/>
                    </a:lnTo>
                    <a:lnTo>
                      <a:pt x="488" y="598"/>
                    </a:lnTo>
                    <a:lnTo>
                      <a:pt x="490" y="600"/>
                    </a:lnTo>
                    <a:lnTo>
                      <a:pt x="490" y="600"/>
                    </a:lnTo>
                    <a:lnTo>
                      <a:pt x="488" y="604"/>
                    </a:lnTo>
                    <a:lnTo>
                      <a:pt x="488" y="610"/>
                    </a:lnTo>
                    <a:lnTo>
                      <a:pt x="490" y="610"/>
                    </a:lnTo>
                    <a:lnTo>
                      <a:pt x="490" y="610"/>
                    </a:lnTo>
                    <a:lnTo>
                      <a:pt x="492" y="620"/>
                    </a:lnTo>
                    <a:lnTo>
                      <a:pt x="492" y="620"/>
                    </a:lnTo>
                    <a:lnTo>
                      <a:pt x="500" y="618"/>
                    </a:lnTo>
                    <a:lnTo>
                      <a:pt x="500" y="618"/>
                    </a:lnTo>
                    <a:lnTo>
                      <a:pt x="500" y="612"/>
                    </a:lnTo>
                    <a:lnTo>
                      <a:pt x="496" y="608"/>
                    </a:lnTo>
                    <a:lnTo>
                      <a:pt x="496" y="608"/>
                    </a:lnTo>
                    <a:lnTo>
                      <a:pt x="498" y="608"/>
                    </a:lnTo>
                    <a:lnTo>
                      <a:pt x="498" y="608"/>
                    </a:lnTo>
                    <a:lnTo>
                      <a:pt x="500" y="606"/>
                    </a:lnTo>
                    <a:lnTo>
                      <a:pt x="500" y="604"/>
                    </a:lnTo>
                    <a:lnTo>
                      <a:pt x="500" y="604"/>
                    </a:lnTo>
                    <a:lnTo>
                      <a:pt x="504" y="604"/>
                    </a:lnTo>
                    <a:lnTo>
                      <a:pt x="508" y="602"/>
                    </a:lnTo>
                    <a:lnTo>
                      <a:pt x="508" y="602"/>
                    </a:lnTo>
                    <a:lnTo>
                      <a:pt x="512" y="596"/>
                    </a:lnTo>
                    <a:lnTo>
                      <a:pt x="512" y="596"/>
                    </a:lnTo>
                    <a:lnTo>
                      <a:pt x="516" y="596"/>
                    </a:lnTo>
                    <a:lnTo>
                      <a:pt x="516" y="594"/>
                    </a:lnTo>
                    <a:lnTo>
                      <a:pt x="516" y="594"/>
                    </a:lnTo>
                    <a:lnTo>
                      <a:pt x="516" y="594"/>
                    </a:lnTo>
                    <a:lnTo>
                      <a:pt x="518" y="594"/>
                    </a:lnTo>
                    <a:lnTo>
                      <a:pt x="518" y="594"/>
                    </a:lnTo>
                    <a:lnTo>
                      <a:pt x="520" y="590"/>
                    </a:lnTo>
                    <a:lnTo>
                      <a:pt x="520" y="590"/>
                    </a:lnTo>
                    <a:lnTo>
                      <a:pt x="522" y="590"/>
                    </a:lnTo>
                    <a:lnTo>
                      <a:pt x="524" y="592"/>
                    </a:lnTo>
                    <a:lnTo>
                      <a:pt x="526" y="590"/>
                    </a:lnTo>
                    <a:lnTo>
                      <a:pt x="526" y="590"/>
                    </a:lnTo>
                    <a:lnTo>
                      <a:pt x="532" y="590"/>
                    </a:lnTo>
                    <a:lnTo>
                      <a:pt x="538" y="590"/>
                    </a:lnTo>
                    <a:lnTo>
                      <a:pt x="538" y="590"/>
                    </a:lnTo>
                    <a:lnTo>
                      <a:pt x="544" y="578"/>
                    </a:lnTo>
                    <a:lnTo>
                      <a:pt x="546" y="578"/>
                    </a:lnTo>
                    <a:lnTo>
                      <a:pt x="546" y="578"/>
                    </a:lnTo>
                    <a:lnTo>
                      <a:pt x="548" y="576"/>
                    </a:lnTo>
                    <a:lnTo>
                      <a:pt x="548" y="574"/>
                    </a:lnTo>
                    <a:lnTo>
                      <a:pt x="546" y="574"/>
                    </a:lnTo>
                    <a:lnTo>
                      <a:pt x="546" y="572"/>
                    </a:lnTo>
                    <a:lnTo>
                      <a:pt x="546" y="572"/>
                    </a:lnTo>
                    <a:lnTo>
                      <a:pt x="550" y="572"/>
                    </a:lnTo>
                    <a:lnTo>
                      <a:pt x="550" y="572"/>
                    </a:lnTo>
                    <a:lnTo>
                      <a:pt x="552" y="578"/>
                    </a:lnTo>
                    <a:lnTo>
                      <a:pt x="552" y="578"/>
                    </a:lnTo>
                    <a:lnTo>
                      <a:pt x="556" y="578"/>
                    </a:lnTo>
                    <a:lnTo>
                      <a:pt x="556" y="578"/>
                    </a:lnTo>
                    <a:lnTo>
                      <a:pt x="558" y="578"/>
                    </a:lnTo>
                    <a:lnTo>
                      <a:pt x="560" y="580"/>
                    </a:lnTo>
                    <a:lnTo>
                      <a:pt x="560" y="580"/>
                    </a:lnTo>
                    <a:lnTo>
                      <a:pt x="562" y="578"/>
                    </a:lnTo>
                    <a:lnTo>
                      <a:pt x="562" y="576"/>
                    </a:lnTo>
                    <a:lnTo>
                      <a:pt x="562" y="576"/>
                    </a:lnTo>
                    <a:lnTo>
                      <a:pt x="570" y="574"/>
                    </a:lnTo>
                    <a:lnTo>
                      <a:pt x="570" y="574"/>
                    </a:lnTo>
                    <a:lnTo>
                      <a:pt x="574" y="576"/>
                    </a:lnTo>
                    <a:lnTo>
                      <a:pt x="576" y="576"/>
                    </a:lnTo>
                    <a:lnTo>
                      <a:pt x="576" y="574"/>
                    </a:lnTo>
                    <a:lnTo>
                      <a:pt x="576" y="574"/>
                    </a:lnTo>
                    <a:lnTo>
                      <a:pt x="580" y="572"/>
                    </a:lnTo>
                    <a:lnTo>
                      <a:pt x="580" y="572"/>
                    </a:lnTo>
                    <a:lnTo>
                      <a:pt x="582" y="568"/>
                    </a:lnTo>
                    <a:lnTo>
                      <a:pt x="580" y="566"/>
                    </a:lnTo>
                    <a:lnTo>
                      <a:pt x="580" y="564"/>
                    </a:lnTo>
                    <a:lnTo>
                      <a:pt x="580" y="564"/>
                    </a:lnTo>
                    <a:lnTo>
                      <a:pt x="588" y="560"/>
                    </a:lnTo>
                    <a:lnTo>
                      <a:pt x="588" y="560"/>
                    </a:lnTo>
                    <a:lnTo>
                      <a:pt x="588" y="558"/>
                    </a:lnTo>
                    <a:lnTo>
                      <a:pt x="588" y="558"/>
                    </a:lnTo>
                    <a:lnTo>
                      <a:pt x="590" y="558"/>
                    </a:lnTo>
                    <a:lnTo>
                      <a:pt x="592" y="558"/>
                    </a:lnTo>
                    <a:lnTo>
                      <a:pt x="592" y="558"/>
                    </a:lnTo>
                    <a:lnTo>
                      <a:pt x="594" y="556"/>
                    </a:lnTo>
                    <a:lnTo>
                      <a:pt x="594" y="556"/>
                    </a:lnTo>
                    <a:lnTo>
                      <a:pt x="594" y="552"/>
                    </a:lnTo>
                    <a:lnTo>
                      <a:pt x="594" y="552"/>
                    </a:lnTo>
                    <a:lnTo>
                      <a:pt x="598" y="552"/>
                    </a:lnTo>
                    <a:lnTo>
                      <a:pt x="600" y="552"/>
                    </a:lnTo>
                    <a:lnTo>
                      <a:pt x="600" y="552"/>
                    </a:lnTo>
                    <a:lnTo>
                      <a:pt x="602" y="548"/>
                    </a:lnTo>
                    <a:lnTo>
                      <a:pt x="602" y="548"/>
                    </a:lnTo>
                    <a:lnTo>
                      <a:pt x="602" y="542"/>
                    </a:lnTo>
                    <a:lnTo>
                      <a:pt x="602" y="542"/>
                    </a:lnTo>
                    <a:lnTo>
                      <a:pt x="616" y="540"/>
                    </a:lnTo>
                    <a:lnTo>
                      <a:pt x="616" y="540"/>
                    </a:lnTo>
                    <a:lnTo>
                      <a:pt x="616" y="538"/>
                    </a:lnTo>
                    <a:lnTo>
                      <a:pt x="614" y="538"/>
                    </a:lnTo>
                    <a:lnTo>
                      <a:pt x="614" y="538"/>
                    </a:lnTo>
                    <a:lnTo>
                      <a:pt x="614" y="536"/>
                    </a:lnTo>
                    <a:lnTo>
                      <a:pt x="616" y="534"/>
                    </a:lnTo>
                    <a:lnTo>
                      <a:pt x="618" y="534"/>
                    </a:lnTo>
                    <a:lnTo>
                      <a:pt x="618" y="532"/>
                    </a:lnTo>
                    <a:lnTo>
                      <a:pt x="618" y="532"/>
                    </a:lnTo>
                    <a:lnTo>
                      <a:pt x="616" y="532"/>
                    </a:lnTo>
                    <a:lnTo>
                      <a:pt x="616" y="530"/>
                    </a:lnTo>
                    <a:lnTo>
                      <a:pt x="618" y="528"/>
                    </a:lnTo>
                    <a:lnTo>
                      <a:pt x="618" y="528"/>
                    </a:lnTo>
                    <a:lnTo>
                      <a:pt x="624" y="528"/>
                    </a:lnTo>
                    <a:lnTo>
                      <a:pt x="624" y="528"/>
                    </a:lnTo>
                    <a:lnTo>
                      <a:pt x="624" y="526"/>
                    </a:lnTo>
                    <a:lnTo>
                      <a:pt x="626" y="526"/>
                    </a:lnTo>
                    <a:lnTo>
                      <a:pt x="626" y="526"/>
                    </a:lnTo>
                    <a:lnTo>
                      <a:pt x="624" y="516"/>
                    </a:lnTo>
                    <a:lnTo>
                      <a:pt x="624" y="516"/>
                    </a:lnTo>
                    <a:lnTo>
                      <a:pt x="620" y="516"/>
                    </a:lnTo>
                    <a:lnTo>
                      <a:pt x="620" y="512"/>
                    </a:lnTo>
                    <a:lnTo>
                      <a:pt x="620" y="512"/>
                    </a:lnTo>
                    <a:lnTo>
                      <a:pt x="624" y="512"/>
                    </a:lnTo>
                    <a:lnTo>
                      <a:pt x="624" y="512"/>
                    </a:lnTo>
                    <a:lnTo>
                      <a:pt x="624" y="504"/>
                    </a:lnTo>
                    <a:lnTo>
                      <a:pt x="624" y="504"/>
                    </a:lnTo>
                    <a:lnTo>
                      <a:pt x="628" y="502"/>
                    </a:lnTo>
                    <a:lnTo>
                      <a:pt x="632" y="500"/>
                    </a:lnTo>
                    <a:lnTo>
                      <a:pt x="632" y="500"/>
                    </a:lnTo>
                    <a:lnTo>
                      <a:pt x="632" y="498"/>
                    </a:lnTo>
                    <a:lnTo>
                      <a:pt x="632" y="498"/>
                    </a:lnTo>
                    <a:lnTo>
                      <a:pt x="638" y="494"/>
                    </a:lnTo>
                    <a:lnTo>
                      <a:pt x="638" y="494"/>
                    </a:lnTo>
                    <a:lnTo>
                      <a:pt x="638" y="488"/>
                    </a:lnTo>
                    <a:lnTo>
                      <a:pt x="638" y="488"/>
                    </a:lnTo>
                    <a:lnTo>
                      <a:pt x="638" y="486"/>
                    </a:lnTo>
                    <a:lnTo>
                      <a:pt x="640" y="486"/>
                    </a:lnTo>
                    <a:lnTo>
                      <a:pt x="640" y="486"/>
                    </a:lnTo>
                    <a:lnTo>
                      <a:pt x="640" y="484"/>
                    </a:lnTo>
                    <a:lnTo>
                      <a:pt x="640" y="484"/>
                    </a:lnTo>
                    <a:lnTo>
                      <a:pt x="638" y="484"/>
                    </a:lnTo>
                    <a:lnTo>
                      <a:pt x="640" y="484"/>
                    </a:lnTo>
                    <a:lnTo>
                      <a:pt x="644" y="484"/>
                    </a:lnTo>
                    <a:lnTo>
                      <a:pt x="644" y="484"/>
                    </a:lnTo>
                    <a:lnTo>
                      <a:pt x="644" y="480"/>
                    </a:lnTo>
                    <a:lnTo>
                      <a:pt x="646" y="478"/>
                    </a:lnTo>
                    <a:lnTo>
                      <a:pt x="646" y="478"/>
                    </a:lnTo>
                    <a:lnTo>
                      <a:pt x="650" y="478"/>
                    </a:lnTo>
                    <a:lnTo>
                      <a:pt x="650" y="478"/>
                    </a:lnTo>
                    <a:lnTo>
                      <a:pt x="650" y="474"/>
                    </a:lnTo>
                    <a:lnTo>
                      <a:pt x="650" y="474"/>
                    </a:lnTo>
                    <a:lnTo>
                      <a:pt x="646" y="472"/>
                    </a:lnTo>
                    <a:lnTo>
                      <a:pt x="646" y="472"/>
                    </a:lnTo>
                    <a:lnTo>
                      <a:pt x="648" y="470"/>
                    </a:lnTo>
                    <a:lnTo>
                      <a:pt x="648" y="468"/>
                    </a:lnTo>
                    <a:lnTo>
                      <a:pt x="648" y="462"/>
                    </a:lnTo>
                    <a:lnTo>
                      <a:pt x="648" y="462"/>
                    </a:lnTo>
                    <a:lnTo>
                      <a:pt x="656" y="462"/>
                    </a:lnTo>
                    <a:lnTo>
                      <a:pt x="656" y="462"/>
                    </a:lnTo>
                    <a:lnTo>
                      <a:pt x="654" y="460"/>
                    </a:lnTo>
                    <a:lnTo>
                      <a:pt x="654" y="456"/>
                    </a:lnTo>
                    <a:lnTo>
                      <a:pt x="656" y="454"/>
                    </a:lnTo>
                    <a:lnTo>
                      <a:pt x="654" y="452"/>
                    </a:lnTo>
                    <a:lnTo>
                      <a:pt x="654" y="452"/>
                    </a:lnTo>
                    <a:lnTo>
                      <a:pt x="658" y="450"/>
                    </a:lnTo>
                    <a:lnTo>
                      <a:pt x="660" y="450"/>
                    </a:lnTo>
                    <a:lnTo>
                      <a:pt x="660" y="450"/>
                    </a:lnTo>
                    <a:lnTo>
                      <a:pt x="658" y="446"/>
                    </a:lnTo>
                    <a:lnTo>
                      <a:pt x="658" y="446"/>
                    </a:lnTo>
                    <a:lnTo>
                      <a:pt x="654" y="446"/>
                    </a:lnTo>
                    <a:lnTo>
                      <a:pt x="652" y="442"/>
                    </a:lnTo>
                    <a:lnTo>
                      <a:pt x="652" y="442"/>
                    </a:lnTo>
                    <a:lnTo>
                      <a:pt x="646" y="444"/>
                    </a:lnTo>
                    <a:lnTo>
                      <a:pt x="644" y="444"/>
                    </a:lnTo>
                    <a:lnTo>
                      <a:pt x="640" y="444"/>
                    </a:lnTo>
                    <a:lnTo>
                      <a:pt x="640" y="444"/>
                    </a:lnTo>
                    <a:lnTo>
                      <a:pt x="640" y="442"/>
                    </a:lnTo>
                    <a:lnTo>
                      <a:pt x="640" y="440"/>
                    </a:lnTo>
                    <a:lnTo>
                      <a:pt x="640" y="440"/>
                    </a:lnTo>
                    <a:lnTo>
                      <a:pt x="652" y="432"/>
                    </a:lnTo>
                    <a:lnTo>
                      <a:pt x="630" y="416"/>
                    </a:lnTo>
                    <a:close/>
                  </a:path>
                </a:pathLst>
              </a:cu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68" name="Group 567">
              <a:extLst>
                <a:ext uri="{FF2B5EF4-FFF2-40B4-BE49-F238E27FC236}">
                  <a16:creationId xmlns:a16="http://schemas.microsoft.com/office/drawing/2014/main" id="{C3F250B9-69A2-1649-B5E7-CCD2D2F75ED3}"/>
                </a:ext>
              </a:extLst>
            </p:cNvPr>
            <p:cNvGrpSpPr/>
            <p:nvPr/>
          </p:nvGrpSpPr>
          <p:grpSpPr>
            <a:xfrm>
              <a:off x="9287558" y="4681141"/>
              <a:ext cx="2069826" cy="1562992"/>
              <a:chOff x="8850323" y="4768085"/>
              <a:chExt cx="1718275" cy="1297525"/>
            </a:xfrm>
            <a:solidFill>
              <a:schemeClr val="bg2"/>
            </a:solidFill>
          </p:grpSpPr>
          <p:sp>
            <p:nvSpPr>
              <p:cNvPr id="569" name="Freeform 128">
                <a:extLst>
                  <a:ext uri="{FF2B5EF4-FFF2-40B4-BE49-F238E27FC236}">
                    <a16:creationId xmlns:a16="http://schemas.microsoft.com/office/drawing/2014/main" id="{4D0E0614-21BA-FF4C-B9F4-864484F12AA0}"/>
                  </a:ext>
                </a:extLst>
              </p:cNvPr>
              <p:cNvSpPr>
                <a:spLocks noEditPoints="1"/>
              </p:cNvSpPr>
              <p:nvPr/>
            </p:nvSpPr>
            <p:spPr bwMode="auto">
              <a:xfrm>
                <a:off x="10243752" y="5577036"/>
                <a:ext cx="324846" cy="488574"/>
              </a:xfrm>
              <a:custGeom>
                <a:avLst/>
                <a:gdLst>
                  <a:gd name="T0" fmla="*/ 24 w 166"/>
                  <a:gd name="T1" fmla="*/ 242 h 244"/>
                  <a:gd name="T2" fmla="*/ 22 w 166"/>
                  <a:gd name="T3" fmla="*/ 234 h 244"/>
                  <a:gd name="T4" fmla="*/ 82 w 166"/>
                  <a:gd name="T5" fmla="*/ 112 h 244"/>
                  <a:gd name="T6" fmla="*/ 76 w 166"/>
                  <a:gd name="T7" fmla="*/ 128 h 244"/>
                  <a:gd name="T8" fmla="*/ 70 w 166"/>
                  <a:gd name="T9" fmla="*/ 142 h 244"/>
                  <a:gd name="T10" fmla="*/ 64 w 166"/>
                  <a:gd name="T11" fmla="*/ 152 h 244"/>
                  <a:gd name="T12" fmla="*/ 56 w 166"/>
                  <a:gd name="T13" fmla="*/ 166 h 244"/>
                  <a:gd name="T14" fmla="*/ 50 w 166"/>
                  <a:gd name="T15" fmla="*/ 170 h 244"/>
                  <a:gd name="T16" fmla="*/ 32 w 166"/>
                  <a:gd name="T17" fmla="*/ 180 h 244"/>
                  <a:gd name="T18" fmla="*/ 20 w 166"/>
                  <a:gd name="T19" fmla="*/ 192 h 244"/>
                  <a:gd name="T20" fmla="*/ 14 w 166"/>
                  <a:gd name="T21" fmla="*/ 196 h 244"/>
                  <a:gd name="T22" fmla="*/ 8 w 166"/>
                  <a:gd name="T23" fmla="*/ 202 h 244"/>
                  <a:gd name="T24" fmla="*/ 6 w 166"/>
                  <a:gd name="T25" fmla="*/ 204 h 244"/>
                  <a:gd name="T26" fmla="*/ 4 w 166"/>
                  <a:gd name="T27" fmla="*/ 210 h 244"/>
                  <a:gd name="T28" fmla="*/ 0 w 166"/>
                  <a:gd name="T29" fmla="*/ 218 h 244"/>
                  <a:gd name="T30" fmla="*/ 10 w 166"/>
                  <a:gd name="T31" fmla="*/ 224 h 244"/>
                  <a:gd name="T32" fmla="*/ 24 w 166"/>
                  <a:gd name="T33" fmla="*/ 228 h 244"/>
                  <a:gd name="T34" fmla="*/ 38 w 166"/>
                  <a:gd name="T35" fmla="*/ 232 h 244"/>
                  <a:gd name="T36" fmla="*/ 48 w 166"/>
                  <a:gd name="T37" fmla="*/ 220 h 244"/>
                  <a:gd name="T38" fmla="*/ 56 w 166"/>
                  <a:gd name="T39" fmla="*/ 212 h 244"/>
                  <a:gd name="T40" fmla="*/ 64 w 166"/>
                  <a:gd name="T41" fmla="*/ 186 h 244"/>
                  <a:gd name="T42" fmla="*/ 72 w 166"/>
                  <a:gd name="T43" fmla="*/ 184 h 244"/>
                  <a:gd name="T44" fmla="*/ 84 w 166"/>
                  <a:gd name="T45" fmla="*/ 178 h 244"/>
                  <a:gd name="T46" fmla="*/ 86 w 166"/>
                  <a:gd name="T47" fmla="*/ 168 h 244"/>
                  <a:gd name="T48" fmla="*/ 92 w 166"/>
                  <a:gd name="T49" fmla="*/ 162 h 244"/>
                  <a:gd name="T50" fmla="*/ 100 w 166"/>
                  <a:gd name="T51" fmla="*/ 150 h 244"/>
                  <a:gd name="T52" fmla="*/ 104 w 166"/>
                  <a:gd name="T53" fmla="*/ 138 h 244"/>
                  <a:gd name="T54" fmla="*/ 108 w 166"/>
                  <a:gd name="T55" fmla="*/ 128 h 244"/>
                  <a:gd name="T56" fmla="*/ 102 w 166"/>
                  <a:gd name="T57" fmla="*/ 126 h 244"/>
                  <a:gd name="T58" fmla="*/ 100 w 166"/>
                  <a:gd name="T59" fmla="*/ 124 h 244"/>
                  <a:gd name="T60" fmla="*/ 94 w 166"/>
                  <a:gd name="T61" fmla="*/ 126 h 244"/>
                  <a:gd name="T62" fmla="*/ 90 w 166"/>
                  <a:gd name="T63" fmla="*/ 120 h 244"/>
                  <a:gd name="T64" fmla="*/ 86 w 166"/>
                  <a:gd name="T65" fmla="*/ 118 h 244"/>
                  <a:gd name="T66" fmla="*/ 86 w 166"/>
                  <a:gd name="T67" fmla="*/ 114 h 244"/>
                  <a:gd name="T68" fmla="*/ 84 w 166"/>
                  <a:gd name="T69" fmla="*/ 0 h 244"/>
                  <a:gd name="T70" fmla="*/ 88 w 166"/>
                  <a:gd name="T71" fmla="*/ 8 h 244"/>
                  <a:gd name="T72" fmla="*/ 104 w 166"/>
                  <a:gd name="T73" fmla="*/ 34 h 244"/>
                  <a:gd name="T74" fmla="*/ 108 w 166"/>
                  <a:gd name="T75" fmla="*/ 38 h 244"/>
                  <a:gd name="T76" fmla="*/ 108 w 166"/>
                  <a:gd name="T77" fmla="*/ 46 h 244"/>
                  <a:gd name="T78" fmla="*/ 112 w 166"/>
                  <a:gd name="T79" fmla="*/ 54 h 244"/>
                  <a:gd name="T80" fmla="*/ 112 w 166"/>
                  <a:gd name="T81" fmla="*/ 74 h 244"/>
                  <a:gd name="T82" fmla="*/ 100 w 166"/>
                  <a:gd name="T83" fmla="*/ 88 h 244"/>
                  <a:gd name="T84" fmla="*/ 98 w 166"/>
                  <a:gd name="T85" fmla="*/ 94 h 244"/>
                  <a:gd name="T86" fmla="*/ 118 w 166"/>
                  <a:gd name="T87" fmla="*/ 112 h 244"/>
                  <a:gd name="T88" fmla="*/ 112 w 166"/>
                  <a:gd name="T89" fmla="*/ 126 h 244"/>
                  <a:gd name="T90" fmla="*/ 124 w 166"/>
                  <a:gd name="T91" fmla="*/ 134 h 244"/>
                  <a:gd name="T92" fmla="*/ 136 w 166"/>
                  <a:gd name="T93" fmla="*/ 120 h 244"/>
                  <a:gd name="T94" fmla="*/ 144 w 166"/>
                  <a:gd name="T95" fmla="*/ 110 h 244"/>
                  <a:gd name="T96" fmla="*/ 146 w 166"/>
                  <a:gd name="T97" fmla="*/ 100 h 244"/>
                  <a:gd name="T98" fmla="*/ 154 w 166"/>
                  <a:gd name="T99" fmla="*/ 92 h 244"/>
                  <a:gd name="T100" fmla="*/ 156 w 166"/>
                  <a:gd name="T101" fmla="*/ 86 h 244"/>
                  <a:gd name="T102" fmla="*/ 160 w 166"/>
                  <a:gd name="T103" fmla="*/ 66 h 244"/>
                  <a:gd name="T104" fmla="*/ 136 w 166"/>
                  <a:gd name="T105" fmla="*/ 68 h 244"/>
                  <a:gd name="T106" fmla="*/ 132 w 166"/>
                  <a:gd name="T107" fmla="*/ 58 h 244"/>
                  <a:gd name="T108" fmla="*/ 126 w 166"/>
                  <a:gd name="T109" fmla="*/ 46 h 244"/>
                  <a:gd name="T110" fmla="*/ 122 w 166"/>
                  <a:gd name="T111" fmla="*/ 54 h 244"/>
                  <a:gd name="T112" fmla="*/ 116 w 166"/>
                  <a:gd name="T113" fmla="*/ 50 h 244"/>
                  <a:gd name="T114" fmla="*/ 112 w 166"/>
                  <a:gd name="T115" fmla="*/ 30 h 244"/>
                  <a:gd name="T116" fmla="*/ 112 w 166"/>
                  <a:gd name="T117" fmla="*/ 20 h 244"/>
                  <a:gd name="T118" fmla="*/ 108 w 166"/>
                  <a:gd name="T119" fmla="*/ 16 h 244"/>
                  <a:gd name="T120" fmla="*/ 98 w 166"/>
                  <a:gd name="T121" fmla="*/ 10 h 244"/>
                  <a:gd name="T122" fmla="*/ 92 w 166"/>
                  <a:gd name="T123" fmla="*/ 8 h 244"/>
                  <a:gd name="T124" fmla="*/ 88 w 166"/>
                  <a:gd name="T12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6" h="244">
                    <a:moveTo>
                      <a:pt x="16" y="230"/>
                    </a:moveTo>
                    <a:lnTo>
                      <a:pt x="16" y="230"/>
                    </a:lnTo>
                    <a:lnTo>
                      <a:pt x="14" y="244"/>
                    </a:lnTo>
                    <a:lnTo>
                      <a:pt x="14" y="244"/>
                    </a:lnTo>
                    <a:lnTo>
                      <a:pt x="24" y="242"/>
                    </a:lnTo>
                    <a:lnTo>
                      <a:pt x="24" y="242"/>
                    </a:lnTo>
                    <a:lnTo>
                      <a:pt x="26" y="238"/>
                    </a:lnTo>
                    <a:lnTo>
                      <a:pt x="22" y="238"/>
                    </a:lnTo>
                    <a:lnTo>
                      <a:pt x="22" y="238"/>
                    </a:lnTo>
                    <a:lnTo>
                      <a:pt x="22" y="234"/>
                    </a:lnTo>
                    <a:lnTo>
                      <a:pt x="22" y="234"/>
                    </a:lnTo>
                    <a:lnTo>
                      <a:pt x="16" y="230"/>
                    </a:lnTo>
                    <a:lnTo>
                      <a:pt x="16" y="230"/>
                    </a:lnTo>
                    <a:close/>
                    <a:moveTo>
                      <a:pt x="82" y="112"/>
                    </a:moveTo>
                    <a:lnTo>
                      <a:pt x="82" y="112"/>
                    </a:lnTo>
                    <a:lnTo>
                      <a:pt x="80" y="116"/>
                    </a:lnTo>
                    <a:lnTo>
                      <a:pt x="80" y="116"/>
                    </a:lnTo>
                    <a:lnTo>
                      <a:pt x="76" y="122"/>
                    </a:lnTo>
                    <a:lnTo>
                      <a:pt x="76" y="124"/>
                    </a:lnTo>
                    <a:lnTo>
                      <a:pt x="76" y="128"/>
                    </a:lnTo>
                    <a:lnTo>
                      <a:pt x="74" y="134"/>
                    </a:lnTo>
                    <a:lnTo>
                      <a:pt x="74" y="134"/>
                    </a:lnTo>
                    <a:lnTo>
                      <a:pt x="70" y="138"/>
                    </a:lnTo>
                    <a:lnTo>
                      <a:pt x="70" y="138"/>
                    </a:lnTo>
                    <a:lnTo>
                      <a:pt x="70" y="142"/>
                    </a:lnTo>
                    <a:lnTo>
                      <a:pt x="70" y="142"/>
                    </a:lnTo>
                    <a:lnTo>
                      <a:pt x="66" y="144"/>
                    </a:lnTo>
                    <a:lnTo>
                      <a:pt x="66" y="144"/>
                    </a:lnTo>
                    <a:lnTo>
                      <a:pt x="64" y="152"/>
                    </a:lnTo>
                    <a:lnTo>
                      <a:pt x="64" y="152"/>
                    </a:lnTo>
                    <a:lnTo>
                      <a:pt x="62" y="152"/>
                    </a:lnTo>
                    <a:lnTo>
                      <a:pt x="62" y="152"/>
                    </a:lnTo>
                    <a:lnTo>
                      <a:pt x="60" y="160"/>
                    </a:lnTo>
                    <a:lnTo>
                      <a:pt x="56" y="166"/>
                    </a:lnTo>
                    <a:lnTo>
                      <a:pt x="56" y="166"/>
                    </a:lnTo>
                    <a:lnTo>
                      <a:pt x="54" y="166"/>
                    </a:lnTo>
                    <a:lnTo>
                      <a:pt x="50" y="168"/>
                    </a:lnTo>
                    <a:lnTo>
                      <a:pt x="50" y="168"/>
                    </a:lnTo>
                    <a:lnTo>
                      <a:pt x="50" y="170"/>
                    </a:lnTo>
                    <a:lnTo>
                      <a:pt x="50" y="170"/>
                    </a:lnTo>
                    <a:lnTo>
                      <a:pt x="40" y="176"/>
                    </a:lnTo>
                    <a:lnTo>
                      <a:pt x="40" y="176"/>
                    </a:lnTo>
                    <a:lnTo>
                      <a:pt x="38" y="180"/>
                    </a:lnTo>
                    <a:lnTo>
                      <a:pt x="38" y="180"/>
                    </a:lnTo>
                    <a:lnTo>
                      <a:pt x="32" y="180"/>
                    </a:lnTo>
                    <a:lnTo>
                      <a:pt x="28" y="182"/>
                    </a:lnTo>
                    <a:lnTo>
                      <a:pt x="28" y="182"/>
                    </a:lnTo>
                    <a:lnTo>
                      <a:pt x="24" y="186"/>
                    </a:lnTo>
                    <a:lnTo>
                      <a:pt x="20" y="192"/>
                    </a:lnTo>
                    <a:lnTo>
                      <a:pt x="20" y="192"/>
                    </a:lnTo>
                    <a:lnTo>
                      <a:pt x="18" y="192"/>
                    </a:lnTo>
                    <a:lnTo>
                      <a:pt x="14" y="192"/>
                    </a:lnTo>
                    <a:lnTo>
                      <a:pt x="14" y="192"/>
                    </a:lnTo>
                    <a:lnTo>
                      <a:pt x="14" y="196"/>
                    </a:lnTo>
                    <a:lnTo>
                      <a:pt x="14" y="196"/>
                    </a:lnTo>
                    <a:lnTo>
                      <a:pt x="10" y="198"/>
                    </a:lnTo>
                    <a:lnTo>
                      <a:pt x="10" y="198"/>
                    </a:lnTo>
                    <a:lnTo>
                      <a:pt x="8" y="200"/>
                    </a:lnTo>
                    <a:lnTo>
                      <a:pt x="8" y="202"/>
                    </a:lnTo>
                    <a:lnTo>
                      <a:pt x="8" y="202"/>
                    </a:lnTo>
                    <a:lnTo>
                      <a:pt x="4" y="202"/>
                    </a:lnTo>
                    <a:lnTo>
                      <a:pt x="4" y="202"/>
                    </a:lnTo>
                    <a:lnTo>
                      <a:pt x="4" y="204"/>
                    </a:lnTo>
                    <a:lnTo>
                      <a:pt x="4" y="204"/>
                    </a:lnTo>
                    <a:lnTo>
                      <a:pt x="6" y="204"/>
                    </a:lnTo>
                    <a:lnTo>
                      <a:pt x="6" y="204"/>
                    </a:lnTo>
                    <a:lnTo>
                      <a:pt x="6" y="206"/>
                    </a:lnTo>
                    <a:lnTo>
                      <a:pt x="6" y="206"/>
                    </a:lnTo>
                    <a:lnTo>
                      <a:pt x="4" y="210"/>
                    </a:lnTo>
                    <a:lnTo>
                      <a:pt x="4" y="210"/>
                    </a:lnTo>
                    <a:lnTo>
                      <a:pt x="4" y="214"/>
                    </a:lnTo>
                    <a:lnTo>
                      <a:pt x="0" y="214"/>
                    </a:lnTo>
                    <a:lnTo>
                      <a:pt x="0" y="214"/>
                    </a:lnTo>
                    <a:lnTo>
                      <a:pt x="0" y="218"/>
                    </a:lnTo>
                    <a:lnTo>
                      <a:pt x="0" y="218"/>
                    </a:lnTo>
                    <a:lnTo>
                      <a:pt x="2" y="220"/>
                    </a:lnTo>
                    <a:lnTo>
                      <a:pt x="6" y="222"/>
                    </a:lnTo>
                    <a:lnTo>
                      <a:pt x="8" y="224"/>
                    </a:lnTo>
                    <a:lnTo>
                      <a:pt x="8" y="224"/>
                    </a:lnTo>
                    <a:lnTo>
                      <a:pt x="10" y="224"/>
                    </a:lnTo>
                    <a:lnTo>
                      <a:pt x="12" y="222"/>
                    </a:lnTo>
                    <a:lnTo>
                      <a:pt x="16" y="222"/>
                    </a:lnTo>
                    <a:lnTo>
                      <a:pt x="18" y="228"/>
                    </a:lnTo>
                    <a:lnTo>
                      <a:pt x="18" y="228"/>
                    </a:lnTo>
                    <a:lnTo>
                      <a:pt x="24" y="228"/>
                    </a:lnTo>
                    <a:lnTo>
                      <a:pt x="24" y="228"/>
                    </a:lnTo>
                    <a:lnTo>
                      <a:pt x="26" y="230"/>
                    </a:lnTo>
                    <a:lnTo>
                      <a:pt x="26" y="230"/>
                    </a:lnTo>
                    <a:lnTo>
                      <a:pt x="38" y="232"/>
                    </a:lnTo>
                    <a:lnTo>
                      <a:pt x="38" y="232"/>
                    </a:lnTo>
                    <a:lnTo>
                      <a:pt x="44" y="226"/>
                    </a:lnTo>
                    <a:lnTo>
                      <a:pt x="44" y="224"/>
                    </a:lnTo>
                    <a:lnTo>
                      <a:pt x="44" y="224"/>
                    </a:lnTo>
                    <a:lnTo>
                      <a:pt x="48" y="222"/>
                    </a:lnTo>
                    <a:lnTo>
                      <a:pt x="48" y="220"/>
                    </a:lnTo>
                    <a:lnTo>
                      <a:pt x="48" y="220"/>
                    </a:lnTo>
                    <a:lnTo>
                      <a:pt x="52" y="218"/>
                    </a:lnTo>
                    <a:lnTo>
                      <a:pt x="54" y="216"/>
                    </a:lnTo>
                    <a:lnTo>
                      <a:pt x="54" y="216"/>
                    </a:lnTo>
                    <a:lnTo>
                      <a:pt x="56" y="212"/>
                    </a:lnTo>
                    <a:lnTo>
                      <a:pt x="56" y="208"/>
                    </a:lnTo>
                    <a:lnTo>
                      <a:pt x="56" y="208"/>
                    </a:lnTo>
                    <a:lnTo>
                      <a:pt x="60" y="198"/>
                    </a:lnTo>
                    <a:lnTo>
                      <a:pt x="64" y="186"/>
                    </a:lnTo>
                    <a:lnTo>
                      <a:pt x="64" y="186"/>
                    </a:lnTo>
                    <a:lnTo>
                      <a:pt x="64" y="186"/>
                    </a:lnTo>
                    <a:lnTo>
                      <a:pt x="66" y="184"/>
                    </a:lnTo>
                    <a:lnTo>
                      <a:pt x="66" y="184"/>
                    </a:lnTo>
                    <a:lnTo>
                      <a:pt x="70" y="184"/>
                    </a:lnTo>
                    <a:lnTo>
                      <a:pt x="72" y="184"/>
                    </a:lnTo>
                    <a:lnTo>
                      <a:pt x="76" y="182"/>
                    </a:lnTo>
                    <a:lnTo>
                      <a:pt x="76" y="182"/>
                    </a:lnTo>
                    <a:lnTo>
                      <a:pt x="78" y="178"/>
                    </a:lnTo>
                    <a:lnTo>
                      <a:pt x="78" y="178"/>
                    </a:lnTo>
                    <a:lnTo>
                      <a:pt x="84" y="178"/>
                    </a:lnTo>
                    <a:lnTo>
                      <a:pt x="90" y="178"/>
                    </a:lnTo>
                    <a:lnTo>
                      <a:pt x="90" y="178"/>
                    </a:lnTo>
                    <a:lnTo>
                      <a:pt x="84" y="178"/>
                    </a:lnTo>
                    <a:lnTo>
                      <a:pt x="84" y="178"/>
                    </a:lnTo>
                    <a:lnTo>
                      <a:pt x="86" y="168"/>
                    </a:lnTo>
                    <a:lnTo>
                      <a:pt x="86" y="166"/>
                    </a:lnTo>
                    <a:lnTo>
                      <a:pt x="90" y="164"/>
                    </a:lnTo>
                    <a:lnTo>
                      <a:pt x="90" y="164"/>
                    </a:lnTo>
                    <a:lnTo>
                      <a:pt x="92" y="162"/>
                    </a:lnTo>
                    <a:lnTo>
                      <a:pt x="92" y="162"/>
                    </a:lnTo>
                    <a:lnTo>
                      <a:pt x="92" y="162"/>
                    </a:lnTo>
                    <a:lnTo>
                      <a:pt x="94" y="158"/>
                    </a:lnTo>
                    <a:lnTo>
                      <a:pt x="96" y="154"/>
                    </a:lnTo>
                    <a:lnTo>
                      <a:pt x="96" y="154"/>
                    </a:lnTo>
                    <a:lnTo>
                      <a:pt x="100" y="150"/>
                    </a:lnTo>
                    <a:lnTo>
                      <a:pt x="100" y="150"/>
                    </a:lnTo>
                    <a:lnTo>
                      <a:pt x="104" y="142"/>
                    </a:lnTo>
                    <a:lnTo>
                      <a:pt x="106" y="142"/>
                    </a:lnTo>
                    <a:lnTo>
                      <a:pt x="106" y="142"/>
                    </a:lnTo>
                    <a:lnTo>
                      <a:pt x="104" y="138"/>
                    </a:lnTo>
                    <a:lnTo>
                      <a:pt x="104" y="134"/>
                    </a:lnTo>
                    <a:lnTo>
                      <a:pt x="104" y="134"/>
                    </a:lnTo>
                    <a:lnTo>
                      <a:pt x="106" y="132"/>
                    </a:lnTo>
                    <a:lnTo>
                      <a:pt x="106" y="132"/>
                    </a:lnTo>
                    <a:lnTo>
                      <a:pt x="108" y="128"/>
                    </a:lnTo>
                    <a:lnTo>
                      <a:pt x="106" y="124"/>
                    </a:lnTo>
                    <a:lnTo>
                      <a:pt x="106" y="124"/>
                    </a:lnTo>
                    <a:lnTo>
                      <a:pt x="102" y="126"/>
                    </a:lnTo>
                    <a:lnTo>
                      <a:pt x="102" y="126"/>
                    </a:lnTo>
                    <a:lnTo>
                      <a:pt x="102" y="126"/>
                    </a:lnTo>
                    <a:lnTo>
                      <a:pt x="102" y="126"/>
                    </a:lnTo>
                    <a:lnTo>
                      <a:pt x="100" y="128"/>
                    </a:lnTo>
                    <a:lnTo>
                      <a:pt x="100" y="128"/>
                    </a:lnTo>
                    <a:lnTo>
                      <a:pt x="100" y="126"/>
                    </a:lnTo>
                    <a:lnTo>
                      <a:pt x="100" y="124"/>
                    </a:lnTo>
                    <a:lnTo>
                      <a:pt x="100" y="124"/>
                    </a:lnTo>
                    <a:lnTo>
                      <a:pt x="96" y="124"/>
                    </a:lnTo>
                    <a:lnTo>
                      <a:pt x="96" y="126"/>
                    </a:lnTo>
                    <a:lnTo>
                      <a:pt x="96" y="126"/>
                    </a:lnTo>
                    <a:lnTo>
                      <a:pt x="94" y="126"/>
                    </a:lnTo>
                    <a:lnTo>
                      <a:pt x="96" y="128"/>
                    </a:lnTo>
                    <a:lnTo>
                      <a:pt x="96" y="128"/>
                    </a:lnTo>
                    <a:lnTo>
                      <a:pt x="90" y="128"/>
                    </a:lnTo>
                    <a:lnTo>
                      <a:pt x="90" y="128"/>
                    </a:lnTo>
                    <a:lnTo>
                      <a:pt x="90" y="120"/>
                    </a:lnTo>
                    <a:lnTo>
                      <a:pt x="88" y="120"/>
                    </a:lnTo>
                    <a:lnTo>
                      <a:pt x="88" y="120"/>
                    </a:lnTo>
                    <a:lnTo>
                      <a:pt x="88" y="120"/>
                    </a:lnTo>
                    <a:lnTo>
                      <a:pt x="86" y="118"/>
                    </a:lnTo>
                    <a:lnTo>
                      <a:pt x="86" y="118"/>
                    </a:lnTo>
                    <a:lnTo>
                      <a:pt x="86" y="118"/>
                    </a:lnTo>
                    <a:lnTo>
                      <a:pt x="84" y="118"/>
                    </a:lnTo>
                    <a:lnTo>
                      <a:pt x="84" y="116"/>
                    </a:lnTo>
                    <a:lnTo>
                      <a:pt x="84" y="116"/>
                    </a:lnTo>
                    <a:lnTo>
                      <a:pt x="86" y="114"/>
                    </a:lnTo>
                    <a:lnTo>
                      <a:pt x="88" y="112"/>
                    </a:lnTo>
                    <a:lnTo>
                      <a:pt x="88" y="112"/>
                    </a:lnTo>
                    <a:lnTo>
                      <a:pt x="82" y="112"/>
                    </a:lnTo>
                    <a:lnTo>
                      <a:pt x="82" y="112"/>
                    </a:lnTo>
                    <a:close/>
                    <a:moveTo>
                      <a:pt x="84" y="0"/>
                    </a:moveTo>
                    <a:lnTo>
                      <a:pt x="84" y="0"/>
                    </a:lnTo>
                    <a:lnTo>
                      <a:pt x="84" y="2"/>
                    </a:lnTo>
                    <a:lnTo>
                      <a:pt x="84" y="4"/>
                    </a:lnTo>
                    <a:lnTo>
                      <a:pt x="84" y="4"/>
                    </a:lnTo>
                    <a:lnTo>
                      <a:pt x="88" y="8"/>
                    </a:lnTo>
                    <a:lnTo>
                      <a:pt x="92" y="12"/>
                    </a:lnTo>
                    <a:lnTo>
                      <a:pt x="92" y="12"/>
                    </a:lnTo>
                    <a:lnTo>
                      <a:pt x="96" y="24"/>
                    </a:lnTo>
                    <a:lnTo>
                      <a:pt x="96" y="24"/>
                    </a:lnTo>
                    <a:lnTo>
                      <a:pt x="104" y="34"/>
                    </a:lnTo>
                    <a:lnTo>
                      <a:pt x="104" y="34"/>
                    </a:lnTo>
                    <a:lnTo>
                      <a:pt x="104" y="36"/>
                    </a:lnTo>
                    <a:lnTo>
                      <a:pt x="104" y="36"/>
                    </a:lnTo>
                    <a:lnTo>
                      <a:pt x="104" y="36"/>
                    </a:lnTo>
                    <a:lnTo>
                      <a:pt x="108" y="38"/>
                    </a:lnTo>
                    <a:lnTo>
                      <a:pt x="108" y="38"/>
                    </a:lnTo>
                    <a:lnTo>
                      <a:pt x="110" y="42"/>
                    </a:lnTo>
                    <a:lnTo>
                      <a:pt x="110" y="42"/>
                    </a:lnTo>
                    <a:lnTo>
                      <a:pt x="108" y="44"/>
                    </a:lnTo>
                    <a:lnTo>
                      <a:pt x="108" y="46"/>
                    </a:lnTo>
                    <a:lnTo>
                      <a:pt x="108" y="50"/>
                    </a:lnTo>
                    <a:lnTo>
                      <a:pt x="108" y="50"/>
                    </a:lnTo>
                    <a:lnTo>
                      <a:pt x="114" y="52"/>
                    </a:lnTo>
                    <a:lnTo>
                      <a:pt x="114" y="52"/>
                    </a:lnTo>
                    <a:lnTo>
                      <a:pt x="112" y="54"/>
                    </a:lnTo>
                    <a:lnTo>
                      <a:pt x="112" y="54"/>
                    </a:lnTo>
                    <a:lnTo>
                      <a:pt x="114" y="64"/>
                    </a:lnTo>
                    <a:lnTo>
                      <a:pt x="114" y="70"/>
                    </a:lnTo>
                    <a:lnTo>
                      <a:pt x="112" y="74"/>
                    </a:lnTo>
                    <a:lnTo>
                      <a:pt x="112" y="74"/>
                    </a:lnTo>
                    <a:lnTo>
                      <a:pt x="110" y="78"/>
                    </a:lnTo>
                    <a:lnTo>
                      <a:pt x="110" y="78"/>
                    </a:lnTo>
                    <a:lnTo>
                      <a:pt x="108" y="86"/>
                    </a:lnTo>
                    <a:lnTo>
                      <a:pt x="108" y="86"/>
                    </a:lnTo>
                    <a:lnTo>
                      <a:pt x="100" y="88"/>
                    </a:lnTo>
                    <a:lnTo>
                      <a:pt x="100" y="88"/>
                    </a:lnTo>
                    <a:lnTo>
                      <a:pt x="100" y="90"/>
                    </a:lnTo>
                    <a:lnTo>
                      <a:pt x="98" y="90"/>
                    </a:lnTo>
                    <a:lnTo>
                      <a:pt x="98" y="90"/>
                    </a:lnTo>
                    <a:lnTo>
                      <a:pt x="98" y="94"/>
                    </a:lnTo>
                    <a:lnTo>
                      <a:pt x="98" y="94"/>
                    </a:lnTo>
                    <a:lnTo>
                      <a:pt x="104" y="96"/>
                    </a:lnTo>
                    <a:lnTo>
                      <a:pt x="112" y="102"/>
                    </a:lnTo>
                    <a:lnTo>
                      <a:pt x="116" y="108"/>
                    </a:lnTo>
                    <a:lnTo>
                      <a:pt x="118" y="112"/>
                    </a:lnTo>
                    <a:lnTo>
                      <a:pt x="118" y="118"/>
                    </a:lnTo>
                    <a:lnTo>
                      <a:pt x="118" y="118"/>
                    </a:lnTo>
                    <a:lnTo>
                      <a:pt x="116" y="122"/>
                    </a:lnTo>
                    <a:lnTo>
                      <a:pt x="112" y="126"/>
                    </a:lnTo>
                    <a:lnTo>
                      <a:pt x="112" y="126"/>
                    </a:lnTo>
                    <a:lnTo>
                      <a:pt x="112" y="128"/>
                    </a:lnTo>
                    <a:lnTo>
                      <a:pt x="112" y="128"/>
                    </a:lnTo>
                    <a:lnTo>
                      <a:pt x="120" y="130"/>
                    </a:lnTo>
                    <a:lnTo>
                      <a:pt x="120" y="130"/>
                    </a:lnTo>
                    <a:lnTo>
                      <a:pt x="124" y="134"/>
                    </a:lnTo>
                    <a:lnTo>
                      <a:pt x="124" y="134"/>
                    </a:lnTo>
                    <a:lnTo>
                      <a:pt x="130" y="130"/>
                    </a:lnTo>
                    <a:lnTo>
                      <a:pt x="132" y="126"/>
                    </a:lnTo>
                    <a:lnTo>
                      <a:pt x="132" y="126"/>
                    </a:lnTo>
                    <a:lnTo>
                      <a:pt x="136" y="120"/>
                    </a:lnTo>
                    <a:lnTo>
                      <a:pt x="136" y="120"/>
                    </a:lnTo>
                    <a:lnTo>
                      <a:pt x="136" y="116"/>
                    </a:lnTo>
                    <a:lnTo>
                      <a:pt x="136" y="116"/>
                    </a:lnTo>
                    <a:lnTo>
                      <a:pt x="140" y="114"/>
                    </a:lnTo>
                    <a:lnTo>
                      <a:pt x="144" y="110"/>
                    </a:lnTo>
                    <a:lnTo>
                      <a:pt x="144" y="110"/>
                    </a:lnTo>
                    <a:lnTo>
                      <a:pt x="144" y="108"/>
                    </a:lnTo>
                    <a:lnTo>
                      <a:pt x="144" y="104"/>
                    </a:lnTo>
                    <a:lnTo>
                      <a:pt x="144" y="104"/>
                    </a:lnTo>
                    <a:lnTo>
                      <a:pt x="146" y="100"/>
                    </a:lnTo>
                    <a:lnTo>
                      <a:pt x="146" y="100"/>
                    </a:lnTo>
                    <a:lnTo>
                      <a:pt x="144" y="96"/>
                    </a:lnTo>
                    <a:lnTo>
                      <a:pt x="144" y="96"/>
                    </a:lnTo>
                    <a:lnTo>
                      <a:pt x="150" y="92"/>
                    </a:lnTo>
                    <a:lnTo>
                      <a:pt x="154" y="92"/>
                    </a:lnTo>
                    <a:lnTo>
                      <a:pt x="158" y="94"/>
                    </a:lnTo>
                    <a:lnTo>
                      <a:pt x="158" y="94"/>
                    </a:lnTo>
                    <a:lnTo>
                      <a:pt x="156" y="90"/>
                    </a:lnTo>
                    <a:lnTo>
                      <a:pt x="156" y="86"/>
                    </a:lnTo>
                    <a:lnTo>
                      <a:pt x="156" y="86"/>
                    </a:lnTo>
                    <a:lnTo>
                      <a:pt x="158" y="84"/>
                    </a:lnTo>
                    <a:lnTo>
                      <a:pt x="158" y="84"/>
                    </a:lnTo>
                    <a:lnTo>
                      <a:pt x="166" y="70"/>
                    </a:lnTo>
                    <a:lnTo>
                      <a:pt x="166" y="70"/>
                    </a:lnTo>
                    <a:lnTo>
                      <a:pt x="160" y="66"/>
                    </a:lnTo>
                    <a:lnTo>
                      <a:pt x="158" y="64"/>
                    </a:lnTo>
                    <a:lnTo>
                      <a:pt x="148" y="70"/>
                    </a:lnTo>
                    <a:lnTo>
                      <a:pt x="146" y="72"/>
                    </a:lnTo>
                    <a:lnTo>
                      <a:pt x="146" y="72"/>
                    </a:lnTo>
                    <a:lnTo>
                      <a:pt x="136" y="68"/>
                    </a:lnTo>
                    <a:lnTo>
                      <a:pt x="136" y="68"/>
                    </a:lnTo>
                    <a:lnTo>
                      <a:pt x="134" y="66"/>
                    </a:lnTo>
                    <a:lnTo>
                      <a:pt x="132" y="64"/>
                    </a:lnTo>
                    <a:lnTo>
                      <a:pt x="132" y="58"/>
                    </a:lnTo>
                    <a:lnTo>
                      <a:pt x="132" y="58"/>
                    </a:lnTo>
                    <a:lnTo>
                      <a:pt x="130" y="48"/>
                    </a:lnTo>
                    <a:lnTo>
                      <a:pt x="130" y="48"/>
                    </a:lnTo>
                    <a:lnTo>
                      <a:pt x="126" y="50"/>
                    </a:lnTo>
                    <a:lnTo>
                      <a:pt x="126" y="50"/>
                    </a:lnTo>
                    <a:lnTo>
                      <a:pt x="126" y="46"/>
                    </a:lnTo>
                    <a:lnTo>
                      <a:pt x="126" y="42"/>
                    </a:lnTo>
                    <a:lnTo>
                      <a:pt x="124" y="42"/>
                    </a:lnTo>
                    <a:lnTo>
                      <a:pt x="124" y="42"/>
                    </a:lnTo>
                    <a:lnTo>
                      <a:pt x="122" y="54"/>
                    </a:lnTo>
                    <a:lnTo>
                      <a:pt x="122" y="54"/>
                    </a:lnTo>
                    <a:lnTo>
                      <a:pt x="120" y="54"/>
                    </a:lnTo>
                    <a:lnTo>
                      <a:pt x="120" y="52"/>
                    </a:lnTo>
                    <a:lnTo>
                      <a:pt x="120" y="52"/>
                    </a:lnTo>
                    <a:lnTo>
                      <a:pt x="116" y="50"/>
                    </a:lnTo>
                    <a:lnTo>
                      <a:pt x="116" y="50"/>
                    </a:lnTo>
                    <a:lnTo>
                      <a:pt x="116" y="38"/>
                    </a:lnTo>
                    <a:lnTo>
                      <a:pt x="116" y="38"/>
                    </a:lnTo>
                    <a:lnTo>
                      <a:pt x="114" y="34"/>
                    </a:lnTo>
                    <a:lnTo>
                      <a:pt x="112" y="30"/>
                    </a:lnTo>
                    <a:lnTo>
                      <a:pt x="112" y="30"/>
                    </a:lnTo>
                    <a:lnTo>
                      <a:pt x="114" y="28"/>
                    </a:lnTo>
                    <a:lnTo>
                      <a:pt x="114" y="28"/>
                    </a:lnTo>
                    <a:lnTo>
                      <a:pt x="114" y="24"/>
                    </a:lnTo>
                    <a:lnTo>
                      <a:pt x="112" y="20"/>
                    </a:lnTo>
                    <a:lnTo>
                      <a:pt x="112" y="20"/>
                    </a:lnTo>
                    <a:lnTo>
                      <a:pt x="110" y="20"/>
                    </a:lnTo>
                    <a:lnTo>
                      <a:pt x="108" y="22"/>
                    </a:lnTo>
                    <a:lnTo>
                      <a:pt x="108" y="22"/>
                    </a:lnTo>
                    <a:lnTo>
                      <a:pt x="108" y="16"/>
                    </a:lnTo>
                    <a:lnTo>
                      <a:pt x="108" y="16"/>
                    </a:lnTo>
                    <a:lnTo>
                      <a:pt x="104" y="12"/>
                    </a:lnTo>
                    <a:lnTo>
                      <a:pt x="104" y="12"/>
                    </a:lnTo>
                    <a:lnTo>
                      <a:pt x="100" y="12"/>
                    </a:lnTo>
                    <a:lnTo>
                      <a:pt x="100" y="12"/>
                    </a:lnTo>
                    <a:lnTo>
                      <a:pt x="98" y="10"/>
                    </a:lnTo>
                    <a:lnTo>
                      <a:pt x="98" y="8"/>
                    </a:lnTo>
                    <a:lnTo>
                      <a:pt x="98" y="8"/>
                    </a:lnTo>
                    <a:lnTo>
                      <a:pt x="96" y="10"/>
                    </a:lnTo>
                    <a:lnTo>
                      <a:pt x="96" y="12"/>
                    </a:lnTo>
                    <a:lnTo>
                      <a:pt x="92" y="8"/>
                    </a:lnTo>
                    <a:lnTo>
                      <a:pt x="92" y="8"/>
                    </a:lnTo>
                    <a:lnTo>
                      <a:pt x="88" y="4"/>
                    </a:lnTo>
                    <a:lnTo>
                      <a:pt x="88" y="4"/>
                    </a:lnTo>
                    <a:lnTo>
                      <a:pt x="88" y="2"/>
                    </a:lnTo>
                    <a:lnTo>
                      <a:pt x="88" y="0"/>
                    </a:lnTo>
                    <a:lnTo>
                      <a:pt x="88" y="0"/>
                    </a:lnTo>
                    <a:lnTo>
                      <a:pt x="84" y="0"/>
                    </a:lnTo>
                    <a:lnTo>
                      <a:pt x="8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0" name="Freeform 260">
                <a:extLst>
                  <a:ext uri="{FF2B5EF4-FFF2-40B4-BE49-F238E27FC236}">
                    <a16:creationId xmlns:a16="http://schemas.microsoft.com/office/drawing/2014/main" id="{F4E3554D-F19C-0F42-BB5B-A3D00F81847C}"/>
                  </a:ext>
                </a:extLst>
              </p:cNvPr>
              <p:cNvSpPr>
                <a:spLocks noEditPoints="1"/>
              </p:cNvSpPr>
              <p:nvPr/>
            </p:nvSpPr>
            <p:spPr bwMode="auto">
              <a:xfrm>
                <a:off x="8850323" y="4768085"/>
                <a:ext cx="1047598" cy="1145345"/>
              </a:xfrm>
              <a:custGeom>
                <a:avLst/>
                <a:gdLst>
                  <a:gd name="T0" fmla="*/ 406 w 536"/>
                  <a:gd name="T1" fmla="*/ 482 h 572"/>
                  <a:gd name="T2" fmla="*/ 420 w 536"/>
                  <a:gd name="T3" fmla="*/ 462 h 572"/>
                  <a:gd name="T4" fmla="*/ 426 w 536"/>
                  <a:gd name="T5" fmla="*/ 474 h 572"/>
                  <a:gd name="T6" fmla="*/ 446 w 536"/>
                  <a:gd name="T7" fmla="*/ 484 h 572"/>
                  <a:gd name="T8" fmla="*/ 484 w 536"/>
                  <a:gd name="T9" fmla="*/ 458 h 572"/>
                  <a:gd name="T10" fmla="*/ 492 w 536"/>
                  <a:gd name="T11" fmla="*/ 426 h 572"/>
                  <a:gd name="T12" fmla="*/ 502 w 536"/>
                  <a:gd name="T13" fmla="*/ 382 h 572"/>
                  <a:gd name="T14" fmla="*/ 526 w 536"/>
                  <a:gd name="T15" fmla="*/ 354 h 572"/>
                  <a:gd name="T16" fmla="*/ 528 w 536"/>
                  <a:gd name="T17" fmla="*/ 312 h 572"/>
                  <a:gd name="T18" fmla="*/ 528 w 536"/>
                  <a:gd name="T19" fmla="*/ 254 h 572"/>
                  <a:gd name="T20" fmla="*/ 514 w 536"/>
                  <a:gd name="T21" fmla="*/ 232 h 572"/>
                  <a:gd name="T22" fmla="*/ 486 w 536"/>
                  <a:gd name="T23" fmla="*/ 192 h 572"/>
                  <a:gd name="T24" fmla="*/ 468 w 536"/>
                  <a:gd name="T25" fmla="*/ 148 h 572"/>
                  <a:gd name="T26" fmla="*/ 442 w 536"/>
                  <a:gd name="T27" fmla="*/ 134 h 572"/>
                  <a:gd name="T28" fmla="*/ 430 w 536"/>
                  <a:gd name="T29" fmla="*/ 64 h 572"/>
                  <a:gd name="T30" fmla="*/ 408 w 536"/>
                  <a:gd name="T31" fmla="*/ 40 h 572"/>
                  <a:gd name="T32" fmla="*/ 390 w 536"/>
                  <a:gd name="T33" fmla="*/ 0 h 572"/>
                  <a:gd name="T34" fmla="*/ 380 w 536"/>
                  <a:gd name="T35" fmla="*/ 42 h 572"/>
                  <a:gd name="T36" fmla="*/ 374 w 536"/>
                  <a:gd name="T37" fmla="*/ 96 h 572"/>
                  <a:gd name="T38" fmla="*/ 336 w 536"/>
                  <a:gd name="T39" fmla="*/ 92 h 572"/>
                  <a:gd name="T40" fmla="*/ 300 w 536"/>
                  <a:gd name="T41" fmla="*/ 66 h 572"/>
                  <a:gd name="T42" fmla="*/ 318 w 536"/>
                  <a:gd name="T43" fmla="*/ 22 h 572"/>
                  <a:gd name="T44" fmla="*/ 296 w 536"/>
                  <a:gd name="T45" fmla="*/ 18 h 572"/>
                  <a:gd name="T46" fmla="*/ 264 w 536"/>
                  <a:gd name="T47" fmla="*/ 12 h 572"/>
                  <a:gd name="T48" fmla="*/ 262 w 536"/>
                  <a:gd name="T49" fmla="*/ 22 h 572"/>
                  <a:gd name="T50" fmla="*/ 234 w 536"/>
                  <a:gd name="T51" fmla="*/ 28 h 572"/>
                  <a:gd name="T52" fmla="*/ 218 w 536"/>
                  <a:gd name="T53" fmla="*/ 60 h 572"/>
                  <a:gd name="T54" fmla="*/ 200 w 536"/>
                  <a:gd name="T55" fmla="*/ 72 h 572"/>
                  <a:gd name="T56" fmla="*/ 184 w 536"/>
                  <a:gd name="T57" fmla="*/ 46 h 572"/>
                  <a:gd name="T58" fmla="*/ 166 w 536"/>
                  <a:gd name="T59" fmla="*/ 58 h 572"/>
                  <a:gd name="T60" fmla="*/ 160 w 536"/>
                  <a:gd name="T61" fmla="*/ 70 h 572"/>
                  <a:gd name="T62" fmla="*/ 142 w 536"/>
                  <a:gd name="T63" fmla="*/ 96 h 572"/>
                  <a:gd name="T64" fmla="*/ 132 w 536"/>
                  <a:gd name="T65" fmla="*/ 92 h 572"/>
                  <a:gd name="T66" fmla="*/ 116 w 536"/>
                  <a:gd name="T67" fmla="*/ 128 h 572"/>
                  <a:gd name="T68" fmla="*/ 74 w 536"/>
                  <a:gd name="T69" fmla="*/ 154 h 572"/>
                  <a:gd name="T70" fmla="*/ 36 w 536"/>
                  <a:gd name="T71" fmla="*/ 170 h 572"/>
                  <a:gd name="T72" fmla="*/ 12 w 536"/>
                  <a:gd name="T73" fmla="*/ 182 h 572"/>
                  <a:gd name="T74" fmla="*/ 10 w 536"/>
                  <a:gd name="T75" fmla="*/ 206 h 572"/>
                  <a:gd name="T76" fmla="*/ 14 w 536"/>
                  <a:gd name="T77" fmla="*/ 252 h 572"/>
                  <a:gd name="T78" fmla="*/ 2 w 536"/>
                  <a:gd name="T79" fmla="*/ 260 h 572"/>
                  <a:gd name="T80" fmla="*/ 24 w 536"/>
                  <a:gd name="T81" fmla="*/ 292 h 572"/>
                  <a:gd name="T82" fmla="*/ 32 w 536"/>
                  <a:gd name="T83" fmla="*/ 340 h 572"/>
                  <a:gd name="T84" fmla="*/ 34 w 536"/>
                  <a:gd name="T85" fmla="*/ 384 h 572"/>
                  <a:gd name="T86" fmla="*/ 42 w 536"/>
                  <a:gd name="T87" fmla="*/ 404 h 572"/>
                  <a:gd name="T88" fmla="*/ 78 w 536"/>
                  <a:gd name="T89" fmla="*/ 394 h 572"/>
                  <a:gd name="T90" fmla="*/ 100 w 536"/>
                  <a:gd name="T91" fmla="*/ 388 h 572"/>
                  <a:gd name="T92" fmla="*/ 128 w 536"/>
                  <a:gd name="T93" fmla="*/ 386 h 572"/>
                  <a:gd name="T94" fmla="*/ 148 w 536"/>
                  <a:gd name="T95" fmla="*/ 372 h 572"/>
                  <a:gd name="T96" fmla="*/ 210 w 536"/>
                  <a:gd name="T97" fmla="*/ 352 h 572"/>
                  <a:gd name="T98" fmla="*/ 250 w 536"/>
                  <a:gd name="T99" fmla="*/ 350 h 572"/>
                  <a:gd name="T100" fmla="*/ 282 w 536"/>
                  <a:gd name="T101" fmla="*/ 366 h 572"/>
                  <a:gd name="T102" fmla="*/ 298 w 536"/>
                  <a:gd name="T103" fmla="*/ 400 h 572"/>
                  <a:gd name="T104" fmla="*/ 326 w 536"/>
                  <a:gd name="T105" fmla="*/ 384 h 572"/>
                  <a:gd name="T106" fmla="*/ 318 w 536"/>
                  <a:gd name="T107" fmla="*/ 410 h 572"/>
                  <a:gd name="T108" fmla="*/ 336 w 536"/>
                  <a:gd name="T109" fmla="*/ 412 h 572"/>
                  <a:gd name="T110" fmla="*/ 352 w 536"/>
                  <a:gd name="T111" fmla="*/ 452 h 572"/>
                  <a:gd name="T112" fmla="*/ 384 w 536"/>
                  <a:gd name="T113" fmla="*/ 470 h 572"/>
                  <a:gd name="T114" fmla="*/ 432 w 536"/>
                  <a:gd name="T115" fmla="*/ 560 h 572"/>
                  <a:gd name="T116" fmla="*/ 448 w 536"/>
                  <a:gd name="T117" fmla="*/ 570 h 572"/>
                  <a:gd name="T118" fmla="*/ 454 w 536"/>
                  <a:gd name="T119" fmla="*/ 560 h 572"/>
                  <a:gd name="T120" fmla="*/ 464 w 536"/>
                  <a:gd name="T121" fmla="*/ 530 h 572"/>
                  <a:gd name="T122" fmla="*/ 416 w 536"/>
                  <a:gd name="T123" fmla="*/ 516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36" h="572">
                    <a:moveTo>
                      <a:pt x="384" y="470"/>
                    </a:moveTo>
                    <a:lnTo>
                      <a:pt x="384" y="470"/>
                    </a:lnTo>
                    <a:lnTo>
                      <a:pt x="386" y="474"/>
                    </a:lnTo>
                    <a:lnTo>
                      <a:pt x="386" y="474"/>
                    </a:lnTo>
                    <a:lnTo>
                      <a:pt x="390" y="474"/>
                    </a:lnTo>
                    <a:lnTo>
                      <a:pt x="390" y="474"/>
                    </a:lnTo>
                    <a:lnTo>
                      <a:pt x="390" y="478"/>
                    </a:lnTo>
                    <a:lnTo>
                      <a:pt x="392" y="480"/>
                    </a:lnTo>
                    <a:lnTo>
                      <a:pt x="392" y="480"/>
                    </a:lnTo>
                    <a:lnTo>
                      <a:pt x="396" y="480"/>
                    </a:lnTo>
                    <a:lnTo>
                      <a:pt x="396" y="480"/>
                    </a:lnTo>
                    <a:lnTo>
                      <a:pt x="398" y="482"/>
                    </a:lnTo>
                    <a:lnTo>
                      <a:pt x="400" y="484"/>
                    </a:lnTo>
                    <a:lnTo>
                      <a:pt x="400" y="484"/>
                    </a:lnTo>
                    <a:lnTo>
                      <a:pt x="406" y="482"/>
                    </a:lnTo>
                    <a:lnTo>
                      <a:pt x="406" y="482"/>
                    </a:lnTo>
                    <a:lnTo>
                      <a:pt x="408" y="478"/>
                    </a:lnTo>
                    <a:lnTo>
                      <a:pt x="410" y="478"/>
                    </a:lnTo>
                    <a:lnTo>
                      <a:pt x="410" y="478"/>
                    </a:lnTo>
                    <a:lnTo>
                      <a:pt x="412" y="472"/>
                    </a:lnTo>
                    <a:lnTo>
                      <a:pt x="412" y="472"/>
                    </a:lnTo>
                    <a:lnTo>
                      <a:pt x="414" y="472"/>
                    </a:lnTo>
                    <a:lnTo>
                      <a:pt x="416" y="470"/>
                    </a:lnTo>
                    <a:lnTo>
                      <a:pt x="416" y="470"/>
                    </a:lnTo>
                    <a:lnTo>
                      <a:pt x="416" y="468"/>
                    </a:lnTo>
                    <a:lnTo>
                      <a:pt x="416" y="468"/>
                    </a:lnTo>
                    <a:lnTo>
                      <a:pt x="416" y="468"/>
                    </a:lnTo>
                    <a:lnTo>
                      <a:pt x="416" y="466"/>
                    </a:lnTo>
                    <a:lnTo>
                      <a:pt x="416" y="466"/>
                    </a:lnTo>
                    <a:lnTo>
                      <a:pt x="420" y="464"/>
                    </a:lnTo>
                    <a:lnTo>
                      <a:pt x="420" y="462"/>
                    </a:lnTo>
                    <a:lnTo>
                      <a:pt x="420" y="462"/>
                    </a:lnTo>
                    <a:lnTo>
                      <a:pt x="424" y="464"/>
                    </a:lnTo>
                    <a:lnTo>
                      <a:pt x="424" y="464"/>
                    </a:lnTo>
                    <a:lnTo>
                      <a:pt x="426" y="466"/>
                    </a:lnTo>
                    <a:lnTo>
                      <a:pt x="426" y="468"/>
                    </a:lnTo>
                    <a:lnTo>
                      <a:pt x="426" y="468"/>
                    </a:lnTo>
                    <a:lnTo>
                      <a:pt x="420" y="470"/>
                    </a:lnTo>
                    <a:lnTo>
                      <a:pt x="420" y="470"/>
                    </a:lnTo>
                    <a:lnTo>
                      <a:pt x="420" y="474"/>
                    </a:lnTo>
                    <a:lnTo>
                      <a:pt x="420" y="474"/>
                    </a:lnTo>
                    <a:lnTo>
                      <a:pt x="424" y="474"/>
                    </a:lnTo>
                    <a:lnTo>
                      <a:pt x="424" y="474"/>
                    </a:lnTo>
                    <a:lnTo>
                      <a:pt x="430" y="470"/>
                    </a:lnTo>
                    <a:lnTo>
                      <a:pt x="430" y="470"/>
                    </a:lnTo>
                    <a:lnTo>
                      <a:pt x="430" y="474"/>
                    </a:lnTo>
                    <a:lnTo>
                      <a:pt x="430" y="474"/>
                    </a:lnTo>
                    <a:lnTo>
                      <a:pt x="426" y="474"/>
                    </a:lnTo>
                    <a:lnTo>
                      <a:pt x="426" y="476"/>
                    </a:lnTo>
                    <a:lnTo>
                      <a:pt x="426" y="476"/>
                    </a:lnTo>
                    <a:lnTo>
                      <a:pt x="434" y="480"/>
                    </a:lnTo>
                    <a:lnTo>
                      <a:pt x="436" y="484"/>
                    </a:lnTo>
                    <a:lnTo>
                      <a:pt x="436" y="484"/>
                    </a:lnTo>
                    <a:lnTo>
                      <a:pt x="436" y="484"/>
                    </a:lnTo>
                    <a:lnTo>
                      <a:pt x="438" y="484"/>
                    </a:lnTo>
                    <a:lnTo>
                      <a:pt x="438" y="484"/>
                    </a:lnTo>
                    <a:lnTo>
                      <a:pt x="438" y="486"/>
                    </a:lnTo>
                    <a:lnTo>
                      <a:pt x="440" y="488"/>
                    </a:lnTo>
                    <a:lnTo>
                      <a:pt x="440" y="488"/>
                    </a:lnTo>
                    <a:lnTo>
                      <a:pt x="442" y="490"/>
                    </a:lnTo>
                    <a:lnTo>
                      <a:pt x="442" y="490"/>
                    </a:lnTo>
                    <a:lnTo>
                      <a:pt x="444" y="486"/>
                    </a:lnTo>
                    <a:lnTo>
                      <a:pt x="446" y="484"/>
                    </a:lnTo>
                    <a:lnTo>
                      <a:pt x="446" y="484"/>
                    </a:lnTo>
                    <a:lnTo>
                      <a:pt x="450" y="482"/>
                    </a:lnTo>
                    <a:lnTo>
                      <a:pt x="450" y="482"/>
                    </a:lnTo>
                    <a:lnTo>
                      <a:pt x="450" y="478"/>
                    </a:lnTo>
                    <a:lnTo>
                      <a:pt x="450" y="478"/>
                    </a:lnTo>
                    <a:lnTo>
                      <a:pt x="454" y="474"/>
                    </a:lnTo>
                    <a:lnTo>
                      <a:pt x="458" y="470"/>
                    </a:lnTo>
                    <a:lnTo>
                      <a:pt x="458" y="470"/>
                    </a:lnTo>
                    <a:lnTo>
                      <a:pt x="458" y="468"/>
                    </a:lnTo>
                    <a:lnTo>
                      <a:pt x="456" y="466"/>
                    </a:lnTo>
                    <a:lnTo>
                      <a:pt x="456" y="466"/>
                    </a:lnTo>
                    <a:lnTo>
                      <a:pt x="460" y="462"/>
                    </a:lnTo>
                    <a:lnTo>
                      <a:pt x="460" y="462"/>
                    </a:lnTo>
                    <a:lnTo>
                      <a:pt x="472" y="462"/>
                    </a:lnTo>
                    <a:lnTo>
                      <a:pt x="482" y="464"/>
                    </a:lnTo>
                    <a:lnTo>
                      <a:pt x="484" y="458"/>
                    </a:lnTo>
                    <a:lnTo>
                      <a:pt x="484" y="458"/>
                    </a:lnTo>
                    <a:lnTo>
                      <a:pt x="488" y="458"/>
                    </a:lnTo>
                    <a:lnTo>
                      <a:pt x="488" y="458"/>
                    </a:lnTo>
                    <a:lnTo>
                      <a:pt x="488" y="456"/>
                    </a:lnTo>
                    <a:lnTo>
                      <a:pt x="486" y="454"/>
                    </a:lnTo>
                    <a:lnTo>
                      <a:pt x="486" y="454"/>
                    </a:lnTo>
                    <a:lnTo>
                      <a:pt x="488" y="452"/>
                    </a:lnTo>
                    <a:lnTo>
                      <a:pt x="490" y="450"/>
                    </a:lnTo>
                    <a:lnTo>
                      <a:pt x="490" y="450"/>
                    </a:lnTo>
                    <a:lnTo>
                      <a:pt x="486" y="450"/>
                    </a:lnTo>
                    <a:lnTo>
                      <a:pt x="486" y="450"/>
                    </a:lnTo>
                    <a:lnTo>
                      <a:pt x="484" y="446"/>
                    </a:lnTo>
                    <a:lnTo>
                      <a:pt x="484" y="446"/>
                    </a:lnTo>
                    <a:lnTo>
                      <a:pt x="488" y="438"/>
                    </a:lnTo>
                    <a:lnTo>
                      <a:pt x="492" y="430"/>
                    </a:lnTo>
                    <a:lnTo>
                      <a:pt x="492" y="430"/>
                    </a:lnTo>
                    <a:lnTo>
                      <a:pt x="492" y="426"/>
                    </a:lnTo>
                    <a:lnTo>
                      <a:pt x="492" y="418"/>
                    </a:lnTo>
                    <a:lnTo>
                      <a:pt x="492" y="418"/>
                    </a:lnTo>
                    <a:lnTo>
                      <a:pt x="492" y="418"/>
                    </a:lnTo>
                    <a:lnTo>
                      <a:pt x="496" y="412"/>
                    </a:lnTo>
                    <a:lnTo>
                      <a:pt x="498" y="412"/>
                    </a:lnTo>
                    <a:lnTo>
                      <a:pt x="498" y="412"/>
                    </a:lnTo>
                    <a:lnTo>
                      <a:pt x="498" y="408"/>
                    </a:lnTo>
                    <a:lnTo>
                      <a:pt x="498" y="406"/>
                    </a:lnTo>
                    <a:lnTo>
                      <a:pt x="500" y="404"/>
                    </a:lnTo>
                    <a:lnTo>
                      <a:pt x="500" y="404"/>
                    </a:lnTo>
                    <a:lnTo>
                      <a:pt x="500" y="400"/>
                    </a:lnTo>
                    <a:lnTo>
                      <a:pt x="502" y="398"/>
                    </a:lnTo>
                    <a:lnTo>
                      <a:pt x="502" y="398"/>
                    </a:lnTo>
                    <a:lnTo>
                      <a:pt x="504" y="390"/>
                    </a:lnTo>
                    <a:lnTo>
                      <a:pt x="502" y="382"/>
                    </a:lnTo>
                    <a:lnTo>
                      <a:pt x="502" y="382"/>
                    </a:lnTo>
                    <a:lnTo>
                      <a:pt x="508" y="380"/>
                    </a:lnTo>
                    <a:lnTo>
                      <a:pt x="508" y="380"/>
                    </a:lnTo>
                    <a:lnTo>
                      <a:pt x="508" y="376"/>
                    </a:lnTo>
                    <a:lnTo>
                      <a:pt x="508" y="376"/>
                    </a:lnTo>
                    <a:lnTo>
                      <a:pt x="510" y="374"/>
                    </a:lnTo>
                    <a:lnTo>
                      <a:pt x="514" y="372"/>
                    </a:lnTo>
                    <a:lnTo>
                      <a:pt x="514" y="372"/>
                    </a:lnTo>
                    <a:lnTo>
                      <a:pt x="516" y="368"/>
                    </a:lnTo>
                    <a:lnTo>
                      <a:pt x="516" y="368"/>
                    </a:lnTo>
                    <a:lnTo>
                      <a:pt x="516" y="368"/>
                    </a:lnTo>
                    <a:lnTo>
                      <a:pt x="522" y="366"/>
                    </a:lnTo>
                    <a:lnTo>
                      <a:pt x="522" y="366"/>
                    </a:lnTo>
                    <a:lnTo>
                      <a:pt x="522" y="358"/>
                    </a:lnTo>
                    <a:lnTo>
                      <a:pt x="522" y="358"/>
                    </a:lnTo>
                    <a:lnTo>
                      <a:pt x="524" y="354"/>
                    </a:lnTo>
                    <a:lnTo>
                      <a:pt x="526" y="354"/>
                    </a:lnTo>
                    <a:lnTo>
                      <a:pt x="526" y="354"/>
                    </a:lnTo>
                    <a:lnTo>
                      <a:pt x="526" y="350"/>
                    </a:lnTo>
                    <a:lnTo>
                      <a:pt x="526" y="350"/>
                    </a:lnTo>
                    <a:lnTo>
                      <a:pt x="530" y="342"/>
                    </a:lnTo>
                    <a:lnTo>
                      <a:pt x="530" y="342"/>
                    </a:lnTo>
                    <a:lnTo>
                      <a:pt x="530" y="338"/>
                    </a:lnTo>
                    <a:lnTo>
                      <a:pt x="528" y="334"/>
                    </a:lnTo>
                    <a:lnTo>
                      <a:pt x="528" y="334"/>
                    </a:lnTo>
                    <a:lnTo>
                      <a:pt x="530" y="332"/>
                    </a:lnTo>
                    <a:lnTo>
                      <a:pt x="530" y="332"/>
                    </a:lnTo>
                    <a:lnTo>
                      <a:pt x="530" y="324"/>
                    </a:lnTo>
                    <a:lnTo>
                      <a:pt x="532" y="314"/>
                    </a:lnTo>
                    <a:lnTo>
                      <a:pt x="532" y="314"/>
                    </a:lnTo>
                    <a:lnTo>
                      <a:pt x="530" y="314"/>
                    </a:lnTo>
                    <a:lnTo>
                      <a:pt x="528" y="312"/>
                    </a:lnTo>
                    <a:lnTo>
                      <a:pt x="528" y="312"/>
                    </a:lnTo>
                    <a:lnTo>
                      <a:pt x="534" y="308"/>
                    </a:lnTo>
                    <a:lnTo>
                      <a:pt x="534" y="308"/>
                    </a:lnTo>
                    <a:lnTo>
                      <a:pt x="530" y="304"/>
                    </a:lnTo>
                    <a:lnTo>
                      <a:pt x="530" y="304"/>
                    </a:lnTo>
                    <a:lnTo>
                      <a:pt x="534" y="300"/>
                    </a:lnTo>
                    <a:lnTo>
                      <a:pt x="536" y="296"/>
                    </a:lnTo>
                    <a:lnTo>
                      <a:pt x="536" y="292"/>
                    </a:lnTo>
                    <a:lnTo>
                      <a:pt x="536" y="292"/>
                    </a:lnTo>
                    <a:lnTo>
                      <a:pt x="532" y="288"/>
                    </a:lnTo>
                    <a:lnTo>
                      <a:pt x="530" y="286"/>
                    </a:lnTo>
                    <a:lnTo>
                      <a:pt x="530" y="286"/>
                    </a:lnTo>
                    <a:lnTo>
                      <a:pt x="526" y="276"/>
                    </a:lnTo>
                    <a:lnTo>
                      <a:pt x="526" y="276"/>
                    </a:lnTo>
                    <a:lnTo>
                      <a:pt x="526" y="266"/>
                    </a:lnTo>
                    <a:lnTo>
                      <a:pt x="528" y="258"/>
                    </a:lnTo>
                    <a:lnTo>
                      <a:pt x="528" y="254"/>
                    </a:lnTo>
                    <a:lnTo>
                      <a:pt x="528" y="254"/>
                    </a:lnTo>
                    <a:lnTo>
                      <a:pt x="528" y="254"/>
                    </a:lnTo>
                    <a:lnTo>
                      <a:pt x="528" y="252"/>
                    </a:lnTo>
                    <a:lnTo>
                      <a:pt x="528" y="248"/>
                    </a:lnTo>
                    <a:lnTo>
                      <a:pt x="526" y="246"/>
                    </a:lnTo>
                    <a:lnTo>
                      <a:pt x="526" y="246"/>
                    </a:lnTo>
                    <a:lnTo>
                      <a:pt x="526" y="242"/>
                    </a:lnTo>
                    <a:lnTo>
                      <a:pt x="526" y="242"/>
                    </a:lnTo>
                    <a:lnTo>
                      <a:pt x="524" y="242"/>
                    </a:lnTo>
                    <a:lnTo>
                      <a:pt x="522" y="240"/>
                    </a:lnTo>
                    <a:lnTo>
                      <a:pt x="522" y="240"/>
                    </a:lnTo>
                    <a:lnTo>
                      <a:pt x="522" y="238"/>
                    </a:lnTo>
                    <a:lnTo>
                      <a:pt x="520" y="234"/>
                    </a:lnTo>
                    <a:lnTo>
                      <a:pt x="520" y="234"/>
                    </a:lnTo>
                    <a:lnTo>
                      <a:pt x="514" y="232"/>
                    </a:lnTo>
                    <a:lnTo>
                      <a:pt x="514" y="232"/>
                    </a:lnTo>
                    <a:lnTo>
                      <a:pt x="514" y="226"/>
                    </a:lnTo>
                    <a:lnTo>
                      <a:pt x="514" y="226"/>
                    </a:lnTo>
                    <a:lnTo>
                      <a:pt x="510" y="220"/>
                    </a:lnTo>
                    <a:lnTo>
                      <a:pt x="510" y="220"/>
                    </a:lnTo>
                    <a:lnTo>
                      <a:pt x="504" y="218"/>
                    </a:lnTo>
                    <a:lnTo>
                      <a:pt x="502" y="214"/>
                    </a:lnTo>
                    <a:lnTo>
                      <a:pt x="502" y="214"/>
                    </a:lnTo>
                    <a:lnTo>
                      <a:pt x="500" y="210"/>
                    </a:lnTo>
                    <a:lnTo>
                      <a:pt x="500" y="204"/>
                    </a:lnTo>
                    <a:lnTo>
                      <a:pt x="500" y="200"/>
                    </a:lnTo>
                    <a:lnTo>
                      <a:pt x="500" y="196"/>
                    </a:lnTo>
                    <a:lnTo>
                      <a:pt x="498" y="196"/>
                    </a:lnTo>
                    <a:lnTo>
                      <a:pt x="492" y="190"/>
                    </a:lnTo>
                    <a:lnTo>
                      <a:pt x="492" y="190"/>
                    </a:lnTo>
                    <a:lnTo>
                      <a:pt x="490" y="192"/>
                    </a:lnTo>
                    <a:lnTo>
                      <a:pt x="486" y="192"/>
                    </a:lnTo>
                    <a:lnTo>
                      <a:pt x="484" y="190"/>
                    </a:lnTo>
                    <a:lnTo>
                      <a:pt x="484" y="190"/>
                    </a:lnTo>
                    <a:lnTo>
                      <a:pt x="484" y="186"/>
                    </a:lnTo>
                    <a:lnTo>
                      <a:pt x="484" y="182"/>
                    </a:lnTo>
                    <a:lnTo>
                      <a:pt x="486" y="180"/>
                    </a:lnTo>
                    <a:lnTo>
                      <a:pt x="486" y="176"/>
                    </a:lnTo>
                    <a:lnTo>
                      <a:pt x="484" y="174"/>
                    </a:lnTo>
                    <a:lnTo>
                      <a:pt x="484" y="174"/>
                    </a:lnTo>
                    <a:lnTo>
                      <a:pt x="482" y="168"/>
                    </a:lnTo>
                    <a:lnTo>
                      <a:pt x="482" y="168"/>
                    </a:lnTo>
                    <a:lnTo>
                      <a:pt x="480" y="166"/>
                    </a:lnTo>
                    <a:lnTo>
                      <a:pt x="476" y="164"/>
                    </a:lnTo>
                    <a:lnTo>
                      <a:pt x="474" y="162"/>
                    </a:lnTo>
                    <a:lnTo>
                      <a:pt x="476" y="154"/>
                    </a:lnTo>
                    <a:lnTo>
                      <a:pt x="476" y="154"/>
                    </a:lnTo>
                    <a:lnTo>
                      <a:pt x="468" y="148"/>
                    </a:lnTo>
                    <a:lnTo>
                      <a:pt x="468" y="148"/>
                    </a:lnTo>
                    <a:lnTo>
                      <a:pt x="468" y="144"/>
                    </a:lnTo>
                    <a:lnTo>
                      <a:pt x="460" y="142"/>
                    </a:lnTo>
                    <a:lnTo>
                      <a:pt x="460" y="142"/>
                    </a:lnTo>
                    <a:lnTo>
                      <a:pt x="460" y="142"/>
                    </a:lnTo>
                    <a:lnTo>
                      <a:pt x="458" y="144"/>
                    </a:lnTo>
                    <a:lnTo>
                      <a:pt x="458" y="144"/>
                    </a:lnTo>
                    <a:lnTo>
                      <a:pt x="456" y="142"/>
                    </a:lnTo>
                    <a:lnTo>
                      <a:pt x="456" y="142"/>
                    </a:lnTo>
                    <a:lnTo>
                      <a:pt x="456" y="138"/>
                    </a:lnTo>
                    <a:lnTo>
                      <a:pt x="456" y="138"/>
                    </a:lnTo>
                    <a:lnTo>
                      <a:pt x="450" y="138"/>
                    </a:lnTo>
                    <a:lnTo>
                      <a:pt x="450" y="138"/>
                    </a:lnTo>
                    <a:lnTo>
                      <a:pt x="444" y="134"/>
                    </a:lnTo>
                    <a:lnTo>
                      <a:pt x="442" y="134"/>
                    </a:lnTo>
                    <a:lnTo>
                      <a:pt x="442" y="134"/>
                    </a:lnTo>
                    <a:lnTo>
                      <a:pt x="442" y="128"/>
                    </a:lnTo>
                    <a:lnTo>
                      <a:pt x="442" y="126"/>
                    </a:lnTo>
                    <a:lnTo>
                      <a:pt x="442" y="126"/>
                    </a:lnTo>
                    <a:lnTo>
                      <a:pt x="442" y="116"/>
                    </a:lnTo>
                    <a:lnTo>
                      <a:pt x="440" y="104"/>
                    </a:lnTo>
                    <a:lnTo>
                      <a:pt x="440" y="104"/>
                    </a:lnTo>
                    <a:lnTo>
                      <a:pt x="438" y="100"/>
                    </a:lnTo>
                    <a:lnTo>
                      <a:pt x="438" y="100"/>
                    </a:lnTo>
                    <a:lnTo>
                      <a:pt x="438" y="96"/>
                    </a:lnTo>
                    <a:lnTo>
                      <a:pt x="438" y="96"/>
                    </a:lnTo>
                    <a:lnTo>
                      <a:pt x="434" y="90"/>
                    </a:lnTo>
                    <a:lnTo>
                      <a:pt x="430" y="86"/>
                    </a:lnTo>
                    <a:lnTo>
                      <a:pt x="430" y="86"/>
                    </a:lnTo>
                    <a:lnTo>
                      <a:pt x="430" y="76"/>
                    </a:lnTo>
                    <a:lnTo>
                      <a:pt x="430" y="64"/>
                    </a:lnTo>
                    <a:lnTo>
                      <a:pt x="430" y="64"/>
                    </a:lnTo>
                    <a:lnTo>
                      <a:pt x="430" y="64"/>
                    </a:lnTo>
                    <a:lnTo>
                      <a:pt x="430" y="62"/>
                    </a:lnTo>
                    <a:lnTo>
                      <a:pt x="430" y="62"/>
                    </a:lnTo>
                    <a:lnTo>
                      <a:pt x="428" y="62"/>
                    </a:lnTo>
                    <a:lnTo>
                      <a:pt x="426" y="64"/>
                    </a:lnTo>
                    <a:lnTo>
                      <a:pt x="426" y="64"/>
                    </a:lnTo>
                    <a:lnTo>
                      <a:pt x="418" y="52"/>
                    </a:lnTo>
                    <a:lnTo>
                      <a:pt x="418" y="52"/>
                    </a:lnTo>
                    <a:lnTo>
                      <a:pt x="410" y="60"/>
                    </a:lnTo>
                    <a:lnTo>
                      <a:pt x="410" y="60"/>
                    </a:lnTo>
                    <a:lnTo>
                      <a:pt x="406" y="56"/>
                    </a:lnTo>
                    <a:lnTo>
                      <a:pt x="406" y="56"/>
                    </a:lnTo>
                    <a:lnTo>
                      <a:pt x="406" y="48"/>
                    </a:lnTo>
                    <a:lnTo>
                      <a:pt x="408" y="42"/>
                    </a:lnTo>
                    <a:lnTo>
                      <a:pt x="408" y="40"/>
                    </a:lnTo>
                    <a:lnTo>
                      <a:pt x="408" y="40"/>
                    </a:lnTo>
                    <a:lnTo>
                      <a:pt x="408" y="38"/>
                    </a:lnTo>
                    <a:lnTo>
                      <a:pt x="406" y="34"/>
                    </a:lnTo>
                    <a:lnTo>
                      <a:pt x="406" y="28"/>
                    </a:lnTo>
                    <a:lnTo>
                      <a:pt x="406" y="28"/>
                    </a:lnTo>
                    <a:lnTo>
                      <a:pt x="402" y="26"/>
                    </a:lnTo>
                    <a:lnTo>
                      <a:pt x="400" y="24"/>
                    </a:lnTo>
                    <a:lnTo>
                      <a:pt x="400" y="24"/>
                    </a:lnTo>
                    <a:lnTo>
                      <a:pt x="400" y="18"/>
                    </a:lnTo>
                    <a:lnTo>
                      <a:pt x="400" y="18"/>
                    </a:lnTo>
                    <a:lnTo>
                      <a:pt x="396" y="16"/>
                    </a:lnTo>
                    <a:lnTo>
                      <a:pt x="396" y="16"/>
                    </a:lnTo>
                    <a:lnTo>
                      <a:pt x="396" y="10"/>
                    </a:lnTo>
                    <a:lnTo>
                      <a:pt x="396" y="10"/>
                    </a:lnTo>
                    <a:lnTo>
                      <a:pt x="392" y="6"/>
                    </a:lnTo>
                    <a:lnTo>
                      <a:pt x="392" y="6"/>
                    </a:lnTo>
                    <a:lnTo>
                      <a:pt x="390" y="0"/>
                    </a:lnTo>
                    <a:lnTo>
                      <a:pt x="388" y="0"/>
                    </a:lnTo>
                    <a:lnTo>
                      <a:pt x="388" y="0"/>
                    </a:lnTo>
                    <a:lnTo>
                      <a:pt x="386" y="0"/>
                    </a:lnTo>
                    <a:lnTo>
                      <a:pt x="384" y="0"/>
                    </a:lnTo>
                    <a:lnTo>
                      <a:pt x="384" y="0"/>
                    </a:lnTo>
                    <a:lnTo>
                      <a:pt x="384" y="8"/>
                    </a:lnTo>
                    <a:lnTo>
                      <a:pt x="384" y="16"/>
                    </a:lnTo>
                    <a:lnTo>
                      <a:pt x="384" y="16"/>
                    </a:lnTo>
                    <a:lnTo>
                      <a:pt x="382" y="18"/>
                    </a:lnTo>
                    <a:lnTo>
                      <a:pt x="380" y="22"/>
                    </a:lnTo>
                    <a:lnTo>
                      <a:pt x="380" y="22"/>
                    </a:lnTo>
                    <a:lnTo>
                      <a:pt x="380" y="24"/>
                    </a:lnTo>
                    <a:lnTo>
                      <a:pt x="382" y="24"/>
                    </a:lnTo>
                    <a:lnTo>
                      <a:pt x="382" y="40"/>
                    </a:lnTo>
                    <a:lnTo>
                      <a:pt x="382" y="40"/>
                    </a:lnTo>
                    <a:lnTo>
                      <a:pt x="380" y="42"/>
                    </a:lnTo>
                    <a:lnTo>
                      <a:pt x="378" y="48"/>
                    </a:lnTo>
                    <a:lnTo>
                      <a:pt x="378" y="48"/>
                    </a:lnTo>
                    <a:lnTo>
                      <a:pt x="380" y="66"/>
                    </a:lnTo>
                    <a:lnTo>
                      <a:pt x="380" y="66"/>
                    </a:lnTo>
                    <a:lnTo>
                      <a:pt x="382" y="70"/>
                    </a:lnTo>
                    <a:lnTo>
                      <a:pt x="382" y="70"/>
                    </a:lnTo>
                    <a:lnTo>
                      <a:pt x="378" y="72"/>
                    </a:lnTo>
                    <a:lnTo>
                      <a:pt x="378" y="72"/>
                    </a:lnTo>
                    <a:lnTo>
                      <a:pt x="378" y="78"/>
                    </a:lnTo>
                    <a:lnTo>
                      <a:pt x="378" y="82"/>
                    </a:lnTo>
                    <a:lnTo>
                      <a:pt x="378" y="82"/>
                    </a:lnTo>
                    <a:lnTo>
                      <a:pt x="376" y="86"/>
                    </a:lnTo>
                    <a:lnTo>
                      <a:pt x="374" y="90"/>
                    </a:lnTo>
                    <a:lnTo>
                      <a:pt x="374" y="90"/>
                    </a:lnTo>
                    <a:lnTo>
                      <a:pt x="374" y="92"/>
                    </a:lnTo>
                    <a:lnTo>
                      <a:pt x="374" y="96"/>
                    </a:lnTo>
                    <a:lnTo>
                      <a:pt x="370" y="102"/>
                    </a:lnTo>
                    <a:lnTo>
                      <a:pt x="370" y="102"/>
                    </a:lnTo>
                    <a:lnTo>
                      <a:pt x="370" y="110"/>
                    </a:lnTo>
                    <a:lnTo>
                      <a:pt x="370" y="110"/>
                    </a:lnTo>
                    <a:lnTo>
                      <a:pt x="364" y="112"/>
                    </a:lnTo>
                    <a:lnTo>
                      <a:pt x="358" y="112"/>
                    </a:lnTo>
                    <a:lnTo>
                      <a:pt x="354" y="112"/>
                    </a:lnTo>
                    <a:lnTo>
                      <a:pt x="354" y="110"/>
                    </a:lnTo>
                    <a:lnTo>
                      <a:pt x="354" y="110"/>
                    </a:lnTo>
                    <a:lnTo>
                      <a:pt x="354" y="110"/>
                    </a:lnTo>
                    <a:lnTo>
                      <a:pt x="348" y="100"/>
                    </a:lnTo>
                    <a:lnTo>
                      <a:pt x="348" y="100"/>
                    </a:lnTo>
                    <a:lnTo>
                      <a:pt x="346" y="98"/>
                    </a:lnTo>
                    <a:lnTo>
                      <a:pt x="342" y="98"/>
                    </a:lnTo>
                    <a:lnTo>
                      <a:pt x="342" y="98"/>
                    </a:lnTo>
                    <a:lnTo>
                      <a:pt x="336" y="92"/>
                    </a:lnTo>
                    <a:lnTo>
                      <a:pt x="332" y="86"/>
                    </a:lnTo>
                    <a:lnTo>
                      <a:pt x="332" y="86"/>
                    </a:lnTo>
                    <a:lnTo>
                      <a:pt x="328" y="84"/>
                    </a:lnTo>
                    <a:lnTo>
                      <a:pt x="324" y="84"/>
                    </a:lnTo>
                    <a:lnTo>
                      <a:pt x="324" y="84"/>
                    </a:lnTo>
                    <a:lnTo>
                      <a:pt x="322" y="82"/>
                    </a:lnTo>
                    <a:lnTo>
                      <a:pt x="318" y="78"/>
                    </a:lnTo>
                    <a:lnTo>
                      <a:pt x="318" y="78"/>
                    </a:lnTo>
                    <a:lnTo>
                      <a:pt x="314" y="78"/>
                    </a:lnTo>
                    <a:lnTo>
                      <a:pt x="314" y="78"/>
                    </a:lnTo>
                    <a:lnTo>
                      <a:pt x="310" y="72"/>
                    </a:lnTo>
                    <a:lnTo>
                      <a:pt x="310" y="72"/>
                    </a:lnTo>
                    <a:lnTo>
                      <a:pt x="306" y="72"/>
                    </a:lnTo>
                    <a:lnTo>
                      <a:pt x="306" y="72"/>
                    </a:lnTo>
                    <a:lnTo>
                      <a:pt x="300" y="66"/>
                    </a:lnTo>
                    <a:lnTo>
                      <a:pt x="300" y="66"/>
                    </a:lnTo>
                    <a:lnTo>
                      <a:pt x="300" y="60"/>
                    </a:lnTo>
                    <a:lnTo>
                      <a:pt x="302" y="52"/>
                    </a:lnTo>
                    <a:lnTo>
                      <a:pt x="302" y="52"/>
                    </a:lnTo>
                    <a:lnTo>
                      <a:pt x="304" y="50"/>
                    </a:lnTo>
                    <a:lnTo>
                      <a:pt x="304" y="50"/>
                    </a:lnTo>
                    <a:lnTo>
                      <a:pt x="304" y="44"/>
                    </a:lnTo>
                    <a:lnTo>
                      <a:pt x="304" y="38"/>
                    </a:lnTo>
                    <a:lnTo>
                      <a:pt x="304" y="38"/>
                    </a:lnTo>
                    <a:lnTo>
                      <a:pt x="310" y="40"/>
                    </a:lnTo>
                    <a:lnTo>
                      <a:pt x="312" y="38"/>
                    </a:lnTo>
                    <a:lnTo>
                      <a:pt x="312" y="36"/>
                    </a:lnTo>
                    <a:lnTo>
                      <a:pt x="310" y="30"/>
                    </a:lnTo>
                    <a:lnTo>
                      <a:pt x="310" y="30"/>
                    </a:lnTo>
                    <a:lnTo>
                      <a:pt x="318" y="26"/>
                    </a:lnTo>
                    <a:lnTo>
                      <a:pt x="318" y="26"/>
                    </a:lnTo>
                    <a:lnTo>
                      <a:pt x="318" y="22"/>
                    </a:lnTo>
                    <a:lnTo>
                      <a:pt x="318" y="22"/>
                    </a:lnTo>
                    <a:lnTo>
                      <a:pt x="316" y="22"/>
                    </a:lnTo>
                    <a:lnTo>
                      <a:pt x="316" y="22"/>
                    </a:lnTo>
                    <a:lnTo>
                      <a:pt x="316" y="20"/>
                    </a:lnTo>
                    <a:lnTo>
                      <a:pt x="314" y="20"/>
                    </a:lnTo>
                    <a:lnTo>
                      <a:pt x="314" y="20"/>
                    </a:lnTo>
                    <a:lnTo>
                      <a:pt x="316" y="16"/>
                    </a:lnTo>
                    <a:lnTo>
                      <a:pt x="316" y="16"/>
                    </a:lnTo>
                    <a:lnTo>
                      <a:pt x="308" y="20"/>
                    </a:lnTo>
                    <a:lnTo>
                      <a:pt x="308" y="20"/>
                    </a:lnTo>
                    <a:lnTo>
                      <a:pt x="308" y="22"/>
                    </a:lnTo>
                    <a:lnTo>
                      <a:pt x="308" y="22"/>
                    </a:lnTo>
                    <a:lnTo>
                      <a:pt x="302" y="16"/>
                    </a:lnTo>
                    <a:lnTo>
                      <a:pt x="302" y="16"/>
                    </a:lnTo>
                    <a:lnTo>
                      <a:pt x="298" y="16"/>
                    </a:lnTo>
                    <a:lnTo>
                      <a:pt x="296" y="18"/>
                    </a:lnTo>
                    <a:lnTo>
                      <a:pt x="296" y="18"/>
                    </a:lnTo>
                    <a:lnTo>
                      <a:pt x="292" y="18"/>
                    </a:lnTo>
                    <a:lnTo>
                      <a:pt x="290" y="16"/>
                    </a:lnTo>
                    <a:lnTo>
                      <a:pt x="290" y="16"/>
                    </a:lnTo>
                    <a:lnTo>
                      <a:pt x="286" y="16"/>
                    </a:lnTo>
                    <a:lnTo>
                      <a:pt x="282" y="18"/>
                    </a:lnTo>
                    <a:lnTo>
                      <a:pt x="280" y="14"/>
                    </a:lnTo>
                    <a:lnTo>
                      <a:pt x="280" y="14"/>
                    </a:lnTo>
                    <a:lnTo>
                      <a:pt x="278" y="14"/>
                    </a:lnTo>
                    <a:lnTo>
                      <a:pt x="274" y="16"/>
                    </a:lnTo>
                    <a:lnTo>
                      <a:pt x="274" y="16"/>
                    </a:lnTo>
                    <a:lnTo>
                      <a:pt x="272" y="12"/>
                    </a:lnTo>
                    <a:lnTo>
                      <a:pt x="272" y="10"/>
                    </a:lnTo>
                    <a:lnTo>
                      <a:pt x="272" y="10"/>
                    </a:lnTo>
                    <a:lnTo>
                      <a:pt x="264" y="12"/>
                    </a:lnTo>
                    <a:lnTo>
                      <a:pt x="264" y="12"/>
                    </a:lnTo>
                    <a:lnTo>
                      <a:pt x="260" y="8"/>
                    </a:lnTo>
                    <a:lnTo>
                      <a:pt x="258" y="6"/>
                    </a:lnTo>
                    <a:lnTo>
                      <a:pt x="256" y="6"/>
                    </a:lnTo>
                    <a:lnTo>
                      <a:pt x="250" y="4"/>
                    </a:lnTo>
                    <a:lnTo>
                      <a:pt x="250" y="4"/>
                    </a:lnTo>
                    <a:lnTo>
                      <a:pt x="250" y="6"/>
                    </a:lnTo>
                    <a:lnTo>
                      <a:pt x="250" y="6"/>
                    </a:lnTo>
                    <a:lnTo>
                      <a:pt x="254" y="12"/>
                    </a:lnTo>
                    <a:lnTo>
                      <a:pt x="254" y="12"/>
                    </a:lnTo>
                    <a:lnTo>
                      <a:pt x="260" y="12"/>
                    </a:lnTo>
                    <a:lnTo>
                      <a:pt x="260" y="12"/>
                    </a:lnTo>
                    <a:lnTo>
                      <a:pt x="262" y="14"/>
                    </a:lnTo>
                    <a:lnTo>
                      <a:pt x="262" y="16"/>
                    </a:lnTo>
                    <a:lnTo>
                      <a:pt x="264" y="22"/>
                    </a:lnTo>
                    <a:lnTo>
                      <a:pt x="262" y="22"/>
                    </a:lnTo>
                    <a:lnTo>
                      <a:pt x="262" y="22"/>
                    </a:lnTo>
                    <a:lnTo>
                      <a:pt x="260" y="26"/>
                    </a:lnTo>
                    <a:lnTo>
                      <a:pt x="260" y="26"/>
                    </a:lnTo>
                    <a:lnTo>
                      <a:pt x="254" y="22"/>
                    </a:lnTo>
                    <a:lnTo>
                      <a:pt x="250" y="20"/>
                    </a:lnTo>
                    <a:lnTo>
                      <a:pt x="246" y="22"/>
                    </a:lnTo>
                    <a:lnTo>
                      <a:pt x="246" y="22"/>
                    </a:lnTo>
                    <a:lnTo>
                      <a:pt x="244" y="24"/>
                    </a:lnTo>
                    <a:lnTo>
                      <a:pt x="244" y="24"/>
                    </a:lnTo>
                    <a:lnTo>
                      <a:pt x="244" y="20"/>
                    </a:lnTo>
                    <a:lnTo>
                      <a:pt x="242" y="20"/>
                    </a:lnTo>
                    <a:lnTo>
                      <a:pt x="242" y="20"/>
                    </a:lnTo>
                    <a:lnTo>
                      <a:pt x="238" y="24"/>
                    </a:lnTo>
                    <a:lnTo>
                      <a:pt x="232" y="22"/>
                    </a:lnTo>
                    <a:lnTo>
                      <a:pt x="232" y="22"/>
                    </a:lnTo>
                    <a:lnTo>
                      <a:pt x="234" y="28"/>
                    </a:lnTo>
                    <a:lnTo>
                      <a:pt x="234" y="28"/>
                    </a:lnTo>
                    <a:lnTo>
                      <a:pt x="228" y="30"/>
                    </a:lnTo>
                    <a:lnTo>
                      <a:pt x="228" y="30"/>
                    </a:lnTo>
                    <a:lnTo>
                      <a:pt x="228" y="32"/>
                    </a:lnTo>
                    <a:lnTo>
                      <a:pt x="228" y="32"/>
                    </a:lnTo>
                    <a:lnTo>
                      <a:pt x="228" y="32"/>
                    </a:lnTo>
                    <a:lnTo>
                      <a:pt x="228" y="32"/>
                    </a:lnTo>
                    <a:lnTo>
                      <a:pt x="232" y="40"/>
                    </a:lnTo>
                    <a:lnTo>
                      <a:pt x="232" y="40"/>
                    </a:lnTo>
                    <a:lnTo>
                      <a:pt x="228" y="40"/>
                    </a:lnTo>
                    <a:lnTo>
                      <a:pt x="224" y="42"/>
                    </a:lnTo>
                    <a:lnTo>
                      <a:pt x="224" y="50"/>
                    </a:lnTo>
                    <a:lnTo>
                      <a:pt x="224" y="50"/>
                    </a:lnTo>
                    <a:lnTo>
                      <a:pt x="218" y="50"/>
                    </a:lnTo>
                    <a:lnTo>
                      <a:pt x="218" y="50"/>
                    </a:lnTo>
                    <a:lnTo>
                      <a:pt x="218" y="56"/>
                    </a:lnTo>
                    <a:lnTo>
                      <a:pt x="218" y="60"/>
                    </a:lnTo>
                    <a:lnTo>
                      <a:pt x="220" y="62"/>
                    </a:lnTo>
                    <a:lnTo>
                      <a:pt x="220" y="62"/>
                    </a:lnTo>
                    <a:lnTo>
                      <a:pt x="222" y="62"/>
                    </a:lnTo>
                    <a:lnTo>
                      <a:pt x="224" y="64"/>
                    </a:lnTo>
                    <a:lnTo>
                      <a:pt x="224" y="64"/>
                    </a:lnTo>
                    <a:lnTo>
                      <a:pt x="224" y="68"/>
                    </a:lnTo>
                    <a:lnTo>
                      <a:pt x="224" y="68"/>
                    </a:lnTo>
                    <a:lnTo>
                      <a:pt x="214" y="66"/>
                    </a:lnTo>
                    <a:lnTo>
                      <a:pt x="214" y="64"/>
                    </a:lnTo>
                    <a:lnTo>
                      <a:pt x="214" y="64"/>
                    </a:lnTo>
                    <a:lnTo>
                      <a:pt x="208" y="62"/>
                    </a:lnTo>
                    <a:lnTo>
                      <a:pt x="204" y="62"/>
                    </a:lnTo>
                    <a:lnTo>
                      <a:pt x="204" y="64"/>
                    </a:lnTo>
                    <a:lnTo>
                      <a:pt x="202" y="72"/>
                    </a:lnTo>
                    <a:lnTo>
                      <a:pt x="202" y="72"/>
                    </a:lnTo>
                    <a:lnTo>
                      <a:pt x="200" y="72"/>
                    </a:lnTo>
                    <a:lnTo>
                      <a:pt x="200" y="72"/>
                    </a:lnTo>
                    <a:lnTo>
                      <a:pt x="200" y="72"/>
                    </a:lnTo>
                    <a:lnTo>
                      <a:pt x="198" y="72"/>
                    </a:lnTo>
                    <a:lnTo>
                      <a:pt x="198" y="70"/>
                    </a:lnTo>
                    <a:lnTo>
                      <a:pt x="200" y="66"/>
                    </a:lnTo>
                    <a:lnTo>
                      <a:pt x="200" y="66"/>
                    </a:lnTo>
                    <a:lnTo>
                      <a:pt x="200" y="58"/>
                    </a:lnTo>
                    <a:lnTo>
                      <a:pt x="198" y="58"/>
                    </a:lnTo>
                    <a:lnTo>
                      <a:pt x="198" y="58"/>
                    </a:lnTo>
                    <a:lnTo>
                      <a:pt x="196" y="54"/>
                    </a:lnTo>
                    <a:lnTo>
                      <a:pt x="194" y="54"/>
                    </a:lnTo>
                    <a:lnTo>
                      <a:pt x="194" y="54"/>
                    </a:lnTo>
                    <a:lnTo>
                      <a:pt x="194" y="48"/>
                    </a:lnTo>
                    <a:lnTo>
                      <a:pt x="194" y="48"/>
                    </a:lnTo>
                    <a:lnTo>
                      <a:pt x="190" y="46"/>
                    </a:lnTo>
                    <a:lnTo>
                      <a:pt x="184" y="46"/>
                    </a:lnTo>
                    <a:lnTo>
                      <a:pt x="180" y="48"/>
                    </a:lnTo>
                    <a:lnTo>
                      <a:pt x="176" y="50"/>
                    </a:lnTo>
                    <a:lnTo>
                      <a:pt x="176" y="50"/>
                    </a:lnTo>
                    <a:lnTo>
                      <a:pt x="176" y="48"/>
                    </a:lnTo>
                    <a:lnTo>
                      <a:pt x="176" y="46"/>
                    </a:lnTo>
                    <a:lnTo>
                      <a:pt x="176" y="46"/>
                    </a:lnTo>
                    <a:lnTo>
                      <a:pt x="174" y="58"/>
                    </a:lnTo>
                    <a:lnTo>
                      <a:pt x="174" y="58"/>
                    </a:lnTo>
                    <a:lnTo>
                      <a:pt x="172" y="56"/>
                    </a:lnTo>
                    <a:lnTo>
                      <a:pt x="172" y="56"/>
                    </a:lnTo>
                    <a:lnTo>
                      <a:pt x="172" y="54"/>
                    </a:lnTo>
                    <a:lnTo>
                      <a:pt x="172" y="54"/>
                    </a:lnTo>
                    <a:lnTo>
                      <a:pt x="170" y="58"/>
                    </a:lnTo>
                    <a:lnTo>
                      <a:pt x="170" y="58"/>
                    </a:lnTo>
                    <a:lnTo>
                      <a:pt x="168" y="58"/>
                    </a:lnTo>
                    <a:lnTo>
                      <a:pt x="166" y="58"/>
                    </a:lnTo>
                    <a:lnTo>
                      <a:pt x="166" y="58"/>
                    </a:lnTo>
                    <a:lnTo>
                      <a:pt x="164" y="60"/>
                    </a:lnTo>
                    <a:lnTo>
                      <a:pt x="164" y="62"/>
                    </a:lnTo>
                    <a:lnTo>
                      <a:pt x="166" y="62"/>
                    </a:lnTo>
                    <a:lnTo>
                      <a:pt x="166" y="62"/>
                    </a:lnTo>
                    <a:lnTo>
                      <a:pt x="166" y="62"/>
                    </a:lnTo>
                    <a:lnTo>
                      <a:pt x="168" y="62"/>
                    </a:lnTo>
                    <a:lnTo>
                      <a:pt x="168" y="62"/>
                    </a:lnTo>
                    <a:lnTo>
                      <a:pt x="168" y="66"/>
                    </a:lnTo>
                    <a:lnTo>
                      <a:pt x="168" y="66"/>
                    </a:lnTo>
                    <a:lnTo>
                      <a:pt x="164" y="66"/>
                    </a:lnTo>
                    <a:lnTo>
                      <a:pt x="162" y="66"/>
                    </a:lnTo>
                    <a:lnTo>
                      <a:pt x="162" y="66"/>
                    </a:lnTo>
                    <a:lnTo>
                      <a:pt x="164" y="72"/>
                    </a:lnTo>
                    <a:lnTo>
                      <a:pt x="164" y="72"/>
                    </a:lnTo>
                    <a:lnTo>
                      <a:pt x="160" y="70"/>
                    </a:lnTo>
                    <a:lnTo>
                      <a:pt x="154" y="72"/>
                    </a:lnTo>
                    <a:lnTo>
                      <a:pt x="154" y="72"/>
                    </a:lnTo>
                    <a:lnTo>
                      <a:pt x="154" y="80"/>
                    </a:lnTo>
                    <a:lnTo>
                      <a:pt x="152" y="86"/>
                    </a:lnTo>
                    <a:lnTo>
                      <a:pt x="152" y="86"/>
                    </a:lnTo>
                    <a:lnTo>
                      <a:pt x="146" y="84"/>
                    </a:lnTo>
                    <a:lnTo>
                      <a:pt x="146" y="84"/>
                    </a:lnTo>
                    <a:lnTo>
                      <a:pt x="146" y="80"/>
                    </a:lnTo>
                    <a:lnTo>
                      <a:pt x="144" y="80"/>
                    </a:lnTo>
                    <a:lnTo>
                      <a:pt x="144" y="80"/>
                    </a:lnTo>
                    <a:lnTo>
                      <a:pt x="144" y="82"/>
                    </a:lnTo>
                    <a:lnTo>
                      <a:pt x="142" y="82"/>
                    </a:lnTo>
                    <a:lnTo>
                      <a:pt x="142" y="82"/>
                    </a:lnTo>
                    <a:lnTo>
                      <a:pt x="140" y="90"/>
                    </a:lnTo>
                    <a:lnTo>
                      <a:pt x="142" y="96"/>
                    </a:lnTo>
                    <a:lnTo>
                      <a:pt x="142" y="96"/>
                    </a:lnTo>
                    <a:lnTo>
                      <a:pt x="144" y="98"/>
                    </a:lnTo>
                    <a:lnTo>
                      <a:pt x="144" y="98"/>
                    </a:lnTo>
                    <a:lnTo>
                      <a:pt x="140" y="100"/>
                    </a:lnTo>
                    <a:lnTo>
                      <a:pt x="140" y="100"/>
                    </a:lnTo>
                    <a:lnTo>
                      <a:pt x="140" y="104"/>
                    </a:lnTo>
                    <a:lnTo>
                      <a:pt x="140" y="104"/>
                    </a:lnTo>
                    <a:lnTo>
                      <a:pt x="138" y="100"/>
                    </a:lnTo>
                    <a:lnTo>
                      <a:pt x="136" y="98"/>
                    </a:lnTo>
                    <a:lnTo>
                      <a:pt x="136" y="98"/>
                    </a:lnTo>
                    <a:lnTo>
                      <a:pt x="136" y="94"/>
                    </a:lnTo>
                    <a:lnTo>
                      <a:pt x="134" y="90"/>
                    </a:lnTo>
                    <a:lnTo>
                      <a:pt x="134" y="90"/>
                    </a:lnTo>
                    <a:lnTo>
                      <a:pt x="132" y="88"/>
                    </a:lnTo>
                    <a:lnTo>
                      <a:pt x="132" y="88"/>
                    </a:lnTo>
                    <a:lnTo>
                      <a:pt x="132" y="92"/>
                    </a:lnTo>
                    <a:lnTo>
                      <a:pt x="132" y="92"/>
                    </a:lnTo>
                    <a:lnTo>
                      <a:pt x="126" y="96"/>
                    </a:lnTo>
                    <a:lnTo>
                      <a:pt x="126" y="96"/>
                    </a:lnTo>
                    <a:lnTo>
                      <a:pt x="124" y="100"/>
                    </a:lnTo>
                    <a:lnTo>
                      <a:pt x="124" y="104"/>
                    </a:lnTo>
                    <a:lnTo>
                      <a:pt x="124" y="110"/>
                    </a:lnTo>
                    <a:lnTo>
                      <a:pt x="122" y="110"/>
                    </a:lnTo>
                    <a:lnTo>
                      <a:pt x="122" y="110"/>
                    </a:lnTo>
                    <a:lnTo>
                      <a:pt x="122" y="114"/>
                    </a:lnTo>
                    <a:lnTo>
                      <a:pt x="124" y="114"/>
                    </a:lnTo>
                    <a:lnTo>
                      <a:pt x="124" y="114"/>
                    </a:lnTo>
                    <a:lnTo>
                      <a:pt x="124" y="120"/>
                    </a:lnTo>
                    <a:lnTo>
                      <a:pt x="124" y="120"/>
                    </a:lnTo>
                    <a:lnTo>
                      <a:pt x="120" y="122"/>
                    </a:lnTo>
                    <a:lnTo>
                      <a:pt x="116" y="124"/>
                    </a:lnTo>
                    <a:lnTo>
                      <a:pt x="116" y="124"/>
                    </a:lnTo>
                    <a:lnTo>
                      <a:pt x="116" y="128"/>
                    </a:lnTo>
                    <a:lnTo>
                      <a:pt x="116" y="128"/>
                    </a:lnTo>
                    <a:lnTo>
                      <a:pt x="106" y="138"/>
                    </a:lnTo>
                    <a:lnTo>
                      <a:pt x="106" y="138"/>
                    </a:lnTo>
                    <a:lnTo>
                      <a:pt x="100" y="140"/>
                    </a:lnTo>
                    <a:lnTo>
                      <a:pt x="92" y="142"/>
                    </a:lnTo>
                    <a:lnTo>
                      <a:pt x="92" y="142"/>
                    </a:lnTo>
                    <a:lnTo>
                      <a:pt x="86" y="146"/>
                    </a:lnTo>
                    <a:lnTo>
                      <a:pt x="86" y="146"/>
                    </a:lnTo>
                    <a:lnTo>
                      <a:pt x="82" y="146"/>
                    </a:lnTo>
                    <a:lnTo>
                      <a:pt x="80" y="144"/>
                    </a:lnTo>
                    <a:lnTo>
                      <a:pt x="80" y="144"/>
                    </a:lnTo>
                    <a:lnTo>
                      <a:pt x="78" y="146"/>
                    </a:lnTo>
                    <a:lnTo>
                      <a:pt x="76" y="150"/>
                    </a:lnTo>
                    <a:lnTo>
                      <a:pt x="76" y="152"/>
                    </a:lnTo>
                    <a:lnTo>
                      <a:pt x="74" y="154"/>
                    </a:lnTo>
                    <a:lnTo>
                      <a:pt x="74" y="154"/>
                    </a:lnTo>
                    <a:lnTo>
                      <a:pt x="70" y="154"/>
                    </a:lnTo>
                    <a:lnTo>
                      <a:pt x="66" y="156"/>
                    </a:lnTo>
                    <a:lnTo>
                      <a:pt x="66" y="156"/>
                    </a:lnTo>
                    <a:lnTo>
                      <a:pt x="64" y="158"/>
                    </a:lnTo>
                    <a:lnTo>
                      <a:pt x="64" y="158"/>
                    </a:lnTo>
                    <a:lnTo>
                      <a:pt x="60" y="160"/>
                    </a:lnTo>
                    <a:lnTo>
                      <a:pt x="58" y="160"/>
                    </a:lnTo>
                    <a:lnTo>
                      <a:pt x="52" y="158"/>
                    </a:lnTo>
                    <a:lnTo>
                      <a:pt x="52" y="158"/>
                    </a:lnTo>
                    <a:lnTo>
                      <a:pt x="48" y="162"/>
                    </a:lnTo>
                    <a:lnTo>
                      <a:pt x="48" y="162"/>
                    </a:lnTo>
                    <a:lnTo>
                      <a:pt x="42" y="162"/>
                    </a:lnTo>
                    <a:lnTo>
                      <a:pt x="42" y="162"/>
                    </a:lnTo>
                    <a:lnTo>
                      <a:pt x="40" y="164"/>
                    </a:lnTo>
                    <a:lnTo>
                      <a:pt x="38" y="168"/>
                    </a:lnTo>
                    <a:lnTo>
                      <a:pt x="36" y="170"/>
                    </a:lnTo>
                    <a:lnTo>
                      <a:pt x="34" y="172"/>
                    </a:lnTo>
                    <a:lnTo>
                      <a:pt x="32" y="172"/>
                    </a:lnTo>
                    <a:lnTo>
                      <a:pt x="32" y="172"/>
                    </a:lnTo>
                    <a:lnTo>
                      <a:pt x="32" y="176"/>
                    </a:lnTo>
                    <a:lnTo>
                      <a:pt x="32" y="176"/>
                    </a:lnTo>
                    <a:lnTo>
                      <a:pt x="28" y="176"/>
                    </a:lnTo>
                    <a:lnTo>
                      <a:pt x="28" y="176"/>
                    </a:lnTo>
                    <a:lnTo>
                      <a:pt x="24" y="180"/>
                    </a:lnTo>
                    <a:lnTo>
                      <a:pt x="22" y="184"/>
                    </a:lnTo>
                    <a:lnTo>
                      <a:pt x="22" y="184"/>
                    </a:lnTo>
                    <a:lnTo>
                      <a:pt x="12" y="190"/>
                    </a:lnTo>
                    <a:lnTo>
                      <a:pt x="12" y="190"/>
                    </a:lnTo>
                    <a:lnTo>
                      <a:pt x="12" y="186"/>
                    </a:lnTo>
                    <a:lnTo>
                      <a:pt x="12" y="186"/>
                    </a:lnTo>
                    <a:lnTo>
                      <a:pt x="14" y="184"/>
                    </a:lnTo>
                    <a:lnTo>
                      <a:pt x="12" y="182"/>
                    </a:lnTo>
                    <a:lnTo>
                      <a:pt x="12" y="182"/>
                    </a:lnTo>
                    <a:lnTo>
                      <a:pt x="12" y="180"/>
                    </a:lnTo>
                    <a:lnTo>
                      <a:pt x="12" y="180"/>
                    </a:lnTo>
                    <a:lnTo>
                      <a:pt x="12" y="180"/>
                    </a:lnTo>
                    <a:lnTo>
                      <a:pt x="10" y="184"/>
                    </a:lnTo>
                    <a:lnTo>
                      <a:pt x="10" y="186"/>
                    </a:lnTo>
                    <a:lnTo>
                      <a:pt x="8" y="190"/>
                    </a:lnTo>
                    <a:lnTo>
                      <a:pt x="6" y="192"/>
                    </a:lnTo>
                    <a:lnTo>
                      <a:pt x="6" y="192"/>
                    </a:lnTo>
                    <a:lnTo>
                      <a:pt x="8" y="194"/>
                    </a:lnTo>
                    <a:lnTo>
                      <a:pt x="10" y="198"/>
                    </a:lnTo>
                    <a:lnTo>
                      <a:pt x="10" y="198"/>
                    </a:lnTo>
                    <a:lnTo>
                      <a:pt x="8" y="204"/>
                    </a:lnTo>
                    <a:lnTo>
                      <a:pt x="8" y="204"/>
                    </a:lnTo>
                    <a:lnTo>
                      <a:pt x="10" y="206"/>
                    </a:lnTo>
                    <a:lnTo>
                      <a:pt x="10" y="206"/>
                    </a:lnTo>
                    <a:lnTo>
                      <a:pt x="8" y="212"/>
                    </a:lnTo>
                    <a:lnTo>
                      <a:pt x="6" y="216"/>
                    </a:lnTo>
                    <a:lnTo>
                      <a:pt x="6" y="216"/>
                    </a:lnTo>
                    <a:lnTo>
                      <a:pt x="2" y="216"/>
                    </a:lnTo>
                    <a:lnTo>
                      <a:pt x="2" y="220"/>
                    </a:lnTo>
                    <a:lnTo>
                      <a:pt x="2" y="220"/>
                    </a:lnTo>
                    <a:lnTo>
                      <a:pt x="4" y="222"/>
                    </a:lnTo>
                    <a:lnTo>
                      <a:pt x="4" y="222"/>
                    </a:lnTo>
                    <a:lnTo>
                      <a:pt x="8" y="224"/>
                    </a:lnTo>
                    <a:lnTo>
                      <a:pt x="10" y="228"/>
                    </a:lnTo>
                    <a:lnTo>
                      <a:pt x="10" y="228"/>
                    </a:lnTo>
                    <a:lnTo>
                      <a:pt x="12" y="234"/>
                    </a:lnTo>
                    <a:lnTo>
                      <a:pt x="10" y="238"/>
                    </a:lnTo>
                    <a:lnTo>
                      <a:pt x="10" y="238"/>
                    </a:lnTo>
                    <a:lnTo>
                      <a:pt x="14" y="252"/>
                    </a:lnTo>
                    <a:lnTo>
                      <a:pt x="14" y="252"/>
                    </a:lnTo>
                    <a:lnTo>
                      <a:pt x="8" y="250"/>
                    </a:lnTo>
                    <a:lnTo>
                      <a:pt x="8" y="250"/>
                    </a:lnTo>
                    <a:lnTo>
                      <a:pt x="8" y="246"/>
                    </a:lnTo>
                    <a:lnTo>
                      <a:pt x="6" y="246"/>
                    </a:lnTo>
                    <a:lnTo>
                      <a:pt x="6" y="246"/>
                    </a:lnTo>
                    <a:lnTo>
                      <a:pt x="10" y="262"/>
                    </a:lnTo>
                    <a:lnTo>
                      <a:pt x="10" y="262"/>
                    </a:lnTo>
                    <a:lnTo>
                      <a:pt x="8" y="262"/>
                    </a:lnTo>
                    <a:lnTo>
                      <a:pt x="8" y="262"/>
                    </a:lnTo>
                    <a:lnTo>
                      <a:pt x="6" y="258"/>
                    </a:lnTo>
                    <a:lnTo>
                      <a:pt x="4" y="256"/>
                    </a:lnTo>
                    <a:lnTo>
                      <a:pt x="2" y="246"/>
                    </a:lnTo>
                    <a:lnTo>
                      <a:pt x="0" y="246"/>
                    </a:lnTo>
                    <a:lnTo>
                      <a:pt x="0" y="246"/>
                    </a:lnTo>
                    <a:lnTo>
                      <a:pt x="2" y="252"/>
                    </a:lnTo>
                    <a:lnTo>
                      <a:pt x="2" y="260"/>
                    </a:lnTo>
                    <a:lnTo>
                      <a:pt x="2" y="260"/>
                    </a:lnTo>
                    <a:lnTo>
                      <a:pt x="4" y="260"/>
                    </a:lnTo>
                    <a:lnTo>
                      <a:pt x="4" y="260"/>
                    </a:lnTo>
                    <a:lnTo>
                      <a:pt x="10" y="266"/>
                    </a:lnTo>
                    <a:lnTo>
                      <a:pt x="14" y="272"/>
                    </a:lnTo>
                    <a:lnTo>
                      <a:pt x="14" y="272"/>
                    </a:lnTo>
                    <a:lnTo>
                      <a:pt x="14" y="278"/>
                    </a:lnTo>
                    <a:lnTo>
                      <a:pt x="18" y="278"/>
                    </a:lnTo>
                    <a:lnTo>
                      <a:pt x="18" y="280"/>
                    </a:lnTo>
                    <a:lnTo>
                      <a:pt x="18" y="280"/>
                    </a:lnTo>
                    <a:lnTo>
                      <a:pt x="16" y="282"/>
                    </a:lnTo>
                    <a:lnTo>
                      <a:pt x="16" y="282"/>
                    </a:lnTo>
                    <a:lnTo>
                      <a:pt x="16" y="286"/>
                    </a:lnTo>
                    <a:lnTo>
                      <a:pt x="16" y="286"/>
                    </a:lnTo>
                    <a:lnTo>
                      <a:pt x="20" y="290"/>
                    </a:lnTo>
                    <a:lnTo>
                      <a:pt x="24" y="292"/>
                    </a:lnTo>
                    <a:lnTo>
                      <a:pt x="24" y="292"/>
                    </a:lnTo>
                    <a:lnTo>
                      <a:pt x="22" y="296"/>
                    </a:lnTo>
                    <a:lnTo>
                      <a:pt x="22" y="300"/>
                    </a:lnTo>
                    <a:lnTo>
                      <a:pt x="22" y="300"/>
                    </a:lnTo>
                    <a:lnTo>
                      <a:pt x="26" y="304"/>
                    </a:lnTo>
                    <a:lnTo>
                      <a:pt x="28" y="306"/>
                    </a:lnTo>
                    <a:lnTo>
                      <a:pt x="30" y="310"/>
                    </a:lnTo>
                    <a:lnTo>
                      <a:pt x="30" y="310"/>
                    </a:lnTo>
                    <a:lnTo>
                      <a:pt x="28" y="312"/>
                    </a:lnTo>
                    <a:lnTo>
                      <a:pt x="28" y="312"/>
                    </a:lnTo>
                    <a:lnTo>
                      <a:pt x="28" y="320"/>
                    </a:lnTo>
                    <a:lnTo>
                      <a:pt x="28" y="326"/>
                    </a:lnTo>
                    <a:lnTo>
                      <a:pt x="28" y="326"/>
                    </a:lnTo>
                    <a:lnTo>
                      <a:pt x="32" y="336"/>
                    </a:lnTo>
                    <a:lnTo>
                      <a:pt x="32" y="336"/>
                    </a:lnTo>
                    <a:lnTo>
                      <a:pt x="32" y="340"/>
                    </a:lnTo>
                    <a:lnTo>
                      <a:pt x="34" y="346"/>
                    </a:lnTo>
                    <a:lnTo>
                      <a:pt x="34" y="346"/>
                    </a:lnTo>
                    <a:lnTo>
                      <a:pt x="36" y="350"/>
                    </a:lnTo>
                    <a:lnTo>
                      <a:pt x="36" y="350"/>
                    </a:lnTo>
                    <a:lnTo>
                      <a:pt x="36" y="354"/>
                    </a:lnTo>
                    <a:lnTo>
                      <a:pt x="34" y="356"/>
                    </a:lnTo>
                    <a:lnTo>
                      <a:pt x="34" y="356"/>
                    </a:lnTo>
                    <a:lnTo>
                      <a:pt x="36" y="360"/>
                    </a:lnTo>
                    <a:lnTo>
                      <a:pt x="36" y="360"/>
                    </a:lnTo>
                    <a:lnTo>
                      <a:pt x="36" y="364"/>
                    </a:lnTo>
                    <a:lnTo>
                      <a:pt x="36" y="364"/>
                    </a:lnTo>
                    <a:lnTo>
                      <a:pt x="34" y="366"/>
                    </a:lnTo>
                    <a:lnTo>
                      <a:pt x="34" y="366"/>
                    </a:lnTo>
                    <a:lnTo>
                      <a:pt x="34" y="376"/>
                    </a:lnTo>
                    <a:lnTo>
                      <a:pt x="34" y="384"/>
                    </a:lnTo>
                    <a:lnTo>
                      <a:pt x="34" y="384"/>
                    </a:lnTo>
                    <a:lnTo>
                      <a:pt x="32" y="386"/>
                    </a:lnTo>
                    <a:lnTo>
                      <a:pt x="32" y="386"/>
                    </a:lnTo>
                    <a:lnTo>
                      <a:pt x="28" y="382"/>
                    </a:lnTo>
                    <a:lnTo>
                      <a:pt x="28" y="382"/>
                    </a:lnTo>
                    <a:lnTo>
                      <a:pt x="26" y="382"/>
                    </a:lnTo>
                    <a:lnTo>
                      <a:pt x="24" y="382"/>
                    </a:lnTo>
                    <a:lnTo>
                      <a:pt x="26" y="382"/>
                    </a:lnTo>
                    <a:lnTo>
                      <a:pt x="26" y="382"/>
                    </a:lnTo>
                    <a:lnTo>
                      <a:pt x="26" y="388"/>
                    </a:lnTo>
                    <a:lnTo>
                      <a:pt x="26" y="388"/>
                    </a:lnTo>
                    <a:lnTo>
                      <a:pt x="28" y="392"/>
                    </a:lnTo>
                    <a:lnTo>
                      <a:pt x="32" y="394"/>
                    </a:lnTo>
                    <a:lnTo>
                      <a:pt x="38" y="398"/>
                    </a:lnTo>
                    <a:lnTo>
                      <a:pt x="38" y="398"/>
                    </a:lnTo>
                    <a:lnTo>
                      <a:pt x="40" y="400"/>
                    </a:lnTo>
                    <a:lnTo>
                      <a:pt x="42" y="404"/>
                    </a:lnTo>
                    <a:lnTo>
                      <a:pt x="42" y="404"/>
                    </a:lnTo>
                    <a:lnTo>
                      <a:pt x="46" y="406"/>
                    </a:lnTo>
                    <a:lnTo>
                      <a:pt x="50" y="406"/>
                    </a:lnTo>
                    <a:lnTo>
                      <a:pt x="52" y="404"/>
                    </a:lnTo>
                    <a:lnTo>
                      <a:pt x="52" y="404"/>
                    </a:lnTo>
                    <a:lnTo>
                      <a:pt x="58" y="404"/>
                    </a:lnTo>
                    <a:lnTo>
                      <a:pt x="58" y="404"/>
                    </a:lnTo>
                    <a:lnTo>
                      <a:pt x="60" y="406"/>
                    </a:lnTo>
                    <a:lnTo>
                      <a:pt x="64" y="408"/>
                    </a:lnTo>
                    <a:lnTo>
                      <a:pt x="64" y="408"/>
                    </a:lnTo>
                    <a:lnTo>
                      <a:pt x="64" y="404"/>
                    </a:lnTo>
                    <a:lnTo>
                      <a:pt x="64" y="404"/>
                    </a:lnTo>
                    <a:lnTo>
                      <a:pt x="68" y="406"/>
                    </a:lnTo>
                    <a:lnTo>
                      <a:pt x="68" y="406"/>
                    </a:lnTo>
                    <a:lnTo>
                      <a:pt x="76" y="394"/>
                    </a:lnTo>
                    <a:lnTo>
                      <a:pt x="78" y="394"/>
                    </a:lnTo>
                    <a:lnTo>
                      <a:pt x="78" y="394"/>
                    </a:lnTo>
                    <a:lnTo>
                      <a:pt x="78" y="398"/>
                    </a:lnTo>
                    <a:lnTo>
                      <a:pt x="78" y="398"/>
                    </a:lnTo>
                    <a:lnTo>
                      <a:pt x="82" y="400"/>
                    </a:lnTo>
                    <a:lnTo>
                      <a:pt x="82" y="400"/>
                    </a:lnTo>
                    <a:lnTo>
                      <a:pt x="84" y="396"/>
                    </a:lnTo>
                    <a:lnTo>
                      <a:pt x="84" y="392"/>
                    </a:lnTo>
                    <a:lnTo>
                      <a:pt x="84" y="390"/>
                    </a:lnTo>
                    <a:lnTo>
                      <a:pt x="84" y="390"/>
                    </a:lnTo>
                    <a:lnTo>
                      <a:pt x="88" y="390"/>
                    </a:lnTo>
                    <a:lnTo>
                      <a:pt x="92" y="390"/>
                    </a:lnTo>
                    <a:lnTo>
                      <a:pt x="94" y="388"/>
                    </a:lnTo>
                    <a:lnTo>
                      <a:pt x="94" y="388"/>
                    </a:lnTo>
                    <a:lnTo>
                      <a:pt x="98" y="388"/>
                    </a:lnTo>
                    <a:lnTo>
                      <a:pt x="100" y="388"/>
                    </a:lnTo>
                    <a:lnTo>
                      <a:pt x="100" y="388"/>
                    </a:lnTo>
                    <a:lnTo>
                      <a:pt x="100" y="388"/>
                    </a:lnTo>
                    <a:lnTo>
                      <a:pt x="100" y="386"/>
                    </a:lnTo>
                    <a:lnTo>
                      <a:pt x="100" y="386"/>
                    </a:lnTo>
                    <a:lnTo>
                      <a:pt x="108" y="386"/>
                    </a:lnTo>
                    <a:lnTo>
                      <a:pt x="114" y="388"/>
                    </a:lnTo>
                    <a:lnTo>
                      <a:pt x="114" y="388"/>
                    </a:lnTo>
                    <a:lnTo>
                      <a:pt x="118" y="386"/>
                    </a:lnTo>
                    <a:lnTo>
                      <a:pt x="118" y="386"/>
                    </a:lnTo>
                    <a:lnTo>
                      <a:pt x="122" y="388"/>
                    </a:lnTo>
                    <a:lnTo>
                      <a:pt x="122" y="388"/>
                    </a:lnTo>
                    <a:lnTo>
                      <a:pt x="122" y="388"/>
                    </a:lnTo>
                    <a:lnTo>
                      <a:pt x="122" y="386"/>
                    </a:lnTo>
                    <a:lnTo>
                      <a:pt x="122" y="386"/>
                    </a:lnTo>
                    <a:lnTo>
                      <a:pt x="128" y="386"/>
                    </a:lnTo>
                    <a:lnTo>
                      <a:pt x="128" y="386"/>
                    </a:lnTo>
                    <a:lnTo>
                      <a:pt x="128" y="386"/>
                    </a:lnTo>
                    <a:lnTo>
                      <a:pt x="132" y="386"/>
                    </a:lnTo>
                    <a:lnTo>
                      <a:pt x="132" y="386"/>
                    </a:lnTo>
                    <a:lnTo>
                      <a:pt x="134" y="388"/>
                    </a:lnTo>
                    <a:lnTo>
                      <a:pt x="134" y="388"/>
                    </a:lnTo>
                    <a:lnTo>
                      <a:pt x="136" y="388"/>
                    </a:lnTo>
                    <a:lnTo>
                      <a:pt x="136" y="386"/>
                    </a:lnTo>
                    <a:lnTo>
                      <a:pt x="136" y="386"/>
                    </a:lnTo>
                    <a:lnTo>
                      <a:pt x="138" y="386"/>
                    </a:lnTo>
                    <a:lnTo>
                      <a:pt x="138" y="386"/>
                    </a:lnTo>
                    <a:lnTo>
                      <a:pt x="140" y="386"/>
                    </a:lnTo>
                    <a:lnTo>
                      <a:pt x="140" y="386"/>
                    </a:lnTo>
                    <a:lnTo>
                      <a:pt x="142" y="384"/>
                    </a:lnTo>
                    <a:lnTo>
                      <a:pt x="144" y="380"/>
                    </a:lnTo>
                    <a:lnTo>
                      <a:pt x="146" y="376"/>
                    </a:lnTo>
                    <a:lnTo>
                      <a:pt x="148" y="372"/>
                    </a:lnTo>
                    <a:lnTo>
                      <a:pt x="148" y="372"/>
                    </a:lnTo>
                    <a:lnTo>
                      <a:pt x="154" y="372"/>
                    </a:lnTo>
                    <a:lnTo>
                      <a:pt x="158" y="372"/>
                    </a:lnTo>
                    <a:lnTo>
                      <a:pt x="162" y="366"/>
                    </a:lnTo>
                    <a:lnTo>
                      <a:pt x="162" y="366"/>
                    </a:lnTo>
                    <a:lnTo>
                      <a:pt x="162" y="366"/>
                    </a:lnTo>
                    <a:lnTo>
                      <a:pt x="164" y="366"/>
                    </a:lnTo>
                    <a:lnTo>
                      <a:pt x="164" y="366"/>
                    </a:lnTo>
                    <a:lnTo>
                      <a:pt x="170" y="360"/>
                    </a:lnTo>
                    <a:lnTo>
                      <a:pt x="170" y="360"/>
                    </a:lnTo>
                    <a:lnTo>
                      <a:pt x="186" y="360"/>
                    </a:lnTo>
                    <a:lnTo>
                      <a:pt x="200" y="356"/>
                    </a:lnTo>
                    <a:lnTo>
                      <a:pt x="200" y="354"/>
                    </a:lnTo>
                    <a:lnTo>
                      <a:pt x="200" y="354"/>
                    </a:lnTo>
                    <a:lnTo>
                      <a:pt x="206" y="352"/>
                    </a:lnTo>
                    <a:lnTo>
                      <a:pt x="206" y="352"/>
                    </a:lnTo>
                    <a:lnTo>
                      <a:pt x="210" y="352"/>
                    </a:lnTo>
                    <a:lnTo>
                      <a:pt x="212" y="352"/>
                    </a:lnTo>
                    <a:lnTo>
                      <a:pt x="214" y="350"/>
                    </a:lnTo>
                    <a:lnTo>
                      <a:pt x="214" y="350"/>
                    </a:lnTo>
                    <a:lnTo>
                      <a:pt x="224" y="350"/>
                    </a:lnTo>
                    <a:lnTo>
                      <a:pt x="226" y="348"/>
                    </a:lnTo>
                    <a:lnTo>
                      <a:pt x="226" y="348"/>
                    </a:lnTo>
                    <a:lnTo>
                      <a:pt x="230" y="348"/>
                    </a:lnTo>
                    <a:lnTo>
                      <a:pt x="234" y="348"/>
                    </a:lnTo>
                    <a:lnTo>
                      <a:pt x="234" y="348"/>
                    </a:lnTo>
                    <a:lnTo>
                      <a:pt x="238" y="346"/>
                    </a:lnTo>
                    <a:lnTo>
                      <a:pt x="238" y="346"/>
                    </a:lnTo>
                    <a:lnTo>
                      <a:pt x="240" y="344"/>
                    </a:lnTo>
                    <a:lnTo>
                      <a:pt x="240" y="344"/>
                    </a:lnTo>
                    <a:lnTo>
                      <a:pt x="248" y="350"/>
                    </a:lnTo>
                    <a:lnTo>
                      <a:pt x="250" y="350"/>
                    </a:lnTo>
                    <a:lnTo>
                      <a:pt x="250" y="350"/>
                    </a:lnTo>
                    <a:lnTo>
                      <a:pt x="252" y="354"/>
                    </a:lnTo>
                    <a:lnTo>
                      <a:pt x="252" y="354"/>
                    </a:lnTo>
                    <a:lnTo>
                      <a:pt x="260" y="354"/>
                    </a:lnTo>
                    <a:lnTo>
                      <a:pt x="266" y="354"/>
                    </a:lnTo>
                    <a:lnTo>
                      <a:pt x="266" y="358"/>
                    </a:lnTo>
                    <a:lnTo>
                      <a:pt x="266" y="358"/>
                    </a:lnTo>
                    <a:lnTo>
                      <a:pt x="272" y="354"/>
                    </a:lnTo>
                    <a:lnTo>
                      <a:pt x="272" y="354"/>
                    </a:lnTo>
                    <a:lnTo>
                      <a:pt x="274" y="356"/>
                    </a:lnTo>
                    <a:lnTo>
                      <a:pt x="274" y="358"/>
                    </a:lnTo>
                    <a:lnTo>
                      <a:pt x="274" y="358"/>
                    </a:lnTo>
                    <a:lnTo>
                      <a:pt x="274" y="364"/>
                    </a:lnTo>
                    <a:lnTo>
                      <a:pt x="274" y="364"/>
                    </a:lnTo>
                    <a:lnTo>
                      <a:pt x="280" y="364"/>
                    </a:lnTo>
                    <a:lnTo>
                      <a:pt x="280" y="364"/>
                    </a:lnTo>
                    <a:lnTo>
                      <a:pt x="282" y="366"/>
                    </a:lnTo>
                    <a:lnTo>
                      <a:pt x="282" y="368"/>
                    </a:lnTo>
                    <a:lnTo>
                      <a:pt x="280" y="368"/>
                    </a:lnTo>
                    <a:lnTo>
                      <a:pt x="280" y="368"/>
                    </a:lnTo>
                    <a:lnTo>
                      <a:pt x="278" y="372"/>
                    </a:lnTo>
                    <a:lnTo>
                      <a:pt x="278" y="372"/>
                    </a:lnTo>
                    <a:lnTo>
                      <a:pt x="288" y="376"/>
                    </a:lnTo>
                    <a:lnTo>
                      <a:pt x="288" y="376"/>
                    </a:lnTo>
                    <a:lnTo>
                      <a:pt x="288" y="384"/>
                    </a:lnTo>
                    <a:lnTo>
                      <a:pt x="290" y="390"/>
                    </a:lnTo>
                    <a:lnTo>
                      <a:pt x="290" y="390"/>
                    </a:lnTo>
                    <a:lnTo>
                      <a:pt x="294" y="392"/>
                    </a:lnTo>
                    <a:lnTo>
                      <a:pt x="294" y="392"/>
                    </a:lnTo>
                    <a:lnTo>
                      <a:pt x="294" y="394"/>
                    </a:lnTo>
                    <a:lnTo>
                      <a:pt x="294" y="396"/>
                    </a:lnTo>
                    <a:lnTo>
                      <a:pt x="294" y="396"/>
                    </a:lnTo>
                    <a:lnTo>
                      <a:pt x="298" y="400"/>
                    </a:lnTo>
                    <a:lnTo>
                      <a:pt x="298" y="400"/>
                    </a:lnTo>
                    <a:lnTo>
                      <a:pt x="302" y="398"/>
                    </a:lnTo>
                    <a:lnTo>
                      <a:pt x="302" y="398"/>
                    </a:lnTo>
                    <a:lnTo>
                      <a:pt x="306" y="394"/>
                    </a:lnTo>
                    <a:lnTo>
                      <a:pt x="310" y="388"/>
                    </a:lnTo>
                    <a:lnTo>
                      <a:pt x="310" y="386"/>
                    </a:lnTo>
                    <a:lnTo>
                      <a:pt x="310" y="386"/>
                    </a:lnTo>
                    <a:lnTo>
                      <a:pt x="316" y="384"/>
                    </a:lnTo>
                    <a:lnTo>
                      <a:pt x="322" y="380"/>
                    </a:lnTo>
                    <a:lnTo>
                      <a:pt x="322" y="380"/>
                    </a:lnTo>
                    <a:lnTo>
                      <a:pt x="322" y="374"/>
                    </a:lnTo>
                    <a:lnTo>
                      <a:pt x="322" y="374"/>
                    </a:lnTo>
                    <a:lnTo>
                      <a:pt x="328" y="372"/>
                    </a:lnTo>
                    <a:lnTo>
                      <a:pt x="328" y="372"/>
                    </a:lnTo>
                    <a:lnTo>
                      <a:pt x="326" y="378"/>
                    </a:lnTo>
                    <a:lnTo>
                      <a:pt x="326" y="384"/>
                    </a:lnTo>
                    <a:lnTo>
                      <a:pt x="326" y="384"/>
                    </a:lnTo>
                    <a:lnTo>
                      <a:pt x="322" y="388"/>
                    </a:lnTo>
                    <a:lnTo>
                      <a:pt x="322" y="388"/>
                    </a:lnTo>
                    <a:lnTo>
                      <a:pt x="322" y="396"/>
                    </a:lnTo>
                    <a:lnTo>
                      <a:pt x="322" y="404"/>
                    </a:lnTo>
                    <a:lnTo>
                      <a:pt x="322" y="404"/>
                    </a:lnTo>
                    <a:lnTo>
                      <a:pt x="318" y="408"/>
                    </a:lnTo>
                    <a:lnTo>
                      <a:pt x="318" y="408"/>
                    </a:lnTo>
                    <a:lnTo>
                      <a:pt x="314" y="408"/>
                    </a:lnTo>
                    <a:lnTo>
                      <a:pt x="314" y="408"/>
                    </a:lnTo>
                    <a:lnTo>
                      <a:pt x="314" y="412"/>
                    </a:lnTo>
                    <a:lnTo>
                      <a:pt x="314" y="412"/>
                    </a:lnTo>
                    <a:lnTo>
                      <a:pt x="316" y="412"/>
                    </a:lnTo>
                    <a:lnTo>
                      <a:pt x="316" y="412"/>
                    </a:lnTo>
                    <a:lnTo>
                      <a:pt x="316" y="412"/>
                    </a:lnTo>
                    <a:lnTo>
                      <a:pt x="318" y="410"/>
                    </a:lnTo>
                    <a:lnTo>
                      <a:pt x="318" y="410"/>
                    </a:lnTo>
                    <a:lnTo>
                      <a:pt x="324" y="410"/>
                    </a:lnTo>
                    <a:lnTo>
                      <a:pt x="324" y="410"/>
                    </a:lnTo>
                    <a:lnTo>
                      <a:pt x="326" y="408"/>
                    </a:lnTo>
                    <a:lnTo>
                      <a:pt x="326" y="404"/>
                    </a:lnTo>
                    <a:lnTo>
                      <a:pt x="326" y="400"/>
                    </a:lnTo>
                    <a:lnTo>
                      <a:pt x="328" y="396"/>
                    </a:lnTo>
                    <a:lnTo>
                      <a:pt x="328" y="396"/>
                    </a:lnTo>
                    <a:lnTo>
                      <a:pt x="330" y="394"/>
                    </a:lnTo>
                    <a:lnTo>
                      <a:pt x="332" y="394"/>
                    </a:lnTo>
                    <a:lnTo>
                      <a:pt x="332" y="394"/>
                    </a:lnTo>
                    <a:lnTo>
                      <a:pt x="332" y="400"/>
                    </a:lnTo>
                    <a:lnTo>
                      <a:pt x="332" y="400"/>
                    </a:lnTo>
                    <a:lnTo>
                      <a:pt x="336" y="404"/>
                    </a:lnTo>
                    <a:lnTo>
                      <a:pt x="336" y="404"/>
                    </a:lnTo>
                    <a:lnTo>
                      <a:pt x="336" y="412"/>
                    </a:lnTo>
                    <a:lnTo>
                      <a:pt x="336" y="422"/>
                    </a:lnTo>
                    <a:lnTo>
                      <a:pt x="336" y="422"/>
                    </a:lnTo>
                    <a:lnTo>
                      <a:pt x="340" y="422"/>
                    </a:lnTo>
                    <a:lnTo>
                      <a:pt x="342" y="420"/>
                    </a:lnTo>
                    <a:lnTo>
                      <a:pt x="344" y="418"/>
                    </a:lnTo>
                    <a:lnTo>
                      <a:pt x="344" y="418"/>
                    </a:lnTo>
                    <a:lnTo>
                      <a:pt x="348" y="418"/>
                    </a:lnTo>
                    <a:lnTo>
                      <a:pt x="348" y="418"/>
                    </a:lnTo>
                    <a:lnTo>
                      <a:pt x="348" y="426"/>
                    </a:lnTo>
                    <a:lnTo>
                      <a:pt x="352" y="434"/>
                    </a:lnTo>
                    <a:lnTo>
                      <a:pt x="354" y="434"/>
                    </a:lnTo>
                    <a:lnTo>
                      <a:pt x="354" y="434"/>
                    </a:lnTo>
                    <a:lnTo>
                      <a:pt x="354" y="444"/>
                    </a:lnTo>
                    <a:lnTo>
                      <a:pt x="352" y="448"/>
                    </a:lnTo>
                    <a:lnTo>
                      <a:pt x="352" y="452"/>
                    </a:lnTo>
                    <a:lnTo>
                      <a:pt x="352" y="452"/>
                    </a:lnTo>
                    <a:lnTo>
                      <a:pt x="354" y="456"/>
                    </a:lnTo>
                    <a:lnTo>
                      <a:pt x="358" y="458"/>
                    </a:lnTo>
                    <a:lnTo>
                      <a:pt x="362" y="462"/>
                    </a:lnTo>
                    <a:lnTo>
                      <a:pt x="362" y="462"/>
                    </a:lnTo>
                    <a:lnTo>
                      <a:pt x="362" y="464"/>
                    </a:lnTo>
                    <a:lnTo>
                      <a:pt x="364" y="466"/>
                    </a:lnTo>
                    <a:lnTo>
                      <a:pt x="364" y="466"/>
                    </a:lnTo>
                    <a:lnTo>
                      <a:pt x="368" y="466"/>
                    </a:lnTo>
                    <a:lnTo>
                      <a:pt x="368" y="466"/>
                    </a:lnTo>
                    <a:lnTo>
                      <a:pt x="374" y="470"/>
                    </a:lnTo>
                    <a:lnTo>
                      <a:pt x="376" y="472"/>
                    </a:lnTo>
                    <a:lnTo>
                      <a:pt x="378" y="472"/>
                    </a:lnTo>
                    <a:lnTo>
                      <a:pt x="378" y="472"/>
                    </a:lnTo>
                    <a:lnTo>
                      <a:pt x="380" y="472"/>
                    </a:lnTo>
                    <a:lnTo>
                      <a:pt x="384" y="470"/>
                    </a:lnTo>
                    <a:lnTo>
                      <a:pt x="384" y="470"/>
                    </a:lnTo>
                    <a:close/>
                    <a:moveTo>
                      <a:pt x="416" y="516"/>
                    </a:moveTo>
                    <a:lnTo>
                      <a:pt x="416" y="516"/>
                    </a:lnTo>
                    <a:lnTo>
                      <a:pt x="414" y="524"/>
                    </a:lnTo>
                    <a:lnTo>
                      <a:pt x="416" y="530"/>
                    </a:lnTo>
                    <a:lnTo>
                      <a:pt x="416" y="530"/>
                    </a:lnTo>
                    <a:lnTo>
                      <a:pt x="426" y="544"/>
                    </a:lnTo>
                    <a:lnTo>
                      <a:pt x="426" y="546"/>
                    </a:lnTo>
                    <a:lnTo>
                      <a:pt x="426" y="546"/>
                    </a:lnTo>
                    <a:lnTo>
                      <a:pt x="430" y="546"/>
                    </a:lnTo>
                    <a:lnTo>
                      <a:pt x="430" y="546"/>
                    </a:lnTo>
                    <a:lnTo>
                      <a:pt x="426" y="548"/>
                    </a:lnTo>
                    <a:lnTo>
                      <a:pt x="426" y="548"/>
                    </a:lnTo>
                    <a:lnTo>
                      <a:pt x="426" y="554"/>
                    </a:lnTo>
                    <a:lnTo>
                      <a:pt x="426" y="554"/>
                    </a:lnTo>
                    <a:lnTo>
                      <a:pt x="428" y="558"/>
                    </a:lnTo>
                    <a:lnTo>
                      <a:pt x="432" y="560"/>
                    </a:lnTo>
                    <a:lnTo>
                      <a:pt x="432" y="560"/>
                    </a:lnTo>
                    <a:lnTo>
                      <a:pt x="432" y="564"/>
                    </a:lnTo>
                    <a:lnTo>
                      <a:pt x="434" y="566"/>
                    </a:lnTo>
                    <a:lnTo>
                      <a:pt x="434" y="566"/>
                    </a:lnTo>
                    <a:lnTo>
                      <a:pt x="436" y="566"/>
                    </a:lnTo>
                    <a:lnTo>
                      <a:pt x="438" y="566"/>
                    </a:lnTo>
                    <a:lnTo>
                      <a:pt x="438" y="566"/>
                    </a:lnTo>
                    <a:lnTo>
                      <a:pt x="436" y="568"/>
                    </a:lnTo>
                    <a:lnTo>
                      <a:pt x="436" y="570"/>
                    </a:lnTo>
                    <a:lnTo>
                      <a:pt x="438" y="570"/>
                    </a:lnTo>
                    <a:lnTo>
                      <a:pt x="438" y="572"/>
                    </a:lnTo>
                    <a:lnTo>
                      <a:pt x="438" y="572"/>
                    </a:lnTo>
                    <a:lnTo>
                      <a:pt x="448" y="572"/>
                    </a:lnTo>
                    <a:lnTo>
                      <a:pt x="448" y="572"/>
                    </a:lnTo>
                    <a:lnTo>
                      <a:pt x="448" y="570"/>
                    </a:lnTo>
                    <a:lnTo>
                      <a:pt x="448" y="570"/>
                    </a:lnTo>
                    <a:lnTo>
                      <a:pt x="450" y="570"/>
                    </a:lnTo>
                    <a:lnTo>
                      <a:pt x="452" y="570"/>
                    </a:lnTo>
                    <a:lnTo>
                      <a:pt x="452" y="570"/>
                    </a:lnTo>
                    <a:lnTo>
                      <a:pt x="452" y="568"/>
                    </a:lnTo>
                    <a:lnTo>
                      <a:pt x="452" y="566"/>
                    </a:lnTo>
                    <a:lnTo>
                      <a:pt x="452" y="568"/>
                    </a:lnTo>
                    <a:lnTo>
                      <a:pt x="452" y="568"/>
                    </a:lnTo>
                    <a:lnTo>
                      <a:pt x="450" y="568"/>
                    </a:lnTo>
                    <a:lnTo>
                      <a:pt x="450" y="568"/>
                    </a:lnTo>
                    <a:lnTo>
                      <a:pt x="448" y="564"/>
                    </a:lnTo>
                    <a:lnTo>
                      <a:pt x="448" y="564"/>
                    </a:lnTo>
                    <a:lnTo>
                      <a:pt x="452" y="562"/>
                    </a:lnTo>
                    <a:lnTo>
                      <a:pt x="452" y="560"/>
                    </a:lnTo>
                    <a:lnTo>
                      <a:pt x="452" y="560"/>
                    </a:lnTo>
                    <a:lnTo>
                      <a:pt x="452" y="560"/>
                    </a:lnTo>
                    <a:lnTo>
                      <a:pt x="454" y="560"/>
                    </a:lnTo>
                    <a:lnTo>
                      <a:pt x="456" y="560"/>
                    </a:lnTo>
                    <a:lnTo>
                      <a:pt x="454" y="560"/>
                    </a:lnTo>
                    <a:lnTo>
                      <a:pt x="454" y="560"/>
                    </a:lnTo>
                    <a:lnTo>
                      <a:pt x="456" y="566"/>
                    </a:lnTo>
                    <a:lnTo>
                      <a:pt x="456" y="566"/>
                    </a:lnTo>
                    <a:lnTo>
                      <a:pt x="460" y="564"/>
                    </a:lnTo>
                    <a:lnTo>
                      <a:pt x="460" y="564"/>
                    </a:lnTo>
                    <a:lnTo>
                      <a:pt x="458" y="558"/>
                    </a:lnTo>
                    <a:lnTo>
                      <a:pt x="458" y="554"/>
                    </a:lnTo>
                    <a:lnTo>
                      <a:pt x="460" y="544"/>
                    </a:lnTo>
                    <a:lnTo>
                      <a:pt x="460" y="544"/>
                    </a:lnTo>
                    <a:lnTo>
                      <a:pt x="462" y="544"/>
                    </a:lnTo>
                    <a:lnTo>
                      <a:pt x="464" y="544"/>
                    </a:lnTo>
                    <a:lnTo>
                      <a:pt x="464" y="544"/>
                    </a:lnTo>
                    <a:lnTo>
                      <a:pt x="464" y="536"/>
                    </a:lnTo>
                    <a:lnTo>
                      <a:pt x="464" y="530"/>
                    </a:lnTo>
                    <a:lnTo>
                      <a:pt x="460" y="518"/>
                    </a:lnTo>
                    <a:lnTo>
                      <a:pt x="460" y="518"/>
                    </a:lnTo>
                    <a:lnTo>
                      <a:pt x="452" y="524"/>
                    </a:lnTo>
                    <a:lnTo>
                      <a:pt x="452" y="524"/>
                    </a:lnTo>
                    <a:lnTo>
                      <a:pt x="450" y="526"/>
                    </a:lnTo>
                    <a:lnTo>
                      <a:pt x="450" y="526"/>
                    </a:lnTo>
                    <a:lnTo>
                      <a:pt x="444" y="526"/>
                    </a:lnTo>
                    <a:lnTo>
                      <a:pt x="438" y="524"/>
                    </a:lnTo>
                    <a:lnTo>
                      <a:pt x="426" y="518"/>
                    </a:lnTo>
                    <a:lnTo>
                      <a:pt x="426" y="518"/>
                    </a:lnTo>
                    <a:lnTo>
                      <a:pt x="424" y="520"/>
                    </a:lnTo>
                    <a:lnTo>
                      <a:pt x="422" y="520"/>
                    </a:lnTo>
                    <a:lnTo>
                      <a:pt x="422" y="520"/>
                    </a:lnTo>
                    <a:lnTo>
                      <a:pt x="418" y="516"/>
                    </a:lnTo>
                    <a:lnTo>
                      <a:pt x="418" y="516"/>
                    </a:lnTo>
                    <a:lnTo>
                      <a:pt x="416" y="516"/>
                    </a:lnTo>
                    <a:lnTo>
                      <a:pt x="416" y="5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71" name="Group 570">
              <a:extLst>
                <a:ext uri="{FF2B5EF4-FFF2-40B4-BE49-F238E27FC236}">
                  <a16:creationId xmlns:a16="http://schemas.microsoft.com/office/drawing/2014/main" id="{4BCD34C7-6568-9F44-9620-AA88AE6065CB}"/>
                </a:ext>
              </a:extLst>
            </p:cNvPr>
            <p:cNvGrpSpPr/>
            <p:nvPr/>
          </p:nvGrpSpPr>
          <p:grpSpPr>
            <a:xfrm>
              <a:off x="6755983" y="2380073"/>
              <a:ext cx="985344" cy="1331437"/>
              <a:chOff x="6748725" y="2857843"/>
              <a:chExt cx="817987" cy="1105298"/>
            </a:xfrm>
            <a:solidFill>
              <a:schemeClr val="bg2"/>
            </a:solidFill>
          </p:grpSpPr>
          <p:sp>
            <p:nvSpPr>
              <p:cNvPr id="572" name="Freeform 292">
                <a:extLst>
                  <a:ext uri="{FF2B5EF4-FFF2-40B4-BE49-F238E27FC236}">
                    <a16:creationId xmlns:a16="http://schemas.microsoft.com/office/drawing/2014/main" id="{571FAAEF-43C2-E64A-A46D-BE6355967347}"/>
                  </a:ext>
                </a:extLst>
              </p:cNvPr>
              <p:cNvSpPr>
                <a:spLocks/>
              </p:cNvSpPr>
              <p:nvPr/>
            </p:nvSpPr>
            <p:spPr bwMode="auto">
              <a:xfrm>
                <a:off x="7018778" y="3750892"/>
                <a:ext cx="285709" cy="212249"/>
              </a:xfrm>
              <a:custGeom>
                <a:avLst/>
                <a:gdLst>
                  <a:gd name="T0" fmla="*/ 0 w 146"/>
                  <a:gd name="T1" fmla="*/ 34 h 106"/>
                  <a:gd name="T2" fmla="*/ 4 w 146"/>
                  <a:gd name="T3" fmla="*/ 30 h 106"/>
                  <a:gd name="T4" fmla="*/ 4 w 146"/>
                  <a:gd name="T5" fmla="*/ 30 h 106"/>
                  <a:gd name="T6" fmla="*/ 6 w 146"/>
                  <a:gd name="T7" fmla="*/ 28 h 106"/>
                  <a:gd name="T8" fmla="*/ 6 w 146"/>
                  <a:gd name="T9" fmla="*/ 26 h 106"/>
                  <a:gd name="T10" fmla="*/ 8 w 146"/>
                  <a:gd name="T11" fmla="*/ 22 h 106"/>
                  <a:gd name="T12" fmla="*/ 10 w 146"/>
                  <a:gd name="T13" fmla="*/ 20 h 106"/>
                  <a:gd name="T14" fmla="*/ 12 w 146"/>
                  <a:gd name="T15" fmla="*/ 20 h 106"/>
                  <a:gd name="T16" fmla="*/ 16 w 146"/>
                  <a:gd name="T17" fmla="*/ 20 h 106"/>
                  <a:gd name="T18" fmla="*/ 16 w 146"/>
                  <a:gd name="T19" fmla="*/ 24 h 106"/>
                  <a:gd name="T20" fmla="*/ 20 w 146"/>
                  <a:gd name="T21" fmla="*/ 24 h 106"/>
                  <a:gd name="T22" fmla="*/ 24 w 146"/>
                  <a:gd name="T23" fmla="*/ 24 h 106"/>
                  <a:gd name="T24" fmla="*/ 48 w 146"/>
                  <a:gd name="T25" fmla="*/ 30 h 106"/>
                  <a:gd name="T26" fmla="*/ 50 w 146"/>
                  <a:gd name="T27" fmla="*/ 48 h 106"/>
                  <a:gd name="T28" fmla="*/ 76 w 146"/>
                  <a:gd name="T29" fmla="*/ 16 h 106"/>
                  <a:gd name="T30" fmla="*/ 122 w 146"/>
                  <a:gd name="T31" fmla="*/ 4 h 106"/>
                  <a:gd name="T32" fmla="*/ 146 w 146"/>
                  <a:gd name="T33" fmla="*/ 36 h 106"/>
                  <a:gd name="T34" fmla="*/ 142 w 146"/>
                  <a:gd name="T35" fmla="*/ 36 h 106"/>
                  <a:gd name="T36" fmla="*/ 140 w 146"/>
                  <a:gd name="T37" fmla="*/ 40 h 106"/>
                  <a:gd name="T38" fmla="*/ 136 w 146"/>
                  <a:gd name="T39" fmla="*/ 40 h 106"/>
                  <a:gd name="T40" fmla="*/ 134 w 146"/>
                  <a:gd name="T41" fmla="*/ 40 h 106"/>
                  <a:gd name="T42" fmla="*/ 128 w 146"/>
                  <a:gd name="T43" fmla="*/ 46 h 106"/>
                  <a:gd name="T44" fmla="*/ 130 w 146"/>
                  <a:gd name="T45" fmla="*/ 52 h 106"/>
                  <a:gd name="T46" fmla="*/ 126 w 146"/>
                  <a:gd name="T47" fmla="*/ 54 h 106"/>
                  <a:gd name="T48" fmla="*/ 120 w 146"/>
                  <a:gd name="T49" fmla="*/ 62 h 106"/>
                  <a:gd name="T50" fmla="*/ 102 w 146"/>
                  <a:gd name="T51" fmla="*/ 70 h 106"/>
                  <a:gd name="T52" fmla="*/ 96 w 146"/>
                  <a:gd name="T53" fmla="*/ 74 h 106"/>
                  <a:gd name="T54" fmla="*/ 90 w 146"/>
                  <a:gd name="T55" fmla="*/ 74 h 106"/>
                  <a:gd name="T56" fmla="*/ 80 w 146"/>
                  <a:gd name="T57" fmla="*/ 82 h 106"/>
                  <a:gd name="T58" fmla="*/ 80 w 146"/>
                  <a:gd name="T59" fmla="*/ 84 h 106"/>
                  <a:gd name="T60" fmla="*/ 74 w 146"/>
                  <a:gd name="T61" fmla="*/ 84 h 106"/>
                  <a:gd name="T62" fmla="*/ 70 w 146"/>
                  <a:gd name="T63" fmla="*/ 84 h 106"/>
                  <a:gd name="T64" fmla="*/ 68 w 146"/>
                  <a:gd name="T65" fmla="*/ 88 h 106"/>
                  <a:gd name="T66" fmla="*/ 62 w 146"/>
                  <a:gd name="T67" fmla="*/ 92 h 106"/>
                  <a:gd name="T68" fmla="*/ 56 w 146"/>
                  <a:gd name="T69" fmla="*/ 94 h 106"/>
                  <a:gd name="T70" fmla="*/ 42 w 146"/>
                  <a:gd name="T71" fmla="*/ 94 h 106"/>
                  <a:gd name="T72" fmla="*/ 38 w 146"/>
                  <a:gd name="T73" fmla="*/ 96 h 106"/>
                  <a:gd name="T74" fmla="*/ 34 w 146"/>
                  <a:gd name="T75" fmla="*/ 102 h 106"/>
                  <a:gd name="T76" fmla="*/ 30 w 146"/>
                  <a:gd name="T77" fmla="*/ 104 h 106"/>
                  <a:gd name="T78" fmla="*/ 26 w 146"/>
                  <a:gd name="T79" fmla="*/ 104 h 106"/>
                  <a:gd name="T80" fmla="*/ 24 w 146"/>
                  <a:gd name="T81" fmla="*/ 106 h 106"/>
                  <a:gd name="T82" fmla="*/ 10 w 146"/>
                  <a:gd name="T83" fmla="*/ 102 h 106"/>
                  <a:gd name="T84" fmla="*/ 8 w 146"/>
                  <a:gd name="T85" fmla="*/ 98 h 106"/>
                  <a:gd name="T86" fmla="*/ 8 w 146"/>
                  <a:gd name="T87" fmla="*/ 92 h 106"/>
                  <a:gd name="T88" fmla="*/ 8 w 146"/>
                  <a:gd name="T89" fmla="*/ 86 h 106"/>
                  <a:gd name="T90" fmla="*/ 4 w 146"/>
                  <a:gd name="T91" fmla="*/ 82 h 106"/>
                  <a:gd name="T92" fmla="*/ 4 w 146"/>
                  <a:gd name="T93" fmla="*/ 78 h 106"/>
                  <a:gd name="T94" fmla="*/ 0 w 146"/>
                  <a:gd name="T95" fmla="*/ 66 h 106"/>
                  <a:gd name="T96" fmla="*/ 0 w 146"/>
                  <a:gd name="T97" fmla="*/ 64 h 106"/>
                  <a:gd name="T98" fmla="*/ 2 w 146"/>
                  <a:gd name="T99" fmla="*/ 64 h 106"/>
                  <a:gd name="T100" fmla="*/ 2 w 146"/>
                  <a:gd name="T101" fmla="*/ 54 h 106"/>
                  <a:gd name="T102" fmla="*/ 0 w 146"/>
                  <a:gd name="T103" fmla="*/ 54 h 106"/>
                  <a:gd name="T104" fmla="*/ 2 w 146"/>
                  <a:gd name="T105" fmla="*/ 40 h 106"/>
                  <a:gd name="T106" fmla="*/ 0 w 146"/>
                  <a:gd name="T107" fmla="*/ 3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6" h="106">
                    <a:moveTo>
                      <a:pt x="0" y="34"/>
                    </a:moveTo>
                    <a:lnTo>
                      <a:pt x="0" y="34"/>
                    </a:lnTo>
                    <a:lnTo>
                      <a:pt x="2" y="34"/>
                    </a:lnTo>
                    <a:lnTo>
                      <a:pt x="4" y="30"/>
                    </a:lnTo>
                    <a:lnTo>
                      <a:pt x="4" y="30"/>
                    </a:lnTo>
                    <a:lnTo>
                      <a:pt x="4" y="30"/>
                    </a:lnTo>
                    <a:lnTo>
                      <a:pt x="6" y="28"/>
                    </a:lnTo>
                    <a:lnTo>
                      <a:pt x="6" y="28"/>
                    </a:lnTo>
                    <a:lnTo>
                      <a:pt x="6" y="26"/>
                    </a:lnTo>
                    <a:lnTo>
                      <a:pt x="6" y="26"/>
                    </a:lnTo>
                    <a:lnTo>
                      <a:pt x="8" y="24"/>
                    </a:lnTo>
                    <a:lnTo>
                      <a:pt x="8" y="22"/>
                    </a:lnTo>
                    <a:lnTo>
                      <a:pt x="8" y="22"/>
                    </a:lnTo>
                    <a:lnTo>
                      <a:pt x="10" y="20"/>
                    </a:lnTo>
                    <a:lnTo>
                      <a:pt x="12" y="20"/>
                    </a:lnTo>
                    <a:lnTo>
                      <a:pt x="12" y="20"/>
                    </a:lnTo>
                    <a:lnTo>
                      <a:pt x="14" y="20"/>
                    </a:lnTo>
                    <a:lnTo>
                      <a:pt x="16" y="20"/>
                    </a:lnTo>
                    <a:lnTo>
                      <a:pt x="16" y="22"/>
                    </a:lnTo>
                    <a:lnTo>
                      <a:pt x="16" y="24"/>
                    </a:lnTo>
                    <a:lnTo>
                      <a:pt x="16" y="24"/>
                    </a:lnTo>
                    <a:lnTo>
                      <a:pt x="20" y="24"/>
                    </a:lnTo>
                    <a:lnTo>
                      <a:pt x="24" y="24"/>
                    </a:lnTo>
                    <a:lnTo>
                      <a:pt x="24" y="24"/>
                    </a:lnTo>
                    <a:lnTo>
                      <a:pt x="38" y="26"/>
                    </a:lnTo>
                    <a:lnTo>
                      <a:pt x="48" y="30"/>
                    </a:lnTo>
                    <a:lnTo>
                      <a:pt x="50" y="48"/>
                    </a:lnTo>
                    <a:lnTo>
                      <a:pt x="50" y="48"/>
                    </a:lnTo>
                    <a:lnTo>
                      <a:pt x="58" y="38"/>
                    </a:lnTo>
                    <a:lnTo>
                      <a:pt x="76" y="16"/>
                    </a:lnTo>
                    <a:lnTo>
                      <a:pt x="122" y="0"/>
                    </a:lnTo>
                    <a:lnTo>
                      <a:pt x="122" y="4"/>
                    </a:lnTo>
                    <a:lnTo>
                      <a:pt x="138" y="32"/>
                    </a:lnTo>
                    <a:lnTo>
                      <a:pt x="146" y="36"/>
                    </a:lnTo>
                    <a:lnTo>
                      <a:pt x="146" y="36"/>
                    </a:lnTo>
                    <a:lnTo>
                      <a:pt x="142" y="36"/>
                    </a:lnTo>
                    <a:lnTo>
                      <a:pt x="142" y="36"/>
                    </a:lnTo>
                    <a:lnTo>
                      <a:pt x="140" y="40"/>
                    </a:lnTo>
                    <a:lnTo>
                      <a:pt x="140" y="40"/>
                    </a:lnTo>
                    <a:lnTo>
                      <a:pt x="136" y="40"/>
                    </a:lnTo>
                    <a:lnTo>
                      <a:pt x="134" y="40"/>
                    </a:lnTo>
                    <a:lnTo>
                      <a:pt x="134" y="40"/>
                    </a:lnTo>
                    <a:lnTo>
                      <a:pt x="130" y="44"/>
                    </a:lnTo>
                    <a:lnTo>
                      <a:pt x="128" y="46"/>
                    </a:lnTo>
                    <a:lnTo>
                      <a:pt x="130" y="52"/>
                    </a:lnTo>
                    <a:lnTo>
                      <a:pt x="130" y="52"/>
                    </a:lnTo>
                    <a:lnTo>
                      <a:pt x="126" y="54"/>
                    </a:lnTo>
                    <a:lnTo>
                      <a:pt x="126" y="54"/>
                    </a:lnTo>
                    <a:lnTo>
                      <a:pt x="120" y="62"/>
                    </a:lnTo>
                    <a:lnTo>
                      <a:pt x="120" y="62"/>
                    </a:lnTo>
                    <a:lnTo>
                      <a:pt x="110" y="66"/>
                    </a:lnTo>
                    <a:lnTo>
                      <a:pt x="102" y="70"/>
                    </a:lnTo>
                    <a:lnTo>
                      <a:pt x="102" y="70"/>
                    </a:lnTo>
                    <a:lnTo>
                      <a:pt x="96" y="74"/>
                    </a:lnTo>
                    <a:lnTo>
                      <a:pt x="96" y="74"/>
                    </a:lnTo>
                    <a:lnTo>
                      <a:pt x="90" y="74"/>
                    </a:lnTo>
                    <a:lnTo>
                      <a:pt x="90" y="74"/>
                    </a:lnTo>
                    <a:lnTo>
                      <a:pt x="80" y="82"/>
                    </a:lnTo>
                    <a:lnTo>
                      <a:pt x="80" y="84"/>
                    </a:lnTo>
                    <a:lnTo>
                      <a:pt x="80" y="84"/>
                    </a:lnTo>
                    <a:lnTo>
                      <a:pt x="78" y="84"/>
                    </a:lnTo>
                    <a:lnTo>
                      <a:pt x="74" y="84"/>
                    </a:lnTo>
                    <a:lnTo>
                      <a:pt x="72" y="84"/>
                    </a:lnTo>
                    <a:lnTo>
                      <a:pt x="70" y="84"/>
                    </a:lnTo>
                    <a:lnTo>
                      <a:pt x="70" y="84"/>
                    </a:lnTo>
                    <a:lnTo>
                      <a:pt x="68" y="88"/>
                    </a:lnTo>
                    <a:lnTo>
                      <a:pt x="68" y="88"/>
                    </a:lnTo>
                    <a:lnTo>
                      <a:pt x="62" y="92"/>
                    </a:lnTo>
                    <a:lnTo>
                      <a:pt x="56" y="94"/>
                    </a:lnTo>
                    <a:lnTo>
                      <a:pt x="56" y="94"/>
                    </a:lnTo>
                    <a:lnTo>
                      <a:pt x="48" y="94"/>
                    </a:lnTo>
                    <a:lnTo>
                      <a:pt x="42" y="94"/>
                    </a:lnTo>
                    <a:lnTo>
                      <a:pt x="38" y="96"/>
                    </a:lnTo>
                    <a:lnTo>
                      <a:pt x="38" y="96"/>
                    </a:lnTo>
                    <a:lnTo>
                      <a:pt x="36" y="100"/>
                    </a:lnTo>
                    <a:lnTo>
                      <a:pt x="34" y="102"/>
                    </a:lnTo>
                    <a:lnTo>
                      <a:pt x="34" y="102"/>
                    </a:lnTo>
                    <a:lnTo>
                      <a:pt x="30" y="104"/>
                    </a:lnTo>
                    <a:lnTo>
                      <a:pt x="26" y="104"/>
                    </a:lnTo>
                    <a:lnTo>
                      <a:pt x="26" y="104"/>
                    </a:lnTo>
                    <a:lnTo>
                      <a:pt x="24" y="106"/>
                    </a:lnTo>
                    <a:lnTo>
                      <a:pt x="24" y="106"/>
                    </a:lnTo>
                    <a:lnTo>
                      <a:pt x="18" y="104"/>
                    </a:lnTo>
                    <a:lnTo>
                      <a:pt x="10" y="102"/>
                    </a:lnTo>
                    <a:lnTo>
                      <a:pt x="10" y="102"/>
                    </a:lnTo>
                    <a:lnTo>
                      <a:pt x="8" y="98"/>
                    </a:lnTo>
                    <a:lnTo>
                      <a:pt x="8" y="92"/>
                    </a:lnTo>
                    <a:lnTo>
                      <a:pt x="8" y="92"/>
                    </a:lnTo>
                    <a:lnTo>
                      <a:pt x="8" y="90"/>
                    </a:lnTo>
                    <a:lnTo>
                      <a:pt x="8" y="86"/>
                    </a:lnTo>
                    <a:lnTo>
                      <a:pt x="8" y="86"/>
                    </a:lnTo>
                    <a:lnTo>
                      <a:pt x="4" y="82"/>
                    </a:lnTo>
                    <a:lnTo>
                      <a:pt x="4" y="82"/>
                    </a:lnTo>
                    <a:lnTo>
                      <a:pt x="4" y="78"/>
                    </a:lnTo>
                    <a:lnTo>
                      <a:pt x="4" y="74"/>
                    </a:lnTo>
                    <a:lnTo>
                      <a:pt x="0" y="66"/>
                    </a:lnTo>
                    <a:lnTo>
                      <a:pt x="0" y="66"/>
                    </a:lnTo>
                    <a:lnTo>
                      <a:pt x="0" y="64"/>
                    </a:lnTo>
                    <a:lnTo>
                      <a:pt x="2" y="64"/>
                    </a:lnTo>
                    <a:lnTo>
                      <a:pt x="2" y="64"/>
                    </a:lnTo>
                    <a:lnTo>
                      <a:pt x="2" y="60"/>
                    </a:lnTo>
                    <a:lnTo>
                      <a:pt x="2" y="54"/>
                    </a:lnTo>
                    <a:lnTo>
                      <a:pt x="0" y="54"/>
                    </a:lnTo>
                    <a:lnTo>
                      <a:pt x="0" y="54"/>
                    </a:lnTo>
                    <a:lnTo>
                      <a:pt x="2" y="46"/>
                    </a:lnTo>
                    <a:lnTo>
                      <a:pt x="2" y="40"/>
                    </a:lnTo>
                    <a:lnTo>
                      <a:pt x="2" y="36"/>
                    </a:lnTo>
                    <a:lnTo>
                      <a:pt x="0"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3" name="Freeform 23">
                <a:extLst>
                  <a:ext uri="{FF2B5EF4-FFF2-40B4-BE49-F238E27FC236}">
                    <a16:creationId xmlns:a16="http://schemas.microsoft.com/office/drawing/2014/main" id="{08608FBF-0FD2-3A45-8A79-B7B9EF40BAE1}"/>
                  </a:ext>
                </a:extLst>
              </p:cNvPr>
              <p:cNvSpPr>
                <a:spLocks/>
              </p:cNvSpPr>
              <p:nvPr/>
            </p:nvSpPr>
            <p:spPr bwMode="auto">
              <a:xfrm>
                <a:off x="7234038" y="3514615"/>
                <a:ext cx="140897" cy="96114"/>
              </a:xfrm>
              <a:custGeom>
                <a:avLst/>
                <a:gdLst>
                  <a:gd name="T0" fmla="*/ 72 w 72"/>
                  <a:gd name="T1" fmla="*/ 14 h 48"/>
                  <a:gd name="T2" fmla="*/ 66 w 72"/>
                  <a:gd name="T3" fmla="*/ 6 h 48"/>
                  <a:gd name="T4" fmla="*/ 66 w 72"/>
                  <a:gd name="T5" fmla="*/ 0 h 48"/>
                  <a:gd name="T6" fmla="*/ 66 w 72"/>
                  <a:gd name="T7" fmla="*/ 0 h 48"/>
                  <a:gd name="T8" fmla="*/ 58 w 72"/>
                  <a:gd name="T9" fmla="*/ 6 h 48"/>
                  <a:gd name="T10" fmla="*/ 54 w 72"/>
                  <a:gd name="T11" fmla="*/ 12 h 48"/>
                  <a:gd name="T12" fmla="*/ 50 w 72"/>
                  <a:gd name="T13" fmla="*/ 16 h 48"/>
                  <a:gd name="T14" fmla="*/ 40 w 72"/>
                  <a:gd name="T15" fmla="*/ 24 h 48"/>
                  <a:gd name="T16" fmla="*/ 38 w 72"/>
                  <a:gd name="T17" fmla="*/ 24 h 48"/>
                  <a:gd name="T18" fmla="*/ 38 w 72"/>
                  <a:gd name="T19" fmla="*/ 28 h 48"/>
                  <a:gd name="T20" fmla="*/ 34 w 72"/>
                  <a:gd name="T21" fmla="*/ 26 h 48"/>
                  <a:gd name="T22" fmla="*/ 24 w 72"/>
                  <a:gd name="T23" fmla="*/ 22 h 48"/>
                  <a:gd name="T24" fmla="*/ 20 w 72"/>
                  <a:gd name="T25" fmla="*/ 22 h 48"/>
                  <a:gd name="T26" fmla="*/ 18 w 72"/>
                  <a:gd name="T27" fmla="*/ 26 h 48"/>
                  <a:gd name="T28" fmla="*/ 14 w 72"/>
                  <a:gd name="T29" fmla="*/ 26 h 48"/>
                  <a:gd name="T30" fmla="*/ 10 w 72"/>
                  <a:gd name="T31" fmla="*/ 24 h 48"/>
                  <a:gd name="T32" fmla="*/ 8 w 72"/>
                  <a:gd name="T33" fmla="*/ 22 h 48"/>
                  <a:gd name="T34" fmla="*/ 4 w 72"/>
                  <a:gd name="T35" fmla="*/ 20 h 48"/>
                  <a:gd name="T36" fmla="*/ 0 w 72"/>
                  <a:gd name="T37" fmla="*/ 12 h 48"/>
                  <a:gd name="T38" fmla="*/ 8 w 72"/>
                  <a:gd name="T39" fmla="*/ 26 h 48"/>
                  <a:gd name="T40" fmla="*/ 8 w 72"/>
                  <a:gd name="T41" fmla="*/ 40 h 48"/>
                  <a:gd name="T42" fmla="*/ 52 w 72"/>
                  <a:gd name="T43" fmla="*/ 48 h 48"/>
                  <a:gd name="T44" fmla="*/ 56 w 72"/>
                  <a:gd name="T45" fmla="*/ 48 h 48"/>
                  <a:gd name="T46" fmla="*/ 58 w 72"/>
                  <a:gd name="T47" fmla="*/ 44 h 48"/>
                  <a:gd name="T48" fmla="*/ 60 w 72"/>
                  <a:gd name="T49" fmla="*/ 38 h 48"/>
                  <a:gd name="T50" fmla="*/ 62 w 72"/>
                  <a:gd name="T51" fmla="*/ 30 h 48"/>
                  <a:gd name="T52" fmla="*/ 62 w 72"/>
                  <a:gd name="T53" fmla="*/ 26 h 48"/>
                  <a:gd name="T54" fmla="*/ 60 w 72"/>
                  <a:gd name="T55" fmla="*/ 26 h 48"/>
                  <a:gd name="T56" fmla="*/ 62 w 72"/>
                  <a:gd name="T57" fmla="*/ 22 h 48"/>
                  <a:gd name="T58" fmla="*/ 66 w 72"/>
                  <a:gd name="T59" fmla="*/ 20 h 48"/>
                  <a:gd name="T60" fmla="*/ 62 w 72"/>
                  <a:gd name="T61" fmla="*/ 16 h 48"/>
                  <a:gd name="T62" fmla="*/ 62 w 72"/>
                  <a:gd name="T63" fmla="*/ 12 h 48"/>
                  <a:gd name="T64" fmla="*/ 64 w 72"/>
                  <a:gd name="T65" fmla="*/ 12 h 48"/>
                  <a:gd name="T66" fmla="*/ 68 w 72"/>
                  <a:gd name="T67" fmla="*/ 16 h 48"/>
                  <a:gd name="T68" fmla="*/ 68 w 72"/>
                  <a:gd name="T69" fmla="*/ 16 h 48"/>
                  <a:gd name="T70" fmla="*/ 72 w 72"/>
                  <a:gd name="T71"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48">
                    <a:moveTo>
                      <a:pt x="72" y="14"/>
                    </a:moveTo>
                    <a:lnTo>
                      <a:pt x="72" y="14"/>
                    </a:lnTo>
                    <a:lnTo>
                      <a:pt x="70" y="6"/>
                    </a:lnTo>
                    <a:lnTo>
                      <a:pt x="66" y="6"/>
                    </a:lnTo>
                    <a:lnTo>
                      <a:pt x="68" y="0"/>
                    </a:lnTo>
                    <a:lnTo>
                      <a:pt x="66" y="0"/>
                    </a:lnTo>
                    <a:lnTo>
                      <a:pt x="66" y="0"/>
                    </a:lnTo>
                    <a:lnTo>
                      <a:pt x="66" y="0"/>
                    </a:lnTo>
                    <a:lnTo>
                      <a:pt x="62" y="4"/>
                    </a:lnTo>
                    <a:lnTo>
                      <a:pt x="58" y="6"/>
                    </a:lnTo>
                    <a:lnTo>
                      <a:pt x="58" y="6"/>
                    </a:lnTo>
                    <a:lnTo>
                      <a:pt x="54" y="12"/>
                    </a:lnTo>
                    <a:lnTo>
                      <a:pt x="50" y="16"/>
                    </a:lnTo>
                    <a:lnTo>
                      <a:pt x="50" y="16"/>
                    </a:lnTo>
                    <a:lnTo>
                      <a:pt x="42" y="22"/>
                    </a:lnTo>
                    <a:lnTo>
                      <a:pt x="40" y="24"/>
                    </a:lnTo>
                    <a:lnTo>
                      <a:pt x="40" y="24"/>
                    </a:lnTo>
                    <a:lnTo>
                      <a:pt x="38" y="24"/>
                    </a:lnTo>
                    <a:lnTo>
                      <a:pt x="38" y="24"/>
                    </a:lnTo>
                    <a:lnTo>
                      <a:pt x="38" y="28"/>
                    </a:lnTo>
                    <a:lnTo>
                      <a:pt x="38" y="28"/>
                    </a:lnTo>
                    <a:lnTo>
                      <a:pt x="34" y="26"/>
                    </a:lnTo>
                    <a:lnTo>
                      <a:pt x="30" y="24"/>
                    </a:lnTo>
                    <a:lnTo>
                      <a:pt x="24" y="22"/>
                    </a:lnTo>
                    <a:lnTo>
                      <a:pt x="24" y="22"/>
                    </a:lnTo>
                    <a:lnTo>
                      <a:pt x="20" y="22"/>
                    </a:lnTo>
                    <a:lnTo>
                      <a:pt x="20" y="24"/>
                    </a:lnTo>
                    <a:lnTo>
                      <a:pt x="18" y="26"/>
                    </a:lnTo>
                    <a:lnTo>
                      <a:pt x="18" y="26"/>
                    </a:lnTo>
                    <a:lnTo>
                      <a:pt x="14" y="26"/>
                    </a:lnTo>
                    <a:lnTo>
                      <a:pt x="10" y="24"/>
                    </a:lnTo>
                    <a:lnTo>
                      <a:pt x="10" y="24"/>
                    </a:lnTo>
                    <a:lnTo>
                      <a:pt x="8" y="22"/>
                    </a:lnTo>
                    <a:lnTo>
                      <a:pt x="8" y="22"/>
                    </a:lnTo>
                    <a:lnTo>
                      <a:pt x="4" y="20"/>
                    </a:lnTo>
                    <a:lnTo>
                      <a:pt x="4" y="20"/>
                    </a:lnTo>
                    <a:lnTo>
                      <a:pt x="6" y="14"/>
                    </a:lnTo>
                    <a:lnTo>
                      <a:pt x="0" y="12"/>
                    </a:lnTo>
                    <a:lnTo>
                      <a:pt x="0" y="18"/>
                    </a:lnTo>
                    <a:lnTo>
                      <a:pt x="8" y="26"/>
                    </a:lnTo>
                    <a:lnTo>
                      <a:pt x="8" y="40"/>
                    </a:lnTo>
                    <a:lnTo>
                      <a:pt x="8" y="40"/>
                    </a:lnTo>
                    <a:lnTo>
                      <a:pt x="52" y="48"/>
                    </a:lnTo>
                    <a:lnTo>
                      <a:pt x="52" y="48"/>
                    </a:lnTo>
                    <a:lnTo>
                      <a:pt x="56" y="48"/>
                    </a:lnTo>
                    <a:lnTo>
                      <a:pt x="56" y="48"/>
                    </a:lnTo>
                    <a:lnTo>
                      <a:pt x="56" y="48"/>
                    </a:lnTo>
                    <a:lnTo>
                      <a:pt x="58" y="44"/>
                    </a:lnTo>
                    <a:lnTo>
                      <a:pt x="60" y="38"/>
                    </a:lnTo>
                    <a:lnTo>
                      <a:pt x="60" y="38"/>
                    </a:lnTo>
                    <a:lnTo>
                      <a:pt x="62" y="34"/>
                    </a:lnTo>
                    <a:lnTo>
                      <a:pt x="62" y="30"/>
                    </a:lnTo>
                    <a:lnTo>
                      <a:pt x="62" y="26"/>
                    </a:lnTo>
                    <a:lnTo>
                      <a:pt x="62" y="26"/>
                    </a:lnTo>
                    <a:lnTo>
                      <a:pt x="60" y="26"/>
                    </a:lnTo>
                    <a:lnTo>
                      <a:pt x="60" y="26"/>
                    </a:lnTo>
                    <a:lnTo>
                      <a:pt x="62" y="22"/>
                    </a:lnTo>
                    <a:lnTo>
                      <a:pt x="62" y="22"/>
                    </a:lnTo>
                    <a:lnTo>
                      <a:pt x="66" y="20"/>
                    </a:lnTo>
                    <a:lnTo>
                      <a:pt x="66" y="20"/>
                    </a:lnTo>
                    <a:lnTo>
                      <a:pt x="64" y="18"/>
                    </a:lnTo>
                    <a:lnTo>
                      <a:pt x="62" y="16"/>
                    </a:lnTo>
                    <a:lnTo>
                      <a:pt x="62" y="16"/>
                    </a:lnTo>
                    <a:lnTo>
                      <a:pt x="62" y="12"/>
                    </a:lnTo>
                    <a:lnTo>
                      <a:pt x="64" y="12"/>
                    </a:lnTo>
                    <a:lnTo>
                      <a:pt x="64" y="12"/>
                    </a:lnTo>
                    <a:lnTo>
                      <a:pt x="66" y="16"/>
                    </a:lnTo>
                    <a:lnTo>
                      <a:pt x="68" y="16"/>
                    </a:lnTo>
                    <a:lnTo>
                      <a:pt x="68" y="16"/>
                    </a:lnTo>
                    <a:lnTo>
                      <a:pt x="68" y="16"/>
                    </a:lnTo>
                    <a:lnTo>
                      <a:pt x="70" y="14"/>
                    </a:lnTo>
                    <a:lnTo>
                      <a:pt x="72" y="12"/>
                    </a:lnTo>
                    <a:lnTo>
                      <a:pt x="72"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4" name="Freeform 34">
                <a:extLst>
                  <a:ext uri="{FF2B5EF4-FFF2-40B4-BE49-F238E27FC236}">
                    <a16:creationId xmlns:a16="http://schemas.microsoft.com/office/drawing/2014/main" id="{F3DFC0C6-60B1-6441-B63A-68A91F39777D}"/>
                  </a:ext>
                </a:extLst>
              </p:cNvPr>
              <p:cNvSpPr>
                <a:spLocks/>
              </p:cNvSpPr>
              <p:nvPr/>
            </p:nvSpPr>
            <p:spPr bwMode="auto">
              <a:xfrm>
                <a:off x="6838743" y="3098124"/>
                <a:ext cx="172207" cy="188221"/>
              </a:xfrm>
              <a:custGeom>
                <a:avLst/>
                <a:gdLst>
                  <a:gd name="T0" fmla="*/ 2 w 88"/>
                  <a:gd name="T1" fmla="*/ 32 h 94"/>
                  <a:gd name="T2" fmla="*/ 0 w 88"/>
                  <a:gd name="T3" fmla="*/ 36 h 94"/>
                  <a:gd name="T4" fmla="*/ 0 w 88"/>
                  <a:gd name="T5" fmla="*/ 40 h 94"/>
                  <a:gd name="T6" fmla="*/ 4 w 88"/>
                  <a:gd name="T7" fmla="*/ 40 h 94"/>
                  <a:gd name="T8" fmla="*/ 4 w 88"/>
                  <a:gd name="T9" fmla="*/ 48 h 94"/>
                  <a:gd name="T10" fmla="*/ 2 w 88"/>
                  <a:gd name="T11" fmla="*/ 48 h 94"/>
                  <a:gd name="T12" fmla="*/ 2 w 88"/>
                  <a:gd name="T13" fmla="*/ 48 h 94"/>
                  <a:gd name="T14" fmla="*/ 2 w 88"/>
                  <a:gd name="T15" fmla="*/ 50 h 94"/>
                  <a:gd name="T16" fmla="*/ 4 w 88"/>
                  <a:gd name="T17" fmla="*/ 52 h 94"/>
                  <a:gd name="T18" fmla="*/ 6 w 88"/>
                  <a:gd name="T19" fmla="*/ 56 h 94"/>
                  <a:gd name="T20" fmla="*/ 8 w 88"/>
                  <a:gd name="T21" fmla="*/ 52 h 94"/>
                  <a:gd name="T22" fmla="*/ 12 w 88"/>
                  <a:gd name="T23" fmla="*/ 52 h 94"/>
                  <a:gd name="T24" fmla="*/ 16 w 88"/>
                  <a:gd name="T25" fmla="*/ 54 h 94"/>
                  <a:gd name="T26" fmla="*/ 18 w 88"/>
                  <a:gd name="T27" fmla="*/ 56 h 94"/>
                  <a:gd name="T28" fmla="*/ 16 w 88"/>
                  <a:gd name="T29" fmla="*/ 64 h 94"/>
                  <a:gd name="T30" fmla="*/ 12 w 88"/>
                  <a:gd name="T31" fmla="*/ 70 h 94"/>
                  <a:gd name="T32" fmla="*/ 10 w 88"/>
                  <a:gd name="T33" fmla="*/ 78 h 94"/>
                  <a:gd name="T34" fmla="*/ 8 w 88"/>
                  <a:gd name="T35" fmla="*/ 80 h 94"/>
                  <a:gd name="T36" fmla="*/ 6 w 88"/>
                  <a:gd name="T37" fmla="*/ 82 h 94"/>
                  <a:gd name="T38" fmla="*/ 4 w 88"/>
                  <a:gd name="T39" fmla="*/ 94 h 94"/>
                  <a:gd name="T40" fmla="*/ 6 w 88"/>
                  <a:gd name="T41" fmla="*/ 92 h 94"/>
                  <a:gd name="T42" fmla="*/ 12 w 88"/>
                  <a:gd name="T43" fmla="*/ 90 h 94"/>
                  <a:gd name="T44" fmla="*/ 18 w 88"/>
                  <a:gd name="T45" fmla="*/ 92 h 94"/>
                  <a:gd name="T46" fmla="*/ 42 w 88"/>
                  <a:gd name="T47" fmla="*/ 78 h 94"/>
                  <a:gd name="T48" fmla="*/ 70 w 88"/>
                  <a:gd name="T49" fmla="*/ 56 h 94"/>
                  <a:gd name="T50" fmla="*/ 74 w 88"/>
                  <a:gd name="T51" fmla="*/ 52 h 94"/>
                  <a:gd name="T52" fmla="*/ 76 w 88"/>
                  <a:gd name="T53" fmla="*/ 44 h 94"/>
                  <a:gd name="T54" fmla="*/ 76 w 88"/>
                  <a:gd name="T55" fmla="*/ 38 h 94"/>
                  <a:gd name="T56" fmla="*/ 76 w 88"/>
                  <a:gd name="T57" fmla="*/ 34 h 94"/>
                  <a:gd name="T58" fmla="*/ 80 w 88"/>
                  <a:gd name="T59" fmla="*/ 30 h 94"/>
                  <a:gd name="T60" fmla="*/ 78 w 88"/>
                  <a:gd name="T61" fmla="*/ 26 h 94"/>
                  <a:gd name="T62" fmla="*/ 78 w 88"/>
                  <a:gd name="T63" fmla="*/ 22 h 94"/>
                  <a:gd name="T64" fmla="*/ 80 w 88"/>
                  <a:gd name="T65" fmla="*/ 18 h 94"/>
                  <a:gd name="T66" fmla="*/ 84 w 88"/>
                  <a:gd name="T67" fmla="*/ 14 h 94"/>
                  <a:gd name="T68" fmla="*/ 88 w 88"/>
                  <a:gd name="T69" fmla="*/ 8 h 94"/>
                  <a:gd name="T70" fmla="*/ 88 w 88"/>
                  <a:gd name="T71" fmla="*/ 6 h 94"/>
                  <a:gd name="T72" fmla="*/ 84 w 88"/>
                  <a:gd name="T73" fmla="*/ 4 h 94"/>
                  <a:gd name="T74" fmla="*/ 84 w 88"/>
                  <a:gd name="T75" fmla="*/ 0 h 94"/>
                  <a:gd name="T76" fmla="*/ 72 w 88"/>
                  <a:gd name="T77" fmla="*/ 6 h 94"/>
                  <a:gd name="T78" fmla="*/ 68 w 88"/>
                  <a:gd name="T79" fmla="*/ 8 h 94"/>
                  <a:gd name="T80" fmla="*/ 58 w 88"/>
                  <a:gd name="T81" fmla="*/ 8 h 94"/>
                  <a:gd name="T82" fmla="*/ 54 w 88"/>
                  <a:gd name="T83" fmla="*/ 8 h 94"/>
                  <a:gd name="T84" fmla="*/ 44 w 88"/>
                  <a:gd name="T85" fmla="*/ 12 h 94"/>
                  <a:gd name="T86" fmla="*/ 36 w 88"/>
                  <a:gd name="T87" fmla="*/ 14 h 94"/>
                  <a:gd name="T88" fmla="*/ 32 w 88"/>
                  <a:gd name="T89" fmla="*/ 14 h 94"/>
                  <a:gd name="T90" fmla="*/ 28 w 88"/>
                  <a:gd name="T91" fmla="*/ 14 h 94"/>
                  <a:gd name="T92" fmla="*/ 22 w 88"/>
                  <a:gd name="T93" fmla="*/ 18 h 94"/>
                  <a:gd name="T94" fmla="*/ 20 w 88"/>
                  <a:gd name="T95" fmla="*/ 18 h 94"/>
                  <a:gd name="T96" fmla="*/ 16 w 88"/>
                  <a:gd name="T97" fmla="*/ 16 h 94"/>
                  <a:gd name="T98" fmla="*/ 14 w 88"/>
                  <a:gd name="T99" fmla="*/ 16 h 94"/>
                  <a:gd name="T100" fmla="*/ 14 w 88"/>
                  <a:gd name="T101" fmla="*/ 20 h 94"/>
                  <a:gd name="T102" fmla="*/ 14 w 88"/>
                  <a:gd name="T103" fmla="*/ 24 h 94"/>
                  <a:gd name="T104" fmla="*/ 12 w 88"/>
                  <a:gd name="T105" fmla="*/ 26 h 94"/>
                  <a:gd name="T106" fmla="*/ 10 w 88"/>
                  <a:gd name="T107" fmla="*/ 28 h 94"/>
                  <a:gd name="T108" fmla="*/ 8 w 88"/>
                  <a:gd name="T109" fmla="*/ 32 h 94"/>
                  <a:gd name="T110" fmla="*/ 6 w 88"/>
                  <a:gd name="T111" fmla="*/ 32 h 94"/>
                  <a:gd name="T112" fmla="*/ 2 w 88"/>
                  <a:gd name="T113" fmla="*/ 3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 h="94">
                    <a:moveTo>
                      <a:pt x="2" y="32"/>
                    </a:moveTo>
                    <a:lnTo>
                      <a:pt x="2" y="32"/>
                    </a:lnTo>
                    <a:lnTo>
                      <a:pt x="0" y="36"/>
                    </a:lnTo>
                    <a:lnTo>
                      <a:pt x="0" y="36"/>
                    </a:lnTo>
                    <a:lnTo>
                      <a:pt x="0" y="40"/>
                    </a:lnTo>
                    <a:lnTo>
                      <a:pt x="0" y="40"/>
                    </a:lnTo>
                    <a:lnTo>
                      <a:pt x="4" y="40"/>
                    </a:lnTo>
                    <a:lnTo>
                      <a:pt x="4" y="40"/>
                    </a:lnTo>
                    <a:lnTo>
                      <a:pt x="4" y="48"/>
                    </a:lnTo>
                    <a:lnTo>
                      <a:pt x="4" y="48"/>
                    </a:lnTo>
                    <a:lnTo>
                      <a:pt x="2" y="48"/>
                    </a:lnTo>
                    <a:lnTo>
                      <a:pt x="2" y="48"/>
                    </a:lnTo>
                    <a:lnTo>
                      <a:pt x="2" y="48"/>
                    </a:lnTo>
                    <a:lnTo>
                      <a:pt x="2" y="48"/>
                    </a:lnTo>
                    <a:lnTo>
                      <a:pt x="2" y="48"/>
                    </a:lnTo>
                    <a:lnTo>
                      <a:pt x="2" y="50"/>
                    </a:lnTo>
                    <a:lnTo>
                      <a:pt x="2" y="50"/>
                    </a:lnTo>
                    <a:lnTo>
                      <a:pt x="4" y="52"/>
                    </a:lnTo>
                    <a:lnTo>
                      <a:pt x="4" y="52"/>
                    </a:lnTo>
                    <a:lnTo>
                      <a:pt x="6" y="56"/>
                    </a:lnTo>
                    <a:lnTo>
                      <a:pt x="6" y="56"/>
                    </a:lnTo>
                    <a:lnTo>
                      <a:pt x="8" y="52"/>
                    </a:lnTo>
                    <a:lnTo>
                      <a:pt x="10" y="52"/>
                    </a:lnTo>
                    <a:lnTo>
                      <a:pt x="12" y="52"/>
                    </a:lnTo>
                    <a:lnTo>
                      <a:pt x="12" y="52"/>
                    </a:lnTo>
                    <a:lnTo>
                      <a:pt x="16" y="54"/>
                    </a:lnTo>
                    <a:lnTo>
                      <a:pt x="18" y="54"/>
                    </a:lnTo>
                    <a:lnTo>
                      <a:pt x="18" y="56"/>
                    </a:lnTo>
                    <a:lnTo>
                      <a:pt x="18" y="56"/>
                    </a:lnTo>
                    <a:lnTo>
                      <a:pt x="16" y="64"/>
                    </a:lnTo>
                    <a:lnTo>
                      <a:pt x="12" y="70"/>
                    </a:lnTo>
                    <a:lnTo>
                      <a:pt x="12" y="70"/>
                    </a:lnTo>
                    <a:lnTo>
                      <a:pt x="10" y="74"/>
                    </a:lnTo>
                    <a:lnTo>
                      <a:pt x="10" y="78"/>
                    </a:lnTo>
                    <a:lnTo>
                      <a:pt x="10" y="78"/>
                    </a:lnTo>
                    <a:lnTo>
                      <a:pt x="8" y="80"/>
                    </a:lnTo>
                    <a:lnTo>
                      <a:pt x="6" y="82"/>
                    </a:lnTo>
                    <a:lnTo>
                      <a:pt x="6" y="82"/>
                    </a:lnTo>
                    <a:lnTo>
                      <a:pt x="2" y="88"/>
                    </a:lnTo>
                    <a:lnTo>
                      <a:pt x="4" y="94"/>
                    </a:lnTo>
                    <a:lnTo>
                      <a:pt x="4" y="94"/>
                    </a:lnTo>
                    <a:lnTo>
                      <a:pt x="6" y="92"/>
                    </a:lnTo>
                    <a:lnTo>
                      <a:pt x="10" y="90"/>
                    </a:lnTo>
                    <a:lnTo>
                      <a:pt x="12" y="90"/>
                    </a:lnTo>
                    <a:lnTo>
                      <a:pt x="12" y="90"/>
                    </a:lnTo>
                    <a:lnTo>
                      <a:pt x="18" y="92"/>
                    </a:lnTo>
                    <a:lnTo>
                      <a:pt x="22" y="94"/>
                    </a:lnTo>
                    <a:lnTo>
                      <a:pt x="42" y="78"/>
                    </a:lnTo>
                    <a:lnTo>
                      <a:pt x="70" y="56"/>
                    </a:lnTo>
                    <a:lnTo>
                      <a:pt x="70" y="56"/>
                    </a:lnTo>
                    <a:lnTo>
                      <a:pt x="74" y="52"/>
                    </a:lnTo>
                    <a:lnTo>
                      <a:pt x="74" y="52"/>
                    </a:lnTo>
                    <a:lnTo>
                      <a:pt x="76" y="44"/>
                    </a:lnTo>
                    <a:lnTo>
                      <a:pt x="76" y="44"/>
                    </a:lnTo>
                    <a:lnTo>
                      <a:pt x="78" y="42"/>
                    </a:lnTo>
                    <a:lnTo>
                      <a:pt x="76" y="38"/>
                    </a:lnTo>
                    <a:lnTo>
                      <a:pt x="76" y="38"/>
                    </a:lnTo>
                    <a:lnTo>
                      <a:pt x="76" y="34"/>
                    </a:lnTo>
                    <a:lnTo>
                      <a:pt x="76" y="32"/>
                    </a:lnTo>
                    <a:lnTo>
                      <a:pt x="80" y="30"/>
                    </a:lnTo>
                    <a:lnTo>
                      <a:pt x="80" y="30"/>
                    </a:lnTo>
                    <a:lnTo>
                      <a:pt x="78" y="26"/>
                    </a:lnTo>
                    <a:lnTo>
                      <a:pt x="78" y="22"/>
                    </a:lnTo>
                    <a:lnTo>
                      <a:pt x="78" y="22"/>
                    </a:lnTo>
                    <a:lnTo>
                      <a:pt x="78" y="20"/>
                    </a:lnTo>
                    <a:lnTo>
                      <a:pt x="80" y="18"/>
                    </a:lnTo>
                    <a:lnTo>
                      <a:pt x="84" y="14"/>
                    </a:lnTo>
                    <a:lnTo>
                      <a:pt x="84" y="14"/>
                    </a:lnTo>
                    <a:lnTo>
                      <a:pt x="86" y="12"/>
                    </a:lnTo>
                    <a:lnTo>
                      <a:pt x="88" y="8"/>
                    </a:lnTo>
                    <a:lnTo>
                      <a:pt x="88" y="6"/>
                    </a:lnTo>
                    <a:lnTo>
                      <a:pt x="88" y="6"/>
                    </a:lnTo>
                    <a:lnTo>
                      <a:pt x="84" y="4"/>
                    </a:lnTo>
                    <a:lnTo>
                      <a:pt x="84" y="4"/>
                    </a:lnTo>
                    <a:lnTo>
                      <a:pt x="84" y="0"/>
                    </a:lnTo>
                    <a:lnTo>
                      <a:pt x="84" y="0"/>
                    </a:lnTo>
                    <a:lnTo>
                      <a:pt x="78" y="2"/>
                    </a:lnTo>
                    <a:lnTo>
                      <a:pt x="72" y="6"/>
                    </a:lnTo>
                    <a:lnTo>
                      <a:pt x="72" y="6"/>
                    </a:lnTo>
                    <a:lnTo>
                      <a:pt x="68" y="8"/>
                    </a:lnTo>
                    <a:lnTo>
                      <a:pt x="62" y="8"/>
                    </a:lnTo>
                    <a:lnTo>
                      <a:pt x="58" y="8"/>
                    </a:lnTo>
                    <a:lnTo>
                      <a:pt x="54" y="8"/>
                    </a:lnTo>
                    <a:lnTo>
                      <a:pt x="54" y="8"/>
                    </a:lnTo>
                    <a:lnTo>
                      <a:pt x="48" y="12"/>
                    </a:lnTo>
                    <a:lnTo>
                      <a:pt x="44" y="12"/>
                    </a:lnTo>
                    <a:lnTo>
                      <a:pt x="36" y="14"/>
                    </a:lnTo>
                    <a:lnTo>
                      <a:pt x="36" y="14"/>
                    </a:lnTo>
                    <a:lnTo>
                      <a:pt x="34" y="14"/>
                    </a:lnTo>
                    <a:lnTo>
                      <a:pt x="32" y="14"/>
                    </a:lnTo>
                    <a:lnTo>
                      <a:pt x="28" y="14"/>
                    </a:lnTo>
                    <a:lnTo>
                      <a:pt x="28" y="14"/>
                    </a:lnTo>
                    <a:lnTo>
                      <a:pt x="24" y="14"/>
                    </a:lnTo>
                    <a:lnTo>
                      <a:pt x="22" y="18"/>
                    </a:lnTo>
                    <a:lnTo>
                      <a:pt x="22" y="18"/>
                    </a:lnTo>
                    <a:lnTo>
                      <a:pt x="20" y="18"/>
                    </a:lnTo>
                    <a:lnTo>
                      <a:pt x="18" y="16"/>
                    </a:lnTo>
                    <a:lnTo>
                      <a:pt x="16" y="16"/>
                    </a:lnTo>
                    <a:lnTo>
                      <a:pt x="14" y="16"/>
                    </a:lnTo>
                    <a:lnTo>
                      <a:pt x="14" y="16"/>
                    </a:lnTo>
                    <a:lnTo>
                      <a:pt x="14" y="18"/>
                    </a:lnTo>
                    <a:lnTo>
                      <a:pt x="14" y="20"/>
                    </a:lnTo>
                    <a:lnTo>
                      <a:pt x="14" y="24"/>
                    </a:lnTo>
                    <a:lnTo>
                      <a:pt x="14" y="24"/>
                    </a:lnTo>
                    <a:lnTo>
                      <a:pt x="14" y="26"/>
                    </a:lnTo>
                    <a:lnTo>
                      <a:pt x="12" y="26"/>
                    </a:lnTo>
                    <a:lnTo>
                      <a:pt x="12" y="26"/>
                    </a:lnTo>
                    <a:lnTo>
                      <a:pt x="10" y="28"/>
                    </a:lnTo>
                    <a:lnTo>
                      <a:pt x="8" y="30"/>
                    </a:lnTo>
                    <a:lnTo>
                      <a:pt x="8" y="32"/>
                    </a:lnTo>
                    <a:lnTo>
                      <a:pt x="6" y="32"/>
                    </a:lnTo>
                    <a:lnTo>
                      <a:pt x="6" y="32"/>
                    </a:lnTo>
                    <a:lnTo>
                      <a:pt x="2" y="32"/>
                    </a:lnTo>
                    <a:lnTo>
                      <a:pt x="2" y="3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5" name="Freeform 51">
                <a:extLst>
                  <a:ext uri="{FF2B5EF4-FFF2-40B4-BE49-F238E27FC236}">
                    <a16:creationId xmlns:a16="http://schemas.microsoft.com/office/drawing/2014/main" id="{20FD094E-64B0-8948-B8D8-47F856CEE20A}"/>
                  </a:ext>
                </a:extLst>
              </p:cNvPr>
              <p:cNvSpPr>
                <a:spLocks/>
              </p:cNvSpPr>
              <p:nvPr/>
            </p:nvSpPr>
            <p:spPr bwMode="auto">
              <a:xfrm>
                <a:off x="6811346" y="3302364"/>
                <a:ext cx="551846" cy="544639"/>
              </a:xfrm>
              <a:custGeom>
                <a:avLst/>
                <a:gdLst>
                  <a:gd name="T0" fmla="*/ 108 w 282"/>
                  <a:gd name="T1" fmla="*/ 258 h 272"/>
                  <a:gd name="T2" fmla="*/ 110 w 282"/>
                  <a:gd name="T3" fmla="*/ 254 h 272"/>
                  <a:gd name="T4" fmla="*/ 112 w 282"/>
                  <a:gd name="T5" fmla="*/ 250 h 272"/>
                  <a:gd name="T6" fmla="*/ 114 w 282"/>
                  <a:gd name="T7" fmla="*/ 246 h 272"/>
                  <a:gd name="T8" fmla="*/ 118 w 282"/>
                  <a:gd name="T9" fmla="*/ 244 h 272"/>
                  <a:gd name="T10" fmla="*/ 122 w 282"/>
                  <a:gd name="T11" fmla="*/ 244 h 272"/>
                  <a:gd name="T12" fmla="*/ 122 w 282"/>
                  <a:gd name="T13" fmla="*/ 248 h 272"/>
                  <a:gd name="T14" fmla="*/ 130 w 282"/>
                  <a:gd name="T15" fmla="*/ 248 h 272"/>
                  <a:gd name="T16" fmla="*/ 156 w 282"/>
                  <a:gd name="T17" fmla="*/ 272 h 272"/>
                  <a:gd name="T18" fmla="*/ 182 w 282"/>
                  <a:gd name="T19" fmla="*/ 240 h 272"/>
                  <a:gd name="T20" fmla="*/ 272 w 282"/>
                  <a:gd name="T21" fmla="*/ 204 h 272"/>
                  <a:gd name="T22" fmla="*/ 278 w 282"/>
                  <a:gd name="T23" fmla="*/ 184 h 272"/>
                  <a:gd name="T24" fmla="*/ 272 w 282"/>
                  <a:gd name="T25" fmla="*/ 154 h 272"/>
                  <a:gd name="T26" fmla="*/ 268 w 282"/>
                  <a:gd name="T27" fmla="*/ 154 h 272"/>
                  <a:gd name="T28" fmla="*/ 216 w 282"/>
                  <a:gd name="T29" fmla="*/ 124 h 272"/>
                  <a:gd name="T30" fmla="*/ 210 w 282"/>
                  <a:gd name="T31" fmla="*/ 114 h 272"/>
                  <a:gd name="T32" fmla="*/ 206 w 282"/>
                  <a:gd name="T33" fmla="*/ 112 h 272"/>
                  <a:gd name="T34" fmla="*/ 206 w 282"/>
                  <a:gd name="T35" fmla="*/ 100 h 272"/>
                  <a:gd name="T36" fmla="*/ 206 w 282"/>
                  <a:gd name="T37" fmla="*/ 90 h 272"/>
                  <a:gd name="T38" fmla="*/ 200 w 282"/>
                  <a:gd name="T39" fmla="*/ 88 h 272"/>
                  <a:gd name="T40" fmla="*/ 196 w 282"/>
                  <a:gd name="T41" fmla="*/ 84 h 272"/>
                  <a:gd name="T42" fmla="*/ 194 w 282"/>
                  <a:gd name="T43" fmla="*/ 78 h 272"/>
                  <a:gd name="T44" fmla="*/ 190 w 282"/>
                  <a:gd name="T45" fmla="*/ 74 h 272"/>
                  <a:gd name="T46" fmla="*/ 190 w 282"/>
                  <a:gd name="T47" fmla="*/ 70 h 272"/>
                  <a:gd name="T48" fmla="*/ 186 w 282"/>
                  <a:gd name="T49" fmla="*/ 66 h 272"/>
                  <a:gd name="T50" fmla="*/ 182 w 282"/>
                  <a:gd name="T51" fmla="*/ 56 h 272"/>
                  <a:gd name="T52" fmla="*/ 168 w 282"/>
                  <a:gd name="T53" fmla="*/ 52 h 272"/>
                  <a:gd name="T54" fmla="*/ 124 w 282"/>
                  <a:gd name="T55" fmla="*/ 40 h 272"/>
                  <a:gd name="T56" fmla="*/ 102 w 282"/>
                  <a:gd name="T57" fmla="*/ 26 h 272"/>
                  <a:gd name="T58" fmla="*/ 64 w 282"/>
                  <a:gd name="T59" fmla="*/ 2 h 272"/>
                  <a:gd name="T60" fmla="*/ 46 w 282"/>
                  <a:gd name="T61" fmla="*/ 24 h 272"/>
                  <a:gd name="T62" fmla="*/ 38 w 282"/>
                  <a:gd name="T63" fmla="*/ 30 h 272"/>
                  <a:gd name="T64" fmla="*/ 32 w 282"/>
                  <a:gd name="T65" fmla="*/ 36 h 272"/>
                  <a:gd name="T66" fmla="*/ 28 w 282"/>
                  <a:gd name="T67" fmla="*/ 40 h 272"/>
                  <a:gd name="T68" fmla="*/ 4 w 282"/>
                  <a:gd name="T69" fmla="*/ 48 h 272"/>
                  <a:gd name="T70" fmla="*/ 2 w 282"/>
                  <a:gd name="T71" fmla="*/ 56 h 272"/>
                  <a:gd name="T72" fmla="*/ 0 w 282"/>
                  <a:gd name="T73" fmla="*/ 60 h 272"/>
                  <a:gd name="T74" fmla="*/ 0 w 282"/>
                  <a:gd name="T75" fmla="*/ 64 h 272"/>
                  <a:gd name="T76" fmla="*/ 8 w 282"/>
                  <a:gd name="T77" fmla="*/ 66 h 272"/>
                  <a:gd name="T78" fmla="*/ 12 w 282"/>
                  <a:gd name="T79" fmla="*/ 72 h 272"/>
                  <a:gd name="T80" fmla="*/ 20 w 282"/>
                  <a:gd name="T81" fmla="*/ 86 h 272"/>
                  <a:gd name="T82" fmla="*/ 22 w 282"/>
                  <a:gd name="T83" fmla="*/ 92 h 272"/>
                  <a:gd name="T84" fmla="*/ 26 w 282"/>
                  <a:gd name="T85" fmla="*/ 94 h 272"/>
                  <a:gd name="T86" fmla="*/ 30 w 282"/>
                  <a:gd name="T87" fmla="*/ 100 h 272"/>
                  <a:gd name="T88" fmla="*/ 34 w 282"/>
                  <a:gd name="T89" fmla="*/ 104 h 272"/>
                  <a:gd name="T90" fmla="*/ 36 w 282"/>
                  <a:gd name="T91" fmla="*/ 114 h 272"/>
                  <a:gd name="T92" fmla="*/ 42 w 282"/>
                  <a:gd name="T93" fmla="*/ 124 h 272"/>
                  <a:gd name="T94" fmla="*/ 54 w 282"/>
                  <a:gd name="T95" fmla="*/ 140 h 272"/>
                  <a:gd name="T96" fmla="*/ 58 w 282"/>
                  <a:gd name="T97" fmla="*/ 164 h 272"/>
                  <a:gd name="T98" fmla="*/ 54 w 282"/>
                  <a:gd name="T99" fmla="*/ 168 h 272"/>
                  <a:gd name="T100" fmla="*/ 54 w 282"/>
                  <a:gd name="T101" fmla="*/ 174 h 272"/>
                  <a:gd name="T102" fmla="*/ 58 w 282"/>
                  <a:gd name="T103" fmla="*/ 182 h 272"/>
                  <a:gd name="T104" fmla="*/ 64 w 282"/>
                  <a:gd name="T105" fmla="*/ 196 h 272"/>
                  <a:gd name="T106" fmla="*/ 64 w 282"/>
                  <a:gd name="T107" fmla="*/ 200 h 272"/>
                  <a:gd name="T108" fmla="*/ 68 w 282"/>
                  <a:gd name="T109" fmla="*/ 204 h 272"/>
                  <a:gd name="T110" fmla="*/ 72 w 282"/>
                  <a:gd name="T111" fmla="*/ 208 h 272"/>
                  <a:gd name="T112" fmla="*/ 82 w 282"/>
                  <a:gd name="T113" fmla="*/ 214 h 272"/>
                  <a:gd name="T114" fmla="*/ 86 w 282"/>
                  <a:gd name="T115" fmla="*/ 220 h 272"/>
                  <a:gd name="T116" fmla="*/ 88 w 282"/>
                  <a:gd name="T117" fmla="*/ 228 h 272"/>
                  <a:gd name="T118" fmla="*/ 90 w 282"/>
                  <a:gd name="T119" fmla="*/ 236 h 272"/>
                  <a:gd name="T120" fmla="*/ 98 w 282"/>
                  <a:gd name="T121" fmla="*/ 244 h 272"/>
                  <a:gd name="T122" fmla="*/ 100 w 282"/>
                  <a:gd name="T123" fmla="*/ 25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2" h="272">
                    <a:moveTo>
                      <a:pt x="106" y="258"/>
                    </a:moveTo>
                    <a:lnTo>
                      <a:pt x="106" y="258"/>
                    </a:lnTo>
                    <a:lnTo>
                      <a:pt x="108" y="258"/>
                    </a:lnTo>
                    <a:lnTo>
                      <a:pt x="110" y="254"/>
                    </a:lnTo>
                    <a:lnTo>
                      <a:pt x="110" y="254"/>
                    </a:lnTo>
                    <a:lnTo>
                      <a:pt x="110" y="254"/>
                    </a:lnTo>
                    <a:lnTo>
                      <a:pt x="112" y="252"/>
                    </a:lnTo>
                    <a:lnTo>
                      <a:pt x="112" y="252"/>
                    </a:lnTo>
                    <a:lnTo>
                      <a:pt x="112" y="250"/>
                    </a:lnTo>
                    <a:lnTo>
                      <a:pt x="112" y="250"/>
                    </a:lnTo>
                    <a:lnTo>
                      <a:pt x="114" y="248"/>
                    </a:lnTo>
                    <a:lnTo>
                      <a:pt x="114" y="246"/>
                    </a:lnTo>
                    <a:lnTo>
                      <a:pt x="114" y="246"/>
                    </a:lnTo>
                    <a:lnTo>
                      <a:pt x="116" y="244"/>
                    </a:lnTo>
                    <a:lnTo>
                      <a:pt x="118" y="244"/>
                    </a:lnTo>
                    <a:lnTo>
                      <a:pt x="118" y="244"/>
                    </a:lnTo>
                    <a:lnTo>
                      <a:pt x="120" y="244"/>
                    </a:lnTo>
                    <a:lnTo>
                      <a:pt x="122" y="244"/>
                    </a:lnTo>
                    <a:lnTo>
                      <a:pt x="122" y="246"/>
                    </a:lnTo>
                    <a:lnTo>
                      <a:pt x="122" y="248"/>
                    </a:lnTo>
                    <a:lnTo>
                      <a:pt x="122" y="248"/>
                    </a:lnTo>
                    <a:lnTo>
                      <a:pt x="126" y="248"/>
                    </a:lnTo>
                    <a:lnTo>
                      <a:pt x="130" y="248"/>
                    </a:lnTo>
                    <a:lnTo>
                      <a:pt x="130" y="248"/>
                    </a:lnTo>
                    <a:lnTo>
                      <a:pt x="144" y="250"/>
                    </a:lnTo>
                    <a:lnTo>
                      <a:pt x="154" y="254"/>
                    </a:lnTo>
                    <a:lnTo>
                      <a:pt x="156" y="272"/>
                    </a:lnTo>
                    <a:lnTo>
                      <a:pt x="156" y="272"/>
                    </a:lnTo>
                    <a:lnTo>
                      <a:pt x="164" y="262"/>
                    </a:lnTo>
                    <a:lnTo>
                      <a:pt x="182" y="240"/>
                    </a:lnTo>
                    <a:lnTo>
                      <a:pt x="228" y="224"/>
                    </a:lnTo>
                    <a:lnTo>
                      <a:pt x="228" y="224"/>
                    </a:lnTo>
                    <a:lnTo>
                      <a:pt x="272" y="204"/>
                    </a:lnTo>
                    <a:lnTo>
                      <a:pt x="272" y="204"/>
                    </a:lnTo>
                    <a:lnTo>
                      <a:pt x="276" y="198"/>
                    </a:lnTo>
                    <a:lnTo>
                      <a:pt x="278" y="184"/>
                    </a:lnTo>
                    <a:lnTo>
                      <a:pt x="282" y="164"/>
                    </a:lnTo>
                    <a:lnTo>
                      <a:pt x="272" y="154"/>
                    </a:lnTo>
                    <a:lnTo>
                      <a:pt x="272" y="154"/>
                    </a:lnTo>
                    <a:lnTo>
                      <a:pt x="272" y="154"/>
                    </a:lnTo>
                    <a:lnTo>
                      <a:pt x="268" y="154"/>
                    </a:lnTo>
                    <a:lnTo>
                      <a:pt x="268" y="154"/>
                    </a:lnTo>
                    <a:lnTo>
                      <a:pt x="224" y="146"/>
                    </a:lnTo>
                    <a:lnTo>
                      <a:pt x="224" y="132"/>
                    </a:lnTo>
                    <a:lnTo>
                      <a:pt x="216" y="124"/>
                    </a:lnTo>
                    <a:lnTo>
                      <a:pt x="216" y="118"/>
                    </a:lnTo>
                    <a:lnTo>
                      <a:pt x="210" y="114"/>
                    </a:lnTo>
                    <a:lnTo>
                      <a:pt x="210" y="114"/>
                    </a:lnTo>
                    <a:lnTo>
                      <a:pt x="208" y="114"/>
                    </a:lnTo>
                    <a:lnTo>
                      <a:pt x="208" y="114"/>
                    </a:lnTo>
                    <a:lnTo>
                      <a:pt x="206" y="112"/>
                    </a:lnTo>
                    <a:lnTo>
                      <a:pt x="206" y="110"/>
                    </a:lnTo>
                    <a:lnTo>
                      <a:pt x="206" y="110"/>
                    </a:lnTo>
                    <a:lnTo>
                      <a:pt x="206" y="100"/>
                    </a:lnTo>
                    <a:lnTo>
                      <a:pt x="206" y="100"/>
                    </a:lnTo>
                    <a:lnTo>
                      <a:pt x="206" y="96"/>
                    </a:lnTo>
                    <a:lnTo>
                      <a:pt x="206" y="90"/>
                    </a:lnTo>
                    <a:lnTo>
                      <a:pt x="204" y="90"/>
                    </a:lnTo>
                    <a:lnTo>
                      <a:pt x="204" y="90"/>
                    </a:lnTo>
                    <a:lnTo>
                      <a:pt x="200" y="88"/>
                    </a:lnTo>
                    <a:lnTo>
                      <a:pt x="198" y="84"/>
                    </a:lnTo>
                    <a:lnTo>
                      <a:pt x="198" y="84"/>
                    </a:lnTo>
                    <a:lnTo>
                      <a:pt x="196" y="84"/>
                    </a:lnTo>
                    <a:lnTo>
                      <a:pt x="194" y="82"/>
                    </a:lnTo>
                    <a:lnTo>
                      <a:pt x="194" y="82"/>
                    </a:lnTo>
                    <a:lnTo>
                      <a:pt x="194" y="78"/>
                    </a:lnTo>
                    <a:lnTo>
                      <a:pt x="194" y="74"/>
                    </a:lnTo>
                    <a:lnTo>
                      <a:pt x="194" y="74"/>
                    </a:lnTo>
                    <a:lnTo>
                      <a:pt x="190" y="74"/>
                    </a:lnTo>
                    <a:lnTo>
                      <a:pt x="190" y="74"/>
                    </a:lnTo>
                    <a:lnTo>
                      <a:pt x="190" y="70"/>
                    </a:lnTo>
                    <a:lnTo>
                      <a:pt x="190" y="70"/>
                    </a:lnTo>
                    <a:lnTo>
                      <a:pt x="186" y="70"/>
                    </a:lnTo>
                    <a:lnTo>
                      <a:pt x="186" y="70"/>
                    </a:lnTo>
                    <a:lnTo>
                      <a:pt x="186" y="66"/>
                    </a:lnTo>
                    <a:lnTo>
                      <a:pt x="186" y="66"/>
                    </a:lnTo>
                    <a:lnTo>
                      <a:pt x="182" y="56"/>
                    </a:lnTo>
                    <a:lnTo>
                      <a:pt x="182" y="56"/>
                    </a:lnTo>
                    <a:lnTo>
                      <a:pt x="182" y="52"/>
                    </a:lnTo>
                    <a:lnTo>
                      <a:pt x="180" y="52"/>
                    </a:lnTo>
                    <a:lnTo>
                      <a:pt x="168" y="52"/>
                    </a:lnTo>
                    <a:lnTo>
                      <a:pt x="166" y="46"/>
                    </a:lnTo>
                    <a:lnTo>
                      <a:pt x="148" y="42"/>
                    </a:lnTo>
                    <a:lnTo>
                      <a:pt x="124" y="40"/>
                    </a:lnTo>
                    <a:lnTo>
                      <a:pt x="114" y="34"/>
                    </a:lnTo>
                    <a:lnTo>
                      <a:pt x="112" y="26"/>
                    </a:lnTo>
                    <a:lnTo>
                      <a:pt x="102" y="26"/>
                    </a:lnTo>
                    <a:lnTo>
                      <a:pt x="102" y="20"/>
                    </a:lnTo>
                    <a:lnTo>
                      <a:pt x="64" y="0"/>
                    </a:lnTo>
                    <a:lnTo>
                      <a:pt x="64" y="2"/>
                    </a:lnTo>
                    <a:lnTo>
                      <a:pt x="36" y="10"/>
                    </a:lnTo>
                    <a:lnTo>
                      <a:pt x="46" y="24"/>
                    </a:lnTo>
                    <a:lnTo>
                      <a:pt x="46" y="24"/>
                    </a:lnTo>
                    <a:lnTo>
                      <a:pt x="42" y="26"/>
                    </a:lnTo>
                    <a:lnTo>
                      <a:pt x="40" y="28"/>
                    </a:lnTo>
                    <a:lnTo>
                      <a:pt x="38" y="30"/>
                    </a:lnTo>
                    <a:lnTo>
                      <a:pt x="38" y="30"/>
                    </a:lnTo>
                    <a:lnTo>
                      <a:pt x="36" y="32"/>
                    </a:lnTo>
                    <a:lnTo>
                      <a:pt x="32" y="36"/>
                    </a:lnTo>
                    <a:lnTo>
                      <a:pt x="32" y="36"/>
                    </a:lnTo>
                    <a:lnTo>
                      <a:pt x="30" y="40"/>
                    </a:lnTo>
                    <a:lnTo>
                      <a:pt x="28" y="40"/>
                    </a:lnTo>
                    <a:lnTo>
                      <a:pt x="18" y="48"/>
                    </a:lnTo>
                    <a:lnTo>
                      <a:pt x="4" y="48"/>
                    </a:lnTo>
                    <a:lnTo>
                      <a:pt x="4" y="48"/>
                    </a:lnTo>
                    <a:lnTo>
                      <a:pt x="0" y="56"/>
                    </a:lnTo>
                    <a:lnTo>
                      <a:pt x="2" y="56"/>
                    </a:lnTo>
                    <a:lnTo>
                      <a:pt x="2" y="56"/>
                    </a:lnTo>
                    <a:lnTo>
                      <a:pt x="2" y="60"/>
                    </a:lnTo>
                    <a:lnTo>
                      <a:pt x="2" y="60"/>
                    </a:lnTo>
                    <a:lnTo>
                      <a:pt x="0" y="60"/>
                    </a:lnTo>
                    <a:lnTo>
                      <a:pt x="0" y="62"/>
                    </a:lnTo>
                    <a:lnTo>
                      <a:pt x="0" y="64"/>
                    </a:lnTo>
                    <a:lnTo>
                      <a:pt x="0" y="64"/>
                    </a:lnTo>
                    <a:lnTo>
                      <a:pt x="6" y="66"/>
                    </a:lnTo>
                    <a:lnTo>
                      <a:pt x="6" y="66"/>
                    </a:lnTo>
                    <a:lnTo>
                      <a:pt x="8" y="66"/>
                    </a:lnTo>
                    <a:lnTo>
                      <a:pt x="10" y="68"/>
                    </a:lnTo>
                    <a:lnTo>
                      <a:pt x="12" y="72"/>
                    </a:lnTo>
                    <a:lnTo>
                      <a:pt x="12" y="72"/>
                    </a:lnTo>
                    <a:lnTo>
                      <a:pt x="16" y="84"/>
                    </a:lnTo>
                    <a:lnTo>
                      <a:pt x="16" y="84"/>
                    </a:lnTo>
                    <a:lnTo>
                      <a:pt x="20" y="86"/>
                    </a:lnTo>
                    <a:lnTo>
                      <a:pt x="22" y="88"/>
                    </a:lnTo>
                    <a:lnTo>
                      <a:pt x="22" y="88"/>
                    </a:lnTo>
                    <a:lnTo>
                      <a:pt x="22" y="92"/>
                    </a:lnTo>
                    <a:lnTo>
                      <a:pt x="22" y="92"/>
                    </a:lnTo>
                    <a:lnTo>
                      <a:pt x="26" y="94"/>
                    </a:lnTo>
                    <a:lnTo>
                      <a:pt x="26" y="94"/>
                    </a:lnTo>
                    <a:lnTo>
                      <a:pt x="26" y="98"/>
                    </a:lnTo>
                    <a:lnTo>
                      <a:pt x="26" y="98"/>
                    </a:lnTo>
                    <a:lnTo>
                      <a:pt x="30" y="100"/>
                    </a:lnTo>
                    <a:lnTo>
                      <a:pt x="32" y="102"/>
                    </a:lnTo>
                    <a:lnTo>
                      <a:pt x="32" y="104"/>
                    </a:lnTo>
                    <a:lnTo>
                      <a:pt x="34" y="104"/>
                    </a:lnTo>
                    <a:lnTo>
                      <a:pt x="34" y="104"/>
                    </a:lnTo>
                    <a:lnTo>
                      <a:pt x="36" y="108"/>
                    </a:lnTo>
                    <a:lnTo>
                      <a:pt x="36" y="114"/>
                    </a:lnTo>
                    <a:lnTo>
                      <a:pt x="38" y="120"/>
                    </a:lnTo>
                    <a:lnTo>
                      <a:pt x="40" y="124"/>
                    </a:lnTo>
                    <a:lnTo>
                      <a:pt x="42" y="124"/>
                    </a:lnTo>
                    <a:lnTo>
                      <a:pt x="42" y="124"/>
                    </a:lnTo>
                    <a:lnTo>
                      <a:pt x="48" y="132"/>
                    </a:lnTo>
                    <a:lnTo>
                      <a:pt x="54" y="140"/>
                    </a:lnTo>
                    <a:lnTo>
                      <a:pt x="54" y="140"/>
                    </a:lnTo>
                    <a:lnTo>
                      <a:pt x="56" y="152"/>
                    </a:lnTo>
                    <a:lnTo>
                      <a:pt x="58" y="164"/>
                    </a:lnTo>
                    <a:lnTo>
                      <a:pt x="58" y="164"/>
                    </a:lnTo>
                    <a:lnTo>
                      <a:pt x="54" y="168"/>
                    </a:lnTo>
                    <a:lnTo>
                      <a:pt x="54" y="168"/>
                    </a:lnTo>
                    <a:lnTo>
                      <a:pt x="54" y="170"/>
                    </a:lnTo>
                    <a:lnTo>
                      <a:pt x="54" y="174"/>
                    </a:lnTo>
                    <a:lnTo>
                      <a:pt x="54" y="174"/>
                    </a:lnTo>
                    <a:lnTo>
                      <a:pt x="58" y="174"/>
                    </a:lnTo>
                    <a:lnTo>
                      <a:pt x="58" y="174"/>
                    </a:lnTo>
                    <a:lnTo>
                      <a:pt x="58" y="182"/>
                    </a:lnTo>
                    <a:lnTo>
                      <a:pt x="60" y="192"/>
                    </a:lnTo>
                    <a:lnTo>
                      <a:pt x="60" y="192"/>
                    </a:lnTo>
                    <a:lnTo>
                      <a:pt x="64" y="196"/>
                    </a:lnTo>
                    <a:lnTo>
                      <a:pt x="64" y="196"/>
                    </a:lnTo>
                    <a:lnTo>
                      <a:pt x="64" y="200"/>
                    </a:lnTo>
                    <a:lnTo>
                      <a:pt x="64" y="200"/>
                    </a:lnTo>
                    <a:lnTo>
                      <a:pt x="66" y="202"/>
                    </a:lnTo>
                    <a:lnTo>
                      <a:pt x="66" y="202"/>
                    </a:lnTo>
                    <a:lnTo>
                      <a:pt x="68" y="204"/>
                    </a:lnTo>
                    <a:lnTo>
                      <a:pt x="70" y="208"/>
                    </a:lnTo>
                    <a:lnTo>
                      <a:pt x="70" y="208"/>
                    </a:lnTo>
                    <a:lnTo>
                      <a:pt x="72" y="208"/>
                    </a:lnTo>
                    <a:lnTo>
                      <a:pt x="74" y="206"/>
                    </a:lnTo>
                    <a:lnTo>
                      <a:pt x="74" y="206"/>
                    </a:lnTo>
                    <a:lnTo>
                      <a:pt x="82" y="214"/>
                    </a:lnTo>
                    <a:lnTo>
                      <a:pt x="82" y="214"/>
                    </a:lnTo>
                    <a:lnTo>
                      <a:pt x="86" y="220"/>
                    </a:lnTo>
                    <a:lnTo>
                      <a:pt x="86" y="220"/>
                    </a:lnTo>
                    <a:lnTo>
                      <a:pt x="86" y="224"/>
                    </a:lnTo>
                    <a:lnTo>
                      <a:pt x="86" y="224"/>
                    </a:lnTo>
                    <a:lnTo>
                      <a:pt x="88" y="228"/>
                    </a:lnTo>
                    <a:lnTo>
                      <a:pt x="90" y="232"/>
                    </a:lnTo>
                    <a:lnTo>
                      <a:pt x="90" y="232"/>
                    </a:lnTo>
                    <a:lnTo>
                      <a:pt x="90" y="236"/>
                    </a:lnTo>
                    <a:lnTo>
                      <a:pt x="90" y="240"/>
                    </a:lnTo>
                    <a:lnTo>
                      <a:pt x="90" y="240"/>
                    </a:lnTo>
                    <a:lnTo>
                      <a:pt x="98" y="244"/>
                    </a:lnTo>
                    <a:lnTo>
                      <a:pt x="98" y="244"/>
                    </a:lnTo>
                    <a:lnTo>
                      <a:pt x="100" y="252"/>
                    </a:lnTo>
                    <a:lnTo>
                      <a:pt x="100" y="252"/>
                    </a:lnTo>
                    <a:lnTo>
                      <a:pt x="106" y="258"/>
                    </a:lnTo>
                    <a:lnTo>
                      <a:pt x="106" y="2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6" name="Freeform 106">
                <a:extLst>
                  <a:ext uri="{FF2B5EF4-FFF2-40B4-BE49-F238E27FC236}">
                    <a16:creationId xmlns:a16="http://schemas.microsoft.com/office/drawing/2014/main" id="{8EF9DEC3-33E3-A44A-A0FC-7B2EAE49CC63}"/>
                  </a:ext>
                </a:extLst>
              </p:cNvPr>
              <p:cNvSpPr>
                <a:spLocks/>
              </p:cNvSpPr>
              <p:nvPr/>
            </p:nvSpPr>
            <p:spPr bwMode="auto">
              <a:xfrm>
                <a:off x="7222296" y="3506604"/>
                <a:ext cx="23483" cy="36043"/>
              </a:xfrm>
              <a:custGeom>
                <a:avLst/>
                <a:gdLst>
                  <a:gd name="T0" fmla="*/ 0 w 12"/>
                  <a:gd name="T1" fmla="*/ 12 h 18"/>
                  <a:gd name="T2" fmla="*/ 0 w 12"/>
                  <a:gd name="T3" fmla="*/ 12 h 18"/>
                  <a:gd name="T4" fmla="*/ 0 w 12"/>
                  <a:gd name="T5" fmla="*/ 10 h 18"/>
                  <a:gd name="T6" fmla="*/ 0 w 12"/>
                  <a:gd name="T7" fmla="*/ 10 h 18"/>
                  <a:gd name="T8" fmla="*/ 6 w 12"/>
                  <a:gd name="T9" fmla="*/ 6 h 18"/>
                  <a:gd name="T10" fmla="*/ 8 w 12"/>
                  <a:gd name="T11" fmla="*/ 0 h 18"/>
                  <a:gd name="T12" fmla="*/ 8 w 12"/>
                  <a:gd name="T13" fmla="*/ 0 h 18"/>
                  <a:gd name="T14" fmla="*/ 10 w 12"/>
                  <a:gd name="T15" fmla="*/ 0 h 18"/>
                  <a:gd name="T16" fmla="*/ 10 w 12"/>
                  <a:gd name="T17" fmla="*/ 0 h 18"/>
                  <a:gd name="T18" fmla="*/ 12 w 12"/>
                  <a:gd name="T19" fmla="*/ 8 h 18"/>
                  <a:gd name="T20" fmla="*/ 12 w 12"/>
                  <a:gd name="T21" fmla="*/ 18 h 18"/>
                  <a:gd name="T22" fmla="*/ 6 w 12"/>
                  <a:gd name="T23" fmla="*/ 16 h 18"/>
                  <a:gd name="T24" fmla="*/ 0 w 12"/>
                  <a:gd name="T25"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18">
                    <a:moveTo>
                      <a:pt x="0" y="12"/>
                    </a:moveTo>
                    <a:lnTo>
                      <a:pt x="0" y="12"/>
                    </a:lnTo>
                    <a:lnTo>
                      <a:pt x="0" y="10"/>
                    </a:lnTo>
                    <a:lnTo>
                      <a:pt x="0" y="10"/>
                    </a:lnTo>
                    <a:lnTo>
                      <a:pt x="6" y="6"/>
                    </a:lnTo>
                    <a:lnTo>
                      <a:pt x="8" y="0"/>
                    </a:lnTo>
                    <a:lnTo>
                      <a:pt x="8" y="0"/>
                    </a:lnTo>
                    <a:lnTo>
                      <a:pt x="10" y="0"/>
                    </a:lnTo>
                    <a:lnTo>
                      <a:pt x="10" y="0"/>
                    </a:lnTo>
                    <a:lnTo>
                      <a:pt x="12" y="8"/>
                    </a:lnTo>
                    <a:lnTo>
                      <a:pt x="12" y="18"/>
                    </a:lnTo>
                    <a:lnTo>
                      <a:pt x="6" y="16"/>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7" name="Freeform 116">
                <a:extLst>
                  <a:ext uri="{FF2B5EF4-FFF2-40B4-BE49-F238E27FC236}">
                    <a16:creationId xmlns:a16="http://schemas.microsoft.com/office/drawing/2014/main" id="{01CF8E9B-5B91-5D47-8C78-C6EA83CB5868}"/>
                  </a:ext>
                </a:extLst>
              </p:cNvPr>
              <p:cNvSpPr>
                <a:spLocks noEditPoints="1"/>
              </p:cNvSpPr>
              <p:nvPr/>
            </p:nvSpPr>
            <p:spPr bwMode="auto">
              <a:xfrm>
                <a:off x="7257519" y="3502599"/>
                <a:ext cx="207432" cy="320376"/>
              </a:xfrm>
              <a:custGeom>
                <a:avLst/>
                <a:gdLst>
                  <a:gd name="T0" fmla="*/ 56 w 106"/>
                  <a:gd name="T1" fmla="*/ 6 h 160"/>
                  <a:gd name="T2" fmla="*/ 58 w 106"/>
                  <a:gd name="T3" fmla="*/ 12 h 160"/>
                  <a:gd name="T4" fmla="*/ 58 w 106"/>
                  <a:gd name="T5" fmla="*/ 0 h 160"/>
                  <a:gd name="T6" fmla="*/ 54 w 106"/>
                  <a:gd name="T7" fmla="*/ 2 h 160"/>
                  <a:gd name="T8" fmla="*/ 54 w 106"/>
                  <a:gd name="T9" fmla="*/ 6 h 160"/>
                  <a:gd name="T10" fmla="*/ 60 w 106"/>
                  <a:gd name="T11" fmla="*/ 18 h 160"/>
                  <a:gd name="T12" fmla="*/ 62 w 106"/>
                  <a:gd name="T13" fmla="*/ 24 h 160"/>
                  <a:gd name="T14" fmla="*/ 68 w 106"/>
                  <a:gd name="T15" fmla="*/ 28 h 160"/>
                  <a:gd name="T16" fmla="*/ 72 w 106"/>
                  <a:gd name="T17" fmla="*/ 34 h 160"/>
                  <a:gd name="T18" fmla="*/ 76 w 106"/>
                  <a:gd name="T19" fmla="*/ 38 h 160"/>
                  <a:gd name="T20" fmla="*/ 88 w 106"/>
                  <a:gd name="T21" fmla="*/ 42 h 160"/>
                  <a:gd name="T22" fmla="*/ 90 w 106"/>
                  <a:gd name="T23" fmla="*/ 44 h 160"/>
                  <a:gd name="T24" fmla="*/ 94 w 106"/>
                  <a:gd name="T25" fmla="*/ 48 h 160"/>
                  <a:gd name="T26" fmla="*/ 96 w 106"/>
                  <a:gd name="T27" fmla="*/ 48 h 160"/>
                  <a:gd name="T28" fmla="*/ 100 w 106"/>
                  <a:gd name="T29" fmla="*/ 54 h 160"/>
                  <a:gd name="T30" fmla="*/ 100 w 106"/>
                  <a:gd name="T31" fmla="*/ 58 h 160"/>
                  <a:gd name="T32" fmla="*/ 104 w 106"/>
                  <a:gd name="T33" fmla="*/ 60 h 160"/>
                  <a:gd name="T34" fmla="*/ 106 w 106"/>
                  <a:gd name="T35" fmla="*/ 62 h 160"/>
                  <a:gd name="T36" fmla="*/ 106 w 106"/>
                  <a:gd name="T37" fmla="*/ 66 h 160"/>
                  <a:gd name="T38" fmla="*/ 102 w 106"/>
                  <a:gd name="T39" fmla="*/ 72 h 160"/>
                  <a:gd name="T40" fmla="*/ 102 w 106"/>
                  <a:gd name="T41" fmla="*/ 76 h 160"/>
                  <a:gd name="T42" fmla="*/ 100 w 106"/>
                  <a:gd name="T43" fmla="*/ 80 h 160"/>
                  <a:gd name="T44" fmla="*/ 100 w 106"/>
                  <a:gd name="T45" fmla="*/ 82 h 160"/>
                  <a:gd name="T46" fmla="*/ 96 w 106"/>
                  <a:gd name="T47" fmla="*/ 86 h 160"/>
                  <a:gd name="T48" fmla="*/ 94 w 106"/>
                  <a:gd name="T49" fmla="*/ 94 h 160"/>
                  <a:gd name="T50" fmla="*/ 90 w 106"/>
                  <a:gd name="T51" fmla="*/ 96 h 160"/>
                  <a:gd name="T52" fmla="*/ 90 w 106"/>
                  <a:gd name="T53" fmla="*/ 104 h 160"/>
                  <a:gd name="T54" fmla="*/ 86 w 106"/>
                  <a:gd name="T55" fmla="*/ 102 h 160"/>
                  <a:gd name="T56" fmla="*/ 82 w 106"/>
                  <a:gd name="T57" fmla="*/ 112 h 160"/>
                  <a:gd name="T58" fmla="*/ 82 w 106"/>
                  <a:gd name="T59" fmla="*/ 124 h 160"/>
                  <a:gd name="T60" fmla="*/ 68 w 106"/>
                  <a:gd name="T61" fmla="*/ 128 h 160"/>
                  <a:gd name="T62" fmla="*/ 68 w 106"/>
                  <a:gd name="T63" fmla="*/ 130 h 160"/>
                  <a:gd name="T64" fmla="*/ 68 w 106"/>
                  <a:gd name="T65" fmla="*/ 130 h 160"/>
                  <a:gd name="T66" fmla="*/ 64 w 106"/>
                  <a:gd name="T67" fmla="*/ 136 h 160"/>
                  <a:gd name="T68" fmla="*/ 64 w 106"/>
                  <a:gd name="T69" fmla="*/ 140 h 160"/>
                  <a:gd name="T70" fmla="*/ 48 w 106"/>
                  <a:gd name="T71" fmla="*/ 142 h 160"/>
                  <a:gd name="T72" fmla="*/ 46 w 106"/>
                  <a:gd name="T73" fmla="*/ 148 h 160"/>
                  <a:gd name="T74" fmla="*/ 44 w 106"/>
                  <a:gd name="T75" fmla="*/ 154 h 160"/>
                  <a:gd name="T76" fmla="*/ 34 w 106"/>
                  <a:gd name="T77" fmla="*/ 156 h 160"/>
                  <a:gd name="T78" fmla="*/ 28 w 106"/>
                  <a:gd name="T79" fmla="*/ 158 h 160"/>
                  <a:gd name="T80" fmla="*/ 28 w 106"/>
                  <a:gd name="T81" fmla="*/ 160 h 160"/>
                  <a:gd name="T82" fmla="*/ 16 w 106"/>
                  <a:gd name="T83" fmla="*/ 156 h 160"/>
                  <a:gd name="T84" fmla="*/ 0 w 106"/>
                  <a:gd name="T85" fmla="*/ 124 h 160"/>
                  <a:gd name="T86" fmla="*/ 44 w 106"/>
                  <a:gd name="T87" fmla="*/ 104 h 160"/>
                  <a:gd name="T88" fmla="*/ 48 w 106"/>
                  <a:gd name="T89" fmla="*/ 98 h 160"/>
                  <a:gd name="T90" fmla="*/ 54 w 106"/>
                  <a:gd name="T91" fmla="*/ 64 h 160"/>
                  <a:gd name="T92" fmla="*/ 44 w 106"/>
                  <a:gd name="T93" fmla="*/ 54 h 160"/>
                  <a:gd name="T94" fmla="*/ 48 w 106"/>
                  <a:gd name="T95" fmla="*/ 44 h 160"/>
                  <a:gd name="T96" fmla="*/ 50 w 106"/>
                  <a:gd name="T97" fmla="*/ 40 h 160"/>
                  <a:gd name="T98" fmla="*/ 50 w 106"/>
                  <a:gd name="T99" fmla="*/ 32 h 160"/>
                  <a:gd name="T100" fmla="*/ 48 w 106"/>
                  <a:gd name="T101" fmla="*/ 32 h 160"/>
                  <a:gd name="T102" fmla="*/ 50 w 106"/>
                  <a:gd name="T103" fmla="*/ 28 h 160"/>
                  <a:gd name="T104" fmla="*/ 54 w 106"/>
                  <a:gd name="T105" fmla="*/ 26 h 160"/>
                  <a:gd name="T106" fmla="*/ 52 w 106"/>
                  <a:gd name="T107" fmla="*/ 24 h 160"/>
                  <a:gd name="T108" fmla="*/ 50 w 106"/>
                  <a:gd name="T109" fmla="*/ 22 h 160"/>
                  <a:gd name="T110" fmla="*/ 52 w 106"/>
                  <a:gd name="T111" fmla="*/ 18 h 160"/>
                  <a:gd name="T112" fmla="*/ 54 w 106"/>
                  <a:gd name="T113" fmla="*/ 22 h 160"/>
                  <a:gd name="T114" fmla="*/ 56 w 106"/>
                  <a:gd name="T115" fmla="*/ 22 h 160"/>
                  <a:gd name="T116" fmla="*/ 58 w 106"/>
                  <a:gd name="T117" fmla="*/ 20 h 160"/>
                  <a:gd name="T118" fmla="*/ 60 w 106"/>
                  <a:gd name="T119" fmla="*/ 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6" h="160">
                    <a:moveTo>
                      <a:pt x="54" y="6"/>
                    </a:moveTo>
                    <a:lnTo>
                      <a:pt x="56" y="6"/>
                    </a:lnTo>
                    <a:lnTo>
                      <a:pt x="54" y="12"/>
                    </a:lnTo>
                    <a:lnTo>
                      <a:pt x="58" y="12"/>
                    </a:lnTo>
                    <a:lnTo>
                      <a:pt x="58" y="12"/>
                    </a:lnTo>
                    <a:lnTo>
                      <a:pt x="58" y="0"/>
                    </a:lnTo>
                    <a:lnTo>
                      <a:pt x="58" y="0"/>
                    </a:lnTo>
                    <a:lnTo>
                      <a:pt x="54" y="2"/>
                    </a:lnTo>
                    <a:lnTo>
                      <a:pt x="54" y="2"/>
                    </a:lnTo>
                    <a:lnTo>
                      <a:pt x="54" y="6"/>
                    </a:lnTo>
                    <a:lnTo>
                      <a:pt x="54" y="6"/>
                    </a:lnTo>
                    <a:close/>
                    <a:moveTo>
                      <a:pt x="60" y="18"/>
                    </a:moveTo>
                    <a:lnTo>
                      <a:pt x="60" y="18"/>
                    </a:lnTo>
                    <a:lnTo>
                      <a:pt x="62" y="24"/>
                    </a:lnTo>
                    <a:lnTo>
                      <a:pt x="62" y="24"/>
                    </a:lnTo>
                    <a:lnTo>
                      <a:pt x="68" y="28"/>
                    </a:lnTo>
                    <a:lnTo>
                      <a:pt x="68" y="28"/>
                    </a:lnTo>
                    <a:lnTo>
                      <a:pt x="72" y="34"/>
                    </a:lnTo>
                    <a:lnTo>
                      <a:pt x="76" y="38"/>
                    </a:lnTo>
                    <a:lnTo>
                      <a:pt x="76" y="38"/>
                    </a:lnTo>
                    <a:lnTo>
                      <a:pt x="80" y="38"/>
                    </a:lnTo>
                    <a:lnTo>
                      <a:pt x="88" y="42"/>
                    </a:lnTo>
                    <a:lnTo>
                      <a:pt x="88" y="42"/>
                    </a:lnTo>
                    <a:lnTo>
                      <a:pt x="90" y="44"/>
                    </a:lnTo>
                    <a:lnTo>
                      <a:pt x="94" y="48"/>
                    </a:lnTo>
                    <a:lnTo>
                      <a:pt x="94" y="48"/>
                    </a:lnTo>
                    <a:lnTo>
                      <a:pt x="96" y="48"/>
                    </a:lnTo>
                    <a:lnTo>
                      <a:pt x="96" y="48"/>
                    </a:lnTo>
                    <a:lnTo>
                      <a:pt x="100" y="54"/>
                    </a:lnTo>
                    <a:lnTo>
                      <a:pt x="100" y="54"/>
                    </a:lnTo>
                    <a:lnTo>
                      <a:pt x="100" y="56"/>
                    </a:lnTo>
                    <a:lnTo>
                      <a:pt x="100" y="58"/>
                    </a:lnTo>
                    <a:lnTo>
                      <a:pt x="100" y="58"/>
                    </a:lnTo>
                    <a:lnTo>
                      <a:pt x="104" y="60"/>
                    </a:lnTo>
                    <a:lnTo>
                      <a:pt x="106" y="62"/>
                    </a:lnTo>
                    <a:lnTo>
                      <a:pt x="106" y="62"/>
                    </a:lnTo>
                    <a:lnTo>
                      <a:pt x="106" y="66"/>
                    </a:lnTo>
                    <a:lnTo>
                      <a:pt x="106" y="66"/>
                    </a:lnTo>
                    <a:lnTo>
                      <a:pt x="102" y="72"/>
                    </a:lnTo>
                    <a:lnTo>
                      <a:pt x="102" y="72"/>
                    </a:lnTo>
                    <a:lnTo>
                      <a:pt x="102" y="76"/>
                    </a:lnTo>
                    <a:lnTo>
                      <a:pt x="102" y="76"/>
                    </a:lnTo>
                    <a:lnTo>
                      <a:pt x="100" y="80"/>
                    </a:lnTo>
                    <a:lnTo>
                      <a:pt x="100" y="80"/>
                    </a:lnTo>
                    <a:lnTo>
                      <a:pt x="100" y="82"/>
                    </a:lnTo>
                    <a:lnTo>
                      <a:pt x="100" y="82"/>
                    </a:lnTo>
                    <a:lnTo>
                      <a:pt x="96" y="86"/>
                    </a:lnTo>
                    <a:lnTo>
                      <a:pt x="96" y="86"/>
                    </a:lnTo>
                    <a:lnTo>
                      <a:pt x="94" y="94"/>
                    </a:lnTo>
                    <a:lnTo>
                      <a:pt x="94" y="94"/>
                    </a:lnTo>
                    <a:lnTo>
                      <a:pt x="90" y="96"/>
                    </a:lnTo>
                    <a:lnTo>
                      <a:pt x="90" y="96"/>
                    </a:lnTo>
                    <a:lnTo>
                      <a:pt x="90" y="100"/>
                    </a:lnTo>
                    <a:lnTo>
                      <a:pt x="90" y="104"/>
                    </a:lnTo>
                    <a:lnTo>
                      <a:pt x="90" y="104"/>
                    </a:lnTo>
                    <a:lnTo>
                      <a:pt x="86" y="102"/>
                    </a:lnTo>
                    <a:lnTo>
                      <a:pt x="86" y="102"/>
                    </a:lnTo>
                    <a:lnTo>
                      <a:pt x="82" y="112"/>
                    </a:lnTo>
                    <a:lnTo>
                      <a:pt x="82" y="124"/>
                    </a:lnTo>
                    <a:lnTo>
                      <a:pt x="82" y="124"/>
                    </a:lnTo>
                    <a:lnTo>
                      <a:pt x="76" y="126"/>
                    </a:lnTo>
                    <a:lnTo>
                      <a:pt x="68" y="128"/>
                    </a:lnTo>
                    <a:lnTo>
                      <a:pt x="68" y="128"/>
                    </a:lnTo>
                    <a:lnTo>
                      <a:pt x="68" y="130"/>
                    </a:lnTo>
                    <a:lnTo>
                      <a:pt x="68" y="130"/>
                    </a:lnTo>
                    <a:lnTo>
                      <a:pt x="68" y="130"/>
                    </a:lnTo>
                    <a:lnTo>
                      <a:pt x="64" y="136"/>
                    </a:lnTo>
                    <a:lnTo>
                      <a:pt x="64" y="136"/>
                    </a:lnTo>
                    <a:lnTo>
                      <a:pt x="64" y="140"/>
                    </a:lnTo>
                    <a:lnTo>
                      <a:pt x="64" y="140"/>
                    </a:lnTo>
                    <a:lnTo>
                      <a:pt x="58" y="142"/>
                    </a:lnTo>
                    <a:lnTo>
                      <a:pt x="48" y="142"/>
                    </a:lnTo>
                    <a:lnTo>
                      <a:pt x="48" y="142"/>
                    </a:lnTo>
                    <a:lnTo>
                      <a:pt x="46" y="148"/>
                    </a:lnTo>
                    <a:lnTo>
                      <a:pt x="44" y="154"/>
                    </a:lnTo>
                    <a:lnTo>
                      <a:pt x="44" y="154"/>
                    </a:lnTo>
                    <a:lnTo>
                      <a:pt x="38" y="154"/>
                    </a:lnTo>
                    <a:lnTo>
                      <a:pt x="34" y="156"/>
                    </a:lnTo>
                    <a:lnTo>
                      <a:pt x="34" y="156"/>
                    </a:lnTo>
                    <a:lnTo>
                      <a:pt x="28" y="158"/>
                    </a:lnTo>
                    <a:lnTo>
                      <a:pt x="28" y="160"/>
                    </a:lnTo>
                    <a:lnTo>
                      <a:pt x="28" y="160"/>
                    </a:lnTo>
                    <a:lnTo>
                      <a:pt x="24" y="160"/>
                    </a:lnTo>
                    <a:lnTo>
                      <a:pt x="16" y="156"/>
                    </a:lnTo>
                    <a:lnTo>
                      <a:pt x="0" y="128"/>
                    </a:lnTo>
                    <a:lnTo>
                      <a:pt x="0" y="124"/>
                    </a:lnTo>
                    <a:lnTo>
                      <a:pt x="0" y="124"/>
                    </a:lnTo>
                    <a:lnTo>
                      <a:pt x="44" y="104"/>
                    </a:lnTo>
                    <a:lnTo>
                      <a:pt x="44" y="104"/>
                    </a:lnTo>
                    <a:lnTo>
                      <a:pt x="48" y="98"/>
                    </a:lnTo>
                    <a:lnTo>
                      <a:pt x="50" y="84"/>
                    </a:lnTo>
                    <a:lnTo>
                      <a:pt x="54" y="64"/>
                    </a:lnTo>
                    <a:lnTo>
                      <a:pt x="44" y="54"/>
                    </a:lnTo>
                    <a:lnTo>
                      <a:pt x="44" y="54"/>
                    </a:lnTo>
                    <a:lnTo>
                      <a:pt x="46" y="50"/>
                    </a:lnTo>
                    <a:lnTo>
                      <a:pt x="48" y="44"/>
                    </a:lnTo>
                    <a:lnTo>
                      <a:pt x="48" y="44"/>
                    </a:lnTo>
                    <a:lnTo>
                      <a:pt x="50" y="40"/>
                    </a:lnTo>
                    <a:lnTo>
                      <a:pt x="50" y="36"/>
                    </a:lnTo>
                    <a:lnTo>
                      <a:pt x="50" y="32"/>
                    </a:lnTo>
                    <a:lnTo>
                      <a:pt x="50" y="32"/>
                    </a:lnTo>
                    <a:lnTo>
                      <a:pt x="48" y="32"/>
                    </a:lnTo>
                    <a:lnTo>
                      <a:pt x="48" y="32"/>
                    </a:lnTo>
                    <a:lnTo>
                      <a:pt x="50" y="28"/>
                    </a:lnTo>
                    <a:lnTo>
                      <a:pt x="50" y="28"/>
                    </a:lnTo>
                    <a:lnTo>
                      <a:pt x="54" y="26"/>
                    </a:lnTo>
                    <a:lnTo>
                      <a:pt x="54" y="26"/>
                    </a:lnTo>
                    <a:lnTo>
                      <a:pt x="52" y="24"/>
                    </a:lnTo>
                    <a:lnTo>
                      <a:pt x="50" y="22"/>
                    </a:lnTo>
                    <a:lnTo>
                      <a:pt x="50" y="22"/>
                    </a:lnTo>
                    <a:lnTo>
                      <a:pt x="50" y="18"/>
                    </a:lnTo>
                    <a:lnTo>
                      <a:pt x="52" y="18"/>
                    </a:lnTo>
                    <a:lnTo>
                      <a:pt x="52" y="18"/>
                    </a:lnTo>
                    <a:lnTo>
                      <a:pt x="54" y="22"/>
                    </a:lnTo>
                    <a:lnTo>
                      <a:pt x="56" y="22"/>
                    </a:lnTo>
                    <a:lnTo>
                      <a:pt x="56" y="22"/>
                    </a:lnTo>
                    <a:lnTo>
                      <a:pt x="56" y="22"/>
                    </a:lnTo>
                    <a:lnTo>
                      <a:pt x="58" y="20"/>
                    </a:lnTo>
                    <a:lnTo>
                      <a:pt x="60" y="18"/>
                    </a:lnTo>
                    <a:lnTo>
                      <a:pt x="6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8" name="Freeform 132">
                <a:extLst>
                  <a:ext uri="{FF2B5EF4-FFF2-40B4-BE49-F238E27FC236}">
                    <a16:creationId xmlns:a16="http://schemas.microsoft.com/office/drawing/2014/main" id="{6D4A14FA-F984-854C-B1C3-C7B82AC42B30}"/>
                  </a:ext>
                </a:extLst>
              </p:cNvPr>
              <p:cNvSpPr>
                <a:spLocks/>
              </p:cNvSpPr>
              <p:nvPr/>
            </p:nvSpPr>
            <p:spPr bwMode="auto">
              <a:xfrm>
                <a:off x="7128364" y="2985993"/>
                <a:ext cx="23483" cy="28033"/>
              </a:xfrm>
              <a:custGeom>
                <a:avLst/>
                <a:gdLst>
                  <a:gd name="T0" fmla="*/ 10 w 12"/>
                  <a:gd name="T1" fmla="*/ 14 h 14"/>
                  <a:gd name="T2" fmla="*/ 10 w 12"/>
                  <a:gd name="T3" fmla="*/ 14 h 14"/>
                  <a:gd name="T4" fmla="*/ 4 w 12"/>
                  <a:gd name="T5" fmla="*/ 8 h 14"/>
                  <a:gd name="T6" fmla="*/ 2 w 12"/>
                  <a:gd name="T7" fmla="*/ 6 h 14"/>
                  <a:gd name="T8" fmla="*/ 0 w 12"/>
                  <a:gd name="T9" fmla="*/ 2 h 14"/>
                  <a:gd name="T10" fmla="*/ 6 w 12"/>
                  <a:gd name="T11" fmla="*/ 0 h 14"/>
                  <a:gd name="T12" fmla="*/ 8 w 12"/>
                  <a:gd name="T13" fmla="*/ 4 h 14"/>
                  <a:gd name="T14" fmla="*/ 6 w 12"/>
                  <a:gd name="T15" fmla="*/ 4 h 14"/>
                  <a:gd name="T16" fmla="*/ 8 w 12"/>
                  <a:gd name="T17" fmla="*/ 8 h 14"/>
                  <a:gd name="T18" fmla="*/ 8 w 12"/>
                  <a:gd name="T19" fmla="*/ 8 h 14"/>
                  <a:gd name="T20" fmla="*/ 12 w 12"/>
                  <a:gd name="T21" fmla="*/ 10 h 14"/>
                  <a:gd name="T22" fmla="*/ 12 w 12"/>
                  <a:gd name="T23" fmla="*/ 12 h 14"/>
                  <a:gd name="T24" fmla="*/ 12 w 12"/>
                  <a:gd name="T25" fmla="*/ 12 h 14"/>
                  <a:gd name="T26" fmla="*/ 12 w 12"/>
                  <a:gd name="T27" fmla="*/ 14 h 14"/>
                  <a:gd name="T28" fmla="*/ 10 w 12"/>
                  <a:gd name="T29" fmla="*/ 14 h 14"/>
                  <a:gd name="T30" fmla="*/ 10 w 12"/>
                  <a:gd name="T31"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4">
                    <a:moveTo>
                      <a:pt x="10" y="14"/>
                    </a:moveTo>
                    <a:lnTo>
                      <a:pt x="10" y="14"/>
                    </a:lnTo>
                    <a:lnTo>
                      <a:pt x="4" y="8"/>
                    </a:lnTo>
                    <a:lnTo>
                      <a:pt x="2" y="6"/>
                    </a:lnTo>
                    <a:lnTo>
                      <a:pt x="0" y="2"/>
                    </a:lnTo>
                    <a:lnTo>
                      <a:pt x="6" y="0"/>
                    </a:lnTo>
                    <a:lnTo>
                      <a:pt x="8" y="4"/>
                    </a:lnTo>
                    <a:lnTo>
                      <a:pt x="6" y="4"/>
                    </a:lnTo>
                    <a:lnTo>
                      <a:pt x="8" y="8"/>
                    </a:lnTo>
                    <a:lnTo>
                      <a:pt x="8" y="8"/>
                    </a:lnTo>
                    <a:lnTo>
                      <a:pt x="12" y="10"/>
                    </a:lnTo>
                    <a:lnTo>
                      <a:pt x="12" y="12"/>
                    </a:lnTo>
                    <a:lnTo>
                      <a:pt x="12" y="12"/>
                    </a:lnTo>
                    <a:lnTo>
                      <a:pt x="12" y="14"/>
                    </a:lnTo>
                    <a:lnTo>
                      <a:pt x="10" y="14"/>
                    </a:lnTo>
                    <a:lnTo>
                      <a:pt x="10"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9" name="Freeform 150">
                <a:extLst>
                  <a:ext uri="{FF2B5EF4-FFF2-40B4-BE49-F238E27FC236}">
                    <a16:creationId xmlns:a16="http://schemas.microsoft.com/office/drawing/2014/main" id="{C2F8A4DB-DCDD-7F45-8D9D-1D48355B5E29}"/>
                  </a:ext>
                </a:extLst>
              </p:cNvPr>
              <p:cNvSpPr>
                <a:spLocks/>
              </p:cNvSpPr>
              <p:nvPr/>
            </p:nvSpPr>
            <p:spPr bwMode="auto">
              <a:xfrm>
                <a:off x="6823087" y="3202246"/>
                <a:ext cx="50880" cy="76090"/>
              </a:xfrm>
              <a:custGeom>
                <a:avLst/>
                <a:gdLst>
                  <a:gd name="T0" fmla="*/ 14 w 26"/>
                  <a:gd name="T1" fmla="*/ 4 h 38"/>
                  <a:gd name="T2" fmla="*/ 14 w 26"/>
                  <a:gd name="T3" fmla="*/ 4 h 38"/>
                  <a:gd name="T4" fmla="*/ 12 w 26"/>
                  <a:gd name="T5" fmla="*/ 6 h 38"/>
                  <a:gd name="T6" fmla="*/ 10 w 26"/>
                  <a:gd name="T7" fmla="*/ 12 h 38"/>
                  <a:gd name="T8" fmla="*/ 10 w 26"/>
                  <a:gd name="T9" fmla="*/ 12 h 38"/>
                  <a:gd name="T10" fmla="*/ 8 w 26"/>
                  <a:gd name="T11" fmla="*/ 12 h 38"/>
                  <a:gd name="T12" fmla="*/ 6 w 26"/>
                  <a:gd name="T13" fmla="*/ 14 h 38"/>
                  <a:gd name="T14" fmla="*/ 6 w 26"/>
                  <a:gd name="T15" fmla="*/ 14 h 38"/>
                  <a:gd name="T16" fmla="*/ 6 w 26"/>
                  <a:gd name="T17" fmla="*/ 20 h 38"/>
                  <a:gd name="T18" fmla="*/ 6 w 26"/>
                  <a:gd name="T19" fmla="*/ 28 h 38"/>
                  <a:gd name="T20" fmla="*/ 6 w 26"/>
                  <a:gd name="T21" fmla="*/ 28 h 38"/>
                  <a:gd name="T22" fmla="*/ 2 w 26"/>
                  <a:gd name="T23" fmla="*/ 30 h 38"/>
                  <a:gd name="T24" fmla="*/ 0 w 26"/>
                  <a:gd name="T25" fmla="*/ 34 h 38"/>
                  <a:gd name="T26" fmla="*/ 0 w 26"/>
                  <a:gd name="T27" fmla="*/ 34 h 38"/>
                  <a:gd name="T28" fmla="*/ 0 w 26"/>
                  <a:gd name="T29" fmla="*/ 38 h 38"/>
                  <a:gd name="T30" fmla="*/ 0 w 26"/>
                  <a:gd name="T31" fmla="*/ 38 h 38"/>
                  <a:gd name="T32" fmla="*/ 4 w 26"/>
                  <a:gd name="T33" fmla="*/ 38 h 38"/>
                  <a:gd name="T34" fmla="*/ 6 w 26"/>
                  <a:gd name="T35" fmla="*/ 38 h 38"/>
                  <a:gd name="T36" fmla="*/ 6 w 26"/>
                  <a:gd name="T37" fmla="*/ 38 h 38"/>
                  <a:gd name="T38" fmla="*/ 6 w 26"/>
                  <a:gd name="T39" fmla="*/ 38 h 38"/>
                  <a:gd name="T40" fmla="*/ 8 w 26"/>
                  <a:gd name="T41" fmla="*/ 36 h 38"/>
                  <a:gd name="T42" fmla="*/ 8 w 26"/>
                  <a:gd name="T43" fmla="*/ 36 h 38"/>
                  <a:gd name="T44" fmla="*/ 10 w 26"/>
                  <a:gd name="T45" fmla="*/ 36 h 38"/>
                  <a:gd name="T46" fmla="*/ 10 w 26"/>
                  <a:gd name="T47" fmla="*/ 36 h 38"/>
                  <a:gd name="T48" fmla="*/ 14 w 26"/>
                  <a:gd name="T49" fmla="*/ 30 h 38"/>
                  <a:gd name="T50" fmla="*/ 14 w 26"/>
                  <a:gd name="T51" fmla="*/ 30 h 38"/>
                  <a:gd name="T52" fmla="*/ 16 w 26"/>
                  <a:gd name="T53" fmla="*/ 28 h 38"/>
                  <a:gd name="T54" fmla="*/ 18 w 26"/>
                  <a:gd name="T55" fmla="*/ 26 h 38"/>
                  <a:gd name="T56" fmla="*/ 18 w 26"/>
                  <a:gd name="T57" fmla="*/ 26 h 38"/>
                  <a:gd name="T58" fmla="*/ 18 w 26"/>
                  <a:gd name="T59" fmla="*/ 22 h 38"/>
                  <a:gd name="T60" fmla="*/ 20 w 26"/>
                  <a:gd name="T61" fmla="*/ 18 h 38"/>
                  <a:gd name="T62" fmla="*/ 20 w 26"/>
                  <a:gd name="T63" fmla="*/ 18 h 38"/>
                  <a:gd name="T64" fmla="*/ 24 w 26"/>
                  <a:gd name="T65" fmla="*/ 12 h 38"/>
                  <a:gd name="T66" fmla="*/ 26 w 26"/>
                  <a:gd name="T67" fmla="*/ 4 h 38"/>
                  <a:gd name="T68" fmla="*/ 26 w 26"/>
                  <a:gd name="T69" fmla="*/ 4 h 38"/>
                  <a:gd name="T70" fmla="*/ 26 w 26"/>
                  <a:gd name="T71" fmla="*/ 2 h 38"/>
                  <a:gd name="T72" fmla="*/ 24 w 26"/>
                  <a:gd name="T73" fmla="*/ 2 h 38"/>
                  <a:gd name="T74" fmla="*/ 20 w 26"/>
                  <a:gd name="T75" fmla="*/ 0 h 38"/>
                  <a:gd name="T76" fmla="*/ 20 w 26"/>
                  <a:gd name="T77" fmla="*/ 0 h 38"/>
                  <a:gd name="T78" fmla="*/ 18 w 26"/>
                  <a:gd name="T79" fmla="*/ 0 h 38"/>
                  <a:gd name="T80" fmla="*/ 16 w 26"/>
                  <a:gd name="T81" fmla="*/ 0 h 38"/>
                  <a:gd name="T82" fmla="*/ 14 w 26"/>
                  <a:gd name="T83" fmla="*/ 4 h 38"/>
                  <a:gd name="T84" fmla="*/ 14 w 26"/>
                  <a:gd name="T85"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8">
                    <a:moveTo>
                      <a:pt x="14" y="4"/>
                    </a:moveTo>
                    <a:lnTo>
                      <a:pt x="14" y="4"/>
                    </a:lnTo>
                    <a:lnTo>
                      <a:pt x="12" y="6"/>
                    </a:lnTo>
                    <a:lnTo>
                      <a:pt x="10" y="12"/>
                    </a:lnTo>
                    <a:lnTo>
                      <a:pt x="10" y="12"/>
                    </a:lnTo>
                    <a:lnTo>
                      <a:pt x="8" y="12"/>
                    </a:lnTo>
                    <a:lnTo>
                      <a:pt x="6" y="14"/>
                    </a:lnTo>
                    <a:lnTo>
                      <a:pt x="6" y="14"/>
                    </a:lnTo>
                    <a:lnTo>
                      <a:pt x="6" y="20"/>
                    </a:lnTo>
                    <a:lnTo>
                      <a:pt x="6" y="28"/>
                    </a:lnTo>
                    <a:lnTo>
                      <a:pt x="6" y="28"/>
                    </a:lnTo>
                    <a:lnTo>
                      <a:pt x="2" y="30"/>
                    </a:lnTo>
                    <a:lnTo>
                      <a:pt x="0" y="34"/>
                    </a:lnTo>
                    <a:lnTo>
                      <a:pt x="0" y="34"/>
                    </a:lnTo>
                    <a:lnTo>
                      <a:pt x="0" y="38"/>
                    </a:lnTo>
                    <a:lnTo>
                      <a:pt x="0" y="38"/>
                    </a:lnTo>
                    <a:lnTo>
                      <a:pt x="4" y="38"/>
                    </a:lnTo>
                    <a:lnTo>
                      <a:pt x="6" y="38"/>
                    </a:lnTo>
                    <a:lnTo>
                      <a:pt x="6" y="38"/>
                    </a:lnTo>
                    <a:lnTo>
                      <a:pt x="6" y="38"/>
                    </a:lnTo>
                    <a:lnTo>
                      <a:pt x="8" y="36"/>
                    </a:lnTo>
                    <a:lnTo>
                      <a:pt x="8" y="36"/>
                    </a:lnTo>
                    <a:lnTo>
                      <a:pt x="10" y="36"/>
                    </a:lnTo>
                    <a:lnTo>
                      <a:pt x="10" y="36"/>
                    </a:lnTo>
                    <a:lnTo>
                      <a:pt x="14" y="30"/>
                    </a:lnTo>
                    <a:lnTo>
                      <a:pt x="14" y="30"/>
                    </a:lnTo>
                    <a:lnTo>
                      <a:pt x="16" y="28"/>
                    </a:lnTo>
                    <a:lnTo>
                      <a:pt x="18" y="26"/>
                    </a:lnTo>
                    <a:lnTo>
                      <a:pt x="18" y="26"/>
                    </a:lnTo>
                    <a:lnTo>
                      <a:pt x="18" y="22"/>
                    </a:lnTo>
                    <a:lnTo>
                      <a:pt x="20" y="18"/>
                    </a:lnTo>
                    <a:lnTo>
                      <a:pt x="20" y="18"/>
                    </a:lnTo>
                    <a:lnTo>
                      <a:pt x="24" y="12"/>
                    </a:lnTo>
                    <a:lnTo>
                      <a:pt x="26" y="4"/>
                    </a:lnTo>
                    <a:lnTo>
                      <a:pt x="26" y="4"/>
                    </a:lnTo>
                    <a:lnTo>
                      <a:pt x="26" y="2"/>
                    </a:lnTo>
                    <a:lnTo>
                      <a:pt x="24" y="2"/>
                    </a:lnTo>
                    <a:lnTo>
                      <a:pt x="20" y="0"/>
                    </a:lnTo>
                    <a:lnTo>
                      <a:pt x="20" y="0"/>
                    </a:lnTo>
                    <a:lnTo>
                      <a:pt x="18" y="0"/>
                    </a:lnTo>
                    <a:lnTo>
                      <a:pt x="16" y="0"/>
                    </a:lnTo>
                    <a:lnTo>
                      <a:pt x="14" y="4"/>
                    </a:lnTo>
                    <a:lnTo>
                      <a:pt x="14"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0" name="Freeform 154">
                <a:extLst>
                  <a:ext uri="{FF2B5EF4-FFF2-40B4-BE49-F238E27FC236}">
                    <a16:creationId xmlns:a16="http://schemas.microsoft.com/office/drawing/2014/main" id="{3835B70A-CA02-0743-A114-4A005613DC87}"/>
                  </a:ext>
                </a:extLst>
              </p:cNvPr>
              <p:cNvSpPr>
                <a:spLocks/>
              </p:cNvSpPr>
              <p:nvPr/>
            </p:nvSpPr>
            <p:spPr bwMode="auto">
              <a:xfrm>
                <a:off x="7100968" y="3346417"/>
                <a:ext cx="70449" cy="60071"/>
              </a:xfrm>
              <a:custGeom>
                <a:avLst/>
                <a:gdLst>
                  <a:gd name="T0" fmla="*/ 30 w 36"/>
                  <a:gd name="T1" fmla="*/ 2 h 30"/>
                  <a:gd name="T2" fmla="*/ 30 w 36"/>
                  <a:gd name="T3" fmla="*/ 2 h 30"/>
                  <a:gd name="T4" fmla="*/ 22 w 36"/>
                  <a:gd name="T5" fmla="*/ 0 h 30"/>
                  <a:gd name="T6" fmla="*/ 22 w 36"/>
                  <a:gd name="T7" fmla="*/ 0 h 30"/>
                  <a:gd name="T8" fmla="*/ 20 w 36"/>
                  <a:gd name="T9" fmla="*/ 2 h 30"/>
                  <a:gd name="T10" fmla="*/ 18 w 36"/>
                  <a:gd name="T11" fmla="*/ 4 h 30"/>
                  <a:gd name="T12" fmla="*/ 12 w 36"/>
                  <a:gd name="T13" fmla="*/ 10 h 30"/>
                  <a:gd name="T14" fmla="*/ 12 w 36"/>
                  <a:gd name="T15" fmla="*/ 10 h 30"/>
                  <a:gd name="T16" fmla="*/ 6 w 36"/>
                  <a:gd name="T17" fmla="*/ 18 h 30"/>
                  <a:gd name="T18" fmla="*/ 0 w 36"/>
                  <a:gd name="T19" fmla="*/ 20 h 30"/>
                  <a:gd name="T20" fmla="*/ 18 w 36"/>
                  <a:gd name="T21" fmla="*/ 24 h 30"/>
                  <a:gd name="T22" fmla="*/ 20 w 36"/>
                  <a:gd name="T23" fmla="*/ 30 h 30"/>
                  <a:gd name="T24" fmla="*/ 32 w 36"/>
                  <a:gd name="T25" fmla="*/ 30 h 30"/>
                  <a:gd name="T26" fmla="*/ 32 w 36"/>
                  <a:gd name="T27" fmla="*/ 30 h 30"/>
                  <a:gd name="T28" fmla="*/ 28 w 36"/>
                  <a:gd name="T29" fmla="*/ 22 h 30"/>
                  <a:gd name="T30" fmla="*/ 26 w 36"/>
                  <a:gd name="T31" fmla="*/ 22 h 30"/>
                  <a:gd name="T32" fmla="*/ 26 w 36"/>
                  <a:gd name="T33" fmla="*/ 22 h 30"/>
                  <a:gd name="T34" fmla="*/ 26 w 36"/>
                  <a:gd name="T35" fmla="*/ 14 h 30"/>
                  <a:gd name="T36" fmla="*/ 28 w 36"/>
                  <a:gd name="T37" fmla="*/ 10 h 30"/>
                  <a:gd name="T38" fmla="*/ 28 w 36"/>
                  <a:gd name="T39" fmla="*/ 10 h 30"/>
                  <a:gd name="T40" fmla="*/ 34 w 36"/>
                  <a:gd name="T41" fmla="*/ 12 h 30"/>
                  <a:gd name="T42" fmla="*/ 34 w 36"/>
                  <a:gd name="T43" fmla="*/ 12 h 30"/>
                  <a:gd name="T44" fmla="*/ 34 w 36"/>
                  <a:gd name="T45" fmla="*/ 12 h 30"/>
                  <a:gd name="T46" fmla="*/ 34 w 36"/>
                  <a:gd name="T47" fmla="*/ 12 h 30"/>
                  <a:gd name="T48" fmla="*/ 36 w 36"/>
                  <a:gd name="T49" fmla="*/ 12 h 30"/>
                  <a:gd name="T50" fmla="*/ 36 w 36"/>
                  <a:gd name="T51" fmla="*/ 10 h 30"/>
                  <a:gd name="T52" fmla="*/ 36 w 36"/>
                  <a:gd name="T53" fmla="*/ 10 h 30"/>
                  <a:gd name="T54" fmla="*/ 32 w 36"/>
                  <a:gd name="T55" fmla="*/ 10 h 30"/>
                  <a:gd name="T56" fmla="*/ 32 w 36"/>
                  <a:gd name="T57" fmla="*/ 10 h 30"/>
                  <a:gd name="T58" fmla="*/ 30 w 36"/>
                  <a:gd name="T59" fmla="*/ 6 h 30"/>
                  <a:gd name="T60" fmla="*/ 30 w 36"/>
                  <a:gd name="T61" fmla="*/ 2 h 30"/>
                  <a:gd name="T62" fmla="*/ 30 w 36"/>
                  <a:gd name="T63"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 h="30">
                    <a:moveTo>
                      <a:pt x="30" y="2"/>
                    </a:moveTo>
                    <a:lnTo>
                      <a:pt x="30" y="2"/>
                    </a:lnTo>
                    <a:lnTo>
                      <a:pt x="22" y="0"/>
                    </a:lnTo>
                    <a:lnTo>
                      <a:pt x="22" y="0"/>
                    </a:lnTo>
                    <a:lnTo>
                      <a:pt x="20" y="2"/>
                    </a:lnTo>
                    <a:lnTo>
                      <a:pt x="18" y="4"/>
                    </a:lnTo>
                    <a:lnTo>
                      <a:pt x="12" y="10"/>
                    </a:lnTo>
                    <a:lnTo>
                      <a:pt x="12" y="10"/>
                    </a:lnTo>
                    <a:lnTo>
                      <a:pt x="6" y="18"/>
                    </a:lnTo>
                    <a:lnTo>
                      <a:pt x="0" y="20"/>
                    </a:lnTo>
                    <a:lnTo>
                      <a:pt x="18" y="24"/>
                    </a:lnTo>
                    <a:lnTo>
                      <a:pt x="20" y="30"/>
                    </a:lnTo>
                    <a:lnTo>
                      <a:pt x="32" y="30"/>
                    </a:lnTo>
                    <a:lnTo>
                      <a:pt x="32" y="30"/>
                    </a:lnTo>
                    <a:lnTo>
                      <a:pt x="28" y="22"/>
                    </a:lnTo>
                    <a:lnTo>
                      <a:pt x="26" y="22"/>
                    </a:lnTo>
                    <a:lnTo>
                      <a:pt x="26" y="22"/>
                    </a:lnTo>
                    <a:lnTo>
                      <a:pt x="26" y="14"/>
                    </a:lnTo>
                    <a:lnTo>
                      <a:pt x="28" y="10"/>
                    </a:lnTo>
                    <a:lnTo>
                      <a:pt x="28" y="10"/>
                    </a:lnTo>
                    <a:lnTo>
                      <a:pt x="34" y="12"/>
                    </a:lnTo>
                    <a:lnTo>
                      <a:pt x="34" y="12"/>
                    </a:lnTo>
                    <a:lnTo>
                      <a:pt x="34" y="12"/>
                    </a:lnTo>
                    <a:lnTo>
                      <a:pt x="34" y="12"/>
                    </a:lnTo>
                    <a:lnTo>
                      <a:pt x="36" y="12"/>
                    </a:lnTo>
                    <a:lnTo>
                      <a:pt x="36" y="10"/>
                    </a:lnTo>
                    <a:lnTo>
                      <a:pt x="36" y="10"/>
                    </a:lnTo>
                    <a:lnTo>
                      <a:pt x="32" y="10"/>
                    </a:lnTo>
                    <a:lnTo>
                      <a:pt x="32" y="10"/>
                    </a:lnTo>
                    <a:lnTo>
                      <a:pt x="30" y="6"/>
                    </a:lnTo>
                    <a:lnTo>
                      <a:pt x="30" y="2"/>
                    </a:lnTo>
                    <a:lnTo>
                      <a:pt x="3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1" name="Freeform 157">
                <a:extLst>
                  <a:ext uri="{FF2B5EF4-FFF2-40B4-BE49-F238E27FC236}">
                    <a16:creationId xmlns:a16="http://schemas.microsoft.com/office/drawing/2014/main" id="{0D4560EE-E394-A14A-8B21-48F89356D0E5}"/>
                  </a:ext>
                </a:extLst>
              </p:cNvPr>
              <p:cNvSpPr>
                <a:spLocks/>
              </p:cNvSpPr>
              <p:nvPr/>
            </p:nvSpPr>
            <p:spPr bwMode="auto">
              <a:xfrm>
                <a:off x="6819175" y="3254308"/>
                <a:ext cx="117414" cy="144169"/>
              </a:xfrm>
              <a:custGeom>
                <a:avLst/>
                <a:gdLst>
                  <a:gd name="T0" fmla="*/ 10 w 60"/>
                  <a:gd name="T1" fmla="*/ 24 h 72"/>
                  <a:gd name="T2" fmla="*/ 10 w 60"/>
                  <a:gd name="T3" fmla="*/ 24 h 72"/>
                  <a:gd name="T4" fmla="*/ 12 w 60"/>
                  <a:gd name="T5" fmla="*/ 22 h 72"/>
                  <a:gd name="T6" fmla="*/ 12 w 60"/>
                  <a:gd name="T7" fmla="*/ 22 h 72"/>
                  <a:gd name="T8" fmla="*/ 12 w 60"/>
                  <a:gd name="T9" fmla="*/ 22 h 72"/>
                  <a:gd name="T10" fmla="*/ 12 w 60"/>
                  <a:gd name="T11" fmla="*/ 20 h 72"/>
                  <a:gd name="T12" fmla="*/ 14 w 60"/>
                  <a:gd name="T13" fmla="*/ 16 h 72"/>
                  <a:gd name="T14" fmla="*/ 14 w 60"/>
                  <a:gd name="T15" fmla="*/ 16 h 72"/>
                  <a:gd name="T16" fmla="*/ 18 w 60"/>
                  <a:gd name="T17" fmla="*/ 12 h 72"/>
                  <a:gd name="T18" fmla="*/ 20 w 60"/>
                  <a:gd name="T19" fmla="*/ 12 h 72"/>
                  <a:gd name="T20" fmla="*/ 22 w 60"/>
                  <a:gd name="T21" fmla="*/ 12 h 72"/>
                  <a:gd name="T22" fmla="*/ 22 w 60"/>
                  <a:gd name="T23" fmla="*/ 12 h 72"/>
                  <a:gd name="T24" fmla="*/ 28 w 60"/>
                  <a:gd name="T25" fmla="*/ 14 h 72"/>
                  <a:gd name="T26" fmla="*/ 32 w 60"/>
                  <a:gd name="T27" fmla="*/ 16 h 72"/>
                  <a:gd name="T28" fmla="*/ 52 w 60"/>
                  <a:gd name="T29" fmla="*/ 0 h 72"/>
                  <a:gd name="T30" fmla="*/ 60 w 60"/>
                  <a:gd name="T31" fmla="*/ 24 h 72"/>
                  <a:gd name="T32" fmla="*/ 60 w 60"/>
                  <a:gd name="T33" fmla="*/ 26 h 72"/>
                  <a:gd name="T34" fmla="*/ 32 w 60"/>
                  <a:gd name="T35" fmla="*/ 34 h 72"/>
                  <a:gd name="T36" fmla="*/ 42 w 60"/>
                  <a:gd name="T37" fmla="*/ 48 h 72"/>
                  <a:gd name="T38" fmla="*/ 42 w 60"/>
                  <a:gd name="T39" fmla="*/ 48 h 72"/>
                  <a:gd name="T40" fmla="*/ 38 w 60"/>
                  <a:gd name="T41" fmla="*/ 50 h 72"/>
                  <a:gd name="T42" fmla="*/ 36 w 60"/>
                  <a:gd name="T43" fmla="*/ 52 h 72"/>
                  <a:gd name="T44" fmla="*/ 34 w 60"/>
                  <a:gd name="T45" fmla="*/ 54 h 72"/>
                  <a:gd name="T46" fmla="*/ 34 w 60"/>
                  <a:gd name="T47" fmla="*/ 54 h 72"/>
                  <a:gd name="T48" fmla="*/ 32 w 60"/>
                  <a:gd name="T49" fmla="*/ 56 h 72"/>
                  <a:gd name="T50" fmla="*/ 28 w 60"/>
                  <a:gd name="T51" fmla="*/ 60 h 72"/>
                  <a:gd name="T52" fmla="*/ 28 w 60"/>
                  <a:gd name="T53" fmla="*/ 60 h 72"/>
                  <a:gd name="T54" fmla="*/ 26 w 60"/>
                  <a:gd name="T55" fmla="*/ 64 h 72"/>
                  <a:gd name="T56" fmla="*/ 24 w 60"/>
                  <a:gd name="T57" fmla="*/ 64 h 72"/>
                  <a:gd name="T58" fmla="*/ 14 w 60"/>
                  <a:gd name="T59" fmla="*/ 72 h 72"/>
                  <a:gd name="T60" fmla="*/ 0 w 60"/>
                  <a:gd name="T61" fmla="*/ 72 h 72"/>
                  <a:gd name="T62" fmla="*/ 0 w 60"/>
                  <a:gd name="T63" fmla="*/ 72 h 72"/>
                  <a:gd name="T64" fmla="*/ 0 w 60"/>
                  <a:gd name="T65" fmla="*/ 70 h 72"/>
                  <a:gd name="T66" fmla="*/ 0 w 60"/>
                  <a:gd name="T67" fmla="*/ 70 h 72"/>
                  <a:gd name="T68" fmla="*/ 4 w 60"/>
                  <a:gd name="T69" fmla="*/ 64 h 72"/>
                  <a:gd name="T70" fmla="*/ 8 w 60"/>
                  <a:gd name="T71" fmla="*/ 58 h 72"/>
                  <a:gd name="T72" fmla="*/ 8 w 60"/>
                  <a:gd name="T73" fmla="*/ 54 h 72"/>
                  <a:gd name="T74" fmla="*/ 8 w 60"/>
                  <a:gd name="T75" fmla="*/ 54 h 72"/>
                  <a:gd name="T76" fmla="*/ 8 w 60"/>
                  <a:gd name="T77" fmla="*/ 48 h 72"/>
                  <a:gd name="T78" fmla="*/ 10 w 60"/>
                  <a:gd name="T79" fmla="*/ 44 h 72"/>
                  <a:gd name="T80" fmla="*/ 12 w 60"/>
                  <a:gd name="T81" fmla="*/ 38 h 72"/>
                  <a:gd name="T82" fmla="*/ 12 w 60"/>
                  <a:gd name="T83" fmla="*/ 38 h 72"/>
                  <a:gd name="T84" fmla="*/ 12 w 60"/>
                  <a:gd name="T85" fmla="*/ 32 h 72"/>
                  <a:gd name="T86" fmla="*/ 12 w 60"/>
                  <a:gd name="T87" fmla="*/ 32 h 72"/>
                  <a:gd name="T88" fmla="*/ 12 w 60"/>
                  <a:gd name="T89" fmla="*/ 30 h 72"/>
                  <a:gd name="T90" fmla="*/ 12 w 60"/>
                  <a:gd name="T91" fmla="*/ 30 h 72"/>
                  <a:gd name="T92" fmla="*/ 12 w 60"/>
                  <a:gd name="T93" fmla="*/ 30 h 72"/>
                  <a:gd name="T94" fmla="*/ 12 w 60"/>
                  <a:gd name="T95" fmla="*/ 30 h 72"/>
                  <a:gd name="T96" fmla="*/ 10 w 60"/>
                  <a:gd name="T97" fmla="*/ 24 h 72"/>
                  <a:gd name="T98" fmla="*/ 10 w 60"/>
                  <a:gd name="T99" fmla="*/ 2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72">
                    <a:moveTo>
                      <a:pt x="10" y="24"/>
                    </a:moveTo>
                    <a:lnTo>
                      <a:pt x="10" y="24"/>
                    </a:lnTo>
                    <a:lnTo>
                      <a:pt x="12" y="22"/>
                    </a:lnTo>
                    <a:lnTo>
                      <a:pt x="12" y="22"/>
                    </a:lnTo>
                    <a:lnTo>
                      <a:pt x="12" y="22"/>
                    </a:lnTo>
                    <a:lnTo>
                      <a:pt x="12" y="20"/>
                    </a:lnTo>
                    <a:lnTo>
                      <a:pt x="14" y="16"/>
                    </a:lnTo>
                    <a:lnTo>
                      <a:pt x="14" y="16"/>
                    </a:lnTo>
                    <a:lnTo>
                      <a:pt x="18" y="12"/>
                    </a:lnTo>
                    <a:lnTo>
                      <a:pt x="20" y="12"/>
                    </a:lnTo>
                    <a:lnTo>
                      <a:pt x="22" y="12"/>
                    </a:lnTo>
                    <a:lnTo>
                      <a:pt x="22" y="12"/>
                    </a:lnTo>
                    <a:lnTo>
                      <a:pt x="28" y="14"/>
                    </a:lnTo>
                    <a:lnTo>
                      <a:pt x="32" y="16"/>
                    </a:lnTo>
                    <a:lnTo>
                      <a:pt x="52" y="0"/>
                    </a:lnTo>
                    <a:lnTo>
                      <a:pt x="60" y="24"/>
                    </a:lnTo>
                    <a:lnTo>
                      <a:pt x="60" y="26"/>
                    </a:lnTo>
                    <a:lnTo>
                      <a:pt x="32" y="34"/>
                    </a:lnTo>
                    <a:lnTo>
                      <a:pt x="42" y="48"/>
                    </a:lnTo>
                    <a:lnTo>
                      <a:pt x="42" y="48"/>
                    </a:lnTo>
                    <a:lnTo>
                      <a:pt x="38" y="50"/>
                    </a:lnTo>
                    <a:lnTo>
                      <a:pt x="36" y="52"/>
                    </a:lnTo>
                    <a:lnTo>
                      <a:pt x="34" y="54"/>
                    </a:lnTo>
                    <a:lnTo>
                      <a:pt x="34" y="54"/>
                    </a:lnTo>
                    <a:lnTo>
                      <a:pt x="32" y="56"/>
                    </a:lnTo>
                    <a:lnTo>
                      <a:pt x="28" y="60"/>
                    </a:lnTo>
                    <a:lnTo>
                      <a:pt x="28" y="60"/>
                    </a:lnTo>
                    <a:lnTo>
                      <a:pt x="26" y="64"/>
                    </a:lnTo>
                    <a:lnTo>
                      <a:pt x="24" y="64"/>
                    </a:lnTo>
                    <a:lnTo>
                      <a:pt x="14" y="72"/>
                    </a:lnTo>
                    <a:lnTo>
                      <a:pt x="0" y="72"/>
                    </a:lnTo>
                    <a:lnTo>
                      <a:pt x="0" y="72"/>
                    </a:lnTo>
                    <a:lnTo>
                      <a:pt x="0" y="70"/>
                    </a:lnTo>
                    <a:lnTo>
                      <a:pt x="0" y="70"/>
                    </a:lnTo>
                    <a:lnTo>
                      <a:pt x="4" y="64"/>
                    </a:lnTo>
                    <a:lnTo>
                      <a:pt x="8" y="58"/>
                    </a:lnTo>
                    <a:lnTo>
                      <a:pt x="8" y="54"/>
                    </a:lnTo>
                    <a:lnTo>
                      <a:pt x="8" y="54"/>
                    </a:lnTo>
                    <a:lnTo>
                      <a:pt x="8" y="48"/>
                    </a:lnTo>
                    <a:lnTo>
                      <a:pt x="10" y="44"/>
                    </a:lnTo>
                    <a:lnTo>
                      <a:pt x="12" y="38"/>
                    </a:lnTo>
                    <a:lnTo>
                      <a:pt x="12" y="38"/>
                    </a:lnTo>
                    <a:lnTo>
                      <a:pt x="12" y="32"/>
                    </a:lnTo>
                    <a:lnTo>
                      <a:pt x="12" y="32"/>
                    </a:lnTo>
                    <a:lnTo>
                      <a:pt x="12" y="30"/>
                    </a:lnTo>
                    <a:lnTo>
                      <a:pt x="12" y="30"/>
                    </a:lnTo>
                    <a:lnTo>
                      <a:pt x="12" y="30"/>
                    </a:lnTo>
                    <a:lnTo>
                      <a:pt x="12" y="30"/>
                    </a:lnTo>
                    <a:lnTo>
                      <a:pt x="10" y="24"/>
                    </a:lnTo>
                    <a:lnTo>
                      <a:pt x="10" y="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2" name="Freeform 163">
                <a:extLst>
                  <a:ext uri="{FF2B5EF4-FFF2-40B4-BE49-F238E27FC236}">
                    <a16:creationId xmlns:a16="http://schemas.microsoft.com/office/drawing/2014/main" id="{E4666155-20B7-F34D-8D6D-FE93EF55361A}"/>
                  </a:ext>
                </a:extLst>
              </p:cNvPr>
              <p:cNvSpPr>
                <a:spLocks noEditPoints="1"/>
              </p:cNvSpPr>
              <p:nvPr/>
            </p:nvSpPr>
            <p:spPr bwMode="auto">
              <a:xfrm>
                <a:off x="6803519" y="3274332"/>
                <a:ext cx="43052" cy="120141"/>
              </a:xfrm>
              <a:custGeom>
                <a:avLst/>
                <a:gdLst>
                  <a:gd name="T0" fmla="*/ 20 w 22"/>
                  <a:gd name="T1" fmla="*/ 20 h 60"/>
                  <a:gd name="T2" fmla="*/ 20 w 22"/>
                  <a:gd name="T3" fmla="*/ 22 h 60"/>
                  <a:gd name="T4" fmla="*/ 20 w 22"/>
                  <a:gd name="T5" fmla="*/ 28 h 60"/>
                  <a:gd name="T6" fmla="*/ 16 w 22"/>
                  <a:gd name="T7" fmla="*/ 28 h 60"/>
                  <a:gd name="T8" fmla="*/ 14 w 22"/>
                  <a:gd name="T9" fmla="*/ 28 h 60"/>
                  <a:gd name="T10" fmla="*/ 14 w 22"/>
                  <a:gd name="T11" fmla="*/ 20 h 60"/>
                  <a:gd name="T12" fmla="*/ 14 w 22"/>
                  <a:gd name="T13" fmla="*/ 12 h 60"/>
                  <a:gd name="T14" fmla="*/ 16 w 22"/>
                  <a:gd name="T15" fmla="*/ 10 h 60"/>
                  <a:gd name="T16" fmla="*/ 20 w 22"/>
                  <a:gd name="T17" fmla="*/ 12 h 60"/>
                  <a:gd name="T18" fmla="*/ 18 w 22"/>
                  <a:gd name="T19" fmla="*/ 14 h 60"/>
                  <a:gd name="T20" fmla="*/ 16 w 22"/>
                  <a:gd name="T21" fmla="*/ 16 h 60"/>
                  <a:gd name="T22" fmla="*/ 16 w 22"/>
                  <a:gd name="T23" fmla="*/ 22 h 60"/>
                  <a:gd name="T24" fmla="*/ 20 w 22"/>
                  <a:gd name="T25" fmla="*/ 20 h 60"/>
                  <a:gd name="T26" fmla="*/ 4 w 22"/>
                  <a:gd name="T27" fmla="*/ 20 h 60"/>
                  <a:gd name="T28" fmla="*/ 2 w 22"/>
                  <a:gd name="T29" fmla="*/ 26 h 60"/>
                  <a:gd name="T30" fmla="*/ 4 w 22"/>
                  <a:gd name="T31" fmla="*/ 20 h 60"/>
                  <a:gd name="T32" fmla="*/ 6 w 22"/>
                  <a:gd name="T33" fmla="*/ 60 h 60"/>
                  <a:gd name="T34" fmla="*/ 16 w 22"/>
                  <a:gd name="T35" fmla="*/ 48 h 60"/>
                  <a:gd name="T36" fmla="*/ 16 w 22"/>
                  <a:gd name="T37" fmla="*/ 44 h 60"/>
                  <a:gd name="T38" fmla="*/ 18 w 22"/>
                  <a:gd name="T39" fmla="*/ 34 h 60"/>
                  <a:gd name="T40" fmla="*/ 20 w 22"/>
                  <a:gd name="T41" fmla="*/ 28 h 60"/>
                  <a:gd name="T42" fmla="*/ 16 w 22"/>
                  <a:gd name="T43" fmla="*/ 28 h 60"/>
                  <a:gd name="T44" fmla="*/ 14 w 22"/>
                  <a:gd name="T45" fmla="*/ 28 h 60"/>
                  <a:gd name="T46" fmla="*/ 14 w 22"/>
                  <a:gd name="T47" fmla="*/ 20 h 60"/>
                  <a:gd name="T48" fmla="*/ 14 w 22"/>
                  <a:gd name="T49" fmla="*/ 12 h 60"/>
                  <a:gd name="T50" fmla="*/ 16 w 22"/>
                  <a:gd name="T51" fmla="*/ 10 h 60"/>
                  <a:gd name="T52" fmla="*/ 20 w 22"/>
                  <a:gd name="T53" fmla="*/ 12 h 60"/>
                  <a:gd name="T54" fmla="*/ 20 w 22"/>
                  <a:gd name="T55" fmla="*/ 12 h 60"/>
                  <a:gd name="T56" fmla="*/ 22 w 22"/>
                  <a:gd name="T57" fmla="*/ 6 h 60"/>
                  <a:gd name="T58" fmla="*/ 20 w 22"/>
                  <a:gd name="T59" fmla="*/ 0 h 60"/>
                  <a:gd name="T60" fmla="*/ 16 w 22"/>
                  <a:gd name="T61" fmla="*/ 2 h 60"/>
                  <a:gd name="T62" fmla="*/ 16 w 22"/>
                  <a:gd name="T63" fmla="*/ 2 h 60"/>
                  <a:gd name="T64" fmla="*/ 10 w 22"/>
                  <a:gd name="T65" fmla="*/ 2 h 60"/>
                  <a:gd name="T66" fmla="*/ 10 w 22"/>
                  <a:gd name="T67" fmla="*/ 6 h 60"/>
                  <a:gd name="T68" fmla="*/ 6 w 22"/>
                  <a:gd name="T69" fmla="*/ 12 h 60"/>
                  <a:gd name="T70" fmla="*/ 6 w 22"/>
                  <a:gd name="T71" fmla="*/ 16 h 60"/>
                  <a:gd name="T72" fmla="*/ 6 w 22"/>
                  <a:gd name="T73" fmla="*/ 20 h 60"/>
                  <a:gd name="T74" fmla="*/ 6 w 22"/>
                  <a:gd name="T75" fmla="*/ 24 h 60"/>
                  <a:gd name="T76" fmla="*/ 4 w 22"/>
                  <a:gd name="T77"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 h="60">
                    <a:moveTo>
                      <a:pt x="20" y="20"/>
                    </a:moveTo>
                    <a:lnTo>
                      <a:pt x="20" y="20"/>
                    </a:lnTo>
                    <a:lnTo>
                      <a:pt x="20" y="22"/>
                    </a:lnTo>
                    <a:lnTo>
                      <a:pt x="20" y="22"/>
                    </a:lnTo>
                    <a:lnTo>
                      <a:pt x="20" y="28"/>
                    </a:lnTo>
                    <a:lnTo>
                      <a:pt x="20" y="28"/>
                    </a:lnTo>
                    <a:lnTo>
                      <a:pt x="18" y="28"/>
                    </a:lnTo>
                    <a:lnTo>
                      <a:pt x="16" y="28"/>
                    </a:lnTo>
                    <a:lnTo>
                      <a:pt x="14" y="28"/>
                    </a:lnTo>
                    <a:lnTo>
                      <a:pt x="14" y="28"/>
                    </a:lnTo>
                    <a:lnTo>
                      <a:pt x="14" y="20"/>
                    </a:lnTo>
                    <a:lnTo>
                      <a:pt x="14" y="20"/>
                    </a:lnTo>
                    <a:lnTo>
                      <a:pt x="14" y="14"/>
                    </a:lnTo>
                    <a:lnTo>
                      <a:pt x="14" y="12"/>
                    </a:lnTo>
                    <a:lnTo>
                      <a:pt x="16" y="10"/>
                    </a:lnTo>
                    <a:lnTo>
                      <a:pt x="16" y="10"/>
                    </a:lnTo>
                    <a:lnTo>
                      <a:pt x="18" y="10"/>
                    </a:lnTo>
                    <a:lnTo>
                      <a:pt x="20" y="12"/>
                    </a:lnTo>
                    <a:lnTo>
                      <a:pt x="20" y="12"/>
                    </a:lnTo>
                    <a:lnTo>
                      <a:pt x="18" y="14"/>
                    </a:lnTo>
                    <a:lnTo>
                      <a:pt x="16" y="16"/>
                    </a:lnTo>
                    <a:lnTo>
                      <a:pt x="16" y="16"/>
                    </a:lnTo>
                    <a:lnTo>
                      <a:pt x="16" y="22"/>
                    </a:lnTo>
                    <a:lnTo>
                      <a:pt x="16" y="22"/>
                    </a:lnTo>
                    <a:lnTo>
                      <a:pt x="20" y="20"/>
                    </a:lnTo>
                    <a:lnTo>
                      <a:pt x="20" y="20"/>
                    </a:lnTo>
                    <a:close/>
                    <a:moveTo>
                      <a:pt x="4" y="20"/>
                    </a:moveTo>
                    <a:lnTo>
                      <a:pt x="4" y="20"/>
                    </a:lnTo>
                    <a:lnTo>
                      <a:pt x="0" y="24"/>
                    </a:lnTo>
                    <a:lnTo>
                      <a:pt x="2" y="26"/>
                    </a:lnTo>
                    <a:lnTo>
                      <a:pt x="6" y="24"/>
                    </a:lnTo>
                    <a:lnTo>
                      <a:pt x="4" y="20"/>
                    </a:lnTo>
                    <a:close/>
                    <a:moveTo>
                      <a:pt x="6" y="60"/>
                    </a:moveTo>
                    <a:lnTo>
                      <a:pt x="6" y="60"/>
                    </a:lnTo>
                    <a:lnTo>
                      <a:pt x="12" y="54"/>
                    </a:lnTo>
                    <a:lnTo>
                      <a:pt x="16" y="48"/>
                    </a:lnTo>
                    <a:lnTo>
                      <a:pt x="16" y="44"/>
                    </a:lnTo>
                    <a:lnTo>
                      <a:pt x="16" y="44"/>
                    </a:lnTo>
                    <a:lnTo>
                      <a:pt x="16" y="38"/>
                    </a:lnTo>
                    <a:lnTo>
                      <a:pt x="18" y="34"/>
                    </a:lnTo>
                    <a:lnTo>
                      <a:pt x="20" y="28"/>
                    </a:lnTo>
                    <a:lnTo>
                      <a:pt x="20" y="28"/>
                    </a:lnTo>
                    <a:lnTo>
                      <a:pt x="18" y="28"/>
                    </a:lnTo>
                    <a:lnTo>
                      <a:pt x="16" y="28"/>
                    </a:lnTo>
                    <a:lnTo>
                      <a:pt x="14" y="28"/>
                    </a:lnTo>
                    <a:lnTo>
                      <a:pt x="14" y="28"/>
                    </a:lnTo>
                    <a:lnTo>
                      <a:pt x="14" y="20"/>
                    </a:lnTo>
                    <a:lnTo>
                      <a:pt x="14" y="20"/>
                    </a:lnTo>
                    <a:lnTo>
                      <a:pt x="14" y="14"/>
                    </a:lnTo>
                    <a:lnTo>
                      <a:pt x="14" y="12"/>
                    </a:lnTo>
                    <a:lnTo>
                      <a:pt x="16" y="10"/>
                    </a:lnTo>
                    <a:lnTo>
                      <a:pt x="16" y="10"/>
                    </a:lnTo>
                    <a:lnTo>
                      <a:pt x="18" y="10"/>
                    </a:lnTo>
                    <a:lnTo>
                      <a:pt x="20" y="12"/>
                    </a:lnTo>
                    <a:lnTo>
                      <a:pt x="20" y="12"/>
                    </a:lnTo>
                    <a:lnTo>
                      <a:pt x="20" y="12"/>
                    </a:lnTo>
                    <a:lnTo>
                      <a:pt x="20" y="10"/>
                    </a:lnTo>
                    <a:lnTo>
                      <a:pt x="22" y="6"/>
                    </a:lnTo>
                    <a:lnTo>
                      <a:pt x="20" y="0"/>
                    </a:lnTo>
                    <a:lnTo>
                      <a:pt x="20" y="0"/>
                    </a:lnTo>
                    <a:lnTo>
                      <a:pt x="18" y="0"/>
                    </a:lnTo>
                    <a:lnTo>
                      <a:pt x="16" y="2"/>
                    </a:lnTo>
                    <a:lnTo>
                      <a:pt x="16" y="2"/>
                    </a:lnTo>
                    <a:lnTo>
                      <a:pt x="16" y="2"/>
                    </a:lnTo>
                    <a:lnTo>
                      <a:pt x="14" y="2"/>
                    </a:lnTo>
                    <a:lnTo>
                      <a:pt x="10" y="2"/>
                    </a:lnTo>
                    <a:lnTo>
                      <a:pt x="10" y="2"/>
                    </a:lnTo>
                    <a:lnTo>
                      <a:pt x="10" y="6"/>
                    </a:lnTo>
                    <a:lnTo>
                      <a:pt x="10" y="6"/>
                    </a:lnTo>
                    <a:lnTo>
                      <a:pt x="6" y="12"/>
                    </a:lnTo>
                    <a:lnTo>
                      <a:pt x="6" y="12"/>
                    </a:lnTo>
                    <a:lnTo>
                      <a:pt x="6" y="16"/>
                    </a:lnTo>
                    <a:lnTo>
                      <a:pt x="6" y="20"/>
                    </a:lnTo>
                    <a:lnTo>
                      <a:pt x="6" y="20"/>
                    </a:lnTo>
                    <a:lnTo>
                      <a:pt x="4" y="20"/>
                    </a:lnTo>
                    <a:lnTo>
                      <a:pt x="6" y="24"/>
                    </a:lnTo>
                    <a:lnTo>
                      <a:pt x="2" y="26"/>
                    </a:lnTo>
                    <a:lnTo>
                      <a:pt x="4" y="34"/>
                    </a:lnTo>
                    <a:lnTo>
                      <a:pt x="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3" name="Freeform 165">
                <a:extLst>
                  <a:ext uri="{FF2B5EF4-FFF2-40B4-BE49-F238E27FC236}">
                    <a16:creationId xmlns:a16="http://schemas.microsoft.com/office/drawing/2014/main" id="{465BB958-A0AD-4440-8274-BDFA4BEE61FB}"/>
                  </a:ext>
                </a:extLst>
              </p:cNvPr>
              <p:cNvSpPr>
                <a:spLocks/>
              </p:cNvSpPr>
              <p:nvPr/>
            </p:nvSpPr>
            <p:spPr bwMode="auto">
              <a:xfrm>
                <a:off x="6920933" y="3102129"/>
                <a:ext cx="270052" cy="284334"/>
              </a:xfrm>
              <a:custGeom>
                <a:avLst/>
                <a:gdLst>
                  <a:gd name="T0" fmla="*/ 136 w 138"/>
                  <a:gd name="T1" fmla="*/ 128 h 142"/>
                  <a:gd name="T2" fmla="*/ 132 w 138"/>
                  <a:gd name="T3" fmla="*/ 122 h 142"/>
                  <a:gd name="T4" fmla="*/ 126 w 138"/>
                  <a:gd name="T5" fmla="*/ 114 h 142"/>
                  <a:gd name="T6" fmla="*/ 124 w 138"/>
                  <a:gd name="T7" fmla="*/ 102 h 142"/>
                  <a:gd name="T8" fmla="*/ 122 w 138"/>
                  <a:gd name="T9" fmla="*/ 94 h 142"/>
                  <a:gd name="T10" fmla="*/ 116 w 138"/>
                  <a:gd name="T11" fmla="*/ 86 h 142"/>
                  <a:gd name="T12" fmla="*/ 110 w 138"/>
                  <a:gd name="T13" fmla="*/ 84 h 142"/>
                  <a:gd name="T14" fmla="*/ 110 w 138"/>
                  <a:gd name="T15" fmla="*/ 82 h 142"/>
                  <a:gd name="T16" fmla="*/ 106 w 138"/>
                  <a:gd name="T17" fmla="*/ 74 h 142"/>
                  <a:gd name="T18" fmla="*/ 96 w 138"/>
                  <a:gd name="T19" fmla="*/ 68 h 142"/>
                  <a:gd name="T20" fmla="*/ 92 w 138"/>
                  <a:gd name="T21" fmla="*/ 58 h 142"/>
                  <a:gd name="T22" fmla="*/ 88 w 138"/>
                  <a:gd name="T23" fmla="*/ 52 h 142"/>
                  <a:gd name="T24" fmla="*/ 90 w 138"/>
                  <a:gd name="T25" fmla="*/ 50 h 142"/>
                  <a:gd name="T26" fmla="*/ 90 w 138"/>
                  <a:gd name="T27" fmla="*/ 46 h 142"/>
                  <a:gd name="T28" fmla="*/ 94 w 138"/>
                  <a:gd name="T29" fmla="*/ 44 h 142"/>
                  <a:gd name="T30" fmla="*/ 96 w 138"/>
                  <a:gd name="T31" fmla="*/ 40 h 142"/>
                  <a:gd name="T32" fmla="*/ 94 w 138"/>
                  <a:gd name="T33" fmla="*/ 34 h 142"/>
                  <a:gd name="T34" fmla="*/ 100 w 138"/>
                  <a:gd name="T35" fmla="*/ 34 h 142"/>
                  <a:gd name="T36" fmla="*/ 102 w 138"/>
                  <a:gd name="T37" fmla="*/ 30 h 142"/>
                  <a:gd name="T38" fmla="*/ 98 w 138"/>
                  <a:gd name="T39" fmla="*/ 30 h 142"/>
                  <a:gd name="T40" fmla="*/ 90 w 138"/>
                  <a:gd name="T41" fmla="*/ 28 h 142"/>
                  <a:gd name="T42" fmla="*/ 86 w 138"/>
                  <a:gd name="T43" fmla="*/ 28 h 142"/>
                  <a:gd name="T44" fmla="*/ 82 w 138"/>
                  <a:gd name="T45" fmla="*/ 26 h 142"/>
                  <a:gd name="T46" fmla="*/ 80 w 138"/>
                  <a:gd name="T47" fmla="*/ 22 h 142"/>
                  <a:gd name="T48" fmla="*/ 78 w 138"/>
                  <a:gd name="T49" fmla="*/ 20 h 142"/>
                  <a:gd name="T50" fmla="*/ 78 w 138"/>
                  <a:gd name="T51" fmla="*/ 16 h 142"/>
                  <a:gd name="T52" fmla="*/ 78 w 138"/>
                  <a:gd name="T53" fmla="*/ 14 h 142"/>
                  <a:gd name="T54" fmla="*/ 78 w 138"/>
                  <a:gd name="T55" fmla="*/ 10 h 142"/>
                  <a:gd name="T56" fmla="*/ 66 w 138"/>
                  <a:gd name="T57" fmla="*/ 6 h 142"/>
                  <a:gd name="T58" fmla="*/ 62 w 138"/>
                  <a:gd name="T59" fmla="*/ 0 h 142"/>
                  <a:gd name="T60" fmla="*/ 56 w 138"/>
                  <a:gd name="T61" fmla="*/ 4 h 142"/>
                  <a:gd name="T62" fmla="*/ 50 w 138"/>
                  <a:gd name="T63" fmla="*/ 2 h 142"/>
                  <a:gd name="T64" fmla="*/ 46 w 138"/>
                  <a:gd name="T65" fmla="*/ 4 h 142"/>
                  <a:gd name="T66" fmla="*/ 42 w 138"/>
                  <a:gd name="T67" fmla="*/ 12 h 142"/>
                  <a:gd name="T68" fmla="*/ 36 w 138"/>
                  <a:gd name="T69" fmla="*/ 18 h 142"/>
                  <a:gd name="T70" fmla="*/ 36 w 138"/>
                  <a:gd name="T71" fmla="*/ 24 h 142"/>
                  <a:gd name="T72" fmla="*/ 34 w 138"/>
                  <a:gd name="T73" fmla="*/ 30 h 142"/>
                  <a:gd name="T74" fmla="*/ 34 w 138"/>
                  <a:gd name="T75" fmla="*/ 36 h 142"/>
                  <a:gd name="T76" fmla="*/ 34 w 138"/>
                  <a:gd name="T77" fmla="*/ 42 h 142"/>
                  <a:gd name="T78" fmla="*/ 28 w 138"/>
                  <a:gd name="T79" fmla="*/ 54 h 142"/>
                  <a:gd name="T80" fmla="*/ 46 w 138"/>
                  <a:gd name="T81" fmla="*/ 120 h 142"/>
                  <a:gd name="T82" fmla="*/ 58 w 138"/>
                  <a:gd name="T83" fmla="*/ 134 h 142"/>
                  <a:gd name="T84" fmla="*/ 92 w 138"/>
                  <a:gd name="T85" fmla="*/ 142 h 142"/>
                  <a:gd name="T86" fmla="*/ 104 w 138"/>
                  <a:gd name="T87" fmla="*/ 132 h 142"/>
                  <a:gd name="T88" fmla="*/ 114 w 138"/>
                  <a:gd name="T89" fmla="*/ 122 h 142"/>
                  <a:gd name="T90" fmla="*/ 122 w 138"/>
                  <a:gd name="T91" fmla="*/ 124 h 142"/>
                  <a:gd name="T92" fmla="*/ 126 w 138"/>
                  <a:gd name="T93" fmla="*/ 128 h 142"/>
                  <a:gd name="T94" fmla="*/ 132 w 138"/>
                  <a:gd name="T95" fmla="*/ 128 h 142"/>
                  <a:gd name="T96" fmla="*/ 134 w 138"/>
                  <a:gd name="T97" fmla="*/ 126 h 142"/>
                  <a:gd name="T98" fmla="*/ 138 w 138"/>
                  <a:gd name="T99" fmla="*/ 1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8" h="142">
                    <a:moveTo>
                      <a:pt x="138" y="130"/>
                    </a:moveTo>
                    <a:lnTo>
                      <a:pt x="136" y="128"/>
                    </a:lnTo>
                    <a:lnTo>
                      <a:pt x="136" y="128"/>
                    </a:lnTo>
                    <a:lnTo>
                      <a:pt x="134" y="124"/>
                    </a:lnTo>
                    <a:lnTo>
                      <a:pt x="134" y="124"/>
                    </a:lnTo>
                    <a:lnTo>
                      <a:pt x="132" y="122"/>
                    </a:lnTo>
                    <a:lnTo>
                      <a:pt x="130" y="120"/>
                    </a:lnTo>
                    <a:lnTo>
                      <a:pt x="130" y="114"/>
                    </a:lnTo>
                    <a:lnTo>
                      <a:pt x="126" y="114"/>
                    </a:lnTo>
                    <a:lnTo>
                      <a:pt x="126" y="114"/>
                    </a:lnTo>
                    <a:lnTo>
                      <a:pt x="124" y="108"/>
                    </a:lnTo>
                    <a:lnTo>
                      <a:pt x="124" y="102"/>
                    </a:lnTo>
                    <a:lnTo>
                      <a:pt x="124" y="102"/>
                    </a:lnTo>
                    <a:lnTo>
                      <a:pt x="124" y="98"/>
                    </a:lnTo>
                    <a:lnTo>
                      <a:pt x="122" y="94"/>
                    </a:lnTo>
                    <a:lnTo>
                      <a:pt x="122" y="94"/>
                    </a:lnTo>
                    <a:lnTo>
                      <a:pt x="116" y="86"/>
                    </a:lnTo>
                    <a:lnTo>
                      <a:pt x="116" y="86"/>
                    </a:lnTo>
                    <a:lnTo>
                      <a:pt x="114" y="84"/>
                    </a:lnTo>
                    <a:lnTo>
                      <a:pt x="110" y="84"/>
                    </a:lnTo>
                    <a:lnTo>
                      <a:pt x="110" y="84"/>
                    </a:lnTo>
                    <a:lnTo>
                      <a:pt x="108" y="84"/>
                    </a:lnTo>
                    <a:lnTo>
                      <a:pt x="108" y="84"/>
                    </a:lnTo>
                    <a:lnTo>
                      <a:pt x="110" y="82"/>
                    </a:lnTo>
                    <a:lnTo>
                      <a:pt x="110" y="80"/>
                    </a:lnTo>
                    <a:lnTo>
                      <a:pt x="110" y="80"/>
                    </a:lnTo>
                    <a:lnTo>
                      <a:pt x="106" y="74"/>
                    </a:lnTo>
                    <a:lnTo>
                      <a:pt x="100" y="70"/>
                    </a:lnTo>
                    <a:lnTo>
                      <a:pt x="100" y="70"/>
                    </a:lnTo>
                    <a:lnTo>
                      <a:pt x="96" y="68"/>
                    </a:lnTo>
                    <a:lnTo>
                      <a:pt x="96" y="64"/>
                    </a:lnTo>
                    <a:lnTo>
                      <a:pt x="94" y="62"/>
                    </a:lnTo>
                    <a:lnTo>
                      <a:pt x="92" y="58"/>
                    </a:lnTo>
                    <a:lnTo>
                      <a:pt x="92" y="58"/>
                    </a:lnTo>
                    <a:lnTo>
                      <a:pt x="90" y="56"/>
                    </a:lnTo>
                    <a:lnTo>
                      <a:pt x="88" y="52"/>
                    </a:lnTo>
                    <a:lnTo>
                      <a:pt x="88" y="52"/>
                    </a:lnTo>
                    <a:lnTo>
                      <a:pt x="88" y="52"/>
                    </a:lnTo>
                    <a:lnTo>
                      <a:pt x="90" y="50"/>
                    </a:lnTo>
                    <a:lnTo>
                      <a:pt x="92" y="48"/>
                    </a:lnTo>
                    <a:lnTo>
                      <a:pt x="90" y="46"/>
                    </a:lnTo>
                    <a:lnTo>
                      <a:pt x="90" y="46"/>
                    </a:lnTo>
                    <a:lnTo>
                      <a:pt x="90" y="44"/>
                    </a:lnTo>
                    <a:lnTo>
                      <a:pt x="92" y="44"/>
                    </a:lnTo>
                    <a:lnTo>
                      <a:pt x="94" y="44"/>
                    </a:lnTo>
                    <a:lnTo>
                      <a:pt x="96" y="44"/>
                    </a:lnTo>
                    <a:lnTo>
                      <a:pt x="96" y="44"/>
                    </a:lnTo>
                    <a:lnTo>
                      <a:pt x="96" y="40"/>
                    </a:lnTo>
                    <a:lnTo>
                      <a:pt x="94" y="36"/>
                    </a:lnTo>
                    <a:lnTo>
                      <a:pt x="94" y="36"/>
                    </a:lnTo>
                    <a:lnTo>
                      <a:pt x="94" y="34"/>
                    </a:lnTo>
                    <a:lnTo>
                      <a:pt x="96" y="34"/>
                    </a:lnTo>
                    <a:lnTo>
                      <a:pt x="98" y="34"/>
                    </a:lnTo>
                    <a:lnTo>
                      <a:pt x="100" y="34"/>
                    </a:lnTo>
                    <a:lnTo>
                      <a:pt x="100" y="34"/>
                    </a:lnTo>
                    <a:lnTo>
                      <a:pt x="102" y="32"/>
                    </a:lnTo>
                    <a:lnTo>
                      <a:pt x="102" y="30"/>
                    </a:lnTo>
                    <a:lnTo>
                      <a:pt x="100" y="30"/>
                    </a:lnTo>
                    <a:lnTo>
                      <a:pt x="100" y="30"/>
                    </a:lnTo>
                    <a:lnTo>
                      <a:pt x="98" y="30"/>
                    </a:lnTo>
                    <a:lnTo>
                      <a:pt x="94" y="30"/>
                    </a:lnTo>
                    <a:lnTo>
                      <a:pt x="94" y="30"/>
                    </a:lnTo>
                    <a:lnTo>
                      <a:pt x="90" y="28"/>
                    </a:lnTo>
                    <a:lnTo>
                      <a:pt x="88" y="28"/>
                    </a:lnTo>
                    <a:lnTo>
                      <a:pt x="88" y="28"/>
                    </a:lnTo>
                    <a:lnTo>
                      <a:pt x="86" y="28"/>
                    </a:lnTo>
                    <a:lnTo>
                      <a:pt x="86" y="26"/>
                    </a:lnTo>
                    <a:lnTo>
                      <a:pt x="82" y="26"/>
                    </a:lnTo>
                    <a:lnTo>
                      <a:pt x="82" y="26"/>
                    </a:lnTo>
                    <a:lnTo>
                      <a:pt x="82" y="24"/>
                    </a:lnTo>
                    <a:lnTo>
                      <a:pt x="82" y="24"/>
                    </a:lnTo>
                    <a:lnTo>
                      <a:pt x="80" y="22"/>
                    </a:lnTo>
                    <a:lnTo>
                      <a:pt x="80" y="20"/>
                    </a:lnTo>
                    <a:lnTo>
                      <a:pt x="80" y="20"/>
                    </a:lnTo>
                    <a:lnTo>
                      <a:pt x="78" y="20"/>
                    </a:lnTo>
                    <a:lnTo>
                      <a:pt x="80" y="18"/>
                    </a:lnTo>
                    <a:lnTo>
                      <a:pt x="80" y="16"/>
                    </a:lnTo>
                    <a:lnTo>
                      <a:pt x="78" y="16"/>
                    </a:lnTo>
                    <a:lnTo>
                      <a:pt x="78" y="16"/>
                    </a:lnTo>
                    <a:lnTo>
                      <a:pt x="76" y="16"/>
                    </a:lnTo>
                    <a:lnTo>
                      <a:pt x="78" y="14"/>
                    </a:lnTo>
                    <a:lnTo>
                      <a:pt x="78" y="12"/>
                    </a:lnTo>
                    <a:lnTo>
                      <a:pt x="78" y="10"/>
                    </a:lnTo>
                    <a:lnTo>
                      <a:pt x="78" y="10"/>
                    </a:lnTo>
                    <a:lnTo>
                      <a:pt x="76" y="4"/>
                    </a:lnTo>
                    <a:lnTo>
                      <a:pt x="70" y="2"/>
                    </a:lnTo>
                    <a:lnTo>
                      <a:pt x="66" y="6"/>
                    </a:lnTo>
                    <a:lnTo>
                      <a:pt x="64" y="2"/>
                    </a:lnTo>
                    <a:lnTo>
                      <a:pt x="62" y="0"/>
                    </a:lnTo>
                    <a:lnTo>
                      <a:pt x="62" y="0"/>
                    </a:lnTo>
                    <a:lnTo>
                      <a:pt x="58" y="4"/>
                    </a:lnTo>
                    <a:lnTo>
                      <a:pt x="58" y="4"/>
                    </a:lnTo>
                    <a:lnTo>
                      <a:pt x="56" y="4"/>
                    </a:lnTo>
                    <a:lnTo>
                      <a:pt x="54" y="4"/>
                    </a:lnTo>
                    <a:lnTo>
                      <a:pt x="52" y="2"/>
                    </a:lnTo>
                    <a:lnTo>
                      <a:pt x="50" y="2"/>
                    </a:lnTo>
                    <a:lnTo>
                      <a:pt x="50" y="2"/>
                    </a:lnTo>
                    <a:lnTo>
                      <a:pt x="46" y="4"/>
                    </a:lnTo>
                    <a:lnTo>
                      <a:pt x="46" y="4"/>
                    </a:lnTo>
                    <a:lnTo>
                      <a:pt x="46" y="6"/>
                    </a:lnTo>
                    <a:lnTo>
                      <a:pt x="44" y="10"/>
                    </a:lnTo>
                    <a:lnTo>
                      <a:pt x="42" y="12"/>
                    </a:lnTo>
                    <a:lnTo>
                      <a:pt x="42" y="12"/>
                    </a:lnTo>
                    <a:lnTo>
                      <a:pt x="38" y="16"/>
                    </a:lnTo>
                    <a:lnTo>
                      <a:pt x="36" y="18"/>
                    </a:lnTo>
                    <a:lnTo>
                      <a:pt x="36" y="20"/>
                    </a:lnTo>
                    <a:lnTo>
                      <a:pt x="36" y="20"/>
                    </a:lnTo>
                    <a:lnTo>
                      <a:pt x="36" y="24"/>
                    </a:lnTo>
                    <a:lnTo>
                      <a:pt x="38" y="28"/>
                    </a:lnTo>
                    <a:lnTo>
                      <a:pt x="38" y="28"/>
                    </a:lnTo>
                    <a:lnTo>
                      <a:pt x="34" y="30"/>
                    </a:lnTo>
                    <a:lnTo>
                      <a:pt x="34" y="32"/>
                    </a:lnTo>
                    <a:lnTo>
                      <a:pt x="34" y="36"/>
                    </a:lnTo>
                    <a:lnTo>
                      <a:pt x="34" y="36"/>
                    </a:lnTo>
                    <a:lnTo>
                      <a:pt x="36" y="40"/>
                    </a:lnTo>
                    <a:lnTo>
                      <a:pt x="34" y="42"/>
                    </a:lnTo>
                    <a:lnTo>
                      <a:pt x="34" y="42"/>
                    </a:lnTo>
                    <a:lnTo>
                      <a:pt x="32" y="50"/>
                    </a:lnTo>
                    <a:lnTo>
                      <a:pt x="32" y="50"/>
                    </a:lnTo>
                    <a:lnTo>
                      <a:pt x="28" y="54"/>
                    </a:lnTo>
                    <a:lnTo>
                      <a:pt x="0" y="76"/>
                    </a:lnTo>
                    <a:lnTo>
                      <a:pt x="8" y="100"/>
                    </a:lnTo>
                    <a:lnTo>
                      <a:pt x="46" y="120"/>
                    </a:lnTo>
                    <a:lnTo>
                      <a:pt x="46" y="126"/>
                    </a:lnTo>
                    <a:lnTo>
                      <a:pt x="56" y="126"/>
                    </a:lnTo>
                    <a:lnTo>
                      <a:pt x="58" y="134"/>
                    </a:lnTo>
                    <a:lnTo>
                      <a:pt x="68" y="140"/>
                    </a:lnTo>
                    <a:lnTo>
                      <a:pt x="92" y="142"/>
                    </a:lnTo>
                    <a:lnTo>
                      <a:pt x="92" y="142"/>
                    </a:lnTo>
                    <a:lnTo>
                      <a:pt x="98" y="140"/>
                    </a:lnTo>
                    <a:lnTo>
                      <a:pt x="104" y="132"/>
                    </a:lnTo>
                    <a:lnTo>
                      <a:pt x="104" y="132"/>
                    </a:lnTo>
                    <a:lnTo>
                      <a:pt x="110" y="126"/>
                    </a:lnTo>
                    <a:lnTo>
                      <a:pt x="112" y="124"/>
                    </a:lnTo>
                    <a:lnTo>
                      <a:pt x="114" y="122"/>
                    </a:lnTo>
                    <a:lnTo>
                      <a:pt x="114" y="122"/>
                    </a:lnTo>
                    <a:lnTo>
                      <a:pt x="122" y="124"/>
                    </a:lnTo>
                    <a:lnTo>
                      <a:pt x="122" y="124"/>
                    </a:lnTo>
                    <a:lnTo>
                      <a:pt x="124" y="124"/>
                    </a:lnTo>
                    <a:lnTo>
                      <a:pt x="124" y="124"/>
                    </a:lnTo>
                    <a:lnTo>
                      <a:pt x="126" y="128"/>
                    </a:lnTo>
                    <a:lnTo>
                      <a:pt x="126" y="128"/>
                    </a:lnTo>
                    <a:lnTo>
                      <a:pt x="132" y="128"/>
                    </a:lnTo>
                    <a:lnTo>
                      <a:pt x="132" y="128"/>
                    </a:lnTo>
                    <a:lnTo>
                      <a:pt x="132" y="128"/>
                    </a:lnTo>
                    <a:lnTo>
                      <a:pt x="134" y="126"/>
                    </a:lnTo>
                    <a:lnTo>
                      <a:pt x="134" y="126"/>
                    </a:lnTo>
                    <a:lnTo>
                      <a:pt x="136" y="128"/>
                    </a:lnTo>
                    <a:lnTo>
                      <a:pt x="136" y="128"/>
                    </a:lnTo>
                    <a:lnTo>
                      <a:pt x="138" y="130"/>
                    </a:lnTo>
                    <a:lnTo>
                      <a:pt x="138" y="1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4" name="Freeform 166">
                <a:extLst>
                  <a:ext uri="{FF2B5EF4-FFF2-40B4-BE49-F238E27FC236}">
                    <a16:creationId xmlns:a16="http://schemas.microsoft.com/office/drawing/2014/main" id="{56D4D68C-6549-B34F-B910-A1933CF342A4}"/>
                  </a:ext>
                </a:extLst>
              </p:cNvPr>
              <p:cNvSpPr>
                <a:spLocks/>
              </p:cNvSpPr>
              <p:nvPr/>
            </p:nvSpPr>
            <p:spPr bwMode="auto">
              <a:xfrm>
                <a:off x="7054003" y="3014026"/>
                <a:ext cx="512709" cy="528622"/>
              </a:xfrm>
              <a:custGeom>
                <a:avLst/>
                <a:gdLst>
                  <a:gd name="T0" fmla="*/ 256 w 262"/>
                  <a:gd name="T1" fmla="*/ 232 h 264"/>
                  <a:gd name="T2" fmla="*/ 252 w 262"/>
                  <a:gd name="T3" fmla="*/ 206 h 264"/>
                  <a:gd name="T4" fmla="*/ 234 w 262"/>
                  <a:gd name="T5" fmla="*/ 172 h 264"/>
                  <a:gd name="T6" fmla="*/ 232 w 262"/>
                  <a:gd name="T7" fmla="*/ 144 h 264"/>
                  <a:gd name="T8" fmla="*/ 228 w 262"/>
                  <a:gd name="T9" fmla="*/ 112 h 264"/>
                  <a:gd name="T10" fmla="*/ 230 w 262"/>
                  <a:gd name="T11" fmla="*/ 88 h 264"/>
                  <a:gd name="T12" fmla="*/ 242 w 262"/>
                  <a:gd name="T13" fmla="*/ 64 h 264"/>
                  <a:gd name="T14" fmla="*/ 224 w 262"/>
                  <a:gd name="T15" fmla="*/ 44 h 264"/>
                  <a:gd name="T16" fmla="*/ 186 w 262"/>
                  <a:gd name="T17" fmla="*/ 28 h 264"/>
                  <a:gd name="T18" fmla="*/ 146 w 262"/>
                  <a:gd name="T19" fmla="*/ 30 h 264"/>
                  <a:gd name="T20" fmla="*/ 132 w 262"/>
                  <a:gd name="T21" fmla="*/ 42 h 264"/>
                  <a:gd name="T22" fmla="*/ 126 w 262"/>
                  <a:gd name="T23" fmla="*/ 54 h 264"/>
                  <a:gd name="T24" fmla="*/ 124 w 262"/>
                  <a:gd name="T25" fmla="*/ 50 h 264"/>
                  <a:gd name="T26" fmla="*/ 106 w 262"/>
                  <a:gd name="T27" fmla="*/ 58 h 264"/>
                  <a:gd name="T28" fmla="*/ 82 w 262"/>
                  <a:gd name="T29" fmla="*/ 42 h 264"/>
                  <a:gd name="T30" fmla="*/ 72 w 262"/>
                  <a:gd name="T31" fmla="*/ 42 h 264"/>
                  <a:gd name="T32" fmla="*/ 64 w 262"/>
                  <a:gd name="T33" fmla="*/ 30 h 264"/>
                  <a:gd name="T34" fmla="*/ 56 w 262"/>
                  <a:gd name="T35" fmla="*/ 14 h 264"/>
                  <a:gd name="T36" fmla="*/ 54 w 262"/>
                  <a:gd name="T37" fmla="*/ 8 h 264"/>
                  <a:gd name="T38" fmla="*/ 52 w 262"/>
                  <a:gd name="T39" fmla="*/ 0 h 264"/>
                  <a:gd name="T40" fmla="*/ 48 w 262"/>
                  <a:gd name="T41" fmla="*/ 2 h 264"/>
                  <a:gd name="T42" fmla="*/ 38 w 262"/>
                  <a:gd name="T43" fmla="*/ 12 h 264"/>
                  <a:gd name="T44" fmla="*/ 26 w 262"/>
                  <a:gd name="T45" fmla="*/ 14 h 264"/>
                  <a:gd name="T46" fmla="*/ 18 w 262"/>
                  <a:gd name="T47" fmla="*/ 6 h 264"/>
                  <a:gd name="T48" fmla="*/ 12 w 262"/>
                  <a:gd name="T49" fmla="*/ 6 h 264"/>
                  <a:gd name="T50" fmla="*/ 6 w 262"/>
                  <a:gd name="T51" fmla="*/ 4 h 264"/>
                  <a:gd name="T52" fmla="*/ 4 w 262"/>
                  <a:gd name="T53" fmla="*/ 14 h 264"/>
                  <a:gd name="T54" fmla="*/ 4 w 262"/>
                  <a:gd name="T55" fmla="*/ 22 h 264"/>
                  <a:gd name="T56" fmla="*/ 6 w 262"/>
                  <a:gd name="T57" fmla="*/ 34 h 264"/>
                  <a:gd name="T58" fmla="*/ 8 w 262"/>
                  <a:gd name="T59" fmla="*/ 46 h 264"/>
                  <a:gd name="T60" fmla="*/ 10 w 262"/>
                  <a:gd name="T61" fmla="*/ 56 h 264"/>
                  <a:gd name="T62" fmla="*/ 12 w 262"/>
                  <a:gd name="T63" fmla="*/ 60 h 264"/>
                  <a:gd name="T64" fmla="*/ 12 w 262"/>
                  <a:gd name="T65" fmla="*/ 66 h 264"/>
                  <a:gd name="T66" fmla="*/ 18 w 262"/>
                  <a:gd name="T67" fmla="*/ 70 h 264"/>
                  <a:gd name="T68" fmla="*/ 26 w 262"/>
                  <a:gd name="T69" fmla="*/ 74 h 264"/>
                  <a:gd name="T70" fmla="*/ 34 w 262"/>
                  <a:gd name="T71" fmla="*/ 74 h 264"/>
                  <a:gd name="T72" fmla="*/ 28 w 262"/>
                  <a:gd name="T73" fmla="*/ 78 h 264"/>
                  <a:gd name="T74" fmla="*/ 28 w 262"/>
                  <a:gd name="T75" fmla="*/ 88 h 264"/>
                  <a:gd name="T76" fmla="*/ 22 w 262"/>
                  <a:gd name="T77" fmla="*/ 90 h 264"/>
                  <a:gd name="T78" fmla="*/ 20 w 262"/>
                  <a:gd name="T79" fmla="*/ 96 h 264"/>
                  <a:gd name="T80" fmla="*/ 26 w 262"/>
                  <a:gd name="T81" fmla="*/ 106 h 264"/>
                  <a:gd name="T82" fmla="*/ 38 w 262"/>
                  <a:gd name="T83" fmla="*/ 118 h 264"/>
                  <a:gd name="T84" fmla="*/ 40 w 262"/>
                  <a:gd name="T85" fmla="*/ 128 h 264"/>
                  <a:gd name="T86" fmla="*/ 48 w 262"/>
                  <a:gd name="T87" fmla="*/ 130 h 264"/>
                  <a:gd name="T88" fmla="*/ 56 w 262"/>
                  <a:gd name="T89" fmla="*/ 146 h 264"/>
                  <a:gd name="T90" fmla="*/ 62 w 262"/>
                  <a:gd name="T91" fmla="*/ 164 h 264"/>
                  <a:gd name="T92" fmla="*/ 68 w 262"/>
                  <a:gd name="T93" fmla="*/ 172 h 264"/>
                  <a:gd name="T94" fmla="*/ 82 w 262"/>
                  <a:gd name="T95" fmla="*/ 172 h 264"/>
                  <a:gd name="T96" fmla="*/ 88 w 262"/>
                  <a:gd name="T97" fmla="*/ 190 h 264"/>
                  <a:gd name="T98" fmla="*/ 96 w 262"/>
                  <a:gd name="T99" fmla="*/ 202 h 264"/>
                  <a:gd name="T100" fmla="*/ 102 w 262"/>
                  <a:gd name="T101" fmla="*/ 210 h 264"/>
                  <a:gd name="T102" fmla="*/ 108 w 262"/>
                  <a:gd name="T103" fmla="*/ 222 h 264"/>
                  <a:gd name="T104" fmla="*/ 120 w 262"/>
                  <a:gd name="T105" fmla="*/ 234 h 264"/>
                  <a:gd name="T106" fmla="*/ 132 w 262"/>
                  <a:gd name="T107" fmla="*/ 238 h 264"/>
                  <a:gd name="T108" fmla="*/ 144 w 262"/>
                  <a:gd name="T109" fmla="*/ 238 h 264"/>
                  <a:gd name="T110" fmla="*/ 172 w 262"/>
                  <a:gd name="T111" fmla="*/ 232 h 264"/>
                  <a:gd name="T112" fmla="*/ 184 w 262"/>
                  <a:gd name="T113" fmla="*/ 256 h 264"/>
                  <a:gd name="T114" fmla="*/ 202 w 262"/>
                  <a:gd name="T115" fmla="*/ 260 h 264"/>
                  <a:gd name="T116" fmla="*/ 226 w 262"/>
                  <a:gd name="T11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264">
                    <a:moveTo>
                      <a:pt x="230" y="264"/>
                    </a:moveTo>
                    <a:lnTo>
                      <a:pt x="232" y="248"/>
                    </a:lnTo>
                    <a:lnTo>
                      <a:pt x="240" y="236"/>
                    </a:lnTo>
                    <a:lnTo>
                      <a:pt x="248" y="234"/>
                    </a:lnTo>
                    <a:lnTo>
                      <a:pt x="256" y="232"/>
                    </a:lnTo>
                    <a:lnTo>
                      <a:pt x="262" y="228"/>
                    </a:lnTo>
                    <a:lnTo>
                      <a:pt x="262" y="222"/>
                    </a:lnTo>
                    <a:lnTo>
                      <a:pt x="256" y="220"/>
                    </a:lnTo>
                    <a:lnTo>
                      <a:pt x="256" y="212"/>
                    </a:lnTo>
                    <a:lnTo>
                      <a:pt x="252" y="206"/>
                    </a:lnTo>
                    <a:lnTo>
                      <a:pt x="246" y="204"/>
                    </a:lnTo>
                    <a:lnTo>
                      <a:pt x="240" y="194"/>
                    </a:lnTo>
                    <a:lnTo>
                      <a:pt x="238" y="190"/>
                    </a:lnTo>
                    <a:lnTo>
                      <a:pt x="240" y="186"/>
                    </a:lnTo>
                    <a:lnTo>
                      <a:pt x="234" y="172"/>
                    </a:lnTo>
                    <a:lnTo>
                      <a:pt x="248" y="156"/>
                    </a:lnTo>
                    <a:lnTo>
                      <a:pt x="248" y="152"/>
                    </a:lnTo>
                    <a:lnTo>
                      <a:pt x="246" y="148"/>
                    </a:lnTo>
                    <a:lnTo>
                      <a:pt x="234" y="146"/>
                    </a:lnTo>
                    <a:lnTo>
                      <a:pt x="232" y="144"/>
                    </a:lnTo>
                    <a:lnTo>
                      <a:pt x="232" y="136"/>
                    </a:lnTo>
                    <a:lnTo>
                      <a:pt x="230" y="128"/>
                    </a:lnTo>
                    <a:lnTo>
                      <a:pt x="224" y="122"/>
                    </a:lnTo>
                    <a:lnTo>
                      <a:pt x="224" y="116"/>
                    </a:lnTo>
                    <a:lnTo>
                      <a:pt x="228" y="112"/>
                    </a:lnTo>
                    <a:lnTo>
                      <a:pt x="224" y="110"/>
                    </a:lnTo>
                    <a:lnTo>
                      <a:pt x="224" y="106"/>
                    </a:lnTo>
                    <a:lnTo>
                      <a:pt x="224" y="96"/>
                    </a:lnTo>
                    <a:lnTo>
                      <a:pt x="228" y="90"/>
                    </a:lnTo>
                    <a:lnTo>
                      <a:pt x="230" y="88"/>
                    </a:lnTo>
                    <a:lnTo>
                      <a:pt x="236" y="88"/>
                    </a:lnTo>
                    <a:lnTo>
                      <a:pt x="238" y="82"/>
                    </a:lnTo>
                    <a:lnTo>
                      <a:pt x="240" y="76"/>
                    </a:lnTo>
                    <a:lnTo>
                      <a:pt x="242" y="70"/>
                    </a:lnTo>
                    <a:lnTo>
                      <a:pt x="242" y="64"/>
                    </a:lnTo>
                    <a:lnTo>
                      <a:pt x="242" y="58"/>
                    </a:lnTo>
                    <a:lnTo>
                      <a:pt x="234" y="56"/>
                    </a:lnTo>
                    <a:lnTo>
                      <a:pt x="230" y="50"/>
                    </a:lnTo>
                    <a:lnTo>
                      <a:pt x="228" y="46"/>
                    </a:lnTo>
                    <a:lnTo>
                      <a:pt x="224" y="44"/>
                    </a:lnTo>
                    <a:lnTo>
                      <a:pt x="216" y="38"/>
                    </a:lnTo>
                    <a:lnTo>
                      <a:pt x="208" y="34"/>
                    </a:lnTo>
                    <a:lnTo>
                      <a:pt x="198" y="30"/>
                    </a:lnTo>
                    <a:lnTo>
                      <a:pt x="194" y="28"/>
                    </a:lnTo>
                    <a:lnTo>
                      <a:pt x="186" y="28"/>
                    </a:lnTo>
                    <a:lnTo>
                      <a:pt x="170" y="24"/>
                    </a:lnTo>
                    <a:lnTo>
                      <a:pt x="164" y="26"/>
                    </a:lnTo>
                    <a:lnTo>
                      <a:pt x="158" y="28"/>
                    </a:lnTo>
                    <a:lnTo>
                      <a:pt x="150" y="28"/>
                    </a:lnTo>
                    <a:lnTo>
                      <a:pt x="146" y="30"/>
                    </a:lnTo>
                    <a:lnTo>
                      <a:pt x="144" y="34"/>
                    </a:lnTo>
                    <a:lnTo>
                      <a:pt x="144" y="36"/>
                    </a:lnTo>
                    <a:lnTo>
                      <a:pt x="140" y="42"/>
                    </a:lnTo>
                    <a:lnTo>
                      <a:pt x="132" y="42"/>
                    </a:lnTo>
                    <a:lnTo>
                      <a:pt x="132" y="42"/>
                    </a:lnTo>
                    <a:lnTo>
                      <a:pt x="132" y="52"/>
                    </a:lnTo>
                    <a:lnTo>
                      <a:pt x="132" y="52"/>
                    </a:lnTo>
                    <a:lnTo>
                      <a:pt x="130" y="54"/>
                    </a:lnTo>
                    <a:lnTo>
                      <a:pt x="130" y="54"/>
                    </a:lnTo>
                    <a:lnTo>
                      <a:pt x="126" y="54"/>
                    </a:lnTo>
                    <a:lnTo>
                      <a:pt x="124" y="52"/>
                    </a:lnTo>
                    <a:lnTo>
                      <a:pt x="124" y="52"/>
                    </a:lnTo>
                    <a:lnTo>
                      <a:pt x="126" y="52"/>
                    </a:lnTo>
                    <a:lnTo>
                      <a:pt x="126" y="52"/>
                    </a:lnTo>
                    <a:lnTo>
                      <a:pt x="124" y="50"/>
                    </a:lnTo>
                    <a:lnTo>
                      <a:pt x="120" y="50"/>
                    </a:lnTo>
                    <a:lnTo>
                      <a:pt x="120" y="50"/>
                    </a:lnTo>
                    <a:lnTo>
                      <a:pt x="112" y="54"/>
                    </a:lnTo>
                    <a:lnTo>
                      <a:pt x="106" y="58"/>
                    </a:lnTo>
                    <a:lnTo>
                      <a:pt x="106" y="58"/>
                    </a:lnTo>
                    <a:lnTo>
                      <a:pt x="96" y="54"/>
                    </a:lnTo>
                    <a:lnTo>
                      <a:pt x="86" y="48"/>
                    </a:lnTo>
                    <a:lnTo>
                      <a:pt x="86" y="48"/>
                    </a:lnTo>
                    <a:lnTo>
                      <a:pt x="82" y="42"/>
                    </a:lnTo>
                    <a:lnTo>
                      <a:pt x="82" y="42"/>
                    </a:lnTo>
                    <a:lnTo>
                      <a:pt x="78" y="42"/>
                    </a:lnTo>
                    <a:lnTo>
                      <a:pt x="78" y="40"/>
                    </a:lnTo>
                    <a:lnTo>
                      <a:pt x="78" y="40"/>
                    </a:lnTo>
                    <a:lnTo>
                      <a:pt x="74" y="42"/>
                    </a:lnTo>
                    <a:lnTo>
                      <a:pt x="72" y="42"/>
                    </a:lnTo>
                    <a:lnTo>
                      <a:pt x="70" y="44"/>
                    </a:lnTo>
                    <a:lnTo>
                      <a:pt x="68" y="40"/>
                    </a:lnTo>
                    <a:lnTo>
                      <a:pt x="66" y="38"/>
                    </a:lnTo>
                    <a:lnTo>
                      <a:pt x="66" y="38"/>
                    </a:lnTo>
                    <a:lnTo>
                      <a:pt x="64" y="30"/>
                    </a:lnTo>
                    <a:lnTo>
                      <a:pt x="62" y="20"/>
                    </a:lnTo>
                    <a:lnTo>
                      <a:pt x="62" y="20"/>
                    </a:lnTo>
                    <a:lnTo>
                      <a:pt x="58" y="16"/>
                    </a:lnTo>
                    <a:lnTo>
                      <a:pt x="58" y="16"/>
                    </a:lnTo>
                    <a:lnTo>
                      <a:pt x="56" y="14"/>
                    </a:lnTo>
                    <a:lnTo>
                      <a:pt x="54" y="12"/>
                    </a:lnTo>
                    <a:lnTo>
                      <a:pt x="54" y="12"/>
                    </a:lnTo>
                    <a:lnTo>
                      <a:pt x="54" y="10"/>
                    </a:lnTo>
                    <a:lnTo>
                      <a:pt x="54" y="8"/>
                    </a:lnTo>
                    <a:lnTo>
                      <a:pt x="54" y="8"/>
                    </a:lnTo>
                    <a:lnTo>
                      <a:pt x="56" y="6"/>
                    </a:lnTo>
                    <a:lnTo>
                      <a:pt x="56" y="6"/>
                    </a:lnTo>
                    <a:lnTo>
                      <a:pt x="56" y="4"/>
                    </a:lnTo>
                    <a:lnTo>
                      <a:pt x="52" y="0"/>
                    </a:lnTo>
                    <a:lnTo>
                      <a:pt x="52" y="0"/>
                    </a:lnTo>
                    <a:lnTo>
                      <a:pt x="52" y="0"/>
                    </a:lnTo>
                    <a:lnTo>
                      <a:pt x="52" y="0"/>
                    </a:lnTo>
                    <a:lnTo>
                      <a:pt x="50" y="2"/>
                    </a:lnTo>
                    <a:lnTo>
                      <a:pt x="48" y="2"/>
                    </a:lnTo>
                    <a:lnTo>
                      <a:pt x="48" y="2"/>
                    </a:lnTo>
                    <a:lnTo>
                      <a:pt x="44" y="6"/>
                    </a:lnTo>
                    <a:lnTo>
                      <a:pt x="42" y="10"/>
                    </a:lnTo>
                    <a:lnTo>
                      <a:pt x="42" y="10"/>
                    </a:lnTo>
                    <a:lnTo>
                      <a:pt x="38" y="12"/>
                    </a:lnTo>
                    <a:lnTo>
                      <a:pt x="38" y="12"/>
                    </a:lnTo>
                    <a:lnTo>
                      <a:pt x="34" y="14"/>
                    </a:lnTo>
                    <a:lnTo>
                      <a:pt x="34" y="14"/>
                    </a:lnTo>
                    <a:lnTo>
                      <a:pt x="28" y="16"/>
                    </a:lnTo>
                    <a:lnTo>
                      <a:pt x="28" y="16"/>
                    </a:lnTo>
                    <a:lnTo>
                      <a:pt x="26" y="14"/>
                    </a:lnTo>
                    <a:lnTo>
                      <a:pt x="24" y="12"/>
                    </a:lnTo>
                    <a:lnTo>
                      <a:pt x="24" y="12"/>
                    </a:lnTo>
                    <a:lnTo>
                      <a:pt x="22" y="10"/>
                    </a:lnTo>
                    <a:lnTo>
                      <a:pt x="18" y="6"/>
                    </a:lnTo>
                    <a:lnTo>
                      <a:pt x="18" y="6"/>
                    </a:lnTo>
                    <a:lnTo>
                      <a:pt x="16" y="4"/>
                    </a:lnTo>
                    <a:lnTo>
                      <a:pt x="16" y="2"/>
                    </a:lnTo>
                    <a:lnTo>
                      <a:pt x="14" y="2"/>
                    </a:lnTo>
                    <a:lnTo>
                      <a:pt x="12" y="6"/>
                    </a:lnTo>
                    <a:lnTo>
                      <a:pt x="12" y="6"/>
                    </a:lnTo>
                    <a:lnTo>
                      <a:pt x="12" y="6"/>
                    </a:lnTo>
                    <a:lnTo>
                      <a:pt x="8" y="4"/>
                    </a:lnTo>
                    <a:lnTo>
                      <a:pt x="8" y="4"/>
                    </a:lnTo>
                    <a:lnTo>
                      <a:pt x="6" y="4"/>
                    </a:lnTo>
                    <a:lnTo>
                      <a:pt x="6" y="4"/>
                    </a:lnTo>
                    <a:lnTo>
                      <a:pt x="4" y="8"/>
                    </a:lnTo>
                    <a:lnTo>
                      <a:pt x="4" y="8"/>
                    </a:lnTo>
                    <a:lnTo>
                      <a:pt x="2" y="10"/>
                    </a:lnTo>
                    <a:lnTo>
                      <a:pt x="2" y="10"/>
                    </a:lnTo>
                    <a:lnTo>
                      <a:pt x="4" y="14"/>
                    </a:lnTo>
                    <a:lnTo>
                      <a:pt x="4" y="14"/>
                    </a:lnTo>
                    <a:lnTo>
                      <a:pt x="4" y="16"/>
                    </a:lnTo>
                    <a:lnTo>
                      <a:pt x="4" y="18"/>
                    </a:lnTo>
                    <a:lnTo>
                      <a:pt x="4" y="18"/>
                    </a:lnTo>
                    <a:lnTo>
                      <a:pt x="4" y="22"/>
                    </a:lnTo>
                    <a:lnTo>
                      <a:pt x="2" y="24"/>
                    </a:lnTo>
                    <a:lnTo>
                      <a:pt x="2" y="24"/>
                    </a:lnTo>
                    <a:lnTo>
                      <a:pt x="0" y="26"/>
                    </a:lnTo>
                    <a:lnTo>
                      <a:pt x="2" y="30"/>
                    </a:lnTo>
                    <a:lnTo>
                      <a:pt x="6" y="34"/>
                    </a:lnTo>
                    <a:lnTo>
                      <a:pt x="6" y="34"/>
                    </a:lnTo>
                    <a:lnTo>
                      <a:pt x="6" y="38"/>
                    </a:lnTo>
                    <a:lnTo>
                      <a:pt x="8" y="42"/>
                    </a:lnTo>
                    <a:lnTo>
                      <a:pt x="8" y="42"/>
                    </a:lnTo>
                    <a:lnTo>
                      <a:pt x="8" y="46"/>
                    </a:lnTo>
                    <a:lnTo>
                      <a:pt x="8" y="48"/>
                    </a:lnTo>
                    <a:lnTo>
                      <a:pt x="8" y="48"/>
                    </a:lnTo>
                    <a:lnTo>
                      <a:pt x="10" y="54"/>
                    </a:lnTo>
                    <a:lnTo>
                      <a:pt x="10" y="54"/>
                    </a:lnTo>
                    <a:lnTo>
                      <a:pt x="10" y="56"/>
                    </a:lnTo>
                    <a:lnTo>
                      <a:pt x="10" y="58"/>
                    </a:lnTo>
                    <a:lnTo>
                      <a:pt x="8" y="60"/>
                    </a:lnTo>
                    <a:lnTo>
                      <a:pt x="10" y="60"/>
                    </a:lnTo>
                    <a:lnTo>
                      <a:pt x="10" y="60"/>
                    </a:lnTo>
                    <a:lnTo>
                      <a:pt x="12" y="60"/>
                    </a:lnTo>
                    <a:lnTo>
                      <a:pt x="12" y="62"/>
                    </a:lnTo>
                    <a:lnTo>
                      <a:pt x="10" y="64"/>
                    </a:lnTo>
                    <a:lnTo>
                      <a:pt x="12" y="64"/>
                    </a:lnTo>
                    <a:lnTo>
                      <a:pt x="12" y="64"/>
                    </a:lnTo>
                    <a:lnTo>
                      <a:pt x="12" y="66"/>
                    </a:lnTo>
                    <a:lnTo>
                      <a:pt x="14" y="68"/>
                    </a:lnTo>
                    <a:lnTo>
                      <a:pt x="14" y="68"/>
                    </a:lnTo>
                    <a:lnTo>
                      <a:pt x="14" y="70"/>
                    </a:lnTo>
                    <a:lnTo>
                      <a:pt x="14" y="70"/>
                    </a:lnTo>
                    <a:lnTo>
                      <a:pt x="18" y="70"/>
                    </a:lnTo>
                    <a:lnTo>
                      <a:pt x="18" y="72"/>
                    </a:lnTo>
                    <a:lnTo>
                      <a:pt x="20" y="72"/>
                    </a:lnTo>
                    <a:lnTo>
                      <a:pt x="20" y="72"/>
                    </a:lnTo>
                    <a:lnTo>
                      <a:pt x="22" y="72"/>
                    </a:lnTo>
                    <a:lnTo>
                      <a:pt x="26" y="74"/>
                    </a:lnTo>
                    <a:lnTo>
                      <a:pt x="26" y="74"/>
                    </a:lnTo>
                    <a:lnTo>
                      <a:pt x="30" y="74"/>
                    </a:lnTo>
                    <a:lnTo>
                      <a:pt x="32" y="74"/>
                    </a:lnTo>
                    <a:lnTo>
                      <a:pt x="32" y="74"/>
                    </a:lnTo>
                    <a:lnTo>
                      <a:pt x="34" y="74"/>
                    </a:lnTo>
                    <a:lnTo>
                      <a:pt x="34" y="76"/>
                    </a:lnTo>
                    <a:lnTo>
                      <a:pt x="32" y="78"/>
                    </a:lnTo>
                    <a:lnTo>
                      <a:pt x="32" y="78"/>
                    </a:lnTo>
                    <a:lnTo>
                      <a:pt x="30" y="78"/>
                    </a:lnTo>
                    <a:lnTo>
                      <a:pt x="28" y="78"/>
                    </a:lnTo>
                    <a:lnTo>
                      <a:pt x="26" y="78"/>
                    </a:lnTo>
                    <a:lnTo>
                      <a:pt x="26" y="80"/>
                    </a:lnTo>
                    <a:lnTo>
                      <a:pt x="26" y="80"/>
                    </a:lnTo>
                    <a:lnTo>
                      <a:pt x="28" y="84"/>
                    </a:lnTo>
                    <a:lnTo>
                      <a:pt x="28" y="88"/>
                    </a:lnTo>
                    <a:lnTo>
                      <a:pt x="28" y="88"/>
                    </a:lnTo>
                    <a:lnTo>
                      <a:pt x="26" y="88"/>
                    </a:lnTo>
                    <a:lnTo>
                      <a:pt x="24" y="88"/>
                    </a:lnTo>
                    <a:lnTo>
                      <a:pt x="22" y="88"/>
                    </a:lnTo>
                    <a:lnTo>
                      <a:pt x="22" y="90"/>
                    </a:lnTo>
                    <a:lnTo>
                      <a:pt x="22" y="90"/>
                    </a:lnTo>
                    <a:lnTo>
                      <a:pt x="24" y="92"/>
                    </a:lnTo>
                    <a:lnTo>
                      <a:pt x="22" y="94"/>
                    </a:lnTo>
                    <a:lnTo>
                      <a:pt x="20" y="96"/>
                    </a:lnTo>
                    <a:lnTo>
                      <a:pt x="20" y="96"/>
                    </a:lnTo>
                    <a:lnTo>
                      <a:pt x="20" y="96"/>
                    </a:lnTo>
                    <a:lnTo>
                      <a:pt x="22" y="100"/>
                    </a:lnTo>
                    <a:lnTo>
                      <a:pt x="24" y="102"/>
                    </a:lnTo>
                    <a:lnTo>
                      <a:pt x="24" y="102"/>
                    </a:lnTo>
                    <a:lnTo>
                      <a:pt x="26" y="106"/>
                    </a:lnTo>
                    <a:lnTo>
                      <a:pt x="28" y="108"/>
                    </a:lnTo>
                    <a:lnTo>
                      <a:pt x="28" y="112"/>
                    </a:lnTo>
                    <a:lnTo>
                      <a:pt x="32" y="114"/>
                    </a:lnTo>
                    <a:lnTo>
                      <a:pt x="32" y="114"/>
                    </a:lnTo>
                    <a:lnTo>
                      <a:pt x="38" y="118"/>
                    </a:lnTo>
                    <a:lnTo>
                      <a:pt x="42" y="124"/>
                    </a:lnTo>
                    <a:lnTo>
                      <a:pt x="42" y="124"/>
                    </a:lnTo>
                    <a:lnTo>
                      <a:pt x="42" y="126"/>
                    </a:lnTo>
                    <a:lnTo>
                      <a:pt x="40" y="128"/>
                    </a:lnTo>
                    <a:lnTo>
                      <a:pt x="40" y="128"/>
                    </a:lnTo>
                    <a:lnTo>
                      <a:pt x="42" y="128"/>
                    </a:lnTo>
                    <a:lnTo>
                      <a:pt x="42" y="128"/>
                    </a:lnTo>
                    <a:lnTo>
                      <a:pt x="46" y="128"/>
                    </a:lnTo>
                    <a:lnTo>
                      <a:pt x="48" y="130"/>
                    </a:lnTo>
                    <a:lnTo>
                      <a:pt x="48" y="130"/>
                    </a:lnTo>
                    <a:lnTo>
                      <a:pt x="54" y="138"/>
                    </a:lnTo>
                    <a:lnTo>
                      <a:pt x="54" y="138"/>
                    </a:lnTo>
                    <a:lnTo>
                      <a:pt x="56" y="142"/>
                    </a:lnTo>
                    <a:lnTo>
                      <a:pt x="56" y="146"/>
                    </a:lnTo>
                    <a:lnTo>
                      <a:pt x="56" y="146"/>
                    </a:lnTo>
                    <a:lnTo>
                      <a:pt x="56" y="152"/>
                    </a:lnTo>
                    <a:lnTo>
                      <a:pt x="58" y="158"/>
                    </a:lnTo>
                    <a:lnTo>
                      <a:pt x="62" y="158"/>
                    </a:lnTo>
                    <a:lnTo>
                      <a:pt x="62" y="164"/>
                    </a:lnTo>
                    <a:lnTo>
                      <a:pt x="62" y="164"/>
                    </a:lnTo>
                    <a:lnTo>
                      <a:pt x="64" y="166"/>
                    </a:lnTo>
                    <a:lnTo>
                      <a:pt x="66" y="168"/>
                    </a:lnTo>
                    <a:lnTo>
                      <a:pt x="66" y="168"/>
                    </a:lnTo>
                    <a:lnTo>
                      <a:pt x="68" y="172"/>
                    </a:lnTo>
                    <a:lnTo>
                      <a:pt x="68" y="172"/>
                    </a:lnTo>
                    <a:lnTo>
                      <a:pt x="68" y="172"/>
                    </a:lnTo>
                    <a:lnTo>
                      <a:pt x="68" y="172"/>
                    </a:lnTo>
                    <a:lnTo>
                      <a:pt x="76" y="174"/>
                    </a:lnTo>
                    <a:lnTo>
                      <a:pt x="82" y="172"/>
                    </a:lnTo>
                    <a:lnTo>
                      <a:pt x="82" y="172"/>
                    </a:lnTo>
                    <a:lnTo>
                      <a:pt x="88" y="184"/>
                    </a:lnTo>
                    <a:lnTo>
                      <a:pt x="88" y="184"/>
                    </a:lnTo>
                    <a:lnTo>
                      <a:pt x="88" y="188"/>
                    </a:lnTo>
                    <a:lnTo>
                      <a:pt x="88" y="190"/>
                    </a:lnTo>
                    <a:lnTo>
                      <a:pt x="88" y="190"/>
                    </a:lnTo>
                    <a:lnTo>
                      <a:pt x="92" y="192"/>
                    </a:lnTo>
                    <a:lnTo>
                      <a:pt x="92" y="196"/>
                    </a:lnTo>
                    <a:lnTo>
                      <a:pt x="92" y="196"/>
                    </a:lnTo>
                    <a:lnTo>
                      <a:pt x="94" y="200"/>
                    </a:lnTo>
                    <a:lnTo>
                      <a:pt x="96" y="202"/>
                    </a:lnTo>
                    <a:lnTo>
                      <a:pt x="96" y="202"/>
                    </a:lnTo>
                    <a:lnTo>
                      <a:pt x="96" y="206"/>
                    </a:lnTo>
                    <a:lnTo>
                      <a:pt x="96" y="206"/>
                    </a:lnTo>
                    <a:lnTo>
                      <a:pt x="100" y="208"/>
                    </a:lnTo>
                    <a:lnTo>
                      <a:pt x="102" y="210"/>
                    </a:lnTo>
                    <a:lnTo>
                      <a:pt x="102" y="210"/>
                    </a:lnTo>
                    <a:lnTo>
                      <a:pt x="102" y="212"/>
                    </a:lnTo>
                    <a:lnTo>
                      <a:pt x="102" y="216"/>
                    </a:lnTo>
                    <a:lnTo>
                      <a:pt x="102" y="216"/>
                    </a:lnTo>
                    <a:lnTo>
                      <a:pt x="108" y="222"/>
                    </a:lnTo>
                    <a:lnTo>
                      <a:pt x="112" y="222"/>
                    </a:lnTo>
                    <a:lnTo>
                      <a:pt x="112" y="222"/>
                    </a:lnTo>
                    <a:lnTo>
                      <a:pt x="112" y="226"/>
                    </a:lnTo>
                    <a:lnTo>
                      <a:pt x="120" y="234"/>
                    </a:lnTo>
                    <a:lnTo>
                      <a:pt x="120" y="234"/>
                    </a:lnTo>
                    <a:lnTo>
                      <a:pt x="124" y="234"/>
                    </a:lnTo>
                    <a:lnTo>
                      <a:pt x="124" y="234"/>
                    </a:lnTo>
                    <a:lnTo>
                      <a:pt x="128" y="238"/>
                    </a:lnTo>
                    <a:lnTo>
                      <a:pt x="128" y="238"/>
                    </a:lnTo>
                    <a:lnTo>
                      <a:pt x="132" y="238"/>
                    </a:lnTo>
                    <a:lnTo>
                      <a:pt x="132" y="238"/>
                    </a:lnTo>
                    <a:lnTo>
                      <a:pt x="136" y="240"/>
                    </a:lnTo>
                    <a:lnTo>
                      <a:pt x="140" y="242"/>
                    </a:lnTo>
                    <a:lnTo>
                      <a:pt x="142" y="240"/>
                    </a:lnTo>
                    <a:lnTo>
                      <a:pt x="144" y="238"/>
                    </a:lnTo>
                    <a:lnTo>
                      <a:pt x="144" y="238"/>
                    </a:lnTo>
                    <a:lnTo>
                      <a:pt x="156" y="234"/>
                    </a:lnTo>
                    <a:lnTo>
                      <a:pt x="166" y="228"/>
                    </a:lnTo>
                    <a:lnTo>
                      <a:pt x="166" y="228"/>
                    </a:lnTo>
                    <a:lnTo>
                      <a:pt x="172" y="232"/>
                    </a:lnTo>
                    <a:lnTo>
                      <a:pt x="176" y="238"/>
                    </a:lnTo>
                    <a:lnTo>
                      <a:pt x="176" y="238"/>
                    </a:lnTo>
                    <a:lnTo>
                      <a:pt x="178" y="248"/>
                    </a:lnTo>
                    <a:lnTo>
                      <a:pt x="180" y="252"/>
                    </a:lnTo>
                    <a:lnTo>
                      <a:pt x="184" y="256"/>
                    </a:lnTo>
                    <a:lnTo>
                      <a:pt x="184" y="256"/>
                    </a:lnTo>
                    <a:lnTo>
                      <a:pt x="192" y="258"/>
                    </a:lnTo>
                    <a:lnTo>
                      <a:pt x="202" y="258"/>
                    </a:lnTo>
                    <a:lnTo>
                      <a:pt x="202" y="260"/>
                    </a:lnTo>
                    <a:lnTo>
                      <a:pt x="202" y="260"/>
                    </a:lnTo>
                    <a:lnTo>
                      <a:pt x="212" y="260"/>
                    </a:lnTo>
                    <a:lnTo>
                      <a:pt x="220" y="258"/>
                    </a:lnTo>
                    <a:lnTo>
                      <a:pt x="220" y="258"/>
                    </a:lnTo>
                    <a:lnTo>
                      <a:pt x="226" y="262"/>
                    </a:lnTo>
                    <a:lnTo>
                      <a:pt x="226" y="264"/>
                    </a:lnTo>
                    <a:lnTo>
                      <a:pt x="226" y="264"/>
                    </a:lnTo>
                    <a:lnTo>
                      <a:pt x="230" y="264"/>
                    </a:lnTo>
                    <a:lnTo>
                      <a:pt x="230" y="2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5" name="Freeform 184">
                <a:extLst>
                  <a:ext uri="{FF2B5EF4-FFF2-40B4-BE49-F238E27FC236}">
                    <a16:creationId xmlns:a16="http://schemas.microsoft.com/office/drawing/2014/main" id="{7A02EE32-D11D-4B49-B24D-7F02628915AA}"/>
                  </a:ext>
                </a:extLst>
              </p:cNvPr>
              <p:cNvSpPr>
                <a:spLocks/>
              </p:cNvSpPr>
              <p:nvPr/>
            </p:nvSpPr>
            <p:spPr bwMode="auto">
              <a:xfrm>
                <a:off x="6948330" y="2857843"/>
                <a:ext cx="187863" cy="96114"/>
              </a:xfrm>
              <a:custGeom>
                <a:avLst/>
                <a:gdLst>
                  <a:gd name="T0" fmla="*/ 0 w 96"/>
                  <a:gd name="T1" fmla="*/ 10 h 48"/>
                  <a:gd name="T2" fmla="*/ 4 w 96"/>
                  <a:gd name="T3" fmla="*/ 14 h 48"/>
                  <a:gd name="T4" fmla="*/ 8 w 96"/>
                  <a:gd name="T5" fmla="*/ 14 h 48"/>
                  <a:gd name="T6" fmla="*/ 12 w 96"/>
                  <a:gd name="T7" fmla="*/ 18 h 48"/>
                  <a:gd name="T8" fmla="*/ 18 w 96"/>
                  <a:gd name="T9" fmla="*/ 22 h 48"/>
                  <a:gd name="T10" fmla="*/ 22 w 96"/>
                  <a:gd name="T11" fmla="*/ 36 h 48"/>
                  <a:gd name="T12" fmla="*/ 22 w 96"/>
                  <a:gd name="T13" fmla="*/ 42 h 48"/>
                  <a:gd name="T14" fmla="*/ 24 w 96"/>
                  <a:gd name="T15" fmla="*/ 42 h 48"/>
                  <a:gd name="T16" fmla="*/ 26 w 96"/>
                  <a:gd name="T17" fmla="*/ 42 h 48"/>
                  <a:gd name="T18" fmla="*/ 30 w 96"/>
                  <a:gd name="T19" fmla="*/ 42 h 48"/>
                  <a:gd name="T20" fmla="*/ 34 w 96"/>
                  <a:gd name="T21" fmla="*/ 42 h 48"/>
                  <a:gd name="T22" fmla="*/ 40 w 96"/>
                  <a:gd name="T23" fmla="*/ 46 h 48"/>
                  <a:gd name="T24" fmla="*/ 48 w 96"/>
                  <a:gd name="T25" fmla="*/ 44 h 48"/>
                  <a:gd name="T26" fmla="*/ 50 w 96"/>
                  <a:gd name="T27" fmla="*/ 44 h 48"/>
                  <a:gd name="T28" fmla="*/ 50 w 96"/>
                  <a:gd name="T29" fmla="*/ 48 h 48"/>
                  <a:gd name="T30" fmla="*/ 54 w 96"/>
                  <a:gd name="T31" fmla="*/ 48 h 48"/>
                  <a:gd name="T32" fmla="*/ 64 w 96"/>
                  <a:gd name="T33" fmla="*/ 48 h 48"/>
                  <a:gd name="T34" fmla="*/ 72 w 96"/>
                  <a:gd name="T35" fmla="*/ 48 h 48"/>
                  <a:gd name="T36" fmla="*/ 74 w 96"/>
                  <a:gd name="T37" fmla="*/ 46 h 48"/>
                  <a:gd name="T38" fmla="*/ 76 w 96"/>
                  <a:gd name="T39" fmla="*/ 42 h 48"/>
                  <a:gd name="T40" fmla="*/ 82 w 96"/>
                  <a:gd name="T41" fmla="*/ 40 h 48"/>
                  <a:gd name="T42" fmla="*/ 86 w 96"/>
                  <a:gd name="T43" fmla="*/ 42 h 48"/>
                  <a:gd name="T44" fmla="*/ 88 w 96"/>
                  <a:gd name="T45" fmla="*/ 44 h 48"/>
                  <a:gd name="T46" fmla="*/ 92 w 96"/>
                  <a:gd name="T47" fmla="*/ 48 h 48"/>
                  <a:gd name="T48" fmla="*/ 94 w 96"/>
                  <a:gd name="T49" fmla="*/ 48 h 48"/>
                  <a:gd name="T50" fmla="*/ 92 w 96"/>
                  <a:gd name="T51" fmla="*/ 42 h 48"/>
                  <a:gd name="T52" fmla="*/ 92 w 96"/>
                  <a:gd name="T53" fmla="*/ 40 h 48"/>
                  <a:gd name="T54" fmla="*/ 96 w 96"/>
                  <a:gd name="T55" fmla="*/ 36 h 48"/>
                  <a:gd name="T56" fmla="*/ 92 w 96"/>
                  <a:gd name="T57" fmla="*/ 32 h 48"/>
                  <a:gd name="T58" fmla="*/ 90 w 96"/>
                  <a:gd name="T59" fmla="*/ 30 h 48"/>
                  <a:gd name="T60" fmla="*/ 84 w 96"/>
                  <a:gd name="T61" fmla="*/ 30 h 48"/>
                  <a:gd name="T62" fmla="*/ 84 w 96"/>
                  <a:gd name="T63" fmla="*/ 30 h 48"/>
                  <a:gd name="T64" fmla="*/ 84 w 96"/>
                  <a:gd name="T65" fmla="*/ 26 h 48"/>
                  <a:gd name="T66" fmla="*/ 84 w 96"/>
                  <a:gd name="T67" fmla="*/ 24 h 48"/>
                  <a:gd name="T68" fmla="*/ 78 w 96"/>
                  <a:gd name="T69" fmla="*/ 20 h 48"/>
                  <a:gd name="T70" fmla="*/ 76 w 96"/>
                  <a:gd name="T71" fmla="*/ 18 h 48"/>
                  <a:gd name="T72" fmla="*/ 74 w 96"/>
                  <a:gd name="T73" fmla="*/ 14 h 48"/>
                  <a:gd name="T74" fmla="*/ 66 w 96"/>
                  <a:gd name="T75" fmla="*/ 14 h 48"/>
                  <a:gd name="T76" fmla="*/ 62 w 96"/>
                  <a:gd name="T77" fmla="*/ 16 h 48"/>
                  <a:gd name="T78" fmla="*/ 60 w 96"/>
                  <a:gd name="T79" fmla="*/ 16 h 48"/>
                  <a:gd name="T80" fmla="*/ 58 w 96"/>
                  <a:gd name="T81" fmla="*/ 14 h 48"/>
                  <a:gd name="T82" fmla="*/ 50 w 96"/>
                  <a:gd name="T83" fmla="*/ 16 h 48"/>
                  <a:gd name="T84" fmla="*/ 46 w 96"/>
                  <a:gd name="T85" fmla="*/ 16 h 48"/>
                  <a:gd name="T86" fmla="*/ 40 w 96"/>
                  <a:gd name="T87" fmla="*/ 8 h 48"/>
                  <a:gd name="T88" fmla="*/ 36 w 96"/>
                  <a:gd name="T89" fmla="*/ 6 h 48"/>
                  <a:gd name="T90" fmla="*/ 32 w 96"/>
                  <a:gd name="T91" fmla="*/ 4 h 48"/>
                  <a:gd name="T92" fmla="*/ 22 w 96"/>
                  <a:gd name="T93" fmla="*/ 4 h 48"/>
                  <a:gd name="T94" fmla="*/ 16 w 96"/>
                  <a:gd name="T95" fmla="*/ 4 h 48"/>
                  <a:gd name="T96" fmla="*/ 14 w 96"/>
                  <a:gd name="T97" fmla="*/ 0 h 48"/>
                  <a:gd name="T98" fmla="*/ 8 w 96"/>
                  <a:gd name="T99" fmla="*/ 0 h 48"/>
                  <a:gd name="T100" fmla="*/ 4 w 96"/>
                  <a:gd name="T101" fmla="*/ 2 h 48"/>
                  <a:gd name="T102" fmla="*/ 0 w 96"/>
                  <a:gd name="T103" fmla="*/ 1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48">
                    <a:moveTo>
                      <a:pt x="0" y="10"/>
                    </a:moveTo>
                    <a:lnTo>
                      <a:pt x="0" y="10"/>
                    </a:lnTo>
                    <a:lnTo>
                      <a:pt x="4" y="14"/>
                    </a:lnTo>
                    <a:lnTo>
                      <a:pt x="4" y="14"/>
                    </a:lnTo>
                    <a:lnTo>
                      <a:pt x="8" y="14"/>
                    </a:lnTo>
                    <a:lnTo>
                      <a:pt x="8" y="14"/>
                    </a:lnTo>
                    <a:lnTo>
                      <a:pt x="12" y="18"/>
                    </a:lnTo>
                    <a:lnTo>
                      <a:pt x="12" y="18"/>
                    </a:lnTo>
                    <a:lnTo>
                      <a:pt x="18" y="22"/>
                    </a:lnTo>
                    <a:lnTo>
                      <a:pt x="18" y="22"/>
                    </a:lnTo>
                    <a:lnTo>
                      <a:pt x="22" y="30"/>
                    </a:lnTo>
                    <a:lnTo>
                      <a:pt x="22" y="36"/>
                    </a:lnTo>
                    <a:lnTo>
                      <a:pt x="22" y="40"/>
                    </a:lnTo>
                    <a:lnTo>
                      <a:pt x="22" y="42"/>
                    </a:lnTo>
                    <a:lnTo>
                      <a:pt x="22" y="42"/>
                    </a:lnTo>
                    <a:lnTo>
                      <a:pt x="24" y="42"/>
                    </a:lnTo>
                    <a:lnTo>
                      <a:pt x="24" y="44"/>
                    </a:lnTo>
                    <a:lnTo>
                      <a:pt x="26" y="42"/>
                    </a:lnTo>
                    <a:lnTo>
                      <a:pt x="26" y="42"/>
                    </a:lnTo>
                    <a:lnTo>
                      <a:pt x="30" y="42"/>
                    </a:lnTo>
                    <a:lnTo>
                      <a:pt x="34" y="42"/>
                    </a:lnTo>
                    <a:lnTo>
                      <a:pt x="34" y="42"/>
                    </a:lnTo>
                    <a:lnTo>
                      <a:pt x="38" y="44"/>
                    </a:lnTo>
                    <a:lnTo>
                      <a:pt x="40" y="46"/>
                    </a:lnTo>
                    <a:lnTo>
                      <a:pt x="40" y="46"/>
                    </a:lnTo>
                    <a:lnTo>
                      <a:pt x="48" y="44"/>
                    </a:lnTo>
                    <a:lnTo>
                      <a:pt x="48" y="44"/>
                    </a:lnTo>
                    <a:lnTo>
                      <a:pt x="50" y="44"/>
                    </a:lnTo>
                    <a:lnTo>
                      <a:pt x="50" y="46"/>
                    </a:lnTo>
                    <a:lnTo>
                      <a:pt x="50" y="48"/>
                    </a:lnTo>
                    <a:lnTo>
                      <a:pt x="52" y="48"/>
                    </a:lnTo>
                    <a:lnTo>
                      <a:pt x="54" y="48"/>
                    </a:lnTo>
                    <a:lnTo>
                      <a:pt x="54" y="48"/>
                    </a:lnTo>
                    <a:lnTo>
                      <a:pt x="64" y="48"/>
                    </a:lnTo>
                    <a:lnTo>
                      <a:pt x="64" y="48"/>
                    </a:lnTo>
                    <a:lnTo>
                      <a:pt x="72" y="48"/>
                    </a:lnTo>
                    <a:lnTo>
                      <a:pt x="72" y="48"/>
                    </a:lnTo>
                    <a:lnTo>
                      <a:pt x="74" y="46"/>
                    </a:lnTo>
                    <a:lnTo>
                      <a:pt x="76" y="42"/>
                    </a:lnTo>
                    <a:lnTo>
                      <a:pt x="76" y="42"/>
                    </a:lnTo>
                    <a:lnTo>
                      <a:pt x="78" y="40"/>
                    </a:lnTo>
                    <a:lnTo>
                      <a:pt x="82" y="40"/>
                    </a:lnTo>
                    <a:lnTo>
                      <a:pt x="82" y="40"/>
                    </a:lnTo>
                    <a:lnTo>
                      <a:pt x="86" y="42"/>
                    </a:lnTo>
                    <a:lnTo>
                      <a:pt x="88" y="44"/>
                    </a:lnTo>
                    <a:lnTo>
                      <a:pt x="88" y="44"/>
                    </a:lnTo>
                    <a:lnTo>
                      <a:pt x="90" y="48"/>
                    </a:lnTo>
                    <a:lnTo>
                      <a:pt x="92" y="48"/>
                    </a:lnTo>
                    <a:lnTo>
                      <a:pt x="94" y="48"/>
                    </a:lnTo>
                    <a:lnTo>
                      <a:pt x="94" y="48"/>
                    </a:lnTo>
                    <a:lnTo>
                      <a:pt x="96" y="44"/>
                    </a:lnTo>
                    <a:lnTo>
                      <a:pt x="92" y="42"/>
                    </a:lnTo>
                    <a:lnTo>
                      <a:pt x="92" y="42"/>
                    </a:lnTo>
                    <a:lnTo>
                      <a:pt x="92" y="40"/>
                    </a:lnTo>
                    <a:lnTo>
                      <a:pt x="94" y="38"/>
                    </a:lnTo>
                    <a:lnTo>
                      <a:pt x="96" y="36"/>
                    </a:lnTo>
                    <a:lnTo>
                      <a:pt x="96" y="36"/>
                    </a:lnTo>
                    <a:lnTo>
                      <a:pt x="92" y="32"/>
                    </a:lnTo>
                    <a:lnTo>
                      <a:pt x="92" y="32"/>
                    </a:lnTo>
                    <a:lnTo>
                      <a:pt x="90" y="30"/>
                    </a:lnTo>
                    <a:lnTo>
                      <a:pt x="88" y="30"/>
                    </a:lnTo>
                    <a:lnTo>
                      <a:pt x="84" y="30"/>
                    </a:lnTo>
                    <a:lnTo>
                      <a:pt x="84" y="30"/>
                    </a:lnTo>
                    <a:lnTo>
                      <a:pt x="84" y="30"/>
                    </a:lnTo>
                    <a:lnTo>
                      <a:pt x="84" y="28"/>
                    </a:lnTo>
                    <a:lnTo>
                      <a:pt x="84" y="26"/>
                    </a:lnTo>
                    <a:lnTo>
                      <a:pt x="84" y="24"/>
                    </a:lnTo>
                    <a:lnTo>
                      <a:pt x="84" y="24"/>
                    </a:lnTo>
                    <a:lnTo>
                      <a:pt x="80" y="22"/>
                    </a:lnTo>
                    <a:lnTo>
                      <a:pt x="78" y="20"/>
                    </a:lnTo>
                    <a:lnTo>
                      <a:pt x="78" y="20"/>
                    </a:lnTo>
                    <a:lnTo>
                      <a:pt x="76" y="18"/>
                    </a:lnTo>
                    <a:lnTo>
                      <a:pt x="74" y="14"/>
                    </a:lnTo>
                    <a:lnTo>
                      <a:pt x="74" y="14"/>
                    </a:lnTo>
                    <a:lnTo>
                      <a:pt x="70" y="12"/>
                    </a:lnTo>
                    <a:lnTo>
                      <a:pt x="66" y="14"/>
                    </a:lnTo>
                    <a:lnTo>
                      <a:pt x="66" y="14"/>
                    </a:lnTo>
                    <a:lnTo>
                      <a:pt x="62" y="16"/>
                    </a:lnTo>
                    <a:lnTo>
                      <a:pt x="62" y="16"/>
                    </a:lnTo>
                    <a:lnTo>
                      <a:pt x="60" y="16"/>
                    </a:lnTo>
                    <a:lnTo>
                      <a:pt x="60" y="16"/>
                    </a:lnTo>
                    <a:lnTo>
                      <a:pt x="58" y="14"/>
                    </a:lnTo>
                    <a:lnTo>
                      <a:pt x="56" y="14"/>
                    </a:lnTo>
                    <a:lnTo>
                      <a:pt x="50" y="16"/>
                    </a:lnTo>
                    <a:lnTo>
                      <a:pt x="50" y="16"/>
                    </a:lnTo>
                    <a:lnTo>
                      <a:pt x="46" y="16"/>
                    </a:lnTo>
                    <a:lnTo>
                      <a:pt x="44" y="14"/>
                    </a:lnTo>
                    <a:lnTo>
                      <a:pt x="40" y="8"/>
                    </a:lnTo>
                    <a:lnTo>
                      <a:pt x="40" y="8"/>
                    </a:lnTo>
                    <a:lnTo>
                      <a:pt x="36" y="6"/>
                    </a:lnTo>
                    <a:lnTo>
                      <a:pt x="32" y="4"/>
                    </a:lnTo>
                    <a:lnTo>
                      <a:pt x="32" y="4"/>
                    </a:lnTo>
                    <a:lnTo>
                      <a:pt x="28" y="4"/>
                    </a:lnTo>
                    <a:lnTo>
                      <a:pt x="22" y="4"/>
                    </a:lnTo>
                    <a:lnTo>
                      <a:pt x="22" y="4"/>
                    </a:lnTo>
                    <a:lnTo>
                      <a:pt x="16" y="4"/>
                    </a:lnTo>
                    <a:lnTo>
                      <a:pt x="14" y="0"/>
                    </a:lnTo>
                    <a:lnTo>
                      <a:pt x="14" y="0"/>
                    </a:lnTo>
                    <a:lnTo>
                      <a:pt x="12" y="0"/>
                    </a:lnTo>
                    <a:lnTo>
                      <a:pt x="8" y="0"/>
                    </a:lnTo>
                    <a:lnTo>
                      <a:pt x="4" y="2"/>
                    </a:lnTo>
                    <a:lnTo>
                      <a:pt x="4" y="2"/>
                    </a:lnTo>
                    <a:lnTo>
                      <a:pt x="0" y="6"/>
                    </a:lnTo>
                    <a:lnTo>
                      <a:pt x="0" y="10"/>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6" name="Freeform 205">
                <a:extLst>
                  <a:ext uri="{FF2B5EF4-FFF2-40B4-BE49-F238E27FC236}">
                    <a16:creationId xmlns:a16="http://schemas.microsoft.com/office/drawing/2014/main" id="{0A073E29-A98F-2347-A261-CA170F1076C7}"/>
                  </a:ext>
                </a:extLst>
              </p:cNvPr>
              <p:cNvSpPr>
                <a:spLocks noEditPoints="1"/>
              </p:cNvSpPr>
              <p:nvPr/>
            </p:nvSpPr>
            <p:spPr bwMode="auto">
              <a:xfrm>
                <a:off x="6748725" y="3166205"/>
                <a:ext cx="62621" cy="40047"/>
              </a:xfrm>
              <a:custGeom>
                <a:avLst/>
                <a:gdLst>
                  <a:gd name="T0" fmla="*/ 26 w 32"/>
                  <a:gd name="T1" fmla="*/ 12 h 20"/>
                  <a:gd name="T2" fmla="*/ 26 w 32"/>
                  <a:gd name="T3" fmla="*/ 12 h 20"/>
                  <a:gd name="T4" fmla="*/ 24 w 32"/>
                  <a:gd name="T5" fmla="*/ 6 h 20"/>
                  <a:gd name="T6" fmla="*/ 28 w 32"/>
                  <a:gd name="T7" fmla="*/ 6 h 20"/>
                  <a:gd name="T8" fmla="*/ 28 w 32"/>
                  <a:gd name="T9" fmla="*/ 6 h 20"/>
                  <a:gd name="T10" fmla="*/ 30 w 32"/>
                  <a:gd name="T11" fmla="*/ 2 h 20"/>
                  <a:gd name="T12" fmla="*/ 32 w 32"/>
                  <a:gd name="T13" fmla="*/ 0 h 20"/>
                  <a:gd name="T14" fmla="*/ 32 w 32"/>
                  <a:gd name="T15" fmla="*/ 0 h 20"/>
                  <a:gd name="T16" fmla="*/ 32 w 32"/>
                  <a:gd name="T17" fmla="*/ 0 h 20"/>
                  <a:gd name="T18" fmla="*/ 26 w 32"/>
                  <a:gd name="T19" fmla="*/ 4 h 20"/>
                  <a:gd name="T20" fmla="*/ 22 w 32"/>
                  <a:gd name="T21" fmla="*/ 6 h 20"/>
                  <a:gd name="T22" fmla="*/ 22 w 32"/>
                  <a:gd name="T23" fmla="*/ 6 h 20"/>
                  <a:gd name="T24" fmla="*/ 16 w 32"/>
                  <a:gd name="T25" fmla="*/ 6 h 20"/>
                  <a:gd name="T26" fmla="*/ 10 w 32"/>
                  <a:gd name="T27" fmla="*/ 6 h 20"/>
                  <a:gd name="T28" fmla="*/ 10 w 32"/>
                  <a:gd name="T29" fmla="*/ 6 h 20"/>
                  <a:gd name="T30" fmla="*/ 12 w 32"/>
                  <a:gd name="T31" fmla="*/ 10 h 20"/>
                  <a:gd name="T32" fmla="*/ 12 w 32"/>
                  <a:gd name="T33" fmla="*/ 10 h 20"/>
                  <a:gd name="T34" fmla="*/ 8 w 32"/>
                  <a:gd name="T35" fmla="*/ 10 h 20"/>
                  <a:gd name="T36" fmla="*/ 8 w 32"/>
                  <a:gd name="T37" fmla="*/ 10 h 20"/>
                  <a:gd name="T38" fmla="*/ 10 w 32"/>
                  <a:gd name="T39" fmla="*/ 12 h 20"/>
                  <a:gd name="T40" fmla="*/ 14 w 32"/>
                  <a:gd name="T41" fmla="*/ 12 h 20"/>
                  <a:gd name="T42" fmla="*/ 14 w 32"/>
                  <a:gd name="T43" fmla="*/ 12 h 20"/>
                  <a:gd name="T44" fmla="*/ 18 w 32"/>
                  <a:gd name="T45" fmla="*/ 10 h 20"/>
                  <a:gd name="T46" fmla="*/ 18 w 32"/>
                  <a:gd name="T47" fmla="*/ 10 h 20"/>
                  <a:gd name="T48" fmla="*/ 20 w 32"/>
                  <a:gd name="T49" fmla="*/ 10 h 20"/>
                  <a:gd name="T50" fmla="*/ 20 w 32"/>
                  <a:gd name="T51" fmla="*/ 10 h 20"/>
                  <a:gd name="T52" fmla="*/ 26 w 32"/>
                  <a:gd name="T53" fmla="*/ 12 h 20"/>
                  <a:gd name="T54" fmla="*/ 26 w 32"/>
                  <a:gd name="T55" fmla="*/ 12 h 20"/>
                  <a:gd name="T56" fmla="*/ 26 w 32"/>
                  <a:gd name="T57" fmla="*/ 12 h 20"/>
                  <a:gd name="T58" fmla="*/ 26 w 32"/>
                  <a:gd name="T59" fmla="*/ 12 h 20"/>
                  <a:gd name="T60" fmla="*/ 24 w 32"/>
                  <a:gd name="T61" fmla="*/ 12 h 20"/>
                  <a:gd name="T62" fmla="*/ 24 w 32"/>
                  <a:gd name="T63" fmla="*/ 12 h 20"/>
                  <a:gd name="T64" fmla="*/ 22 w 32"/>
                  <a:gd name="T65" fmla="*/ 14 h 20"/>
                  <a:gd name="T66" fmla="*/ 18 w 32"/>
                  <a:gd name="T67" fmla="*/ 16 h 20"/>
                  <a:gd name="T68" fmla="*/ 18 w 32"/>
                  <a:gd name="T69" fmla="*/ 16 h 20"/>
                  <a:gd name="T70" fmla="*/ 12 w 32"/>
                  <a:gd name="T71" fmla="*/ 20 h 20"/>
                  <a:gd name="T72" fmla="*/ 8 w 32"/>
                  <a:gd name="T73" fmla="*/ 20 h 20"/>
                  <a:gd name="T74" fmla="*/ 2 w 32"/>
                  <a:gd name="T75" fmla="*/ 16 h 20"/>
                  <a:gd name="T76" fmla="*/ 2 w 32"/>
                  <a:gd name="T77" fmla="*/ 16 h 20"/>
                  <a:gd name="T78" fmla="*/ 0 w 32"/>
                  <a:gd name="T79" fmla="*/ 12 h 20"/>
                  <a:gd name="T80" fmla="*/ 0 w 32"/>
                  <a:gd name="T81" fmla="*/ 12 h 20"/>
                  <a:gd name="T82" fmla="*/ 8 w 32"/>
                  <a:gd name="T83" fmla="*/ 10 h 20"/>
                  <a:gd name="T84" fmla="*/ 8 w 32"/>
                  <a:gd name="T85" fmla="*/ 10 h 20"/>
                  <a:gd name="T86" fmla="*/ 10 w 32"/>
                  <a:gd name="T87" fmla="*/ 12 h 20"/>
                  <a:gd name="T88" fmla="*/ 14 w 32"/>
                  <a:gd name="T89" fmla="*/ 12 h 20"/>
                  <a:gd name="T90" fmla="*/ 14 w 32"/>
                  <a:gd name="T91" fmla="*/ 12 h 20"/>
                  <a:gd name="T92" fmla="*/ 18 w 32"/>
                  <a:gd name="T93" fmla="*/ 10 h 20"/>
                  <a:gd name="T94" fmla="*/ 18 w 32"/>
                  <a:gd name="T95" fmla="*/ 10 h 20"/>
                  <a:gd name="T96" fmla="*/ 20 w 32"/>
                  <a:gd name="T97" fmla="*/ 10 h 20"/>
                  <a:gd name="T98" fmla="*/ 20 w 32"/>
                  <a:gd name="T99" fmla="*/ 10 h 20"/>
                  <a:gd name="T100" fmla="*/ 26 w 32"/>
                  <a:gd name="T101" fmla="*/ 12 h 20"/>
                  <a:gd name="T102" fmla="*/ 26 w 32"/>
                  <a:gd name="T103" fmla="*/ 1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 h="20">
                    <a:moveTo>
                      <a:pt x="26" y="12"/>
                    </a:moveTo>
                    <a:lnTo>
                      <a:pt x="26" y="12"/>
                    </a:lnTo>
                    <a:lnTo>
                      <a:pt x="24" y="6"/>
                    </a:lnTo>
                    <a:lnTo>
                      <a:pt x="28" y="6"/>
                    </a:lnTo>
                    <a:lnTo>
                      <a:pt x="28" y="6"/>
                    </a:lnTo>
                    <a:lnTo>
                      <a:pt x="30" y="2"/>
                    </a:lnTo>
                    <a:lnTo>
                      <a:pt x="32" y="0"/>
                    </a:lnTo>
                    <a:lnTo>
                      <a:pt x="32" y="0"/>
                    </a:lnTo>
                    <a:lnTo>
                      <a:pt x="32" y="0"/>
                    </a:lnTo>
                    <a:lnTo>
                      <a:pt x="26" y="4"/>
                    </a:lnTo>
                    <a:lnTo>
                      <a:pt x="22" y="6"/>
                    </a:lnTo>
                    <a:lnTo>
                      <a:pt x="22" y="6"/>
                    </a:lnTo>
                    <a:lnTo>
                      <a:pt x="16" y="6"/>
                    </a:lnTo>
                    <a:lnTo>
                      <a:pt x="10" y="6"/>
                    </a:lnTo>
                    <a:lnTo>
                      <a:pt x="10" y="6"/>
                    </a:lnTo>
                    <a:lnTo>
                      <a:pt x="12" y="10"/>
                    </a:lnTo>
                    <a:lnTo>
                      <a:pt x="12" y="10"/>
                    </a:lnTo>
                    <a:lnTo>
                      <a:pt x="8" y="10"/>
                    </a:lnTo>
                    <a:lnTo>
                      <a:pt x="8" y="10"/>
                    </a:lnTo>
                    <a:lnTo>
                      <a:pt x="10" y="12"/>
                    </a:lnTo>
                    <a:lnTo>
                      <a:pt x="14" y="12"/>
                    </a:lnTo>
                    <a:lnTo>
                      <a:pt x="14" y="12"/>
                    </a:lnTo>
                    <a:lnTo>
                      <a:pt x="18" y="10"/>
                    </a:lnTo>
                    <a:lnTo>
                      <a:pt x="18" y="10"/>
                    </a:lnTo>
                    <a:lnTo>
                      <a:pt x="20" y="10"/>
                    </a:lnTo>
                    <a:lnTo>
                      <a:pt x="20" y="10"/>
                    </a:lnTo>
                    <a:lnTo>
                      <a:pt x="26" y="12"/>
                    </a:lnTo>
                    <a:lnTo>
                      <a:pt x="26" y="12"/>
                    </a:lnTo>
                    <a:close/>
                    <a:moveTo>
                      <a:pt x="26" y="12"/>
                    </a:moveTo>
                    <a:lnTo>
                      <a:pt x="26" y="12"/>
                    </a:lnTo>
                    <a:lnTo>
                      <a:pt x="24" y="12"/>
                    </a:lnTo>
                    <a:lnTo>
                      <a:pt x="24" y="12"/>
                    </a:lnTo>
                    <a:lnTo>
                      <a:pt x="22" y="14"/>
                    </a:lnTo>
                    <a:lnTo>
                      <a:pt x="18" y="16"/>
                    </a:lnTo>
                    <a:lnTo>
                      <a:pt x="18" y="16"/>
                    </a:lnTo>
                    <a:lnTo>
                      <a:pt x="12" y="20"/>
                    </a:lnTo>
                    <a:lnTo>
                      <a:pt x="8" y="20"/>
                    </a:lnTo>
                    <a:lnTo>
                      <a:pt x="2" y="16"/>
                    </a:lnTo>
                    <a:lnTo>
                      <a:pt x="2" y="16"/>
                    </a:lnTo>
                    <a:lnTo>
                      <a:pt x="0" y="12"/>
                    </a:lnTo>
                    <a:lnTo>
                      <a:pt x="0" y="12"/>
                    </a:lnTo>
                    <a:lnTo>
                      <a:pt x="8" y="10"/>
                    </a:lnTo>
                    <a:lnTo>
                      <a:pt x="8" y="10"/>
                    </a:lnTo>
                    <a:lnTo>
                      <a:pt x="10" y="12"/>
                    </a:lnTo>
                    <a:lnTo>
                      <a:pt x="14" y="12"/>
                    </a:lnTo>
                    <a:lnTo>
                      <a:pt x="14" y="12"/>
                    </a:lnTo>
                    <a:lnTo>
                      <a:pt x="18" y="10"/>
                    </a:lnTo>
                    <a:lnTo>
                      <a:pt x="18" y="10"/>
                    </a:lnTo>
                    <a:lnTo>
                      <a:pt x="20" y="10"/>
                    </a:lnTo>
                    <a:lnTo>
                      <a:pt x="20" y="10"/>
                    </a:lnTo>
                    <a:lnTo>
                      <a:pt x="26" y="12"/>
                    </a:lnTo>
                    <a:lnTo>
                      <a:pt x="26"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7" name="Freeform 258">
                <a:extLst>
                  <a:ext uri="{FF2B5EF4-FFF2-40B4-BE49-F238E27FC236}">
                    <a16:creationId xmlns:a16="http://schemas.microsoft.com/office/drawing/2014/main" id="{F073D3E2-7CB9-BF47-8F8F-E7B909ACA6A8}"/>
                  </a:ext>
                </a:extLst>
              </p:cNvPr>
              <p:cNvSpPr>
                <a:spLocks noEditPoints="1"/>
              </p:cNvSpPr>
              <p:nvPr/>
            </p:nvSpPr>
            <p:spPr bwMode="auto">
              <a:xfrm>
                <a:off x="7083854" y="2929927"/>
                <a:ext cx="130047" cy="124146"/>
              </a:xfrm>
              <a:custGeom>
                <a:avLst/>
                <a:gdLst>
                  <a:gd name="T0" fmla="*/ 48 w 66"/>
                  <a:gd name="T1" fmla="*/ 14 h 62"/>
                  <a:gd name="T2" fmla="*/ 40 w 66"/>
                  <a:gd name="T3" fmla="*/ 16 h 62"/>
                  <a:gd name="T4" fmla="*/ 36 w 66"/>
                  <a:gd name="T5" fmla="*/ 8 h 62"/>
                  <a:gd name="T6" fmla="*/ 26 w 66"/>
                  <a:gd name="T7" fmla="*/ 0 h 62"/>
                  <a:gd name="T8" fmla="*/ 22 w 66"/>
                  <a:gd name="T9" fmla="*/ 4 h 62"/>
                  <a:gd name="T10" fmla="*/ 26 w 66"/>
                  <a:gd name="T11" fmla="*/ 8 h 62"/>
                  <a:gd name="T12" fmla="*/ 22 w 66"/>
                  <a:gd name="T13" fmla="*/ 12 h 62"/>
                  <a:gd name="T14" fmla="*/ 18 w 66"/>
                  <a:gd name="T15" fmla="*/ 8 h 62"/>
                  <a:gd name="T16" fmla="*/ 12 w 66"/>
                  <a:gd name="T17" fmla="*/ 4 h 62"/>
                  <a:gd name="T18" fmla="*/ 6 w 66"/>
                  <a:gd name="T19" fmla="*/ 6 h 62"/>
                  <a:gd name="T20" fmla="*/ 2 w 66"/>
                  <a:gd name="T21" fmla="*/ 16 h 62"/>
                  <a:gd name="T22" fmla="*/ 6 w 66"/>
                  <a:gd name="T23" fmla="*/ 18 h 62"/>
                  <a:gd name="T24" fmla="*/ 8 w 66"/>
                  <a:gd name="T25" fmla="*/ 16 h 62"/>
                  <a:gd name="T26" fmla="*/ 12 w 66"/>
                  <a:gd name="T27" fmla="*/ 20 h 62"/>
                  <a:gd name="T28" fmla="*/ 8 w 66"/>
                  <a:gd name="T29" fmla="*/ 26 h 62"/>
                  <a:gd name="T30" fmla="*/ 16 w 66"/>
                  <a:gd name="T31" fmla="*/ 30 h 62"/>
                  <a:gd name="T32" fmla="*/ 16 w 66"/>
                  <a:gd name="T33" fmla="*/ 36 h 62"/>
                  <a:gd name="T34" fmla="*/ 20 w 66"/>
                  <a:gd name="T35" fmla="*/ 42 h 62"/>
                  <a:gd name="T36" fmla="*/ 24 w 66"/>
                  <a:gd name="T37" fmla="*/ 42 h 62"/>
                  <a:gd name="T38" fmla="*/ 26 w 66"/>
                  <a:gd name="T39" fmla="*/ 50 h 62"/>
                  <a:gd name="T40" fmla="*/ 32 w 66"/>
                  <a:gd name="T41" fmla="*/ 44 h 62"/>
                  <a:gd name="T42" fmla="*/ 36 w 66"/>
                  <a:gd name="T43" fmla="*/ 42 h 62"/>
                  <a:gd name="T44" fmla="*/ 36 w 66"/>
                  <a:gd name="T45" fmla="*/ 42 h 62"/>
                  <a:gd name="T46" fmla="*/ 40 w 66"/>
                  <a:gd name="T47" fmla="*/ 48 h 62"/>
                  <a:gd name="T48" fmla="*/ 38 w 66"/>
                  <a:gd name="T49" fmla="*/ 52 h 62"/>
                  <a:gd name="T50" fmla="*/ 40 w 66"/>
                  <a:gd name="T51" fmla="*/ 56 h 62"/>
                  <a:gd name="T52" fmla="*/ 46 w 66"/>
                  <a:gd name="T53" fmla="*/ 62 h 62"/>
                  <a:gd name="T54" fmla="*/ 46 w 66"/>
                  <a:gd name="T55" fmla="*/ 54 h 62"/>
                  <a:gd name="T56" fmla="*/ 52 w 66"/>
                  <a:gd name="T57" fmla="*/ 48 h 62"/>
                  <a:gd name="T58" fmla="*/ 54 w 66"/>
                  <a:gd name="T59" fmla="*/ 40 h 62"/>
                  <a:gd name="T60" fmla="*/ 54 w 66"/>
                  <a:gd name="T61" fmla="*/ 32 h 62"/>
                  <a:gd name="T62" fmla="*/ 58 w 66"/>
                  <a:gd name="T63" fmla="*/ 28 h 62"/>
                  <a:gd name="T64" fmla="*/ 64 w 66"/>
                  <a:gd name="T65" fmla="*/ 22 h 62"/>
                  <a:gd name="T66" fmla="*/ 62 w 66"/>
                  <a:gd name="T67" fmla="*/ 22 h 62"/>
                  <a:gd name="T68" fmla="*/ 52 w 66"/>
                  <a:gd name="T69" fmla="*/ 16 h 62"/>
                  <a:gd name="T70" fmla="*/ 0 w 66"/>
                  <a:gd name="T71" fmla="*/ 44 h 62"/>
                  <a:gd name="T72" fmla="*/ 2 w 66"/>
                  <a:gd name="T73" fmla="*/ 48 h 62"/>
                  <a:gd name="T74" fmla="*/ 8 w 66"/>
                  <a:gd name="T75" fmla="*/ 54 h 62"/>
                  <a:gd name="T76" fmla="*/ 12 w 66"/>
                  <a:gd name="T77" fmla="*/ 58 h 62"/>
                  <a:gd name="T78" fmla="*/ 18 w 66"/>
                  <a:gd name="T79" fmla="*/ 56 h 62"/>
                  <a:gd name="T80" fmla="*/ 14 w 66"/>
                  <a:gd name="T81" fmla="*/ 50 h 62"/>
                  <a:gd name="T82" fmla="*/ 8 w 66"/>
                  <a:gd name="T83" fmla="*/ 44 h 62"/>
                  <a:gd name="T84" fmla="*/ 0 w 66"/>
                  <a:gd name="T85" fmla="*/ 4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6" h="62">
                    <a:moveTo>
                      <a:pt x="50" y="8"/>
                    </a:moveTo>
                    <a:lnTo>
                      <a:pt x="50" y="8"/>
                    </a:lnTo>
                    <a:lnTo>
                      <a:pt x="48" y="14"/>
                    </a:lnTo>
                    <a:lnTo>
                      <a:pt x="42" y="18"/>
                    </a:lnTo>
                    <a:lnTo>
                      <a:pt x="42" y="18"/>
                    </a:lnTo>
                    <a:lnTo>
                      <a:pt x="40" y="16"/>
                    </a:lnTo>
                    <a:lnTo>
                      <a:pt x="38" y="12"/>
                    </a:lnTo>
                    <a:lnTo>
                      <a:pt x="38" y="12"/>
                    </a:lnTo>
                    <a:lnTo>
                      <a:pt x="36" y="8"/>
                    </a:lnTo>
                    <a:lnTo>
                      <a:pt x="32" y="6"/>
                    </a:lnTo>
                    <a:lnTo>
                      <a:pt x="32" y="6"/>
                    </a:lnTo>
                    <a:lnTo>
                      <a:pt x="26" y="0"/>
                    </a:lnTo>
                    <a:lnTo>
                      <a:pt x="26" y="0"/>
                    </a:lnTo>
                    <a:lnTo>
                      <a:pt x="24" y="2"/>
                    </a:lnTo>
                    <a:lnTo>
                      <a:pt x="22" y="4"/>
                    </a:lnTo>
                    <a:lnTo>
                      <a:pt x="22" y="6"/>
                    </a:lnTo>
                    <a:lnTo>
                      <a:pt x="22" y="6"/>
                    </a:lnTo>
                    <a:lnTo>
                      <a:pt x="26" y="8"/>
                    </a:lnTo>
                    <a:lnTo>
                      <a:pt x="24" y="12"/>
                    </a:lnTo>
                    <a:lnTo>
                      <a:pt x="24" y="12"/>
                    </a:lnTo>
                    <a:lnTo>
                      <a:pt x="22" y="12"/>
                    </a:lnTo>
                    <a:lnTo>
                      <a:pt x="20" y="12"/>
                    </a:lnTo>
                    <a:lnTo>
                      <a:pt x="18" y="8"/>
                    </a:lnTo>
                    <a:lnTo>
                      <a:pt x="18" y="8"/>
                    </a:lnTo>
                    <a:lnTo>
                      <a:pt x="16" y="6"/>
                    </a:lnTo>
                    <a:lnTo>
                      <a:pt x="12" y="4"/>
                    </a:lnTo>
                    <a:lnTo>
                      <a:pt x="12" y="4"/>
                    </a:lnTo>
                    <a:lnTo>
                      <a:pt x="8" y="4"/>
                    </a:lnTo>
                    <a:lnTo>
                      <a:pt x="6" y="6"/>
                    </a:lnTo>
                    <a:lnTo>
                      <a:pt x="6" y="6"/>
                    </a:lnTo>
                    <a:lnTo>
                      <a:pt x="4" y="10"/>
                    </a:lnTo>
                    <a:lnTo>
                      <a:pt x="2" y="12"/>
                    </a:lnTo>
                    <a:lnTo>
                      <a:pt x="2" y="16"/>
                    </a:lnTo>
                    <a:lnTo>
                      <a:pt x="2" y="16"/>
                    </a:lnTo>
                    <a:lnTo>
                      <a:pt x="4" y="18"/>
                    </a:lnTo>
                    <a:lnTo>
                      <a:pt x="6" y="18"/>
                    </a:lnTo>
                    <a:lnTo>
                      <a:pt x="6" y="16"/>
                    </a:lnTo>
                    <a:lnTo>
                      <a:pt x="6" y="16"/>
                    </a:lnTo>
                    <a:lnTo>
                      <a:pt x="8" y="16"/>
                    </a:lnTo>
                    <a:lnTo>
                      <a:pt x="8" y="18"/>
                    </a:lnTo>
                    <a:lnTo>
                      <a:pt x="12" y="20"/>
                    </a:lnTo>
                    <a:lnTo>
                      <a:pt x="12" y="20"/>
                    </a:lnTo>
                    <a:lnTo>
                      <a:pt x="12" y="22"/>
                    </a:lnTo>
                    <a:lnTo>
                      <a:pt x="12" y="24"/>
                    </a:lnTo>
                    <a:lnTo>
                      <a:pt x="8" y="26"/>
                    </a:lnTo>
                    <a:lnTo>
                      <a:pt x="8" y="26"/>
                    </a:lnTo>
                    <a:lnTo>
                      <a:pt x="16" y="30"/>
                    </a:lnTo>
                    <a:lnTo>
                      <a:pt x="16" y="30"/>
                    </a:lnTo>
                    <a:lnTo>
                      <a:pt x="18" y="34"/>
                    </a:lnTo>
                    <a:lnTo>
                      <a:pt x="16" y="36"/>
                    </a:lnTo>
                    <a:lnTo>
                      <a:pt x="16" y="36"/>
                    </a:lnTo>
                    <a:lnTo>
                      <a:pt x="16" y="38"/>
                    </a:lnTo>
                    <a:lnTo>
                      <a:pt x="20" y="42"/>
                    </a:lnTo>
                    <a:lnTo>
                      <a:pt x="20" y="42"/>
                    </a:lnTo>
                    <a:lnTo>
                      <a:pt x="24" y="42"/>
                    </a:lnTo>
                    <a:lnTo>
                      <a:pt x="24" y="42"/>
                    </a:lnTo>
                    <a:lnTo>
                      <a:pt x="24" y="42"/>
                    </a:lnTo>
                    <a:lnTo>
                      <a:pt x="24" y="42"/>
                    </a:lnTo>
                    <a:lnTo>
                      <a:pt x="26" y="48"/>
                    </a:lnTo>
                    <a:lnTo>
                      <a:pt x="26" y="50"/>
                    </a:lnTo>
                    <a:lnTo>
                      <a:pt x="26" y="50"/>
                    </a:lnTo>
                    <a:lnTo>
                      <a:pt x="28" y="48"/>
                    </a:lnTo>
                    <a:lnTo>
                      <a:pt x="32" y="44"/>
                    </a:lnTo>
                    <a:lnTo>
                      <a:pt x="32" y="44"/>
                    </a:lnTo>
                    <a:lnTo>
                      <a:pt x="34" y="44"/>
                    </a:lnTo>
                    <a:lnTo>
                      <a:pt x="36" y="42"/>
                    </a:lnTo>
                    <a:lnTo>
                      <a:pt x="36" y="42"/>
                    </a:lnTo>
                    <a:lnTo>
                      <a:pt x="36" y="42"/>
                    </a:lnTo>
                    <a:lnTo>
                      <a:pt x="36" y="42"/>
                    </a:lnTo>
                    <a:lnTo>
                      <a:pt x="40" y="46"/>
                    </a:lnTo>
                    <a:lnTo>
                      <a:pt x="40" y="48"/>
                    </a:lnTo>
                    <a:lnTo>
                      <a:pt x="40" y="48"/>
                    </a:lnTo>
                    <a:lnTo>
                      <a:pt x="38" y="50"/>
                    </a:lnTo>
                    <a:lnTo>
                      <a:pt x="38" y="50"/>
                    </a:lnTo>
                    <a:lnTo>
                      <a:pt x="38" y="52"/>
                    </a:lnTo>
                    <a:lnTo>
                      <a:pt x="38" y="54"/>
                    </a:lnTo>
                    <a:lnTo>
                      <a:pt x="38" y="54"/>
                    </a:lnTo>
                    <a:lnTo>
                      <a:pt x="40" y="56"/>
                    </a:lnTo>
                    <a:lnTo>
                      <a:pt x="42" y="58"/>
                    </a:lnTo>
                    <a:lnTo>
                      <a:pt x="42" y="58"/>
                    </a:lnTo>
                    <a:lnTo>
                      <a:pt x="46" y="62"/>
                    </a:lnTo>
                    <a:lnTo>
                      <a:pt x="46" y="62"/>
                    </a:lnTo>
                    <a:lnTo>
                      <a:pt x="46" y="54"/>
                    </a:lnTo>
                    <a:lnTo>
                      <a:pt x="46" y="54"/>
                    </a:lnTo>
                    <a:lnTo>
                      <a:pt x="52" y="52"/>
                    </a:lnTo>
                    <a:lnTo>
                      <a:pt x="52" y="52"/>
                    </a:lnTo>
                    <a:lnTo>
                      <a:pt x="52" y="48"/>
                    </a:lnTo>
                    <a:lnTo>
                      <a:pt x="50" y="48"/>
                    </a:lnTo>
                    <a:lnTo>
                      <a:pt x="50" y="48"/>
                    </a:lnTo>
                    <a:lnTo>
                      <a:pt x="54" y="40"/>
                    </a:lnTo>
                    <a:lnTo>
                      <a:pt x="54" y="40"/>
                    </a:lnTo>
                    <a:lnTo>
                      <a:pt x="54" y="36"/>
                    </a:lnTo>
                    <a:lnTo>
                      <a:pt x="54" y="32"/>
                    </a:lnTo>
                    <a:lnTo>
                      <a:pt x="54" y="32"/>
                    </a:lnTo>
                    <a:lnTo>
                      <a:pt x="56" y="30"/>
                    </a:lnTo>
                    <a:lnTo>
                      <a:pt x="58" y="28"/>
                    </a:lnTo>
                    <a:lnTo>
                      <a:pt x="66" y="26"/>
                    </a:lnTo>
                    <a:lnTo>
                      <a:pt x="66" y="26"/>
                    </a:lnTo>
                    <a:lnTo>
                      <a:pt x="64" y="22"/>
                    </a:lnTo>
                    <a:lnTo>
                      <a:pt x="64" y="22"/>
                    </a:lnTo>
                    <a:lnTo>
                      <a:pt x="62" y="22"/>
                    </a:lnTo>
                    <a:lnTo>
                      <a:pt x="62" y="22"/>
                    </a:lnTo>
                    <a:lnTo>
                      <a:pt x="56" y="20"/>
                    </a:lnTo>
                    <a:lnTo>
                      <a:pt x="52" y="16"/>
                    </a:lnTo>
                    <a:lnTo>
                      <a:pt x="52" y="16"/>
                    </a:lnTo>
                    <a:lnTo>
                      <a:pt x="50" y="8"/>
                    </a:lnTo>
                    <a:lnTo>
                      <a:pt x="50" y="8"/>
                    </a:lnTo>
                    <a:close/>
                    <a:moveTo>
                      <a:pt x="0" y="44"/>
                    </a:moveTo>
                    <a:lnTo>
                      <a:pt x="0" y="44"/>
                    </a:lnTo>
                    <a:lnTo>
                      <a:pt x="0" y="46"/>
                    </a:lnTo>
                    <a:lnTo>
                      <a:pt x="2" y="48"/>
                    </a:lnTo>
                    <a:lnTo>
                      <a:pt x="2" y="48"/>
                    </a:lnTo>
                    <a:lnTo>
                      <a:pt x="4" y="52"/>
                    </a:lnTo>
                    <a:lnTo>
                      <a:pt x="8" y="54"/>
                    </a:lnTo>
                    <a:lnTo>
                      <a:pt x="8" y="54"/>
                    </a:lnTo>
                    <a:lnTo>
                      <a:pt x="10" y="56"/>
                    </a:lnTo>
                    <a:lnTo>
                      <a:pt x="12" y="58"/>
                    </a:lnTo>
                    <a:lnTo>
                      <a:pt x="12" y="58"/>
                    </a:lnTo>
                    <a:lnTo>
                      <a:pt x="18" y="56"/>
                    </a:lnTo>
                    <a:lnTo>
                      <a:pt x="18" y="56"/>
                    </a:lnTo>
                    <a:lnTo>
                      <a:pt x="18" y="54"/>
                    </a:lnTo>
                    <a:lnTo>
                      <a:pt x="14" y="50"/>
                    </a:lnTo>
                    <a:lnTo>
                      <a:pt x="14" y="50"/>
                    </a:lnTo>
                    <a:lnTo>
                      <a:pt x="10" y="44"/>
                    </a:lnTo>
                    <a:lnTo>
                      <a:pt x="10" y="44"/>
                    </a:lnTo>
                    <a:lnTo>
                      <a:pt x="8" y="44"/>
                    </a:lnTo>
                    <a:lnTo>
                      <a:pt x="4" y="44"/>
                    </a:lnTo>
                    <a:lnTo>
                      <a:pt x="4" y="44"/>
                    </a:lnTo>
                    <a:lnTo>
                      <a:pt x="0" y="44"/>
                    </a:lnTo>
                    <a:lnTo>
                      <a:pt x="0"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8" name="Freeform 261">
                <a:extLst>
                  <a:ext uri="{FF2B5EF4-FFF2-40B4-BE49-F238E27FC236}">
                    <a16:creationId xmlns:a16="http://schemas.microsoft.com/office/drawing/2014/main" id="{ED1C0C4F-B2E8-3C48-8773-4B7521970CE2}"/>
                  </a:ext>
                </a:extLst>
              </p:cNvPr>
              <p:cNvSpPr>
                <a:spLocks/>
              </p:cNvSpPr>
              <p:nvPr/>
            </p:nvSpPr>
            <p:spPr bwMode="auto">
              <a:xfrm>
                <a:off x="7045924" y="2953955"/>
                <a:ext cx="90310" cy="88104"/>
              </a:xfrm>
              <a:custGeom>
                <a:avLst/>
                <a:gdLst>
                  <a:gd name="T0" fmla="*/ 4 w 46"/>
                  <a:gd name="T1" fmla="*/ 0 h 44"/>
                  <a:gd name="T2" fmla="*/ 6 w 46"/>
                  <a:gd name="T3" fmla="*/ 8 h 44"/>
                  <a:gd name="T4" fmla="*/ 4 w 46"/>
                  <a:gd name="T5" fmla="*/ 10 h 44"/>
                  <a:gd name="T6" fmla="*/ 0 w 46"/>
                  <a:gd name="T7" fmla="*/ 16 h 44"/>
                  <a:gd name="T8" fmla="*/ 0 w 46"/>
                  <a:gd name="T9" fmla="*/ 18 h 44"/>
                  <a:gd name="T10" fmla="*/ 6 w 46"/>
                  <a:gd name="T11" fmla="*/ 22 h 44"/>
                  <a:gd name="T12" fmla="*/ 14 w 46"/>
                  <a:gd name="T13" fmla="*/ 24 h 44"/>
                  <a:gd name="T14" fmla="*/ 20 w 46"/>
                  <a:gd name="T15" fmla="*/ 30 h 44"/>
                  <a:gd name="T16" fmla="*/ 20 w 46"/>
                  <a:gd name="T17" fmla="*/ 32 h 44"/>
                  <a:gd name="T18" fmla="*/ 24 w 46"/>
                  <a:gd name="T19" fmla="*/ 32 h 44"/>
                  <a:gd name="T20" fmla="*/ 30 w 46"/>
                  <a:gd name="T21" fmla="*/ 32 h 44"/>
                  <a:gd name="T22" fmla="*/ 34 w 46"/>
                  <a:gd name="T23" fmla="*/ 38 h 44"/>
                  <a:gd name="T24" fmla="*/ 38 w 46"/>
                  <a:gd name="T25" fmla="*/ 42 h 44"/>
                  <a:gd name="T26" fmla="*/ 38 w 46"/>
                  <a:gd name="T27" fmla="*/ 44 h 44"/>
                  <a:gd name="T28" fmla="*/ 42 w 46"/>
                  <a:gd name="T29" fmla="*/ 42 h 44"/>
                  <a:gd name="T30" fmla="*/ 46 w 46"/>
                  <a:gd name="T31" fmla="*/ 38 h 44"/>
                  <a:gd name="T32" fmla="*/ 44 w 46"/>
                  <a:gd name="T33" fmla="*/ 30 h 44"/>
                  <a:gd name="T34" fmla="*/ 44 w 46"/>
                  <a:gd name="T35" fmla="*/ 30 h 44"/>
                  <a:gd name="T36" fmla="*/ 40 w 46"/>
                  <a:gd name="T37" fmla="*/ 30 h 44"/>
                  <a:gd name="T38" fmla="*/ 36 w 46"/>
                  <a:gd name="T39" fmla="*/ 26 h 44"/>
                  <a:gd name="T40" fmla="*/ 38 w 46"/>
                  <a:gd name="T41" fmla="*/ 22 h 44"/>
                  <a:gd name="T42" fmla="*/ 36 w 46"/>
                  <a:gd name="T43" fmla="*/ 18 h 44"/>
                  <a:gd name="T44" fmla="*/ 28 w 46"/>
                  <a:gd name="T45" fmla="*/ 14 h 44"/>
                  <a:gd name="T46" fmla="*/ 32 w 46"/>
                  <a:gd name="T47" fmla="*/ 12 h 44"/>
                  <a:gd name="T48" fmla="*/ 32 w 46"/>
                  <a:gd name="T49" fmla="*/ 8 h 44"/>
                  <a:gd name="T50" fmla="*/ 28 w 46"/>
                  <a:gd name="T51" fmla="*/ 6 h 44"/>
                  <a:gd name="T52" fmla="*/ 26 w 46"/>
                  <a:gd name="T53" fmla="*/ 4 h 44"/>
                  <a:gd name="T54" fmla="*/ 26 w 46"/>
                  <a:gd name="T55" fmla="*/ 6 h 44"/>
                  <a:gd name="T56" fmla="*/ 22 w 46"/>
                  <a:gd name="T57" fmla="*/ 4 h 44"/>
                  <a:gd name="T58" fmla="*/ 22 w 46"/>
                  <a:gd name="T59" fmla="*/ 0 h 44"/>
                  <a:gd name="T60" fmla="*/ 14 w 46"/>
                  <a:gd name="T61" fmla="*/ 0 h 44"/>
                  <a:gd name="T62" fmla="*/ 4 w 46"/>
                  <a:gd name="T6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 h="44">
                    <a:moveTo>
                      <a:pt x="4" y="0"/>
                    </a:moveTo>
                    <a:lnTo>
                      <a:pt x="4" y="0"/>
                    </a:lnTo>
                    <a:lnTo>
                      <a:pt x="4" y="4"/>
                    </a:lnTo>
                    <a:lnTo>
                      <a:pt x="6" y="8"/>
                    </a:lnTo>
                    <a:lnTo>
                      <a:pt x="4" y="10"/>
                    </a:lnTo>
                    <a:lnTo>
                      <a:pt x="4" y="10"/>
                    </a:lnTo>
                    <a:lnTo>
                      <a:pt x="2" y="12"/>
                    </a:lnTo>
                    <a:lnTo>
                      <a:pt x="0" y="16"/>
                    </a:lnTo>
                    <a:lnTo>
                      <a:pt x="0" y="16"/>
                    </a:lnTo>
                    <a:lnTo>
                      <a:pt x="0" y="18"/>
                    </a:lnTo>
                    <a:lnTo>
                      <a:pt x="2" y="20"/>
                    </a:lnTo>
                    <a:lnTo>
                      <a:pt x="6" y="22"/>
                    </a:lnTo>
                    <a:lnTo>
                      <a:pt x="14" y="24"/>
                    </a:lnTo>
                    <a:lnTo>
                      <a:pt x="14" y="24"/>
                    </a:lnTo>
                    <a:lnTo>
                      <a:pt x="18" y="26"/>
                    </a:lnTo>
                    <a:lnTo>
                      <a:pt x="20" y="30"/>
                    </a:lnTo>
                    <a:lnTo>
                      <a:pt x="20" y="32"/>
                    </a:lnTo>
                    <a:lnTo>
                      <a:pt x="20" y="32"/>
                    </a:lnTo>
                    <a:lnTo>
                      <a:pt x="24" y="32"/>
                    </a:lnTo>
                    <a:lnTo>
                      <a:pt x="24" y="32"/>
                    </a:lnTo>
                    <a:lnTo>
                      <a:pt x="28" y="32"/>
                    </a:lnTo>
                    <a:lnTo>
                      <a:pt x="30" y="32"/>
                    </a:lnTo>
                    <a:lnTo>
                      <a:pt x="30" y="32"/>
                    </a:lnTo>
                    <a:lnTo>
                      <a:pt x="34" y="38"/>
                    </a:lnTo>
                    <a:lnTo>
                      <a:pt x="34" y="38"/>
                    </a:lnTo>
                    <a:lnTo>
                      <a:pt x="38" y="42"/>
                    </a:lnTo>
                    <a:lnTo>
                      <a:pt x="38" y="44"/>
                    </a:lnTo>
                    <a:lnTo>
                      <a:pt x="38" y="44"/>
                    </a:lnTo>
                    <a:lnTo>
                      <a:pt x="42" y="42"/>
                    </a:lnTo>
                    <a:lnTo>
                      <a:pt x="42" y="42"/>
                    </a:lnTo>
                    <a:lnTo>
                      <a:pt x="46" y="38"/>
                    </a:lnTo>
                    <a:lnTo>
                      <a:pt x="46" y="38"/>
                    </a:lnTo>
                    <a:lnTo>
                      <a:pt x="46" y="36"/>
                    </a:lnTo>
                    <a:lnTo>
                      <a:pt x="44" y="30"/>
                    </a:lnTo>
                    <a:lnTo>
                      <a:pt x="44" y="30"/>
                    </a:lnTo>
                    <a:lnTo>
                      <a:pt x="44" y="30"/>
                    </a:lnTo>
                    <a:lnTo>
                      <a:pt x="44" y="30"/>
                    </a:lnTo>
                    <a:lnTo>
                      <a:pt x="40" y="30"/>
                    </a:lnTo>
                    <a:lnTo>
                      <a:pt x="40" y="30"/>
                    </a:lnTo>
                    <a:lnTo>
                      <a:pt x="36" y="26"/>
                    </a:lnTo>
                    <a:lnTo>
                      <a:pt x="36" y="24"/>
                    </a:lnTo>
                    <a:lnTo>
                      <a:pt x="38" y="22"/>
                    </a:lnTo>
                    <a:lnTo>
                      <a:pt x="38" y="22"/>
                    </a:lnTo>
                    <a:lnTo>
                      <a:pt x="36" y="18"/>
                    </a:lnTo>
                    <a:lnTo>
                      <a:pt x="36" y="18"/>
                    </a:lnTo>
                    <a:lnTo>
                      <a:pt x="28" y="14"/>
                    </a:lnTo>
                    <a:lnTo>
                      <a:pt x="28" y="14"/>
                    </a:lnTo>
                    <a:lnTo>
                      <a:pt x="32" y="12"/>
                    </a:lnTo>
                    <a:lnTo>
                      <a:pt x="32" y="10"/>
                    </a:lnTo>
                    <a:lnTo>
                      <a:pt x="32" y="8"/>
                    </a:lnTo>
                    <a:lnTo>
                      <a:pt x="32" y="8"/>
                    </a:lnTo>
                    <a:lnTo>
                      <a:pt x="28" y="6"/>
                    </a:lnTo>
                    <a:lnTo>
                      <a:pt x="28" y="4"/>
                    </a:lnTo>
                    <a:lnTo>
                      <a:pt x="26" y="4"/>
                    </a:lnTo>
                    <a:lnTo>
                      <a:pt x="26" y="4"/>
                    </a:lnTo>
                    <a:lnTo>
                      <a:pt x="26" y="6"/>
                    </a:lnTo>
                    <a:lnTo>
                      <a:pt x="24" y="6"/>
                    </a:lnTo>
                    <a:lnTo>
                      <a:pt x="22" y="4"/>
                    </a:lnTo>
                    <a:lnTo>
                      <a:pt x="22" y="0"/>
                    </a:lnTo>
                    <a:lnTo>
                      <a:pt x="22" y="0"/>
                    </a:lnTo>
                    <a:lnTo>
                      <a:pt x="14" y="0"/>
                    </a:lnTo>
                    <a:lnTo>
                      <a:pt x="14" y="0"/>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89" name="Group 588">
              <a:extLst>
                <a:ext uri="{FF2B5EF4-FFF2-40B4-BE49-F238E27FC236}">
                  <a16:creationId xmlns:a16="http://schemas.microsoft.com/office/drawing/2014/main" id="{58710BF1-1EE0-FB44-9B5B-66E0DBABABA2}"/>
                </a:ext>
              </a:extLst>
            </p:cNvPr>
            <p:cNvGrpSpPr/>
            <p:nvPr/>
          </p:nvGrpSpPr>
          <p:grpSpPr>
            <a:xfrm>
              <a:off x="2039078" y="2862477"/>
              <a:ext cx="1631235" cy="1070939"/>
              <a:chOff x="2832965" y="3258313"/>
              <a:chExt cx="1354177" cy="889045"/>
            </a:xfrm>
            <a:solidFill>
              <a:schemeClr val="bg2"/>
            </a:solidFill>
          </p:grpSpPr>
          <p:sp>
            <p:nvSpPr>
              <p:cNvPr id="590" name="Freeform 19">
                <a:extLst>
                  <a:ext uri="{FF2B5EF4-FFF2-40B4-BE49-F238E27FC236}">
                    <a16:creationId xmlns:a16="http://schemas.microsoft.com/office/drawing/2014/main" id="{9A00C532-928A-2346-A18F-A26AC3A70A40}"/>
                  </a:ext>
                </a:extLst>
              </p:cNvPr>
              <p:cNvSpPr>
                <a:spLocks/>
              </p:cNvSpPr>
              <p:nvPr/>
            </p:nvSpPr>
            <p:spPr bwMode="auto">
              <a:xfrm>
                <a:off x="3502225" y="3354426"/>
                <a:ext cx="3914" cy="12014"/>
              </a:xfrm>
              <a:custGeom>
                <a:avLst/>
                <a:gdLst>
                  <a:gd name="T0" fmla="*/ 0 w 2"/>
                  <a:gd name="T1" fmla="*/ 0 h 6"/>
                  <a:gd name="T2" fmla="*/ 0 w 2"/>
                  <a:gd name="T3" fmla="*/ 0 h 6"/>
                  <a:gd name="T4" fmla="*/ 2 w 2"/>
                  <a:gd name="T5" fmla="*/ 4 h 6"/>
                  <a:gd name="T6" fmla="*/ 0 w 2"/>
                  <a:gd name="T7" fmla="*/ 4 h 6"/>
                  <a:gd name="T8" fmla="*/ 0 w 2"/>
                  <a:gd name="T9" fmla="*/ 6 h 6"/>
                  <a:gd name="T10" fmla="*/ 0 w 2"/>
                  <a:gd name="T11" fmla="*/ 6 h 6"/>
                  <a:gd name="T12" fmla="*/ 0 w 2"/>
                  <a:gd name="T13" fmla="*/ 2 h 6"/>
                  <a:gd name="T14" fmla="*/ 0 w 2"/>
                  <a:gd name="T15" fmla="*/ 2 h 6"/>
                  <a:gd name="T16" fmla="*/ 0 w 2"/>
                  <a:gd name="T17" fmla="*/ 0 h 6"/>
                  <a:gd name="T18" fmla="*/ 0 w 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6">
                    <a:moveTo>
                      <a:pt x="0" y="0"/>
                    </a:moveTo>
                    <a:lnTo>
                      <a:pt x="0" y="0"/>
                    </a:lnTo>
                    <a:lnTo>
                      <a:pt x="2" y="4"/>
                    </a:lnTo>
                    <a:lnTo>
                      <a:pt x="0" y="4"/>
                    </a:lnTo>
                    <a:lnTo>
                      <a:pt x="0" y="6"/>
                    </a:lnTo>
                    <a:lnTo>
                      <a:pt x="0" y="6"/>
                    </a:lnTo>
                    <a:lnTo>
                      <a:pt x="0" y="2"/>
                    </a:lnTo>
                    <a:lnTo>
                      <a:pt x="0"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1" name="Freeform 20">
                <a:extLst>
                  <a:ext uri="{FF2B5EF4-FFF2-40B4-BE49-F238E27FC236}">
                    <a16:creationId xmlns:a16="http://schemas.microsoft.com/office/drawing/2014/main" id="{2115764A-67E3-3847-8F36-D9995CC88C87}"/>
                  </a:ext>
                </a:extLst>
              </p:cNvPr>
              <p:cNvSpPr>
                <a:spLocks/>
              </p:cNvSpPr>
              <p:nvPr/>
            </p:nvSpPr>
            <p:spPr bwMode="auto">
              <a:xfrm>
                <a:off x="3506139" y="3370444"/>
                <a:ext cx="3914" cy="4005"/>
              </a:xfrm>
              <a:custGeom>
                <a:avLst/>
                <a:gdLst>
                  <a:gd name="T0" fmla="*/ 2 w 2"/>
                  <a:gd name="T1" fmla="*/ 0 h 2"/>
                  <a:gd name="T2" fmla="*/ 2 w 2"/>
                  <a:gd name="T3" fmla="*/ 2 h 2"/>
                  <a:gd name="T4" fmla="*/ 2 w 2"/>
                  <a:gd name="T5" fmla="*/ 2 h 2"/>
                  <a:gd name="T6" fmla="*/ 0 w 2"/>
                  <a:gd name="T7" fmla="*/ 2 h 2"/>
                  <a:gd name="T8" fmla="*/ 0 w 2"/>
                  <a:gd name="T9" fmla="*/ 0 h 2"/>
                  <a:gd name="T10" fmla="*/ 2 w 2"/>
                  <a:gd name="T11" fmla="*/ 0 h 2"/>
                  <a:gd name="T12" fmla="*/ 2 w 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0"/>
                    </a:moveTo>
                    <a:lnTo>
                      <a:pt x="2" y="2"/>
                    </a:lnTo>
                    <a:lnTo>
                      <a:pt x="2" y="2"/>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2" name="Freeform 107">
                <a:extLst>
                  <a:ext uri="{FF2B5EF4-FFF2-40B4-BE49-F238E27FC236}">
                    <a16:creationId xmlns:a16="http://schemas.microsoft.com/office/drawing/2014/main" id="{A397D03A-B96C-9A47-B067-EECF237971C3}"/>
                  </a:ext>
                </a:extLst>
              </p:cNvPr>
              <p:cNvSpPr>
                <a:spLocks/>
              </p:cNvSpPr>
              <p:nvPr/>
            </p:nvSpPr>
            <p:spPr bwMode="auto">
              <a:xfrm>
                <a:off x="4151917" y="3754896"/>
                <a:ext cx="35225" cy="20024"/>
              </a:xfrm>
              <a:custGeom>
                <a:avLst/>
                <a:gdLst>
                  <a:gd name="T0" fmla="*/ 0 w 18"/>
                  <a:gd name="T1" fmla="*/ 0 h 10"/>
                  <a:gd name="T2" fmla="*/ 0 w 18"/>
                  <a:gd name="T3" fmla="*/ 0 h 10"/>
                  <a:gd name="T4" fmla="*/ 0 w 18"/>
                  <a:gd name="T5" fmla="*/ 4 h 10"/>
                  <a:gd name="T6" fmla="*/ 0 w 18"/>
                  <a:gd name="T7" fmla="*/ 4 h 10"/>
                  <a:gd name="T8" fmla="*/ 2 w 18"/>
                  <a:gd name="T9" fmla="*/ 8 h 10"/>
                  <a:gd name="T10" fmla="*/ 2 w 18"/>
                  <a:gd name="T11" fmla="*/ 8 h 10"/>
                  <a:gd name="T12" fmla="*/ 8 w 18"/>
                  <a:gd name="T13" fmla="*/ 10 h 10"/>
                  <a:gd name="T14" fmla="*/ 10 w 18"/>
                  <a:gd name="T15" fmla="*/ 8 h 10"/>
                  <a:gd name="T16" fmla="*/ 16 w 18"/>
                  <a:gd name="T17" fmla="*/ 4 h 10"/>
                  <a:gd name="T18" fmla="*/ 16 w 18"/>
                  <a:gd name="T19" fmla="*/ 4 h 10"/>
                  <a:gd name="T20" fmla="*/ 18 w 18"/>
                  <a:gd name="T21" fmla="*/ 2 h 10"/>
                  <a:gd name="T22" fmla="*/ 18 w 18"/>
                  <a:gd name="T23" fmla="*/ 2 h 10"/>
                  <a:gd name="T24" fmla="*/ 14 w 18"/>
                  <a:gd name="T25" fmla="*/ 0 h 10"/>
                  <a:gd name="T26" fmla="*/ 0 w 18"/>
                  <a:gd name="T27" fmla="*/ 0 h 10"/>
                  <a:gd name="T28" fmla="*/ 0 w 18"/>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10">
                    <a:moveTo>
                      <a:pt x="0" y="0"/>
                    </a:moveTo>
                    <a:lnTo>
                      <a:pt x="0" y="0"/>
                    </a:lnTo>
                    <a:lnTo>
                      <a:pt x="0" y="4"/>
                    </a:lnTo>
                    <a:lnTo>
                      <a:pt x="0" y="4"/>
                    </a:lnTo>
                    <a:lnTo>
                      <a:pt x="2" y="8"/>
                    </a:lnTo>
                    <a:lnTo>
                      <a:pt x="2" y="8"/>
                    </a:lnTo>
                    <a:lnTo>
                      <a:pt x="8" y="10"/>
                    </a:lnTo>
                    <a:lnTo>
                      <a:pt x="10" y="8"/>
                    </a:lnTo>
                    <a:lnTo>
                      <a:pt x="16" y="4"/>
                    </a:lnTo>
                    <a:lnTo>
                      <a:pt x="16" y="4"/>
                    </a:lnTo>
                    <a:lnTo>
                      <a:pt x="18" y="2"/>
                    </a:lnTo>
                    <a:lnTo>
                      <a:pt x="18" y="2"/>
                    </a:lnTo>
                    <a:lnTo>
                      <a:pt x="14"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3" name="Freeform 114">
                <a:extLst>
                  <a:ext uri="{FF2B5EF4-FFF2-40B4-BE49-F238E27FC236}">
                    <a16:creationId xmlns:a16="http://schemas.microsoft.com/office/drawing/2014/main" id="{2C17B6B5-068B-834D-B963-B7DE23B1178A}"/>
                  </a:ext>
                </a:extLst>
              </p:cNvPr>
              <p:cNvSpPr>
                <a:spLocks/>
              </p:cNvSpPr>
              <p:nvPr/>
            </p:nvSpPr>
            <p:spPr bwMode="auto">
              <a:xfrm>
                <a:off x="3721398" y="4059254"/>
                <a:ext cx="156552" cy="88104"/>
              </a:xfrm>
              <a:custGeom>
                <a:avLst/>
                <a:gdLst>
                  <a:gd name="T0" fmla="*/ 78 w 80"/>
                  <a:gd name="T1" fmla="*/ 20 h 44"/>
                  <a:gd name="T2" fmla="*/ 72 w 80"/>
                  <a:gd name="T3" fmla="*/ 18 h 44"/>
                  <a:gd name="T4" fmla="*/ 64 w 80"/>
                  <a:gd name="T5" fmla="*/ 10 h 44"/>
                  <a:gd name="T6" fmla="*/ 66 w 80"/>
                  <a:gd name="T7" fmla="*/ 4 h 44"/>
                  <a:gd name="T8" fmla="*/ 64 w 80"/>
                  <a:gd name="T9" fmla="*/ 6 h 44"/>
                  <a:gd name="T10" fmla="*/ 64 w 80"/>
                  <a:gd name="T11" fmla="*/ 6 h 44"/>
                  <a:gd name="T12" fmla="*/ 64 w 80"/>
                  <a:gd name="T13" fmla="*/ 2 h 44"/>
                  <a:gd name="T14" fmla="*/ 48 w 80"/>
                  <a:gd name="T15" fmla="*/ 0 h 44"/>
                  <a:gd name="T16" fmla="*/ 46 w 80"/>
                  <a:gd name="T17" fmla="*/ 4 h 44"/>
                  <a:gd name="T18" fmla="*/ 40 w 80"/>
                  <a:gd name="T19" fmla="*/ 6 h 44"/>
                  <a:gd name="T20" fmla="*/ 34 w 80"/>
                  <a:gd name="T21" fmla="*/ 8 h 44"/>
                  <a:gd name="T22" fmla="*/ 26 w 80"/>
                  <a:gd name="T23" fmla="*/ 12 h 44"/>
                  <a:gd name="T24" fmla="*/ 24 w 80"/>
                  <a:gd name="T25" fmla="*/ 12 h 44"/>
                  <a:gd name="T26" fmla="*/ 18 w 80"/>
                  <a:gd name="T27" fmla="*/ 8 h 44"/>
                  <a:gd name="T28" fmla="*/ 12 w 80"/>
                  <a:gd name="T29" fmla="*/ 10 h 44"/>
                  <a:gd name="T30" fmla="*/ 10 w 80"/>
                  <a:gd name="T31" fmla="*/ 6 h 44"/>
                  <a:gd name="T32" fmla="*/ 10 w 80"/>
                  <a:gd name="T33" fmla="*/ 0 h 44"/>
                  <a:gd name="T34" fmla="*/ 2 w 80"/>
                  <a:gd name="T35" fmla="*/ 0 h 44"/>
                  <a:gd name="T36" fmla="*/ 2 w 80"/>
                  <a:gd name="T37" fmla="*/ 2 h 44"/>
                  <a:gd name="T38" fmla="*/ 2 w 80"/>
                  <a:gd name="T39" fmla="*/ 6 h 44"/>
                  <a:gd name="T40" fmla="*/ 2 w 80"/>
                  <a:gd name="T41" fmla="*/ 12 h 44"/>
                  <a:gd name="T42" fmla="*/ 4 w 80"/>
                  <a:gd name="T43" fmla="*/ 16 h 44"/>
                  <a:gd name="T44" fmla="*/ 2 w 80"/>
                  <a:gd name="T45" fmla="*/ 22 h 44"/>
                  <a:gd name="T46" fmla="*/ 6 w 80"/>
                  <a:gd name="T47" fmla="*/ 20 h 44"/>
                  <a:gd name="T48" fmla="*/ 6 w 80"/>
                  <a:gd name="T49" fmla="*/ 20 h 44"/>
                  <a:gd name="T50" fmla="*/ 10 w 80"/>
                  <a:gd name="T51" fmla="*/ 20 h 44"/>
                  <a:gd name="T52" fmla="*/ 10 w 80"/>
                  <a:gd name="T53" fmla="*/ 22 h 44"/>
                  <a:gd name="T54" fmla="*/ 18 w 80"/>
                  <a:gd name="T55" fmla="*/ 22 h 44"/>
                  <a:gd name="T56" fmla="*/ 22 w 80"/>
                  <a:gd name="T57" fmla="*/ 30 h 44"/>
                  <a:gd name="T58" fmla="*/ 28 w 80"/>
                  <a:gd name="T59" fmla="*/ 30 h 44"/>
                  <a:gd name="T60" fmla="*/ 32 w 80"/>
                  <a:gd name="T61" fmla="*/ 38 h 44"/>
                  <a:gd name="T62" fmla="*/ 36 w 80"/>
                  <a:gd name="T63" fmla="*/ 36 h 44"/>
                  <a:gd name="T64" fmla="*/ 38 w 80"/>
                  <a:gd name="T65" fmla="*/ 32 h 44"/>
                  <a:gd name="T66" fmla="*/ 42 w 80"/>
                  <a:gd name="T67" fmla="*/ 32 h 44"/>
                  <a:gd name="T68" fmla="*/ 42 w 80"/>
                  <a:gd name="T69" fmla="*/ 28 h 44"/>
                  <a:gd name="T70" fmla="*/ 38 w 80"/>
                  <a:gd name="T71" fmla="*/ 24 h 44"/>
                  <a:gd name="T72" fmla="*/ 36 w 80"/>
                  <a:gd name="T73" fmla="*/ 24 h 44"/>
                  <a:gd name="T74" fmla="*/ 34 w 80"/>
                  <a:gd name="T75" fmla="*/ 22 h 44"/>
                  <a:gd name="T76" fmla="*/ 42 w 80"/>
                  <a:gd name="T77" fmla="*/ 20 h 44"/>
                  <a:gd name="T78" fmla="*/ 50 w 80"/>
                  <a:gd name="T79" fmla="*/ 10 h 44"/>
                  <a:gd name="T80" fmla="*/ 54 w 80"/>
                  <a:gd name="T81" fmla="*/ 12 h 44"/>
                  <a:gd name="T82" fmla="*/ 58 w 80"/>
                  <a:gd name="T83" fmla="*/ 18 h 44"/>
                  <a:gd name="T84" fmla="*/ 60 w 80"/>
                  <a:gd name="T85" fmla="*/ 24 h 44"/>
                  <a:gd name="T86" fmla="*/ 68 w 80"/>
                  <a:gd name="T87" fmla="*/ 22 h 44"/>
                  <a:gd name="T88" fmla="*/ 68 w 80"/>
                  <a:gd name="T89" fmla="*/ 26 h 44"/>
                  <a:gd name="T90" fmla="*/ 64 w 80"/>
                  <a:gd name="T91" fmla="*/ 30 h 44"/>
                  <a:gd name="T92" fmla="*/ 62 w 80"/>
                  <a:gd name="T93" fmla="*/ 36 h 44"/>
                  <a:gd name="T94" fmla="*/ 68 w 80"/>
                  <a:gd name="T95" fmla="*/ 42 h 44"/>
                  <a:gd name="T96" fmla="*/ 74 w 80"/>
                  <a:gd name="T97" fmla="*/ 44 h 44"/>
                  <a:gd name="T98" fmla="*/ 76 w 80"/>
                  <a:gd name="T99" fmla="*/ 40 h 44"/>
                  <a:gd name="T100" fmla="*/ 80 w 80"/>
                  <a:gd name="T101" fmla="*/ 32 h 44"/>
                  <a:gd name="T102" fmla="*/ 78 w 80"/>
                  <a:gd name="T103" fmla="*/ 28 h 44"/>
                  <a:gd name="T104" fmla="*/ 78 w 80"/>
                  <a:gd name="T105"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0" h="44">
                    <a:moveTo>
                      <a:pt x="78" y="20"/>
                    </a:moveTo>
                    <a:lnTo>
                      <a:pt x="78" y="20"/>
                    </a:lnTo>
                    <a:lnTo>
                      <a:pt x="72" y="18"/>
                    </a:lnTo>
                    <a:lnTo>
                      <a:pt x="72" y="18"/>
                    </a:lnTo>
                    <a:lnTo>
                      <a:pt x="72" y="14"/>
                    </a:lnTo>
                    <a:lnTo>
                      <a:pt x="64" y="10"/>
                    </a:lnTo>
                    <a:lnTo>
                      <a:pt x="64" y="10"/>
                    </a:lnTo>
                    <a:lnTo>
                      <a:pt x="66" y="4"/>
                    </a:lnTo>
                    <a:lnTo>
                      <a:pt x="66" y="4"/>
                    </a:lnTo>
                    <a:lnTo>
                      <a:pt x="64" y="6"/>
                    </a:lnTo>
                    <a:lnTo>
                      <a:pt x="64" y="6"/>
                    </a:lnTo>
                    <a:lnTo>
                      <a:pt x="64" y="6"/>
                    </a:lnTo>
                    <a:lnTo>
                      <a:pt x="64" y="2"/>
                    </a:lnTo>
                    <a:lnTo>
                      <a:pt x="64" y="2"/>
                    </a:lnTo>
                    <a:lnTo>
                      <a:pt x="56" y="0"/>
                    </a:lnTo>
                    <a:lnTo>
                      <a:pt x="48" y="0"/>
                    </a:lnTo>
                    <a:lnTo>
                      <a:pt x="48" y="0"/>
                    </a:lnTo>
                    <a:lnTo>
                      <a:pt x="46" y="4"/>
                    </a:lnTo>
                    <a:lnTo>
                      <a:pt x="46" y="4"/>
                    </a:lnTo>
                    <a:lnTo>
                      <a:pt x="40" y="6"/>
                    </a:lnTo>
                    <a:lnTo>
                      <a:pt x="34" y="8"/>
                    </a:lnTo>
                    <a:lnTo>
                      <a:pt x="34" y="8"/>
                    </a:lnTo>
                    <a:lnTo>
                      <a:pt x="30" y="10"/>
                    </a:lnTo>
                    <a:lnTo>
                      <a:pt x="26" y="12"/>
                    </a:lnTo>
                    <a:lnTo>
                      <a:pt x="26" y="12"/>
                    </a:lnTo>
                    <a:lnTo>
                      <a:pt x="24" y="12"/>
                    </a:lnTo>
                    <a:lnTo>
                      <a:pt x="22" y="10"/>
                    </a:lnTo>
                    <a:lnTo>
                      <a:pt x="18" y="8"/>
                    </a:lnTo>
                    <a:lnTo>
                      <a:pt x="12" y="10"/>
                    </a:lnTo>
                    <a:lnTo>
                      <a:pt x="12" y="10"/>
                    </a:lnTo>
                    <a:lnTo>
                      <a:pt x="10" y="6"/>
                    </a:lnTo>
                    <a:lnTo>
                      <a:pt x="10" y="6"/>
                    </a:lnTo>
                    <a:lnTo>
                      <a:pt x="10" y="4"/>
                    </a:lnTo>
                    <a:lnTo>
                      <a:pt x="10" y="0"/>
                    </a:lnTo>
                    <a:lnTo>
                      <a:pt x="4" y="0"/>
                    </a:lnTo>
                    <a:lnTo>
                      <a:pt x="2" y="0"/>
                    </a:lnTo>
                    <a:lnTo>
                      <a:pt x="2" y="0"/>
                    </a:lnTo>
                    <a:lnTo>
                      <a:pt x="2" y="2"/>
                    </a:lnTo>
                    <a:lnTo>
                      <a:pt x="2" y="6"/>
                    </a:lnTo>
                    <a:lnTo>
                      <a:pt x="2" y="6"/>
                    </a:lnTo>
                    <a:lnTo>
                      <a:pt x="0" y="10"/>
                    </a:lnTo>
                    <a:lnTo>
                      <a:pt x="2" y="12"/>
                    </a:lnTo>
                    <a:lnTo>
                      <a:pt x="4" y="14"/>
                    </a:lnTo>
                    <a:lnTo>
                      <a:pt x="4" y="16"/>
                    </a:lnTo>
                    <a:lnTo>
                      <a:pt x="4" y="16"/>
                    </a:lnTo>
                    <a:lnTo>
                      <a:pt x="2" y="22"/>
                    </a:lnTo>
                    <a:lnTo>
                      <a:pt x="2" y="22"/>
                    </a:lnTo>
                    <a:lnTo>
                      <a:pt x="6" y="20"/>
                    </a:lnTo>
                    <a:lnTo>
                      <a:pt x="6" y="20"/>
                    </a:lnTo>
                    <a:lnTo>
                      <a:pt x="6" y="20"/>
                    </a:lnTo>
                    <a:lnTo>
                      <a:pt x="10" y="20"/>
                    </a:lnTo>
                    <a:lnTo>
                      <a:pt x="10" y="20"/>
                    </a:lnTo>
                    <a:lnTo>
                      <a:pt x="10" y="22"/>
                    </a:lnTo>
                    <a:lnTo>
                      <a:pt x="10" y="22"/>
                    </a:lnTo>
                    <a:lnTo>
                      <a:pt x="16" y="22"/>
                    </a:lnTo>
                    <a:lnTo>
                      <a:pt x="18" y="22"/>
                    </a:lnTo>
                    <a:lnTo>
                      <a:pt x="18" y="22"/>
                    </a:lnTo>
                    <a:lnTo>
                      <a:pt x="22" y="30"/>
                    </a:lnTo>
                    <a:lnTo>
                      <a:pt x="22" y="30"/>
                    </a:lnTo>
                    <a:lnTo>
                      <a:pt x="28" y="30"/>
                    </a:lnTo>
                    <a:lnTo>
                      <a:pt x="32" y="38"/>
                    </a:lnTo>
                    <a:lnTo>
                      <a:pt x="32" y="38"/>
                    </a:lnTo>
                    <a:lnTo>
                      <a:pt x="36" y="36"/>
                    </a:lnTo>
                    <a:lnTo>
                      <a:pt x="36" y="36"/>
                    </a:lnTo>
                    <a:lnTo>
                      <a:pt x="38" y="32"/>
                    </a:lnTo>
                    <a:lnTo>
                      <a:pt x="38" y="32"/>
                    </a:lnTo>
                    <a:lnTo>
                      <a:pt x="42" y="32"/>
                    </a:lnTo>
                    <a:lnTo>
                      <a:pt x="42" y="32"/>
                    </a:lnTo>
                    <a:lnTo>
                      <a:pt x="42" y="28"/>
                    </a:lnTo>
                    <a:lnTo>
                      <a:pt x="42" y="28"/>
                    </a:lnTo>
                    <a:lnTo>
                      <a:pt x="38" y="24"/>
                    </a:lnTo>
                    <a:lnTo>
                      <a:pt x="38" y="24"/>
                    </a:lnTo>
                    <a:lnTo>
                      <a:pt x="36" y="24"/>
                    </a:lnTo>
                    <a:lnTo>
                      <a:pt x="36" y="24"/>
                    </a:lnTo>
                    <a:lnTo>
                      <a:pt x="34" y="22"/>
                    </a:lnTo>
                    <a:lnTo>
                      <a:pt x="34" y="22"/>
                    </a:lnTo>
                    <a:lnTo>
                      <a:pt x="42" y="20"/>
                    </a:lnTo>
                    <a:lnTo>
                      <a:pt x="42" y="20"/>
                    </a:lnTo>
                    <a:lnTo>
                      <a:pt x="46" y="16"/>
                    </a:lnTo>
                    <a:lnTo>
                      <a:pt x="50" y="10"/>
                    </a:lnTo>
                    <a:lnTo>
                      <a:pt x="50" y="10"/>
                    </a:lnTo>
                    <a:lnTo>
                      <a:pt x="54" y="12"/>
                    </a:lnTo>
                    <a:lnTo>
                      <a:pt x="54" y="12"/>
                    </a:lnTo>
                    <a:lnTo>
                      <a:pt x="58" y="18"/>
                    </a:lnTo>
                    <a:lnTo>
                      <a:pt x="60" y="24"/>
                    </a:lnTo>
                    <a:lnTo>
                      <a:pt x="60" y="24"/>
                    </a:lnTo>
                    <a:lnTo>
                      <a:pt x="68" y="22"/>
                    </a:lnTo>
                    <a:lnTo>
                      <a:pt x="68" y="22"/>
                    </a:lnTo>
                    <a:lnTo>
                      <a:pt x="68" y="26"/>
                    </a:lnTo>
                    <a:lnTo>
                      <a:pt x="68" y="26"/>
                    </a:lnTo>
                    <a:lnTo>
                      <a:pt x="66" y="28"/>
                    </a:lnTo>
                    <a:lnTo>
                      <a:pt x="64" y="30"/>
                    </a:lnTo>
                    <a:lnTo>
                      <a:pt x="64" y="30"/>
                    </a:lnTo>
                    <a:lnTo>
                      <a:pt x="62" y="36"/>
                    </a:lnTo>
                    <a:lnTo>
                      <a:pt x="64" y="40"/>
                    </a:lnTo>
                    <a:lnTo>
                      <a:pt x="68" y="42"/>
                    </a:lnTo>
                    <a:lnTo>
                      <a:pt x="74" y="44"/>
                    </a:lnTo>
                    <a:lnTo>
                      <a:pt x="74" y="44"/>
                    </a:lnTo>
                    <a:lnTo>
                      <a:pt x="76" y="40"/>
                    </a:lnTo>
                    <a:lnTo>
                      <a:pt x="76" y="40"/>
                    </a:lnTo>
                    <a:lnTo>
                      <a:pt x="78" y="38"/>
                    </a:lnTo>
                    <a:lnTo>
                      <a:pt x="80" y="32"/>
                    </a:lnTo>
                    <a:lnTo>
                      <a:pt x="80" y="32"/>
                    </a:lnTo>
                    <a:lnTo>
                      <a:pt x="78" y="28"/>
                    </a:lnTo>
                    <a:lnTo>
                      <a:pt x="76" y="26"/>
                    </a:lnTo>
                    <a:lnTo>
                      <a:pt x="78"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4" name="Freeform 126">
                <a:extLst>
                  <a:ext uri="{FF2B5EF4-FFF2-40B4-BE49-F238E27FC236}">
                    <a16:creationId xmlns:a16="http://schemas.microsoft.com/office/drawing/2014/main" id="{0E343DB0-A62F-CF49-9213-36D1F5DD8AEB}"/>
                  </a:ext>
                </a:extLst>
              </p:cNvPr>
              <p:cNvSpPr>
                <a:spLocks/>
              </p:cNvSpPr>
              <p:nvPr/>
            </p:nvSpPr>
            <p:spPr bwMode="auto">
              <a:xfrm>
                <a:off x="3611812" y="3883046"/>
                <a:ext cx="109586" cy="128150"/>
              </a:xfrm>
              <a:custGeom>
                <a:avLst/>
                <a:gdLst>
                  <a:gd name="T0" fmla="*/ 0 w 56"/>
                  <a:gd name="T1" fmla="*/ 30 h 64"/>
                  <a:gd name="T2" fmla="*/ 0 w 56"/>
                  <a:gd name="T3" fmla="*/ 34 h 64"/>
                  <a:gd name="T4" fmla="*/ 8 w 56"/>
                  <a:gd name="T5" fmla="*/ 40 h 64"/>
                  <a:gd name="T6" fmla="*/ 10 w 56"/>
                  <a:gd name="T7" fmla="*/ 46 h 64"/>
                  <a:gd name="T8" fmla="*/ 12 w 56"/>
                  <a:gd name="T9" fmla="*/ 52 h 64"/>
                  <a:gd name="T10" fmla="*/ 18 w 56"/>
                  <a:gd name="T11" fmla="*/ 58 h 64"/>
                  <a:gd name="T12" fmla="*/ 24 w 56"/>
                  <a:gd name="T13" fmla="*/ 58 h 64"/>
                  <a:gd name="T14" fmla="*/ 22 w 56"/>
                  <a:gd name="T15" fmla="*/ 54 h 64"/>
                  <a:gd name="T16" fmla="*/ 20 w 56"/>
                  <a:gd name="T17" fmla="*/ 52 h 64"/>
                  <a:gd name="T18" fmla="*/ 22 w 56"/>
                  <a:gd name="T19" fmla="*/ 44 h 64"/>
                  <a:gd name="T20" fmla="*/ 26 w 56"/>
                  <a:gd name="T21" fmla="*/ 52 h 64"/>
                  <a:gd name="T22" fmla="*/ 28 w 56"/>
                  <a:gd name="T23" fmla="*/ 52 h 64"/>
                  <a:gd name="T24" fmla="*/ 32 w 56"/>
                  <a:gd name="T25" fmla="*/ 56 h 64"/>
                  <a:gd name="T26" fmla="*/ 34 w 56"/>
                  <a:gd name="T27" fmla="*/ 62 h 64"/>
                  <a:gd name="T28" fmla="*/ 40 w 56"/>
                  <a:gd name="T29" fmla="*/ 62 h 64"/>
                  <a:gd name="T30" fmla="*/ 42 w 56"/>
                  <a:gd name="T31" fmla="*/ 62 h 64"/>
                  <a:gd name="T32" fmla="*/ 44 w 56"/>
                  <a:gd name="T33" fmla="*/ 64 h 64"/>
                  <a:gd name="T34" fmla="*/ 50 w 56"/>
                  <a:gd name="T35" fmla="*/ 64 h 64"/>
                  <a:gd name="T36" fmla="*/ 46 w 56"/>
                  <a:gd name="T37" fmla="*/ 60 h 64"/>
                  <a:gd name="T38" fmla="*/ 46 w 56"/>
                  <a:gd name="T39" fmla="*/ 58 h 64"/>
                  <a:gd name="T40" fmla="*/ 48 w 56"/>
                  <a:gd name="T41" fmla="*/ 56 h 64"/>
                  <a:gd name="T42" fmla="*/ 46 w 56"/>
                  <a:gd name="T43" fmla="*/ 48 h 64"/>
                  <a:gd name="T44" fmla="*/ 48 w 56"/>
                  <a:gd name="T45" fmla="*/ 36 h 64"/>
                  <a:gd name="T46" fmla="*/ 50 w 56"/>
                  <a:gd name="T47" fmla="*/ 36 h 64"/>
                  <a:gd name="T48" fmla="*/ 50 w 56"/>
                  <a:gd name="T49" fmla="*/ 22 h 64"/>
                  <a:gd name="T50" fmla="*/ 52 w 56"/>
                  <a:gd name="T51" fmla="*/ 16 h 64"/>
                  <a:gd name="T52" fmla="*/ 56 w 56"/>
                  <a:gd name="T53" fmla="*/ 8 h 64"/>
                  <a:gd name="T54" fmla="*/ 54 w 56"/>
                  <a:gd name="T55" fmla="*/ 0 h 64"/>
                  <a:gd name="T56" fmla="*/ 46 w 56"/>
                  <a:gd name="T57" fmla="*/ 2 h 64"/>
                  <a:gd name="T58" fmla="*/ 40 w 56"/>
                  <a:gd name="T59" fmla="*/ 8 h 64"/>
                  <a:gd name="T60" fmla="*/ 40 w 56"/>
                  <a:gd name="T61" fmla="*/ 10 h 64"/>
                  <a:gd name="T62" fmla="*/ 30 w 56"/>
                  <a:gd name="T63" fmla="*/ 12 h 64"/>
                  <a:gd name="T64" fmla="*/ 26 w 56"/>
                  <a:gd name="T65" fmla="*/ 12 h 64"/>
                  <a:gd name="T66" fmla="*/ 24 w 56"/>
                  <a:gd name="T67" fmla="*/ 12 h 64"/>
                  <a:gd name="T68" fmla="*/ 22 w 56"/>
                  <a:gd name="T69" fmla="*/ 10 h 64"/>
                  <a:gd name="T70" fmla="*/ 16 w 56"/>
                  <a:gd name="T71" fmla="*/ 10 h 64"/>
                  <a:gd name="T72" fmla="*/ 6 w 56"/>
                  <a:gd name="T73" fmla="*/ 14 h 64"/>
                  <a:gd name="T74" fmla="*/ 6 w 56"/>
                  <a:gd name="T75" fmla="*/ 28 h 64"/>
                  <a:gd name="T76" fmla="*/ 4 w 56"/>
                  <a:gd name="T77" fmla="*/ 28 h 64"/>
                  <a:gd name="T78" fmla="*/ 0 w 56"/>
                  <a:gd name="T79" fmla="*/ 3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 h="64">
                    <a:moveTo>
                      <a:pt x="0" y="30"/>
                    </a:moveTo>
                    <a:lnTo>
                      <a:pt x="0" y="30"/>
                    </a:lnTo>
                    <a:lnTo>
                      <a:pt x="0" y="34"/>
                    </a:lnTo>
                    <a:lnTo>
                      <a:pt x="0" y="34"/>
                    </a:lnTo>
                    <a:lnTo>
                      <a:pt x="4" y="36"/>
                    </a:lnTo>
                    <a:lnTo>
                      <a:pt x="8" y="40"/>
                    </a:lnTo>
                    <a:lnTo>
                      <a:pt x="8" y="40"/>
                    </a:lnTo>
                    <a:lnTo>
                      <a:pt x="10" y="46"/>
                    </a:lnTo>
                    <a:lnTo>
                      <a:pt x="12" y="52"/>
                    </a:lnTo>
                    <a:lnTo>
                      <a:pt x="12" y="52"/>
                    </a:lnTo>
                    <a:lnTo>
                      <a:pt x="18" y="58"/>
                    </a:lnTo>
                    <a:lnTo>
                      <a:pt x="18" y="58"/>
                    </a:lnTo>
                    <a:lnTo>
                      <a:pt x="20" y="56"/>
                    </a:lnTo>
                    <a:lnTo>
                      <a:pt x="24" y="58"/>
                    </a:lnTo>
                    <a:lnTo>
                      <a:pt x="24" y="58"/>
                    </a:lnTo>
                    <a:lnTo>
                      <a:pt x="22" y="54"/>
                    </a:lnTo>
                    <a:lnTo>
                      <a:pt x="22" y="54"/>
                    </a:lnTo>
                    <a:lnTo>
                      <a:pt x="20" y="52"/>
                    </a:lnTo>
                    <a:lnTo>
                      <a:pt x="20" y="48"/>
                    </a:lnTo>
                    <a:lnTo>
                      <a:pt x="22" y="44"/>
                    </a:lnTo>
                    <a:lnTo>
                      <a:pt x="22" y="44"/>
                    </a:lnTo>
                    <a:lnTo>
                      <a:pt x="26" y="52"/>
                    </a:lnTo>
                    <a:lnTo>
                      <a:pt x="26" y="52"/>
                    </a:lnTo>
                    <a:lnTo>
                      <a:pt x="28" y="52"/>
                    </a:lnTo>
                    <a:lnTo>
                      <a:pt x="32" y="56"/>
                    </a:lnTo>
                    <a:lnTo>
                      <a:pt x="32" y="56"/>
                    </a:lnTo>
                    <a:lnTo>
                      <a:pt x="34" y="62"/>
                    </a:lnTo>
                    <a:lnTo>
                      <a:pt x="34" y="62"/>
                    </a:lnTo>
                    <a:lnTo>
                      <a:pt x="38" y="62"/>
                    </a:lnTo>
                    <a:lnTo>
                      <a:pt x="40" y="62"/>
                    </a:lnTo>
                    <a:lnTo>
                      <a:pt x="40" y="62"/>
                    </a:lnTo>
                    <a:lnTo>
                      <a:pt x="42" y="62"/>
                    </a:lnTo>
                    <a:lnTo>
                      <a:pt x="44" y="64"/>
                    </a:lnTo>
                    <a:lnTo>
                      <a:pt x="44" y="64"/>
                    </a:lnTo>
                    <a:lnTo>
                      <a:pt x="50" y="64"/>
                    </a:lnTo>
                    <a:lnTo>
                      <a:pt x="50" y="64"/>
                    </a:lnTo>
                    <a:lnTo>
                      <a:pt x="48" y="62"/>
                    </a:lnTo>
                    <a:lnTo>
                      <a:pt x="46" y="60"/>
                    </a:lnTo>
                    <a:lnTo>
                      <a:pt x="46" y="60"/>
                    </a:lnTo>
                    <a:lnTo>
                      <a:pt x="46" y="58"/>
                    </a:lnTo>
                    <a:lnTo>
                      <a:pt x="48" y="56"/>
                    </a:lnTo>
                    <a:lnTo>
                      <a:pt x="48" y="56"/>
                    </a:lnTo>
                    <a:lnTo>
                      <a:pt x="48" y="52"/>
                    </a:lnTo>
                    <a:lnTo>
                      <a:pt x="46" y="48"/>
                    </a:lnTo>
                    <a:lnTo>
                      <a:pt x="46" y="48"/>
                    </a:lnTo>
                    <a:lnTo>
                      <a:pt x="48" y="36"/>
                    </a:lnTo>
                    <a:lnTo>
                      <a:pt x="50" y="36"/>
                    </a:lnTo>
                    <a:lnTo>
                      <a:pt x="50" y="36"/>
                    </a:lnTo>
                    <a:lnTo>
                      <a:pt x="50" y="26"/>
                    </a:lnTo>
                    <a:lnTo>
                      <a:pt x="50" y="22"/>
                    </a:lnTo>
                    <a:lnTo>
                      <a:pt x="52" y="16"/>
                    </a:lnTo>
                    <a:lnTo>
                      <a:pt x="52" y="16"/>
                    </a:lnTo>
                    <a:lnTo>
                      <a:pt x="54" y="12"/>
                    </a:lnTo>
                    <a:lnTo>
                      <a:pt x="56" y="8"/>
                    </a:lnTo>
                    <a:lnTo>
                      <a:pt x="56" y="8"/>
                    </a:lnTo>
                    <a:lnTo>
                      <a:pt x="54" y="0"/>
                    </a:lnTo>
                    <a:lnTo>
                      <a:pt x="46" y="2"/>
                    </a:lnTo>
                    <a:lnTo>
                      <a:pt x="46" y="2"/>
                    </a:lnTo>
                    <a:lnTo>
                      <a:pt x="42" y="4"/>
                    </a:lnTo>
                    <a:lnTo>
                      <a:pt x="40" y="8"/>
                    </a:lnTo>
                    <a:lnTo>
                      <a:pt x="40" y="8"/>
                    </a:lnTo>
                    <a:lnTo>
                      <a:pt x="40" y="10"/>
                    </a:lnTo>
                    <a:lnTo>
                      <a:pt x="36" y="10"/>
                    </a:lnTo>
                    <a:lnTo>
                      <a:pt x="30" y="12"/>
                    </a:lnTo>
                    <a:lnTo>
                      <a:pt x="30" y="12"/>
                    </a:lnTo>
                    <a:lnTo>
                      <a:pt x="26" y="12"/>
                    </a:lnTo>
                    <a:lnTo>
                      <a:pt x="26" y="14"/>
                    </a:lnTo>
                    <a:lnTo>
                      <a:pt x="24" y="12"/>
                    </a:lnTo>
                    <a:lnTo>
                      <a:pt x="24" y="12"/>
                    </a:lnTo>
                    <a:lnTo>
                      <a:pt x="22" y="10"/>
                    </a:lnTo>
                    <a:lnTo>
                      <a:pt x="16" y="10"/>
                    </a:lnTo>
                    <a:lnTo>
                      <a:pt x="16" y="10"/>
                    </a:lnTo>
                    <a:lnTo>
                      <a:pt x="6" y="14"/>
                    </a:lnTo>
                    <a:lnTo>
                      <a:pt x="6" y="14"/>
                    </a:lnTo>
                    <a:lnTo>
                      <a:pt x="6" y="20"/>
                    </a:lnTo>
                    <a:lnTo>
                      <a:pt x="6" y="28"/>
                    </a:lnTo>
                    <a:lnTo>
                      <a:pt x="6" y="28"/>
                    </a:lnTo>
                    <a:lnTo>
                      <a:pt x="4" y="28"/>
                    </a:lnTo>
                    <a:lnTo>
                      <a:pt x="2" y="30"/>
                    </a:lnTo>
                    <a:lnTo>
                      <a:pt x="0" y="30"/>
                    </a:lnTo>
                    <a:lnTo>
                      <a:pt x="0" y="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5" name="Freeform 138">
                <a:extLst>
                  <a:ext uri="{FF2B5EF4-FFF2-40B4-BE49-F238E27FC236}">
                    <a16:creationId xmlns:a16="http://schemas.microsoft.com/office/drawing/2014/main" id="{1E4351CE-BDAB-BD4C-B51D-4A7FBCDBB0A8}"/>
                  </a:ext>
                </a:extLst>
              </p:cNvPr>
              <p:cNvSpPr>
                <a:spLocks/>
              </p:cNvSpPr>
              <p:nvPr/>
            </p:nvSpPr>
            <p:spPr bwMode="auto">
              <a:xfrm>
                <a:off x="2832965" y="3258313"/>
                <a:ext cx="790588" cy="616725"/>
              </a:xfrm>
              <a:custGeom>
                <a:avLst/>
                <a:gdLst>
                  <a:gd name="T0" fmla="*/ 6 w 404"/>
                  <a:gd name="T1" fmla="*/ 18 h 308"/>
                  <a:gd name="T2" fmla="*/ 16 w 404"/>
                  <a:gd name="T3" fmla="*/ 36 h 308"/>
                  <a:gd name="T4" fmla="*/ 26 w 404"/>
                  <a:gd name="T5" fmla="*/ 46 h 308"/>
                  <a:gd name="T6" fmla="*/ 38 w 404"/>
                  <a:gd name="T7" fmla="*/ 68 h 308"/>
                  <a:gd name="T8" fmla="*/ 34 w 404"/>
                  <a:gd name="T9" fmla="*/ 92 h 308"/>
                  <a:gd name="T10" fmla="*/ 48 w 404"/>
                  <a:gd name="T11" fmla="*/ 102 h 308"/>
                  <a:gd name="T12" fmla="*/ 64 w 404"/>
                  <a:gd name="T13" fmla="*/ 126 h 308"/>
                  <a:gd name="T14" fmla="*/ 78 w 404"/>
                  <a:gd name="T15" fmla="*/ 148 h 308"/>
                  <a:gd name="T16" fmla="*/ 94 w 404"/>
                  <a:gd name="T17" fmla="*/ 168 h 308"/>
                  <a:gd name="T18" fmla="*/ 90 w 404"/>
                  <a:gd name="T19" fmla="*/ 152 h 308"/>
                  <a:gd name="T20" fmla="*/ 82 w 404"/>
                  <a:gd name="T21" fmla="*/ 142 h 308"/>
                  <a:gd name="T22" fmla="*/ 74 w 404"/>
                  <a:gd name="T23" fmla="*/ 118 h 308"/>
                  <a:gd name="T24" fmla="*/ 60 w 404"/>
                  <a:gd name="T25" fmla="*/ 90 h 308"/>
                  <a:gd name="T26" fmla="*/ 52 w 404"/>
                  <a:gd name="T27" fmla="*/ 70 h 308"/>
                  <a:gd name="T28" fmla="*/ 46 w 404"/>
                  <a:gd name="T29" fmla="*/ 64 h 308"/>
                  <a:gd name="T30" fmla="*/ 38 w 404"/>
                  <a:gd name="T31" fmla="*/ 48 h 308"/>
                  <a:gd name="T32" fmla="*/ 26 w 404"/>
                  <a:gd name="T33" fmla="*/ 26 h 308"/>
                  <a:gd name="T34" fmla="*/ 32 w 404"/>
                  <a:gd name="T35" fmla="*/ 14 h 308"/>
                  <a:gd name="T36" fmla="*/ 48 w 404"/>
                  <a:gd name="T37" fmla="*/ 16 h 308"/>
                  <a:gd name="T38" fmla="*/ 60 w 404"/>
                  <a:gd name="T39" fmla="*/ 52 h 308"/>
                  <a:gd name="T40" fmla="*/ 72 w 404"/>
                  <a:gd name="T41" fmla="*/ 70 h 308"/>
                  <a:gd name="T42" fmla="*/ 90 w 404"/>
                  <a:gd name="T43" fmla="*/ 86 h 308"/>
                  <a:gd name="T44" fmla="*/ 100 w 404"/>
                  <a:gd name="T45" fmla="*/ 102 h 308"/>
                  <a:gd name="T46" fmla="*/ 102 w 404"/>
                  <a:gd name="T47" fmla="*/ 112 h 308"/>
                  <a:gd name="T48" fmla="*/ 114 w 404"/>
                  <a:gd name="T49" fmla="*/ 128 h 308"/>
                  <a:gd name="T50" fmla="*/ 132 w 404"/>
                  <a:gd name="T51" fmla="*/ 150 h 308"/>
                  <a:gd name="T52" fmla="*/ 142 w 404"/>
                  <a:gd name="T53" fmla="*/ 164 h 308"/>
                  <a:gd name="T54" fmla="*/ 156 w 404"/>
                  <a:gd name="T55" fmla="*/ 196 h 308"/>
                  <a:gd name="T56" fmla="*/ 156 w 404"/>
                  <a:gd name="T57" fmla="*/ 214 h 308"/>
                  <a:gd name="T58" fmla="*/ 158 w 404"/>
                  <a:gd name="T59" fmla="*/ 232 h 308"/>
                  <a:gd name="T60" fmla="*/ 180 w 404"/>
                  <a:gd name="T61" fmla="*/ 248 h 308"/>
                  <a:gd name="T62" fmla="*/ 202 w 404"/>
                  <a:gd name="T63" fmla="*/ 262 h 308"/>
                  <a:gd name="T64" fmla="*/ 222 w 404"/>
                  <a:gd name="T65" fmla="*/ 278 h 308"/>
                  <a:gd name="T66" fmla="*/ 246 w 404"/>
                  <a:gd name="T67" fmla="*/ 284 h 308"/>
                  <a:gd name="T68" fmla="*/ 260 w 404"/>
                  <a:gd name="T69" fmla="*/ 290 h 308"/>
                  <a:gd name="T70" fmla="*/ 274 w 404"/>
                  <a:gd name="T71" fmla="*/ 296 h 308"/>
                  <a:gd name="T72" fmla="*/ 298 w 404"/>
                  <a:gd name="T73" fmla="*/ 288 h 308"/>
                  <a:gd name="T74" fmla="*/ 322 w 404"/>
                  <a:gd name="T75" fmla="*/ 296 h 308"/>
                  <a:gd name="T76" fmla="*/ 330 w 404"/>
                  <a:gd name="T77" fmla="*/ 300 h 308"/>
                  <a:gd name="T78" fmla="*/ 350 w 404"/>
                  <a:gd name="T79" fmla="*/ 278 h 308"/>
                  <a:gd name="T80" fmla="*/ 380 w 404"/>
                  <a:gd name="T81" fmla="*/ 254 h 308"/>
                  <a:gd name="T82" fmla="*/ 394 w 404"/>
                  <a:gd name="T83" fmla="*/ 256 h 308"/>
                  <a:gd name="T84" fmla="*/ 398 w 404"/>
                  <a:gd name="T85" fmla="*/ 218 h 308"/>
                  <a:gd name="T86" fmla="*/ 388 w 404"/>
                  <a:gd name="T87" fmla="*/ 194 h 308"/>
                  <a:gd name="T88" fmla="*/ 364 w 404"/>
                  <a:gd name="T89" fmla="*/ 206 h 308"/>
                  <a:gd name="T90" fmla="*/ 354 w 404"/>
                  <a:gd name="T91" fmla="*/ 236 h 308"/>
                  <a:gd name="T92" fmla="*/ 338 w 404"/>
                  <a:gd name="T93" fmla="*/ 250 h 308"/>
                  <a:gd name="T94" fmla="*/ 314 w 404"/>
                  <a:gd name="T95" fmla="*/ 254 h 308"/>
                  <a:gd name="T96" fmla="*/ 284 w 404"/>
                  <a:gd name="T97" fmla="*/ 248 h 308"/>
                  <a:gd name="T98" fmla="*/ 274 w 404"/>
                  <a:gd name="T99" fmla="*/ 228 h 308"/>
                  <a:gd name="T100" fmla="*/ 260 w 404"/>
                  <a:gd name="T101" fmla="*/ 206 h 308"/>
                  <a:gd name="T102" fmla="*/ 260 w 404"/>
                  <a:gd name="T103" fmla="*/ 182 h 308"/>
                  <a:gd name="T104" fmla="*/ 258 w 404"/>
                  <a:gd name="T105" fmla="*/ 152 h 308"/>
                  <a:gd name="T106" fmla="*/ 260 w 404"/>
                  <a:gd name="T107" fmla="*/ 136 h 308"/>
                  <a:gd name="T108" fmla="*/ 266 w 404"/>
                  <a:gd name="T109" fmla="*/ 122 h 308"/>
                  <a:gd name="T110" fmla="*/ 230 w 404"/>
                  <a:gd name="T111" fmla="*/ 90 h 308"/>
                  <a:gd name="T112" fmla="*/ 202 w 404"/>
                  <a:gd name="T113" fmla="*/ 54 h 308"/>
                  <a:gd name="T114" fmla="*/ 168 w 404"/>
                  <a:gd name="T115" fmla="*/ 48 h 308"/>
                  <a:gd name="T116" fmla="*/ 72 w 404"/>
                  <a:gd name="T117" fmla="*/ 2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08">
                    <a:moveTo>
                      <a:pt x="0" y="4"/>
                    </a:moveTo>
                    <a:lnTo>
                      <a:pt x="0" y="4"/>
                    </a:lnTo>
                    <a:lnTo>
                      <a:pt x="0" y="6"/>
                    </a:lnTo>
                    <a:lnTo>
                      <a:pt x="2" y="10"/>
                    </a:lnTo>
                    <a:lnTo>
                      <a:pt x="2" y="10"/>
                    </a:lnTo>
                    <a:lnTo>
                      <a:pt x="6" y="14"/>
                    </a:lnTo>
                    <a:lnTo>
                      <a:pt x="6" y="14"/>
                    </a:lnTo>
                    <a:lnTo>
                      <a:pt x="6" y="18"/>
                    </a:lnTo>
                    <a:lnTo>
                      <a:pt x="6" y="18"/>
                    </a:lnTo>
                    <a:lnTo>
                      <a:pt x="8" y="20"/>
                    </a:lnTo>
                    <a:lnTo>
                      <a:pt x="10" y="24"/>
                    </a:lnTo>
                    <a:lnTo>
                      <a:pt x="10" y="24"/>
                    </a:lnTo>
                    <a:lnTo>
                      <a:pt x="10" y="28"/>
                    </a:lnTo>
                    <a:lnTo>
                      <a:pt x="10" y="32"/>
                    </a:lnTo>
                    <a:lnTo>
                      <a:pt x="12" y="36"/>
                    </a:lnTo>
                    <a:lnTo>
                      <a:pt x="12" y="36"/>
                    </a:lnTo>
                    <a:lnTo>
                      <a:pt x="16" y="36"/>
                    </a:lnTo>
                    <a:lnTo>
                      <a:pt x="16" y="36"/>
                    </a:lnTo>
                    <a:lnTo>
                      <a:pt x="16" y="40"/>
                    </a:lnTo>
                    <a:lnTo>
                      <a:pt x="16" y="40"/>
                    </a:lnTo>
                    <a:lnTo>
                      <a:pt x="20" y="42"/>
                    </a:lnTo>
                    <a:lnTo>
                      <a:pt x="20" y="42"/>
                    </a:lnTo>
                    <a:lnTo>
                      <a:pt x="22" y="46"/>
                    </a:lnTo>
                    <a:lnTo>
                      <a:pt x="22" y="46"/>
                    </a:lnTo>
                    <a:lnTo>
                      <a:pt x="24" y="46"/>
                    </a:lnTo>
                    <a:lnTo>
                      <a:pt x="26" y="46"/>
                    </a:lnTo>
                    <a:lnTo>
                      <a:pt x="26" y="46"/>
                    </a:lnTo>
                    <a:lnTo>
                      <a:pt x="28" y="50"/>
                    </a:lnTo>
                    <a:lnTo>
                      <a:pt x="28" y="50"/>
                    </a:lnTo>
                    <a:lnTo>
                      <a:pt x="32" y="52"/>
                    </a:lnTo>
                    <a:lnTo>
                      <a:pt x="32" y="52"/>
                    </a:lnTo>
                    <a:lnTo>
                      <a:pt x="34" y="56"/>
                    </a:lnTo>
                    <a:lnTo>
                      <a:pt x="34" y="58"/>
                    </a:lnTo>
                    <a:lnTo>
                      <a:pt x="36" y="64"/>
                    </a:lnTo>
                    <a:lnTo>
                      <a:pt x="36" y="64"/>
                    </a:lnTo>
                    <a:lnTo>
                      <a:pt x="38" y="68"/>
                    </a:lnTo>
                    <a:lnTo>
                      <a:pt x="38" y="68"/>
                    </a:lnTo>
                    <a:lnTo>
                      <a:pt x="38" y="76"/>
                    </a:lnTo>
                    <a:lnTo>
                      <a:pt x="36" y="84"/>
                    </a:lnTo>
                    <a:lnTo>
                      <a:pt x="36" y="84"/>
                    </a:lnTo>
                    <a:lnTo>
                      <a:pt x="26" y="84"/>
                    </a:lnTo>
                    <a:lnTo>
                      <a:pt x="26" y="86"/>
                    </a:lnTo>
                    <a:lnTo>
                      <a:pt x="26" y="86"/>
                    </a:lnTo>
                    <a:lnTo>
                      <a:pt x="34" y="92"/>
                    </a:lnTo>
                    <a:lnTo>
                      <a:pt x="34" y="92"/>
                    </a:lnTo>
                    <a:lnTo>
                      <a:pt x="36" y="94"/>
                    </a:lnTo>
                    <a:lnTo>
                      <a:pt x="38" y="98"/>
                    </a:lnTo>
                    <a:lnTo>
                      <a:pt x="38" y="98"/>
                    </a:lnTo>
                    <a:lnTo>
                      <a:pt x="42" y="98"/>
                    </a:lnTo>
                    <a:lnTo>
                      <a:pt x="42" y="98"/>
                    </a:lnTo>
                    <a:lnTo>
                      <a:pt x="42" y="100"/>
                    </a:lnTo>
                    <a:lnTo>
                      <a:pt x="42" y="102"/>
                    </a:lnTo>
                    <a:lnTo>
                      <a:pt x="42" y="102"/>
                    </a:lnTo>
                    <a:lnTo>
                      <a:pt x="48" y="102"/>
                    </a:lnTo>
                    <a:lnTo>
                      <a:pt x="48" y="102"/>
                    </a:lnTo>
                    <a:lnTo>
                      <a:pt x="56" y="108"/>
                    </a:lnTo>
                    <a:lnTo>
                      <a:pt x="62" y="114"/>
                    </a:lnTo>
                    <a:lnTo>
                      <a:pt x="62" y="114"/>
                    </a:lnTo>
                    <a:lnTo>
                      <a:pt x="62" y="116"/>
                    </a:lnTo>
                    <a:lnTo>
                      <a:pt x="62" y="118"/>
                    </a:lnTo>
                    <a:lnTo>
                      <a:pt x="62" y="118"/>
                    </a:lnTo>
                    <a:lnTo>
                      <a:pt x="64" y="126"/>
                    </a:lnTo>
                    <a:lnTo>
                      <a:pt x="64" y="126"/>
                    </a:lnTo>
                    <a:lnTo>
                      <a:pt x="64" y="132"/>
                    </a:lnTo>
                    <a:lnTo>
                      <a:pt x="64" y="138"/>
                    </a:lnTo>
                    <a:lnTo>
                      <a:pt x="64" y="138"/>
                    </a:lnTo>
                    <a:lnTo>
                      <a:pt x="68" y="140"/>
                    </a:lnTo>
                    <a:lnTo>
                      <a:pt x="72" y="140"/>
                    </a:lnTo>
                    <a:lnTo>
                      <a:pt x="72" y="140"/>
                    </a:lnTo>
                    <a:lnTo>
                      <a:pt x="72" y="144"/>
                    </a:lnTo>
                    <a:lnTo>
                      <a:pt x="72" y="144"/>
                    </a:lnTo>
                    <a:lnTo>
                      <a:pt x="78" y="148"/>
                    </a:lnTo>
                    <a:lnTo>
                      <a:pt x="78" y="148"/>
                    </a:lnTo>
                    <a:lnTo>
                      <a:pt x="90" y="164"/>
                    </a:lnTo>
                    <a:lnTo>
                      <a:pt x="90" y="164"/>
                    </a:lnTo>
                    <a:lnTo>
                      <a:pt x="90" y="170"/>
                    </a:lnTo>
                    <a:lnTo>
                      <a:pt x="94" y="170"/>
                    </a:lnTo>
                    <a:lnTo>
                      <a:pt x="94" y="170"/>
                    </a:lnTo>
                    <a:lnTo>
                      <a:pt x="94" y="168"/>
                    </a:lnTo>
                    <a:lnTo>
                      <a:pt x="94" y="168"/>
                    </a:lnTo>
                    <a:lnTo>
                      <a:pt x="94" y="168"/>
                    </a:lnTo>
                    <a:lnTo>
                      <a:pt x="94" y="168"/>
                    </a:lnTo>
                    <a:lnTo>
                      <a:pt x="96" y="166"/>
                    </a:lnTo>
                    <a:lnTo>
                      <a:pt x="98" y="164"/>
                    </a:lnTo>
                    <a:lnTo>
                      <a:pt x="98" y="164"/>
                    </a:lnTo>
                    <a:lnTo>
                      <a:pt x="98" y="162"/>
                    </a:lnTo>
                    <a:lnTo>
                      <a:pt x="96" y="158"/>
                    </a:lnTo>
                    <a:lnTo>
                      <a:pt x="96" y="158"/>
                    </a:lnTo>
                    <a:lnTo>
                      <a:pt x="90" y="152"/>
                    </a:lnTo>
                    <a:lnTo>
                      <a:pt x="90" y="152"/>
                    </a:lnTo>
                    <a:lnTo>
                      <a:pt x="90" y="148"/>
                    </a:lnTo>
                    <a:lnTo>
                      <a:pt x="90" y="148"/>
                    </a:lnTo>
                    <a:lnTo>
                      <a:pt x="88" y="146"/>
                    </a:lnTo>
                    <a:lnTo>
                      <a:pt x="88" y="146"/>
                    </a:lnTo>
                    <a:lnTo>
                      <a:pt x="84" y="146"/>
                    </a:lnTo>
                    <a:lnTo>
                      <a:pt x="84" y="146"/>
                    </a:lnTo>
                    <a:lnTo>
                      <a:pt x="82" y="144"/>
                    </a:lnTo>
                    <a:lnTo>
                      <a:pt x="82" y="144"/>
                    </a:lnTo>
                    <a:lnTo>
                      <a:pt x="82" y="142"/>
                    </a:lnTo>
                    <a:lnTo>
                      <a:pt x="84" y="138"/>
                    </a:lnTo>
                    <a:lnTo>
                      <a:pt x="84" y="138"/>
                    </a:lnTo>
                    <a:lnTo>
                      <a:pt x="80" y="134"/>
                    </a:lnTo>
                    <a:lnTo>
                      <a:pt x="80" y="134"/>
                    </a:lnTo>
                    <a:lnTo>
                      <a:pt x="80" y="130"/>
                    </a:lnTo>
                    <a:lnTo>
                      <a:pt x="80" y="128"/>
                    </a:lnTo>
                    <a:lnTo>
                      <a:pt x="80" y="128"/>
                    </a:lnTo>
                    <a:lnTo>
                      <a:pt x="74" y="118"/>
                    </a:lnTo>
                    <a:lnTo>
                      <a:pt x="74" y="118"/>
                    </a:lnTo>
                    <a:lnTo>
                      <a:pt x="74" y="114"/>
                    </a:lnTo>
                    <a:lnTo>
                      <a:pt x="74" y="114"/>
                    </a:lnTo>
                    <a:lnTo>
                      <a:pt x="70" y="106"/>
                    </a:lnTo>
                    <a:lnTo>
                      <a:pt x="64" y="100"/>
                    </a:lnTo>
                    <a:lnTo>
                      <a:pt x="64" y="100"/>
                    </a:lnTo>
                    <a:lnTo>
                      <a:pt x="64" y="96"/>
                    </a:lnTo>
                    <a:lnTo>
                      <a:pt x="64" y="92"/>
                    </a:lnTo>
                    <a:lnTo>
                      <a:pt x="64" y="92"/>
                    </a:lnTo>
                    <a:lnTo>
                      <a:pt x="60" y="90"/>
                    </a:lnTo>
                    <a:lnTo>
                      <a:pt x="60" y="90"/>
                    </a:lnTo>
                    <a:lnTo>
                      <a:pt x="60" y="86"/>
                    </a:lnTo>
                    <a:lnTo>
                      <a:pt x="60" y="86"/>
                    </a:lnTo>
                    <a:lnTo>
                      <a:pt x="58" y="84"/>
                    </a:lnTo>
                    <a:lnTo>
                      <a:pt x="56" y="82"/>
                    </a:lnTo>
                    <a:lnTo>
                      <a:pt x="56" y="82"/>
                    </a:lnTo>
                    <a:lnTo>
                      <a:pt x="56" y="76"/>
                    </a:lnTo>
                    <a:lnTo>
                      <a:pt x="54" y="70"/>
                    </a:lnTo>
                    <a:lnTo>
                      <a:pt x="52" y="70"/>
                    </a:lnTo>
                    <a:lnTo>
                      <a:pt x="52" y="70"/>
                    </a:lnTo>
                    <a:lnTo>
                      <a:pt x="52" y="66"/>
                    </a:lnTo>
                    <a:lnTo>
                      <a:pt x="52" y="66"/>
                    </a:lnTo>
                    <a:lnTo>
                      <a:pt x="50" y="66"/>
                    </a:lnTo>
                    <a:lnTo>
                      <a:pt x="50" y="66"/>
                    </a:lnTo>
                    <a:lnTo>
                      <a:pt x="50" y="66"/>
                    </a:lnTo>
                    <a:lnTo>
                      <a:pt x="50" y="66"/>
                    </a:lnTo>
                    <a:lnTo>
                      <a:pt x="48" y="66"/>
                    </a:lnTo>
                    <a:lnTo>
                      <a:pt x="46" y="64"/>
                    </a:lnTo>
                    <a:lnTo>
                      <a:pt x="46" y="64"/>
                    </a:lnTo>
                    <a:lnTo>
                      <a:pt x="46" y="62"/>
                    </a:lnTo>
                    <a:lnTo>
                      <a:pt x="46" y="60"/>
                    </a:lnTo>
                    <a:lnTo>
                      <a:pt x="48" y="60"/>
                    </a:lnTo>
                    <a:lnTo>
                      <a:pt x="48" y="58"/>
                    </a:lnTo>
                    <a:lnTo>
                      <a:pt x="44" y="50"/>
                    </a:lnTo>
                    <a:lnTo>
                      <a:pt x="44" y="50"/>
                    </a:lnTo>
                    <a:lnTo>
                      <a:pt x="40" y="50"/>
                    </a:lnTo>
                    <a:lnTo>
                      <a:pt x="38" y="48"/>
                    </a:lnTo>
                    <a:lnTo>
                      <a:pt x="38" y="48"/>
                    </a:lnTo>
                    <a:lnTo>
                      <a:pt x="38" y="46"/>
                    </a:lnTo>
                    <a:lnTo>
                      <a:pt x="38" y="46"/>
                    </a:lnTo>
                    <a:lnTo>
                      <a:pt x="34" y="40"/>
                    </a:lnTo>
                    <a:lnTo>
                      <a:pt x="34" y="40"/>
                    </a:lnTo>
                    <a:lnTo>
                      <a:pt x="32" y="36"/>
                    </a:lnTo>
                    <a:lnTo>
                      <a:pt x="30" y="30"/>
                    </a:lnTo>
                    <a:lnTo>
                      <a:pt x="30" y="30"/>
                    </a:lnTo>
                    <a:lnTo>
                      <a:pt x="26" y="26"/>
                    </a:lnTo>
                    <a:lnTo>
                      <a:pt x="26" y="26"/>
                    </a:lnTo>
                    <a:lnTo>
                      <a:pt x="26" y="20"/>
                    </a:lnTo>
                    <a:lnTo>
                      <a:pt x="28" y="16"/>
                    </a:lnTo>
                    <a:lnTo>
                      <a:pt x="28" y="16"/>
                    </a:lnTo>
                    <a:lnTo>
                      <a:pt x="26" y="16"/>
                    </a:lnTo>
                    <a:lnTo>
                      <a:pt x="26" y="14"/>
                    </a:lnTo>
                    <a:lnTo>
                      <a:pt x="26" y="14"/>
                    </a:lnTo>
                    <a:lnTo>
                      <a:pt x="32" y="14"/>
                    </a:lnTo>
                    <a:lnTo>
                      <a:pt x="32" y="14"/>
                    </a:lnTo>
                    <a:lnTo>
                      <a:pt x="36" y="18"/>
                    </a:lnTo>
                    <a:lnTo>
                      <a:pt x="36" y="18"/>
                    </a:lnTo>
                    <a:lnTo>
                      <a:pt x="40" y="20"/>
                    </a:lnTo>
                    <a:lnTo>
                      <a:pt x="40" y="20"/>
                    </a:lnTo>
                    <a:lnTo>
                      <a:pt x="42" y="18"/>
                    </a:lnTo>
                    <a:lnTo>
                      <a:pt x="42" y="18"/>
                    </a:lnTo>
                    <a:lnTo>
                      <a:pt x="44" y="16"/>
                    </a:lnTo>
                    <a:lnTo>
                      <a:pt x="48" y="16"/>
                    </a:lnTo>
                    <a:lnTo>
                      <a:pt x="48" y="16"/>
                    </a:lnTo>
                    <a:lnTo>
                      <a:pt x="48" y="20"/>
                    </a:lnTo>
                    <a:lnTo>
                      <a:pt x="52" y="24"/>
                    </a:lnTo>
                    <a:lnTo>
                      <a:pt x="52" y="24"/>
                    </a:lnTo>
                    <a:lnTo>
                      <a:pt x="52" y="34"/>
                    </a:lnTo>
                    <a:lnTo>
                      <a:pt x="56" y="40"/>
                    </a:lnTo>
                    <a:lnTo>
                      <a:pt x="58" y="40"/>
                    </a:lnTo>
                    <a:lnTo>
                      <a:pt x="58" y="40"/>
                    </a:lnTo>
                    <a:lnTo>
                      <a:pt x="60" y="46"/>
                    </a:lnTo>
                    <a:lnTo>
                      <a:pt x="60" y="52"/>
                    </a:lnTo>
                    <a:lnTo>
                      <a:pt x="60" y="52"/>
                    </a:lnTo>
                    <a:lnTo>
                      <a:pt x="68" y="62"/>
                    </a:lnTo>
                    <a:lnTo>
                      <a:pt x="68" y="62"/>
                    </a:lnTo>
                    <a:lnTo>
                      <a:pt x="72" y="62"/>
                    </a:lnTo>
                    <a:lnTo>
                      <a:pt x="72" y="62"/>
                    </a:lnTo>
                    <a:lnTo>
                      <a:pt x="72" y="66"/>
                    </a:lnTo>
                    <a:lnTo>
                      <a:pt x="72" y="68"/>
                    </a:lnTo>
                    <a:lnTo>
                      <a:pt x="72" y="70"/>
                    </a:lnTo>
                    <a:lnTo>
                      <a:pt x="72" y="70"/>
                    </a:lnTo>
                    <a:lnTo>
                      <a:pt x="78" y="72"/>
                    </a:lnTo>
                    <a:lnTo>
                      <a:pt x="78" y="72"/>
                    </a:lnTo>
                    <a:lnTo>
                      <a:pt x="80" y="78"/>
                    </a:lnTo>
                    <a:lnTo>
                      <a:pt x="82" y="82"/>
                    </a:lnTo>
                    <a:lnTo>
                      <a:pt x="84" y="84"/>
                    </a:lnTo>
                    <a:lnTo>
                      <a:pt x="84" y="84"/>
                    </a:lnTo>
                    <a:lnTo>
                      <a:pt x="88" y="84"/>
                    </a:lnTo>
                    <a:lnTo>
                      <a:pt x="88" y="84"/>
                    </a:lnTo>
                    <a:lnTo>
                      <a:pt x="90" y="86"/>
                    </a:lnTo>
                    <a:lnTo>
                      <a:pt x="90" y="88"/>
                    </a:lnTo>
                    <a:lnTo>
                      <a:pt x="88" y="92"/>
                    </a:lnTo>
                    <a:lnTo>
                      <a:pt x="88" y="92"/>
                    </a:lnTo>
                    <a:lnTo>
                      <a:pt x="92" y="94"/>
                    </a:lnTo>
                    <a:lnTo>
                      <a:pt x="96" y="96"/>
                    </a:lnTo>
                    <a:lnTo>
                      <a:pt x="96" y="96"/>
                    </a:lnTo>
                    <a:lnTo>
                      <a:pt x="96" y="102"/>
                    </a:lnTo>
                    <a:lnTo>
                      <a:pt x="96" y="102"/>
                    </a:lnTo>
                    <a:lnTo>
                      <a:pt x="100" y="102"/>
                    </a:lnTo>
                    <a:lnTo>
                      <a:pt x="102" y="102"/>
                    </a:lnTo>
                    <a:lnTo>
                      <a:pt x="102" y="102"/>
                    </a:lnTo>
                    <a:lnTo>
                      <a:pt x="104" y="104"/>
                    </a:lnTo>
                    <a:lnTo>
                      <a:pt x="106" y="106"/>
                    </a:lnTo>
                    <a:lnTo>
                      <a:pt x="108" y="106"/>
                    </a:lnTo>
                    <a:lnTo>
                      <a:pt x="108" y="106"/>
                    </a:lnTo>
                    <a:lnTo>
                      <a:pt x="106" y="110"/>
                    </a:lnTo>
                    <a:lnTo>
                      <a:pt x="106" y="110"/>
                    </a:lnTo>
                    <a:lnTo>
                      <a:pt x="102" y="112"/>
                    </a:lnTo>
                    <a:lnTo>
                      <a:pt x="102" y="112"/>
                    </a:lnTo>
                    <a:lnTo>
                      <a:pt x="102" y="118"/>
                    </a:lnTo>
                    <a:lnTo>
                      <a:pt x="102" y="118"/>
                    </a:lnTo>
                    <a:lnTo>
                      <a:pt x="108" y="120"/>
                    </a:lnTo>
                    <a:lnTo>
                      <a:pt x="108" y="120"/>
                    </a:lnTo>
                    <a:lnTo>
                      <a:pt x="108" y="124"/>
                    </a:lnTo>
                    <a:lnTo>
                      <a:pt x="108" y="124"/>
                    </a:lnTo>
                    <a:lnTo>
                      <a:pt x="112" y="126"/>
                    </a:lnTo>
                    <a:lnTo>
                      <a:pt x="114" y="128"/>
                    </a:lnTo>
                    <a:lnTo>
                      <a:pt x="114" y="128"/>
                    </a:lnTo>
                    <a:lnTo>
                      <a:pt x="122" y="138"/>
                    </a:lnTo>
                    <a:lnTo>
                      <a:pt x="122" y="138"/>
                    </a:lnTo>
                    <a:lnTo>
                      <a:pt x="124" y="142"/>
                    </a:lnTo>
                    <a:lnTo>
                      <a:pt x="124" y="142"/>
                    </a:lnTo>
                    <a:lnTo>
                      <a:pt x="126" y="144"/>
                    </a:lnTo>
                    <a:lnTo>
                      <a:pt x="128" y="146"/>
                    </a:lnTo>
                    <a:lnTo>
                      <a:pt x="128" y="146"/>
                    </a:lnTo>
                    <a:lnTo>
                      <a:pt x="132" y="150"/>
                    </a:lnTo>
                    <a:lnTo>
                      <a:pt x="132" y="150"/>
                    </a:lnTo>
                    <a:lnTo>
                      <a:pt x="132" y="154"/>
                    </a:lnTo>
                    <a:lnTo>
                      <a:pt x="132" y="154"/>
                    </a:lnTo>
                    <a:lnTo>
                      <a:pt x="140" y="160"/>
                    </a:lnTo>
                    <a:lnTo>
                      <a:pt x="140" y="160"/>
                    </a:lnTo>
                    <a:lnTo>
                      <a:pt x="140" y="162"/>
                    </a:lnTo>
                    <a:lnTo>
                      <a:pt x="140" y="162"/>
                    </a:lnTo>
                    <a:lnTo>
                      <a:pt x="142" y="164"/>
                    </a:lnTo>
                    <a:lnTo>
                      <a:pt x="142" y="164"/>
                    </a:lnTo>
                    <a:lnTo>
                      <a:pt x="144" y="172"/>
                    </a:lnTo>
                    <a:lnTo>
                      <a:pt x="144" y="172"/>
                    </a:lnTo>
                    <a:lnTo>
                      <a:pt x="148" y="178"/>
                    </a:lnTo>
                    <a:lnTo>
                      <a:pt x="152" y="184"/>
                    </a:lnTo>
                    <a:lnTo>
                      <a:pt x="154" y="186"/>
                    </a:lnTo>
                    <a:lnTo>
                      <a:pt x="154" y="186"/>
                    </a:lnTo>
                    <a:lnTo>
                      <a:pt x="154" y="194"/>
                    </a:lnTo>
                    <a:lnTo>
                      <a:pt x="154" y="194"/>
                    </a:lnTo>
                    <a:lnTo>
                      <a:pt x="156" y="196"/>
                    </a:lnTo>
                    <a:lnTo>
                      <a:pt x="158" y="200"/>
                    </a:lnTo>
                    <a:lnTo>
                      <a:pt x="158" y="204"/>
                    </a:lnTo>
                    <a:lnTo>
                      <a:pt x="158" y="204"/>
                    </a:lnTo>
                    <a:lnTo>
                      <a:pt x="154" y="210"/>
                    </a:lnTo>
                    <a:lnTo>
                      <a:pt x="154" y="210"/>
                    </a:lnTo>
                    <a:lnTo>
                      <a:pt x="152" y="212"/>
                    </a:lnTo>
                    <a:lnTo>
                      <a:pt x="154" y="212"/>
                    </a:lnTo>
                    <a:lnTo>
                      <a:pt x="156" y="214"/>
                    </a:lnTo>
                    <a:lnTo>
                      <a:pt x="156" y="214"/>
                    </a:lnTo>
                    <a:lnTo>
                      <a:pt x="154" y="216"/>
                    </a:lnTo>
                    <a:lnTo>
                      <a:pt x="152" y="218"/>
                    </a:lnTo>
                    <a:lnTo>
                      <a:pt x="152" y="220"/>
                    </a:lnTo>
                    <a:lnTo>
                      <a:pt x="152" y="220"/>
                    </a:lnTo>
                    <a:lnTo>
                      <a:pt x="156" y="228"/>
                    </a:lnTo>
                    <a:lnTo>
                      <a:pt x="158" y="228"/>
                    </a:lnTo>
                    <a:lnTo>
                      <a:pt x="158" y="228"/>
                    </a:lnTo>
                    <a:lnTo>
                      <a:pt x="158" y="232"/>
                    </a:lnTo>
                    <a:lnTo>
                      <a:pt x="158" y="232"/>
                    </a:lnTo>
                    <a:lnTo>
                      <a:pt x="166" y="240"/>
                    </a:lnTo>
                    <a:lnTo>
                      <a:pt x="166" y="240"/>
                    </a:lnTo>
                    <a:lnTo>
                      <a:pt x="172" y="240"/>
                    </a:lnTo>
                    <a:lnTo>
                      <a:pt x="172" y="240"/>
                    </a:lnTo>
                    <a:lnTo>
                      <a:pt x="172" y="242"/>
                    </a:lnTo>
                    <a:lnTo>
                      <a:pt x="174" y="244"/>
                    </a:lnTo>
                    <a:lnTo>
                      <a:pt x="174" y="244"/>
                    </a:lnTo>
                    <a:lnTo>
                      <a:pt x="176" y="246"/>
                    </a:lnTo>
                    <a:lnTo>
                      <a:pt x="180" y="248"/>
                    </a:lnTo>
                    <a:lnTo>
                      <a:pt x="180" y="248"/>
                    </a:lnTo>
                    <a:lnTo>
                      <a:pt x="184" y="254"/>
                    </a:lnTo>
                    <a:lnTo>
                      <a:pt x="184" y="254"/>
                    </a:lnTo>
                    <a:lnTo>
                      <a:pt x="188" y="260"/>
                    </a:lnTo>
                    <a:lnTo>
                      <a:pt x="188" y="260"/>
                    </a:lnTo>
                    <a:lnTo>
                      <a:pt x="192" y="262"/>
                    </a:lnTo>
                    <a:lnTo>
                      <a:pt x="194" y="262"/>
                    </a:lnTo>
                    <a:lnTo>
                      <a:pt x="198" y="262"/>
                    </a:lnTo>
                    <a:lnTo>
                      <a:pt x="202" y="262"/>
                    </a:lnTo>
                    <a:lnTo>
                      <a:pt x="202" y="262"/>
                    </a:lnTo>
                    <a:lnTo>
                      <a:pt x="204" y="266"/>
                    </a:lnTo>
                    <a:lnTo>
                      <a:pt x="208" y="268"/>
                    </a:lnTo>
                    <a:lnTo>
                      <a:pt x="208" y="268"/>
                    </a:lnTo>
                    <a:lnTo>
                      <a:pt x="214" y="272"/>
                    </a:lnTo>
                    <a:lnTo>
                      <a:pt x="220" y="274"/>
                    </a:lnTo>
                    <a:lnTo>
                      <a:pt x="220" y="274"/>
                    </a:lnTo>
                    <a:lnTo>
                      <a:pt x="222" y="278"/>
                    </a:lnTo>
                    <a:lnTo>
                      <a:pt x="222" y="278"/>
                    </a:lnTo>
                    <a:lnTo>
                      <a:pt x="230" y="280"/>
                    </a:lnTo>
                    <a:lnTo>
                      <a:pt x="236" y="280"/>
                    </a:lnTo>
                    <a:lnTo>
                      <a:pt x="238" y="282"/>
                    </a:lnTo>
                    <a:lnTo>
                      <a:pt x="238" y="282"/>
                    </a:lnTo>
                    <a:lnTo>
                      <a:pt x="242" y="282"/>
                    </a:lnTo>
                    <a:lnTo>
                      <a:pt x="244" y="282"/>
                    </a:lnTo>
                    <a:lnTo>
                      <a:pt x="244" y="282"/>
                    </a:lnTo>
                    <a:lnTo>
                      <a:pt x="246" y="284"/>
                    </a:lnTo>
                    <a:lnTo>
                      <a:pt x="246" y="284"/>
                    </a:lnTo>
                    <a:lnTo>
                      <a:pt x="250" y="284"/>
                    </a:lnTo>
                    <a:lnTo>
                      <a:pt x="250" y="284"/>
                    </a:lnTo>
                    <a:lnTo>
                      <a:pt x="254" y="288"/>
                    </a:lnTo>
                    <a:lnTo>
                      <a:pt x="254" y="292"/>
                    </a:lnTo>
                    <a:lnTo>
                      <a:pt x="254" y="292"/>
                    </a:lnTo>
                    <a:lnTo>
                      <a:pt x="256" y="290"/>
                    </a:lnTo>
                    <a:lnTo>
                      <a:pt x="258" y="290"/>
                    </a:lnTo>
                    <a:lnTo>
                      <a:pt x="258" y="290"/>
                    </a:lnTo>
                    <a:lnTo>
                      <a:pt x="260" y="290"/>
                    </a:lnTo>
                    <a:lnTo>
                      <a:pt x="262" y="292"/>
                    </a:lnTo>
                    <a:lnTo>
                      <a:pt x="262" y="292"/>
                    </a:lnTo>
                    <a:lnTo>
                      <a:pt x="266" y="292"/>
                    </a:lnTo>
                    <a:lnTo>
                      <a:pt x="270" y="292"/>
                    </a:lnTo>
                    <a:lnTo>
                      <a:pt x="270" y="292"/>
                    </a:lnTo>
                    <a:lnTo>
                      <a:pt x="270" y="294"/>
                    </a:lnTo>
                    <a:lnTo>
                      <a:pt x="270" y="294"/>
                    </a:lnTo>
                    <a:lnTo>
                      <a:pt x="274" y="296"/>
                    </a:lnTo>
                    <a:lnTo>
                      <a:pt x="274" y="296"/>
                    </a:lnTo>
                    <a:lnTo>
                      <a:pt x="278" y="296"/>
                    </a:lnTo>
                    <a:lnTo>
                      <a:pt x="280" y="294"/>
                    </a:lnTo>
                    <a:lnTo>
                      <a:pt x="284" y="292"/>
                    </a:lnTo>
                    <a:lnTo>
                      <a:pt x="284" y="292"/>
                    </a:lnTo>
                    <a:lnTo>
                      <a:pt x="290" y="290"/>
                    </a:lnTo>
                    <a:lnTo>
                      <a:pt x="294" y="292"/>
                    </a:lnTo>
                    <a:lnTo>
                      <a:pt x="294" y="292"/>
                    </a:lnTo>
                    <a:lnTo>
                      <a:pt x="298" y="288"/>
                    </a:lnTo>
                    <a:lnTo>
                      <a:pt x="298" y="288"/>
                    </a:lnTo>
                    <a:lnTo>
                      <a:pt x="300" y="288"/>
                    </a:lnTo>
                    <a:lnTo>
                      <a:pt x="302" y="290"/>
                    </a:lnTo>
                    <a:lnTo>
                      <a:pt x="302" y="290"/>
                    </a:lnTo>
                    <a:lnTo>
                      <a:pt x="308" y="290"/>
                    </a:lnTo>
                    <a:lnTo>
                      <a:pt x="314" y="292"/>
                    </a:lnTo>
                    <a:lnTo>
                      <a:pt x="314" y="292"/>
                    </a:lnTo>
                    <a:lnTo>
                      <a:pt x="318" y="296"/>
                    </a:lnTo>
                    <a:lnTo>
                      <a:pt x="318" y="296"/>
                    </a:lnTo>
                    <a:lnTo>
                      <a:pt x="322" y="296"/>
                    </a:lnTo>
                    <a:lnTo>
                      <a:pt x="322" y="296"/>
                    </a:lnTo>
                    <a:lnTo>
                      <a:pt x="326" y="300"/>
                    </a:lnTo>
                    <a:lnTo>
                      <a:pt x="328" y="306"/>
                    </a:lnTo>
                    <a:lnTo>
                      <a:pt x="328" y="308"/>
                    </a:lnTo>
                    <a:lnTo>
                      <a:pt x="328" y="308"/>
                    </a:lnTo>
                    <a:lnTo>
                      <a:pt x="330" y="304"/>
                    </a:lnTo>
                    <a:lnTo>
                      <a:pt x="330" y="302"/>
                    </a:lnTo>
                    <a:lnTo>
                      <a:pt x="330" y="300"/>
                    </a:lnTo>
                    <a:lnTo>
                      <a:pt x="330" y="300"/>
                    </a:lnTo>
                    <a:lnTo>
                      <a:pt x="330" y="296"/>
                    </a:lnTo>
                    <a:lnTo>
                      <a:pt x="332" y="292"/>
                    </a:lnTo>
                    <a:lnTo>
                      <a:pt x="338" y="286"/>
                    </a:lnTo>
                    <a:lnTo>
                      <a:pt x="354" y="288"/>
                    </a:lnTo>
                    <a:lnTo>
                      <a:pt x="354" y="288"/>
                    </a:lnTo>
                    <a:lnTo>
                      <a:pt x="354" y="284"/>
                    </a:lnTo>
                    <a:lnTo>
                      <a:pt x="352" y="282"/>
                    </a:lnTo>
                    <a:lnTo>
                      <a:pt x="350" y="278"/>
                    </a:lnTo>
                    <a:lnTo>
                      <a:pt x="350" y="278"/>
                    </a:lnTo>
                    <a:lnTo>
                      <a:pt x="346" y="274"/>
                    </a:lnTo>
                    <a:lnTo>
                      <a:pt x="344" y="270"/>
                    </a:lnTo>
                    <a:lnTo>
                      <a:pt x="344" y="266"/>
                    </a:lnTo>
                    <a:lnTo>
                      <a:pt x="348" y="266"/>
                    </a:lnTo>
                    <a:lnTo>
                      <a:pt x="350" y="258"/>
                    </a:lnTo>
                    <a:lnTo>
                      <a:pt x="372" y="258"/>
                    </a:lnTo>
                    <a:lnTo>
                      <a:pt x="378" y="256"/>
                    </a:lnTo>
                    <a:lnTo>
                      <a:pt x="378" y="256"/>
                    </a:lnTo>
                    <a:lnTo>
                      <a:pt x="380" y="254"/>
                    </a:lnTo>
                    <a:lnTo>
                      <a:pt x="382" y="252"/>
                    </a:lnTo>
                    <a:lnTo>
                      <a:pt x="384" y="254"/>
                    </a:lnTo>
                    <a:lnTo>
                      <a:pt x="384" y="254"/>
                    </a:lnTo>
                    <a:lnTo>
                      <a:pt x="388" y="246"/>
                    </a:lnTo>
                    <a:lnTo>
                      <a:pt x="388" y="246"/>
                    </a:lnTo>
                    <a:lnTo>
                      <a:pt x="388" y="250"/>
                    </a:lnTo>
                    <a:lnTo>
                      <a:pt x="388" y="252"/>
                    </a:lnTo>
                    <a:lnTo>
                      <a:pt x="388" y="252"/>
                    </a:lnTo>
                    <a:lnTo>
                      <a:pt x="394" y="256"/>
                    </a:lnTo>
                    <a:lnTo>
                      <a:pt x="394" y="256"/>
                    </a:lnTo>
                    <a:lnTo>
                      <a:pt x="394" y="244"/>
                    </a:lnTo>
                    <a:lnTo>
                      <a:pt x="396" y="230"/>
                    </a:lnTo>
                    <a:lnTo>
                      <a:pt x="398" y="230"/>
                    </a:lnTo>
                    <a:lnTo>
                      <a:pt x="398" y="230"/>
                    </a:lnTo>
                    <a:lnTo>
                      <a:pt x="398" y="228"/>
                    </a:lnTo>
                    <a:lnTo>
                      <a:pt x="396" y="224"/>
                    </a:lnTo>
                    <a:lnTo>
                      <a:pt x="396" y="224"/>
                    </a:lnTo>
                    <a:lnTo>
                      <a:pt x="398" y="218"/>
                    </a:lnTo>
                    <a:lnTo>
                      <a:pt x="402" y="210"/>
                    </a:lnTo>
                    <a:lnTo>
                      <a:pt x="404" y="202"/>
                    </a:lnTo>
                    <a:lnTo>
                      <a:pt x="402" y="198"/>
                    </a:lnTo>
                    <a:lnTo>
                      <a:pt x="400" y="196"/>
                    </a:lnTo>
                    <a:lnTo>
                      <a:pt x="400" y="196"/>
                    </a:lnTo>
                    <a:lnTo>
                      <a:pt x="398" y="196"/>
                    </a:lnTo>
                    <a:lnTo>
                      <a:pt x="396" y="194"/>
                    </a:lnTo>
                    <a:lnTo>
                      <a:pt x="396" y="194"/>
                    </a:lnTo>
                    <a:lnTo>
                      <a:pt x="388" y="194"/>
                    </a:lnTo>
                    <a:lnTo>
                      <a:pt x="384" y="196"/>
                    </a:lnTo>
                    <a:lnTo>
                      <a:pt x="384" y="196"/>
                    </a:lnTo>
                    <a:lnTo>
                      <a:pt x="380" y="200"/>
                    </a:lnTo>
                    <a:lnTo>
                      <a:pt x="380" y="200"/>
                    </a:lnTo>
                    <a:lnTo>
                      <a:pt x="374" y="202"/>
                    </a:lnTo>
                    <a:lnTo>
                      <a:pt x="374" y="202"/>
                    </a:lnTo>
                    <a:lnTo>
                      <a:pt x="370" y="204"/>
                    </a:lnTo>
                    <a:lnTo>
                      <a:pt x="370" y="204"/>
                    </a:lnTo>
                    <a:lnTo>
                      <a:pt x="364" y="206"/>
                    </a:lnTo>
                    <a:lnTo>
                      <a:pt x="364" y="206"/>
                    </a:lnTo>
                    <a:lnTo>
                      <a:pt x="362" y="208"/>
                    </a:lnTo>
                    <a:lnTo>
                      <a:pt x="362" y="208"/>
                    </a:lnTo>
                    <a:lnTo>
                      <a:pt x="360" y="218"/>
                    </a:lnTo>
                    <a:lnTo>
                      <a:pt x="358" y="228"/>
                    </a:lnTo>
                    <a:lnTo>
                      <a:pt x="358" y="228"/>
                    </a:lnTo>
                    <a:lnTo>
                      <a:pt x="354" y="232"/>
                    </a:lnTo>
                    <a:lnTo>
                      <a:pt x="354" y="232"/>
                    </a:lnTo>
                    <a:lnTo>
                      <a:pt x="354" y="236"/>
                    </a:lnTo>
                    <a:lnTo>
                      <a:pt x="354" y="240"/>
                    </a:lnTo>
                    <a:lnTo>
                      <a:pt x="354" y="240"/>
                    </a:lnTo>
                    <a:lnTo>
                      <a:pt x="352" y="240"/>
                    </a:lnTo>
                    <a:lnTo>
                      <a:pt x="352" y="240"/>
                    </a:lnTo>
                    <a:lnTo>
                      <a:pt x="348" y="244"/>
                    </a:lnTo>
                    <a:lnTo>
                      <a:pt x="344" y="250"/>
                    </a:lnTo>
                    <a:lnTo>
                      <a:pt x="344" y="250"/>
                    </a:lnTo>
                    <a:lnTo>
                      <a:pt x="340" y="250"/>
                    </a:lnTo>
                    <a:lnTo>
                      <a:pt x="338" y="250"/>
                    </a:lnTo>
                    <a:lnTo>
                      <a:pt x="338" y="250"/>
                    </a:lnTo>
                    <a:lnTo>
                      <a:pt x="336" y="246"/>
                    </a:lnTo>
                    <a:lnTo>
                      <a:pt x="336" y="246"/>
                    </a:lnTo>
                    <a:lnTo>
                      <a:pt x="330" y="248"/>
                    </a:lnTo>
                    <a:lnTo>
                      <a:pt x="324" y="252"/>
                    </a:lnTo>
                    <a:lnTo>
                      <a:pt x="324" y="252"/>
                    </a:lnTo>
                    <a:lnTo>
                      <a:pt x="322" y="254"/>
                    </a:lnTo>
                    <a:lnTo>
                      <a:pt x="322" y="254"/>
                    </a:lnTo>
                    <a:lnTo>
                      <a:pt x="314" y="254"/>
                    </a:lnTo>
                    <a:lnTo>
                      <a:pt x="314" y="258"/>
                    </a:lnTo>
                    <a:lnTo>
                      <a:pt x="314" y="258"/>
                    </a:lnTo>
                    <a:lnTo>
                      <a:pt x="302" y="258"/>
                    </a:lnTo>
                    <a:lnTo>
                      <a:pt x="302" y="258"/>
                    </a:lnTo>
                    <a:lnTo>
                      <a:pt x="298" y="252"/>
                    </a:lnTo>
                    <a:lnTo>
                      <a:pt x="296" y="248"/>
                    </a:lnTo>
                    <a:lnTo>
                      <a:pt x="292" y="248"/>
                    </a:lnTo>
                    <a:lnTo>
                      <a:pt x="284" y="248"/>
                    </a:lnTo>
                    <a:lnTo>
                      <a:pt x="284" y="248"/>
                    </a:lnTo>
                    <a:lnTo>
                      <a:pt x="284" y="244"/>
                    </a:lnTo>
                    <a:lnTo>
                      <a:pt x="284" y="244"/>
                    </a:lnTo>
                    <a:lnTo>
                      <a:pt x="282" y="238"/>
                    </a:lnTo>
                    <a:lnTo>
                      <a:pt x="278" y="234"/>
                    </a:lnTo>
                    <a:lnTo>
                      <a:pt x="278" y="234"/>
                    </a:lnTo>
                    <a:lnTo>
                      <a:pt x="278" y="228"/>
                    </a:lnTo>
                    <a:lnTo>
                      <a:pt x="278" y="228"/>
                    </a:lnTo>
                    <a:lnTo>
                      <a:pt x="274" y="228"/>
                    </a:lnTo>
                    <a:lnTo>
                      <a:pt x="274" y="228"/>
                    </a:lnTo>
                    <a:lnTo>
                      <a:pt x="272" y="224"/>
                    </a:lnTo>
                    <a:lnTo>
                      <a:pt x="270" y="220"/>
                    </a:lnTo>
                    <a:lnTo>
                      <a:pt x="270" y="220"/>
                    </a:lnTo>
                    <a:lnTo>
                      <a:pt x="266" y="218"/>
                    </a:lnTo>
                    <a:lnTo>
                      <a:pt x="266" y="218"/>
                    </a:lnTo>
                    <a:lnTo>
                      <a:pt x="264" y="214"/>
                    </a:lnTo>
                    <a:lnTo>
                      <a:pt x="264" y="210"/>
                    </a:lnTo>
                    <a:lnTo>
                      <a:pt x="264" y="210"/>
                    </a:lnTo>
                    <a:lnTo>
                      <a:pt x="260" y="206"/>
                    </a:lnTo>
                    <a:lnTo>
                      <a:pt x="260" y="206"/>
                    </a:lnTo>
                    <a:lnTo>
                      <a:pt x="260" y="200"/>
                    </a:lnTo>
                    <a:lnTo>
                      <a:pt x="260" y="200"/>
                    </a:lnTo>
                    <a:lnTo>
                      <a:pt x="256" y="202"/>
                    </a:lnTo>
                    <a:lnTo>
                      <a:pt x="256" y="202"/>
                    </a:lnTo>
                    <a:lnTo>
                      <a:pt x="258" y="194"/>
                    </a:lnTo>
                    <a:lnTo>
                      <a:pt x="258" y="186"/>
                    </a:lnTo>
                    <a:lnTo>
                      <a:pt x="258" y="186"/>
                    </a:lnTo>
                    <a:lnTo>
                      <a:pt x="260" y="182"/>
                    </a:lnTo>
                    <a:lnTo>
                      <a:pt x="260" y="176"/>
                    </a:lnTo>
                    <a:lnTo>
                      <a:pt x="258" y="172"/>
                    </a:lnTo>
                    <a:lnTo>
                      <a:pt x="258" y="172"/>
                    </a:lnTo>
                    <a:lnTo>
                      <a:pt x="258" y="168"/>
                    </a:lnTo>
                    <a:lnTo>
                      <a:pt x="258" y="166"/>
                    </a:lnTo>
                    <a:lnTo>
                      <a:pt x="256" y="164"/>
                    </a:lnTo>
                    <a:lnTo>
                      <a:pt x="256" y="164"/>
                    </a:lnTo>
                    <a:lnTo>
                      <a:pt x="256" y="158"/>
                    </a:lnTo>
                    <a:lnTo>
                      <a:pt x="258" y="152"/>
                    </a:lnTo>
                    <a:lnTo>
                      <a:pt x="256" y="148"/>
                    </a:lnTo>
                    <a:lnTo>
                      <a:pt x="256" y="148"/>
                    </a:lnTo>
                    <a:lnTo>
                      <a:pt x="256" y="144"/>
                    </a:lnTo>
                    <a:lnTo>
                      <a:pt x="256" y="142"/>
                    </a:lnTo>
                    <a:lnTo>
                      <a:pt x="256" y="140"/>
                    </a:lnTo>
                    <a:lnTo>
                      <a:pt x="256" y="140"/>
                    </a:lnTo>
                    <a:lnTo>
                      <a:pt x="258" y="138"/>
                    </a:lnTo>
                    <a:lnTo>
                      <a:pt x="260" y="136"/>
                    </a:lnTo>
                    <a:lnTo>
                      <a:pt x="260" y="136"/>
                    </a:lnTo>
                    <a:lnTo>
                      <a:pt x="260" y="132"/>
                    </a:lnTo>
                    <a:lnTo>
                      <a:pt x="260" y="132"/>
                    </a:lnTo>
                    <a:lnTo>
                      <a:pt x="264" y="132"/>
                    </a:lnTo>
                    <a:lnTo>
                      <a:pt x="264" y="132"/>
                    </a:lnTo>
                    <a:lnTo>
                      <a:pt x="266" y="130"/>
                    </a:lnTo>
                    <a:lnTo>
                      <a:pt x="266" y="126"/>
                    </a:lnTo>
                    <a:lnTo>
                      <a:pt x="266" y="126"/>
                    </a:lnTo>
                    <a:lnTo>
                      <a:pt x="268" y="124"/>
                    </a:lnTo>
                    <a:lnTo>
                      <a:pt x="266" y="122"/>
                    </a:lnTo>
                    <a:lnTo>
                      <a:pt x="260" y="122"/>
                    </a:lnTo>
                    <a:lnTo>
                      <a:pt x="256" y="120"/>
                    </a:lnTo>
                    <a:lnTo>
                      <a:pt x="250" y="118"/>
                    </a:lnTo>
                    <a:lnTo>
                      <a:pt x="246" y="116"/>
                    </a:lnTo>
                    <a:lnTo>
                      <a:pt x="240" y="114"/>
                    </a:lnTo>
                    <a:lnTo>
                      <a:pt x="240" y="108"/>
                    </a:lnTo>
                    <a:lnTo>
                      <a:pt x="238" y="98"/>
                    </a:lnTo>
                    <a:lnTo>
                      <a:pt x="234" y="94"/>
                    </a:lnTo>
                    <a:lnTo>
                      <a:pt x="230" y="90"/>
                    </a:lnTo>
                    <a:lnTo>
                      <a:pt x="228" y="86"/>
                    </a:lnTo>
                    <a:lnTo>
                      <a:pt x="224" y="78"/>
                    </a:lnTo>
                    <a:lnTo>
                      <a:pt x="222" y="72"/>
                    </a:lnTo>
                    <a:lnTo>
                      <a:pt x="220" y="70"/>
                    </a:lnTo>
                    <a:lnTo>
                      <a:pt x="218" y="64"/>
                    </a:lnTo>
                    <a:lnTo>
                      <a:pt x="214" y="60"/>
                    </a:lnTo>
                    <a:lnTo>
                      <a:pt x="210" y="56"/>
                    </a:lnTo>
                    <a:lnTo>
                      <a:pt x="206" y="54"/>
                    </a:lnTo>
                    <a:lnTo>
                      <a:pt x="202" y="54"/>
                    </a:lnTo>
                    <a:lnTo>
                      <a:pt x="196" y="56"/>
                    </a:lnTo>
                    <a:lnTo>
                      <a:pt x="192" y="62"/>
                    </a:lnTo>
                    <a:lnTo>
                      <a:pt x="188" y="64"/>
                    </a:lnTo>
                    <a:lnTo>
                      <a:pt x="184" y="64"/>
                    </a:lnTo>
                    <a:lnTo>
                      <a:pt x="180" y="64"/>
                    </a:lnTo>
                    <a:lnTo>
                      <a:pt x="176" y="62"/>
                    </a:lnTo>
                    <a:lnTo>
                      <a:pt x="172" y="56"/>
                    </a:lnTo>
                    <a:lnTo>
                      <a:pt x="168" y="52"/>
                    </a:lnTo>
                    <a:lnTo>
                      <a:pt x="168" y="48"/>
                    </a:lnTo>
                    <a:lnTo>
                      <a:pt x="164" y="42"/>
                    </a:lnTo>
                    <a:lnTo>
                      <a:pt x="160" y="36"/>
                    </a:lnTo>
                    <a:lnTo>
                      <a:pt x="156" y="32"/>
                    </a:lnTo>
                    <a:lnTo>
                      <a:pt x="154" y="30"/>
                    </a:lnTo>
                    <a:lnTo>
                      <a:pt x="150" y="26"/>
                    </a:lnTo>
                    <a:lnTo>
                      <a:pt x="144" y="18"/>
                    </a:lnTo>
                    <a:lnTo>
                      <a:pt x="116" y="18"/>
                    </a:lnTo>
                    <a:lnTo>
                      <a:pt x="116" y="26"/>
                    </a:lnTo>
                    <a:lnTo>
                      <a:pt x="72" y="24"/>
                    </a:lnTo>
                    <a:lnTo>
                      <a:pt x="36" y="6"/>
                    </a:lnTo>
                    <a:lnTo>
                      <a:pt x="36" y="0"/>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6" name="Freeform 160">
                <a:extLst>
                  <a:ext uri="{FF2B5EF4-FFF2-40B4-BE49-F238E27FC236}">
                    <a16:creationId xmlns:a16="http://schemas.microsoft.com/office/drawing/2014/main" id="{455940A4-5A07-5249-88A7-D30D2E0BBA68}"/>
                  </a:ext>
                </a:extLst>
              </p:cNvPr>
              <p:cNvSpPr>
                <a:spLocks/>
              </p:cNvSpPr>
              <p:nvPr/>
            </p:nvSpPr>
            <p:spPr bwMode="auto">
              <a:xfrm>
                <a:off x="3846641" y="3746887"/>
                <a:ext cx="58707" cy="32038"/>
              </a:xfrm>
              <a:custGeom>
                <a:avLst/>
                <a:gdLst>
                  <a:gd name="T0" fmla="*/ 8 w 30"/>
                  <a:gd name="T1" fmla="*/ 0 h 16"/>
                  <a:gd name="T2" fmla="*/ 8 w 30"/>
                  <a:gd name="T3" fmla="*/ 0 h 16"/>
                  <a:gd name="T4" fmla="*/ 4 w 30"/>
                  <a:gd name="T5" fmla="*/ 2 h 16"/>
                  <a:gd name="T6" fmla="*/ 0 w 30"/>
                  <a:gd name="T7" fmla="*/ 4 h 16"/>
                  <a:gd name="T8" fmla="*/ 0 w 30"/>
                  <a:gd name="T9" fmla="*/ 4 h 16"/>
                  <a:gd name="T10" fmla="*/ 2 w 30"/>
                  <a:gd name="T11" fmla="*/ 6 h 16"/>
                  <a:gd name="T12" fmla="*/ 2 w 30"/>
                  <a:gd name="T13" fmla="*/ 6 h 16"/>
                  <a:gd name="T14" fmla="*/ 6 w 30"/>
                  <a:gd name="T15" fmla="*/ 6 h 16"/>
                  <a:gd name="T16" fmla="*/ 6 w 30"/>
                  <a:gd name="T17" fmla="*/ 6 h 16"/>
                  <a:gd name="T18" fmla="*/ 6 w 30"/>
                  <a:gd name="T19" fmla="*/ 8 h 16"/>
                  <a:gd name="T20" fmla="*/ 8 w 30"/>
                  <a:gd name="T21" fmla="*/ 10 h 16"/>
                  <a:gd name="T22" fmla="*/ 8 w 30"/>
                  <a:gd name="T23" fmla="*/ 10 h 16"/>
                  <a:gd name="T24" fmla="*/ 14 w 30"/>
                  <a:gd name="T25" fmla="*/ 14 h 16"/>
                  <a:gd name="T26" fmla="*/ 22 w 30"/>
                  <a:gd name="T27" fmla="*/ 16 h 16"/>
                  <a:gd name="T28" fmla="*/ 22 w 30"/>
                  <a:gd name="T29" fmla="*/ 16 h 16"/>
                  <a:gd name="T30" fmla="*/ 22 w 30"/>
                  <a:gd name="T31" fmla="*/ 12 h 16"/>
                  <a:gd name="T32" fmla="*/ 22 w 30"/>
                  <a:gd name="T33" fmla="*/ 12 h 16"/>
                  <a:gd name="T34" fmla="*/ 30 w 30"/>
                  <a:gd name="T35" fmla="*/ 12 h 16"/>
                  <a:gd name="T36" fmla="*/ 30 w 30"/>
                  <a:gd name="T37" fmla="*/ 12 h 16"/>
                  <a:gd name="T38" fmla="*/ 30 w 30"/>
                  <a:gd name="T39" fmla="*/ 8 h 16"/>
                  <a:gd name="T40" fmla="*/ 30 w 30"/>
                  <a:gd name="T41" fmla="*/ 8 h 16"/>
                  <a:gd name="T42" fmla="*/ 24 w 30"/>
                  <a:gd name="T43" fmla="*/ 2 h 16"/>
                  <a:gd name="T44" fmla="*/ 24 w 30"/>
                  <a:gd name="T45" fmla="*/ 2 h 16"/>
                  <a:gd name="T46" fmla="*/ 20 w 30"/>
                  <a:gd name="T47" fmla="*/ 2 h 16"/>
                  <a:gd name="T48" fmla="*/ 14 w 30"/>
                  <a:gd name="T49" fmla="*/ 2 h 16"/>
                  <a:gd name="T50" fmla="*/ 14 w 30"/>
                  <a:gd name="T51" fmla="*/ 2 h 16"/>
                  <a:gd name="T52" fmla="*/ 14 w 30"/>
                  <a:gd name="T53" fmla="*/ 2 h 16"/>
                  <a:gd name="T54" fmla="*/ 8 w 30"/>
                  <a:gd name="T55" fmla="*/ 0 h 16"/>
                  <a:gd name="T56" fmla="*/ 8 w 30"/>
                  <a:gd name="T5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16">
                    <a:moveTo>
                      <a:pt x="8" y="0"/>
                    </a:moveTo>
                    <a:lnTo>
                      <a:pt x="8" y="0"/>
                    </a:lnTo>
                    <a:lnTo>
                      <a:pt x="4" y="2"/>
                    </a:lnTo>
                    <a:lnTo>
                      <a:pt x="0" y="4"/>
                    </a:lnTo>
                    <a:lnTo>
                      <a:pt x="0" y="4"/>
                    </a:lnTo>
                    <a:lnTo>
                      <a:pt x="2" y="6"/>
                    </a:lnTo>
                    <a:lnTo>
                      <a:pt x="2" y="6"/>
                    </a:lnTo>
                    <a:lnTo>
                      <a:pt x="6" y="6"/>
                    </a:lnTo>
                    <a:lnTo>
                      <a:pt x="6" y="6"/>
                    </a:lnTo>
                    <a:lnTo>
                      <a:pt x="6" y="8"/>
                    </a:lnTo>
                    <a:lnTo>
                      <a:pt x="8" y="10"/>
                    </a:lnTo>
                    <a:lnTo>
                      <a:pt x="8" y="10"/>
                    </a:lnTo>
                    <a:lnTo>
                      <a:pt x="14" y="14"/>
                    </a:lnTo>
                    <a:lnTo>
                      <a:pt x="22" y="16"/>
                    </a:lnTo>
                    <a:lnTo>
                      <a:pt x="22" y="16"/>
                    </a:lnTo>
                    <a:lnTo>
                      <a:pt x="22" y="12"/>
                    </a:lnTo>
                    <a:lnTo>
                      <a:pt x="22" y="12"/>
                    </a:lnTo>
                    <a:lnTo>
                      <a:pt x="30" y="12"/>
                    </a:lnTo>
                    <a:lnTo>
                      <a:pt x="30" y="12"/>
                    </a:lnTo>
                    <a:lnTo>
                      <a:pt x="30" y="8"/>
                    </a:lnTo>
                    <a:lnTo>
                      <a:pt x="30" y="8"/>
                    </a:lnTo>
                    <a:lnTo>
                      <a:pt x="24" y="2"/>
                    </a:lnTo>
                    <a:lnTo>
                      <a:pt x="24" y="2"/>
                    </a:lnTo>
                    <a:lnTo>
                      <a:pt x="20" y="2"/>
                    </a:lnTo>
                    <a:lnTo>
                      <a:pt x="14" y="2"/>
                    </a:lnTo>
                    <a:lnTo>
                      <a:pt x="14" y="2"/>
                    </a:lnTo>
                    <a:lnTo>
                      <a:pt x="14" y="2"/>
                    </a:lnTo>
                    <a:lnTo>
                      <a:pt x="8" y="0"/>
                    </a:lnTo>
                    <a:lnTo>
                      <a:pt x="8"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7" name="Freeform 175">
                <a:extLst>
                  <a:ext uri="{FF2B5EF4-FFF2-40B4-BE49-F238E27FC236}">
                    <a16:creationId xmlns:a16="http://schemas.microsoft.com/office/drawing/2014/main" id="{19619C36-B2B5-9B46-B731-2B21F2830D2F}"/>
                  </a:ext>
                </a:extLst>
              </p:cNvPr>
              <p:cNvSpPr>
                <a:spLocks/>
              </p:cNvSpPr>
              <p:nvPr/>
            </p:nvSpPr>
            <p:spPr bwMode="auto">
              <a:xfrm>
                <a:off x="3557018" y="3842999"/>
                <a:ext cx="160466" cy="100117"/>
              </a:xfrm>
              <a:custGeom>
                <a:avLst/>
                <a:gdLst>
                  <a:gd name="T0" fmla="*/ 82 w 82"/>
                  <a:gd name="T1" fmla="*/ 20 h 50"/>
                  <a:gd name="T2" fmla="*/ 82 w 82"/>
                  <a:gd name="T3" fmla="*/ 16 h 50"/>
                  <a:gd name="T4" fmla="*/ 76 w 82"/>
                  <a:gd name="T5" fmla="*/ 16 h 50"/>
                  <a:gd name="T6" fmla="*/ 72 w 82"/>
                  <a:gd name="T7" fmla="*/ 14 h 50"/>
                  <a:gd name="T8" fmla="*/ 70 w 82"/>
                  <a:gd name="T9" fmla="*/ 6 h 50"/>
                  <a:gd name="T10" fmla="*/ 66 w 82"/>
                  <a:gd name="T11" fmla="*/ 6 h 50"/>
                  <a:gd name="T12" fmla="*/ 66 w 82"/>
                  <a:gd name="T13" fmla="*/ 4 h 50"/>
                  <a:gd name="T14" fmla="*/ 52 w 82"/>
                  <a:gd name="T15" fmla="*/ 2 h 50"/>
                  <a:gd name="T16" fmla="*/ 50 w 82"/>
                  <a:gd name="T17" fmla="*/ 0 h 50"/>
                  <a:gd name="T18" fmla="*/ 48 w 82"/>
                  <a:gd name="T19" fmla="*/ 0 h 50"/>
                  <a:gd name="T20" fmla="*/ 48 w 82"/>
                  <a:gd name="T21" fmla="*/ 4 h 50"/>
                  <a:gd name="T22" fmla="*/ 34 w 82"/>
                  <a:gd name="T23" fmla="*/ 4 h 50"/>
                  <a:gd name="T24" fmla="*/ 34 w 82"/>
                  <a:gd name="T25" fmla="*/ 6 h 50"/>
                  <a:gd name="T26" fmla="*/ 14 w 82"/>
                  <a:gd name="T27" fmla="*/ 6 h 50"/>
                  <a:gd name="T28" fmla="*/ 12 w 82"/>
                  <a:gd name="T29" fmla="*/ 8 h 50"/>
                  <a:gd name="T30" fmla="*/ 10 w 82"/>
                  <a:gd name="T31" fmla="*/ 10 h 50"/>
                  <a:gd name="T32" fmla="*/ 4 w 82"/>
                  <a:gd name="T33" fmla="*/ 12 h 50"/>
                  <a:gd name="T34" fmla="*/ 4 w 82"/>
                  <a:gd name="T35" fmla="*/ 16 h 50"/>
                  <a:gd name="T36" fmla="*/ 0 w 82"/>
                  <a:gd name="T37" fmla="*/ 24 h 50"/>
                  <a:gd name="T38" fmla="*/ 6 w 82"/>
                  <a:gd name="T39" fmla="*/ 26 h 50"/>
                  <a:gd name="T40" fmla="*/ 14 w 82"/>
                  <a:gd name="T41" fmla="*/ 28 h 50"/>
                  <a:gd name="T42" fmla="*/ 20 w 82"/>
                  <a:gd name="T43" fmla="*/ 32 h 50"/>
                  <a:gd name="T44" fmla="*/ 26 w 82"/>
                  <a:gd name="T45" fmla="*/ 34 h 50"/>
                  <a:gd name="T46" fmla="*/ 26 w 82"/>
                  <a:gd name="T47" fmla="*/ 44 h 50"/>
                  <a:gd name="T48" fmla="*/ 30 w 82"/>
                  <a:gd name="T49" fmla="*/ 44 h 50"/>
                  <a:gd name="T50" fmla="*/ 28 w 82"/>
                  <a:gd name="T51" fmla="*/ 50 h 50"/>
                  <a:gd name="T52" fmla="*/ 30 w 82"/>
                  <a:gd name="T53" fmla="*/ 50 h 50"/>
                  <a:gd name="T54" fmla="*/ 34 w 82"/>
                  <a:gd name="T55" fmla="*/ 48 h 50"/>
                  <a:gd name="T56" fmla="*/ 34 w 82"/>
                  <a:gd name="T57" fmla="*/ 40 h 50"/>
                  <a:gd name="T58" fmla="*/ 34 w 82"/>
                  <a:gd name="T59" fmla="*/ 34 h 50"/>
                  <a:gd name="T60" fmla="*/ 44 w 82"/>
                  <a:gd name="T61" fmla="*/ 30 h 50"/>
                  <a:gd name="T62" fmla="*/ 52 w 82"/>
                  <a:gd name="T63" fmla="*/ 32 h 50"/>
                  <a:gd name="T64" fmla="*/ 54 w 82"/>
                  <a:gd name="T65" fmla="*/ 34 h 50"/>
                  <a:gd name="T66" fmla="*/ 58 w 82"/>
                  <a:gd name="T67" fmla="*/ 32 h 50"/>
                  <a:gd name="T68" fmla="*/ 64 w 82"/>
                  <a:gd name="T69" fmla="*/ 30 h 50"/>
                  <a:gd name="T70" fmla="*/ 68 w 82"/>
                  <a:gd name="T71" fmla="*/ 28 h 50"/>
                  <a:gd name="T72" fmla="*/ 70 w 82"/>
                  <a:gd name="T73" fmla="*/ 24 h 50"/>
                  <a:gd name="T74" fmla="*/ 82 w 82"/>
                  <a:gd name="T75"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2" h="50">
                    <a:moveTo>
                      <a:pt x="82" y="20"/>
                    </a:moveTo>
                    <a:lnTo>
                      <a:pt x="82" y="20"/>
                    </a:lnTo>
                    <a:lnTo>
                      <a:pt x="82" y="18"/>
                    </a:lnTo>
                    <a:lnTo>
                      <a:pt x="82" y="16"/>
                    </a:lnTo>
                    <a:lnTo>
                      <a:pt x="82" y="16"/>
                    </a:lnTo>
                    <a:lnTo>
                      <a:pt x="76" y="16"/>
                    </a:lnTo>
                    <a:lnTo>
                      <a:pt x="72" y="14"/>
                    </a:lnTo>
                    <a:lnTo>
                      <a:pt x="72" y="14"/>
                    </a:lnTo>
                    <a:lnTo>
                      <a:pt x="72" y="10"/>
                    </a:lnTo>
                    <a:lnTo>
                      <a:pt x="70" y="6"/>
                    </a:lnTo>
                    <a:lnTo>
                      <a:pt x="70" y="6"/>
                    </a:lnTo>
                    <a:lnTo>
                      <a:pt x="66" y="6"/>
                    </a:lnTo>
                    <a:lnTo>
                      <a:pt x="66" y="4"/>
                    </a:lnTo>
                    <a:lnTo>
                      <a:pt x="66" y="4"/>
                    </a:lnTo>
                    <a:lnTo>
                      <a:pt x="58" y="2"/>
                    </a:lnTo>
                    <a:lnTo>
                      <a:pt x="52" y="2"/>
                    </a:lnTo>
                    <a:lnTo>
                      <a:pt x="52" y="2"/>
                    </a:lnTo>
                    <a:lnTo>
                      <a:pt x="50" y="0"/>
                    </a:lnTo>
                    <a:lnTo>
                      <a:pt x="48" y="0"/>
                    </a:lnTo>
                    <a:lnTo>
                      <a:pt x="48" y="0"/>
                    </a:lnTo>
                    <a:lnTo>
                      <a:pt x="48" y="4"/>
                    </a:lnTo>
                    <a:lnTo>
                      <a:pt x="48" y="4"/>
                    </a:lnTo>
                    <a:lnTo>
                      <a:pt x="40" y="4"/>
                    </a:lnTo>
                    <a:lnTo>
                      <a:pt x="34" y="4"/>
                    </a:lnTo>
                    <a:lnTo>
                      <a:pt x="34" y="6"/>
                    </a:lnTo>
                    <a:lnTo>
                      <a:pt x="34" y="6"/>
                    </a:lnTo>
                    <a:lnTo>
                      <a:pt x="24" y="6"/>
                    </a:lnTo>
                    <a:lnTo>
                      <a:pt x="14" y="6"/>
                    </a:lnTo>
                    <a:lnTo>
                      <a:pt x="14" y="6"/>
                    </a:lnTo>
                    <a:lnTo>
                      <a:pt x="12" y="8"/>
                    </a:lnTo>
                    <a:lnTo>
                      <a:pt x="12" y="10"/>
                    </a:lnTo>
                    <a:lnTo>
                      <a:pt x="10" y="10"/>
                    </a:lnTo>
                    <a:lnTo>
                      <a:pt x="10" y="10"/>
                    </a:lnTo>
                    <a:lnTo>
                      <a:pt x="4" y="12"/>
                    </a:lnTo>
                    <a:lnTo>
                      <a:pt x="4" y="16"/>
                    </a:lnTo>
                    <a:lnTo>
                      <a:pt x="4" y="16"/>
                    </a:lnTo>
                    <a:lnTo>
                      <a:pt x="2" y="22"/>
                    </a:lnTo>
                    <a:lnTo>
                      <a:pt x="0" y="24"/>
                    </a:lnTo>
                    <a:lnTo>
                      <a:pt x="0" y="24"/>
                    </a:lnTo>
                    <a:lnTo>
                      <a:pt x="6" y="26"/>
                    </a:lnTo>
                    <a:lnTo>
                      <a:pt x="14" y="28"/>
                    </a:lnTo>
                    <a:lnTo>
                      <a:pt x="14" y="28"/>
                    </a:lnTo>
                    <a:lnTo>
                      <a:pt x="16" y="30"/>
                    </a:lnTo>
                    <a:lnTo>
                      <a:pt x="20" y="32"/>
                    </a:lnTo>
                    <a:lnTo>
                      <a:pt x="20" y="32"/>
                    </a:lnTo>
                    <a:lnTo>
                      <a:pt x="26" y="34"/>
                    </a:lnTo>
                    <a:lnTo>
                      <a:pt x="26" y="34"/>
                    </a:lnTo>
                    <a:lnTo>
                      <a:pt x="26" y="44"/>
                    </a:lnTo>
                    <a:lnTo>
                      <a:pt x="26" y="44"/>
                    </a:lnTo>
                    <a:lnTo>
                      <a:pt x="30" y="44"/>
                    </a:lnTo>
                    <a:lnTo>
                      <a:pt x="30" y="44"/>
                    </a:lnTo>
                    <a:lnTo>
                      <a:pt x="28" y="50"/>
                    </a:lnTo>
                    <a:lnTo>
                      <a:pt x="28" y="50"/>
                    </a:lnTo>
                    <a:lnTo>
                      <a:pt x="30" y="50"/>
                    </a:lnTo>
                    <a:lnTo>
                      <a:pt x="32" y="48"/>
                    </a:lnTo>
                    <a:lnTo>
                      <a:pt x="34" y="48"/>
                    </a:lnTo>
                    <a:lnTo>
                      <a:pt x="34" y="48"/>
                    </a:lnTo>
                    <a:lnTo>
                      <a:pt x="34" y="40"/>
                    </a:lnTo>
                    <a:lnTo>
                      <a:pt x="34" y="34"/>
                    </a:lnTo>
                    <a:lnTo>
                      <a:pt x="34" y="34"/>
                    </a:lnTo>
                    <a:lnTo>
                      <a:pt x="44" y="30"/>
                    </a:lnTo>
                    <a:lnTo>
                      <a:pt x="44" y="30"/>
                    </a:lnTo>
                    <a:lnTo>
                      <a:pt x="50" y="30"/>
                    </a:lnTo>
                    <a:lnTo>
                      <a:pt x="52" y="32"/>
                    </a:lnTo>
                    <a:lnTo>
                      <a:pt x="52" y="32"/>
                    </a:lnTo>
                    <a:lnTo>
                      <a:pt x="54" y="34"/>
                    </a:lnTo>
                    <a:lnTo>
                      <a:pt x="54" y="32"/>
                    </a:lnTo>
                    <a:lnTo>
                      <a:pt x="58" y="32"/>
                    </a:lnTo>
                    <a:lnTo>
                      <a:pt x="58" y="32"/>
                    </a:lnTo>
                    <a:lnTo>
                      <a:pt x="64" y="30"/>
                    </a:lnTo>
                    <a:lnTo>
                      <a:pt x="68" y="30"/>
                    </a:lnTo>
                    <a:lnTo>
                      <a:pt x="68" y="28"/>
                    </a:lnTo>
                    <a:lnTo>
                      <a:pt x="68" y="28"/>
                    </a:lnTo>
                    <a:lnTo>
                      <a:pt x="70" y="24"/>
                    </a:lnTo>
                    <a:lnTo>
                      <a:pt x="74" y="22"/>
                    </a:lnTo>
                    <a:lnTo>
                      <a:pt x="82"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8" name="Freeform 176">
                <a:extLst>
                  <a:ext uri="{FF2B5EF4-FFF2-40B4-BE49-F238E27FC236}">
                    <a16:creationId xmlns:a16="http://schemas.microsoft.com/office/drawing/2014/main" id="{5D98EE37-0D69-BA4B-9F2B-E1B801E0BCF8}"/>
                  </a:ext>
                </a:extLst>
              </p:cNvPr>
              <p:cNvSpPr>
                <a:spLocks/>
              </p:cNvSpPr>
              <p:nvPr/>
            </p:nvSpPr>
            <p:spPr bwMode="auto">
              <a:xfrm>
                <a:off x="3952313" y="3710844"/>
                <a:ext cx="74362" cy="52060"/>
              </a:xfrm>
              <a:custGeom>
                <a:avLst/>
                <a:gdLst>
                  <a:gd name="T0" fmla="*/ 38 w 38"/>
                  <a:gd name="T1" fmla="*/ 26 h 26"/>
                  <a:gd name="T2" fmla="*/ 38 w 38"/>
                  <a:gd name="T3" fmla="*/ 26 h 26"/>
                  <a:gd name="T4" fmla="*/ 38 w 38"/>
                  <a:gd name="T5" fmla="*/ 22 h 26"/>
                  <a:gd name="T6" fmla="*/ 38 w 38"/>
                  <a:gd name="T7" fmla="*/ 22 h 26"/>
                  <a:gd name="T8" fmla="*/ 36 w 38"/>
                  <a:gd name="T9" fmla="*/ 18 h 26"/>
                  <a:gd name="T10" fmla="*/ 36 w 38"/>
                  <a:gd name="T11" fmla="*/ 16 h 26"/>
                  <a:gd name="T12" fmla="*/ 38 w 38"/>
                  <a:gd name="T13" fmla="*/ 12 h 26"/>
                  <a:gd name="T14" fmla="*/ 36 w 38"/>
                  <a:gd name="T15" fmla="*/ 2 h 26"/>
                  <a:gd name="T16" fmla="*/ 36 w 38"/>
                  <a:gd name="T17" fmla="*/ 2 h 26"/>
                  <a:gd name="T18" fmla="*/ 32 w 38"/>
                  <a:gd name="T19" fmla="*/ 2 h 26"/>
                  <a:gd name="T20" fmla="*/ 30 w 38"/>
                  <a:gd name="T21" fmla="*/ 2 h 26"/>
                  <a:gd name="T22" fmla="*/ 26 w 38"/>
                  <a:gd name="T23" fmla="*/ 0 h 26"/>
                  <a:gd name="T24" fmla="*/ 26 w 38"/>
                  <a:gd name="T25" fmla="*/ 0 h 26"/>
                  <a:gd name="T26" fmla="*/ 20 w 38"/>
                  <a:gd name="T27" fmla="*/ 0 h 26"/>
                  <a:gd name="T28" fmla="*/ 20 w 38"/>
                  <a:gd name="T29" fmla="*/ 0 h 26"/>
                  <a:gd name="T30" fmla="*/ 26 w 38"/>
                  <a:gd name="T31" fmla="*/ 4 h 26"/>
                  <a:gd name="T32" fmla="*/ 26 w 38"/>
                  <a:gd name="T33" fmla="*/ 4 h 26"/>
                  <a:gd name="T34" fmla="*/ 26 w 38"/>
                  <a:gd name="T35" fmla="*/ 6 h 26"/>
                  <a:gd name="T36" fmla="*/ 26 w 38"/>
                  <a:gd name="T37" fmla="*/ 12 h 26"/>
                  <a:gd name="T38" fmla="*/ 26 w 38"/>
                  <a:gd name="T39" fmla="*/ 12 h 26"/>
                  <a:gd name="T40" fmla="*/ 30 w 38"/>
                  <a:gd name="T41" fmla="*/ 16 h 26"/>
                  <a:gd name="T42" fmla="*/ 30 w 38"/>
                  <a:gd name="T43" fmla="*/ 16 h 26"/>
                  <a:gd name="T44" fmla="*/ 30 w 38"/>
                  <a:gd name="T45" fmla="*/ 20 h 26"/>
                  <a:gd name="T46" fmla="*/ 30 w 38"/>
                  <a:gd name="T47" fmla="*/ 20 h 26"/>
                  <a:gd name="T48" fmla="*/ 28 w 38"/>
                  <a:gd name="T49" fmla="*/ 22 h 26"/>
                  <a:gd name="T50" fmla="*/ 26 w 38"/>
                  <a:gd name="T51" fmla="*/ 22 h 26"/>
                  <a:gd name="T52" fmla="*/ 26 w 38"/>
                  <a:gd name="T53" fmla="*/ 22 h 26"/>
                  <a:gd name="T54" fmla="*/ 16 w 38"/>
                  <a:gd name="T55" fmla="*/ 18 h 26"/>
                  <a:gd name="T56" fmla="*/ 16 w 38"/>
                  <a:gd name="T57" fmla="*/ 18 h 26"/>
                  <a:gd name="T58" fmla="*/ 12 w 38"/>
                  <a:gd name="T59" fmla="*/ 20 h 26"/>
                  <a:gd name="T60" fmla="*/ 10 w 38"/>
                  <a:gd name="T61" fmla="*/ 20 h 26"/>
                  <a:gd name="T62" fmla="*/ 10 w 38"/>
                  <a:gd name="T63" fmla="*/ 20 h 26"/>
                  <a:gd name="T64" fmla="*/ 8 w 38"/>
                  <a:gd name="T65" fmla="*/ 18 h 26"/>
                  <a:gd name="T66" fmla="*/ 4 w 38"/>
                  <a:gd name="T67" fmla="*/ 16 h 26"/>
                  <a:gd name="T68" fmla="*/ 4 w 38"/>
                  <a:gd name="T69" fmla="*/ 16 h 26"/>
                  <a:gd name="T70" fmla="*/ 0 w 38"/>
                  <a:gd name="T71" fmla="*/ 18 h 26"/>
                  <a:gd name="T72" fmla="*/ 0 w 38"/>
                  <a:gd name="T73" fmla="*/ 18 h 26"/>
                  <a:gd name="T74" fmla="*/ 0 w 38"/>
                  <a:gd name="T75" fmla="*/ 22 h 26"/>
                  <a:gd name="T76" fmla="*/ 0 w 38"/>
                  <a:gd name="T77" fmla="*/ 22 h 26"/>
                  <a:gd name="T78" fmla="*/ 6 w 38"/>
                  <a:gd name="T79" fmla="*/ 26 h 26"/>
                  <a:gd name="T80" fmla="*/ 6 w 38"/>
                  <a:gd name="T81" fmla="*/ 26 h 26"/>
                  <a:gd name="T82" fmla="*/ 10 w 38"/>
                  <a:gd name="T83" fmla="*/ 26 h 26"/>
                  <a:gd name="T84" fmla="*/ 14 w 38"/>
                  <a:gd name="T85" fmla="*/ 24 h 26"/>
                  <a:gd name="T86" fmla="*/ 14 w 38"/>
                  <a:gd name="T87" fmla="*/ 24 h 26"/>
                  <a:gd name="T88" fmla="*/ 38 w 38"/>
                  <a:gd name="T89" fmla="*/ 26 h 26"/>
                  <a:gd name="T90" fmla="*/ 38 w 38"/>
                  <a:gd name="T9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 h="26">
                    <a:moveTo>
                      <a:pt x="38" y="26"/>
                    </a:moveTo>
                    <a:lnTo>
                      <a:pt x="38" y="26"/>
                    </a:lnTo>
                    <a:lnTo>
                      <a:pt x="38" y="22"/>
                    </a:lnTo>
                    <a:lnTo>
                      <a:pt x="38" y="22"/>
                    </a:lnTo>
                    <a:lnTo>
                      <a:pt x="36" y="18"/>
                    </a:lnTo>
                    <a:lnTo>
                      <a:pt x="36" y="16"/>
                    </a:lnTo>
                    <a:lnTo>
                      <a:pt x="38" y="12"/>
                    </a:lnTo>
                    <a:lnTo>
                      <a:pt x="36" y="2"/>
                    </a:lnTo>
                    <a:lnTo>
                      <a:pt x="36" y="2"/>
                    </a:lnTo>
                    <a:lnTo>
                      <a:pt x="32" y="2"/>
                    </a:lnTo>
                    <a:lnTo>
                      <a:pt x="30" y="2"/>
                    </a:lnTo>
                    <a:lnTo>
                      <a:pt x="26" y="0"/>
                    </a:lnTo>
                    <a:lnTo>
                      <a:pt x="26" y="0"/>
                    </a:lnTo>
                    <a:lnTo>
                      <a:pt x="20" y="0"/>
                    </a:lnTo>
                    <a:lnTo>
                      <a:pt x="20" y="0"/>
                    </a:lnTo>
                    <a:lnTo>
                      <a:pt x="26" y="4"/>
                    </a:lnTo>
                    <a:lnTo>
                      <a:pt x="26" y="4"/>
                    </a:lnTo>
                    <a:lnTo>
                      <a:pt x="26" y="6"/>
                    </a:lnTo>
                    <a:lnTo>
                      <a:pt x="26" y="12"/>
                    </a:lnTo>
                    <a:lnTo>
                      <a:pt x="26" y="12"/>
                    </a:lnTo>
                    <a:lnTo>
                      <a:pt x="30" y="16"/>
                    </a:lnTo>
                    <a:lnTo>
                      <a:pt x="30" y="16"/>
                    </a:lnTo>
                    <a:lnTo>
                      <a:pt x="30" y="20"/>
                    </a:lnTo>
                    <a:lnTo>
                      <a:pt x="30" y="20"/>
                    </a:lnTo>
                    <a:lnTo>
                      <a:pt x="28" y="22"/>
                    </a:lnTo>
                    <a:lnTo>
                      <a:pt x="26" y="22"/>
                    </a:lnTo>
                    <a:lnTo>
                      <a:pt x="26" y="22"/>
                    </a:lnTo>
                    <a:lnTo>
                      <a:pt x="16" y="18"/>
                    </a:lnTo>
                    <a:lnTo>
                      <a:pt x="16" y="18"/>
                    </a:lnTo>
                    <a:lnTo>
                      <a:pt x="12" y="20"/>
                    </a:lnTo>
                    <a:lnTo>
                      <a:pt x="10" y="20"/>
                    </a:lnTo>
                    <a:lnTo>
                      <a:pt x="10" y="20"/>
                    </a:lnTo>
                    <a:lnTo>
                      <a:pt x="8" y="18"/>
                    </a:lnTo>
                    <a:lnTo>
                      <a:pt x="4" y="16"/>
                    </a:lnTo>
                    <a:lnTo>
                      <a:pt x="4" y="16"/>
                    </a:lnTo>
                    <a:lnTo>
                      <a:pt x="0" y="18"/>
                    </a:lnTo>
                    <a:lnTo>
                      <a:pt x="0" y="18"/>
                    </a:lnTo>
                    <a:lnTo>
                      <a:pt x="0" y="22"/>
                    </a:lnTo>
                    <a:lnTo>
                      <a:pt x="0" y="22"/>
                    </a:lnTo>
                    <a:lnTo>
                      <a:pt x="6" y="26"/>
                    </a:lnTo>
                    <a:lnTo>
                      <a:pt x="6" y="26"/>
                    </a:lnTo>
                    <a:lnTo>
                      <a:pt x="10" y="26"/>
                    </a:lnTo>
                    <a:lnTo>
                      <a:pt x="14" y="24"/>
                    </a:lnTo>
                    <a:lnTo>
                      <a:pt x="14" y="24"/>
                    </a:lnTo>
                    <a:lnTo>
                      <a:pt x="38" y="26"/>
                    </a:lnTo>
                    <a:lnTo>
                      <a:pt x="38"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9" name="Freeform 180">
                <a:extLst>
                  <a:ext uri="{FF2B5EF4-FFF2-40B4-BE49-F238E27FC236}">
                    <a16:creationId xmlns:a16="http://schemas.microsoft.com/office/drawing/2014/main" id="{B47DF9A9-C69B-344D-84AB-8BEB6EA6DF60}"/>
                  </a:ext>
                </a:extLst>
              </p:cNvPr>
              <p:cNvSpPr>
                <a:spLocks/>
              </p:cNvSpPr>
              <p:nvPr/>
            </p:nvSpPr>
            <p:spPr bwMode="auto">
              <a:xfrm>
                <a:off x="3474829" y="3774920"/>
                <a:ext cx="109586" cy="140165"/>
              </a:xfrm>
              <a:custGeom>
                <a:avLst/>
                <a:gdLst>
                  <a:gd name="T0" fmla="*/ 30 w 56"/>
                  <a:gd name="T1" fmla="*/ 70 h 70"/>
                  <a:gd name="T2" fmla="*/ 32 w 56"/>
                  <a:gd name="T3" fmla="*/ 68 h 70"/>
                  <a:gd name="T4" fmla="*/ 36 w 56"/>
                  <a:gd name="T5" fmla="*/ 66 h 70"/>
                  <a:gd name="T6" fmla="*/ 36 w 56"/>
                  <a:gd name="T7" fmla="*/ 62 h 70"/>
                  <a:gd name="T8" fmla="*/ 42 w 56"/>
                  <a:gd name="T9" fmla="*/ 58 h 70"/>
                  <a:gd name="T10" fmla="*/ 44 w 56"/>
                  <a:gd name="T11" fmla="*/ 56 h 70"/>
                  <a:gd name="T12" fmla="*/ 46 w 56"/>
                  <a:gd name="T13" fmla="*/ 50 h 70"/>
                  <a:gd name="T14" fmla="*/ 52 w 56"/>
                  <a:gd name="T15" fmla="*/ 44 h 70"/>
                  <a:gd name="T16" fmla="*/ 54 w 56"/>
                  <a:gd name="T17" fmla="*/ 44 h 70"/>
                  <a:gd name="T18" fmla="*/ 56 w 56"/>
                  <a:gd name="T19" fmla="*/ 40 h 70"/>
                  <a:gd name="T20" fmla="*/ 48 w 56"/>
                  <a:gd name="T21" fmla="*/ 40 h 70"/>
                  <a:gd name="T22" fmla="*/ 44 w 56"/>
                  <a:gd name="T23" fmla="*/ 38 h 70"/>
                  <a:gd name="T24" fmla="*/ 22 w 56"/>
                  <a:gd name="T25" fmla="*/ 0 h 70"/>
                  <a:gd name="T26" fmla="*/ 16 w 56"/>
                  <a:gd name="T27" fmla="*/ 8 h 70"/>
                  <a:gd name="T28" fmla="*/ 16 w 56"/>
                  <a:gd name="T29" fmla="*/ 12 h 70"/>
                  <a:gd name="T30" fmla="*/ 22 w 56"/>
                  <a:gd name="T31" fmla="*/ 20 h 70"/>
                  <a:gd name="T32" fmla="*/ 24 w 56"/>
                  <a:gd name="T33" fmla="*/ 24 h 70"/>
                  <a:gd name="T34" fmla="*/ 26 w 56"/>
                  <a:gd name="T35" fmla="*/ 30 h 70"/>
                  <a:gd name="T36" fmla="*/ 10 w 56"/>
                  <a:gd name="T37" fmla="*/ 28 h 70"/>
                  <a:gd name="T38" fmla="*/ 2 w 56"/>
                  <a:gd name="T39" fmla="*/ 38 h 70"/>
                  <a:gd name="T40" fmla="*/ 2 w 56"/>
                  <a:gd name="T41" fmla="*/ 42 h 70"/>
                  <a:gd name="T42" fmla="*/ 2 w 56"/>
                  <a:gd name="T43" fmla="*/ 46 h 70"/>
                  <a:gd name="T44" fmla="*/ 0 w 56"/>
                  <a:gd name="T45" fmla="*/ 50 h 70"/>
                  <a:gd name="T46" fmla="*/ 2 w 56"/>
                  <a:gd name="T47" fmla="*/ 50 h 70"/>
                  <a:gd name="T48" fmla="*/ 6 w 56"/>
                  <a:gd name="T49" fmla="*/ 52 h 70"/>
                  <a:gd name="T50" fmla="*/ 12 w 56"/>
                  <a:gd name="T51" fmla="*/ 60 h 70"/>
                  <a:gd name="T52" fmla="*/ 18 w 56"/>
                  <a:gd name="T53" fmla="*/ 62 h 70"/>
                  <a:gd name="T54" fmla="*/ 18 w 56"/>
                  <a:gd name="T55" fmla="*/ 64 h 70"/>
                  <a:gd name="T56" fmla="*/ 20 w 56"/>
                  <a:gd name="T57" fmla="*/ 68 h 70"/>
                  <a:gd name="T58" fmla="*/ 20 w 56"/>
                  <a:gd name="T59" fmla="*/ 68 h 70"/>
                  <a:gd name="T60" fmla="*/ 26 w 56"/>
                  <a:gd name="T61" fmla="*/ 68 h 70"/>
                  <a:gd name="T62" fmla="*/ 30 w 56"/>
                  <a:gd name="T63"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 h="70">
                    <a:moveTo>
                      <a:pt x="30" y="70"/>
                    </a:moveTo>
                    <a:lnTo>
                      <a:pt x="30" y="70"/>
                    </a:lnTo>
                    <a:lnTo>
                      <a:pt x="30" y="68"/>
                    </a:lnTo>
                    <a:lnTo>
                      <a:pt x="32" y="68"/>
                    </a:lnTo>
                    <a:lnTo>
                      <a:pt x="36" y="68"/>
                    </a:lnTo>
                    <a:lnTo>
                      <a:pt x="36" y="66"/>
                    </a:lnTo>
                    <a:lnTo>
                      <a:pt x="36" y="66"/>
                    </a:lnTo>
                    <a:lnTo>
                      <a:pt x="36" y="62"/>
                    </a:lnTo>
                    <a:lnTo>
                      <a:pt x="40" y="60"/>
                    </a:lnTo>
                    <a:lnTo>
                      <a:pt x="42" y="58"/>
                    </a:lnTo>
                    <a:lnTo>
                      <a:pt x="42" y="58"/>
                    </a:lnTo>
                    <a:lnTo>
                      <a:pt x="44" y="56"/>
                    </a:lnTo>
                    <a:lnTo>
                      <a:pt x="46" y="50"/>
                    </a:lnTo>
                    <a:lnTo>
                      <a:pt x="46" y="50"/>
                    </a:lnTo>
                    <a:lnTo>
                      <a:pt x="46" y="46"/>
                    </a:lnTo>
                    <a:lnTo>
                      <a:pt x="52" y="44"/>
                    </a:lnTo>
                    <a:lnTo>
                      <a:pt x="52" y="44"/>
                    </a:lnTo>
                    <a:lnTo>
                      <a:pt x="54" y="44"/>
                    </a:lnTo>
                    <a:lnTo>
                      <a:pt x="54" y="42"/>
                    </a:lnTo>
                    <a:lnTo>
                      <a:pt x="56" y="40"/>
                    </a:lnTo>
                    <a:lnTo>
                      <a:pt x="56" y="40"/>
                    </a:lnTo>
                    <a:lnTo>
                      <a:pt x="48" y="40"/>
                    </a:lnTo>
                    <a:lnTo>
                      <a:pt x="48" y="38"/>
                    </a:lnTo>
                    <a:lnTo>
                      <a:pt x="44" y="38"/>
                    </a:lnTo>
                    <a:lnTo>
                      <a:pt x="44" y="0"/>
                    </a:lnTo>
                    <a:lnTo>
                      <a:pt x="22" y="0"/>
                    </a:lnTo>
                    <a:lnTo>
                      <a:pt x="20" y="8"/>
                    </a:lnTo>
                    <a:lnTo>
                      <a:pt x="16" y="8"/>
                    </a:lnTo>
                    <a:lnTo>
                      <a:pt x="16" y="12"/>
                    </a:lnTo>
                    <a:lnTo>
                      <a:pt x="16" y="12"/>
                    </a:lnTo>
                    <a:lnTo>
                      <a:pt x="18" y="16"/>
                    </a:lnTo>
                    <a:lnTo>
                      <a:pt x="22" y="20"/>
                    </a:lnTo>
                    <a:lnTo>
                      <a:pt x="22" y="20"/>
                    </a:lnTo>
                    <a:lnTo>
                      <a:pt x="24" y="24"/>
                    </a:lnTo>
                    <a:lnTo>
                      <a:pt x="26" y="26"/>
                    </a:lnTo>
                    <a:lnTo>
                      <a:pt x="26" y="30"/>
                    </a:lnTo>
                    <a:lnTo>
                      <a:pt x="10" y="28"/>
                    </a:lnTo>
                    <a:lnTo>
                      <a:pt x="10" y="28"/>
                    </a:lnTo>
                    <a:lnTo>
                      <a:pt x="4" y="34"/>
                    </a:lnTo>
                    <a:lnTo>
                      <a:pt x="2" y="38"/>
                    </a:lnTo>
                    <a:lnTo>
                      <a:pt x="2" y="42"/>
                    </a:lnTo>
                    <a:lnTo>
                      <a:pt x="2" y="42"/>
                    </a:lnTo>
                    <a:lnTo>
                      <a:pt x="2" y="44"/>
                    </a:lnTo>
                    <a:lnTo>
                      <a:pt x="2" y="46"/>
                    </a:lnTo>
                    <a:lnTo>
                      <a:pt x="0" y="50"/>
                    </a:lnTo>
                    <a:lnTo>
                      <a:pt x="0" y="50"/>
                    </a:lnTo>
                    <a:lnTo>
                      <a:pt x="2" y="50"/>
                    </a:lnTo>
                    <a:lnTo>
                      <a:pt x="2" y="50"/>
                    </a:lnTo>
                    <a:lnTo>
                      <a:pt x="6" y="52"/>
                    </a:lnTo>
                    <a:lnTo>
                      <a:pt x="6" y="52"/>
                    </a:lnTo>
                    <a:lnTo>
                      <a:pt x="8" y="56"/>
                    </a:lnTo>
                    <a:lnTo>
                      <a:pt x="12" y="60"/>
                    </a:lnTo>
                    <a:lnTo>
                      <a:pt x="12" y="60"/>
                    </a:lnTo>
                    <a:lnTo>
                      <a:pt x="18" y="62"/>
                    </a:lnTo>
                    <a:lnTo>
                      <a:pt x="18" y="62"/>
                    </a:lnTo>
                    <a:lnTo>
                      <a:pt x="18" y="64"/>
                    </a:lnTo>
                    <a:lnTo>
                      <a:pt x="20" y="68"/>
                    </a:lnTo>
                    <a:lnTo>
                      <a:pt x="20" y="68"/>
                    </a:lnTo>
                    <a:lnTo>
                      <a:pt x="20" y="68"/>
                    </a:lnTo>
                    <a:lnTo>
                      <a:pt x="20" y="68"/>
                    </a:lnTo>
                    <a:lnTo>
                      <a:pt x="24" y="68"/>
                    </a:lnTo>
                    <a:lnTo>
                      <a:pt x="26" y="68"/>
                    </a:lnTo>
                    <a:lnTo>
                      <a:pt x="28" y="70"/>
                    </a:lnTo>
                    <a:lnTo>
                      <a:pt x="30"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0" name="Freeform 198">
                <a:extLst>
                  <a:ext uri="{FF2B5EF4-FFF2-40B4-BE49-F238E27FC236}">
                    <a16:creationId xmlns:a16="http://schemas.microsoft.com/office/drawing/2014/main" id="{A275E310-3751-A242-998E-CEE5F9612B0F}"/>
                  </a:ext>
                </a:extLst>
              </p:cNvPr>
              <p:cNvSpPr>
                <a:spLocks/>
              </p:cNvSpPr>
              <p:nvPr/>
            </p:nvSpPr>
            <p:spPr bwMode="auto">
              <a:xfrm>
                <a:off x="3533536" y="3891056"/>
                <a:ext cx="74362" cy="48057"/>
              </a:xfrm>
              <a:custGeom>
                <a:avLst/>
                <a:gdLst>
                  <a:gd name="T0" fmla="*/ 0 w 38"/>
                  <a:gd name="T1" fmla="*/ 12 h 24"/>
                  <a:gd name="T2" fmla="*/ 0 w 38"/>
                  <a:gd name="T3" fmla="*/ 12 h 24"/>
                  <a:gd name="T4" fmla="*/ 4 w 38"/>
                  <a:gd name="T5" fmla="*/ 14 h 24"/>
                  <a:gd name="T6" fmla="*/ 8 w 38"/>
                  <a:gd name="T7" fmla="*/ 16 h 24"/>
                  <a:gd name="T8" fmla="*/ 8 w 38"/>
                  <a:gd name="T9" fmla="*/ 16 h 24"/>
                  <a:gd name="T10" fmla="*/ 8 w 38"/>
                  <a:gd name="T11" fmla="*/ 18 h 24"/>
                  <a:gd name="T12" fmla="*/ 8 w 38"/>
                  <a:gd name="T13" fmla="*/ 20 h 24"/>
                  <a:gd name="T14" fmla="*/ 8 w 38"/>
                  <a:gd name="T15" fmla="*/ 20 h 24"/>
                  <a:gd name="T16" fmla="*/ 14 w 38"/>
                  <a:gd name="T17" fmla="*/ 20 h 24"/>
                  <a:gd name="T18" fmla="*/ 18 w 38"/>
                  <a:gd name="T19" fmla="*/ 20 h 24"/>
                  <a:gd name="T20" fmla="*/ 18 w 38"/>
                  <a:gd name="T21" fmla="*/ 20 h 24"/>
                  <a:gd name="T22" fmla="*/ 26 w 38"/>
                  <a:gd name="T23" fmla="*/ 20 h 24"/>
                  <a:gd name="T24" fmla="*/ 34 w 38"/>
                  <a:gd name="T25" fmla="*/ 24 h 24"/>
                  <a:gd name="T26" fmla="*/ 34 w 38"/>
                  <a:gd name="T27" fmla="*/ 24 h 24"/>
                  <a:gd name="T28" fmla="*/ 36 w 38"/>
                  <a:gd name="T29" fmla="*/ 20 h 24"/>
                  <a:gd name="T30" fmla="*/ 36 w 38"/>
                  <a:gd name="T31" fmla="*/ 20 h 24"/>
                  <a:gd name="T32" fmla="*/ 38 w 38"/>
                  <a:gd name="T33" fmla="*/ 20 h 24"/>
                  <a:gd name="T34" fmla="*/ 38 w 38"/>
                  <a:gd name="T35" fmla="*/ 10 h 24"/>
                  <a:gd name="T36" fmla="*/ 38 w 38"/>
                  <a:gd name="T37" fmla="*/ 10 h 24"/>
                  <a:gd name="T38" fmla="*/ 38 w 38"/>
                  <a:gd name="T39" fmla="*/ 10 h 24"/>
                  <a:gd name="T40" fmla="*/ 32 w 38"/>
                  <a:gd name="T41" fmla="*/ 8 h 24"/>
                  <a:gd name="T42" fmla="*/ 32 w 38"/>
                  <a:gd name="T43" fmla="*/ 8 h 24"/>
                  <a:gd name="T44" fmla="*/ 28 w 38"/>
                  <a:gd name="T45" fmla="*/ 6 h 24"/>
                  <a:gd name="T46" fmla="*/ 26 w 38"/>
                  <a:gd name="T47" fmla="*/ 4 h 24"/>
                  <a:gd name="T48" fmla="*/ 26 w 38"/>
                  <a:gd name="T49" fmla="*/ 4 h 24"/>
                  <a:gd name="T50" fmla="*/ 18 w 38"/>
                  <a:gd name="T51" fmla="*/ 2 h 24"/>
                  <a:gd name="T52" fmla="*/ 12 w 38"/>
                  <a:gd name="T53" fmla="*/ 0 h 24"/>
                  <a:gd name="T54" fmla="*/ 12 w 38"/>
                  <a:gd name="T55" fmla="*/ 0 h 24"/>
                  <a:gd name="T56" fmla="*/ 10 w 38"/>
                  <a:gd name="T57" fmla="*/ 2 h 24"/>
                  <a:gd name="T58" fmla="*/ 6 w 38"/>
                  <a:gd name="T59" fmla="*/ 4 h 24"/>
                  <a:gd name="T60" fmla="*/ 6 w 38"/>
                  <a:gd name="T61" fmla="*/ 8 h 24"/>
                  <a:gd name="T62" fmla="*/ 6 w 38"/>
                  <a:gd name="T63" fmla="*/ 8 h 24"/>
                  <a:gd name="T64" fmla="*/ 6 w 38"/>
                  <a:gd name="T65" fmla="*/ 10 h 24"/>
                  <a:gd name="T66" fmla="*/ 2 w 38"/>
                  <a:gd name="T67" fmla="*/ 10 h 24"/>
                  <a:gd name="T68" fmla="*/ 0 w 38"/>
                  <a:gd name="T69" fmla="*/ 10 h 24"/>
                  <a:gd name="T70" fmla="*/ 0 w 38"/>
                  <a:gd name="T71" fmla="*/ 12 h 24"/>
                  <a:gd name="T72" fmla="*/ 0 w 38"/>
                  <a:gd name="T7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24">
                    <a:moveTo>
                      <a:pt x="0" y="12"/>
                    </a:moveTo>
                    <a:lnTo>
                      <a:pt x="0" y="12"/>
                    </a:lnTo>
                    <a:lnTo>
                      <a:pt x="4" y="14"/>
                    </a:lnTo>
                    <a:lnTo>
                      <a:pt x="8" y="16"/>
                    </a:lnTo>
                    <a:lnTo>
                      <a:pt x="8" y="16"/>
                    </a:lnTo>
                    <a:lnTo>
                      <a:pt x="8" y="18"/>
                    </a:lnTo>
                    <a:lnTo>
                      <a:pt x="8" y="20"/>
                    </a:lnTo>
                    <a:lnTo>
                      <a:pt x="8" y="20"/>
                    </a:lnTo>
                    <a:lnTo>
                      <a:pt x="14" y="20"/>
                    </a:lnTo>
                    <a:lnTo>
                      <a:pt x="18" y="20"/>
                    </a:lnTo>
                    <a:lnTo>
                      <a:pt x="18" y="20"/>
                    </a:lnTo>
                    <a:lnTo>
                      <a:pt x="26" y="20"/>
                    </a:lnTo>
                    <a:lnTo>
                      <a:pt x="34" y="24"/>
                    </a:lnTo>
                    <a:lnTo>
                      <a:pt x="34" y="24"/>
                    </a:lnTo>
                    <a:lnTo>
                      <a:pt x="36" y="20"/>
                    </a:lnTo>
                    <a:lnTo>
                      <a:pt x="36" y="20"/>
                    </a:lnTo>
                    <a:lnTo>
                      <a:pt x="38" y="20"/>
                    </a:lnTo>
                    <a:lnTo>
                      <a:pt x="38" y="10"/>
                    </a:lnTo>
                    <a:lnTo>
                      <a:pt x="38" y="10"/>
                    </a:lnTo>
                    <a:lnTo>
                      <a:pt x="38" y="10"/>
                    </a:lnTo>
                    <a:lnTo>
                      <a:pt x="32" y="8"/>
                    </a:lnTo>
                    <a:lnTo>
                      <a:pt x="32" y="8"/>
                    </a:lnTo>
                    <a:lnTo>
                      <a:pt x="28" y="6"/>
                    </a:lnTo>
                    <a:lnTo>
                      <a:pt x="26" y="4"/>
                    </a:lnTo>
                    <a:lnTo>
                      <a:pt x="26" y="4"/>
                    </a:lnTo>
                    <a:lnTo>
                      <a:pt x="18" y="2"/>
                    </a:lnTo>
                    <a:lnTo>
                      <a:pt x="12" y="0"/>
                    </a:lnTo>
                    <a:lnTo>
                      <a:pt x="12" y="0"/>
                    </a:lnTo>
                    <a:lnTo>
                      <a:pt x="10" y="2"/>
                    </a:lnTo>
                    <a:lnTo>
                      <a:pt x="6" y="4"/>
                    </a:lnTo>
                    <a:lnTo>
                      <a:pt x="6" y="8"/>
                    </a:lnTo>
                    <a:lnTo>
                      <a:pt x="6" y="8"/>
                    </a:lnTo>
                    <a:lnTo>
                      <a:pt x="6" y="10"/>
                    </a:lnTo>
                    <a:lnTo>
                      <a:pt x="2" y="10"/>
                    </a:lnTo>
                    <a:lnTo>
                      <a:pt x="0" y="10"/>
                    </a:lnTo>
                    <a:lnTo>
                      <a:pt x="0" y="12"/>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1" name="Freeform 201">
                <a:extLst>
                  <a:ext uri="{FF2B5EF4-FFF2-40B4-BE49-F238E27FC236}">
                    <a16:creationId xmlns:a16="http://schemas.microsoft.com/office/drawing/2014/main" id="{2AFCE135-C3D4-0340-A026-BFA80942314F}"/>
                  </a:ext>
                </a:extLst>
              </p:cNvPr>
              <p:cNvSpPr>
                <a:spLocks/>
              </p:cNvSpPr>
              <p:nvPr/>
            </p:nvSpPr>
            <p:spPr bwMode="auto">
              <a:xfrm>
                <a:off x="4022761" y="3710844"/>
                <a:ext cx="93930" cy="64075"/>
              </a:xfrm>
              <a:custGeom>
                <a:avLst/>
                <a:gdLst>
                  <a:gd name="T0" fmla="*/ 2 w 48"/>
                  <a:gd name="T1" fmla="*/ 26 h 32"/>
                  <a:gd name="T2" fmla="*/ 2 w 48"/>
                  <a:gd name="T3" fmla="*/ 26 h 32"/>
                  <a:gd name="T4" fmla="*/ 6 w 48"/>
                  <a:gd name="T5" fmla="*/ 32 h 32"/>
                  <a:gd name="T6" fmla="*/ 6 w 48"/>
                  <a:gd name="T7" fmla="*/ 32 h 32"/>
                  <a:gd name="T8" fmla="*/ 8 w 48"/>
                  <a:gd name="T9" fmla="*/ 32 h 32"/>
                  <a:gd name="T10" fmla="*/ 8 w 48"/>
                  <a:gd name="T11" fmla="*/ 32 h 32"/>
                  <a:gd name="T12" fmla="*/ 12 w 48"/>
                  <a:gd name="T13" fmla="*/ 26 h 32"/>
                  <a:gd name="T14" fmla="*/ 12 w 48"/>
                  <a:gd name="T15" fmla="*/ 26 h 32"/>
                  <a:gd name="T16" fmla="*/ 10 w 48"/>
                  <a:gd name="T17" fmla="*/ 20 h 32"/>
                  <a:gd name="T18" fmla="*/ 10 w 48"/>
                  <a:gd name="T19" fmla="*/ 20 h 32"/>
                  <a:gd name="T20" fmla="*/ 18 w 48"/>
                  <a:gd name="T21" fmla="*/ 22 h 32"/>
                  <a:gd name="T22" fmla="*/ 18 w 48"/>
                  <a:gd name="T23" fmla="*/ 22 h 32"/>
                  <a:gd name="T24" fmla="*/ 20 w 48"/>
                  <a:gd name="T25" fmla="*/ 26 h 32"/>
                  <a:gd name="T26" fmla="*/ 20 w 48"/>
                  <a:gd name="T27" fmla="*/ 26 h 32"/>
                  <a:gd name="T28" fmla="*/ 24 w 48"/>
                  <a:gd name="T29" fmla="*/ 26 h 32"/>
                  <a:gd name="T30" fmla="*/ 28 w 48"/>
                  <a:gd name="T31" fmla="*/ 24 h 32"/>
                  <a:gd name="T32" fmla="*/ 28 w 48"/>
                  <a:gd name="T33" fmla="*/ 20 h 32"/>
                  <a:gd name="T34" fmla="*/ 28 w 48"/>
                  <a:gd name="T35" fmla="*/ 20 h 32"/>
                  <a:gd name="T36" fmla="*/ 34 w 48"/>
                  <a:gd name="T37" fmla="*/ 20 h 32"/>
                  <a:gd name="T38" fmla="*/ 42 w 48"/>
                  <a:gd name="T39" fmla="*/ 22 h 32"/>
                  <a:gd name="T40" fmla="*/ 46 w 48"/>
                  <a:gd name="T41" fmla="*/ 22 h 32"/>
                  <a:gd name="T42" fmla="*/ 48 w 48"/>
                  <a:gd name="T43" fmla="*/ 20 h 32"/>
                  <a:gd name="T44" fmla="*/ 48 w 48"/>
                  <a:gd name="T45" fmla="*/ 18 h 32"/>
                  <a:gd name="T46" fmla="*/ 46 w 48"/>
                  <a:gd name="T47" fmla="*/ 14 h 32"/>
                  <a:gd name="T48" fmla="*/ 46 w 48"/>
                  <a:gd name="T49" fmla="*/ 14 h 32"/>
                  <a:gd name="T50" fmla="*/ 42 w 48"/>
                  <a:gd name="T51" fmla="*/ 12 h 32"/>
                  <a:gd name="T52" fmla="*/ 38 w 48"/>
                  <a:gd name="T53" fmla="*/ 10 h 32"/>
                  <a:gd name="T54" fmla="*/ 38 w 48"/>
                  <a:gd name="T55" fmla="*/ 10 h 32"/>
                  <a:gd name="T56" fmla="*/ 36 w 48"/>
                  <a:gd name="T57" fmla="*/ 10 h 32"/>
                  <a:gd name="T58" fmla="*/ 28 w 48"/>
                  <a:gd name="T59" fmla="*/ 8 h 32"/>
                  <a:gd name="T60" fmla="*/ 28 w 48"/>
                  <a:gd name="T61" fmla="*/ 8 h 32"/>
                  <a:gd name="T62" fmla="*/ 26 w 48"/>
                  <a:gd name="T63" fmla="*/ 6 h 32"/>
                  <a:gd name="T64" fmla="*/ 22 w 48"/>
                  <a:gd name="T65" fmla="*/ 2 h 32"/>
                  <a:gd name="T66" fmla="*/ 22 w 48"/>
                  <a:gd name="T67" fmla="*/ 2 h 32"/>
                  <a:gd name="T68" fmla="*/ 18 w 48"/>
                  <a:gd name="T69" fmla="*/ 2 h 32"/>
                  <a:gd name="T70" fmla="*/ 18 w 48"/>
                  <a:gd name="T71" fmla="*/ 2 h 32"/>
                  <a:gd name="T72" fmla="*/ 16 w 48"/>
                  <a:gd name="T73" fmla="*/ 0 h 32"/>
                  <a:gd name="T74" fmla="*/ 16 w 48"/>
                  <a:gd name="T75" fmla="*/ 0 h 32"/>
                  <a:gd name="T76" fmla="*/ 6 w 48"/>
                  <a:gd name="T77" fmla="*/ 0 h 32"/>
                  <a:gd name="T78" fmla="*/ 6 w 48"/>
                  <a:gd name="T79" fmla="*/ 0 h 32"/>
                  <a:gd name="T80" fmla="*/ 2 w 48"/>
                  <a:gd name="T81" fmla="*/ 2 h 32"/>
                  <a:gd name="T82" fmla="*/ 2 w 48"/>
                  <a:gd name="T83" fmla="*/ 2 h 32"/>
                  <a:gd name="T84" fmla="*/ 0 w 48"/>
                  <a:gd name="T85" fmla="*/ 2 h 32"/>
                  <a:gd name="T86" fmla="*/ 2 w 48"/>
                  <a:gd name="T87" fmla="*/ 12 h 32"/>
                  <a:gd name="T88" fmla="*/ 0 w 48"/>
                  <a:gd name="T89" fmla="*/ 16 h 32"/>
                  <a:gd name="T90" fmla="*/ 0 w 48"/>
                  <a:gd name="T91" fmla="*/ 18 h 32"/>
                  <a:gd name="T92" fmla="*/ 0 w 48"/>
                  <a:gd name="T93" fmla="*/ 18 h 32"/>
                  <a:gd name="T94" fmla="*/ 2 w 48"/>
                  <a:gd name="T95" fmla="*/ 22 h 32"/>
                  <a:gd name="T96" fmla="*/ 2 w 48"/>
                  <a:gd name="T97" fmla="*/ 22 h 32"/>
                  <a:gd name="T98" fmla="*/ 2 w 48"/>
                  <a:gd name="T99" fmla="*/ 26 h 32"/>
                  <a:gd name="T100" fmla="*/ 2 w 48"/>
                  <a:gd name="T101"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 h="32">
                    <a:moveTo>
                      <a:pt x="2" y="26"/>
                    </a:moveTo>
                    <a:lnTo>
                      <a:pt x="2" y="26"/>
                    </a:lnTo>
                    <a:lnTo>
                      <a:pt x="6" y="32"/>
                    </a:lnTo>
                    <a:lnTo>
                      <a:pt x="6" y="32"/>
                    </a:lnTo>
                    <a:lnTo>
                      <a:pt x="8" y="32"/>
                    </a:lnTo>
                    <a:lnTo>
                      <a:pt x="8" y="32"/>
                    </a:lnTo>
                    <a:lnTo>
                      <a:pt x="12" y="26"/>
                    </a:lnTo>
                    <a:lnTo>
                      <a:pt x="12" y="26"/>
                    </a:lnTo>
                    <a:lnTo>
                      <a:pt x="10" y="20"/>
                    </a:lnTo>
                    <a:lnTo>
                      <a:pt x="10" y="20"/>
                    </a:lnTo>
                    <a:lnTo>
                      <a:pt x="18" y="22"/>
                    </a:lnTo>
                    <a:lnTo>
                      <a:pt x="18" y="22"/>
                    </a:lnTo>
                    <a:lnTo>
                      <a:pt x="20" y="26"/>
                    </a:lnTo>
                    <a:lnTo>
                      <a:pt x="20" y="26"/>
                    </a:lnTo>
                    <a:lnTo>
                      <a:pt x="24" y="26"/>
                    </a:lnTo>
                    <a:lnTo>
                      <a:pt x="28" y="24"/>
                    </a:lnTo>
                    <a:lnTo>
                      <a:pt x="28" y="20"/>
                    </a:lnTo>
                    <a:lnTo>
                      <a:pt x="28" y="20"/>
                    </a:lnTo>
                    <a:lnTo>
                      <a:pt x="34" y="20"/>
                    </a:lnTo>
                    <a:lnTo>
                      <a:pt x="42" y="22"/>
                    </a:lnTo>
                    <a:lnTo>
                      <a:pt x="46" y="22"/>
                    </a:lnTo>
                    <a:lnTo>
                      <a:pt x="48" y="20"/>
                    </a:lnTo>
                    <a:lnTo>
                      <a:pt x="48" y="18"/>
                    </a:lnTo>
                    <a:lnTo>
                      <a:pt x="46" y="14"/>
                    </a:lnTo>
                    <a:lnTo>
                      <a:pt x="46" y="14"/>
                    </a:lnTo>
                    <a:lnTo>
                      <a:pt x="42" y="12"/>
                    </a:lnTo>
                    <a:lnTo>
                      <a:pt x="38" y="10"/>
                    </a:lnTo>
                    <a:lnTo>
                      <a:pt x="38" y="10"/>
                    </a:lnTo>
                    <a:lnTo>
                      <a:pt x="36" y="10"/>
                    </a:lnTo>
                    <a:lnTo>
                      <a:pt x="28" y="8"/>
                    </a:lnTo>
                    <a:lnTo>
                      <a:pt x="28" y="8"/>
                    </a:lnTo>
                    <a:lnTo>
                      <a:pt x="26" y="6"/>
                    </a:lnTo>
                    <a:lnTo>
                      <a:pt x="22" y="2"/>
                    </a:lnTo>
                    <a:lnTo>
                      <a:pt x="22" y="2"/>
                    </a:lnTo>
                    <a:lnTo>
                      <a:pt x="18" y="2"/>
                    </a:lnTo>
                    <a:lnTo>
                      <a:pt x="18" y="2"/>
                    </a:lnTo>
                    <a:lnTo>
                      <a:pt x="16" y="0"/>
                    </a:lnTo>
                    <a:lnTo>
                      <a:pt x="16" y="0"/>
                    </a:lnTo>
                    <a:lnTo>
                      <a:pt x="6" y="0"/>
                    </a:lnTo>
                    <a:lnTo>
                      <a:pt x="6" y="0"/>
                    </a:lnTo>
                    <a:lnTo>
                      <a:pt x="2" y="2"/>
                    </a:lnTo>
                    <a:lnTo>
                      <a:pt x="2" y="2"/>
                    </a:lnTo>
                    <a:lnTo>
                      <a:pt x="0" y="2"/>
                    </a:lnTo>
                    <a:lnTo>
                      <a:pt x="2" y="12"/>
                    </a:lnTo>
                    <a:lnTo>
                      <a:pt x="0" y="16"/>
                    </a:lnTo>
                    <a:lnTo>
                      <a:pt x="0" y="18"/>
                    </a:lnTo>
                    <a:lnTo>
                      <a:pt x="0" y="18"/>
                    </a:lnTo>
                    <a:lnTo>
                      <a:pt x="2" y="22"/>
                    </a:lnTo>
                    <a:lnTo>
                      <a:pt x="2" y="22"/>
                    </a:lnTo>
                    <a:lnTo>
                      <a:pt x="2" y="26"/>
                    </a:lnTo>
                    <a:lnTo>
                      <a:pt x="2"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2" name="Freeform 206">
                <a:extLst>
                  <a:ext uri="{FF2B5EF4-FFF2-40B4-BE49-F238E27FC236}">
                    <a16:creationId xmlns:a16="http://schemas.microsoft.com/office/drawing/2014/main" id="{83D54E1D-CE34-0044-AF37-10D93014A2EB}"/>
                  </a:ext>
                </a:extLst>
              </p:cNvPr>
              <p:cNvSpPr>
                <a:spLocks noEditPoints="1"/>
              </p:cNvSpPr>
              <p:nvPr/>
            </p:nvSpPr>
            <p:spPr bwMode="auto">
              <a:xfrm>
                <a:off x="3689996" y="3590703"/>
                <a:ext cx="265512" cy="120141"/>
              </a:xfrm>
              <a:custGeom>
                <a:avLst/>
                <a:gdLst>
                  <a:gd name="T0" fmla="*/ 22 w 136"/>
                  <a:gd name="T1" fmla="*/ 24 h 60"/>
                  <a:gd name="T2" fmla="*/ 24 w 136"/>
                  <a:gd name="T3" fmla="*/ 24 h 60"/>
                  <a:gd name="T4" fmla="*/ 20 w 136"/>
                  <a:gd name="T5" fmla="*/ 30 h 60"/>
                  <a:gd name="T6" fmla="*/ 22 w 136"/>
                  <a:gd name="T7" fmla="*/ 30 h 60"/>
                  <a:gd name="T8" fmla="*/ 28 w 136"/>
                  <a:gd name="T9" fmla="*/ 20 h 60"/>
                  <a:gd name="T10" fmla="*/ 22 w 136"/>
                  <a:gd name="T11" fmla="*/ 18 h 60"/>
                  <a:gd name="T12" fmla="*/ 12 w 136"/>
                  <a:gd name="T13" fmla="*/ 6 h 60"/>
                  <a:gd name="T14" fmla="*/ 4 w 136"/>
                  <a:gd name="T15" fmla="*/ 18 h 60"/>
                  <a:gd name="T16" fmla="*/ 0 w 136"/>
                  <a:gd name="T17" fmla="*/ 20 h 60"/>
                  <a:gd name="T18" fmla="*/ 12 w 136"/>
                  <a:gd name="T19" fmla="*/ 20 h 60"/>
                  <a:gd name="T20" fmla="*/ 16 w 136"/>
                  <a:gd name="T21" fmla="*/ 16 h 60"/>
                  <a:gd name="T22" fmla="*/ 18 w 136"/>
                  <a:gd name="T23" fmla="*/ 12 h 60"/>
                  <a:gd name="T24" fmla="*/ 26 w 136"/>
                  <a:gd name="T25" fmla="*/ 8 h 60"/>
                  <a:gd name="T26" fmla="*/ 38 w 136"/>
                  <a:gd name="T27" fmla="*/ 8 h 60"/>
                  <a:gd name="T28" fmla="*/ 38 w 136"/>
                  <a:gd name="T29" fmla="*/ 12 h 60"/>
                  <a:gd name="T30" fmla="*/ 48 w 136"/>
                  <a:gd name="T31" fmla="*/ 14 h 60"/>
                  <a:gd name="T32" fmla="*/ 56 w 136"/>
                  <a:gd name="T33" fmla="*/ 18 h 60"/>
                  <a:gd name="T34" fmla="*/ 58 w 136"/>
                  <a:gd name="T35" fmla="*/ 24 h 60"/>
                  <a:gd name="T36" fmla="*/ 64 w 136"/>
                  <a:gd name="T37" fmla="*/ 26 h 60"/>
                  <a:gd name="T38" fmla="*/ 66 w 136"/>
                  <a:gd name="T39" fmla="*/ 30 h 60"/>
                  <a:gd name="T40" fmla="*/ 80 w 136"/>
                  <a:gd name="T41" fmla="*/ 28 h 60"/>
                  <a:gd name="T42" fmla="*/ 82 w 136"/>
                  <a:gd name="T43" fmla="*/ 38 h 60"/>
                  <a:gd name="T44" fmla="*/ 98 w 136"/>
                  <a:gd name="T45" fmla="*/ 46 h 60"/>
                  <a:gd name="T46" fmla="*/ 94 w 136"/>
                  <a:gd name="T47" fmla="*/ 54 h 60"/>
                  <a:gd name="T48" fmla="*/ 92 w 136"/>
                  <a:gd name="T49" fmla="*/ 60 h 60"/>
                  <a:gd name="T50" fmla="*/ 126 w 136"/>
                  <a:gd name="T51" fmla="*/ 54 h 60"/>
                  <a:gd name="T52" fmla="*/ 130 w 136"/>
                  <a:gd name="T53" fmla="*/ 56 h 60"/>
                  <a:gd name="T54" fmla="*/ 136 w 136"/>
                  <a:gd name="T55" fmla="*/ 52 h 60"/>
                  <a:gd name="T56" fmla="*/ 136 w 136"/>
                  <a:gd name="T57" fmla="*/ 48 h 60"/>
                  <a:gd name="T58" fmla="*/ 124 w 136"/>
                  <a:gd name="T59" fmla="*/ 46 h 60"/>
                  <a:gd name="T60" fmla="*/ 118 w 136"/>
                  <a:gd name="T61" fmla="*/ 44 h 60"/>
                  <a:gd name="T62" fmla="*/ 108 w 136"/>
                  <a:gd name="T63" fmla="*/ 36 h 60"/>
                  <a:gd name="T64" fmla="*/ 102 w 136"/>
                  <a:gd name="T65" fmla="*/ 30 h 60"/>
                  <a:gd name="T66" fmla="*/ 98 w 136"/>
                  <a:gd name="T67" fmla="*/ 30 h 60"/>
                  <a:gd name="T68" fmla="*/ 96 w 136"/>
                  <a:gd name="T69" fmla="*/ 24 h 60"/>
                  <a:gd name="T70" fmla="*/ 90 w 136"/>
                  <a:gd name="T71" fmla="*/ 20 h 60"/>
                  <a:gd name="T72" fmla="*/ 86 w 136"/>
                  <a:gd name="T73" fmla="*/ 20 h 60"/>
                  <a:gd name="T74" fmla="*/ 78 w 136"/>
                  <a:gd name="T75" fmla="*/ 18 h 60"/>
                  <a:gd name="T76" fmla="*/ 70 w 136"/>
                  <a:gd name="T77" fmla="*/ 14 h 60"/>
                  <a:gd name="T78" fmla="*/ 66 w 136"/>
                  <a:gd name="T79" fmla="*/ 6 h 60"/>
                  <a:gd name="T80" fmla="*/ 42 w 136"/>
                  <a:gd name="T81" fmla="*/ 2 h 60"/>
                  <a:gd name="T82" fmla="*/ 38 w 136"/>
                  <a:gd name="T83" fmla="*/ 4 h 60"/>
                  <a:gd name="T84" fmla="*/ 38 w 136"/>
                  <a:gd name="T85" fmla="*/ 0 h 60"/>
                  <a:gd name="T86" fmla="*/ 22 w 136"/>
                  <a:gd name="T8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60">
                    <a:moveTo>
                      <a:pt x="22" y="18"/>
                    </a:moveTo>
                    <a:lnTo>
                      <a:pt x="22" y="18"/>
                    </a:lnTo>
                    <a:lnTo>
                      <a:pt x="22" y="24"/>
                    </a:lnTo>
                    <a:lnTo>
                      <a:pt x="22" y="24"/>
                    </a:lnTo>
                    <a:lnTo>
                      <a:pt x="24" y="22"/>
                    </a:lnTo>
                    <a:lnTo>
                      <a:pt x="24" y="24"/>
                    </a:lnTo>
                    <a:lnTo>
                      <a:pt x="24" y="26"/>
                    </a:lnTo>
                    <a:lnTo>
                      <a:pt x="20" y="30"/>
                    </a:lnTo>
                    <a:lnTo>
                      <a:pt x="20" y="30"/>
                    </a:lnTo>
                    <a:lnTo>
                      <a:pt x="18" y="30"/>
                    </a:lnTo>
                    <a:lnTo>
                      <a:pt x="20" y="30"/>
                    </a:lnTo>
                    <a:lnTo>
                      <a:pt x="22" y="30"/>
                    </a:lnTo>
                    <a:lnTo>
                      <a:pt x="22" y="30"/>
                    </a:lnTo>
                    <a:lnTo>
                      <a:pt x="28" y="26"/>
                    </a:lnTo>
                    <a:lnTo>
                      <a:pt x="28" y="20"/>
                    </a:lnTo>
                    <a:lnTo>
                      <a:pt x="28" y="20"/>
                    </a:lnTo>
                    <a:lnTo>
                      <a:pt x="22" y="18"/>
                    </a:lnTo>
                    <a:lnTo>
                      <a:pt x="22" y="18"/>
                    </a:lnTo>
                    <a:close/>
                    <a:moveTo>
                      <a:pt x="22" y="0"/>
                    </a:moveTo>
                    <a:lnTo>
                      <a:pt x="22" y="0"/>
                    </a:lnTo>
                    <a:lnTo>
                      <a:pt x="12" y="6"/>
                    </a:lnTo>
                    <a:lnTo>
                      <a:pt x="4" y="14"/>
                    </a:lnTo>
                    <a:lnTo>
                      <a:pt x="4" y="14"/>
                    </a:lnTo>
                    <a:lnTo>
                      <a:pt x="4" y="18"/>
                    </a:lnTo>
                    <a:lnTo>
                      <a:pt x="4" y="18"/>
                    </a:lnTo>
                    <a:lnTo>
                      <a:pt x="0" y="20"/>
                    </a:lnTo>
                    <a:lnTo>
                      <a:pt x="0" y="20"/>
                    </a:lnTo>
                    <a:lnTo>
                      <a:pt x="6" y="22"/>
                    </a:lnTo>
                    <a:lnTo>
                      <a:pt x="12" y="20"/>
                    </a:lnTo>
                    <a:lnTo>
                      <a:pt x="12" y="20"/>
                    </a:lnTo>
                    <a:lnTo>
                      <a:pt x="12" y="16"/>
                    </a:lnTo>
                    <a:lnTo>
                      <a:pt x="12" y="16"/>
                    </a:lnTo>
                    <a:lnTo>
                      <a:pt x="16" y="16"/>
                    </a:lnTo>
                    <a:lnTo>
                      <a:pt x="16" y="16"/>
                    </a:lnTo>
                    <a:lnTo>
                      <a:pt x="16" y="16"/>
                    </a:lnTo>
                    <a:lnTo>
                      <a:pt x="18" y="12"/>
                    </a:lnTo>
                    <a:lnTo>
                      <a:pt x="18" y="12"/>
                    </a:lnTo>
                    <a:lnTo>
                      <a:pt x="22" y="8"/>
                    </a:lnTo>
                    <a:lnTo>
                      <a:pt x="26" y="8"/>
                    </a:lnTo>
                    <a:lnTo>
                      <a:pt x="30" y="6"/>
                    </a:lnTo>
                    <a:lnTo>
                      <a:pt x="30" y="6"/>
                    </a:lnTo>
                    <a:lnTo>
                      <a:pt x="38" y="8"/>
                    </a:lnTo>
                    <a:lnTo>
                      <a:pt x="38" y="8"/>
                    </a:lnTo>
                    <a:lnTo>
                      <a:pt x="38" y="12"/>
                    </a:lnTo>
                    <a:lnTo>
                      <a:pt x="38" y="12"/>
                    </a:lnTo>
                    <a:lnTo>
                      <a:pt x="42" y="14"/>
                    </a:lnTo>
                    <a:lnTo>
                      <a:pt x="48" y="14"/>
                    </a:lnTo>
                    <a:lnTo>
                      <a:pt x="48" y="14"/>
                    </a:lnTo>
                    <a:lnTo>
                      <a:pt x="52" y="18"/>
                    </a:lnTo>
                    <a:lnTo>
                      <a:pt x="52" y="18"/>
                    </a:lnTo>
                    <a:lnTo>
                      <a:pt x="56" y="18"/>
                    </a:lnTo>
                    <a:lnTo>
                      <a:pt x="56" y="18"/>
                    </a:lnTo>
                    <a:lnTo>
                      <a:pt x="56" y="20"/>
                    </a:lnTo>
                    <a:lnTo>
                      <a:pt x="58" y="24"/>
                    </a:lnTo>
                    <a:lnTo>
                      <a:pt x="58" y="24"/>
                    </a:lnTo>
                    <a:lnTo>
                      <a:pt x="60" y="24"/>
                    </a:lnTo>
                    <a:lnTo>
                      <a:pt x="64" y="26"/>
                    </a:lnTo>
                    <a:lnTo>
                      <a:pt x="64" y="26"/>
                    </a:lnTo>
                    <a:lnTo>
                      <a:pt x="66" y="30"/>
                    </a:lnTo>
                    <a:lnTo>
                      <a:pt x="66" y="30"/>
                    </a:lnTo>
                    <a:lnTo>
                      <a:pt x="74" y="30"/>
                    </a:lnTo>
                    <a:lnTo>
                      <a:pt x="80" y="28"/>
                    </a:lnTo>
                    <a:lnTo>
                      <a:pt x="80" y="28"/>
                    </a:lnTo>
                    <a:lnTo>
                      <a:pt x="80" y="34"/>
                    </a:lnTo>
                    <a:lnTo>
                      <a:pt x="80" y="34"/>
                    </a:lnTo>
                    <a:lnTo>
                      <a:pt x="82" y="38"/>
                    </a:lnTo>
                    <a:lnTo>
                      <a:pt x="86" y="42"/>
                    </a:lnTo>
                    <a:lnTo>
                      <a:pt x="98" y="46"/>
                    </a:lnTo>
                    <a:lnTo>
                      <a:pt x="98" y="46"/>
                    </a:lnTo>
                    <a:lnTo>
                      <a:pt x="98" y="50"/>
                    </a:lnTo>
                    <a:lnTo>
                      <a:pt x="98" y="50"/>
                    </a:lnTo>
                    <a:lnTo>
                      <a:pt x="94" y="54"/>
                    </a:lnTo>
                    <a:lnTo>
                      <a:pt x="92" y="56"/>
                    </a:lnTo>
                    <a:lnTo>
                      <a:pt x="92" y="56"/>
                    </a:lnTo>
                    <a:lnTo>
                      <a:pt x="92" y="60"/>
                    </a:lnTo>
                    <a:lnTo>
                      <a:pt x="92" y="60"/>
                    </a:lnTo>
                    <a:lnTo>
                      <a:pt x="110" y="56"/>
                    </a:lnTo>
                    <a:lnTo>
                      <a:pt x="126" y="54"/>
                    </a:lnTo>
                    <a:lnTo>
                      <a:pt x="126" y="54"/>
                    </a:lnTo>
                    <a:lnTo>
                      <a:pt x="128" y="56"/>
                    </a:lnTo>
                    <a:lnTo>
                      <a:pt x="130" y="56"/>
                    </a:lnTo>
                    <a:lnTo>
                      <a:pt x="130" y="56"/>
                    </a:lnTo>
                    <a:lnTo>
                      <a:pt x="136" y="52"/>
                    </a:lnTo>
                    <a:lnTo>
                      <a:pt x="136" y="52"/>
                    </a:lnTo>
                    <a:lnTo>
                      <a:pt x="136" y="50"/>
                    </a:lnTo>
                    <a:lnTo>
                      <a:pt x="136" y="48"/>
                    </a:lnTo>
                    <a:lnTo>
                      <a:pt x="136" y="48"/>
                    </a:lnTo>
                    <a:lnTo>
                      <a:pt x="130" y="44"/>
                    </a:lnTo>
                    <a:lnTo>
                      <a:pt x="130" y="44"/>
                    </a:lnTo>
                    <a:lnTo>
                      <a:pt x="124" y="46"/>
                    </a:lnTo>
                    <a:lnTo>
                      <a:pt x="120" y="46"/>
                    </a:lnTo>
                    <a:lnTo>
                      <a:pt x="118" y="44"/>
                    </a:lnTo>
                    <a:lnTo>
                      <a:pt x="118" y="44"/>
                    </a:lnTo>
                    <a:lnTo>
                      <a:pt x="120" y="36"/>
                    </a:lnTo>
                    <a:lnTo>
                      <a:pt x="120" y="36"/>
                    </a:lnTo>
                    <a:lnTo>
                      <a:pt x="108" y="36"/>
                    </a:lnTo>
                    <a:lnTo>
                      <a:pt x="106" y="34"/>
                    </a:lnTo>
                    <a:lnTo>
                      <a:pt x="102" y="30"/>
                    </a:lnTo>
                    <a:lnTo>
                      <a:pt x="102" y="30"/>
                    </a:lnTo>
                    <a:lnTo>
                      <a:pt x="100" y="30"/>
                    </a:lnTo>
                    <a:lnTo>
                      <a:pt x="98" y="30"/>
                    </a:lnTo>
                    <a:lnTo>
                      <a:pt x="98" y="30"/>
                    </a:lnTo>
                    <a:lnTo>
                      <a:pt x="98" y="26"/>
                    </a:lnTo>
                    <a:lnTo>
                      <a:pt x="96" y="24"/>
                    </a:lnTo>
                    <a:lnTo>
                      <a:pt x="96" y="24"/>
                    </a:lnTo>
                    <a:lnTo>
                      <a:pt x="92" y="22"/>
                    </a:lnTo>
                    <a:lnTo>
                      <a:pt x="90" y="24"/>
                    </a:lnTo>
                    <a:lnTo>
                      <a:pt x="90" y="20"/>
                    </a:lnTo>
                    <a:lnTo>
                      <a:pt x="90" y="20"/>
                    </a:lnTo>
                    <a:lnTo>
                      <a:pt x="86" y="20"/>
                    </a:lnTo>
                    <a:lnTo>
                      <a:pt x="86" y="20"/>
                    </a:lnTo>
                    <a:lnTo>
                      <a:pt x="84" y="18"/>
                    </a:lnTo>
                    <a:lnTo>
                      <a:pt x="84" y="18"/>
                    </a:lnTo>
                    <a:lnTo>
                      <a:pt x="78" y="18"/>
                    </a:lnTo>
                    <a:lnTo>
                      <a:pt x="72" y="16"/>
                    </a:lnTo>
                    <a:lnTo>
                      <a:pt x="72" y="16"/>
                    </a:lnTo>
                    <a:lnTo>
                      <a:pt x="70" y="14"/>
                    </a:lnTo>
                    <a:lnTo>
                      <a:pt x="68" y="12"/>
                    </a:lnTo>
                    <a:lnTo>
                      <a:pt x="66" y="6"/>
                    </a:lnTo>
                    <a:lnTo>
                      <a:pt x="66" y="6"/>
                    </a:lnTo>
                    <a:lnTo>
                      <a:pt x="54" y="4"/>
                    </a:lnTo>
                    <a:lnTo>
                      <a:pt x="42" y="2"/>
                    </a:lnTo>
                    <a:lnTo>
                      <a:pt x="42" y="2"/>
                    </a:lnTo>
                    <a:lnTo>
                      <a:pt x="42" y="4"/>
                    </a:lnTo>
                    <a:lnTo>
                      <a:pt x="40" y="4"/>
                    </a:lnTo>
                    <a:lnTo>
                      <a:pt x="38" y="4"/>
                    </a:lnTo>
                    <a:lnTo>
                      <a:pt x="38" y="4"/>
                    </a:lnTo>
                    <a:lnTo>
                      <a:pt x="38" y="0"/>
                    </a:lnTo>
                    <a:lnTo>
                      <a:pt x="38" y="0"/>
                    </a:lnTo>
                    <a:lnTo>
                      <a:pt x="30" y="0"/>
                    </a:lnTo>
                    <a:lnTo>
                      <a:pt x="22" y="0"/>
                    </a:lnTo>
                    <a:lnTo>
                      <a:pt x="2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3" name="Freeform 254">
                <a:extLst>
                  <a:ext uri="{FF2B5EF4-FFF2-40B4-BE49-F238E27FC236}">
                    <a16:creationId xmlns:a16="http://schemas.microsoft.com/office/drawing/2014/main" id="{0B9E1BBB-C8F9-A147-83DB-B3295242E587}"/>
                  </a:ext>
                </a:extLst>
              </p:cNvPr>
              <p:cNvSpPr>
                <a:spLocks/>
              </p:cNvSpPr>
              <p:nvPr/>
            </p:nvSpPr>
            <p:spPr bwMode="auto">
              <a:xfrm>
                <a:off x="3559948" y="3762905"/>
                <a:ext cx="32512" cy="88104"/>
              </a:xfrm>
              <a:custGeom>
                <a:avLst/>
                <a:gdLst>
                  <a:gd name="T0" fmla="*/ 4 w 16"/>
                  <a:gd name="T1" fmla="*/ 44 h 44"/>
                  <a:gd name="T2" fmla="*/ 4 w 16"/>
                  <a:gd name="T3" fmla="*/ 44 h 44"/>
                  <a:gd name="T4" fmla="*/ 12 w 16"/>
                  <a:gd name="T5" fmla="*/ 32 h 44"/>
                  <a:gd name="T6" fmla="*/ 14 w 16"/>
                  <a:gd name="T7" fmla="*/ 26 h 44"/>
                  <a:gd name="T8" fmla="*/ 14 w 16"/>
                  <a:gd name="T9" fmla="*/ 24 h 44"/>
                  <a:gd name="T10" fmla="*/ 12 w 16"/>
                  <a:gd name="T11" fmla="*/ 22 h 44"/>
                  <a:gd name="T12" fmla="*/ 12 w 16"/>
                  <a:gd name="T13" fmla="*/ 22 h 44"/>
                  <a:gd name="T14" fmla="*/ 16 w 16"/>
                  <a:gd name="T15" fmla="*/ 18 h 44"/>
                  <a:gd name="T16" fmla="*/ 16 w 16"/>
                  <a:gd name="T17" fmla="*/ 18 h 44"/>
                  <a:gd name="T18" fmla="*/ 16 w 16"/>
                  <a:gd name="T19" fmla="*/ 10 h 44"/>
                  <a:gd name="T20" fmla="*/ 16 w 16"/>
                  <a:gd name="T21" fmla="*/ 4 h 44"/>
                  <a:gd name="T22" fmla="*/ 16 w 16"/>
                  <a:gd name="T23" fmla="*/ 4 h 44"/>
                  <a:gd name="T24" fmla="*/ 12 w 16"/>
                  <a:gd name="T25" fmla="*/ 2 h 44"/>
                  <a:gd name="T26" fmla="*/ 12 w 16"/>
                  <a:gd name="T27" fmla="*/ 2 h 44"/>
                  <a:gd name="T28" fmla="*/ 12 w 16"/>
                  <a:gd name="T29" fmla="*/ 2 h 44"/>
                  <a:gd name="T30" fmla="*/ 8 w 16"/>
                  <a:gd name="T31" fmla="*/ 0 h 44"/>
                  <a:gd name="T32" fmla="*/ 8 w 16"/>
                  <a:gd name="T33" fmla="*/ 2 h 44"/>
                  <a:gd name="T34" fmla="*/ 6 w 16"/>
                  <a:gd name="T35" fmla="*/ 4 h 44"/>
                  <a:gd name="T36" fmla="*/ 0 w 16"/>
                  <a:gd name="T37" fmla="*/ 6 h 44"/>
                  <a:gd name="T38" fmla="*/ 0 w 16"/>
                  <a:gd name="T39" fmla="*/ 44 h 44"/>
                  <a:gd name="T40" fmla="*/ 4 w 16"/>
                  <a:gd name="T41"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44">
                    <a:moveTo>
                      <a:pt x="4" y="44"/>
                    </a:moveTo>
                    <a:lnTo>
                      <a:pt x="4" y="44"/>
                    </a:lnTo>
                    <a:lnTo>
                      <a:pt x="12" y="32"/>
                    </a:lnTo>
                    <a:lnTo>
                      <a:pt x="14" y="26"/>
                    </a:lnTo>
                    <a:lnTo>
                      <a:pt x="14" y="24"/>
                    </a:lnTo>
                    <a:lnTo>
                      <a:pt x="12" y="22"/>
                    </a:lnTo>
                    <a:lnTo>
                      <a:pt x="12" y="22"/>
                    </a:lnTo>
                    <a:lnTo>
                      <a:pt x="16" y="18"/>
                    </a:lnTo>
                    <a:lnTo>
                      <a:pt x="16" y="18"/>
                    </a:lnTo>
                    <a:lnTo>
                      <a:pt x="16" y="10"/>
                    </a:lnTo>
                    <a:lnTo>
                      <a:pt x="16" y="4"/>
                    </a:lnTo>
                    <a:lnTo>
                      <a:pt x="16" y="4"/>
                    </a:lnTo>
                    <a:lnTo>
                      <a:pt x="12" y="2"/>
                    </a:lnTo>
                    <a:lnTo>
                      <a:pt x="12" y="2"/>
                    </a:lnTo>
                    <a:lnTo>
                      <a:pt x="12" y="2"/>
                    </a:lnTo>
                    <a:lnTo>
                      <a:pt x="8" y="0"/>
                    </a:lnTo>
                    <a:lnTo>
                      <a:pt x="8" y="2"/>
                    </a:lnTo>
                    <a:lnTo>
                      <a:pt x="6" y="4"/>
                    </a:lnTo>
                    <a:lnTo>
                      <a:pt x="0" y="6"/>
                    </a:lnTo>
                    <a:lnTo>
                      <a:pt x="0" y="44"/>
                    </a:lnTo>
                    <a:lnTo>
                      <a:pt x="4"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4" name="Freeform 208">
                <a:extLst>
                  <a:ext uri="{FF2B5EF4-FFF2-40B4-BE49-F238E27FC236}">
                    <a16:creationId xmlns:a16="http://schemas.microsoft.com/office/drawing/2014/main" id="{4D3EF9D5-3AC5-B44C-A6DE-77268360E192}"/>
                  </a:ext>
                </a:extLst>
              </p:cNvPr>
              <p:cNvSpPr>
                <a:spLocks/>
              </p:cNvSpPr>
              <p:nvPr/>
            </p:nvSpPr>
            <p:spPr bwMode="auto">
              <a:xfrm>
                <a:off x="3646646" y="3995177"/>
                <a:ext cx="93923" cy="108127"/>
              </a:xfrm>
              <a:custGeom>
                <a:avLst/>
                <a:gdLst>
                  <a:gd name="T0" fmla="*/ 16 w 48"/>
                  <a:gd name="T1" fmla="*/ 6 h 54"/>
                  <a:gd name="T2" fmla="*/ 22 w 48"/>
                  <a:gd name="T3" fmla="*/ 6 h 54"/>
                  <a:gd name="T4" fmla="*/ 24 w 48"/>
                  <a:gd name="T5" fmla="*/ 6 h 54"/>
                  <a:gd name="T6" fmla="*/ 26 w 48"/>
                  <a:gd name="T7" fmla="*/ 8 h 54"/>
                  <a:gd name="T8" fmla="*/ 32 w 48"/>
                  <a:gd name="T9" fmla="*/ 8 h 54"/>
                  <a:gd name="T10" fmla="*/ 34 w 48"/>
                  <a:gd name="T11" fmla="*/ 18 h 54"/>
                  <a:gd name="T12" fmla="*/ 40 w 48"/>
                  <a:gd name="T13" fmla="*/ 24 h 54"/>
                  <a:gd name="T14" fmla="*/ 42 w 48"/>
                  <a:gd name="T15" fmla="*/ 32 h 54"/>
                  <a:gd name="T16" fmla="*/ 40 w 48"/>
                  <a:gd name="T17" fmla="*/ 32 h 54"/>
                  <a:gd name="T18" fmla="*/ 40 w 48"/>
                  <a:gd name="T19" fmla="*/ 38 h 54"/>
                  <a:gd name="T20" fmla="*/ 38 w 48"/>
                  <a:gd name="T21" fmla="*/ 42 h 54"/>
                  <a:gd name="T22" fmla="*/ 42 w 48"/>
                  <a:gd name="T23" fmla="*/ 46 h 54"/>
                  <a:gd name="T24" fmla="*/ 42 w 48"/>
                  <a:gd name="T25" fmla="*/ 48 h 54"/>
                  <a:gd name="T26" fmla="*/ 38 w 48"/>
                  <a:gd name="T27" fmla="*/ 46 h 54"/>
                  <a:gd name="T28" fmla="*/ 34 w 48"/>
                  <a:gd name="T29" fmla="*/ 46 h 54"/>
                  <a:gd name="T30" fmla="*/ 34 w 48"/>
                  <a:gd name="T31" fmla="*/ 52 h 54"/>
                  <a:gd name="T32" fmla="*/ 30 w 48"/>
                  <a:gd name="T33" fmla="*/ 46 h 54"/>
                  <a:gd name="T34" fmla="*/ 32 w 48"/>
                  <a:gd name="T35" fmla="*/ 38 h 54"/>
                  <a:gd name="T36" fmla="*/ 24 w 48"/>
                  <a:gd name="T37" fmla="*/ 34 h 54"/>
                  <a:gd name="T38" fmla="*/ 24 w 48"/>
                  <a:gd name="T39" fmla="*/ 34 h 54"/>
                  <a:gd name="T40" fmla="*/ 20 w 48"/>
                  <a:gd name="T41" fmla="*/ 34 h 54"/>
                  <a:gd name="T42" fmla="*/ 18 w 48"/>
                  <a:gd name="T43" fmla="*/ 26 h 54"/>
                  <a:gd name="T44" fmla="*/ 14 w 48"/>
                  <a:gd name="T45" fmla="*/ 24 h 54"/>
                  <a:gd name="T46" fmla="*/ 12 w 48"/>
                  <a:gd name="T47" fmla="*/ 24 h 54"/>
                  <a:gd name="T48" fmla="*/ 14 w 48"/>
                  <a:gd name="T49" fmla="*/ 28 h 54"/>
                  <a:gd name="T50" fmla="*/ 12 w 48"/>
                  <a:gd name="T51" fmla="*/ 32 h 54"/>
                  <a:gd name="T52" fmla="*/ 8 w 48"/>
                  <a:gd name="T53" fmla="*/ 32 h 54"/>
                  <a:gd name="T54" fmla="*/ 6 w 48"/>
                  <a:gd name="T55" fmla="*/ 28 h 54"/>
                  <a:gd name="T56" fmla="*/ 2 w 48"/>
                  <a:gd name="T57" fmla="*/ 26 h 54"/>
                  <a:gd name="T58" fmla="*/ 2 w 48"/>
                  <a:gd name="T59" fmla="*/ 18 h 54"/>
                  <a:gd name="T60" fmla="*/ 6 w 48"/>
                  <a:gd name="T61" fmla="*/ 16 h 54"/>
                  <a:gd name="T62" fmla="*/ 4 w 48"/>
                  <a:gd name="T63" fmla="*/ 14 h 54"/>
                  <a:gd name="T64" fmla="*/ 4 w 48"/>
                  <a:gd name="T65" fmla="*/ 14 h 54"/>
                  <a:gd name="T66" fmla="*/ 2 w 48"/>
                  <a:gd name="T67" fmla="*/ 4 h 54"/>
                  <a:gd name="T68" fmla="*/ 0 w 48"/>
                  <a:gd name="T69" fmla="*/ 2 h 54"/>
                  <a:gd name="T70" fmla="*/ 2 w 48"/>
                  <a:gd name="T71" fmla="*/ 0 h 54"/>
                  <a:gd name="T72" fmla="*/ 6 w 48"/>
                  <a:gd name="T73" fmla="*/ 2 h 54"/>
                  <a:gd name="T74" fmla="*/ 16 w 48"/>
                  <a:gd name="T75" fmla="*/ 6 h 54"/>
                  <a:gd name="T76" fmla="*/ 16 w 48"/>
                  <a:gd name="T77"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 h="54">
                    <a:moveTo>
                      <a:pt x="16" y="6"/>
                    </a:moveTo>
                    <a:lnTo>
                      <a:pt x="16" y="6"/>
                    </a:lnTo>
                    <a:lnTo>
                      <a:pt x="20" y="6"/>
                    </a:lnTo>
                    <a:lnTo>
                      <a:pt x="22" y="6"/>
                    </a:lnTo>
                    <a:lnTo>
                      <a:pt x="22" y="6"/>
                    </a:lnTo>
                    <a:lnTo>
                      <a:pt x="24" y="6"/>
                    </a:lnTo>
                    <a:lnTo>
                      <a:pt x="26" y="8"/>
                    </a:lnTo>
                    <a:lnTo>
                      <a:pt x="26" y="8"/>
                    </a:lnTo>
                    <a:lnTo>
                      <a:pt x="32" y="8"/>
                    </a:lnTo>
                    <a:lnTo>
                      <a:pt x="32" y="8"/>
                    </a:lnTo>
                    <a:lnTo>
                      <a:pt x="32" y="14"/>
                    </a:lnTo>
                    <a:lnTo>
                      <a:pt x="34" y="18"/>
                    </a:lnTo>
                    <a:lnTo>
                      <a:pt x="34" y="18"/>
                    </a:lnTo>
                    <a:lnTo>
                      <a:pt x="40" y="24"/>
                    </a:lnTo>
                    <a:lnTo>
                      <a:pt x="48" y="30"/>
                    </a:lnTo>
                    <a:lnTo>
                      <a:pt x="42" y="32"/>
                    </a:lnTo>
                    <a:lnTo>
                      <a:pt x="40" y="32"/>
                    </a:lnTo>
                    <a:lnTo>
                      <a:pt x="40" y="32"/>
                    </a:lnTo>
                    <a:lnTo>
                      <a:pt x="40" y="34"/>
                    </a:lnTo>
                    <a:lnTo>
                      <a:pt x="40" y="38"/>
                    </a:lnTo>
                    <a:lnTo>
                      <a:pt x="40" y="38"/>
                    </a:lnTo>
                    <a:lnTo>
                      <a:pt x="38" y="42"/>
                    </a:lnTo>
                    <a:lnTo>
                      <a:pt x="40" y="44"/>
                    </a:lnTo>
                    <a:lnTo>
                      <a:pt x="42" y="46"/>
                    </a:lnTo>
                    <a:lnTo>
                      <a:pt x="42" y="48"/>
                    </a:lnTo>
                    <a:lnTo>
                      <a:pt x="42" y="48"/>
                    </a:lnTo>
                    <a:lnTo>
                      <a:pt x="40" y="54"/>
                    </a:lnTo>
                    <a:lnTo>
                      <a:pt x="38" y="46"/>
                    </a:lnTo>
                    <a:lnTo>
                      <a:pt x="38" y="46"/>
                    </a:lnTo>
                    <a:lnTo>
                      <a:pt x="34" y="46"/>
                    </a:lnTo>
                    <a:lnTo>
                      <a:pt x="34" y="46"/>
                    </a:lnTo>
                    <a:lnTo>
                      <a:pt x="34" y="52"/>
                    </a:lnTo>
                    <a:lnTo>
                      <a:pt x="34" y="52"/>
                    </a:lnTo>
                    <a:lnTo>
                      <a:pt x="30" y="46"/>
                    </a:lnTo>
                    <a:lnTo>
                      <a:pt x="32" y="38"/>
                    </a:lnTo>
                    <a:lnTo>
                      <a:pt x="32" y="38"/>
                    </a:lnTo>
                    <a:lnTo>
                      <a:pt x="24" y="34"/>
                    </a:lnTo>
                    <a:lnTo>
                      <a:pt x="24" y="34"/>
                    </a:lnTo>
                    <a:lnTo>
                      <a:pt x="24" y="34"/>
                    </a:lnTo>
                    <a:lnTo>
                      <a:pt x="24" y="34"/>
                    </a:lnTo>
                    <a:lnTo>
                      <a:pt x="20" y="34"/>
                    </a:lnTo>
                    <a:lnTo>
                      <a:pt x="20" y="34"/>
                    </a:lnTo>
                    <a:lnTo>
                      <a:pt x="20" y="30"/>
                    </a:lnTo>
                    <a:lnTo>
                      <a:pt x="18" y="26"/>
                    </a:lnTo>
                    <a:lnTo>
                      <a:pt x="18" y="26"/>
                    </a:lnTo>
                    <a:lnTo>
                      <a:pt x="14" y="24"/>
                    </a:lnTo>
                    <a:lnTo>
                      <a:pt x="12" y="24"/>
                    </a:lnTo>
                    <a:lnTo>
                      <a:pt x="12" y="24"/>
                    </a:lnTo>
                    <a:lnTo>
                      <a:pt x="14" y="28"/>
                    </a:lnTo>
                    <a:lnTo>
                      <a:pt x="14" y="28"/>
                    </a:lnTo>
                    <a:lnTo>
                      <a:pt x="12" y="30"/>
                    </a:lnTo>
                    <a:lnTo>
                      <a:pt x="12" y="32"/>
                    </a:lnTo>
                    <a:lnTo>
                      <a:pt x="12" y="32"/>
                    </a:lnTo>
                    <a:lnTo>
                      <a:pt x="8" y="32"/>
                    </a:lnTo>
                    <a:lnTo>
                      <a:pt x="8" y="32"/>
                    </a:lnTo>
                    <a:lnTo>
                      <a:pt x="6" y="28"/>
                    </a:lnTo>
                    <a:lnTo>
                      <a:pt x="6" y="28"/>
                    </a:lnTo>
                    <a:lnTo>
                      <a:pt x="2" y="26"/>
                    </a:lnTo>
                    <a:lnTo>
                      <a:pt x="2" y="26"/>
                    </a:lnTo>
                    <a:lnTo>
                      <a:pt x="2" y="18"/>
                    </a:lnTo>
                    <a:lnTo>
                      <a:pt x="2" y="18"/>
                    </a:lnTo>
                    <a:lnTo>
                      <a:pt x="6" y="16"/>
                    </a:lnTo>
                    <a:lnTo>
                      <a:pt x="6" y="16"/>
                    </a:lnTo>
                    <a:lnTo>
                      <a:pt x="4" y="14"/>
                    </a:lnTo>
                    <a:lnTo>
                      <a:pt x="4" y="14"/>
                    </a:lnTo>
                    <a:lnTo>
                      <a:pt x="4" y="14"/>
                    </a:lnTo>
                    <a:lnTo>
                      <a:pt x="4" y="10"/>
                    </a:lnTo>
                    <a:lnTo>
                      <a:pt x="2" y="4"/>
                    </a:lnTo>
                    <a:lnTo>
                      <a:pt x="2" y="4"/>
                    </a:lnTo>
                    <a:lnTo>
                      <a:pt x="0" y="2"/>
                    </a:lnTo>
                    <a:lnTo>
                      <a:pt x="0" y="2"/>
                    </a:lnTo>
                    <a:lnTo>
                      <a:pt x="2" y="0"/>
                    </a:lnTo>
                    <a:lnTo>
                      <a:pt x="6" y="2"/>
                    </a:lnTo>
                    <a:lnTo>
                      <a:pt x="6" y="2"/>
                    </a:lnTo>
                    <a:lnTo>
                      <a:pt x="8" y="4"/>
                    </a:lnTo>
                    <a:lnTo>
                      <a:pt x="16" y="6"/>
                    </a:lnTo>
                    <a:lnTo>
                      <a:pt x="16" y="6"/>
                    </a:lnTo>
                    <a:lnTo>
                      <a:pt x="16" y="6"/>
                    </a:lnTo>
                    <a:lnTo>
                      <a:pt x="16"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05" name="Group 604">
              <a:extLst>
                <a:ext uri="{FF2B5EF4-FFF2-40B4-BE49-F238E27FC236}">
                  <a16:creationId xmlns:a16="http://schemas.microsoft.com/office/drawing/2014/main" id="{BC25A197-ECE2-8B44-BB9D-2A4BE5171497}"/>
                </a:ext>
              </a:extLst>
            </p:cNvPr>
            <p:cNvGrpSpPr/>
            <p:nvPr/>
          </p:nvGrpSpPr>
          <p:grpSpPr>
            <a:xfrm>
              <a:off x="3161140" y="3721157"/>
              <a:ext cx="1479023" cy="2899252"/>
              <a:chOff x="3764450" y="3971150"/>
              <a:chExt cx="1227818" cy="2406827"/>
            </a:xfrm>
            <a:solidFill>
              <a:schemeClr val="accent1"/>
            </a:solidFill>
          </p:grpSpPr>
          <p:sp>
            <p:nvSpPr>
              <p:cNvPr id="606" name="Freeform 295">
                <a:extLst>
                  <a:ext uri="{FF2B5EF4-FFF2-40B4-BE49-F238E27FC236}">
                    <a16:creationId xmlns:a16="http://schemas.microsoft.com/office/drawing/2014/main" id="{F5F6A0C6-EFFA-5B42-876C-312D5225EABF}"/>
                  </a:ext>
                </a:extLst>
              </p:cNvPr>
              <p:cNvSpPr>
                <a:spLocks/>
              </p:cNvSpPr>
              <p:nvPr/>
            </p:nvSpPr>
            <p:spPr bwMode="auto">
              <a:xfrm>
                <a:off x="3967968" y="3983164"/>
                <a:ext cx="356155" cy="388457"/>
              </a:xfrm>
              <a:custGeom>
                <a:avLst/>
                <a:gdLst>
                  <a:gd name="T0" fmla="*/ 8 w 182"/>
                  <a:gd name="T1" fmla="*/ 30 h 194"/>
                  <a:gd name="T2" fmla="*/ 2 w 182"/>
                  <a:gd name="T3" fmla="*/ 40 h 194"/>
                  <a:gd name="T4" fmla="*/ 0 w 182"/>
                  <a:gd name="T5" fmla="*/ 56 h 194"/>
                  <a:gd name="T6" fmla="*/ 14 w 182"/>
                  <a:gd name="T7" fmla="*/ 68 h 194"/>
                  <a:gd name="T8" fmla="*/ 12 w 182"/>
                  <a:gd name="T9" fmla="*/ 76 h 194"/>
                  <a:gd name="T10" fmla="*/ 28 w 182"/>
                  <a:gd name="T11" fmla="*/ 92 h 194"/>
                  <a:gd name="T12" fmla="*/ 44 w 182"/>
                  <a:gd name="T13" fmla="*/ 92 h 194"/>
                  <a:gd name="T14" fmla="*/ 64 w 182"/>
                  <a:gd name="T15" fmla="*/ 104 h 194"/>
                  <a:gd name="T16" fmla="*/ 70 w 182"/>
                  <a:gd name="T17" fmla="*/ 116 h 194"/>
                  <a:gd name="T18" fmla="*/ 72 w 182"/>
                  <a:gd name="T19" fmla="*/ 128 h 194"/>
                  <a:gd name="T20" fmla="*/ 84 w 182"/>
                  <a:gd name="T21" fmla="*/ 140 h 194"/>
                  <a:gd name="T22" fmla="*/ 94 w 182"/>
                  <a:gd name="T23" fmla="*/ 158 h 194"/>
                  <a:gd name="T24" fmla="*/ 88 w 182"/>
                  <a:gd name="T25" fmla="*/ 172 h 194"/>
                  <a:gd name="T26" fmla="*/ 92 w 182"/>
                  <a:gd name="T27" fmla="*/ 176 h 194"/>
                  <a:gd name="T28" fmla="*/ 102 w 182"/>
                  <a:gd name="T29" fmla="*/ 194 h 194"/>
                  <a:gd name="T30" fmla="*/ 114 w 182"/>
                  <a:gd name="T31" fmla="*/ 186 h 194"/>
                  <a:gd name="T32" fmla="*/ 124 w 182"/>
                  <a:gd name="T33" fmla="*/ 180 h 194"/>
                  <a:gd name="T34" fmla="*/ 132 w 182"/>
                  <a:gd name="T35" fmla="*/ 172 h 194"/>
                  <a:gd name="T36" fmla="*/ 136 w 182"/>
                  <a:gd name="T37" fmla="*/ 166 h 194"/>
                  <a:gd name="T38" fmla="*/ 122 w 182"/>
                  <a:gd name="T39" fmla="*/ 166 h 194"/>
                  <a:gd name="T40" fmla="*/ 118 w 182"/>
                  <a:gd name="T41" fmla="*/ 156 h 194"/>
                  <a:gd name="T42" fmla="*/ 114 w 182"/>
                  <a:gd name="T43" fmla="*/ 138 h 194"/>
                  <a:gd name="T44" fmla="*/ 114 w 182"/>
                  <a:gd name="T45" fmla="*/ 134 h 194"/>
                  <a:gd name="T46" fmla="*/ 128 w 182"/>
                  <a:gd name="T47" fmla="*/ 136 h 194"/>
                  <a:gd name="T48" fmla="*/ 140 w 182"/>
                  <a:gd name="T49" fmla="*/ 140 h 194"/>
                  <a:gd name="T50" fmla="*/ 142 w 182"/>
                  <a:gd name="T51" fmla="*/ 134 h 194"/>
                  <a:gd name="T52" fmla="*/ 154 w 182"/>
                  <a:gd name="T53" fmla="*/ 136 h 194"/>
                  <a:gd name="T54" fmla="*/ 160 w 182"/>
                  <a:gd name="T55" fmla="*/ 128 h 194"/>
                  <a:gd name="T56" fmla="*/ 170 w 182"/>
                  <a:gd name="T57" fmla="*/ 120 h 194"/>
                  <a:gd name="T58" fmla="*/ 164 w 182"/>
                  <a:gd name="T59" fmla="*/ 92 h 194"/>
                  <a:gd name="T60" fmla="*/ 174 w 182"/>
                  <a:gd name="T61" fmla="*/ 88 h 194"/>
                  <a:gd name="T62" fmla="*/ 172 w 182"/>
                  <a:gd name="T63" fmla="*/ 82 h 194"/>
                  <a:gd name="T64" fmla="*/ 166 w 182"/>
                  <a:gd name="T65" fmla="*/ 72 h 194"/>
                  <a:gd name="T66" fmla="*/ 178 w 182"/>
                  <a:gd name="T67" fmla="*/ 66 h 194"/>
                  <a:gd name="T68" fmla="*/ 182 w 182"/>
                  <a:gd name="T69" fmla="*/ 56 h 194"/>
                  <a:gd name="T70" fmla="*/ 172 w 182"/>
                  <a:gd name="T71" fmla="*/ 56 h 194"/>
                  <a:gd name="T72" fmla="*/ 150 w 182"/>
                  <a:gd name="T73" fmla="*/ 60 h 194"/>
                  <a:gd name="T74" fmla="*/ 168 w 182"/>
                  <a:gd name="T75" fmla="*/ 52 h 194"/>
                  <a:gd name="T76" fmla="*/ 170 w 182"/>
                  <a:gd name="T77" fmla="*/ 40 h 194"/>
                  <a:gd name="T78" fmla="*/ 164 w 182"/>
                  <a:gd name="T79" fmla="*/ 40 h 194"/>
                  <a:gd name="T80" fmla="*/ 156 w 182"/>
                  <a:gd name="T81" fmla="*/ 34 h 194"/>
                  <a:gd name="T82" fmla="*/ 148 w 182"/>
                  <a:gd name="T83" fmla="*/ 32 h 194"/>
                  <a:gd name="T84" fmla="*/ 154 w 182"/>
                  <a:gd name="T85" fmla="*/ 26 h 194"/>
                  <a:gd name="T86" fmla="*/ 134 w 182"/>
                  <a:gd name="T87" fmla="*/ 22 h 194"/>
                  <a:gd name="T88" fmla="*/ 130 w 182"/>
                  <a:gd name="T89" fmla="*/ 26 h 194"/>
                  <a:gd name="T90" fmla="*/ 116 w 182"/>
                  <a:gd name="T91" fmla="*/ 32 h 194"/>
                  <a:gd name="T92" fmla="*/ 102 w 182"/>
                  <a:gd name="T93" fmla="*/ 26 h 194"/>
                  <a:gd name="T94" fmla="*/ 80 w 182"/>
                  <a:gd name="T95" fmla="*/ 24 h 194"/>
                  <a:gd name="T96" fmla="*/ 72 w 182"/>
                  <a:gd name="T97" fmla="*/ 24 h 194"/>
                  <a:gd name="T98" fmla="*/ 70 w 182"/>
                  <a:gd name="T99" fmla="*/ 12 h 194"/>
                  <a:gd name="T100" fmla="*/ 60 w 182"/>
                  <a:gd name="T101" fmla="*/ 10 h 194"/>
                  <a:gd name="T102" fmla="*/ 50 w 182"/>
                  <a:gd name="T103" fmla="*/ 0 h 194"/>
                  <a:gd name="T104" fmla="*/ 46 w 182"/>
                  <a:gd name="T105" fmla="*/ 6 h 194"/>
                  <a:gd name="T106" fmla="*/ 42 w 182"/>
                  <a:gd name="T107" fmla="*/ 14 h 194"/>
                  <a:gd name="T108" fmla="*/ 34 w 182"/>
                  <a:gd name="T109" fmla="*/ 30 h 194"/>
                  <a:gd name="T110" fmla="*/ 36 w 182"/>
                  <a:gd name="T111" fmla="*/ 36 h 194"/>
                  <a:gd name="T112" fmla="*/ 28 w 182"/>
                  <a:gd name="T113" fmla="*/ 50 h 194"/>
                  <a:gd name="T114" fmla="*/ 24 w 182"/>
                  <a:gd name="T115" fmla="*/ 40 h 194"/>
                  <a:gd name="T116" fmla="*/ 30 w 182"/>
                  <a:gd name="T117" fmla="*/ 26 h 194"/>
                  <a:gd name="T118" fmla="*/ 26 w 182"/>
                  <a:gd name="T119" fmla="*/ 20 h 194"/>
                  <a:gd name="T120" fmla="*/ 26 w 182"/>
                  <a:gd name="T121" fmla="*/ 14 h 194"/>
                  <a:gd name="T122" fmla="*/ 22 w 182"/>
                  <a:gd name="T123" fmla="*/ 12 h 194"/>
                  <a:gd name="T124" fmla="*/ 28 w 182"/>
                  <a:gd name="T125" fmla="*/ 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2" h="194">
                    <a:moveTo>
                      <a:pt x="28" y="4"/>
                    </a:moveTo>
                    <a:lnTo>
                      <a:pt x="28" y="4"/>
                    </a:lnTo>
                    <a:lnTo>
                      <a:pt x="20" y="6"/>
                    </a:lnTo>
                    <a:lnTo>
                      <a:pt x="14" y="16"/>
                    </a:lnTo>
                    <a:lnTo>
                      <a:pt x="8" y="30"/>
                    </a:lnTo>
                    <a:lnTo>
                      <a:pt x="2" y="32"/>
                    </a:lnTo>
                    <a:lnTo>
                      <a:pt x="2" y="32"/>
                    </a:lnTo>
                    <a:lnTo>
                      <a:pt x="4" y="34"/>
                    </a:lnTo>
                    <a:lnTo>
                      <a:pt x="2" y="40"/>
                    </a:lnTo>
                    <a:lnTo>
                      <a:pt x="2" y="40"/>
                    </a:lnTo>
                    <a:lnTo>
                      <a:pt x="2" y="46"/>
                    </a:lnTo>
                    <a:lnTo>
                      <a:pt x="2" y="48"/>
                    </a:lnTo>
                    <a:lnTo>
                      <a:pt x="0" y="52"/>
                    </a:lnTo>
                    <a:lnTo>
                      <a:pt x="0" y="52"/>
                    </a:lnTo>
                    <a:lnTo>
                      <a:pt x="0" y="56"/>
                    </a:lnTo>
                    <a:lnTo>
                      <a:pt x="0" y="58"/>
                    </a:lnTo>
                    <a:lnTo>
                      <a:pt x="2" y="58"/>
                    </a:lnTo>
                    <a:lnTo>
                      <a:pt x="8" y="56"/>
                    </a:lnTo>
                    <a:lnTo>
                      <a:pt x="14" y="68"/>
                    </a:lnTo>
                    <a:lnTo>
                      <a:pt x="14" y="68"/>
                    </a:lnTo>
                    <a:lnTo>
                      <a:pt x="12" y="70"/>
                    </a:lnTo>
                    <a:lnTo>
                      <a:pt x="10" y="70"/>
                    </a:lnTo>
                    <a:lnTo>
                      <a:pt x="10" y="72"/>
                    </a:lnTo>
                    <a:lnTo>
                      <a:pt x="10" y="72"/>
                    </a:lnTo>
                    <a:lnTo>
                      <a:pt x="12" y="76"/>
                    </a:lnTo>
                    <a:lnTo>
                      <a:pt x="16" y="82"/>
                    </a:lnTo>
                    <a:lnTo>
                      <a:pt x="16" y="82"/>
                    </a:lnTo>
                    <a:lnTo>
                      <a:pt x="18" y="88"/>
                    </a:lnTo>
                    <a:lnTo>
                      <a:pt x="18" y="90"/>
                    </a:lnTo>
                    <a:lnTo>
                      <a:pt x="28" y="92"/>
                    </a:lnTo>
                    <a:lnTo>
                      <a:pt x="28" y="92"/>
                    </a:lnTo>
                    <a:lnTo>
                      <a:pt x="32" y="92"/>
                    </a:lnTo>
                    <a:lnTo>
                      <a:pt x="38" y="92"/>
                    </a:lnTo>
                    <a:lnTo>
                      <a:pt x="38" y="92"/>
                    </a:lnTo>
                    <a:lnTo>
                      <a:pt x="44" y="92"/>
                    </a:lnTo>
                    <a:lnTo>
                      <a:pt x="48" y="94"/>
                    </a:lnTo>
                    <a:lnTo>
                      <a:pt x="48" y="94"/>
                    </a:lnTo>
                    <a:lnTo>
                      <a:pt x="54" y="106"/>
                    </a:lnTo>
                    <a:lnTo>
                      <a:pt x="54" y="106"/>
                    </a:lnTo>
                    <a:lnTo>
                      <a:pt x="64" y="104"/>
                    </a:lnTo>
                    <a:lnTo>
                      <a:pt x="64" y="104"/>
                    </a:lnTo>
                    <a:lnTo>
                      <a:pt x="72" y="106"/>
                    </a:lnTo>
                    <a:lnTo>
                      <a:pt x="72" y="114"/>
                    </a:lnTo>
                    <a:lnTo>
                      <a:pt x="72" y="114"/>
                    </a:lnTo>
                    <a:lnTo>
                      <a:pt x="70" y="116"/>
                    </a:lnTo>
                    <a:lnTo>
                      <a:pt x="68" y="118"/>
                    </a:lnTo>
                    <a:lnTo>
                      <a:pt x="70" y="122"/>
                    </a:lnTo>
                    <a:lnTo>
                      <a:pt x="70" y="122"/>
                    </a:lnTo>
                    <a:lnTo>
                      <a:pt x="70" y="126"/>
                    </a:lnTo>
                    <a:lnTo>
                      <a:pt x="72" y="128"/>
                    </a:lnTo>
                    <a:lnTo>
                      <a:pt x="76" y="132"/>
                    </a:lnTo>
                    <a:lnTo>
                      <a:pt x="76" y="132"/>
                    </a:lnTo>
                    <a:lnTo>
                      <a:pt x="80" y="136"/>
                    </a:lnTo>
                    <a:lnTo>
                      <a:pt x="84" y="140"/>
                    </a:lnTo>
                    <a:lnTo>
                      <a:pt x="84" y="140"/>
                    </a:lnTo>
                    <a:lnTo>
                      <a:pt x="90" y="146"/>
                    </a:lnTo>
                    <a:lnTo>
                      <a:pt x="96" y="148"/>
                    </a:lnTo>
                    <a:lnTo>
                      <a:pt x="96" y="148"/>
                    </a:lnTo>
                    <a:lnTo>
                      <a:pt x="94" y="158"/>
                    </a:lnTo>
                    <a:lnTo>
                      <a:pt x="94" y="158"/>
                    </a:lnTo>
                    <a:lnTo>
                      <a:pt x="90" y="164"/>
                    </a:lnTo>
                    <a:lnTo>
                      <a:pt x="88" y="166"/>
                    </a:lnTo>
                    <a:lnTo>
                      <a:pt x="88" y="166"/>
                    </a:lnTo>
                    <a:lnTo>
                      <a:pt x="86" y="170"/>
                    </a:lnTo>
                    <a:lnTo>
                      <a:pt x="88" y="172"/>
                    </a:lnTo>
                    <a:lnTo>
                      <a:pt x="90" y="172"/>
                    </a:lnTo>
                    <a:lnTo>
                      <a:pt x="90" y="172"/>
                    </a:lnTo>
                    <a:lnTo>
                      <a:pt x="92" y="170"/>
                    </a:lnTo>
                    <a:lnTo>
                      <a:pt x="92" y="170"/>
                    </a:lnTo>
                    <a:lnTo>
                      <a:pt x="92" y="176"/>
                    </a:lnTo>
                    <a:lnTo>
                      <a:pt x="92" y="176"/>
                    </a:lnTo>
                    <a:lnTo>
                      <a:pt x="96" y="180"/>
                    </a:lnTo>
                    <a:lnTo>
                      <a:pt x="94" y="188"/>
                    </a:lnTo>
                    <a:lnTo>
                      <a:pt x="102" y="194"/>
                    </a:lnTo>
                    <a:lnTo>
                      <a:pt x="102" y="194"/>
                    </a:lnTo>
                    <a:lnTo>
                      <a:pt x="104" y="192"/>
                    </a:lnTo>
                    <a:lnTo>
                      <a:pt x="110" y="190"/>
                    </a:lnTo>
                    <a:lnTo>
                      <a:pt x="110" y="190"/>
                    </a:lnTo>
                    <a:lnTo>
                      <a:pt x="112" y="188"/>
                    </a:lnTo>
                    <a:lnTo>
                      <a:pt x="114" y="186"/>
                    </a:lnTo>
                    <a:lnTo>
                      <a:pt x="116" y="184"/>
                    </a:lnTo>
                    <a:lnTo>
                      <a:pt x="118" y="184"/>
                    </a:lnTo>
                    <a:lnTo>
                      <a:pt x="118" y="184"/>
                    </a:lnTo>
                    <a:lnTo>
                      <a:pt x="122" y="182"/>
                    </a:lnTo>
                    <a:lnTo>
                      <a:pt x="124" y="180"/>
                    </a:lnTo>
                    <a:lnTo>
                      <a:pt x="124" y="180"/>
                    </a:lnTo>
                    <a:lnTo>
                      <a:pt x="126" y="178"/>
                    </a:lnTo>
                    <a:lnTo>
                      <a:pt x="128" y="176"/>
                    </a:lnTo>
                    <a:lnTo>
                      <a:pt x="130" y="172"/>
                    </a:lnTo>
                    <a:lnTo>
                      <a:pt x="132" y="172"/>
                    </a:lnTo>
                    <a:lnTo>
                      <a:pt x="132" y="172"/>
                    </a:lnTo>
                    <a:lnTo>
                      <a:pt x="136" y="170"/>
                    </a:lnTo>
                    <a:lnTo>
                      <a:pt x="138" y="170"/>
                    </a:lnTo>
                    <a:lnTo>
                      <a:pt x="138" y="170"/>
                    </a:lnTo>
                    <a:lnTo>
                      <a:pt x="136" y="166"/>
                    </a:lnTo>
                    <a:lnTo>
                      <a:pt x="134" y="166"/>
                    </a:lnTo>
                    <a:lnTo>
                      <a:pt x="132" y="164"/>
                    </a:lnTo>
                    <a:lnTo>
                      <a:pt x="132" y="164"/>
                    </a:lnTo>
                    <a:lnTo>
                      <a:pt x="126" y="166"/>
                    </a:lnTo>
                    <a:lnTo>
                      <a:pt x="122" y="166"/>
                    </a:lnTo>
                    <a:lnTo>
                      <a:pt x="122" y="166"/>
                    </a:lnTo>
                    <a:lnTo>
                      <a:pt x="120" y="164"/>
                    </a:lnTo>
                    <a:lnTo>
                      <a:pt x="118" y="162"/>
                    </a:lnTo>
                    <a:lnTo>
                      <a:pt x="118" y="162"/>
                    </a:lnTo>
                    <a:lnTo>
                      <a:pt x="118" y="156"/>
                    </a:lnTo>
                    <a:lnTo>
                      <a:pt x="118" y="150"/>
                    </a:lnTo>
                    <a:lnTo>
                      <a:pt x="118" y="150"/>
                    </a:lnTo>
                    <a:lnTo>
                      <a:pt x="116" y="142"/>
                    </a:lnTo>
                    <a:lnTo>
                      <a:pt x="116" y="142"/>
                    </a:lnTo>
                    <a:lnTo>
                      <a:pt x="114" y="138"/>
                    </a:lnTo>
                    <a:lnTo>
                      <a:pt x="114" y="136"/>
                    </a:lnTo>
                    <a:lnTo>
                      <a:pt x="112" y="136"/>
                    </a:lnTo>
                    <a:lnTo>
                      <a:pt x="112" y="136"/>
                    </a:lnTo>
                    <a:lnTo>
                      <a:pt x="110" y="134"/>
                    </a:lnTo>
                    <a:lnTo>
                      <a:pt x="114" y="134"/>
                    </a:lnTo>
                    <a:lnTo>
                      <a:pt x="114" y="134"/>
                    </a:lnTo>
                    <a:lnTo>
                      <a:pt x="120" y="136"/>
                    </a:lnTo>
                    <a:lnTo>
                      <a:pt x="124" y="136"/>
                    </a:lnTo>
                    <a:lnTo>
                      <a:pt x="124" y="136"/>
                    </a:lnTo>
                    <a:lnTo>
                      <a:pt x="128" y="136"/>
                    </a:lnTo>
                    <a:lnTo>
                      <a:pt x="132" y="138"/>
                    </a:lnTo>
                    <a:lnTo>
                      <a:pt x="132" y="138"/>
                    </a:lnTo>
                    <a:lnTo>
                      <a:pt x="138" y="140"/>
                    </a:lnTo>
                    <a:lnTo>
                      <a:pt x="140" y="140"/>
                    </a:lnTo>
                    <a:lnTo>
                      <a:pt x="140" y="140"/>
                    </a:lnTo>
                    <a:lnTo>
                      <a:pt x="140" y="140"/>
                    </a:lnTo>
                    <a:lnTo>
                      <a:pt x="138" y="138"/>
                    </a:lnTo>
                    <a:lnTo>
                      <a:pt x="140" y="136"/>
                    </a:lnTo>
                    <a:lnTo>
                      <a:pt x="140" y="136"/>
                    </a:lnTo>
                    <a:lnTo>
                      <a:pt x="142" y="134"/>
                    </a:lnTo>
                    <a:lnTo>
                      <a:pt x="144" y="134"/>
                    </a:lnTo>
                    <a:lnTo>
                      <a:pt x="144" y="134"/>
                    </a:lnTo>
                    <a:lnTo>
                      <a:pt x="152" y="136"/>
                    </a:lnTo>
                    <a:lnTo>
                      <a:pt x="152" y="136"/>
                    </a:lnTo>
                    <a:lnTo>
                      <a:pt x="154" y="136"/>
                    </a:lnTo>
                    <a:lnTo>
                      <a:pt x="154" y="134"/>
                    </a:lnTo>
                    <a:lnTo>
                      <a:pt x="158" y="132"/>
                    </a:lnTo>
                    <a:lnTo>
                      <a:pt x="158" y="132"/>
                    </a:lnTo>
                    <a:lnTo>
                      <a:pt x="158" y="130"/>
                    </a:lnTo>
                    <a:lnTo>
                      <a:pt x="160" y="128"/>
                    </a:lnTo>
                    <a:lnTo>
                      <a:pt x="162" y="128"/>
                    </a:lnTo>
                    <a:lnTo>
                      <a:pt x="162" y="126"/>
                    </a:lnTo>
                    <a:lnTo>
                      <a:pt x="162" y="126"/>
                    </a:lnTo>
                    <a:lnTo>
                      <a:pt x="170" y="126"/>
                    </a:lnTo>
                    <a:lnTo>
                      <a:pt x="170" y="120"/>
                    </a:lnTo>
                    <a:lnTo>
                      <a:pt x="170" y="116"/>
                    </a:lnTo>
                    <a:lnTo>
                      <a:pt x="158" y="98"/>
                    </a:lnTo>
                    <a:lnTo>
                      <a:pt x="164" y="96"/>
                    </a:lnTo>
                    <a:lnTo>
                      <a:pt x="164" y="96"/>
                    </a:lnTo>
                    <a:lnTo>
                      <a:pt x="164" y="92"/>
                    </a:lnTo>
                    <a:lnTo>
                      <a:pt x="164" y="90"/>
                    </a:lnTo>
                    <a:lnTo>
                      <a:pt x="164" y="90"/>
                    </a:lnTo>
                    <a:lnTo>
                      <a:pt x="164" y="90"/>
                    </a:lnTo>
                    <a:lnTo>
                      <a:pt x="172" y="88"/>
                    </a:lnTo>
                    <a:lnTo>
                      <a:pt x="174" y="88"/>
                    </a:lnTo>
                    <a:lnTo>
                      <a:pt x="176" y="86"/>
                    </a:lnTo>
                    <a:lnTo>
                      <a:pt x="176" y="86"/>
                    </a:lnTo>
                    <a:lnTo>
                      <a:pt x="176" y="84"/>
                    </a:lnTo>
                    <a:lnTo>
                      <a:pt x="174" y="82"/>
                    </a:lnTo>
                    <a:lnTo>
                      <a:pt x="172" y="82"/>
                    </a:lnTo>
                    <a:lnTo>
                      <a:pt x="172" y="82"/>
                    </a:lnTo>
                    <a:lnTo>
                      <a:pt x="170" y="78"/>
                    </a:lnTo>
                    <a:lnTo>
                      <a:pt x="168" y="76"/>
                    </a:lnTo>
                    <a:lnTo>
                      <a:pt x="168" y="76"/>
                    </a:lnTo>
                    <a:lnTo>
                      <a:pt x="166" y="72"/>
                    </a:lnTo>
                    <a:lnTo>
                      <a:pt x="166" y="70"/>
                    </a:lnTo>
                    <a:lnTo>
                      <a:pt x="168" y="70"/>
                    </a:lnTo>
                    <a:lnTo>
                      <a:pt x="168" y="70"/>
                    </a:lnTo>
                    <a:lnTo>
                      <a:pt x="172" y="70"/>
                    </a:lnTo>
                    <a:lnTo>
                      <a:pt x="178" y="66"/>
                    </a:lnTo>
                    <a:lnTo>
                      <a:pt x="178" y="66"/>
                    </a:lnTo>
                    <a:lnTo>
                      <a:pt x="180" y="64"/>
                    </a:lnTo>
                    <a:lnTo>
                      <a:pt x="180" y="64"/>
                    </a:lnTo>
                    <a:lnTo>
                      <a:pt x="182" y="56"/>
                    </a:lnTo>
                    <a:lnTo>
                      <a:pt x="182" y="56"/>
                    </a:lnTo>
                    <a:lnTo>
                      <a:pt x="180" y="54"/>
                    </a:lnTo>
                    <a:lnTo>
                      <a:pt x="180" y="54"/>
                    </a:lnTo>
                    <a:lnTo>
                      <a:pt x="174" y="56"/>
                    </a:lnTo>
                    <a:lnTo>
                      <a:pt x="172" y="56"/>
                    </a:lnTo>
                    <a:lnTo>
                      <a:pt x="172" y="56"/>
                    </a:lnTo>
                    <a:lnTo>
                      <a:pt x="170" y="56"/>
                    </a:lnTo>
                    <a:lnTo>
                      <a:pt x="166" y="56"/>
                    </a:lnTo>
                    <a:lnTo>
                      <a:pt x="164" y="58"/>
                    </a:lnTo>
                    <a:lnTo>
                      <a:pt x="164" y="58"/>
                    </a:lnTo>
                    <a:lnTo>
                      <a:pt x="150" y="60"/>
                    </a:lnTo>
                    <a:lnTo>
                      <a:pt x="150" y="60"/>
                    </a:lnTo>
                    <a:lnTo>
                      <a:pt x="152" y="56"/>
                    </a:lnTo>
                    <a:lnTo>
                      <a:pt x="152" y="56"/>
                    </a:lnTo>
                    <a:lnTo>
                      <a:pt x="168" y="52"/>
                    </a:lnTo>
                    <a:lnTo>
                      <a:pt x="168" y="52"/>
                    </a:lnTo>
                    <a:lnTo>
                      <a:pt x="168" y="46"/>
                    </a:lnTo>
                    <a:lnTo>
                      <a:pt x="168" y="46"/>
                    </a:lnTo>
                    <a:lnTo>
                      <a:pt x="170" y="42"/>
                    </a:lnTo>
                    <a:lnTo>
                      <a:pt x="170" y="42"/>
                    </a:lnTo>
                    <a:lnTo>
                      <a:pt x="170" y="40"/>
                    </a:lnTo>
                    <a:lnTo>
                      <a:pt x="170" y="38"/>
                    </a:lnTo>
                    <a:lnTo>
                      <a:pt x="170" y="38"/>
                    </a:lnTo>
                    <a:lnTo>
                      <a:pt x="162" y="38"/>
                    </a:lnTo>
                    <a:lnTo>
                      <a:pt x="162" y="38"/>
                    </a:lnTo>
                    <a:lnTo>
                      <a:pt x="164" y="40"/>
                    </a:lnTo>
                    <a:lnTo>
                      <a:pt x="164" y="40"/>
                    </a:lnTo>
                    <a:lnTo>
                      <a:pt x="162" y="38"/>
                    </a:lnTo>
                    <a:lnTo>
                      <a:pt x="160" y="38"/>
                    </a:lnTo>
                    <a:lnTo>
                      <a:pt x="160" y="38"/>
                    </a:lnTo>
                    <a:lnTo>
                      <a:pt x="156" y="34"/>
                    </a:lnTo>
                    <a:lnTo>
                      <a:pt x="156" y="34"/>
                    </a:lnTo>
                    <a:lnTo>
                      <a:pt x="154" y="38"/>
                    </a:lnTo>
                    <a:lnTo>
                      <a:pt x="152" y="38"/>
                    </a:lnTo>
                    <a:lnTo>
                      <a:pt x="152" y="38"/>
                    </a:lnTo>
                    <a:lnTo>
                      <a:pt x="148" y="32"/>
                    </a:lnTo>
                    <a:lnTo>
                      <a:pt x="146" y="26"/>
                    </a:lnTo>
                    <a:lnTo>
                      <a:pt x="146" y="26"/>
                    </a:lnTo>
                    <a:lnTo>
                      <a:pt x="150" y="26"/>
                    </a:lnTo>
                    <a:lnTo>
                      <a:pt x="154" y="26"/>
                    </a:lnTo>
                    <a:lnTo>
                      <a:pt x="154" y="26"/>
                    </a:lnTo>
                    <a:lnTo>
                      <a:pt x="154" y="24"/>
                    </a:lnTo>
                    <a:lnTo>
                      <a:pt x="154" y="22"/>
                    </a:lnTo>
                    <a:lnTo>
                      <a:pt x="154" y="22"/>
                    </a:lnTo>
                    <a:lnTo>
                      <a:pt x="134" y="22"/>
                    </a:lnTo>
                    <a:lnTo>
                      <a:pt x="134" y="22"/>
                    </a:lnTo>
                    <a:lnTo>
                      <a:pt x="136" y="26"/>
                    </a:lnTo>
                    <a:lnTo>
                      <a:pt x="136" y="26"/>
                    </a:lnTo>
                    <a:lnTo>
                      <a:pt x="130" y="24"/>
                    </a:lnTo>
                    <a:lnTo>
                      <a:pt x="130" y="26"/>
                    </a:lnTo>
                    <a:lnTo>
                      <a:pt x="130" y="26"/>
                    </a:lnTo>
                    <a:lnTo>
                      <a:pt x="124" y="28"/>
                    </a:lnTo>
                    <a:lnTo>
                      <a:pt x="124" y="30"/>
                    </a:lnTo>
                    <a:lnTo>
                      <a:pt x="124" y="30"/>
                    </a:lnTo>
                    <a:lnTo>
                      <a:pt x="116" y="32"/>
                    </a:lnTo>
                    <a:lnTo>
                      <a:pt x="116" y="32"/>
                    </a:lnTo>
                    <a:lnTo>
                      <a:pt x="108" y="30"/>
                    </a:lnTo>
                    <a:lnTo>
                      <a:pt x="102" y="28"/>
                    </a:lnTo>
                    <a:lnTo>
                      <a:pt x="102" y="28"/>
                    </a:lnTo>
                    <a:lnTo>
                      <a:pt x="102" y="28"/>
                    </a:lnTo>
                    <a:lnTo>
                      <a:pt x="102" y="26"/>
                    </a:lnTo>
                    <a:lnTo>
                      <a:pt x="100" y="24"/>
                    </a:lnTo>
                    <a:lnTo>
                      <a:pt x="96" y="22"/>
                    </a:lnTo>
                    <a:lnTo>
                      <a:pt x="96" y="22"/>
                    </a:lnTo>
                    <a:lnTo>
                      <a:pt x="88" y="22"/>
                    </a:lnTo>
                    <a:lnTo>
                      <a:pt x="80" y="24"/>
                    </a:lnTo>
                    <a:lnTo>
                      <a:pt x="80" y="24"/>
                    </a:lnTo>
                    <a:lnTo>
                      <a:pt x="78" y="26"/>
                    </a:lnTo>
                    <a:lnTo>
                      <a:pt x="76" y="26"/>
                    </a:lnTo>
                    <a:lnTo>
                      <a:pt x="76" y="26"/>
                    </a:lnTo>
                    <a:lnTo>
                      <a:pt x="72" y="24"/>
                    </a:lnTo>
                    <a:lnTo>
                      <a:pt x="72" y="24"/>
                    </a:lnTo>
                    <a:lnTo>
                      <a:pt x="76" y="20"/>
                    </a:lnTo>
                    <a:lnTo>
                      <a:pt x="76" y="20"/>
                    </a:lnTo>
                    <a:lnTo>
                      <a:pt x="70" y="12"/>
                    </a:lnTo>
                    <a:lnTo>
                      <a:pt x="70" y="12"/>
                    </a:lnTo>
                    <a:lnTo>
                      <a:pt x="68" y="12"/>
                    </a:lnTo>
                    <a:lnTo>
                      <a:pt x="68" y="12"/>
                    </a:lnTo>
                    <a:lnTo>
                      <a:pt x="66" y="10"/>
                    </a:lnTo>
                    <a:lnTo>
                      <a:pt x="66" y="10"/>
                    </a:lnTo>
                    <a:lnTo>
                      <a:pt x="60" y="10"/>
                    </a:lnTo>
                    <a:lnTo>
                      <a:pt x="54" y="8"/>
                    </a:lnTo>
                    <a:lnTo>
                      <a:pt x="54" y="8"/>
                    </a:lnTo>
                    <a:lnTo>
                      <a:pt x="52" y="4"/>
                    </a:lnTo>
                    <a:lnTo>
                      <a:pt x="50" y="0"/>
                    </a:lnTo>
                    <a:lnTo>
                      <a:pt x="50" y="0"/>
                    </a:lnTo>
                    <a:lnTo>
                      <a:pt x="48" y="0"/>
                    </a:lnTo>
                    <a:lnTo>
                      <a:pt x="46" y="0"/>
                    </a:lnTo>
                    <a:lnTo>
                      <a:pt x="46" y="0"/>
                    </a:lnTo>
                    <a:lnTo>
                      <a:pt x="46" y="6"/>
                    </a:lnTo>
                    <a:lnTo>
                      <a:pt x="46" y="6"/>
                    </a:lnTo>
                    <a:lnTo>
                      <a:pt x="52" y="8"/>
                    </a:lnTo>
                    <a:lnTo>
                      <a:pt x="52" y="8"/>
                    </a:lnTo>
                    <a:lnTo>
                      <a:pt x="54" y="12"/>
                    </a:lnTo>
                    <a:lnTo>
                      <a:pt x="54" y="12"/>
                    </a:lnTo>
                    <a:lnTo>
                      <a:pt x="42" y="14"/>
                    </a:lnTo>
                    <a:lnTo>
                      <a:pt x="32" y="16"/>
                    </a:lnTo>
                    <a:lnTo>
                      <a:pt x="32" y="16"/>
                    </a:lnTo>
                    <a:lnTo>
                      <a:pt x="32" y="28"/>
                    </a:lnTo>
                    <a:lnTo>
                      <a:pt x="32" y="28"/>
                    </a:lnTo>
                    <a:lnTo>
                      <a:pt x="34" y="30"/>
                    </a:lnTo>
                    <a:lnTo>
                      <a:pt x="34" y="30"/>
                    </a:lnTo>
                    <a:lnTo>
                      <a:pt x="38" y="34"/>
                    </a:lnTo>
                    <a:lnTo>
                      <a:pt x="38" y="34"/>
                    </a:lnTo>
                    <a:lnTo>
                      <a:pt x="36" y="36"/>
                    </a:lnTo>
                    <a:lnTo>
                      <a:pt x="36" y="36"/>
                    </a:lnTo>
                    <a:lnTo>
                      <a:pt x="38" y="40"/>
                    </a:lnTo>
                    <a:lnTo>
                      <a:pt x="40" y="46"/>
                    </a:lnTo>
                    <a:lnTo>
                      <a:pt x="40" y="46"/>
                    </a:lnTo>
                    <a:lnTo>
                      <a:pt x="34" y="48"/>
                    </a:lnTo>
                    <a:lnTo>
                      <a:pt x="28" y="50"/>
                    </a:lnTo>
                    <a:lnTo>
                      <a:pt x="28" y="50"/>
                    </a:lnTo>
                    <a:lnTo>
                      <a:pt x="28" y="46"/>
                    </a:lnTo>
                    <a:lnTo>
                      <a:pt x="26" y="46"/>
                    </a:lnTo>
                    <a:lnTo>
                      <a:pt x="26" y="46"/>
                    </a:lnTo>
                    <a:lnTo>
                      <a:pt x="24" y="40"/>
                    </a:lnTo>
                    <a:lnTo>
                      <a:pt x="22" y="36"/>
                    </a:lnTo>
                    <a:lnTo>
                      <a:pt x="22" y="32"/>
                    </a:lnTo>
                    <a:lnTo>
                      <a:pt x="22" y="32"/>
                    </a:lnTo>
                    <a:lnTo>
                      <a:pt x="26" y="28"/>
                    </a:lnTo>
                    <a:lnTo>
                      <a:pt x="30" y="26"/>
                    </a:lnTo>
                    <a:lnTo>
                      <a:pt x="30" y="26"/>
                    </a:lnTo>
                    <a:lnTo>
                      <a:pt x="30" y="22"/>
                    </a:lnTo>
                    <a:lnTo>
                      <a:pt x="30" y="22"/>
                    </a:lnTo>
                    <a:lnTo>
                      <a:pt x="28" y="20"/>
                    </a:lnTo>
                    <a:lnTo>
                      <a:pt x="26" y="20"/>
                    </a:lnTo>
                    <a:lnTo>
                      <a:pt x="26" y="20"/>
                    </a:lnTo>
                    <a:lnTo>
                      <a:pt x="26" y="18"/>
                    </a:lnTo>
                    <a:lnTo>
                      <a:pt x="28" y="16"/>
                    </a:lnTo>
                    <a:lnTo>
                      <a:pt x="28" y="16"/>
                    </a:lnTo>
                    <a:lnTo>
                      <a:pt x="26" y="14"/>
                    </a:lnTo>
                    <a:lnTo>
                      <a:pt x="26" y="14"/>
                    </a:lnTo>
                    <a:lnTo>
                      <a:pt x="22" y="14"/>
                    </a:lnTo>
                    <a:lnTo>
                      <a:pt x="22" y="14"/>
                    </a:lnTo>
                    <a:lnTo>
                      <a:pt x="22" y="12"/>
                    </a:lnTo>
                    <a:lnTo>
                      <a:pt x="22" y="12"/>
                    </a:lnTo>
                    <a:lnTo>
                      <a:pt x="24" y="8"/>
                    </a:lnTo>
                    <a:lnTo>
                      <a:pt x="28" y="8"/>
                    </a:lnTo>
                    <a:lnTo>
                      <a:pt x="28" y="8"/>
                    </a:lnTo>
                    <a:lnTo>
                      <a:pt x="28" y="8"/>
                    </a:lnTo>
                    <a:lnTo>
                      <a:pt x="28" y="4"/>
                    </a:lnTo>
                    <a:lnTo>
                      <a:pt x="28"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7" name="Freeform 21">
                <a:extLst>
                  <a:ext uri="{FF2B5EF4-FFF2-40B4-BE49-F238E27FC236}">
                    <a16:creationId xmlns:a16="http://schemas.microsoft.com/office/drawing/2014/main" id="{EC0111AB-A009-BF4E-9A7C-9A22ED2FF38C}"/>
                  </a:ext>
                </a:extLst>
              </p:cNvPr>
              <p:cNvSpPr>
                <a:spLocks/>
              </p:cNvSpPr>
              <p:nvPr/>
            </p:nvSpPr>
            <p:spPr bwMode="auto">
              <a:xfrm>
                <a:off x="4367177" y="5408839"/>
                <a:ext cx="140897" cy="168198"/>
              </a:xfrm>
              <a:custGeom>
                <a:avLst/>
                <a:gdLst>
                  <a:gd name="T0" fmla="*/ 66 w 72"/>
                  <a:gd name="T1" fmla="*/ 56 h 84"/>
                  <a:gd name="T2" fmla="*/ 72 w 72"/>
                  <a:gd name="T3" fmla="*/ 46 h 84"/>
                  <a:gd name="T4" fmla="*/ 66 w 72"/>
                  <a:gd name="T5" fmla="*/ 42 h 84"/>
                  <a:gd name="T6" fmla="*/ 62 w 72"/>
                  <a:gd name="T7" fmla="*/ 38 h 84"/>
                  <a:gd name="T8" fmla="*/ 60 w 72"/>
                  <a:gd name="T9" fmla="*/ 34 h 84"/>
                  <a:gd name="T10" fmla="*/ 56 w 72"/>
                  <a:gd name="T11" fmla="*/ 30 h 84"/>
                  <a:gd name="T12" fmla="*/ 50 w 72"/>
                  <a:gd name="T13" fmla="*/ 28 h 84"/>
                  <a:gd name="T14" fmla="*/ 42 w 72"/>
                  <a:gd name="T15" fmla="*/ 20 h 84"/>
                  <a:gd name="T16" fmla="*/ 40 w 72"/>
                  <a:gd name="T17" fmla="*/ 18 h 84"/>
                  <a:gd name="T18" fmla="*/ 36 w 72"/>
                  <a:gd name="T19" fmla="*/ 18 h 84"/>
                  <a:gd name="T20" fmla="*/ 34 w 72"/>
                  <a:gd name="T21" fmla="*/ 16 h 84"/>
                  <a:gd name="T22" fmla="*/ 20 w 72"/>
                  <a:gd name="T23" fmla="*/ 0 h 84"/>
                  <a:gd name="T24" fmla="*/ 10 w 72"/>
                  <a:gd name="T25" fmla="*/ 4 h 84"/>
                  <a:gd name="T26" fmla="*/ 6 w 72"/>
                  <a:gd name="T27" fmla="*/ 10 h 84"/>
                  <a:gd name="T28" fmla="*/ 6 w 72"/>
                  <a:gd name="T29" fmla="*/ 14 h 84"/>
                  <a:gd name="T30" fmla="*/ 4 w 72"/>
                  <a:gd name="T31" fmla="*/ 20 h 84"/>
                  <a:gd name="T32" fmla="*/ 2 w 72"/>
                  <a:gd name="T33" fmla="*/ 24 h 84"/>
                  <a:gd name="T34" fmla="*/ 2 w 72"/>
                  <a:gd name="T35" fmla="*/ 28 h 84"/>
                  <a:gd name="T36" fmla="*/ 0 w 72"/>
                  <a:gd name="T37" fmla="*/ 34 h 84"/>
                  <a:gd name="T38" fmla="*/ 0 w 72"/>
                  <a:gd name="T39" fmla="*/ 36 h 84"/>
                  <a:gd name="T40" fmla="*/ 0 w 72"/>
                  <a:gd name="T41" fmla="*/ 48 h 84"/>
                  <a:gd name="T42" fmla="*/ 0 w 72"/>
                  <a:gd name="T43" fmla="*/ 48 h 84"/>
                  <a:gd name="T44" fmla="*/ 0 w 72"/>
                  <a:gd name="T45" fmla="*/ 66 h 84"/>
                  <a:gd name="T46" fmla="*/ 2 w 72"/>
                  <a:gd name="T47" fmla="*/ 72 h 84"/>
                  <a:gd name="T48" fmla="*/ 4 w 72"/>
                  <a:gd name="T49" fmla="*/ 72 h 84"/>
                  <a:gd name="T50" fmla="*/ 8 w 72"/>
                  <a:gd name="T51" fmla="*/ 74 h 84"/>
                  <a:gd name="T52" fmla="*/ 12 w 72"/>
                  <a:gd name="T53" fmla="*/ 74 h 84"/>
                  <a:gd name="T54" fmla="*/ 16 w 72"/>
                  <a:gd name="T55" fmla="*/ 80 h 84"/>
                  <a:gd name="T56" fmla="*/ 18 w 72"/>
                  <a:gd name="T57" fmla="*/ 80 h 84"/>
                  <a:gd name="T58" fmla="*/ 24 w 72"/>
                  <a:gd name="T59" fmla="*/ 84 h 84"/>
                  <a:gd name="T60" fmla="*/ 30 w 72"/>
                  <a:gd name="T61" fmla="*/ 82 h 84"/>
                  <a:gd name="T62" fmla="*/ 32 w 72"/>
                  <a:gd name="T63" fmla="*/ 82 h 84"/>
                  <a:gd name="T64" fmla="*/ 40 w 72"/>
                  <a:gd name="T65" fmla="*/ 84 h 84"/>
                  <a:gd name="T66" fmla="*/ 50 w 72"/>
                  <a:gd name="T67" fmla="*/ 82 h 84"/>
                  <a:gd name="T68" fmla="*/ 58 w 72"/>
                  <a:gd name="T69" fmla="*/ 76 h 84"/>
                  <a:gd name="T70" fmla="*/ 62 w 72"/>
                  <a:gd name="T71" fmla="*/ 70 h 84"/>
                  <a:gd name="T72" fmla="*/ 64 w 72"/>
                  <a:gd name="T73" fmla="*/ 64 h 84"/>
                  <a:gd name="T74" fmla="*/ 68 w 72"/>
                  <a:gd name="T75" fmla="*/ 6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 h="84">
                    <a:moveTo>
                      <a:pt x="66" y="58"/>
                    </a:moveTo>
                    <a:lnTo>
                      <a:pt x="66" y="56"/>
                    </a:lnTo>
                    <a:lnTo>
                      <a:pt x="72" y="46"/>
                    </a:lnTo>
                    <a:lnTo>
                      <a:pt x="72" y="46"/>
                    </a:lnTo>
                    <a:lnTo>
                      <a:pt x="70" y="46"/>
                    </a:lnTo>
                    <a:lnTo>
                      <a:pt x="66" y="42"/>
                    </a:lnTo>
                    <a:lnTo>
                      <a:pt x="66" y="42"/>
                    </a:lnTo>
                    <a:lnTo>
                      <a:pt x="62" y="38"/>
                    </a:lnTo>
                    <a:lnTo>
                      <a:pt x="60" y="34"/>
                    </a:lnTo>
                    <a:lnTo>
                      <a:pt x="60" y="34"/>
                    </a:lnTo>
                    <a:lnTo>
                      <a:pt x="58" y="32"/>
                    </a:lnTo>
                    <a:lnTo>
                      <a:pt x="56" y="30"/>
                    </a:lnTo>
                    <a:lnTo>
                      <a:pt x="50" y="28"/>
                    </a:lnTo>
                    <a:lnTo>
                      <a:pt x="50" y="28"/>
                    </a:lnTo>
                    <a:lnTo>
                      <a:pt x="46" y="24"/>
                    </a:lnTo>
                    <a:lnTo>
                      <a:pt x="42" y="20"/>
                    </a:lnTo>
                    <a:lnTo>
                      <a:pt x="42" y="20"/>
                    </a:lnTo>
                    <a:lnTo>
                      <a:pt x="40" y="18"/>
                    </a:lnTo>
                    <a:lnTo>
                      <a:pt x="38" y="18"/>
                    </a:lnTo>
                    <a:lnTo>
                      <a:pt x="36" y="18"/>
                    </a:lnTo>
                    <a:lnTo>
                      <a:pt x="34" y="16"/>
                    </a:lnTo>
                    <a:lnTo>
                      <a:pt x="34" y="16"/>
                    </a:lnTo>
                    <a:lnTo>
                      <a:pt x="30" y="8"/>
                    </a:lnTo>
                    <a:lnTo>
                      <a:pt x="20" y="0"/>
                    </a:lnTo>
                    <a:lnTo>
                      <a:pt x="10" y="4"/>
                    </a:lnTo>
                    <a:lnTo>
                      <a:pt x="10" y="4"/>
                    </a:lnTo>
                    <a:lnTo>
                      <a:pt x="8" y="6"/>
                    </a:lnTo>
                    <a:lnTo>
                      <a:pt x="6" y="10"/>
                    </a:lnTo>
                    <a:lnTo>
                      <a:pt x="6" y="14"/>
                    </a:lnTo>
                    <a:lnTo>
                      <a:pt x="6" y="14"/>
                    </a:lnTo>
                    <a:lnTo>
                      <a:pt x="6" y="18"/>
                    </a:lnTo>
                    <a:lnTo>
                      <a:pt x="4" y="20"/>
                    </a:lnTo>
                    <a:lnTo>
                      <a:pt x="4" y="22"/>
                    </a:lnTo>
                    <a:lnTo>
                      <a:pt x="2" y="24"/>
                    </a:lnTo>
                    <a:lnTo>
                      <a:pt x="2" y="24"/>
                    </a:lnTo>
                    <a:lnTo>
                      <a:pt x="2" y="28"/>
                    </a:lnTo>
                    <a:lnTo>
                      <a:pt x="2" y="32"/>
                    </a:lnTo>
                    <a:lnTo>
                      <a:pt x="0" y="34"/>
                    </a:lnTo>
                    <a:lnTo>
                      <a:pt x="0" y="36"/>
                    </a:lnTo>
                    <a:lnTo>
                      <a:pt x="0" y="36"/>
                    </a:lnTo>
                    <a:lnTo>
                      <a:pt x="0" y="44"/>
                    </a:lnTo>
                    <a:lnTo>
                      <a:pt x="0" y="48"/>
                    </a:lnTo>
                    <a:lnTo>
                      <a:pt x="0" y="48"/>
                    </a:lnTo>
                    <a:lnTo>
                      <a:pt x="0" y="48"/>
                    </a:lnTo>
                    <a:lnTo>
                      <a:pt x="0" y="60"/>
                    </a:lnTo>
                    <a:lnTo>
                      <a:pt x="0" y="66"/>
                    </a:lnTo>
                    <a:lnTo>
                      <a:pt x="2" y="72"/>
                    </a:lnTo>
                    <a:lnTo>
                      <a:pt x="2" y="72"/>
                    </a:lnTo>
                    <a:lnTo>
                      <a:pt x="4" y="72"/>
                    </a:lnTo>
                    <a:lnTo>
                      <a:pt x="4" y="72"/>
                    </a:lnTo>
                    <a:lnTo>
                      <a:pt x="8" y="74"/>
                    </a:lnTo>
                    <a:lnTo>
                      <a:pt x="8" y="74"/>
                    </a:lnTo>
                    <a:lnTo>
                      <a:pt x="12" y="74"/>
                    </a:lnTo>
                    <a:lnTo>
                      <a:pt x="12" y="74"/>
                    </a:lnTo>
                    <a:lnTo>
                      <a:pt x="16" y="80"/>
                    </a:lnTo>
                    <a:lnTo>
                      <a:pt x="16" y="80"/>
                    </a:lnTo>
                    <a:lnTo>
                      <a:pt x="18" y="80"/>
                    </a:lnTo>
                    <a:lnTo>
                      <a:pt x="18" y="80"/>
                    </a:lnTo>
                    <a:lnTo>
                      <a:pt x="24" y="82"/>
                    </a:lnTo>
                    <a:lnTo>
                      <a:pt x="24" y="84"/>
                    </a:lnTo>
                    <a:lnTo>
                      <a:pt x="24" y="84"/>
                    </a:lnTo>
                    <a:lnTo>
                      <a:pt x="30" y="82"/>
                    </a:lnTo>
                    <a:lnTo>
                      <a:pt x="32" y="82"/>
                    </a:lnTo>
                    <a:lnTo>
                      <a:pt x="32" y="82"/>
                    </a:lnTo>
                    <a:lnTo>
                      <a:pt x="38" y="82"/>
                    </a:lnTo>
                    <a:lnTo>
                      <a:pt x="40" y="84"/>
                    </a:lnTo>
                    <a:lnTo>
                      <a:pt x="40" y="84"/>
                    </a:lnTo>
                    <a:lnTo>
                      <a:pt x="50" y="82"/>
                    </a:lnTo>
                    <a:lnTo>
                      <a:pt x="58" y="78"/>
                    </a:lnTo>
                    <a:lnTo>
                      <a:pt x="58" y="76"/>
                    </a:lnTo>
                    <a:lnTo>
                      <a:pt x="58" y="76"/>
                    </a:lnTo>
                    <a:lnTo>
                      <a:pt x="62" y="70"/>
                    </a:lnTo>
                    <a:lnTo>
                      <a:pt x="62" y="70"/>
                    </a:lnTo>
                    <a:lnTo>
                      <a:pt x="64" y="64"/>
                    </a:lnTo>
                    <a:lnTo>
                      <a:pt x="64" y="64"/>
                    </a:lnTo>
                    <a:lnTo>
                      <a:pt x="68" y="60"/>
                    </a:lnTo>
                    <a:lnTo>
                      <a:pt x="66" y="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8" name="Freeform 38">
                <a:extLst>
                  <a:ext uri="{FF2B5EF4-FFF2-40B4-BE49-F238E27FC236}">
                    <a16:creationId xmlns:a16="http://schemas.microsoft.com/office/drawing/2014/main" id="{1371F8A2-7C62-D749-86D6-577C4F9ACF3B}"/>
                  </a:ext>
                </a:extLst>
              </p:cNvPr>
              <p:cNvSpPr>
                <a:spLocks/>
              </p:cNvSpPr>
              <p:nvPr/>
            </p:nvSpPr>
            <p:spPr bwMode="auto">
              <a:xfrm>
                <a:off x="4375004" y="4167381"/>
                <a:ext cx="105673" cy="172202"/>
              </a:xfrm>
              <a:custGeom>
                <a:avLst/>
                <a:gdLst>
                  <a:gd name="T0" fmla="*/ 52 w 54"/>
                  <a:gd name="T1" fmla="*/ 2 h 86"/>
                  <a:gd name="T2" fmla="*/ 48 w 54"/>
                  <a:gd name="T3" fmla="*/ 2 h 86"/>
                  <a:gd name="T4" fmla="*/ 46 w 54"/>
                  <a:gd name="T5" fmla="*/ 0 h 86"/>
                  <a:gd name="T6" fmla="*/ 40 w 54"/>
                  <a:gd name="T7" fmla="*/ 0 h 86"/>
                  <a:gd name="T8" fmla="*/ 40 w 54"/>
                  <a:gd name="T9" fmla="*/ 2 h 86"/>
                  <a:gd name="T10" fmla="*/ 34 w 54"/>
                  <a:gd name="T11" fmla="*/ 4 h 86"/>
                  <a:gd name="T12" fmla="*/ 22 w 54"/>
                  <a:gd name="T13" fmla="*/ 2 h 86"/>
                  <a:gd name="T14" fmla="*/ 16 w 54"/>
                  <a:gd name="T15" fmla="*/ 8 h 86"/>
                  <a:gd name="T16" fmla="*/ 16 w 54"/>
                  <a:gd name="T17" fmla="*/ 6 h 86"/>
                  <a:gd name="T18" fmla="*/ 8 w 54"/>
                  <a:gd name="T19" fmla="*/ 18 h 86"/>
                  <a:gd name="T20" fmla="*/ 8 w 54"/>
                  <a:gd name="T21" fmla="*/ 26 h 86"/>
                  <a:gd name="T22" fmla="*/ 0 w 54"/>
                  <a:gd name="T23" fmla="*/ 32 h 86"/>
                  <a:gd name="T24" fmla="*/ 0 w 54"/>
                  <a:gd name="T25" fmla="*/ 34 h 86"/>
                  <a:gd name="T26" fmla="*/ 2 w 54"/>
                  <a:gd name="T27" fmla="*/ 42 h 86"/>
                  <a:gd name="T28" fmla="*/ 2 w 54"/>
                  <a:gd name="T29" fmla="*/ 52 h 86"/>
                  <a:gd name="T30" fmla="*/ 4 w 54"/>
                  <a:gd name="T31" fmla="*/ 56 h 86"/>
                  <a:gd name="T32" fmla="*/ 6 w 54"/>
                  <a:gd name="T33" fmla="*/ 58 h 86"/>
                  <a:gd name="T34" fmla="*/ 4 w 54"/>
                  <a:gd name="T35" fmla="*/ 64 h 86"/>
                  <a:gd name="T36" fmla="*/ 8 w 54"/>
                  <a:gd name="T37" fmla="*/ 84 h 86"/>
                  <a:gd name="T38" fmla="*/ 24 w 54"/>
                  <a:gd name="T39" fmla="*/ 86 h 86"/>
                  <a:gd name="T40" fmla="*/ 22 w 54"/>
                  <a:gd name="T41" fmla="*/ 76 h 86"/>
                  <a:gd name="T42" fmla="*/ 34 w 54"/>
                  <a:gd name="T43" fmla="*/ 72 h 86"/>
                  <a:gd name="T44" fmla="*/ 40 w 54"/>
                  <a:gd name="T45" fmla="*/ 72 h 86"/>
                  <a:gd name="T46" fmla="*/ 46 w 54"/>
                  <a:gd name="T47" fmla="*/ 72 h 86"/>
                  <a:gd name="T48" fmla="*/ 50 w 54"/>
                  <a:gd name="T49" fmla="*/ 62 h 86"/>
                  <a:gd name="T50" fmla="*/ 54 w 54"/>
                  <a:gd name="T51" fmla="*/ 52 h 86"/>
                  <a:gd name="T52" fmla="*/ 50 w 54"/>
                  <a:gd name="T53" fmla="*/ 48 h 86"/>
                  <a:gd name="T54" fmla="*/ 46 w 54"/>
                  <a:gd name="T55" fmla="*/ 40 h 86"/>
                  <a:gd name="T56" fmla="*/ 46 w 54"/>
                  <a:gd name="T57" fmla="*/ 22 h 86"/>
                  <a:gd name="T58" fmla="*/ 52 w 54"/>
                  <a:gd name="T59" fmla="*/ 12 h 86"/>
                  <a:gd name="T60" fmla="*/ 52 w 54"/>
                  <a:gd name="T61" fmla="*/ 6 h 86"/>
                  <a:gd name="T62" fmla="*/ 52 w 54"/>
                  <a:gd name="T63" fmla="*/ 8 h 86"/>
                  <a:gd name="T64" fmla="*/ 52 w 54"/>
                  <a:gd name="T65" fmla="*/ 4 h 86"/>
                  <a:gd name="T66" fmla="*/ 52 w 54"/>
                  <a:gd name="T67"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86">
                    <a:moveTo>
                      <a:pt x="52" y="2"/>
                    </a:moveTo>
                    <a:lnTo>
                      <a:pt x="52" y="2"/>
                    </a:lnTo>
                    <a:lnTo>
                      <a:pt x="50" y="2"/>
                    </a:lnTo>
                    <a:lnTo>
                      <a:pt x="48" y="2"/>
                    </a:lnTo>
                    <a:lnTo>
                      <a:pt x="48" y="2"/>
                    </a:lnTo>
                    <a:lnTo>
                      <a:pt x="46" y="0"/>
                    </a:lnTo>
                    <a:lnTo>
                      <a:pt x="46" y="0"/>
                    </a:lnTo>
                    <a:lnTo>
                      <a:pt x="40" y="0"/>
                    </a:lnTo>
                    <a:lnTo>
                      <a:pt x="40" y="2"/>
                    </a:lnTo>
                    <a:lnTo>
                      <a:pt x="40" y="2"/>
                    </a:lnTo>
                    <a:lnTo>
                      <a:pt x="34" y="4"/>
                    </a:lnTo>
                    <a:lnTo>
                      <a:pt x="34" y="4"/>
                    </a:lnTo>
                    <a:lnTo>
                      <a:pt x="28" y="4"/>
                    </a:lnTo>
                    <a:lnTo>
                      <a:pt x="22" y="2"/>
                    </a:lnTo>
                    <a:lnTo>
                      <a:pt x="20" y="2"/>
                    </a:lnTo>
                    <a:lnTo>
                      <a:pt x="16" y="8"/>
                    </a:lnTo>
                    <a:lnTo>
                      <a:pt x="16" y="6"/>
                    </a:lnTo>
                    <a:lnTo>
                      <a:pt x="16" y="6"/>
                    </a:lnTo>
                    <a:lnTo>
                      <a:pt x="8" y="18"/>
                    </a:lnTo>
                    <a:lnTo>
                      <a:pt x="8" y="18"/>
                    </a:lnTo>
                    <a:lnTo>
                      <a:pt x="8" y="26"/>
                    </a:lnTo>
                    <a:lnTo>
                      <a:pt x="8" y="26"/>
                    </a:lnTo>
                    <a:lnTo>
                      <a:pt x="4" y="30"/>
                    </a:lnTo>
                    <a:lnTo>
                      <a:pt x="0" y="32"/>
                    </a:lnTo>
                    <a:lnTo>
                      <a:pt x="0" y="32"/>
                    </a:lnTo>
                    <a:lnTo>
                      <a:pt x="0" y="34"/>
                    </a:lnTo>
                    <a:lnTo>
                      <a:pt x="0" y="36"/>
                    </a:lnTo>
                    <a:lnTo>
                      <a:pt x="2" y="42"/>
                    </a:lnTo>
                    <a:lnTo>
                      <a:pt x="2" y="42"/>
                    </a:lnTo>
                    <a:lnTo>
                      <a:pt x="2" y="52"/>
                    </a:lnTo>
                    <a:lnTo>
                      <a:pt x="2" y="52"/>
                    </a:lnTo>
                    <a:lnTo>
                      <a:pt x="4" y="56"/>
                    </a:lnTo>
                    <a:lnTo>
                      <a:pt x="4" y="56"/>
                    </a:lnTo>
                    <a:lnTo>
                      <a:pt x="6" y="58"/>
                    </a:lnTo>
                    <a:lnTo>
                      <a:pt x="6" y="60"/>
                    </a:lnTo>
                    <a:lnTo>
                      <a:pt x="4" y="64"/>
                    </a:lnTo>
                    <a:lnTo>
                      <a:pt x="6" y="76"/>
                    </a:lnTo>
                    <a:lnTo>
                      <a:pt x="8" y="84"/>
                    </a:lnTo>
                    <a:lnTo>
                      <a:pt x="14" y="82"/>
                    </a:lnTo>
                    <a:lnTo>
                      <a:pt x="24" y="86"/>
                    </a:lnTo>
                    <a:lnTo>
                      <a:pt x="26" y="80"/>
                    </a:lnTo>
                    <a:lnTo>
                      <a:pt x="22" y="76"/>
                    </a:lnTo>
                    <a:lnTo>
                      <a:pt x="24" y="68"/>
                    </a:lnTo>
                    <a:lnTo>
                      <a:pt x="34" y="72"/>
                    </a:lnTo>
                    <a:lnTo>
                      <a:pt x="38" y="70"/>
                    </a:lnTo>
                    <a:lnTo>
                      <a:pt x="40" y="72"/>
                    </a:lnTo>
                    <a:lnTo>
                      <a:pt x="46" y="72"/>
                    </a:lnTo>
                    <a:lnTo>
                      <a:pt x="46" y="72"/>
                    </a:lnTo>
                    <a:lnTo>
                      <a:pt x="50" y="62"/>
                    </a:lnTo>
                    <a:lnTo>
                      <a:pt x="50" y="62"/>
                    </a:lnTo>
                    <a:lnTo>
                      <a:pt x="54" y="56"/>
                    </a:lnTo>
                    <a:lnTo>
                      <a:pt x="54" y="52"/>
                    </a:lnTo>
                    <a:lnTo>
                      <a:pt x="54" y="52"/>
                    </a:lnTo>
                    <a:lnTo>
                      <a:pt x="50" y="48"/>
                    </a:lnTo>
                    <a:lnTo>
                      <a:pt x="48" y="44"/>
                    </a:lnTo>
                    <a:lnTo>
                      <a:pt x="46" y="40"/>
                    </a:lnTo>
                    <a:lnTo>
                      <a:pt x="46" y="40"/>
                    </a:lnTo>
                    <a:lnTo>
                      <a:pt x="46" y="22"/>
                    </a:lnTo>
                    <a:lnTo>
                      <a:pt x="52" y="12"/>
                    </a:lnTo>
                    <a:lnTo>
                      <a:pt x="52" y="12"/>
                    </a:lnTo>
                    <a:lnTo>
                      <a:pt x="52" y="6"/>
                    </a:lnTo>
                    <a:lnTo>
                      <a:pt x="52" y="6"/>
                    </a:lnTo>
                    <a:lnTo>
                      <a:pt x="52" y="8"/>
                    </a:lnTo>
                    <a:lnTo>
                      <a:pt x="52" y="8"/>
                    </a:lnTo>
                    <a:lnTo>
                      <a:pt x="52" y="6"/>
                    </a:lnTo>
                    <a:lnTo>
                      <a:pt x="52" y="4"/>
                    </a:lnTo>
                    <a:lnTo>
                      <a:pt x="52" y="4"/>
                    </a:lnTo>
                    <a:lnTo>
                      <a:pt x="52"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9" name="Freeform 111">
                <a:extLst>
                  <a:ext uri="{FF2B5EF4-FFF2-40B4-BE49-F238E27FC236}">
                    <a16:creationId xmlns:a16="http://schemas.microsoft.com/office/drawing/2014/main" id="{CAD0281E-D864-B746-80E5-E7BAD076C6A5}"/>
                  </a:ext>
                </a:extLst>
              </p:cNvPr>
              <p:cNvSpPr>
                <a:spLocks/>
              </p:cNvSpPr>
              <p:nvPr/>
            </p:nvSpPr>
            <p:spPr bwMode="auto">
              <a:xfrm>
                <a:off x="3764450" y="4391643"/>
                <a:ext cx="320931" cy="596702"/>
              </a:xfrm>
              <a:custGeom>
                <a:avLst/>
                <a:gdLst>
                  <a:gd name="T0" fmla="*/ 158 w 164"/>
                  <a:gd name="T1" fmla="*/ 252 h 298"/>
                  <a:gd name="T2" fmla="*/ 156 w 164"/>
                  <a:gd name="T3" fmla="*/ 238 h 298"/>
                  <a:gd name="T4" fmla="*/ 138 w 164"/>
                  <a:gd name="T5" fmla="*/ 194 h 298"/>
                  <a:gd name="T6" fmla="*/ 138 w 164"/>
                  <a:gd name="T7" fmla="*/ 152 h 298"/>
                  <a:gd name="T8" fmla="*/ 114 w 164"/>
                  <a:gd name="T9" fmla="*/ 156 h 298"/>
                  <a:gd name="T10" fmla="*/ 106 w 164"/>
                  <a:gd name="T11" fmla="*/ 146 h 298"/>
                  <a:gd name="T12" fmla="*/ 96 w 164"/>
                  <a:gd name="T13" fmla="*/ 136 h 298"/>
                  <a:gd name="T14" fmla="*/ 96 w 164"/>
                  <a:gd name="T15" fmla="*/ 122 h 298"/>
                  <a:gd name="T16" fmla="*/ 92 w 164"/>
                  <a:gd name="T17" fmla="*/ 114 h 298"/>
                  <a:gd name="T18" fmla="*/ 98 w 164"/>
                  <a:gd name="T19" fmla="*/ 106 h 298"/>
                  <a:gd name="T20" fmla="*/ 104 w 164"/>
                  <a:gd name="T21" fmla="*/ 92 h 298"/>
                  <a:gd name="T22" fmla="*/ 118 w 164"/>
                  <a:gd name="T23" fmla="*/ 76 h 298"/>
                  <a:gd name="T24" fmla="*/ 140 w 164"/>
                  <a:gd name="T25" fmla="*/ 70 h 298"/>
                  <a:gd name="T26" fmla="*/ 134 w 164"/>
                  <a:gd name="T27" fmla="*/ 64 h 298"/>
                  <a:gd name="T28" fmla="*/ 140 w 164"/>
                  <a:gd name="T29" fmla="*/ 34 h 298"/>
                  <a:gd name="T30" fmla="*/ 124 w 164"/>
                  <a:gd name="T31" fmla="*/ 28 h 298"/>
                  <a:gd name="T32" fmla="*/ 112 w 164"/>
                  <a:gd name="T33" fmla="*/ 30 h 298"/>
                  <a:gd name="T34" fmla="*/ 100 w 164"/>
                  <a:gd name="T35" fmla="*/ 20 h 298"/>
                  <a:gd name="T36" fmla="*/ 94 w 164"/>
                  <a:gd name="T37" fmla="*/ 14 h 298"/>
                  <a:gd name="T38" fmla="*/ 84 w 164"/>
                  <a:gd name="T39" fmla="*/ 4 h 298"/>
                  <a:gd name="T40" fmla="*/ 76 w 164"/>
                  <a:gd name="T41" fmla="*/ 6 h 298"/>
                  <a:gd name="T42" fmla="*/ 74 w 164"/>
                  <a:gd name="T43" fmla="*/ 24 h 298"/>
                  <a:gd name="T44" fmla="*/ 66 w 164"/>
                  <a:gd name="T45" fmla="*/ 42 h 298"/>
                  <a:gd name="T46" fmla="*/ 42 w 164"/>
                  <a:gd name="T47" fmla="*/ 60 h 298"/>
                  <a:gd name="T48" fmla="*/ 30 w 164"/>
                  <a:gd name="T49" fmla="*/ 80 h 298"/>
                  <a:gd name="T50" fmla="*/ 22 w 164"/>
                  <a:gd name="T51" fmla="*/ 80 h 298"/>
                  <a:gd name="T52" fmla="*/ 18 w 164"/>
                  <a:gd name="T53" fmla="*/ 74 h 298"/>
                  <a:gd name="T54" fmla="*/ 14 w 164"/>
                  <a:gd name="T55" fmla="*/ 66 h 298"/>
                  <a:gd name="T56" fmla="*/ 0 w 164"/>
                  <a:gd name="T57" fmla="*/ 72 h 298"/>
                  <a:gd name="T58" fmla="*/ 0 w 164"/>
                  <a:gd name="T59" fmla="*/ 76 h 298"/>
                  <a:gd name="T60" fmla="*/ 4 w 164"/>
                  <a:gd name="T61" fmla="*/ 82 h 298"/>
                  <a:gd name="T62" fmla="*/ 6 w 164"/>
                  <a:gd name="T63" fmla="*/ 90 h 298"/>
                  <a:gd name="T64" fmla="*/ 20 w 164"/>
                  <a:gd name="T65" fmla="*/ 112 h 298"/>
                  <a:gd name="T66" fmla="*/ 22 w 164"/>
                  <a:gd name="T67" fmla="*/ 118 h 298"/>
                  <a:gd name="T68" fmla="*/ 30 w 164"/>
                  <a:gd name="T69" fmla="*/ 126 h 298"/>
                  <a:gd name="T70" fmla="*/ 46 w 164"/>
                  <a:gd name="T71" fmla="*/ 144 h 298"/>
                  <a:gd name="T72" fmla="*/ 50 w 164"/>
                  <a:gd name="T73" fmla="*/ 152 h 298"/>
                  <a:gd name="T74" fmla="*/ 54 w 164"/>
                  <a:gd name="T75" fmla="*/ 164 h 298"/>
                  <a:gd name="T76" fmla="*/ 56 w 164"/>
                  <a:gd name="T77" fmla="*/ 182 h 298"/>
                  <a:gd name="T78" fmla="*/ 62 w 164"/>
                  <a:gd name="T79" fmla="*/ 196 h 298"/>
                  <a:gd name="T80" fmla="*/ 66 w 164"/>
                  <a:gd name="T81" fmla="*/ 200 h 298"/>
                  <a:gd name="T82" fmla="*/ 72 w 164"/>
                  <a:gd name="T83" fmla="*/ 214 h 298"/>
                  <a:gd name="T84" fmla="*/ 82 w 164"/>
                  <a:gd name="T85" fmla="*/ 246 h 298"/>
                  <a:gd name="T86" fmla="*/ 88 w 164"/>
                  <a:gd name="T87" fmla="*/ 254 h 298"/>
                  <a:gd name="T88" fmla="*/ 102 w 164"/>
                  <a:gd name="T89" fmla="*/ 266 h 298"/>
                  <a:gd name="T90" fmla="*/ 110 w 164"/>
                  <a:gd name="T91" fmla="*/ 270 h 298"/>
                  <a:gd name="T92" fmla="*/ 128 w 164"/>
                  <a:gd name="T93" fmla="*/ 280 h 298"/>
                  <a:gd name="T94" fmla="*/ 136 w 164"/>
                  <a:gd name="T95" fmla="*/ 284 h 298"/>
                  <a:gd name="T96" fmla="*/ 144 w 164"/>
                  <a:gd name="T97" fmla="*/ 292 h 298"/>
                  <a:gd name="T98" fmla="*/ 154 w 164"/>
                  <a:gd name="T99" fmla="*/ 294 h 298"/>
                  <a:gd name="T100" fmla="*/ 162 w 164"/>
                  <a:gd name="T101" fmla="*/ 270 h 298"/>
                  <a:gd name="T102" fmla="*/ 162 w 164"/>
                  <a:gd name="T103" fmla="*/ 262 h 298"/>
                  <a:gd name="T104" fmla="*/ 152 w 164"/>
                  <a:gd name="T105" fmla="*/ 258 h 298"/>
                  <a:gd name="T106" fmla="*/ 158 w 164"/>
                  <a:gd name="T107" fmla="*/ 254 h 298"/>
                  <a:gd name="T108" fmla="*/ 160 w 164"/>
                  <a:gd name="T109" fmla="*/ 25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4" h="298">
                    <a:moveTo>
                      <a:pt x="160" y="258"/>
                    </a:moveTo>
                    <a:lnTo>
                      <a:pt x="160" y="258"/>
                    </a:lnTo>
                    <a:lnTo>
                      <a:pt x="160" y="256"/>
                    </a:lnTo>
                    <a:lnTo>
                      <a:pt x="158" y="252"/>
                    </a:lnTo>
                    <a:lnTo>
                      <a:pt x="158" y="252"/>
                    </a:lnTo>
                    <a:lnTo>
                      <a:pt x="158" y="248"/>
                    </a:lnTo>
                    <a:lnTo>
                      <a:pt x="160" y="246"/>
                    </a:lnTo>
                    <a:lnTo>
                      <a:pt x="160" y="246"/>
                    </a:lnTo>
                    <a:lnTo>
                      <a:pt x="156" y="238"/>
                    </a:lnTo>
                    <a:lnTo>
                      <a:pt x="156" y="238"/>
                    </a:lnTo>
                    <a:lnTo>
                      <a:pt x="156" y="232"/>
                    </a:lnTo>
                    <a:lnTo>
                      <a:pt x="156" y="226"/>
                    </a:lnTo>
                    <a:lnTo>
                      <a:pt x="160" y="216"/>
                    </a:lnTo>
                    <a:lnTo>
                      <a:pt x="152" y="200"/>
                    </a:lnTo>
                    <a:lnTo>
                      <a:pt x="138" y="194"/>
                    </a:lnTo>
                    <a:lnTo>
                      <a:pt x="140" y="154"/>
                    </a:lnTo>
                    <a:lnTo>
                      <a:pt x="140" y="154"/>
                    </a:lnTo>
                    <a:lnTo>
                      <a:pt x="140" y="152"/>
                    </a:lnTo>
                    <a:lnTo>
                      <a:pt x="140" y="150"/>
                    </a:lnTo>
                    <a:lnTo>
                      <a:pt x="138" y="152"/>
                    </a:lnTo>
                    <a:lnTo>
                      <a:pt x="138" y="152"/>
                    </a:lnTo>
                    <a:lnTo>
                      <a:pt x="128" y="158"/>
                    </a:lnTo>
                    <a:lnTo>
                      <a:pt x="116" y="158"/>
                    </a:lnTo>
                    <a:lnTo>
                      <a:pt x="116" y="158"/>
                    </a:lnTo>
                    <a:lnTo>
                      <a:pt x="114" y="156"/>
                    </a:lnTo>
                    <a:lnTo>
                      <a:pt x="112" y="152"/>
                    </a:lnTo>
                    <a:lnTo>
                      <a:pt x="112" y="152"/>
                    </a:lnTo>
                    <a:lnTo>
                      <a:pt x="112" y="150"/>
                    </a:lnTo>
                    <a:lnTo>
                      <a:pt x="108" y="148"/>
                    </a:lnTo>
                    <a:lnTo>
                      <a:pt x="106" y="146"/>
                    </a:lnTo>
                    <a:lnTo>
                      <a:pt x="104" y="142"/>
                    </a:lnTo>
                    <a:lnTo>
                      <a:pt x="104" y="142"/>
                    </a:lnTo>
                    <a:lnTo>
                      <a:pt x="102" y="140"/>
                    </a:lnTo>
                    <a:lnTo>
                      <a:pt x="98" y="138"/>
                    </a:lnTo>
                    <a:lnTo>
                      <a:pt x="96" y="136"/>
                    </a:lnTo>
                    <a:lnTo>
                      <a:pt x="98" y="130"/>
                    </a:lnTo>
                    <a:lnTo>
                      <a:pt x="98" y="130"/>
                    </a:lnTo>
                    <a:lnTo>
                      <a:pt x="98" y="126"/>
                    </a:lnTo>
                    <a:lnTo>
                      <a:pt x="96" y="124"/>
                    </a:lnTo>
                    <a:lnTo>
                      <a:pt x="96" y="122"/>
                    </a:lnTo>
                    <a:lnTo>
                      <a:pt x="96" y="122"/>
                    </a:lnTo>
                    <a:lnTo>
                      <a:pt x="94" y="122"/>
                    </a:lnTo>
                    <a:lnTo>
                      <a:pt x="94" y="118"/>
                    </a:lnTo>
                    <a:lnTo>
                      <a:pt x="92" y="114"/>
                    </a:lnTo>
                    <a:lnTo>
                      <a:pt x="92" y="114"/>
                    </a:lnTo>
                    <a:lnTo>
                      <a:pt x="94" y="112"/>
                    </a:lnTo>
                    <a:lnTo>
                      <a:pt x="96" y="112"/>
                    </a:lnTo>
                    <a:lnTo>
                      <a:pt x="98" y="114"/>
                    </a:lnTo>
                    <a:lnTo>
                      <a:pt x="98" y="114"/>
                    </a:lnTo>
                    <a:lnTo>
                      <a:pt x="98" y="106"/>
                    </a:lnTo>
                    <a:lnTo>
                      <a:pt x="98" y="106"/>
                    </a:lnTo>
                    <a:lnTo>
                      <a:pt x="100" y="102"/>
                    </a:lnTo>
                    <a:lnTo>
                      <a:pt x="102" y="98"/>
                    </a:lnTo>
                    <a:lnTo>
                      <a:pt x="102" y="98"/>
                    </a:lnTo>
                    <a:lnTo>
                      <a:pt x="104" y="92"/>
                    </a:lnTo>
                    <a:lnTo>
                      <a:pt x="106" y="86"/>
                    </a:lnTo>
                    <a:lnTo>
                      <a:pt x="106" y="86"/>
                    </a:lnTo>
                    <a:lnTo>
                      <a:pt x="110" y="82"/>
                    </a:lnTo>
                    <a:lnTo>
                      <a:pt x="118" y="76"/>
                    </a:lnTo>
                    <a:lnTo>
                      <a:pt x="118" y="76"/>
                    </a:lnTo>
                    <a:lnTo>
                      <a:pt x="124" y="74"/>
                    </a:lnTo>
                    <a:lnTo>
                      <a:pt x="130" y="72"/>
                    </a:lnTo>
                    <a:lnTo>
                      <a:pt x="130" y="72"/>
                    </a:lnTo>
                    <a:lnTo>
                      <a:pt x="140" y="70"/>
                    </a:lnTo>
                    <a:lnTo>
                      <a:pt x="140" y="70"/>
                    </a:lnTo>
                    <a:lnTo>
                      <a:pt x="142" y="70"/>
                    </a:lnTo>
                    <a:lnTo>
                      <a:pt x="144" y="68"/>
                    </a:lnTo>
                    <a:lnTo>
                      <a:pt x="144" y="66"/>
                    </a:lnTo>
                    <a:lnTo>
                      <a:pt x="140" y="64"/>
                    </a:lnTo>
                    <a:lnTo>
                      <a:pt x="134" y="64"/>
                    </a:lnTo>
                    <a:lnTo>
                      <a:pt x="146" y="38"/>
                    </a:lnTo>
                    <a:lnTo>
                      <a:pt x="146" y="38"/>
                    </a:lnTo>
                    <a:lnTo>
                      <a:pt x="144" y="36"/>
                    </a:lnTo>
                    <a:lnTo>
                      <a:pt x="140" y="34"/>
                    </a:lnTo>
                    <a:lnTo>
                      <a:pt x="140" y="34"/>
                    </a:lnTo>
                    <a:lnTo>
                      <a:pt x="134" y="32"/>
                    </a:lnTo>
                    <a:lnTo>
                      <a:pt x="130" y="30"/>
                    </a:lnTo>
                    <a:lnTo>
                      <a:pt x="130" y="30"/>
                    </a:lnTo>
                    <a:lnTo>
                      <a:pt x="128" y="28"/>
                    </a:lnTo>
                    <a:lnTo>
                      <a:pt x="124" y="28"/>
                    </a:lnTo>
                    <a:lnTo>
                      <a:pt x="120" y="28"/>
                    </a:lnTo>
                    <a:lnTo>
                      <a:pt x="120" y="32"/>
                    </a:lnTo>
                    <a:lnTo>
                      <a:pt x="120" y="32"/>
                    </a:lnTo>
                    <a:lnTo>
                      <a:pt x="112" y="30"/>
                    </a:lnTo>
                    <a:lnTo>
                      <a:pt x="112" y="30"/>
                    </a:lnTo>
                    <a:lnTo>
                      <a:pt x="110" y="30"/>
                    </a:lnTo>
                    <a:lnTo>
                      <a:pt x="108" y="28"/>
                    </a:lnTo>
                    <a:lnTo>
                      <a:pt x="108" y="26"/>
                    </a:lnTo>
                    <a:lnTo>
                      <a:pt x="108" y="20"/>
                    </a:lnTo>
                    <a:lnTo>
                      <a:pt x="100" y="20"/>
                    </a:lnTo>
                    <a:lnTo>
                      <a:pt x="100" y="20"/>
                    </a:lnTo>
                    <a:lnTo>
                      <a:pt x="96" y="18"/>
                    </a:lnTo>
                    <a:lnTo>
                      <a:pt x="94" y="16"/>
                    </a:lnTo>
                    <a:lnTo>
                      <a:pt x="94" y="14"/>
                    </a:lnTo>
                    <a:lnTo>
                      <a:pt x="94" y="14"/>
                    </a:lnTo>
                    <a:lnTo>
                      <a:pt x="92" y="10"/>
                    </a:lnTo>
                    <a:lnTo>
                      <a:pt x="88" y="6"/>
                    </a:lnTo>
                    <a:lnTo>
                      <a:pt x="88" y="6"/>
                    </a:lnTo>
                    <a:lnTo>
                      <a:pt x="86" y="6"/>
                    </a:lnTo>
                    <a:lnTo>
                      <a:pt x="84" y="4"/>
                    </a:lnTo>
                    <a:lnTo>
                      <a:pt x="84" y="0"/>
                    </a:lnTo>
                    <a:lnTo>
                      <a:pt x="76" y="0"/>
                    </a:lnTo>
                    <a:lnTo>
                      <a:pt x="72" y="4"/>
                    </a:lnTo>
                    <a:lnTo>
                      <a:pt x="76" y="6"/>
                    </a:lnTo>
                    <a:lnTo>
                      <a:pt x="76" y="6"/>
                    </a:lnTo>
                    <a:lnTo>
                      <a:pt x="76" y="16"/>
                    </a:lnTo>
                    <a:lnTo>
                      <a:pt x="76" y="16"/>
                    </a:lnTo>
                    <a:lnTo>
                      <a:pt x="78" y="22"/>
                    </a:lnTo>
                    <a:lnTo>
                      <a:pt x="78" y="24"/>
                    </a:lnTo>
                    <a:lnTo>
                      <a:pt x="74" y="24"/>
                    </a:lnTo>
                    <a:lnTo>
                      <a:pt x="74" y="24"/>
                    </a:lnTo>
                    <a:lnTo>
                      <a:pt x="74" y="30"/>
                    </a:lnTo>
                    <a:lnTo>
                      <a:pt x="72" y="36"/>
                    </a:lnTo>
                    <a:lnTo>
                      <a:pt x="66" y="42"/>
                    </a:lnTo>
                    <a:lnTo>
                      <a:pt x="66" y="42"/>
                    </a:lnTo>
                    <a:lnTo>
                      <a:pt x="54" y="48"/>
                    </a:lnTo>
                    <a:lnTo>
                      <a:pt x="48" y="52"/>
                    </a:lnTo>
                    <a:lnTo>
                      <a:pt x="48" y="52"/>
                    </a:lnTo>
                    <a:lnTo>
                      <a:pt x="42" y="60"/>
                    </a:lnTo>
                    <a:lnTo>
                      <a:pt x="42" y="60"/>
                    </a:lnTo>
                    <a:lnTo>
                      <a:pt x="38" y="66"/>
                    </a:lnTo>
                    <a:lnTo>
                      <a:pt x="34" y="76"/>
                    </a:lnTo>
                    <a:lnTo>
                      <a:pt x="34" y="76"/>
                    </a:lnTo>
                    <a:lnTo>
                      <a:pt x="32" y="78"/>
                    </a:lnTo>
                    <a:lnTo>
                      <a:pt x="30" y="80"/>
                    </a:lnTo>
                    <a:lnTo>
                      <a:pt x="26" y="82"/>
                    </a:lnTo>
                    <a:lnTo>
                      <a:pt x="26" y="82"/>
                    </a:lnTo>
                    <a:lnTo>
                      <a:pt x="26" y="82"/>
                    </a:lnTo>
                    <a:lnTo>
                      <a:pt x="24" y="82"/>
                    </a:lnTo>
                    <a:lnTo>
                      <a:pt x="22" y="80"/>
                    </a:lnTo>
                    <a:lnTo>
                      <a:pt x="22" y="80"/>
                    </a:lnTo>
                    <a:lnTo>
                      <a:pt x="20" y="74"/>
                    </a:lnTo>
                    <a:lnTo>
                      <a:pt x="18" y="72"/>
                    </a:lnTo>
                    <a:lnTo>
                      <a:pt x="18" y="72"/>
                    </a:lnTo>
                    <a:lnTo>
                      <a:pt x="18" y="74"/>
                    </a:lnTo>
                    <a:lnTo>
                      <a:pt x="14" y="76"/>
                    </a:lnTo>
                    <a:lnTo>
                      <a:pt x="14" y="76"/>
                    </a:lnTo>
                    <a:lnTo>
                      <a:pt x="10" y="72"/>
                    </a:lnTo>
                    <a:lnTo>
                      <a:pt x="8" y="70"/>
                    </a:lnTo>
                    <a:lnTo>
                      <a:pt x="14" y="66"/>
                    </a:lnTo>
                    <a:lnTo>
                      <a:pt x="12" y="64"/>
                    </a:lnTo>
                    <a:lnTo>
                      <a:pt x="10" y="58"/>
                    </a:lnTo>
                    <a:lnTo>
                      <a:pt x="10" y="58"/>
                    </a:lnTo>
                    <a:lnTo>
                      <a:pt x="4" y="64"/>
                    </a:lnTo>
                    <a:lnTo>
                      <a:pt x="0" y="72"/>
                    </a:lnTo>
                    <a:lnTo>
                      <a:pt x="0" y="72"/>
                    </a:lnTo>
                    <a:lnTo>
                      <a:pt x="0" y="74"/>
                    </a:lnTo>
                    <a:lnTo>
                      <a:pt x="0" y="76"/>
                    </a:lnTo>
                    <a:lnTo>
                      <a:pt x="0" y="76"/>
                    </a:lnTo>
                    <a:lnTo>
                      <a:pt x="0" y="76"/>
                    </a:lnTo>
                    <a:lnTo>
                      <a:pt x="2" y="80"/>
                    </a:lnTo>
                    <a:lnTo>
                      <a:pt x="2" y="80"/>
                    </a:lnTo>
                    <a:lnTo>
                      <a:pt x="4" y="80"/>
                    </a:lnTo>
                    <a:lnTo>
                      <a:pt x="4" y="80"/>
                    </a:lnTo>
                    <a:lnTo>
                      <a:pt x="4" y="82"/>
                    </a:lnTo>
                    <a:lnTo>
                      <a:pt x="4" y="82"/>
                    </a:lnTo>
                    <a:lnTo>
                      <a:pt x="2" y="86"/>
                    </a:lnTo>
                    <a:lnTo>
                      <a:pt x="2" y="86"/>
                    </a:lnTo>
                    <a:lnTo>
                      <a:pt x="6" y="90"/>
                    </a:lnTo>
                    <a:lnTo>
                      <a:pt x="6" y="90"/>
                    </a:lnTo>
                    <a:lnTo>
                      <a:pt x="6" y="94"/>
                    </a:lnTo>
                    <a:lnTo>
                      <a:pt x="4" y="98"/>
                    </a:lnTo>
                    <a:lnTo>
                      <a:pt x="4" y="98"/>
                    </a:lnTo>
                    <a:lnTo>
                      <a:pt x="12" y="104"/>
                    </a:lnTo>
                    <a:lnTo>
                      <a:pt x="20" y="112"/>
                    </a:lnTo>
                    <a:lnTo>
                      <a:pt x="20" y="112"/>
                    </a:lnTo>
                    <a:lnTo>
                      <a:pt x="22" y="114"/>
                    </a:lnTo>
                    <a:lnTo>
                      <a:pt x="22" y="114"/>
                    </a:lnTo>
                    <a:lnTo>
                      <a:pt x="22" y="118"/>
                    </a:lnTo>
                    <a:lnTo>
                      <a:pt x="22" y="118"/>
                    </a:lnTo>
                    <a:lnTo>
                      <a:pt x="26" y="120"/>
                    </a:lnTo>
                    <a:lnTo>
                      <a:pt x="30" y="122"/>
                    </a:lnTo>
                    <a:lnTo>
                      <a:pt x="30" y="122"/>
                    </a:lnTo>
                    <a:lnTo>
                      <a:pt x="30" y="126"/>
                    </a:lnTo>
                    <a:lnTo>
                      <a:pt x="30" y="126"/>
                    </a:lnTo>
                    <a:lnTo>
                      <a:pt x="38" y="134"/>
                    </a:lnTo>
                    <a:lnTo>
                      <a:pt x="38" y="134"/>
                    </a:lnTo>
                    <a:lnTo>
                      <a:pt x="44" y="144"/>
                    </a:lnTo>
                    <a:lnTo>
                      <a:pt x="44" y="144"/>
                    </a:lnTo>
                    <a:lnTo>
                      <a:pt x="46" y="144"/>
                    </a:lnTo>
                    <a:lnTo>
                      <a:pt x="46" y="144"/>
                    </a:lnTo>
                    <a:lnTo>
                      <a:pt x="46" y="148"/>
                    </a:lnTo>
                    <a:lnTo>
                      <a:pt x="48" y="150"/>
                    </a:lnTo>
                    <a:lnTo>
                      <a:pt x="48" y="150"/>
                    </a:lnTo>
                    <a:lnTo>
                      <a:pt x="50" y="152"/>
                    </a:lnTo>
                    <a:lnTo>
                      <a:pt x="50" y="152"/>
                    </a:lnTo>
                    <a:lnTo>
                      <a:pt x="50" y="160"/>
                    </a:lnTo>
                    <a:lnTo>
                      <a:pt x="50" y="160"/>
                    </a:lnTo>
                    <a:lnTo>
                      <a:pt x="54" y="164"/>
                    </a:lnTo>
                    <a:lnTo>
                      <a:pt x="54" y="164"/>
                    </a:lnTo>
                    <a:lnTo>
                      <a:pt x="54" y="172"/>
                    </a:lnTo>
                    <a:lnTo>
                      <a:pt x="54" y="172"/>
                    </a:lnTo>
                    <a:lnTo>
                      <a:pt x="56" y="178"/>
                    </a:lnTo>
                    <a:lnTo>
                      <a:pt x="56" y="182"/>
                    </a:lnTo>
                    <a:lnTo>
                      <a:pt x="56" y="182"/>
                    </a:lnTo>
                    <a:lnTo>
                      <a:pt x="56" y="184"/>
                    </a:lnTo>
                    <a:lnTo>
                      <a:pt x="56" y="184"/>
                    </a:lnTo>
                    <a:lnTo>
                      <a:pt x="60" y="190"/>
                    </a:lnTo>
                    <a:lnTo>
                      <a:pt x="62" y="192"/>
                    </a:lnTo>
                    <a:lnTo>
                      <a:pt x="62" y="196"/>
                    </a:lnTo>
                    <a:lnTo>
                      <a:pt x="62" y="196"/>
                    </a:lnTo>
                    <a:lnTo>
                      <a:pt x="62" y="198"/>
                    </a:lnTo>
                    <a:lnTo>
                      <a:pt x="62" y="198"/>
                    </a:lnTo>
                    <a:lnTo>
                      <a:pt x="66" y="200"/>
                    </a:lnTo>
                    <a:lnTo>
                      <a:pt x="66" y="200"/>
                    </a:lnTo>
                    <a:lnTo>
                      <a:pt x="68" y="206"/>
                    </a:lnTo>
                    <a:lnTo>
                      <a:pt x="70" y="212"/>
                    </a:lnTo>
                    <a:lnTo>
                      <a:pt x="70" y="212"/>
                    </a:lnTo>
                    <a:lnTo>
                      <a:pt x="72" y="214"/>
                    </a:lnTo>
                    <a:lnTo>
                      <a:pt x="72" y="214"/>
                    </a:lnTo>
                    <a:lnTo>
                      <a:pt x="74" y="224"/>
                    </a:lnTo>
                    <a:lnTo>
                      <a:pt x="72" y="232"/>
                    </a:lnTo>
                    <a:lnTo>
                      <a:pt x="72" y="232"/>
                    </a:lnTo>
                    <a:lnTo>
                      <a:pt x="78" y="238"/>
                    </a:lnTo>
                    <a:lnTo>
                      <a:pt x="82" y="246"/>
                    </a:lnTo>
                    <a:lnTo>
                      <a:pt x="82" y="246"/>
                    </a:lnTo>
                    <a:lnTo>
                      <a:pt x="82" y="248"/>
                    </a:lnTo>
                    <a:lnTo>
                      <a:pt x="84" y="250"/>
                    </a:lnTo>
                    <a:lnTo>
                      <a:pt x="84" y="250"/>
                    </a:lnTo>
                    <a:lnTo>
                      <a:pt x="88" y="254"/>
                    </a:lnTo>
                    <a:lnTo>
                      <a:pt x="94" y="258"/>
                    </a:lnTo>
                    <a:lnTo>
                      <a:pt x="94" y="258"/>
                    </a:lnTo>
                    <a:lnTo>
                      <a:pt x="102" y="264"/>
                    </a:lnTo>
                    <a:lnTo>
                      <a:pt x="102" y="264"/>
                    </a:lnTo>
                    <a:lnTo>
                      <a:pt x="102" y="266"/>
                    </a:lnTo>
                    <a:lnTo>
                      <a:pt x="102" y="266"/>
                    </a:lnTo>
                    <a:lnTo>
                      <a:pt x="106" y="266"/>
                    </a:lnTo>
                    <a:lnTo>
                      <a:pt x="106" y="266"/>
                    </a:lnTo>
                    <a:lnTo>
                      <a:pt x="110" y="270"/>
                    </a:lnTo>
                    <a:lnTo>
                      <a:pt x="110" y="270"/>
                    </a:lnTo>
                    <a:lnTo>
                      <a:pt x="116" y="270"/>
                    </a:lnTo>
                    <a:lnTo>
                      <a:pt x="116" y="270"/>
                    </a:lnTo>
                    <a:lnTo>
                      <a:pt x="116" y="274"/>
                    </a:lnTo>
                    <a:lnTo>
                      <a:pt x="116" y="274"/>
                    </a:lnTo>
                    <a:lnTo>
                      <a:pt x="128" y="280"/>
                    </a:lnTo>
                    <a:lnTo>
                      <a:pt x="128" y="280"/>
                    </a:lnTo>
                    <a:lnTo>
                      <a:pt x="130" y="280"/>
                    </a:lnTo>
                    <a:lnTo>
                      <a:pt x="130" y="280"/>
                    </a:lnTo>
                    <a:lnTo>
                      <a:pt x="136" y="284"/>
                    </a:lnTo>
                    <a:lnTo>
                      <a:pt x="136" y="284"/>
                    </a:lnTo>
                    <a:lnTo>
                      <a:pt x="138" y="284"/>
                    </a:lnTo>
                    <a:lnTo>
                      <a:pt x="138" y="284"/>
                    </a:lnTo>
                    <a:lnTo>
                      <a:pt x="142" y="288"/>
                    </a:lnTo>
                    <a:lnTo>
                      <a:pt x="144" y="292"/>
                    </a:lnTo>
                    <a:lnTo>
                      <a:pt x="144" y="292"/>
                    </a:lnTo>
                    <a:lnTo>
                      <a:pt x="148" y="298"/>
                    </a:lnTo>
                    <a:lnTo>
                      <a:pt x="148" y="298"/>
                    </a:lnTo>
                    <a:lnTo>
                      <a:pt x="150" y="298"/>
                    </a:lnTo>
                    <a:lnTo>
                      <a:pt x="154" y="294"/>
                    </a:lnTo>
                    <a:lnTo>
                      <a:pt x="154" y="294"/>
                    </a:lnTo>
                    <a:lnTo>
                      <a:pt x="156" y="290"/>
                    </a:lnTo>
                    <a:lnTo>
                      <a:pt x="158" y="290"/>
                    </a:lnTo>
                    <a:lnTo>
                      <a:pt x="154" y="282"/>
                    </a:lnTo>
                    <a:lnTo>
                      <a:pt x="154" y="282"/>
                    </a:lnTo>
                    <a:lnTo>
                      <a:pt x="162" y="270"/>
                    </a:lnTo>
                    <a:lnTo>
                      <a:pt x="162" y="270"/>
                    </a:lnTo>
                    <a:lnTo>
                      <a:pt x="164" y="268"/>
                    </a:lnTo>
                    <a:lnTo>
                      <a:pt x="162" y="266"/>
                    </a:lnTo>
                    <a:lnTo>
                      <a:pt x="162" y="262"/>
                    </a:lnTo>
                    <a:lnTo>
                      <a:pt x="162" y="262"/>
                    </a:lnTo>
                    <a:lnTo>
                      <a:pt x="162" y="262"/>
                    </a:lnTo>
                    <a:lnTo>
                      <a:pt x="156" y="256"/>
                    </a:lnTo>
                    <a:lnTo>
                      <a:pt x="156" y="256"/>
                    </a:lnTo>
                    <a:lnTo>
                      <a:pt x="152" y="258"/>
                    </a:lnTo>
                    <a:lnTo>
                      <a:pt x="152" y="258"/>
                    </a:lnTo>
                    <a:lnTo>
                      <a:pt x="152" y="250"/>
                    </a:lnTo>
                    <a:lnTo>
                      <a:pt x="152" y="250"/>
                    </a:lnTo>
                    <a:lnTo>
                      <a:pt x="154" y="248"/>
                    </a:lnTo>
                    <a:lnTo>
                      <a:pt x="154" y="248"/>
                    </a:lnTo>
                    <a:lnTo>
                      <a:pt x="158" y="254"/>
                    </a:lnTo>
                    <a:lnTo>
                      <a:pt x="158" y="254"/>
                    </a:lnTo>
                    <a:lnTo>
                      <a:pt x="158" y="256"/>
                    </a:lnTo>
                    <a:lnTo>
                      <a:pt x="158" y="256"/>
                    </a:lnTo>
                    <a:lnTo>
                      <a:pt x="160" y="258"/>
                    </a:lnTo>
                    <a:lnTo>
                      <a:pt x="160" y="2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0" name="Freeform 112">
                <a:extLst>
                  <a:ext uri="{FF2B5EF4-FFF2-40B4-BE49-F238E27FC236}">
                    <a16:creationId xmlns:a16="http://schemas.microsoft.com/office/drawing/2014/main" id="{8D46EEE5-EC6A-944D-A546-8DB4CF9BDE8E}"/>
                  </a:ext>
                </a:extLst>
              </p:cNvPr>
              <p:cNvSpPr>
                <a:spLocks/>
              </p:cNvSpPr>
              <p:nvPr/>
            </p:nvSpPr>
            <p:spPr bwMode="auto">
              <a:xfrm>
                <a:off x="4257590" y="5024387"/>
                <a:ext cx="211346" cy="284334"/>
              </a:xfrm>
              <a:custGeom>
                <a:avLst/>
                <a:gdLst>
                  <a:gd name="T0" fmla="*/ 50 w 108"/>
                  <a:gd name="T1" fmla="*/ 2 h 142"/>
                  <a:gd name="T2" fmla="*/ 22 w 108"/>
                  <a:gd name="T3" fmla="*/ 0 h 142"/>
                  <a:gd name="T4" fmla="*/ 18 w 108"/>
                  <a:gd name="T5" fmla="*/ 6 h 142"/>
                  <a:gd name="T6" fmla="*/ 14 w 108"/>
                  <a:gd name="T7" fmla="*/ 12 h 142"/>
                  <a:gd name="T8" fmla="*/ 10 w 108"/>
                  <a:gd name="T9" fmla="*/ 22 h 142"/>
                  <a:gd name="T10" fmla="*/ 0 w 108"/>
                  <a:gd name="T11" fmla="*/ 46 h 142"/>
                  <a:gd name="T12" fmla="*/ 8 w 108"/>
                  <a:gd name="T13" fmla="*/ 52 h 142"/>
                  <a:gd name="T14" fmla="*/ 12 w 108"/>
                  <a:gd name="T15" fmla="*/ 58 h 142"/>
                  <a:gd name="T16" fmla="*/ 18 w 108"/>
                  <a:gd name="T17" fmla="*/ 64 h 142"/>
                  <a:gd name="T18" fmla="*/ 20 w 108"/>
                  <a:gd name="T19" fmla="*/ 66 h 142"/>
                  <a:gd name="T20" fmla="*/ 22 w 108"/>
                  <a:gd name="T21" fmla="*/ 70 h 142"/>
                  <a:gd name="T22" fmla="*/ 26 w 108"/>
                  <a:gd name="T23" fmla="*/ 78 h 142"/>
                  <a:gd name="T24" fmla="*/ 28 w 108"/>
                  <a:gd name="T25" fmla="*/ 80 h 142"/>
                  <a:gd name="T26" fmla="*/ 36 w 108"/>
                  <a:gd name="T27" fmla="*/ 86 h 142"/>
                  <a:gd name="T28" fmla="*/ 40 w 108"/>
                  <a:gd name="T29" fmla="*/ 88 h 142"/>
                  <a:gd name="T30" fmla="*/ 44 w 108"/>
                  <a:gd name="T31" fmla="*/ 88 h 142"/>
                  <a:gd name="T32" fmla="*/ 46 w 108"/>
                  <a:gd name="T33" fmla="*/ 90 h 142"/>
                  <a:gd name="T34" fmla="*/ 52 w 108"/>
                  <a:gd name="T35" fmla="*/ 94 h 142"/>
                  <a:gd name="T36" fmla="*/ 60 w 108"/>
                  <a:gd name="T37" fmla="*/ 104 h 142"/>
                  <a:gd name="T38" fmla="*/ 62 w 108"/>
                  <a:gd name="T39" fmla="*/ 106 h 142"/>
                  <a:gd name="T40" fmla="*/ 60 w 108"/>
                  <a:gd name="T41" fmla="*/ 114 h 142"/>
                  <a:gd name="T42" fmla="*/ 58 w 108"/>
                  <a:gd name="T43" fmla="*/ 122 h 142"/>
                  <a:gd name="T44" fmla="*/ 54 w 108"/>
                  <a:gd name="T45" fmla="*/ 128 h 142"/>
                  <a:gd name="T46" fmla="*/ 50 w 108"/>
                  <a:gd name="T47" fmla="*/ 138 h 142"/>
                  <a:gd name="T48" fmla="*/ 50 w 108"/>
                  <a:gd name="T49" fmla="*/ 138 h 142"/>
                  <a:gd name="T50" fmla="*/ 54 w 108"/>
                  <a:gd name="T51" fmla="*/ 138 h 142"/>
                  <a:gd name="T52" fmla="*/ 64 w 108"/>
                  <a:gd name="T53" fmla="*/ 140 h 142"/>
                  <a:gd name="T54" fmla="*/ 68 w 108"/>
                  <a:gd name="T55" fmla="*/ 142 h 142"/>
                  <a:gd name="T56" fmla="*/ 72 w 108"/>
                  <a:gd name="T57" fmla="*/ 140 h 142"/>
                  <a:gd name="T58" fmla="*/ 84 w 108"/>
                  <a:gd name="T59" fmla="*/ 142 h 142"/>
                  <a:gd name="T60" fmla="*/ 90 w 108"/>
                  <a:gd name="T61" fmla="*/ 142 h 142"/>
                  <a:gd name="T62" fmla="*/ 92 w 108"/>
                  <a:gd name="T63" fmla="*/ 140 h 142"/>
                  <a:gd name="T64" fmla="*/ 94 w 108"/>
                  <a:gd name="T65" fmla="*/ 138 h 142"/>
                  <a:gd name="T66" fmla="*/ 100 w 108"/>
                  <a:gd name="T67" fmla="*/ 130 h 142"/>
                  <a:gd name="T68" fmla="*/ 102 w 108"/>
                  <a:gd name="T69" fmla="*/ 128 h 142"/>
                  <a:gd name="T70" fmla="*/ 102 w 108"/>
                  <a:gd name="T71" fmla="*/ 116 h 142"/>
                  <a:gd name="T72" fmla="*/ 100 w 108"/>
                  <a:gd name="T73" fmla="*/ 114 h 142"/>
                  <a:gd name="T74" fmla="*/ 104 w 108"/>
                  <a:gd name="T75" fmla="*/ 110 h 142"/>
                  <a:gd name="T76" fmla="*/ 104 w 108"/>
                  <a:gd name="T77" fmla="*/ 102 h 142"/>
                  <a:gd name="T78" fmla="*/ 106 w 108"/>
                  <a:gd name="T79" fmla="*/ 94 h 142"/>
                  <a:gd name="T80" fmla="*/ 108 w 108"/>
                  <a:gd name="T81" fmla="*/ 80 h 142"/>
                  <a:gd name="T82" fmla="*/ 106 w 108"/>
                  <a:gd name="T83" fmla="*/ 80 h 142"/>
                  <a:gd name="T84" fmla="*/ 100 w 108"/>
                  <a:gd name="T85" fmla="*/ 82 h 142"/>
                  <a:gd name="T86" fmla="*/ 98 w 108"/>
                  <a:gd name="T87" fmla="*/ 82 h 142"/>
                  <a:gd name="T88" fmla="*/ 96 w 108"/>
                  <a:gd name="T89" fmla="*/ 74 h 142"/>
                  <a:gd name="T90" fmla="*/ 96 w 108"/>
                  <a:gd name="T91" fmla="*/ 60 h 142"/>
                  <a:gd name="T92" fmla="*/ 96 w 108"/>
                  <a:gd name="T93" fmla="*/ 56 h 142"/>
                  <a:gd name="T94" fmla="*/ 90 w 108"/>
                  <a:gd name="T95" fmla="*/ 52 h 142"/>
                  <a:gd name="T96" fmla="*/ 88 w 108"/>
                  <a:gd name="T97" fmla="*/ 52 h 142"/>
                  <a:gd name="T98" fmla="*/ 86 w 108"/>
                  <a:gd name="T99" fmla="*/ 48 h 142"/>
                  <a:gd name="T100" fmla="*/ 80 w 108"/>
                  <a:gd name="T101" fmla="*/ 46 h 142"/>
                  <a:gd name="T102" fmla="*/ 72 w 108"/>
                  <a:gd name="T103" fmla="*/ 46 h 142"/>
                  <a:gd name="T104" fmla="*/ 64 w 108"/>
                  <a:gd name="T105" fmla="*/ 42 h 142"/>
                  <a:gd name="T106" fmla="*/ 64 w 108"/>
                  <a:gd name="T107" fmla="*/ 38 h 142"/>
                  <a:gd name="T108" fmla="*/ 62 w 108"/>
                  <a:gd name="T109" fmla="*/ 32 h 142"/>
                  <a:gd name="T110" fmla="*/ 64 w 108"/>
                  <a:gd name="T111" fmla="*/ 24 h 142"/>
                  <a:gd name="T112" fmla="*/ 62 w 108"/>
                  <a:gd name="T113" fmla="*/ 18 h 142"/>
                  <a:gd name="T114" fmla="*/ 56 w 108"/>
                  <a:gd name="T115" fmla="*/ 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8" h="142">
                    <a:moveTo>
                      <a:pt x="56" y="8"/>
                    </a:moveTo>
                    <a:lnTo>
                      <a:pt x="50" y="2"/>
                    </a:lnTo>
                    <a:lnTo>
                      <a:pt x="38" y="0"/>
                    </a:lnTo>
                    <a:lnTo>
                      <a:pt x="22" y="0"/>
                    </a:lnTo>
                    <a:lnTo>
                      <a:pt x="22" y="0"/>
                    </a:lnTo>
                    <a:lnTo>
                      <a:pt x="18" y="6"/>
                    </a:lnTo>
                    <a:lnTo>
                      <a:pt x="14" y="12"/>
                    </a:lnTo>
                    <a:lnTo>
                      <a:pt x="14" y="12"/>
                    </a:lnTo>
                    <a:lnTo>
                      <a:pt x="12" y="18"/>
                    </a:lnTo>
                    <a:lnTo>
                      <a:pt x="10" y="22"/>
                    </a:lnTo>
                    <a:lnTo>
                      <a:pt x="10" y="28"/>
                    </a:lnTo>
                    <a:lnTo>
                      <a:pt x="0" y="46"/>
                    </a:lnTo>
                    <a:lnTo>
                      <a:pt x="8" y="52"/>
                    </a:lnTo>
                    <a:lnTo>
                      <a:pt x="8" y="52"/>
                    </a:lnTo>
                    <a:lnTo>
                      <a:pt x="12" y="58"/>
                    </a:lnTo>
                    <a:lnTo>
                      <a:pt x="12" y="58"/>
                    </a:lnTo>
                    <a:lnTo>
                      <a:pt x="14" y="62"/>
                    </a:lnTo>
                    <a:lnTo>
                      <a:pt x="18" y="64"/>
                    </a:lnTo>
                    <a:lnTo>
                      <a:pt x="18" y="64"/>
                    </a:lnTo>
                    <a:lnTo>
                      <a:pt x="20" y="66"/>
                    </a:lnTo>
                    <a:lnTo>
                      <a:pt x="22" y="70"/>
                    </a:lnTo>
                    <a:lnTo>
                      <a:pt x="22" y="70"/>
                    </a:lnTo>
                    <a:lnTo>
                      <a:pt x="26" y="76"/>
                    </a:lnTo>
                    <a:lnTo>
                      <a:pt x="26" y="78"/>
                    </a:lnTo>
                    <a:lnTo>
                      <a:pt x="28" y="80"/>
                    </a:lnTo>
                    <a:lnTo>
                      <a:pt x="28" y="80"/>
                    </a:lnTo>
                    <a:lnTo>
                      <a:pt x="34" y="80"/>
                    </a:lnTo>
                    <a:lnTo>
                      <a:pt x="36" y="86"/>
                    </a:lnTo>
                    <a:lnTo>
                      <a:pt x="36" y="86"/>
                    </a:lnTo>
                    <a:lnTo>
                      <a:pt x="40" y="88"/>
                    </a:lnTo>
                    <a:lnTo>
                      <a:pt x="42" y="88"/>
                    </a:lnTo>
                    <a:lnTo>
                      <a:pt x="44" y="88"/>
                    </a:lnTo>
                    <a:lnTo>
                      <a:pt x="46" y="90"/>
                    </a:lnTo>
                    <a:lnTo>
                      <a:pt x="46" y="90"/>
                    </a:lnTo>
                    <a:lnTo>
                      <a:pt x="52" y="94"/>
                    </a:lnTo>
                    <a:lnTo>
                      <a:pt x="52" y="94"/>
                    </a:lnTo>
                    <a:lnTo>
                      <a:pt x="54" y="98"/>
                    </a:lnTo>
                    <a:lnTo>
                      <a:pt x="60" y="104"/>
                    </a:lnTo>
                    <a:lnTo>
                      <a:pt x="60" y="104"/>
                    </a:lnTo>
                    <a:lnTo>
                      <a:pt x="62" y="106"/>
                    </a:lnTo>
                    <a:lnTo>
                      <a:pt x="62" y="108"/>
                    </a:lnTo>
                    <a:lnTo>
                      <a:pt x="60" y="114"/>
                    </a:lnTo>
                    <a:lnTo>
                      <a:pt x="60" y="114"/>
                    </a:lnTo>
                    <a:lnTo>
                      <a:pt x="58" y="122"/>
                    </a:lnTo>
                    <a:lnTo>
                      <a:pt x="54" y="128"/>
                    </a:lnTo>
                    <a:lnTo>
                      <a:pt x="54" y="128"/>
                    </a:lnTo>
                    <a:lnTo>
                      <a:pt x="50" y="134"/>
                    </a:lnTo>
                    <a:lnTo>
                      <a:pt x="50" y="138"/>
                    </a:lnTo>
                    <a:lnTo>
                      <a:pt x="50" y="138"/>
                    </a:lnTo>
                    <a:lnTo>
                      <a:pt x="50" y="138"/>
                    </a:lnTo>
                    <a:lnTo>
                      <a:pt x="54" y="138"/>
                    </a:lnTo>
                    <a:lnTo>
                      <a:pt x="54" y="138"/>
                    </a:lnTo>
                    <a:lnTo>
                      <a:pt x="58" y="138"/>
                    </a:lnTo>
                    <a:lnTo>
                      <a:pt x="64" y="140"/>
                    </a:lnTo>
                    <a:lnTo>
                      <a:pt x="64" y="140"/>
                    </a:lnTo>
                    <a:lnTo>
                      <a:pt x="68" y="142"/>
                    </a:lnTo>
                    <a:lnTo>
                      <a:pt x="72" y="140"/>
                    </a:lnTo>
                    <a:lnTo>
                      <a:pt x="72" y="140"/>
                    </a:lnTo>
                    <a:lnTo>
                      <a:pt x="78" y="140"/>
                    </a:lnTo>
                    <a:lnTo>
                      <a:pt x="84" y="142"/>
                    </a:lnTo>
                    <a:lnTo>
                      <a:pt x="84" y="142"/>
                    </a:lnTo>
                    <a:lnTo>
                      <a:pt x="90" y="142"/>
                    </a:lnTo>
                    <a:lnTo>
                      <a:pt x="92" y="140"/>
                    </a:lnTo>
                    <a:lnTo>
                      <a:pt x="92" y="140"/>
                    </a:lnTo>
                    <a:lnTo>
                      <a:pt x="94" y="138"/>
                    </a:lnTo>
                    <a:lnTo>
                      <a:pt x="94" y="138"/>
                    </a:lnTo>
                    <a:lnTo>
                      <a:pt x="96" y="134"/>
                    </a:lnTo>
                    <a:lnTo>
                      <a:pt x="100" y="130"/>
                    </a:lnTo>
                    <a:lnTo>
                      <a:pt x="100" y="130"/>
                    </a:lnTo>
                    <a:lnTo>
                      <a:pt x="102" y="128"/>
                    </a:lnTo>
                    <a:lnTo>
                      <a:pt x="102" y="124"/>
                    </a:lnTo>
                    <a:lnTo>
                      <a:pt x="102" y="116"/>
                    </a:lnTo>
                    <a:lnTo>
                      <a:pt x="102" y="116"/>
                    </a:lnTo>
                    <a:lnTo>
                      <a:pt x="100" y="114"/>
                    </a:lnTo>
                    <a:lnTo>
                      <a:pt x="102" y="112"/>
                    </a:lnTo>
                    <a:lnTo>
                      <a:pt x="104" y="110"/>
                    </a:lnTo>
                    <a:lnTo>
                      <a:pt x="104" y="110"/>
                    </a:lnTo>
                    <a:lnTo>
                      <a:pt x="104" y="102"/>
                    </a:lnTo>
                    <a:lnTo>
                      <a:pt x="106" y="94"/>
                    </a:lnTo>
                    <a:lnTo>
                      <a:pt x="106" y="94"/>
                    </a:lnTo>
                    <a:lnTo>
                      <a:pt x="106" y="86"/>
                    </a:lnTo>
                    <a:lnTo>
                      <a:pt x="108" y="80"/>
                    </a:lnTo>
                    <a:lnTo>
                      <a:pt x="108" y="80"/>
                    </a:lnTo>
                    <a:lnTo>
                      <a:pt x="106" y="80"/>
                    </a:lnTo>
                    <a:lnTo>
                      <a:pt x="104" y="80"/>
                    </a:lnTo>
                    <a:lnTo>
                      <a:pt x="100" y="82"/>
                    </a:lnTo>
                    <a:lnTo>
                      <a:pt x="100" y="82"/>
                    </a:lnTo>
                    <a:lnTo>
                      <a:pt x="98" y="82"/>
                    </a:lnTo>
                    <a:lnTo>
                      <a:pt x="98" y="80"/>
                    </a:lnTo>
                    <a:lnTo>
                      <a:pt x="96" y="74"/>
                    </a:lnTo>
                    <a:lnTo>
                      <a:pt x="96" y="74"/>
                    </a:lnTo>
                    <a:lnTo>
                      <a:pt x="96" y="60"/>
                    </a:lnTo>
                    <a:lnTo>
                      <a:pt x="96" y="60"/>
                    </a:lnTo>
                    <a:lnTo>
                      <a:pt x="96" y="56"/>
                    </a:lnTo>
                    <a:lnTo>
                      <a:pt x="94" y="54"/>
                    </a:lnTo>
                    <a:lnTo>
                      <a:pt x="90" y="52"/>
                    </a:lnTo>
                    <a:lnTo>
                      <a:pt x="90" y="52"/>
                    </a:lnTo>
                    <a:lnTo>
                      <a:pt x="88" y="52"/>
                    </a:lnTo>
                    <a:lnTo>
                      <a:pt x="86" y="50"/>
                    </a:lnTo>
                    <a:lnTo>
                      <a:pt x="86" y="48"/>
                    </a:lnTo>
                    <a:lnTo>
                      <a:pt x="84" y="44"/>
                    </a:lnTo>
                    <a:lnTo>
                      <a:pt x="80" y="46"/>
                    </a:lnTo>
                    <a:lnTo>
                      <a:pt x="80" y="46"/>
                    </a:lnTo>
                    <a:lnTo>
                      <a:pt x="72" y="46"/>
                    </a:lnTo>
                    <a:lnTo>
                      <a:pt x="66" y="44"/>
                    </a:lnTo>
                    <a:lnTo>
                      <a:pt x="64" y="42"/>
                    </a:lnTo>
                    <a:lnTo>
                      <a:pt x="64" y="42"/>
                    </a:lnTo>
                    <a:lnTo>
                      <a:pt x="64" y="38"/>
                    </a:lnTo>
                    <a:lnTo>
                      <a:pt x="62" y="34"/>
                    </a:lnTo>
                    <a:lnTo>
                      <a:pt x="62" y="32"/>
                    </a:lnTo>
                    <a:lnTo>
                      <a:pt x="62" y="32"/>
                    </a:lnTo>
                    <a:lnTo>
                      <a:pt x="64" y="24"/>
                    </a:lnTo>
                    <a:lnTo>
                      <a:pt x="62" y="18"/>
                    </a:lnTo>
                    <a:lnTo>
                      <a:pt x="62" y="18"/>
                    </a:lnTo>
                    <a:lnTo>
                      <a:pt x="58" y="12"/>
                    </a:lnTo>
                    <a:lnTo>
                      <a:pt x="56"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1" name="Freeform 177">
                <a:extLst>
                  <a:ext uri="{FF2B5EF4-FFF2-40B4-BE49-F238E27FC236}">
                    <a16:creationId xmlns:a16="http://schemas.microsoft.com/office/drawing/2014/main" id="{29C7A2AB-6FD3-5C40-A9B2-049385679A3B}"/>
                  </a:ext>
                </a:extLst>
              </p:cNvPr>
              <p:cNvSpPr>
                <a:spLocks/>
              </p:cNvSpPr>
              <p:nvPr/>
            </p:nvSpPr>
            <p:spPr bwMode="auto">
              <a:xfrm>
                <a:off x="4277159" y="4095296"/>
                <a:ext cx="129155" cy="260305"/>
              </a:xfrm>
              <a:custGeom>
                <a:avLst/>
                <a:gdLst>
                  <a:gd name="T0" fmla="*/ 22 w 66"/>
                  <a:gd name="T1" fmla="*/ 8 h 130"/>
                  <a:gd name="T2" fmla="*/ 20 w 66"/>
                  <a:gd name="T3" fmla="*/ 10 h 130"/>
                  <a:gd name="T4" fmla="*/ 10 w 66"/>
                  <a:gd name="T5" fmla="*/ 14 h 130"/>
                  <a:gd name="T6" fmla="*/ 10 w 66"/>
                  <a:gd name="T7" fmla="*/ 20 h 130"/>
                  <a:gd name="T8" fmla="*/ 14 w 66"/>
                  <a:gd name="T9" fmla="*/ 26 h 130"/>
                  <a:gd name="T10" fmla="*/ 18 w 66"/>
                  <a:gd name="T11" fmla="*/ 28 h 130"/>
                  <a:gd name="T12" fmla="*/ 16 w 66"/>
                  <a:gd name="T13" fmla="*/ 32 h 130"/>
                  <a:gd name="T14" fmla="*/ 6 w 66"/>
                  <a:gd name="T15" fmla="*/ 34 h 130"/>
                  <a:gd name="T16" fmla="*/ 6 w 66"/>
                  <a:gd name="T17" fmla="*/ 40 h 130"/>
                  <a:gd name="T18" fmla="*/ 12 w 66"/>
                  <a:gd name="T19" fmla="*/ 60 h 130"/>
                  <a:gd name="T20" fmla="*/ 22 w 66"/>
                  <a:gd name="T21" fmla="*/ 62 h 130"/>
                  <a:gd name="T22" fmla="*/ 26 w 66"/>
                  <a:gd name="T23" fmla="*/ 66 h 130"/>
                  <a:gd name="T24" fmla="*/ 28 w 66"/>
                  <a:gd name="T25" fmla="*/ 74 h 130"/>
                  <a:gd name="T26" fmla="*/ 28 w 66"/>
                  <a:gd name="T27" fmla="*/ 76 h 130"/>
                  <a:gd name="T28" fmla="*/ 28 w 66"/>
                  <a:gd name="T29" fmla="*/ 80 h 130"/>
                  <a:gd name="T30" fmla="*/ 28 w 66"/>
                  <a:gd name="T31" fmla="*/ 86 h 130"/>
                  <a:gd name="T32" fmla="*/ 22 w 66"/>
                  <a:gd name="T33" fmla="*/ 100 h 130"/>
                  <a:gd name="T34" fmla="*/ 20 w 66"/>
                  <a:gd name="T35" fmla="*/ 114 h 130"/>
                  <a:gd name="T36" fmla="*/ 24 w 66"/>
                  <a:gd name="T37" fmla="*/ 120 h 130"/>
                  <a:gd name="T38" fmla="*/ 30 w 66"/>
                  <a:gd name="T39" fmla="*/ 126 h 130"/>
                  <a:gd name="T40" fmla="*/ 36 w 66"/>
                  <a:gd name="T41" fmla="*/ 130 h 130"/>
                  <a:gd name="T42" fmla="*/ 40 w 66"/>
                  <a:gd name="T43" fmla="*/ 126 h 130"/>
                  <a:gd name="T44" fmla="*/ 44 w 66"/>
                  <a:gd name="T45" fmla="*/ 126 h 130"/>
                  <a:gd name="T46" fmla="*/ 46 w 66"/>
                  <a:gd name="T47" fmla="*/ 122 h 130"/>
                  <a:gd name="T48" fmla="*/ 48 w 66"/>
                  <a:gd name="T49" fmla="*/ 120 h 130"/>
                  <a:gd name="T50" fmla="*/ 52 w 66"/>
                  <a:gd name="T51" fmla="*/ 118 h 130"/>
                  <a:gd name="T52" fmla="*/ 56 w 66"/>
                  <a:gd name="T53" fmla="*/ 112 h 130"/>
                  <a:gd name="T54" fmla="*/ 56 w 66"/>
                  <a:gd name="T55" fmla="*/ 96 h 130"/>
                  <a:gd name="T56" fmla="*/ 54 w 66"/>
                  <a:gd name="T57" fmla="*/ 92 h 130"/>
                  <a:gd name="T58" fmla="*/ 52 w 66"/>
                  <a:gd name="T59" fmla="*/ 78 h 130"/>
                  <a:gd name="T60" fmla="*/ 50 w 66"/>
                  <a:gd name="T61" fmla="*/ 70 h 130"/>
                  <a:gd name="T62" fmla="*/ 54 w 66"/>
                  <a:gd name="T63" fmla="*/ 66 h 130"/>
                  <a:gd name="T64" fmla="*/ 58 w 66"/>
                  <a:gd name="T65" fmla="*/ 54 h 130"/>
                  <a:gd name="T66" fmla="*/ 66 w 66"/>
                  <a:gd name="T67" fmla="*/ 42 h 130"/>
                  <a:gd name="T68" fmla="*/ 62 w 66"/>
                  <a:gd name="T69" fmla="*/ 32 h 130"/>
                  <a:gd name="T70" fmla="*/ 54 w 66"/>
                  <a:gd name="T71" fmla="*/ 28 h 130"/>
                  <a:gd name="T72" fmla="*/ 50 w 66"/>
                  <a:gd name="T73" fmla="*/ 28 h 130"/>
                  <a:gd name="T74" fmla="*/ 48 w 66"/>
                  <a:gd name="T75" fmla="*/ 26 h 130"/>
                  <a:gd name="T76" fmla="*/ 44 w 66"/>
                  <a:gd name="T77" fmla="*/ 30 h 130"/>
                  <a:gd name="T78" fmla="*/ 40 w 66"/>
                  <a:gd name="T79" fmla="*/ 36 h 130"/>
                  <a:gd name="T80" fmla="*/ 38 w 66"/>
                  <a:gd name="T81" fmla="*/ 36 h 130"/>
                  <a:gd name="T82" fmla="*/ 38 w 66"/>
                  <a:gd name="T83" fmla="*/ 34 h 130"/>
                  <a:gd name="T84" fmla="*/ 38 w 66"/>
                  <a:gd name="T85" fmla="*/ 30 h 130"/>
                  <a:gd name="T86" fmla="*/ 42 w 66"/>
                  <a:gd name="T87" fmla="*/ 28 h 130"/>
                  <a:gd name="T88" fmla="*/ 44 w 66"/>
                  <a:gd name="T89" fmla="*/ 16 h 130"/>
                  <a:gd name="T90" fmla="*/ 28 w 66"/>
                  <a:gd name="T91"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6" h="130">
                    <a:moveTo>
                      <a:pt x="24" y="0"/>
                    </a:moveTo>
                    <a:lnTo>
                      <a:pt x="22" y="8"/>
                    </a:lnTo>
                    <a:lnTo>
                      <a:pt x="22" y="8"/>
                    </a:lnTo>
                    <a:lnTo>
                      <a:pt x="22" y="8"/>
                    </a:lnTo>
                    <a:lnTo>
                      <a:pt x="20" y="10"/>
                    </a:lnTo>
                    <a:lnTo>
                      <a:pt x="20" y="10"/>
                    </a:lnTo>
                    <a:lnTo>
                      <a:pt x="14" y="14"/>
                    </a:lnTo>
                    <a:lnTo>
                      <a:pt x="10" y="14"/>
                    </a:lnTo>
                    <a:lnTo>
                      <a:pt x="10" y="14"/>
                    </a:lnTo>
                    <a:lnTo>
                      <a:pt x="8" y="14"/>
                    </a:lnTo>
                    <a:lnTo>
                      <a:pt x="8" y="16"/>
                    </a:lnTo>
                    <a:lnTo>
                      <a:pt x="10" y="20"/>
                    </a:lnTo>
                    <a:lnTo>
                      <a:pt x="10" y="20"/>
                    </a:lnTo>
                    <a:lnTo>
                      <a:pt x="12" y="22"/>
                    </a:lnTo>
                    <a:lnTo>
                      <a:pt x="14" y="26"/>
                    </a:lnTo>
                    <a:lnTo>
                      <a:pt x="14" y="26"/>
                    </a:lnTo>
                    <a:lnTo>
                      <a:pt x="16" y="26"/>
                    </a:lnTo>
                    <a:lnTo>
                      <a:pt x="18" y="28"/>
                    </a:lnTo>
                    <a:lnTo>
                      <a:pt x="18" y="30"/>
                    </a:lnTo>
                    <a:lnTo>
                      <a:pt x="18" y="30"/>
                    </a:lnTo>
                    <a:lnTo>
                      <a:pt x="16" y="32"/>
                    </a:lnTo>
                    <a:lnTo>
                      <a:pt x="14" y="32"/>
                    </a:lnTo>
                    <a:lnTo>
                      <a:pt x="6" y="34"/>
                    </a:lnTo>
                    <a:lnTo>
                      <a:pt x="6" y="34"/>
                    </a:lnTo>
                    <a:lnTo>
                      <a:pt x="6" y="34"/>
                    </a:lnTo>
                    <a:lnTo>
                      <a:pt x="6" y="36"/>
                    </a:lnTo>
                    <a:lnTo>
                      <a:pt x="6" y="40"/>
                    </a:lnTo>
                    <a:lnTo>
                      <a:pt x="0" y="42"/>
                    </a:lnTo>
                    <a:lnTo>
                      <a:pt x="12" y="60"/>
                    </a:lnTo>
                    <a:lnTo>
                      <a:pt x="12" y="60"/>
                    </a:lnTo>
                    <a:lnTo>
                      <a:pt x="16" y="62"/>
                    </a:lnTo>
                    <a:lnTo>
                      <a:pt x="22" y="62"/>
                    </a:lnTo>
                    <a:lnTo>
                      <a:pt x="22" y="62"/>
                    </a:lnTo>
                    <a:lnTo>
                      <a:pt x="24" y="62"/>
                    </a:lnTo>
                    <a:lnTo>
                      <a:pt x="26" y="64"/>
                    </a:lnTo>
                    <a:lnTo>
                      <a:pt x="26" y="66"/>
                    </a:lnTo>
                    <a:lnTo>
                      <a:pt x="22" y="70"/>
                    </a:lnTo>
                    <a:lnTo>
                      <a:pt x="22" y="70"/>
                    </a:lnTo>
                    <a:lnTo>
                      <a:pt x="28" y="74"/>
                    </a:lnTo>
                    <a:lnTo>
                      <a:pt x="28" y="74"/>
                    </a:lnTo>
                    <a:lnTo>
                      <a:pt x="30" y="74"/>
                    </a:lnTo>
                    <a:lnTo>
                      <a:pt x="28" y="76"/>
                    </a:lnTo>
                    <a:lnTo>
                      <a:pt x="28" y="78"/>
                    </a:lnTo>
                    <a:lnTo>
                      <a:pt x="28" y="80"/>
                    </a:lnTo>
                    <a:lnTo>
                      <a:pt x="28" y="80"/>
                    </a:lnTo>
                    <a:lnTo>
                      <a:pt x="30" y="82"/>
                    </a:lnTo>
                    <a:lnTo>
                      <a:pt x="28" y="86"/>
                    </a:lnTo>
                    <a:lnTo>
                      <a:pt x="28" y="86"/>
                    </a:lnTo>
                    <a:lnTo>
                      <a:pt x="22" y="92"/>
                    </a:lnTo>
                    <a:lnTo>
                      <a:pt x="22" y="92"/>
                    </a:lnTo>
                    <a:lnTo>
                      <a:pt x="22" y="100"/>
                    </a:lnTo>
                    <a:lnTo>
                      <a:pt x="20" y="112"/>
                    </a:lnTo>
                    <a:lnTo>
                      <a:pt x="20" y="112"/>
                    </a:lnTo>
                    <a:lnTo>
                      <a:pt x="20" y="114"/>
                    </a:lnTo>
                    <a:lnTo>
                      <a:pt x="22" y="118"/>
                    </a:lnTo>
                    <a:lnTo>
                      <a:pt x="24" y="120"/>
                    </a:lnTo>
                    <a:lnTo>
                      <a:pt x="24" y="120"/>
                    </a:lnTo>
                    <a:lnTo>
                      <a:pt x="28" y="124"/>
                    </a:lnTo>
                    <a:lnTo>
                      <a:pt x="30" y="124"/>
                    </a:lnTo>
                    <a:lnTo>
                      <a:pt x="30" y="126"/>
                    </a:lnTo>
                    <a:lnTo>
                      <a:pt x="30" y="126"/>
                    </a:lnTo>
                    <a:lnTo>
                      <a:pt x="32" y="130"/>
                    </a:lnTo>
                    <a:lnTo>
                      <a:pt x="36" y="130"/>
                    </a:lnTo>
                    <a:lnTo>
                      <a:pt x="36" y="130"/>
                    </a:lnTo>
                    <a:lnTo>
                      <a:pt x="38" y="128"/>
                    </a:lnTo>
                    <a:lnTo>
                      <a:pt x="40" y="126"/>
                    </a:lnTo>
                    <a:lnTo>
                      <a:pt x="42" y="126"/>
                    </a:lnTo>
                    <a:lnTo>
                      <a:pt x="42" y="126"/>
                    </a:lnTo>
                    <a:lnTo>
                      <a:pt x="44" y="126"/>
                    </a:lnTo>
                    <a:lnTo>
                      <a:pt x="44" y="124"/>
                    </a:lnTo>
                    <a:lnTo>
                      <a:pt x="44" y="122"/>
                    </a:lnTo>
                    <a:lnTo>
                      <a:pt x="46" y="122"/>
                    </a:lnTo>
                    <a:lnTo>
                      <a:pt x="46" y="122"/>
                    </a:lnTo>
                    <a:lnTo>
                      <a:pt x="48" y="120"/>
                    </a:lnTo>
                    <a:lnTo>
                      <a:pt x="48" y="120"/>
                    </a:lnTo>
                    <a:lnTo>
                      <a:pt x="50" y="118"/>
                    </a:lnTo>
                    <a:lnTo>
                      <a:pt x="52" y="118"/>
                    </a:lnTo>
                    <a:lnTo>
                      <a:pt x="52" y="118"/>
                    </a:lnTo>
                    <a:lnTo>
                      <a:pt x="56" y="120"/>
                    </a:lnTo>
                    <a:lnTo>
                      <a:pt x="58" y="120"/>
                    </a:lnTo>
                    <a:lnTo>
                      <a:pt x="56" y="112"/>
                    </a:lnTo>
                    <a:lnTo>
                      <a:pt x="54" y="100"/>
                    </a:lnTo>
                    <a:lnTo>
                      <a:pt x="54" y="100"/>
                    </a:lnTo>
                    <a:lnTo>
                      <a:pt x="56" y="96"/>
                    </a:lnTo>
                    <a:lnTo>
                      <a:pt x="56" y="94"/>
                    </a:lnTo>
                    <a:lnTo>
                      <a:pt x="54" y="92"/>
                    </a:lnTo>
                    <a:lnTo>
                      <a:pt x="54" y="92"/>
                    </a:lnTo>
                    <a:lnTo>
                      <a:pt x="52" y="88"/>
                    </a:lnTo>
                    <a:lnTo>
                      <a:pt x="52" y="88"/>
                    </a:lnTo>
                    <a:lnTo>
                      <a:pt x="52" y="78"/>
                    </a:lnTo>
                    <a:lnTo>
                      <a:pt x="52" y="78"/>
                    </a:lnTo>
                    <a:lnTo>
                      <a:pt x="50" y="72"/>
                    </a:lnTo>
                    <a:lnTo>
                      <a:pt x="50" y="70"/>
                    </a:lnTo>
                    <a:lnTo>
                      <a:pt x="50" y="68"/>
                    </a:lnTo>
                    <a:lnTo>
                      <a:pt x="50" y="68"/>
                    </a:lnTo>
                    <a:lnTo>
                      <a:pt x="54" y="66"/>
                    </a:lnTo>
                    <a:lnTo>
                      <a:pt x="58" y="62"/>
                    </a:lnTo>
                    <a:lnTo>
                      <a:pt x="58" y="62"/>
                    </a:lnTo>
                    <a:lnTo>
                      <a:pt x="58" y="54"/>
                    </a:lnTo>
                    <a:lnTo>
                      <a:pt x="58" y="54"/>
                    </a:lnTo>
                    <a:lnTo>
                      <a:pt x="66" y="42"/>
                    </a:lnTo>
                    <a:lnTo>
                      <a:pt x="66" y="42"/>
                    </a:lnTo>
                    <a:lnTo>
                      <a:pt x="64" y="36"/>
                    </a:lnTo>
                    <a:lnTo>
                      <a:pt x="62" y="32"/>
                    </a:lnTo>
                    <a:lnTo>
                      <a:pt x="62" y="32"/>
                    </a:lnTo>
                    <a:lnTo>
                      <a:pt x="56" y="30"/>
                    </a:lnTo>
                    <a:lnTo>
                      <a:pt x="56" y="30"/>
                    </a:lnTo>
                    <a:lnTo>
                      <a:pt x="54" y="28"/>
                    </a:lnTo>
                    <a:lnTo>
                      <a:pt x="52" y="26"/>
                    </a:lnTo>
                    <a:lnTo>
                      <a:pt x="52" y="26"/>
                    </a:lnTo>
                    <a:lnTo>
                      <a:pt x="50" y="28"/>
                    </a:lnTo>
                    <a:lnTo>
                      <a:pt x="48" y="28"/>
                    </a:lnTo>
                    <a:lnTo>
                      <a:pt x="48" y="28"/>
                    </a:lnTo>
                    <a:lnTo>
                      <a:pt x="48" y="26"/>
                    </a:lnTo>
                    <a:lnTo>
                      <a:pt x="46" y="26"/>
                    </a:lnTo>
                    <a:lnTo>
                      <a:pt x="46" y="26"/>
                    </a:lnTo>
                    <a:lnTo>
                      <a:pt x="44" y="30"/>
                    </a:lnTo>
                    <a:lnTo>
                      <a:pt x="44" y="38"/>
                    </a:lnTo>
                    <a:lnTo>
                      <a:pt x="44" y="38"/>
                    </a:lnTo>
                    <a:lnTo>
                      <a:pt x="40" y="36"/>
                    </a:lnTo>
                    <a:lnTo>
                      <a:pt x="40" y="36"/>
                    </a:lnTo>
                    <a:lnTo>
                      <a:pt x="38" y="36"/>
                    </a:lnTo>
                    <a:lnTo>
                      <a:pt x="38" y="36"/>
                    </a:lnTo>
                    <a:lnTo>
                      <a:pt x="38" y="34"/>
                    </a:lnTo>
                    <a:lnTo>
                      <a:pt x="38" y="34"/>
                    </a:lnTo>
                    <a:lnTo>
                      <a:pt x="38" y="34"/>
                    </a:lnTo>
                    <a:lnTo>
                      <a:pt x="38" y="32"/>
                    </a:lnTo>
                    <a:lnTo>
                      <a:pt x="38" y="30"/>
                    </a:lnTo>
                    <a:lnTo>
                      <a:pt x="38" y="30"/>
                    </a:lnTo>
                    <a:lnTo>
                      <a:pt x="42" y="28"/>
                    </a:lnTo>
                    <a:lnTo>
                      <a:pt x="42" y="28"/>
                    </a:lnTo>
                    <a:lnTo>
                      <a:pt x="42" y="28"/>
                    </a:lnTo>
                    <a:lnTo>
                      <a:pt x="44" y="22"/>
                    </a:lnTo>
                    <a:lnTo>
                      <a:pt x="44" y="16"/>
                    </a:lnTo>
                    <a:lnTo>
                      <a:pt x="44" y="16"/>
                    </a:lnTo>
                    <a:lnTo>
                      <a:pt x="36" y="8"/>
                    </a:lnTo>
                    <a:lnTo>
                      <a:pt x="28" y="0"/>
                    </a:lnTo>
                    <a:lnTo>
                      <a:pt x="28" y="0"/>
                    </a:lnTo>
                    <a:lnTo>
                      <a:pt x="24" y="2"/>
                    </a:lnTo>
                    <a:lnTo>
                      <a:pt x="2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2" name="Freeform 187">
                <a:extLst>
                  <a:ext uri="{FF2B5EF4-FFF2-40B4-BE49-F238E27FC236}">
                    <a16:creationId xmlns:a16="http://schemas.microsoft.com/office/drawing/2014/main" id="{DCEAB041-7BFF-DC49-A8C3-A4A3F2D51ECB}"/>
                  </a:ext>
                </a:extLst>
              </p:cNvPr>
              <p:cNvSpPr>
                <a:spLocks/>
              </p:cNvSpPr>
              <p:nvPr/>
            </p:nvSpPr>
            <p:spPr bwMode="auto">
              <a:xfrm>
                <a:off x="4465021" y="4171385"/>
                <a:ext cx="82189" cy="156184"/>
              </a:xfrm>
              <a:custGeom>
                <a:avLst/>
                <a:gdLst>
                  <a:gd name="T0" fmla="*/ 6 w 42"/>
                  <a:gd name="T1" fmla="*/ 2 h 78"/>
                  <a:gd name="T2" fmla="*/ 6 w 42"/>
                  <a:gd name="T3" fmla="*/ 2 h 78"/>
                  <a:gd name="T4" fmla="*/ 6 w 42"/>
                  <a:gd name="T5" fmla="*/ 4 h 78"/>
                  <a:gd name="T6" fmla="*/ 6 w 42"/>
                  <a:gd name="T7" fmla="*/ 4 h 78"/>
                  <a:gd name="T8" fmla="*/ 6 w 42"/>
                  <a:gd name="T9" fmla="*/ 10 h 78"/>
                  <a:gd name="T10" fmla="*/ 0 w 42"/>
                  <a:gd name="T11" fmla="*/ 20 h 78"/>
                  <a:gd name="T12" fmla="*/ 0 w 42"/>
                  <a:gd name="T13" fmla="*/ 20 h 78"/>
                  <a:gd name="T14" fmla="*/ 0 w 42"/>
                  <a:gd name="T15" fmla="*/ 38 h 78"/>
                  <a:gd name="T16" fmla="*/ 0 w 42"/>
                  <a:gd name="T17" fmla="*/ 38 h 78"/>
                  <a:gd name="T18" fmla="*/ 2 w 42"/>
                  <a:gd name="T19" fmla="*/ 42 h 78"/>
                  <a:gd name="T20" fmla="*/ 4 w 42"/>
                  <a:gd name="T21" fmla="*/ 46 h 78"/>
                  <a:gd name="T22" fmla="*/ 8 w 42"/>
                  <a:gd name="T23" fmla="*/ 50 h 78"/>
                  <a:gd name="T24" fmla="*/ 8 w 42"/>
                  <a:gd name="T25" fmla="*/ 50 h 78"/>
                  <a:gd name="T26" fmla="*/ 8 w 42"/>
                  <a:gd name="T27" fmla="*/ 54 h 78"/>
                  <a:gd name="T28" fmla="*/ 4 w 42"/>
                  <a:gd name="T29" fmla="*/ 60 h 78"/>
                  <a:gd name="T30" fmla="*/ 4 w 42"/>
                  <a:gd name="T31" fmla="*/ 60 h 78"/>
                  <a:gd name="T32" fmla="*/ 0 w 42"/>
                  <a:gd name="T33" fmla="*/ 70 h 78"/>
                  <a:gd name="T34" fmla="*/ 0 w 42"/>
                  <a:gd name="T35" fmla="*/ 70 h 78"/>
                  <a:gd name="T36" fmla="*/ 0 w 42"/>
                  <a:gd name="T37" fmla="*/ 74 h 78"/>
                  <a:gd name="T38" fmla="*/ 4 w 42"/>
                  <a:gd name="T39" fmla="*/ 78 h 78"/>
                  <a:gd name="T40" fmla="*/ 4 w 42"/>
                  <a:gd name="T41" fmla="*/ 78 h 78"/>
                  <a:gd name="T42" fmla="*/ 6 w 42"/>
                  <a:gd name="T43" fmla="*/ 78 h 78"/>
                  <a:gd name="T44" fmla="*/ 8 w 42"/>
                  <a:gd name="T45" fmla="*/ 78 h 78"/>
                  <a:gd name="T46" fmla="*/ 12 w 42"/>
                  <a:gd name="T47" fmla="*/ 76 h 78"/>
                  <a:gd name="T48" fmla="*/ 18 w 42"/>
                  <a:gd name="T49" fmla="*/ 74 h 78"/>
                  <a:gd name="T50" fmla="*/ 24 w 42"/>
                  <a:gd name="T51" fmla="*/ 78 h 78"/>
                  <a:gd name="T52" fmla="*/ 24 w 42"/>
                  <a:gd name="T53" fmla="*/ 78 h 78"/>
                  <a:gd name="T54" fmla="*/ 28 w 42"/>
                  <a:gd name="T55" fmla="*/ 74 h 78"/>
                  <a:gd name="T56" fmla="*/ 32 w 42"/>
                  <a:gd name="T57" fmla="*/ 66 h 78"/>
                  <a:gd name="T58" fmla="*/ 32 w 42"/>
                  <a:gd name="T59" fmla="*/ 66 h 78"/>
                  <a:gd name="T60" fmla="*/ 34 w 42"/>
                  <a:gd name="T61" fmla="*/ 52 h 78"/>
                  <a:gd name="T62" fmla="*/ 38 w 42"/>
                  <a:gd name="T63" fmla="*/ 44 h 78"/>
                  <a:gd name="T64" fmla="*/ 38 w 42"/>
                  <a:gd name="T65" fmla="*/ 44 h 78"/>
                  <a:gd name="T66" fmla="*/ 42 w 42"/>
                  <a:gd name="T67" fmla="*/ 32 h 78"/>
                  <a:gd name="T68" fmla="*/ 42 w 42"/>
                  <a:gd name="T69" fmla="*/ 32 h 78"/>
                  <a:gd name="T70" fmla="*/ 42 w 42"/>
                  <a:gd name="T71" fmla="*/ 28 h 78"/>
                  <a:gd name="T72" fmla="*/ 40 w 42"/>
                  <a:gd name="T73" fmla="*/ 26 h 78"/>
                  <a:gd name="T74" fmla="*/ 40 w 42"/>
                  <a:gd name="T75" fmla="*/ 26 h 78"/>
                  <a:gd name="T76" fmla="*/ 38 w 42"/>
                  <a:gd name="T77" fmla="*/ 26 h 78"/>
                  <a:gd name="T78" fmla="*/ 38 w 42"/>
                  <a:gd name="T79" fmla="*/ 26 h 78"/>
                  <a:gd name="T80" fmla="*/ 34 w 42"/>
                  <a:gd name="T81" fmla="*/ 20 h 78"/>
                  <a:gd name="T82" fmla="*/ 32 w 42"/>
                  <a:gd name="T83" fmla="*/ 20 h 78"/>
                  <a:gd name="T84" fmla="*/ 32 w 42"/>
                  <a:gd name="T85" fmla="*/ 20 h 78"/>
                  <a:gd name="T86" fmla="*/ 30 w 42"/>
                  <a:gd name="T87" fmla="*/ 16 h 78"/>
                  <a:gd name="T88" fmla="*/ 28 w 42"/>
                  <a:gd name="T89" fmla="*/ 10 h 78"/>
                  <a:gd name="T90" fmla="*/ 28 w 42"/>
                  <a:gd name="T91" fmla="*/ 10 h 78"/>
                  <a:gd name="T92" fmla="*/ 16 w 42"/>
                  <a:gd name="T93" fmla="*/ 4 h 78"/>
                  <a:gd name="T94" fmla="*/ 16 w 42"/>
                  <a:gd name="T95" fmla="*/ 4 h 78"/>
                  <a:gd name="T96" fmla="*/ 12 w 42"/>
                  <a:gd name="T97" fmla="*/ 6 h 78"/>
                  <a:gd name="T98" fmla="*/ 8 w 42"/>
                  <a:gd name="T99" fmla="*/ 6 h 78"/>
                  <a:gd name="T100" fmla="*/ 8 w 42"/>
                  <a:gd name="T101" fmla="*/ 6 h 78"/>
                  <a:gd name="T102" fmla="*/ 8 w 42"/>
                  <a:gd name="T103" fmla="*/ 4 h 78"/>
                  <a:gd name="T104" fmla="*/ 6 w 42"/>
                  <a:gd name="T105" fmla="*/ 0 h 78"/>
                  <a:gd name="T106" fmla="*/ 6 w 42"/>
                  <a:gd name="T107"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8">
                    <a:moveTo>
                      <a:pt x="6" y="2"/>
                    </a:moveTo>
                    <a:lnTo>
                      <a:pt x="6" y="2"/>
                    </a:lnTo>
                    <a:lnTo>
                      <a:pt x="6" y="4"/>
                    </a:lnTo>
                    <a:lnTo>
                      <a:pt x="6" y="4"/>
                    </a:lnTo>
                    <a:lnTo>
                      <a:pt x="6" y="10"/>
                    </a:lnTo>
                    <a:lnTo>
                      <a:pt x="0" y="20"/>
                    </a:lnTo>
                    <a:lnTo>
                      <a:pt x="0" y="20"/>
                    </a:lnTo>
                    <a:lnTo>
                      <a:pt x="0" y="38"/>
                    </a:lnTo>
                    <a:lnTo>
                      <a:pt x="0" y="38"/>
                    </a:lnTo>
                    <a:lnTo>
                      <a:pt x="2" y="42"/>
                    </a:lnTo>
                    <a:lnTo>
                      <a:pt x="4" y="46"/>
                    </a:lnTo>
                    <a:lnTo>
                      <a:pt x="8" y="50"/>
                    </a:lnTo>
                    <a:lnTo>
                      <a:pt x="8" y="50"/>
                    </a:lnTo>
                    <a:lnTo>
                      <a:pt x="8" y="54"/>
                    </a:lnTo>
                    <a:lnTo>
                      <a:pt x="4" y="60"/>
                    </a:lnTo>
                    <a:lnTo>
                      <a:pt x="4" y="60"/>
                    </a:lnTo>
                    <a:lnTo>
                      <a:pt x="0" y="70"/>
                    </a:lnTo>
                    <a:lnTo>
                      <a:pt x="0" y="70"/>
                    </a:lnTo>
                    <a:lnTo>
                      <a:pt x="0" y="74"/>
                    </a:lnTo>
                    <a:lnTo>
                      <a:pt x="4" y="78"/>
                    </a:lnTo>
                    <a:lnTo>
                      <a:pt x="4" y="78"/>
                    </a:lnTo>
                    <a:lnTo>
                      <a:pt x="6" y="78"/>
                    </a:lnTo>
                    <a:lnTo>
                      <a:pt x="8" y="78"/>
                    </a:lnTo>
                    <a:lnTo>
                      <a:pt x="12" y="76"/>
                    </a:lnTo>
                    <a:lnTo>
                      <a:pt x="18" y="74"/>
                    </a:lnTo>
                    <a:lnTo>
                      <a:pt x="24" y="78"/>
                    </a:lnTo>
                    <a:lnTo>
                      <a:pt x="24" y="78"/>
                    </a:lnTo>
                    <a:lnTo>
                      <a:pt x="28" y="74"/>
                    </a:lnTo>
                    <a:lnTo>
                      <a:pt x="32" y="66"/>
                    </a:lnTo>
                    <a:lnTo>
                      <a:pt x="32" y="66"/>
                    </a:lnTo>
                    <a:lnTo>
                      <a:pt x="34" y="52"/>
                    </a:lnTo>
                    <a:lnTo>
                      <a:pt x="38" y="44"/>
                    </a:lnTo>
                    <a:lnTo>
                      <a:pt x="38" y="44"/>
                    </a:lnTo>
                    <a:lnTo>
                      <a:pt x="42" y="32"/>
                    </a:lnTo>
                    <a:lnTo>
                      <a:pt x="42" y="32"/>
                    </a:lnTo>
                    <a:lnTo>
                      <a:pt x="42" y="28"/>
                    </a:lnTo>
                    <a:lnTo>
                      <a:pt x="40" y="26"/>
                    </a:lnTo>
                    <a:lnTo>
                      <a:pt x="40" y="26"/>
                    </a:lnTo>
                    <a:lnTo>
                      <a:pt x="38" y="26"/>
                    </a:lnTo>
                    <a:lnTo>
                      <a:pt x="38" y="26"/>
                    </a:lnTo>
                    <a:lnTo>
                      <a:pt x="34" y="20"/>
                    </a:lnTo>
                    <a:lnTo>
                      <a:pt x="32" y="20"/>
                    </a:lnTo>
                    <a:lnTo>
                      <a:pt x="32" y="20"/>
                    </a:lnTo>
                    <a:lnTo>
                      <a:pt x="30" y="16"/>
                    </a:lnTo>
                    <a:lnTo>
                      <a:pt x="28" y="10"/>
                    </a:lnTo>
                    <a:lnTo>
                      <a:pt x="28" y="10"/>
                    </a:lnTo>
                    <a:lnTo>
                      <a:pt x="16" y="4"/>
                    </a:lnTo>
                    <a:lnTo>
                      <a:pt x="16" y="4"/>
                    </a:lnTo>
                    <a:lnTo>
                      <a:pt x="12" y="6"/>
                    </a:lnTo>
                    <a:lnTo>
                      <a:pt x="8" y="6"/>
                    </a:lnTo>
                    <a:lnTo>
                      <a:pt x="8" y="6"/>
                    </a:lnTo>
                    <a:lnTo>
                      <a:pt x="8" y="4"/>
                    </a:lnTo>
                    <a:lnTo>
                      <a:pt x="6"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3" name="Freeform 192">
                <a:extLst>
                  <a:ext uri="{FF2B5EF4-FFF2-40B4-BE49-F238E27FC236}">
                    <a16:creationId xmlns:a16="http://schemas.microsoft.com/office/drawing/2014/main" id="{73584912-C2F0-2C4B-AB0A-3324D5340445}"/>
                  </a:ext>
                </a:extLst>
              </p:cNvPr>
              <p:cNvSpPr>
                <a:spLocks noEditPoints="1"/>
              </p:cNvSpPr>
              <p:nvPr/>
            </p:nvSpPr>
            <p:spPr bwMode="auto">
              <a:xfrm>
                <a:off x="4288900" y="6209780"/>
                <a:ext cx="93930" cy="44051"/>
              </a:xfrm>
              <a:custGeom>
                <a:avLst/>
                <a:gdLst>
                  <a:gd name="T0" fmla="*/ 46 w 48"/>
                  <a:gd name="T1" fmla="*/ 10 h 22"/>
                  <a:gd name="T2" fmla="*/ 42 w 48"/>
                  <a:gd name="T3" fmla="*/ 10 h 22"/>
                  <a:gd name="T4" fmla="*/ 40 w 48"/>
                  <a:gd name="T5" fmla="*/ 10 h 22"/>
                  <a:gd name="T6" fmla="*/ 34 w 48"/>
                  <a:gd name="T7" fmla="*/ 14 h 22"/>
                  <a:gd name="T8" fmla="*/ 30 w 48"/>
                  <a:gd name="T9" fmla="*/ 12 h 22"/>
                  <a:gd name="T10" fmla="*/ 32 w 48"/>
                  <a:gd name="T11" fmla="*/ 18 h 22"/>
                  <a:gd name="T12" fmla="*/ 24 w 48"/>
                  <a:gd name="T13" fmla="*/ 18 h 22"/>
                  <a:gd name="T14" fmla="*/ 22 w 48"/>
                  <a:gd name="T15" fmla="*/ 18 h 22"/>
                  <a:gd name="T16" fmla="*/ 22 w 48"/>
                  <a:gd name="T17" fmla="*/ 22 h 22"/>
                  <a:gd name="T18" fmla="*/ 22 w 48"/>
                  <a:gd name="T19" fmla="*/ 22 h 22"/>
                  <a:gd name="T20" fmla="*/ 22 w 48"/>
                  <a:gd name="T21" fmla="*/ 22 h 22"/>
                  <a:gd name="T22" fmla="*/ 18 w 48"/>
                  <a:gd name="T23" fmla="*/ 20 h 22"/>
                  <a:gd name="T24" fmla="*/ 16 w 48"/>
                  <a:gd name="T25" fmla="*/ 18 h 22"/>
                  <a:gd name="T26" fmla="*/ 18 w 48"/>
                  <a:gd name="T27" fmla="*/ 18 h 22"/>
                  <a:gd name="T28" fmla="*/ 18 w 48"/>
                  <a:gd name="T29" fmla="*/ 16 h 22"/>
                  <a:gd name="T30" fmla="*/ 20 w 48"/>
                  <a:gd name="T31" fmla="*/ 12 h 22"/>
                  <a:gd name="T32" fmla="*/ 24 w 48"/>
                  <a:gd name="T33" fmla="*/ 8 h 22"/>
                  <a:gd name="T34" fmla="*/ 26 w 48"/>
                  <a:gd name="T35" fmla="*/ 8 h 22"/>
                  <a:gd name="T36" fmla="*/ 26 w 48"/>
                  <a:gd name="T37" fmla="*/ 6 h 22"/>
                  <a:gd name="T38" fmla="*/ 26 w 48"/>
                  <a:gd name="T39" fmla="*/ 4 h 22"/>
                  <a:gd name="T40" fmla="*/ 32 w 48"/>
                  <a:gd name="T41" fmla="*/ 0 h 22"/>
                  <a:gd name="T42" fmla="*/ 36 w 48"/>
                  <a:gd name="T43" fmla="*/ 2 h 22"/>
                  <a:gd name="T44" fmla="*/ 34 w 48"/>
                  <a:gd name="T45" fmla="*/ 4 h 22"/>
                  <a:gd name="T46" fmla="*/ 34 w 48"/>
                  <a:gd name="T47" fmla="*/ 4 h 22"/>
                  <a:gd name="T48" fmla="*/ 36 w 48"/>
                  <a:gd name="T49" fmla="*/ 6 h 22"/>
                  <a:gd name="T50" fmla="*/ 40 w 48"/>
                  <a:gd name="T51" fmla="*/ 4 h 22"/>
                  <a:gd name="T52" fmla="*/ 42 w 48"/>
                  <a:gd name="T53" fmla="*/ 2 h 22"/>
                  <a:gd name="T54" fmla="*/ 42 w 48"/>
                  <a:gd name="T55" fmla="*/ 2 h 22"/>
                  <a:gd name="T56" fmla="*/ 42 w 48"/>
                  <a:gd name="T57" fmla="*/ 6 h 22"/>
                  <a:gd name="T58" fmla="*/ 48 w 48"/>
                  <a:gd name="T59" fmla="*/ 8 h 22"/>
                  <a:gd name="T60" fmla="*/ 24 w 48"/>
                  <a:gd name="T61" fmla="*/ 2 h 22"/>
                  <a:gd name="T62" fmla="*/ 14 w 48"/>
                  <a:gd name="T63" fmla="*/ 2 h 22"/>
                  <a:gd name="T64" fmla="*/ 6 w 48"/>
                  <a:gd name="T65" fmla="*/ 0 h 22"/>
                  <a:gd name="T66" fmla="*/ 6 w 48"/>
                  <a:gd name="T67" fmla="*/ 4 h 22"/>
                  <a:gd name="T68" fmla="*/ 4 w 48"/>
                  <a:gd name="T69" fmla="*/ 6 h 22"/>
                  <a:gd name="T70" fmla="*/ 8 w 48"/>
                  <a:gd name="T71" fmla="*/ 6 h 22"/>
                  <a:gd name="T72" fmla="*/ 8 w 48"/>
                  <a:gd name="T73" fmla="*/ 10 h 22"/>
                  <a:gd name="T74" fmla="*/ 2 w 48"/>
                  <a:gd name="T75" fmla="*/ 14 h 22"/>
                  <a:gd name="T76" fmla="*/ 2 w 48"/>
                  <a:gd name="T77" fmla="*/ 20 h 22"/>
                  <a:gd name="T78" fmla="*/ 6 w 48"/>
                  <a:gd name="T79" fmla="*/ 18 h 22"/>
                  <a:gd name="T80" fmla="*/ 6 w 48"/>
                  <a:gd name="T81" fmla="*/ 14 h 22"/>
                  <a:gd name="T82" fmla="*/ 10 w 48"/>
                  <a:gd name="T83" fmla="*/ 14 h 22"/>
                  <a:gd name="T84" fmla="*/ 14 w 48"/>
                  <a:gd name="T85" fmla="*/ 14 h 22"/>
                  <a:gd name="T86" fmla="*/ 18 w 48"/>
                  <a:gd name="T87" fmla="*/ 6 h 22"/>
                  <a:gd name="T88" fmla="*/ 20 w 48"/>
                  <a:gd name="T89"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22">
                    <a:moveTo>
                      <a:pt x="48" y="8"/>
                    </a:moveTo>
                    <a:lnTo>
                      <a:pt x="46" y="10"/>
                    </a:lnTo>
                    <a:lnTo>
                      <a:pt x="46" y="10"/>
                    </a:lnTo>
                    <a:lnTo>
                      <a:pt x="42" y="10"/>
                    </a:lnTo>
                    <a:lnTo>
                      <a:pt x="40" y="8"/>
                    </a:lnTo>
                    <a:lnTo>
                      <a:pt x="40" y="10"/>
                    </a:lnTo>
                    <a:lnTo>
                      <a:pt x="40" y="10"/>
                    </a:lnTo>
                    <a:lnTo>
                      <a:pt x="34" y="14"/>
                    </a:lnTo>
                    <a:lnTo>
                      <a:pt x="30" y="12"/>
                    </a:lnTo>
                    <a:lnTo>
                      <a:pt x="30" y="12"/>
                    </a:lnTo>
                    <a:lnTo>
                      <a:pt x="32" y="18"/>
                    </a:lnTo>
                    <a:lnTo>
                      <a:pt x="32" y="18"/>
                    </a:lnTo>
                    <a:lnTo>
                      <a:pt x="28" y="18"/>
                    </a:lnTo>
                    <a:lnTo>
                      <a:pt x="24" y="18"/>
                    </a:lnTo>
                    <a:lnTo>
                      <a:pt x="24" y="18"/>
                    </a:lnTo>
                    <a:lnTo>
                      <a:pt x="22" y="18"/>
                    </a:lnTo>
                    <a:lnTo>
                      <a:pt x="22" y="20"/>
                    </a:lnTo>
                    <a:lnTo>
                      <a:pt x="22" y="22"/>
                    </a:lnTo>
                    <a:lnTo>
                      <a:pt x="22" y="22"/>
                    </a:lnTo>
                    <a:lnTo>
                      <a:pt x="22" y="22"/>
                    </a:lnTo>
                    <a:lnTo>
                      <a:pt x="22" y="22"/>
                    </a:lnTo>
                    <a:lnTo>
                      <a:pt x="22" y="22"/>
                    </a:lnTo>
                    <a:lnTo>
                      <a:pt x="18" y="20"/>
                    </a:lnTo>
                    <a:lnTo>
                      <a:pt x="18" y="20"/>
                    </a:lnTo>
                    <a:lnTo>
                      <a:pt x="16" y="18"/>
                    </a:lnTo>
                    <a:lnTo>
                      <a:pt x="16" y="18"/>
                    </a:lnTo>
                    <a:lnTo>
                      <a:pt x="18" y="18"/>
                    </a:lnTo>
                    <a:lnTo>
                      <a:pt x="18" y="18"/>
                    </a:lnTo>
                    <a:lnTo>
                      <a:pt x="18" y="16"/>
                    </a:lnTo>
                    <a:lnTo>
                      <a:pt x="18" y="16"/>
                    </a:lnTo>
                    <a:lnTo>
                      <a:pt x="18" y="16"/>
                    </a:lnTo>
                    <a:lnTo>
                      <a:pt x="20" y="12"/>
                    </a:lnTo>
                    <a:lnTo>
                      <a:pt x="24" y="8"/>
                    </a:lnTo>
                    <a:lnTo>
                      <a:pt x="24" y="8"/>
                    </a:lnTo>
                    <a:lnTo>
                      <a:pt x="26" y="8"/>
                    </a:lnTo>
                    <a:lnTo>
                      <a:pt x="26" y="8"/>
                    </a:lnTo>
                    <a:lnTo>
                      <a:pt x="26" y="6"/>
                    </a:lnTo>
                    <a:lnTo>
                      <a:pt x="26" y="6"/>
                    </a:lnTo>
                    <a:lnTo>
                      <a:pt x="26" y="4"/>
                    </a:lnTo>
                    <a:lnTo>
                      <a:pt x="26" y="4"/>
                    </a:lnTo>
                    <a:lnTo>
                      <a:pt x="32" y="0"/>
                    </a:lnTo>
                    <a:lnTo>
                      <a:pt x="32" y="0"/>
                    </a:lnTo>
                    <a:lnTo>
                      <a:pt x="36" y="0"/>
                    </a:lnTo>
                    <a:lnTo>
                      <a:pt x="36" y="2"/>
                    </a:lnTo>
                    <a:lnTo>
                      <a:pt x="36" y="2"/>
                    </a:lnTo>
                    <a:lnTo>
                      <a:pt x="34" y="4"/>
                    </a:lnTo>
                    <a:lnTo>
                      <a:pt x="34" y="4"/>
                    </a:lnTo>
                    <a:lnTo>
                      <a:pt x="34" y="4"/>
                    </a:lnTo>
                    <a:lnTo>
                      <a:pt x="36" y="6"/>
                    </a:lnTo>
                    <a:lnTo>
                      <a:pt x="36" y="6"/>
                    </a:lnTo>
                    <a:lnTo>
                      <a:pt x="40" y="4"/>
                    </a:lnTo>
                    <a:lnTo>
                      <a:pt x="40" y="4"/>
                    </a:lnTo>
                    <a:lnTo>
                      <a:pt x="40" y="2"/>
                    </a:lnTo>
                    <a:lnTo>
                      <a:pt x="42" y="2"/>
                    </a:lnTo>
                    <a:lnTo>
                      <a:pt x="42" y="2"/>
                    </a:lnTo>
                    <a:lnTo>
                      <a:pt x="42" y="2"/>
                    </a:lnTo>
                    <a:lnTo>
                      <a:pt x="42" y="6"/>
                    </a:lnTo>
                    <a:lnTo>
                      <a:pt x="42" y="6"/>
                    </a:lnTo>
                    <a:lnTo>
                      <a:pt x="48" y="8"/>
                    </a:lnTo>
                    <a:lnTo>
                      <a:pt x="48" y="8"/>
                    </a:lnTo>
                    <a:close/>
                    <a:moveTo>
                      <a:pt x="20" y="6"/>
                    </a:moveTo>
                    <a:lnTo>
                      <a:pt x="24" y="2"/>
                    </a:lnTo>
                    <a:lnTo>
                      <a:pt x="24" y="2"/>
                    </a:lnTo>
                    <a:lnTo>
                      <a:pt x="14" y="2"/>
                    </a:lnTo>
                    <a:lnTo>
                      <a:pt x="6" y="0"/>
                    </a:lnTo>
                    <a:lnTo>
                      <a:pt x="6" y="0"/>
                    </a:lnTo>
                    <a:lnTo>
                      <a:pt x="6" y="4"/>
                    </a:lnTo>
                    <a:lnTo>
                      <a:pt x="6" y="4"/>
                    </a:lnTo>
                    <a:lnTo>
                      <a:pt x="6" y="6"/>
                    </a:lnTo>
                    <a:lnTo>
                      <a:pt x="4" y="6"/>
                    </a:lnTo>
                    <a:lnTo>
                      <a:pt x="4" y="6"/>
                    </a:lnTo>
                    <a:lnTo>
                      <a:pt x="8" y="6"/>
                    </a:lnTo>
                    <a:lnTo>
                      <a:pt x="8" y="6"/>
                    </a:lnTo>
                    <a:lnTo>
                      <a:pt x="8" y="10"/>
                    </a:lnTo>
                    <a:lnTo>
                      <a:pt x="8" y="10"/>
                    </a:lnTo>
                    <a:lnTo>
                      <a:pt x="2" y="14"/>
                    </a:lnTo>
                    <a:lnTo>
                      <a:pt x="0" y="16"/>
                    </a:lnTo>
                    <a:lnTo>
                      <a:pt x="2" y="20"/>
                    </a:lnTo>
                    <a:lnTo>
                      <a:pt x="2" y="20"/>
                    </a:lnTo>
                    <a:lnTo>
                      <a:pt x="6" y="18"/>
                    </a:lnTo>
                    <a:lnTo>
                      <a:pt x="6" y="16"/>
                    </a:lnTo>
                    <a:lnTo>
                      <a:pt x="6" y="14"/>
                    </a:lnTo>
                    <a:lnTo>
                      <a:pt x="6" y="14"/>
                    </a:lnTo>
                    <a:lnTo>
                      <a:pt x="10" y="14"/>
                    </a:lnTo>
                    <a:lnTo>
                      <a:pt x="10" y="14"/>
                    </a:lnTo>
                    <a:lnTo>
                      <a:pt x="14" y="14"/>
                    </a:lnTo>
                    <a:lnTo>
                      <a:pt x="14" y="14"/>
                    </a:lnTo>
                    <a:lnTo>
                      <a:pt x="18" y="6"/>
                    </a:lnTo>
                    <a:lnTo>
                      <a:pt x="18" y="6"/>
                    </a:lnTo>
                    <a:lnTo>
                      <a:pt x="20" y="6"/>
                    </a:lnTo>
                    <a:lnTo>
                      <a:pt x="20"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4" name="Freeform 200">
                <a:extLst>
                  <a:ext uri="{FF2B5EF4-FFF2-40B4-BE49-F238E27FC236}">
                    <a16:creationId xmlns:a16="http://schemas.microsoft.com/office/drawing/2014/main" id="{9093E5C8-0FA1-9E48-91D3-DD0037987D6A}"/>
                  </a:ext>
                </a:extLst>
              </p:cNvPr>
              <p:cNvSpPr>
                <a:spLocks/>
              </p:cNvSpPr>
              <p:nvPr/>
            </p:nvSpPr>
            <p:spPr bwMode="auto">
              <a:xfrm>
                <a:off x="3772278" y="4335578"/>
                <a:ext cx="144811" cy="220259"/>
              </a:xfrm>
              <a:custGeom>
                <a:avLst/>
                <a:gdLst>
                  <a:gd name="T0" fmla="*/ 26 w 74"/>
                  <a:gd name="T1" fmla="*/ 0 h 110"/>
                  <a:gd name="T2" fmla="*/ 14 w 74"/>
                  <a:gd name="T3" fmla="*/ 8 h 110"/>
                  <a:gd name="T4" fmla="*/ 14 w 74"/>
                  <a:gd name="T5" fmla="*/ 12 h 110"/>
                  <a:gd name="T6" fmla="*/ 16 w 74"/>
                  <a:gd name="T7" fmla="*/ 20 h 110"/>
                  <a:gd name="T8" fmla="*/ 12 w 74"/>
                  <a:gd name="T9" fmla="*/ 24 h 110"/>
                  <a:gd name="T10" fmla="*/ 10 w 74"/>
                  <a:gd name="T11" fmla="*/ 34 h 110"/>
                  <a:gd name="T12" fmla="*/ 12 w 74"/>
                  <a:gd name="T13" fmla="*/ 40 h 110"/>
                  <a:gd name="T14" fmla="*/ 8 w 74"/>
                  <a:gd name="T15" fmla="*/ 42 h 110"/>
                  <a:gd name="T16" fmla="*/ 6 w 74"/>
                  <a:gd name="T17" fmla="*/ 44 h 110"/>
                  <a:gd name="T18" fmla="*/ 4 w 74"/>
                  <a:gd name="T19" fmla="*/ 44 h 110"/>
                  <a:gd name="T20" fmla="*/ 4 w 74"/>
                  <a:gd name="T21" fmla="*/ 48 h 110"/>
                  <a:gd name="T22" fmla="*/ 6 w 74"/>
                  <a:gd name="T23" fmla="*/ 50 h 110"/>
                  <a:gd name="T24" fmla="*/ 6 w 74"/>
                  <a:gd name="T25" fmla="*/ 54 h 110"/>
                  <a:gd name="T26" fmla="*/ 6 w 74"/>
                  <a:gd name="T27" fmla="*/ 52 h 110"/>
                  <a:gd name="T28" fmla="*/ 4 w 74"/>
                  <a:gd name="T29" fmla="*/ 62 h 110"/>
                  <a:gd name="T30" fmla="*/ 6 w 74"/>
                  <a:gd name="T31" fmla="*/ 62 h 110"/>
                  <a:gd name="T32" fmla="*/ 6 w 74"/>
                  <a:gd name="T33" fmla="*/ 66 h 110"/>
                  <a:gd name="T34" fmla="*/ 4 w 74"/>
                  <a:gd name="T35" fmla="*/ 66 h 110"/>
                  <a:gd name="T36" fmla="*/ 0 w 74"/>
                  <a:gd name="T37" fmla="*/ 70 h 110"/>
                  <a:gd name="T38" fmla="*/ 8 w 74"/>
                  <a:gd name="T39" fmla="*/ 72 h 110"/>
                  <a:gd name="T40" fmla="*/ 14 w 74"/>
                  <a:gd name="T41" fmla="*/ 72 h 110"/>
                  <a:gd name="T42" fmla="*/ 16 w 74"/>
                  <a:gd name="T43" fmla="*/ 72 h 110"/>
                  <a:gd name="T44" fmla="*/ 16 w 74"/>
                  <a:gd name="T45" fmla="*/ 70 h 110"/>
                  <a:gd name="T46" fmla="*/ 18 w 74"/>
                  <a:gd name="T47" fmla="*/ 70 h 110"/>
                  <a:gd name="T48" fmla="*/ 18 w 74"/>
                  <a:gd name="T49" fmla="*/ 74 h 110"/>
                  <a:gd name="T50" fmla="*/ 14 w 74"/>
                  <a:gd name="T51" fmla="*/ 74 h 110"/>
                  <a:gd name="T52" fmla="*/ 12 w 74"/>
                  <a:gd name="T53" fmla="*/ 78 h 110"/>
                  <a:gd name="T54" fmla="*/ 14 w 74"/>
                  <a:gd name="T55" fmla="*/ 78 h 110"/>
                  <a:gd name="T56" fmla="*/ 14 w 74"/>
                  <a:gd name="T57" fmla="*/ 80 h 110"/>
                  <a:gd name="T58" fmla="*/ 6 w 74"/>
                  <a:gd name="T59" fmla="*/ 88 h 110"/>
                  <a:gd name="T60" fmla="*/ 10 w 74"/>
                  <a:gd name="T61" fmla="*/ 94 h 110"/>
                  <a:gd name="T62" fmla="*/ 4 w 74"/>
                  <a:gd name="T63" fmla="*/ 98 h 110"/>
                  <a:gd name="T64" fmla="*/ 10 w 74"/>
                  <a:gd name="T65" fmla="*/ 104 h 110"/>
                  <a:gd name="T66" fmla="*/ 14 w 74"/>
                  <a:gd name="T67" fmla="*/ 102 h 110"/>
                  <a:gd name="T68" fmla="*/ 14 w 74"/>
                  <a:gd name="T69" fmla="*/ 100 h 110"/>
                  <a:gd name="T70" fmla="*/ 18 w 74"/>
                  <a:gd name="T71" fmla="*/ 108 h 110"/>
                  <a:gd name="T72" fmla="*/ 20 w 74"/>
                  <a:gd name="T73" fmla="*/ 110 h 110"/>
                  <a:gd name="T74" fmla="*/ 22 w 74"/>
                  <a:gd name="T75" fmla="*/ 110 h 110"/>
                  <a:gd name="T76" fmla="*/ 26 w 74"/>
                  <a:gd name="T77" fmla="*/ 108 h 110"/>
                  <a:gd name="T78" fmla="*/ 30 w 74"/>
                  <a:gd name="T79" fmla="*/ 104 h 110"/>
                  <a:gd name="T80" fmla="*/ 34 w 74"/>
                  <a:gd name="T81" fmla="*/ 94 h 110"/>
                  <a:gd name="T82" fmla="*/ 38 w 74"/>
                  <a:gd name="T83" fmla="*/ 88 h 110"/>
                  <a:gd name="T84" fmla="*/ 44 w 74"/>
                  <a:gd name="T85" fmla="*/ 80 h 110"/>
                  <a:gd name="T86" fmla="*/ 62 w 74"/>
                  <a:gd name="T87" fmla="*/ 70 h 110"/>
                  <a:gd name="T88" fmla="*/ 68 w 74"/>
                  <a:gd name="T89" fmla="*/ 64 h 110"/>
                  <a:gd name="T90" fmla="*/ 70 w 74"/>
                  <a:gd name="T91" fmla="*/ 52 h 110"/>
                  <a:gd name="T92" fmla="*/ 74 w 74"/>
                  <a:gd name="T93" fmla="*/ 52 h 110"/>
                  <a:gd name="T94" fmla="*/ 72 w 74"/>
                  <a:gd name="T95" fmla="*/ 44 h 110"/>
                  <a:gd name="T96" fmla="*/ 72 w 74"/>
                  <a:gd name="T97" fmla="*/ 34 h 110"/>
                  <a:gd name="T98" fmla="*/ 72 w 74"/>
                  <a:gd name="T99" fmla="*/ 28 h 110"/>
                  <a:gd name="T100" fmla="*/ 68 w 74"/>
                  <a:gd name="T101" fmla="*/ 26 h 110"/>
                  <a:gd name="T102" fmla="*/ 62 w 74"/>
                  <a:gd name="T103" fmla="*/ 22 h 110"/>
                  <a:gd name="T104" fmla="*/ 60 w 74"/>
                  <a:gd name="T105" fmla="*/ 22 h 110"/>
                  <a:gd name="T106" fmla="*/ 46 w 74"/>
                  <a:gd name="T107" fmla="*/ 20 h 110"/>
                  <a:gd name="T108" fmla="*/ 44 w 74"/>
                  <a:gd name="T109" fmla="*/ 20 h 110"/>
                  <a:gd name="T110" fmla="*/ 42 w 74"/>
                  <a:gd name="T111" fmla="*/ 16 h 110"/>
                  <a:gd name="T112" fmla="*/ 40 w 74"/>
                  <a:gd name="T113" fmla="*/ 10 h 110"/>
                  <a:gd name="T114" fmla="*/ 32 w 74"/>
                  <a:gd name="T115" fmla="*/ 6 h 110"/>
                  <a:gd name="T116" fmla="*/ 28 w 74"/>
                  <a:gd name="T117" fmla="*/ 2 h 110"/>
                  <a:gd name="T118" fmla="*/ 26 w 74"/>
                  <a:gd name="T1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4" h="110">
                    <a:moveTo>
                      <a:pt x="26" y="0"/>
                    </a:moveTo>
                    <a:lnTo>
                      <a:pt x="26" y="0"/>
                    </a:lnTo>
                    <a:lnTo>
                      <a:pt x="14" y="8"/>
                    </a:lnTo>
                    <a:lnTo>
                      <a:pt x="14" y="8"/>
                    </a:lnTo>
                    <a:lnTo>
                      <a:pt x="14" y="10"/>
                    </a:lnTo>
                    <a:lnTo>
                      <a:pt x="14" y="12"/>
                    </a:lnTo>
                    <a:lnTo>
                      <a:pt x="14" y="12"/>
                    </a:lnTo>
                    <a:lnTo>
                      <a:pt x="16" y="20"/>
                    </a:lnTo>
                    <a:lnTo>
                      <a:pt x="16" y="20"/>
                    </a:lnTo>
                    <a:lnTo>
                      <a:pt x="12" y="24"/>
                    </a:lnTo>
                    <a:lnTo>
                      <a:pt x="10" y="28"/>
                    </a:lnTo>
                    <a:lnTo>
                      <a:pt x="10" y="34"/>
                    </a:lnTo>
                    <a:lnTo>
                      <a:pt x="12" y="40"/>
                    </a:lnTo>
                    <a:lnTo>
                      <a:pt x="12" y="40"/>
                    </a:lnTo>
                    <a:lnTo>
                      <a:pt x="8" y="40"/>
                    </a:lnTo>
                    <a:lnTo>
                      <a:pt x="8" y="42"/>
                    </a:lnTo>
                    <a:lnTo>
                      <a:pt x="8" y="42"/>
                    </a:lnTo>
                    <a:lnTo>
                      <a:pt x="6" y="44"/>
                    </a:lnTo>
                    <a:lnTo>
                      <a:pt x="4" y="44"/>
                    </a:lnTo>
                    <a:lnTo>
                      <a:pt x="4" y="44"/>
                    </a:lnTo>
                    <a:lnTo>
                      <a:pt x="4" y="48"/>
                    </a:lnTo>
                    <a:lnTo>
                      <a:pt x="4" y="48"/>
                    </a:lnTo>
                    <a:lnTo>
                      <a:pt x="6" y="50"/>
                    </a:lnTo>
                    <a:lnTo>
                      <a:pt x="6" y="50"/>
                    </a:lnTo>
                    <a:lnTo>
                      <a:pt x="6" y="52"/>
                    </a:lnTo>
                    <a:lnTo>
                      <a:pt x="6" y="54"/>
                    </a:lnTo>
                    <a:lnTo>
                      <a:pt x="6" y="52"/>
                    </a:lnTo>
                    <a:lnTo>
                      <a:pt x="6" y="52"/>
                    </a:lnTo>
                    <a:lnTo>
                      <a:pt x="2" y="56"/>
                    </a:lnTo>
                    <a:lnTo>
                      <a:pt x="4" y="62"/>
                    </a:lnTo>
                    <a:lnTo>
                      <a:pt x="6" y="62"/>
                    </a:lnTo>
                    <a:lnTo>
                      <a:pt x="6" y="62"/>
                    </a:lnTo>
                    <a:lnTo>
                      <a:pt x="6" y="66"/>
                    </a:lnTo>
                    <a:lnTo>
                      <a:pt x="6" y="66"/>
                    </a:lnTo>
                    <a:lnTo>
                      <a:pt x="4" y="66"/>
                    </a:lnTo>
                    <a:lnTo>
                      <a:pt x="4" y="66"/>
                    </a:lnTo>
                    <a:lnTo>
                      <a:pt x="0" y="70"/>
                    </a:lnTo>
                    <a:lnTo>
                      <a:pt x="0" y="70"/>
                    </a:lnTo>
                    <a:lnTo>
                      <a:pt x="8" y="72"/>
                    </a:lnTo>
                    <a:lnTo>
                      <a:pt x="8" y="72"/>
                    </a:lnTo>
                    <a:lnTo>
                      <a:pt x="10" y="74"/>
                    </a:lnTo>
                    <a:lnTo>
                      <a:pt x="14" y="72"/>
                    </a:lnTo>
                    <a:lnTo>
                      <a:pt x="14" y="72"/>
                    </a:lnTo>
                    <a:lnTo>
                      <a:pt x="16" y="72"/>
                    </a:lnTo>
                    <a:lnTo>
                      <a:pt x="16" y="70"/>
                    </a:lnTo>
                    <a:lnTo>
                      <a:pt x="16" y="70"/>
                    </a:lnTo>
                    <a:lnTo>
                      <a:pt x="18" y="70"/>
                    </a:lnTo>
                    <a:lnTo>
                      <a:pt x="18" y="70"/>
                    </a:lnTo>
                    <a:lnTo>
                      <a:pt x="18" y="74"/>
                    </a:lnTo>
                    <a:lnTo>
                      <a:pt x="18" y="74"/>
                    </a:lnTo>
                    <a:lnTo>
                      <a:pt x="14" y="74"/>
                    </a:lnTo>
                    <a:lnTo>
                      <a:pt x="14" y="74"/>
                    </a:lnTo>
                    <a:lnTo>
                      <a:pt x="12" y="76"/>
                    </a:lnTo>
                    <a:lnTo>
                      <a:pt x="12" y="78"/>
                    </a:lnTo>
                    <a:lnTo>
                      <a:pt x="12" y="78"/>
                    </a:lnTo>
                    <a:lnTo>
                      <a:pt x="14" y="78"/>
                    </a:lnTo>
                    <a:lnTo>
                      <a:pt x="14" y="78"/>
                    </a:lnTo>
                    <a:lnTo>
                      <a:pt x="14" y="80"/>
                    </a:lnTo>
                    <a:lnTo>
                      <a:pt x="14" y="80"/>
                    </a:lnTo>
                    <a:lnTo>
                      <a:pt x="6" y="88"/>
                    </a:lnTo>
                    <a:lnTo>
                      <a:pt x="8" y="92"/>
                    </a:lnTo>
                    <a:lnTo>
                      <a:pt x="10" y="94"/>
                    </a:lnTo>
                    <a:lnTo>
                      <a:pt x="4" y="98"/>
                    </a:lnTo>
                    <a:lnTo>
                      <a:pt x="4" y="98"/>
                    </a:lnTo>
                    <a:lnTo>
                      <a:pt x="6" y="100"/>
                    </a:lnTo>
                    <a:lnTo>
                      <a:pt x="10" y="104"/>
                    </a:lnTo>
                    <a:lnTo>
                      <a:pt x="10" y="104"/>
                    </a:lnTo>
                    <a:lnTo>
                      <a:pt x="14" y="102"/>
                    </a:lnTo>
                    <a:lnTo>
                      <a:pt x="14" y="100"/>
                    </a:lnTo>
                    <a:lnTo>
                      <a:pt x="14" y="100"/>
                    </a:lnTo>
                    <a:lnTo>
                      <a:pt x="16" y="102"/>
                    </a:lnTo>
                    <a:lnTo>
                      <a:pt x="18" y="108"/>
                    </a:lnTo>
                    <a:lnTo>
                      <a:pt x="18" y="108"/>
                    </a:lnTo>
                    <a:lnTo>
                      <a:pt x="20" y="110"/>
                    </a:lnTo>
                    <a:lnTo>
                      <a:pt x="22" y="110"/>
                    </a:lnTo>
                    <a:lnTo>
                      <a:pt x="22" y="110"/>
                    </a:lnTo>
                    <a:lnTo>
                      <a:pt x="22" y="110"/>
                    </a:lnTo>
                    <a:lnTo>
                      <a:pt x="26" y="108"/>
                    </a:lnTo>
                    <a:lnTo>
                      <a:pt x="28" y="106"/>
                    </a:lnTo>
                    <a:lnTo>
                      <a:pt x="30" y="104"/>
                    </a:lnTo>
                    <a:lnTo>
                      <a:pt x="30" y="104"/>
                    </a:lnTo>
                    <a:lnTo>
                      <a:pt x="34" y="94"/>
                    </a:lnTo>
                    <a:lnTo>
                      <a:pt x="38" y="88"/>
                    </a:lnTo>
                    <a:lnTo>
                      <a:pt x="38" y="88"/>
                    </a:lnTo>
                    <a:lnTo>
                      <a:pt x="44" y="80"/>
                    </a:lnTo>
                    <a:lnTo>
                      <a:pt x="44" y="80"/>
                    </a:lnTo>
                    <a:lnTo>
                      <a:pt x="50" y="76"/>
                    </a:lnTo>
                    <a:lnTo>
                      <a:pt x="62" y="70"/>
                    </a:lnTo>
                    <a:lnTo>
                      <a:pt x="62" y="70"/>
                    </a:lnTo>
                    <a:lnTo>
                      <a:pt x="68" y="64"/>
                    </a:lnTo>
                    <a:lnTo>
                      <a:pt x="70" y="58"/>
                    </a:lnTo>
                    <a:lnTo>
                      <a:pt x="70" y="52"/>
                    </a:lnTo>
                    <a:lnTo>
                      <a:pt x="74" y="52"/>
                    </a:lnTo>
                    <a:lnTo>
                      <a:pt x="74" y="52"/>
                    </a:lnTo>
                    <a:lnTo>
                      <a:pt x="74" y="50"/>
                    </a:lnTo>
                    <a:lnTo>
                      <a:pt x="72" y="44"/>
                    </a:lnTo>
                    <a:lnTo>
                      <a:pt x="72" y="44"/>
                    </a:lnTo>
                    <a:lnTo>
                      <a:pt x="72" y="34"/>
                    </a:lnTo>
                    <a:lnTo>
                      <a:pt x="68" y="32"/>
                    </a:lnTo>
                    <a:lnTo>
                      <a:pt x="72" y="28"/>
                    </a:lnTo>
                    <a:lnTo>
                      <a:pt x="72" y="28"/>
                    </a:lnTo>
                    <a:lnTo>
                      <a:pt x="68" y="26"/>
                    </a:lnTo>
                    <a:lnTo>
                      <a:pt x="62" y="22"/>
                    </a:lnTo>
                    <a:lnTo>
                      <a:pt x="62" y="22"/>
                    </a:lnTo>
                    <a:lnTo>
                      <a:pt x="62" y="20"/>
                    </a:lnTo>
                    <a:lnTo>
                      <a:pt x="60" y="22"/>
                    </a:lnTo>
                    <a:lnTo>
                      <a:pt x="60" y="24"/>
                    </a:lnTo>
                    <a:lnTo>
                      <a:pt x="46" y="20"/>
                    </a:lnTo>
                    <a:lnTo>
                      <a:pt x="46" y="20"/>
                    </a:lnTo>
                    <a:lnTo>
                      <a:pt x="44" y="20"/>
                    </a:lnTo>
                    <a:lnTo>
                      <a:pt x="42" y="16"/>
                    </a:lnTo>
                    <a:lnTo>
                      <a:pt x="42" y="16"/>
                    </a:lnTo>
                    <a:lnTo>
                      <a:pt x="42" y="12"/>
                    </a:lnTo>
                    <a:lnTo>
                      <a:pt x="40" y="10"/>
                    </a:lnTo>
                    <a:lnTo>
                      <a:pt x="40" y="10"/>
                    </a:lnTo>
                    <a:lnTo>
                      <a:pt x="32" y="6"/>
                    </a:lnTo>
                    <a:lnTo>
                      <a:pt x="32" y="6"/>
                    </a:lnTo>
                    <a:lnTo>
                      <a:pt x="28" y="2"/>
                    </a:lnTo>
                    <a:lnTo>
                      <a:pt x="28" y="0"/>
                    </a:lnTo>
                    <a:lnTo>
                      <a:pt x="2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5" name="Freeform 210">
                <a:extLst>
                  <a:ext uri="{FF2B5EF4-FFF2-40B4-BE49-F238E27FC236}">
                    <a16:creationId xmlns:a16="http://schemas.microsoft.com/office/drawing/2014/main" id="{5AB33A7F-18CC-8842-B17A-E760896E612B}"/>
                  </a:ext>
                </a:extLst>
              </p:cNvPr>
              <p:cNvSpPr>
                <a:spLocks/>
              </p:cNvSpPr>
              <p:nvPr/>
            </p:nvSpPr>
            <p:spPr bwMode="auto">
              <a:xfrm>
                <a:off x="3821848" y="3971150"/>
                <a:ext cx="334148" cy="552649"/>
              </a:xfrm>
              <a:custGeom>
                <a:avLst/>
                <a:gdLst>
                  <a:gd name="T0" fmla="*/ 108 w 170"/>
                  <a:gd name="T1" fmla="*/ 8 h 276"/>
                  <a:gd name="T2" fmla="*/ 102 w 170"/>
                  <a:gd name="T3" fmla="*/ 0 h 276"/>
                  <a:gd name="T4" fmla="*/ 94 w 170"/>
                  <a:gd name="T5" fmla="*/ 4 h 276"/>
                  <a:gd name="T6" fmla="*/ 86 w 170"/>
                  <a:gd name="T7" fmla="*/ 14 h 276"/>
                  <a:gd name="T8" fmla="*/ 78 w 170"/>
                  <a:gd name="T9" fmla="*/ 20 h 276"/>
                  <a:gd name="T10" fmla="*/ 64 w 170"/>
                  <a:gd name="T11" fmla="*/ 22 h 276"/>
                  <a:gd name="T12" fmla="*/ 62 w 170"/>
                  <a:gd name="T13" fmla="*/ 30 h 276"/>
                  <a:gd name="T14" fmla="*/ 56 w 170"/>
                  <a:gd name="T15" fmla="*/ 26 h 276"/>
                  <a:gd name="T16" fmla="*/ 50 w 170"/>
                  <a:gd name="T17" fmla="*/ 38 h 276"/>
                  <a:gd name="T18" fmla="*/ 46 w 170"/>
                  <a:gd name="T19" fmla="*/ 46 h 276"/>
                  <a:gd name="T20" fmla="*/ 38 w 170"/>
                  <a:gd name="T21" fmla="*/ 64 h 276"/>
                  <a:gd name="T22" fmla="*/ 32 w 170"/>
                  <a:gd name="T23" fmla="*/ 74 h 276"/>
                  <a:gd name="T24" fmla="*/ 24 w 170"/>
                  <a:gd name="T25" fmla="*/ 70 h 276"/>
                  <a:gd name="T26" fmla="*/ 26 w 170"/>
                  <a:gd name="T27" fmla="*/ 82 h 276"/>
                  <a:gd name="T28" fmla="*/ 24 w 170"/>
                  <a:gd name="T29" fmla="*/ 88 h 276"/>
                  <a:gd name="T30" fmla="*/ 20 w 170"/>
                  <a:gd name="T31" fmla="*/ 114 h 276"/>
                  <a:gd name="T32" fmla="*/ 22 w 170"/>
                  <a:gd name="T33" fmla="*/ 130 h 276"/>
                  <a:gd name="T34" fmla="*/ 18 w 170"/>
                  <a:gd name="T35" fmla="*/ 138 h 276"/>
                  <a:gd name="T36" fmla="*/ 26 w 170"/>
                  <a:gd name="T37" fmla="*/ 144 h 276"/>
                  <a:gd name="T38" fmla="*/ 20 w 170"/>
                  <a:gd name="T39" fmla="*/ 150 h 276"/>
                  <a:gd name="T40" fmla="*/ 8 w 170"/>
                  <a:gd name="T41" fmla="*/ 160 h 276"/>
                  <a:gd name="T42" fmla="*/ 4 w 170"/>
                  <a:gd name="T43" fmla="*/ 164 h 276"/>
                  <a:gd name="T44" fmla="*/ 4 w 170"/>
                  <a:gd name="T45" fmla="*/ 170 h 276"/>
                  <a:gd name="T46" fmla="*/ 0 w 170"/>
                  <a:gd name="T47" fmla="*/ 176 h 276"/>
                  <a:gd name="T48" fmla="*/ 2 w 170"/>
                  <a:gd name="T49" fmla="*/ 184 h 276"/>
                  <a:gd name="T50" fmla="*/ 16 w 170"/>
                  <a:gd name="T51" fmla="*/ 194 h 276"/>
                  <a:gd name="T52" fmla="*/ 34 w 170"/>
                  <a:gd name="T53" fmla="*/ 206 h 276"/>
                  <a:gd name="T54" fmla="*/ 36 w 170"/>
                  <a:gd name="T55" fmla="*/ 204 h 276"/>
                  <a:gd name="T56" fmla="*/ 54 w 170"/>
                  <a:gd name="T57" fmla="*/ 210 h 276"/>
                  <a:gd name="T58" fmla="*/ 62 w 170"/>
                  <a:gd name="T59" fmla="*/ 220 h 276"/>
                  <a:gd name="T60" fmla="*/ 70 w 170"/>
                  <a:gd name="T61" fmla="*/ 230 h 276"/>
                  <a:gd name="T62" fmla="*/ 80 w 170"/>
                  <a:gd name="T63" fmla="*/ 240 h 276"/>
                  <a:gd name="T64" fmla="*/ 90 w 170"/>
                  <a:gd name="T65" fmla="*/ 238 h 276"/>
                  <a:gd name="T66" fmla="*/ 104 w 170"/>
                  <a:gd name="T67" fmla="*/ 242 h 276"/>
                  <a:gd name="T68" fmla="*/ 104 w 170"/>
                  <a:gd name="T69" fmla="*/ 274 h 276"/>
                  <a:gd name="T70" fmla="*/ 128 w 170"/>
                  <a:gd name="T71" fmla="*/ 238 h 276"/>
                  <a:gd name="T72" fmla="*/ 126 w 170"/>
                  <a:gd name="T73" fmla="*/ 212 h 276"/>
                  <a:gd name="T74" fmla="*/ 124 w 170"/>
                  <a:gd name="T75" fmla="*/ 200 h 276"/>
                  <a:gd name="T76" fmla="*/ 134 w 170"/>
                  <a:gd name="T77" fmla="*/ 196 h 276"/>
                  <a:gd name="T78" fmla="*/ 158 w 170"/>
                  <a:gd name="T79" fmla="*/ 186 h 276"/>
                  <a:gd name="T80" fmla="*/ 170 w 170"/>
                  <a:gd name="T81" fmla="*/ 186 h 276"/>
                  <a:gd name="T82" fmla="*/ 164 w 170"/>
                  <a:gd name="T83" fmla="*/ 178 h 276"/>
                  <a:gd name="T84" fmla="*/ 162 w 170"/>
                  <a:gd name="T85" fmla="*/ 172 h 276"/>
                  <a:gd name="T86" fmla="*/ 170 w 170"/>
                  <a:gd name="T87" fmla="*/ 154 h 276"/>
                  <a:gd name="T88" fmla="*/ 150 w 170"/>
                  <a:gd name="T89" fmla="*/ 138 h 276"/>
                  <a:gd name="T90" fmla="*/ 144 w 170"/>
                  <a:gd name="T91" fmla="*/ 128 h 276"/>
                  <a:gd name="T92" fmla="*/ 146 w 170"/>
                  <a:gd name="T93" fmla="*/ 112 h 276"/>
                  <a:gd name="T94" fmla="*/ 122 w 170"/>
                  <a:gd name="T95" fmla="*/ 100 h 276"/>
                  <a:gd name="T96" fmla="*/ 106 w 170"/>
                  <a:gd name="T97" fmla="*/ 98 h 276"/>
                  <a:gd name="T98" fmla="*/ 90 w 170"/>
                  <a:gd name="T99" fmla="*/ 88 h 276"/>
                  <a:gd name="T100" fmla="*/ 84 w 170"/>
                  <a:gd name="T101" fmla="*/ 76 h 276"/>
                  <a:gd name="T102" fmla="*/ 76 w 170"/>
                  <a:gd name="T103" fmla="*/ 64 h 276"/>
                  <a:gd name="T104" fmla="*/ 76 w 170"/>
                  <a:gd name="T105" fmla="*/ 54 h 276"/>
                  <a:gd name="T106" fmla="*/ 76 w 170"/>
                  <a:gd name="T107" fmla="*/ 38 h 276"/>
                  <a:gd name="T108" fmla="*/ 102 w 170"/>
                  <a:gd name="T109" fmla="*/ 1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0" h="276">
                    <a:moveTo>
                      <a:pt x="102" y="10"/>
                    </a:moveTo>
                    <a:lnTo>
                      <a:pt x="102" y="10"/>
                    </a:lnTo>
                    <a:lnTo>
                      <a:pt x="106" y="10"/>
                    </a:lnTo>
                    <a:lnTo>
                      <a:pt x="106" y="10"/>
                    </a:lnTo>
                    <a:lnTo>
                      <a:pt x="108" y="8"/>
                    </a:lnTo>
                    <a:lnTo>
                      <a:pt x="108" y="6"/>
                    </a:lnTo>
                    <a:lnTo>
                      <a:pt x="108" y="6"/>
                    </a:lnTo>
                    <a:lnTo>
                      <a:pt x="104" y="4"/>
                    </a:lnTo>
                    <a:lnTo>
                      <a:pt x="104" y="4"/>
                    </a:lnTo>
                    <a:lnTo>
                      <a:pt x="102" y="0"/>
                    </a:lnTo>
                    <a:lnTo>
                      <a:pt x="102" y="0"/>
                    </a:lnTo>
                    <a:lnTo>
                      <a:pt x="100" y="2"/>
                    </a:lnTo>
                    <a:lnTo>
                      <a:pt x="98" y="2"/>
                    </a:lnTo>
                    <a:lnTo>
                      <a:pt x="98" y="2"/>
                    </a:lnTo>
                    <a:lnTo>
                      <a:pt x="94" y="4"/>
                    </a:lnTo>
                    <a:lnTo>
                      <a:pt x="94" y="4"/>
                    </a:lnTo>
                    <a:lnTo>
                      <a:pt x="94" y="8"/>
                    </a:lnTo>
                    <a:lnTo>
                      <a:pt x="94" y="8"/>
                    </a:lnTo>
                    <a:lnTo>
                      <a:pt x="90" y="12"/>
                    </a:lnTo>
                    <a:lnTo>
                      <a:pt x="86" y="14"/>
                    </a:lnTo>
                    <a:lnTo>
                      <a:pt x="86" y="14"/>
                    </a:lnTo>
                    <a:lnTo>
                      <a:pt x="84" y="14"/>
                    </a:lnTo>
                    <a:lnTo>
                      <a:pt x="82" y="16"/>
                    </a:lnTo>
                    <a:lnTo>
                      <a:pt x="82" y="16"/>
                    </a:lnTo>
                    <a:lnTo>
                      <a:pt x="78" y="20"/>
                    </a:lnTo>
                    <a:lnTo>
                      <a:pt x="72" y="22"/>
                    </a:lnTo>
                    <a:lnTo>
                      <a:pt x="72" y="22"/>
                    </a:lnTo>
                    <a:lnTo>
                      <a:pt x="68" y="22"/>
                    </a:lnTo>
                    <a:lnTo>
                      <a:pt x="64" y="22"/>
                    </a:lnTo>
                    <a:lnTo>
                      <a:pt x="64" y="22"/>
                    </a:lnTo>
                    <a:lnTo>
                      <a:pt x="64" y="24"/>
                    </a:lnTo>
                    <a:lnTo>
                      <a:pt x="62" y="26"/>
                    </a:lnTo>
                    <a:lnTo>
                      <a:pt x="62" y="26"/>
                    </a:lnTo>
                    <a:lnTo>
                      <a:pt x="62" y="30"/>
                    </a:lnTo>
                    <a:lnTo>
                      <a:pt x="62" y="30"/>
                    </a:lnTo>
                    <a:lnTo>
                      <a:pt x="62" y="28"/>
                    </a:lnTo>
                    <a:lnTo>
                      <a:pt x="62" y="28"/>
                    </a:lnTo>
                    <a:lnTo>
                      <a:pt x="60" y="28"/>
                    </a:lnTo>
                    <a:lnTo>
                      <a:pt x="56" y="26"/>
                    </a:lnTo>
                    <a:lnTo>
                      <a:pt x="56" y="26"/>
                    </a:lnTo>
                    <a:lnTo>
                      <a:pt x="54" y="28"/>
                    </a:lnTo>
                    <a:lnTo>
                      <a:pt x="54" y="30"/>
                    </a:lnTo>
                    <a:lnTo>
                      <a:pt x="52" y="32"/>
                    </a:lnTo>
                    <a:lnTo>
                      <a:pt x="52" y="32"/>
                    </a:lnTo>
                    <a:lnTo>
                      <a:pt x="50" y="38"/>
                    </a:lnTo>
                    <a:lnTo>
                      <a:pt x="52" y="44"/>
                    </a:lnTo>
                    <a:lnTo>
                      <a:pt x="52" y="44"/>
                    </a:lnTo>
                    <a:lnTo>
                      <a:pt x="48" y="44"/>
                    </a:lnTo>
                    <a:lnTo>
                      <a:pt x="46" y="46"/>
                    </a:lnTo>
                    <a:lnTo>
                      <a:pt x="46" y="46"/>
                    </a:lnTo>
                    <a:lnTo>
                      <a:pt x="48" y="52"/>
                    </a:lnTo>
                    <a:lnTo>
                      <a:pt x="48" y="52"/>
                    </a:lnTo>
                    <a:lnTo>
                      <a:pt x="42" y="52"/>
                    </a:lnTo>
                    <a:lnTo>
                      <a:pt x="42" y="52"/>
                    </a:lnTo>
                    <a:lnTo>
                      <a:pt x="38" y="64"/>
                    </a:lnTo>
                    <a:lnTo>
                      <a:pt x="36" y="76"/>
                    </a:lnTo>
                    <a:lnTo>
                      <a:pt x="36" y="76"/>
                    </a:lnTo>
                    <a:lnTo>
                      <a:pt x="32" y="76"/>
                    </a:lnTo>
                    <a:lnTo>
                      <a:pt x="32" y="76"/>
                    </a:lnTo>
                    <a:lnTo>
                      <a:pt x="32" y="74"/>
                    </a:lnTo>
                    <a:lnTo>
                      <a:pt x="30" y="72"/>
                    </a:lnTo>
                    <a:lnTo>
                      <a:pt x="28" y="66"/>
                    </a:lnTo>
                    <a:lnTo>
                      <a:pt x="28" y="66"/>
                    </a:lnTo>
                    <a:lnTo>
                      <a:pt x="26" y="66"/>
                    </a:lnTo>
                    <a:lnTo>
                      <a:pt x="24" y="70"/>
                    </a:lnTo>
                    <a:lnTo>
                      <a:pt x="24" y="70"/>
                    </a:lnTo>
                    <a:lnTo>
                      <a:pt x="26" y="72"/>
                    </a:lnTo>
                    <a:lnTo>
                      <a:pt x="28" y="76"/>
                    </a:lnTo>
                    <a:lnTo>
                      <a:pt x="28" y="76"/>
                    </a:lnTo>
                    <a:lnTo>
                      <a:pt x="26" y="82"/>
                    </a:lnTo>
                    <a:lnTo>
                      <a:pt x="24" y="84"/>
                    </a:lnTo>
                    <a:lnTo>
                      <a:pt x="22" y="88"/>
                    </a:lnTo>
                    <a:lnTo>
                      <a:pt x="22" y="88"/>
                    </a:lnTo>
                    <a:lnTo>
                      <a:pt x="24" y="88"/>
                    </a:lnTo>
                    <a:lnTo>
                      <a:pt x="24" y="88"/>
                    </a:lnTo>
                    <a:lnTo>
                      <a:pt x="24" y="100"/>
                    </a:lnTo>
                    <a:lnTo>
                      <a:pt x="24" y="106"/>
                    </a:lnTo>
                    <a:lnTo>
                      <a:pt x="26" y="112"/>
                    </a:lnTo>
                    <a:lnTo>
                      <a:pt x="20" y="114"/>
                    </a:lnTo>
                    <a:lnTo>
                      <a:pt x="20" y="114"/>
                    </a:lnTo>
                    <a:lnTo>
                      <a:pt x="24" y="116"/>
                    </a:lnTo>
                    <a:lnTo>
                      <a:pt x="24" y="116"/>
                    </a:lnTo>
                    <a:lnTo>
                      <a:pt x="22" y="124"/>
                    </a:lnTo>
                    <a:lnTo>
                      <a:pt x="22" y="130"/>
                    </a:lnTo>
                    <a:lnTo>
                      <a:pt x="22" y="130"/>
                    </a:lnTo>
                    <a:lnTo>
                      <a:pt x="18" y="136"/>
                    </a:lnTo>
                    <a:lnTo>
                      <a:pt x="18" y="136"/>
                    </a:lnTo>
                    <a:lnTo>
                      <a:pt x="18" y="136"/>
                    </a:lnTo>
                    <a:lnTo>
                      <a:pt x="18" y="138"/>
                    </a:lnTo>
                    <a:lnTo>
                      <a:pt x="18" y="138"/>
                    </a:lnTo>
                    <a:lnTo>
                      <a:pt x="18" y="140"/>
                    </a:lnTo>
                    <a:lnTo>
                      <a:pt x="22" y="144"/>
                    </a:lnTo>
                    <a:lnTo>
                      <a:pt x="22" y="144"/>
                    </a:lnTo>
                    <a:lnTo>
                      <a:pt x="24" y="144"/>
                    </a:lnTo>
                    <a:lnTo>
                      <a:pt x="26" y="144"/>
                    </a:lnTo>
                    <a:lnTo>
                      <a:pt x="26" y="146"/>
                    </a:lnTo>
                    <a:lnTo>
                      <a:pt x="26" y="146"/>
                    </a:lnTo>
                    <a:lnTo>
                      <a:pt x="22" y="148"/>
                    </a:lnTo>
                    <a:lnTo>
                      <a:pt x="20" y="150"/>
                    </a:lnTo>
                    <a:lnTo>
                      <a:pt x="20" y="150"/>
                    </a:lnTo>
                    <a:lnTo>
                      <a:pt x="18" y="154"/>
                    </a:lnTo>
                    <a:lnTo>
                      <a:pt x="18" y="158"/>
                    </a:lnTo>
                    <a:lnTo>
                      <a:pt x="18" y="158"/>
                    </a:lnTo>
                    <a:lnTo>
                      <a:pt x="14" y="158"/>
                    </a:lnTo>
                    <a:lnTo>
                      <a:pt x="8" y="160"/>
                    </a:lnTo>
                    <a:lnTo>
                      <a:pt x="8" y="160"/>
                    </a:lnTo>
                    <a:lnTo>
                      <a:pt x="6" y="164"/>
                    </a:lnTo>
                    <a:lnTo>
                      <a:pt x="6" y="164"/>
                    </a:lnTo>
                    <a:lnTo>
                      <a:pt x="4" y="164"/>
                    </a:lnTo>
                    <a:lnTo>
                      <a:pt x="4" y="164"/>
                    </a:lnTo>
                    <a:lnTo>
                      <a:pt x="4" y="168"/>
                    </a:lnTo>
                    <a:lnTo>
                      <a:pt x="4" y="168"/>
                    </a:lnTo>
                    <a:lnTo>
                      <a:pt x="4" y="168"/>
                    </a:lnTo>
                    <a:lnTo>
                      <a:pt x="4" y="170"/>
                    </a:lnTo>
                    <a:lnTo>
                      <a:pt x="4" y="170"/>
                    </a:lnTo>
                    <a:lnTo>
                      <a:pt x="6" y="172"/>
                    </a:lnTo>
                    <a:lnTo>
                      <a:pt x="6" y="176"/>
                    </a:lnTo>
                    <a:lnTo>
                      <a:pt x="6" y="176"/>
                    </a:lnTo>
                    <a:lnTo>
                      <a:pt x="4" y="174"/>
                    </a:lnTo>
                    <a:lnTo>
                      <a:pt x="0" y="176"/>
                    </a:lnTo>
                    <a:lnTo>
                      <a:pt x="0" y="176"/>
                    </a:lnTo>
                    <a:lnTo>
                      <a:pt x="0" y="182"/>
                    </a:lnTo>
                    <a:lnTo>
                      <a:pt x="2" y="182"/>
                    </a:lnTo>
                    <a:lnTo>
                      <a:pt x="2" y="182"/>
                    </a:lnTo>
                    <a:lnTo>
                      <a:pt x="2" y="184"/>
                    </a:lnTo>
                    <a:lnTo>
                      <a:pt x="6" y="188"/>
                    </a:lnTo>
                    <a:lnTo>
                      <a:pt x="6" y="188"/>
                    </a:lnTo>
                    <a:lnTo>
                      <a:pt x="14" y="192"/>
                    </a:lnTo>
                    <a:lnTo>
                      <a:pt x="14" y="192"/>
                    </a:lnTo>
                    <a:lnTo>
                      <a:pt x="16" y="194"/>
                    </a:lnTo>
                    <a:lnTo>
                      <a:pt x="16" y="198"/>
                    </a:lnTo>
                    <a:lnTo>
                      <a:pt x="16" y="198"/>
                    </a:lnTo>
                    <a:lnTo>
                      <a:pt x="18" y="202"/>
                    </a:lnTo>
                    <a:lnTo>
                      <a:pt x="20" y="202"/>
                    </a:lnTo>
                    <a:lnTo>
                      <a:pt x="34" y="206"/>
                    </a:lnTo>
                    <a:lnTo>
                      <a:pt x="34" y="206"/>
                    </a:lnTo>
                    <a:lnTo>
                      <a:pt x="34" y="204"/>
                    </a:lnTo>
                    <a:lnTo>
                      <a:pt x="36" y="202"/>
                    </a:lnTo>
                    <a:lnTo>
                      <a:pt x="36" y="204"/>
                    </a:lnTo>
                    <a:lnTo>
                      <a:pt x="36" y="204"/>
                    </a:lnTo>
                    <a:lnTo>
                      <a:pt x="40" y="206"/>
                    </a:lnTo>
                    <a:lnTo>
                      <a:pt x="42" y="208"/>
                    </a:lnTo>
                    <a:lnTo>
                      <a:pt x="48" y="210"/>
                    </a:lnTo>
                    <a:lnTo>
                      <a:pt x="54" y="210"/>
                    </a:lnTo>
                    <a:lnTo>
                      <a:pt x="54" y="210"/>
                    </a:lnTo>
                    <a:lnTo>
                      <a:pt x="54" y="214"/>
                    </a:lnTo>
                    <a:lnTo>
                      <a:pt x="56" y="216"/>
                    </a:lnTo>
                    <a:lnTo>
                      <a:pt x="58" y="216"/>
                    </a:lnTo>
                    <a:lnTo>
                      <a:pt x="58" y="216"/>
                    </a:lnTo>
                    <a:lnTo>
                      <a:pt x="62" y="220"/>
                    </a:lnTo>
                    <a:lnTo>
                      <a:pt x="64" y="224"/>
                    </a:lnTo>
                    <a:lnTo>
                      <a:pt x="64" y="224"/>
                    </a:lnTo>
                    <a:lnTo>
                      <a:pt x="64" y="226"/>
                    </a:lnTo>
                    <a:lnTo>
                      <a:pt x="66" y="228"/>
                    </a:lnTo>
                    <a:lnTo>
                      <a:pt x="70" y="230"/>
                    </a:lnTo>
                    <a:lnTo>
                      <a:pt x="78" y="230"/>
                    </a:lnTo>
                    <a:lnTo>
                      <a:pt x="78" y="236"/>
                    </a:lnTo>
                    <a:lnTo>
                      <a:pt x="78" y="236"/>
                    </a:lnTo>
                    <a:lnTo>
                      <a:pt x="78" y="238"/>
                    </a:lnTo>
                    <a:lnTo>
                      <a:pt x="80" y="240"/>
                    </a:lnTo>
                    <a:lnTo>
                      <a:pt x="82" y="240"/>
                    </a:lnTo>
                    <a:lnTo>
                      <a:pt x="82" y="240"/>
                    </a:lnTo>
                    <a:lnTo>
                      <a:pt x="90" y="242"/>
                    </a:lnTo>
                    <a:lnTo>
                      <a:pt x="90" y="238"/>
                    </a:lnTo>
                    <a:lnTo>
                      <a:pt x="90" y="238"/>
                    </a:lnTo>
                    <a:lnTo>
                      <a:pt x="94" y="238"/>
                    </a:lnTo>
                    <a:lnTo>
                      <a:pt x="98" y="238"/>
                    </a:lnTo>
                    <a:lnTo>
                      <a:pt x="100" y="240"/>
                    </a:lnTo>
                    <a:lnTo>
                      <a:pt x="100" y="240"/>
                    </a:lnTo>
                    <a:lnTo>
                      <a:pt x="104" y="242"/>
                    </a:lnTo>
                    <a:lnTo>
                      <a:pt x="110" y="244"/>
                    </a:lnTo>
                    <a:lnTo>
                      <a:pt x="110" y="244"/>
                    </a:lnTo>
                    <a:lnTo>
                      <a:pt x="114" y="246"/>
                    </a:lnTo>
                    <a:lnTo>
                      <a:pt x="116" y="248"/>
                    </a:lnTo>
                    <a:lnTo>
                      <a:pt x="104" y="274"/>
                    </a:lnTo>
                    <a:lnTo>
                      <a:pt x="110" y="274"/>
                    </a:lnTo>
                    <a:lnTo>
                      <a:pt x="114" y="276"/>
                    </a:lnTo>
                    <a:lnTo>
                      <a:pt x="114" y="276"/>
                    </a:lnTo>
                    <a:lnTo>
                      <a:pt x="128" y="238"/>
                    </a:lnTo>
                    <a:lnTo>
                      <a:pt x="128" y="238"/>
                    </a:lnTo>
                    <a:lnTo>
                      <a:pt x="130" y="232"/>
                    </a:lnTo>
                    <a:lnTo>
                      <a:pt x="132" y="228"/>
                    </a:lnTo>
                    <a:lnTo>
                      <a:pt x="132" y="226"/>
                    </a:lnTo>
                    <a:lnTo>
                      <a:pt x="132" y="226"/>
                    </a:lnTo>
                    <a:lnTo>
                      <a:pt x="126" y="212"/>
                    </a:lnTo>
                    <a:lnTo>
                      <a:pt x="122" y="210"/>
                    </a:lnTo>
                    <a:lnTo>
                      <a:pt x="122" y="204"/>
                    </a:lnTo>
                    <a:lnTo>
                      <a:pt x="130" y="204"/>
                    </a:lnTo>
                    <a:lnTo>
                      <a:pt x="132" y="202"/>
                    </a:lnTo>
                    <a:lnTo>
                      <a:pt x="124" y="200"/>
                    </a:lnTo>
                    <a:lnTo>
                      <a:pt x="126" y="194"/>
                    </a:lnTo>
                    <a:lnTo>
                      <a:pt x="126" y="194"/>
                    </a:lnTo>
                    <a:lnTo>
                      <a:pt x="128" y="196"/>
                    </a:lnTo>
                    <a:lnTo>
                      <a:pt x="134" y="196"/>
                    </a:lnTo>
                    <a:lnTo>
                      <a:pt x="134" y="196"/>
                    </a:lnTo>
                    <a:lnTo>
                      <a:pt x="148" y="196"/>
                    </a:lnTo>
                    <a:lnTo>
                      <a:pt x="148" y="192"/>
                    </a:lnTo>
                    <a:lnTo>
                      <a:pt x="152" y="194"/>
                    </a:lnTo>
                    <a:lnTo>
                      <a:pt x="156" y="194"/>
                    </a:lnTo>
                    <a:lnTo>
                      <a:pt x="158" y="186"/>
                    </a:lnTo>
                    <a:lnTo>
                      <a:pt x="164" y="188"/>
                    </a:lnTo>
                    <a:lnTo>
                      <a:pt x="164" y="194"/>
                    </a:lnTo>
                    <a:lnTo>
                      <a:pt x="168" y="194"/>
                    </a:lnTo>
                    <a:lnTo>
                      <a:pt x="170" y="186"/>
                    </a:lnTo>
                    <a:lnTo>
                      <a:pt x="170" y="186"/>
                    </a:lnTo>
                    <a:lnTo>
                      <a:pt x="166" y="182"/>
                    </a:lnTo>
                    <a:lnTo>
                      <a:pt x="166" y="182"/>
                    </a:lnTo>
                    <a:lnTo>
                      <a:pt x="166" y="176"/>
                    </a:lnTo>
                    <a:lnTo>
                      <a:pt x="166" y="176"/>
                    </a:lnTo>
                    <a:lnTo>
                      <a:pt x="164" y="178"/>
                    </a:lnTo>
                    <a:lnTo>
                      <a:pt x="164" y="178"/>
                    </a:lnTo>
                    <a:lnTo>
                      <a:pt x="162" y="178"/>
                    </a:lnTo>
                    <a:lnTo>
                      <a:pt x="160" y="176"/>
                    </a:lnTo>
                    <a:lnTo>
                      <a:pt x="162" y="172"/>
                    </a:lnTo>
                    <a:lnTo>
                      <a:pt x="162" y="172"/>
                    </a:lnTo>
                    <a:lnTo>
                      <a:pt x="164" y="170"/>
                    </a:lnTo>
                    <a:lnTo>
                      <a:pt x="168" y="164"/>
                    </a:lnTo>
                    <a:lnTo>
                      <a:pt x="168" y="164"/>
                    </a:lnTo>
                    <a:lnTo>
                      <a:pt x="170" y="154"/>
                    </a:lnTo>
                    <a:lnTo>
                      <a:pt x="170" y="154"/>
                    </a:lnTo>
                    <a:lnTo>
                      <a:pt x="164" y="152"/>
                    </a:lnTo>
                    <a:lnTo>
                      <a:pt x="158" y="146"/>
                    </a:lnTo>
                    <a:lnTo>
                      <a:pt x="158" y="146"/>
                    </a:lnTo>
                    <a:lnTo>
                      <a:pt x="154" y="142"/>
                    </a:lnTo>
                    <a:lnTo>
                      <a:pt x="150" y="138"/>
                    </a:lnTo>
                    <a:lnTo>
                      <a:pt x="150" y="138"/>
                    </a:lnTo>
                    <a:lnTo>
                      <a:pt x="146" y="134"/>
                    </a:lnTo>
                    <a:lnTo>
                      <a:pt x="144" y="132"/>
                    </a:lnTo>
                    <a:lnTo>
                      <a:pt x="144" y="128"/>
                    </a:lnTo>
                    <a:lnTo>
                      <a:pt x="144" y="128"/>
                    </a:lnTo>
                    <a:lnTo>
                      <a:pt x="142" y="124"/>
                    </a:lnTo>
                    <a:lnTo>
                      <a:pt x="144" y="122"/>
                    </a:lnTo>
                    <a:lnTo>
                      <a:pt x="146" y="120"/>
                    </a:lnTo>
                    <a:lnTo>
                      <a:pt x="146" y="112"/>
                    </a:lnTo>
                    <a:lnTo>
                      <a:pt x="146" y="112"/>
                    </a:lnTo>
                    <a:lnTo>
                      <a:pt x="138" y="110"/>
                    </a:lnTo>
                    <a:lnTo>
                      <a:pt x="138" y="110"/>
                    </a:lnTo>
                    <a:lnTo>
                      <a:pt x="128" y="112"/>
                    </a:lnTo>
                    <a:lnTo>
                      <a:pt x="128" y="112"/>
                    </a:lnTo>
                    <a:lnTo>
                      <a:pt x="122" y="100"/>
                    </a:lnTo>
                    <a:lnTo>
                      <a:pt x="122" y="100"/>
                    </a:lnTo>
                    <a:lnTo>
                      <a:pt x="118" y="98"/>
                    </a:lnTo>
                    <a:lnTo>
                      <a:pt x="112" y="98"/>
                    </a:lnTo>
                    <a:lnTo>
                      <a:pt x="112" y="98"/>
                    </a:lnTo>
                    <a:lnTo>
                      <a:pt x="106" y="98"/>
                    </a:lnTo>
                    <a:lnTo>
                      <a:pt x="102" y="98"/>
                    </a:lnTo>
                    <a:lnTo>
                      <a:pt x="92" y="96"/>
                    </a:lnTo>
                    <a:lnTo>
                      <a:pt x="92" y="96"/>
                    </a:lnTo>
                    <a:lnTo>
                      <a:pt x="92" y="94"/>
                    </a:lnTo>
                    <a:lnTo>
                      <a:pt x="90" y="88"/>
                    </a:lnTo>
                    <a:lnTo>
                      <a:pt x="90" y="88"/>
                    </a:lnTo>
                    <a:lnTo>
                      <a:pt x="86" y="82"/>
                    </a:lnTo>
                    <a:lnTo>
                      <a:pt x="84" y="78"/>
                    </a:lnTo>
                    <a:lnTo>
                      <a:pt x="84" y="78"/>
                    </a:lnTo>
                    <a:lnTo>
                      <a:pt x="84" y="76"/>
                    </a:lnTo>
                    <a:lnTo>
                      <a:pt x="86" y="76"/>
                    </a:lnTo>
                    <a:lnTo>
                      <a:pt x="88" y="74"/>
                    </a:lnTo>
                    <a:lnTo>
                      <a:pt x="82" y="62"/>
                    </a:lnTo>
                    <a:lnTo>
                      <a:pt x="76" y="64"/>
                    </a:lnTo>
                    <a:lnTo>
                      <a:pt x="76" y="64"/>
                    </a:lnTo>
                    <a:lnTo>
                      <a:pt x="74" y="64"/>
                    </a:lnTo>
                    <a:lnTo>
                      <a:pt x="74" y="62"/>
                    </a:lnTo>
                    <a:lnTo>
                      <a:pt x="74" y="58"/>
                    </a:lnTo>
                    <a:lnTo>
                      <a:pt x="74" y="58"/>
                    </a:lnTo>
                    <a:lnTo>
                      <a:pt x="76" y="54"/>
                    </a:lnTo>
                    <a:lnTo>
                      <a:pt x="76" y="52"/>
                    </a:lnTo>
                    <a:lnTo>
                      <a:pt x="76" y="46"/>
                    </a:lnTo>
                    <a:lnTo>
                      <a:pt x="76" y="46"/>
                    </a:lnTo>
                    <a:lnTo>
                      <a:pt x="78" y="40"/>
                    </a:lnTo>
                    <a:lnTo>
                      <a:pt x="76" y="38"/>
                    </a:lnTo>
                    <a:lnTo>
                      <a:pt x="82" y="36"/>
                    </a:lnTo>
                    <a:lnTo>
                      <a:pt x="88" y="22"/>
                    </a:lnTo>
                    <a:lnTo>
                      <a:pt x="94" y="12"/>
                    </a:lnTo>
                    <a:lnTo>
                      <a:pt x="94" y="12"/>
                    </a:lnTo>
                    <a:lnTo>
                      <a:pt x="102" y="10"/>
                    </a:lnTo>
                    <a:lnTo>
                      <a:pt x="102"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6" name="Freeform 215">
                <a:extLst>
                  <a:ext uri="{FF2B5EF4-FFF2-40B4-BE49-F238E27FC236}">
                    <a16:creationId xmlns:a16="http://schemas.microsoft.com/office/drawing/2014/main" id="{953FDFCD-03E8-2541-98E3-3CB60644555F}"/>
                  </a:ext>
                </a:extLst>
              </p:cNvPr>
              <p:cNvSpPr>
                <a:spLocks noEditPoints="1"/>
              </p:cNvSpPr>
              <p:nvPr/>
            </p:nvSpPr>
            <p:spPr bwMode="auto">
              <a:xfrm>
                <a:off x="3921189" y="4972327"/>
                <a:ext cx="222164" cy="1405650"/>
              </a:xfrm>
              <a:custGeom>
                <a:avLst/>
                <a:gdLst>
                  <a:gd name="T0" fmla="*/ 92 w 114"/>
                  <a:gd name="T1" fmla="*/ 688 h 702"/>
                  <a:gd name="T2" fmla="*/ 62 w 114"/>
                  <a:gd name="T3" fmla="*/ 690 h 702"/>
                  <a:gd name="T4" fmla="*/ 42 w 114"/>
                  <a:gd name="T5" fmla="*/ 686 h 702"/>
                  <a:gd name="T6" fmla="*/ 52 w 114"/>
                  <a:gd name="T7" fmla="*/ 678 h 702"/>
                  <a:gd name="T8" fmla="*/ 56 w 114"/>
                  <a:gd name="T9" fmla="*/ 668 h 702"/>
                  <a:gd name="T10" fmla="*/ 74 w 114"/>
                  <a:gd name="T11" fmla="*/ 680 h 702"/>
                  <a:gd name="T12" fmla="*/ 62 w 114"/>
                  <a:gd name="T13" fmla="*/ 660 h 702"/>
                  <a:gd name="T14" fmla="*/ 82 w 114"/>
                  <a:gd name="T15" fmla="*/ 646 h 702"/>
                  <a:gd name="T16" fmla="*/ 112 w 114"/>
                  <a:gd name="T17" fmla="*/ 102 h 702"/>
                  <a:gd name="T18" fmla="*/ 98 w 114"/>
                  <a:gd name="T19" fmla="*/ 142 h 702"/>
                  <a:gd name="T20" fmla="*/ 88 w 114"/>
                  <a:gd name="T21" fmla="*/ 178 h 702"/>
                  <a:gd name="T22" fmla="*/ 74 w 114"/>
                  <a:gd name="T23" fmla="*/ 236 h 702"/>
                  <a:gd name="T24" fmla="*/ 70 w 114"/>
                  <a:gd name="T25" fmla="*/ 296 h 702"/>
                  <a:gd name="T26" fmla="*/ 58 w 114"/>
                  <a:gd name="T27" fmla="*/ 332 h 702"/>
                  <a:gd name="T28" fmla="*/ 54 w 114"/>
                  <a:gd name="T29" fmla="*/ 366 h 702"/>
                  <a:gd name="T30" fmla="*/ 44 w 114"/>
                  <a:gd name="T31" fmla="*/ 416 h 702"/>
                  <a:gd name="T32" fmla="*/ 48 w 114"/>
                  <a:gd name="T33" fmla="*/ 458 h 702"/>
                  <a:gd name="T34" fmla="*/ 50 w 114"/>
                  <a:gd name="T35" fmla="*/ 490 h 702"/>
                  <a:gd name="T36" fmla="*/ 48 w 114"/>
                  <a:gd name="T37" fmla="*/ 514 h 702"/>
                  <a:gd name="T38" fmla="*/ 40 w 114"/>
                  <a:gd name="T39" fmla="*/ 552 h 702"/>
                  <a:gd name="T40" fmla="*/ 28 w 114"/>
                  <a:gd name="T41" fmla="*/ 594 h 702"/>
                  <a:gd name="T42" fmla="*/ 36 w 114"/>
                  <a:gd name="T43" fmla="*/ 612 h 702"/>
                  <a:gd name="T44" fmla="*/ 78 w 114"/>
                  <a:gd name="T45" fmla="*/ 638 h 702"/>
                  <a:gd name="T46" fmla="*/ 54 w 114"/>
                  <a:gd name="T47" fmla="*/ 668 h 702"/>
                  <a:gd name="T48" fmla="*/ 36 w 114"/>
                  <a:gd name="T49" fmla="*/ 662 h 702"/>
                  <a:gd name="T50" fmla="*/ 34 w 114"/>
                  <a:gd name="T51" fmla="*/ 674 h 702"/>
                  <a:gd name="T52" fmla="*/ 26 w 114"/>
                  <a:gd name="T53" fmla="*/ 666 h 702"/>
                  <a:gd name="T54" fmla="*/ 26 w 114"/>
                  <a:gd name="T55" fmla="*/ 652 h 702"/>
                  <a:gd name="T56" fmla="*/ 36 w 114"/>
                  <a:gd name="T57" fmla="*/ 632 h 702"/>
                  <a:gd name="T58" fmla="*/ 24 w 114"/>
                  <a:gd name="T59" fmla="*/ 634 h 702"/>
                  <a:gd name="T60" fmla="*/ 14 w 114"/>
                  <a:gd name="T61" fmla="*/ 648 h 702"/>
                  <a:gd name="T62" fmla="*/ 10 w 114"/>
                  <a:gd name="T63" fmla="*/ 644 h 702"/>
                  <a:gd name="T64" fmla="*/ 14 w 114"/>
                  <a:gd name="T65" fmla="*/ 630 h 702"/>
                  <a:gd name="T66" fmla="*/ 20 w 114"/>
                  <a:gd name="T67" fmla="*/ 618 h 702"/>
                  <a:gd name="T68" fmla="*/ 18 w 114"/>
                  <a:gd name="T69" fmla="*/ 602 h 702"/>
                  <a:gd name="T70" fmla="*/ 16 w 114"/>
                  <a:gd name="T71" fmla="*/ 586 h 702"/>
                  <a:gd name="T72" fmla="*/ 16 w 114"/>
                  <a:gd name="T73" fmla="*/ 568 h 702"/>
                  <a:gd name="T74" fmla="*/ 18 w 114"/>
                  <a:gd name="T75" fmla="*/ 546 h 702"/>
                  <a:gd name="T76" fmla="*/ 6 w 114"/>
                  <a:gd name="T77" fmla="*/ 530 h 702"/>
                  <a:gd name="T78" fmla="*/ 0 w 114"/>
                  <a:gd name="T79" fmla="*/ 532 h 702"/>
                  <a:gd name="T80" fmla="*/ 16 w 114"/>
                  <a:gd name="T81" fmla="*/ 516 h 702"/>
                  <a:gd name="T82" fmla="*/ 22 w 114"/>
                  <a:gd name="T83" fmla="*/ 522 h 702"/>
                  <a:gd name="T84" fmla="*/ 26 w 114"/>
                  <a:gd name="T85" fmla="*/ 486 h 702"/>
                  <a:gd name="T86" fmla="*/ 38 w 114"/>
                  <a:gd name="T87" fmla="*/ 470 h 702"/>
                  <a:gd name="T88" fmla="*/ 38 w 114"/>
                  <a:gd name="T89" fmla="*/ 454 h 702"/>
                  <a:gd name="T90" fmla="*/ 32 w 114"/>
                  <a:gd name="T91" fmla="*/ 432 h 702"/>
                  <a:gd name="T92" fmla="*/ 32 w 114"/>
                  <a:gd name="T93" fmla="*/ 384 h 702"/>
                  <a:gd name="T94" fmla="*/ 28 w 114"/>
                  <a:gd name="T95" fmla="*/ 360 h 702"/>
                  <a:gd name="T96" fmla="*/ 36 w 114"/>
                  <a:gd name="T97" fmla="*/ 338 h 702"/>
                  <a:gd name="T98" fmla="*/ 44 w 114"/>
                  <a:gd name="T99" fmla="*/ 302 h 702"/>
                  <a:gd name="T100" fmla="*/ 58 w 114"/>
                  <a:gd name="T101" fmla="*/ 244 h 702"/>
                  <a:gd name="T102" fmla="*/ 54 w 114"/>
                  <a:gd name="T103" fmla="*/ 200 h 702"/>
                  <a:gd name="T104" fmla="*/ 64 w 114"/>
                  <a:gd name="T105" fmla="*/ 166 h 702"/>
                  <a:gd name="T106" fmla="*/ 66 w 114"/>
                  <a:gd name="T107" fmla="*/ 134 h 702"/>
                  <a:gd name="T108" fmla="*/ 66 w 114"/>
                  <a:gd name="T109" fmla="*/ 98 h 702"/>
                  <a:gd name="T110" fmla="*/ 72 w 114"/>
                  <a:gd name="T111" fmla="*/ 58 h 702"/>
                  <a:gd name="T112" fmla="*/ 74 w 114"/>
                  <a:gd name="T113" fmla="*/ 4 h 702"/>
                  <a:gd name="T114" fmla="*/ 94 w 114"/>
                  <a:gd name="T115" fmla="*/ 42 h 702"/>
                  <a:gd name="T116" fmla="*/ 114 w 114"/>
                  <a:gd name="T117" fmla="*/ 9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4" h="702">
                    <a:moveTo>
                      <a:pt x="106" y="690"/>
                    </a:moveTo>
                    <a:lnTo>
                      <a:pt x="108" y="690"/>
                    </a:lnTo>
                    <a:lnTo>
                      <a:pt x="108" y="690"/>
                    </a:lnTo>
                    <a:lnTo>
                      <a:pt x="104" y="696"/>
                    </a:lnTo>
                    <a:lnTo>
                      <a:pt x="100" y="702"/>
                    </a:lnTo>
                    <a:lnTo>
                      <a:pt x="100" y="702"/>
                    </a:lnTo>
                    <a:lnTo>
                      <a:pt x="100" y="696"/>
                    </a:lnTo>
                    <a:lnTo>
                      <a:pt x="100" y="696"/>
                    </a:lnTo>
                    <a:lnTo>
                      <a:pt x="94" y="694"/>
                    </a:lnTo>
                    <a:lnTo>
                      <a:pt x="94" y="694"/>
                    </a:lnTo>
                    <a:lnTo>
                      <a:pt x="94" y="692"/>
                    </a:lnTo>
                    <a:lnTo>
                      <a:pt x="92" y="688"/>
                    </a:lnTo>
                    <a:lnTo>
                      <a:pt x="92" y="688"/>
                    </a:lnTo>
                    <a:lnTo>
                      <a:pt x="80" y="692"/>
                    </a:lnTo>
                    <a:lnTo>
                      <a:pt x="78" y="694"/>
                    </a:lnTo>
                    <a:lnTo>
                      <a:pt x="78" y="694"/>
                    </a:lnTo>
                    <a:lnTo>
                      <a:pt x="74" y="694"/>
                    </a:lnTo>
                    <a:lnTo>
                      <a:pt x="68" y="694"/>
                    </a:lnTo>
                    <a:lnTo>
                      <a:pt x="68" y="694"/>
                    </a:lnTo>
                    <a:lnTo>
                      <a:pt x="68" y="692"/>
                    </a:lnTo>
                    <a:lnTo>
                      <a:pt x="68" y="692"/>
                    </a:lnTo>
                    <a:lnTo>
                      <a:pt x="70" y="692"/>
                    </a:lnTo>
                    <a:lnTo>
                      <a:pt x="70" y="690"/>
                    </a:lnTo>
                    <a:lnTo>
                      <a:pt x="66" y="688"/>
                    </a:lnTo>
                    <a:lnTo>
                      <a:pt x="66" y="688"/>
                    </a:lnTo>
                    <a:lnTo>
                      <a:pt x="62" y="690"/>
                    </a:lnTo>
                    <a:lnTo>
                      <a:pt x="58" y="690"/>
                    </a:lnTo>
                    <a:lnTo>
                      <a:pt x="58" y="690"/>
                    </a:lnTo>
                    <a:lnTo>
                      <a:pt x="58" y="686"/>
                    </a:lnTo>
                    <a:lnTo>
                      <a:pt x="58" y="686"/>
                    </a:lnTo>
                    <a:lnTo>
                      <a:pt x="50" y="686"/>
                    </a:lnTo>
                    <a:lnTo>
                      <a:pt x="50" y="684"/>
                    </a:lnTo>
                    <a:lnTo>
                      <a:pt x="50" y="684"/>
                    </a:lnTo>
                    <a:lnTo>
                      <a:pt x="46" y="684"/>
                    </a:lnTo>
                    <a:lnTo>
                      <a:pt x="46" y="686"/>
                    </a:lnTo>
                    <a:lnTo>
                      <a:pt x="46" y="686"/>
                    </a:lnTo>
                    <a:lnTo>
                      <a:pt x="46" y="688"/>
                    </a:lnTo>
                    <a:lnTo>
                      <a:pt x="46" y="688"/>
                    </a:lnTo>
                    <a:lnTo>
                      <a:pt x="42" y="686"/>
                    </a:lnTo>
                    <a:lnTo>
                      <a:pt x="42" y="686"/>
                    </a:lnTo>
                    <a:lnTo>
                      <a:pt x="42" y="684"/>
                    </a:lnTo>
                    <a:lnTo>
                      <a:pt x="42" y="684"/>
                    </a:lnTo>
                    <a:lnTo>
                      <a:pt x="44" y="684"/>
                    </a:lnTo>
                    <a:lnTo>
                      <a:pt x="44" y="682"/>
                    </a:lnTo>
                    <a:lnTo>
                      <a:pt x="44" y="682"/>
                    </a:lnTo>
                    <a:lnTo>
                      <a:pt x="56" y="680"/>
                    </a:lnTo>
                    <a:lnTo>
                      <a:pt x="56" y="680"/>
                    </a:lnTo>
                    <a:lnTo>
                      <a:pt x="56" y="678"/>
                    </a:lnTo>
                    <a:lnTo>
                      <a:pt x="56" y="676"/>
                    </a:lnTo>
                    <a:lnTo>
                      <a:pt x="56" y="676"/>
                    </a:lnTo>
                    <a:lnTo>
                      <a:pt x="52" y="678"/>
                    </a:lnTo>
                    <a:lnTo>
                      <a:pt x="52" y="678"/>
                    </a:lnTo>
                    <a:lnTo>
                      <a:pt x="48" y="678"/>
                    </a:lnTo>
                    <a:lnTo>
                      <a:pt x="46" y="676"/>
                    </a:lnTo>
                    <a:lnTo>
                      <a:pt x="44" y="670"/>
                    </a:lnTo>
                    <a:lnTo>
                      <a:pt x="44" y="670"/>
                    </a:lnTo>
                    <a:lnTo>
                      <a:pt x="50" y="670"/>
                    </a:lnTo>
                    <a:lnTo>
                      <a:pt x="50" y="670"/>
                    </a:lnTo>
                    <a:lnTo>
                      <a:pt x="50" y="674"/>
                    </a:lnTo>
                    <a:lnTo>
                      <a:pt x="50" y="674"/>
                    </a:lnTo>
                    <a:lnTo>
                      <a:pt x="54" y="672"/>
                    </a:lnTo>
                    <a:lnTo>
                      <a:pt x="54" y="674"/>
                    </a:lnTo>
                    <a:lnTo>
                      <a:pt x="54" y="674"/>
                    </a:lnTo>
                    <a:lnTo>
                      <a:pt x="56" y="668"/>
                    </a:lnTo>
                    <a:lnTo>
                      <a:pt x="56" y="668"/>
                    </a:lnTo>
                    <a:lnTo>
                      <a:pt x="60" y="668"/>
                    </a:lnTo>
                    <a:lnTo>
                      <a:pt x="60" y="668"/>
                    </a:lnTo>
                    <a:lnTo>
                      <a:pt x="60" y="676"/>
                    </a:lnTo>
                    <a:lnTo>
                      <a:pt x="64" y="678"/>
                    </a:lnTo>
                    <a:lnTo>
                      <a:pt x="64" y="678"/>
                    </a:lnTo>
                    <a:lnTo>
                      <a:pt x="62" y="682"/>
                    </a:lnTo>
                    <a:lnTo>
                      <a:pt x="66" y="682"/>
                    </a:lnTo>
                    <a:lnTo>
                      <a:pt x="66" y="682"/>
                    </a:lnTo>
                    <a:lnTo>
                      <a:pt x="66" y="678"/>
                    </a:lnTo>
                    <a:lnTo>
                      <a:pt x="72" y="678"/>
                    </a:lnTo>
                    <a:lnTo>
                      <a:pt x="72" y="678"/>
                    </a:lnTo>
                    <a:lnTo>
                      <a:pt x="74" y="680"/>
                    </a:lnTo>
                    <a:lnTo>
                      <a:pt x="74" y="680"/>
                    </a:lnTo>
                    <a:lnTo>
                      <a:pt x="78" y="680"/>
                    </a:lnTo>
                    <a:lnTo>
                      <a:pt x="78" y="680"/>
                    </a:lnTo>
                    <a:lnTo>
                      <a:pt x="72" y="674"/>
                    </a:lnTo>
                    <a:lnTo>
                      <a:pt x="72" y="674"/>
                    </a:lnTo>
                    <a:lnTo>
                      <a:pt x="66" y="674"/>
                    </a:lnTo>
                    <a:lnTo>
                      <a:pt x="66" y="674"/>
                    </a:lnTo>
                    <a:lnTo>
                      <a:pt x="64" y="670"/>
                    </a:lnTo>
                    <a:lnTo>
                      <a:pt x="64" y="666"/>
                    </a:lnTo>
                    <a:lnTo>
                      <a:pt x="64" y="666"/>
                    </a:lnTo>
                    <a:lnTo>
                      <a:pt x="74" y="660"/>
                    </a:lnTo>
                    <a:lnTo>
                      <a:pt x="74" y="660"/>
                    </a:lnTo>
                    <a:lnTo>
                      <a:pt x="64" y="660"/>
                    </a:lnTo>
                    <a:lnTo>
                      <a:pt x="62" y="660"/>
                    </a:lnTo>
                    <a:lnTo>
                      <a:pt x="62" y="658"/>
                    </a:lnTo>
                    <a:lnTo>
                      <a:pt x="62" y="654"/>
                    </a:lnTo>
                    <a:lnTo>
                      <a:pt x="62" y="646"/>
                    </a:lnTo>
                    <a:lnTo>
                      <a:pt x="62" y="646"/>
                    </a:lnTo>
                    <a:lnTo>
                      <a:pt x="64" y="646"/>
                    </a:lnTo>
                    <a:lnTo>
                      <a:pt x="68" y="646"/>
                    </a:lnTo>
                    <a:lnTo>
                      <a:pt x="68" y="646"/>
                    </a:lnTo>
                    <a:lnTo>
                      <a:pt x="68" y="646"/>
                    </a:lnTo>
                    <a:lnTo>
                      <a:pt x="72" y="648"/>
                    </a:lnTo>
                    <a:lnTo>
                      <a:pt x="72" y="648"/>
                    </a:lnTo>
                    <a:lnTo>
                      <a:pt x="78" y="642"/>
                    </a:lnTo>
                    <a:lnTo>
                      <a:pt x="78" y="642"/>
                    </a:lnTo>
                    <a:lnTo>
                      <a:pt x="82" y="646"/>
                    </a:lnTo>
                    <a:lnTo>
                      <a:pt x="82" y="646"/>
                    </a:lnTo>
                    <a:lnTo>
                      <a:pt x="86" y="644"/>
                    </a:lnTo>
                    <a:lnTo>
                      <a:pt x="90" y="690"/>
                    </a:lnTo>
                    <a:lnTo>
                      <a:pt x="90" y="690"/>
                    </a:lnTo>
                    <a:lnTo>
                      <a:pt x="94" y="688"/>
                    </a:lnTo>
                    <a:lnTo>
                      <a:pt x="100" y="688"/>
                    </a:lnTo>
                    <a:lnTo>
                      <a:pt x="100" y="688"/>
                    </a:lnTo>
                    <a:lnTo>
                      <a:pt x="96" y="688"/>
                    </a:lnTo>
                    <a:lnTo>
                      <a:pt x="98" y="688"/>
                    </a:lnTo>
                    <a:lnTo>
                      <a:pt x="106" y="690"/>
                    </a:lnTo>
                    <a:lnTo>
                      <a:pt x="106" y="690"/>
                    </a:lnTo>
                    <a:close/>
                    <a:moveTo>
                      <a:pt x="112" y="102"/>
                    </a:moveTo>
                    <a:lnTo>
                      <a:pt x="112" y="102"/>
                    </a:lnTo>
                    <a:lnTo>
                      <a:pt x="112" y="106"/>
                    </a:lnTo>
                    <a:lnTo>
                      <a:pt x="108" y="106"/>
                    </a:lnTo>
                    <a:lnTo>
                      <a:pt x="106" y="108"/>
                    </a:lnTo>
                    <a:lnTo>
                      <a:pt x="104" y="110"/>
                    </a:lnTo>
                    <a:lnTo>
                      <a:pt x="104" y="110"/>
                    </a:lnTo>
                    <a:lnTo>
                      <a:pt x="102" y="114"/>
                    </a:lnTo>
                    <a:lnTo>
                      <a:pt x="98" y="116"/>
                    </a:lnTo>
                    <a:lnTo>
                      <a:pt x="96" y="116"/>
                    </a:lnTo>
                    <a:lnTo>
                      <a:pt x="94" y="118"/>
                    </a:lnTo>
                    <a:lnTo>
                      <a:pt x="94" y="118"/>
                    </a:lnTo>
                    <a:lnTo>
                      <a:pt x="94" y="134"/>
                    </a:lnTo>
                    <a:lnTo>
                      <a:pt x="94" y="134"/>
                    </a:lnTo>
                    <a:lnTo>
                      <a:pt x="98" y="142"/>
                    </a:lnTo>
                    <a:lnTo>
                      <a:pt x="98" y="144"/>
                    </a:lnTo>
                    <a:lnTo>
                      <a:pt x="96" y="146"/>
                    </a:lnTo>
                    <a:lnTo>
                      <a:pt x="96" y="146"/>
                    </a:lnTo>
                    <a:lnTo>
                      <a:pt x="94" y="148"/>
                    </a:lnTo>
                    <a:lnTo>
                      <a:pt x="94" y="150"/>
                    </a:lnTo>
                    <a:lnTo>
                      <a:pt x="96" y="154"/>
                    </a:lnTo>
                    <a:lnTo>
                      <a:pt x="96" y="154"/>
                    </a:lnTo>
                    <a:lnTo>
                      <a:pt x="96" y="160"/>
                    </a:lnTo>
                    <a:lnTo>
                      <a:pt x="94" y="166"/>
                    </a:lnTo>
                    <a:lnTo>
                      <a:pt x="94" y="166"/>
                    </a:lnTo>
                    <a:lnTo>
                      <a:pt x="90" y="172"/>
                    </a:lnTo>
                    <a:lnTo>
                      <a:pt x="88" y="178"/>
                    </a:lnTo>
                    <a:lnTo>
                      <a:pt x="88" y="178"/>
                    </a:lnTo>
                    <a:lnTo>
                      <a:pt x="86" y="182"/>
                    </a:lnTo>
                    <a:lnTo>
                      <a:pt x="84" y="184"/>
                    </a:lnTo>
                    <a:lnTo>
                      <a:pt x="82" y="186"/>
                    </a:lnTo>
                    <a:lnTo>
                      <a:pt x="80" y="192"/>
                    </a:lnTo>
                    <a:lnTo>
                      <a:pt x="80" y="192"/>
                    </a:lnTo>
                    <a:lnTo>
                      <a:pt x="78" y="210"/>
                    </a:lnTo>
                    <a:lnTo>
                      <a:pt x="78" y="210"/>
                    </a:lnTo>
                    <a:lnTo>
                      <a:pt x="78" y="218"/>
                    </a:lnTo>
                    <a:lnTo>
                      <a:pt x="78" y="224"/>
                    </a:lnTo>
                    <a:lnTo>
                      <a:pt x="78" y="224"/>
                    </a:lnTo>
                    <a:lnTo>
                      <a:pt x="76" y="228"/>
                    </a:lnTo>
                    <a:lnTo>
                      <a:pt x="74" y="236"/>
                    </a:lnTo>
                    <a:lnTo>
                      <a:pt x="74" y="236"/>
                    </a:lnTo>
                    <a:lnTo>
                      <a:pt x="74" y="244"/>
                    </a:lnTo>
                    <a:lnTo>
                      <a:pt x="74" y="250"/>
                    </a:lnTo>
                    <a:lnTo>
                      <a:pt x="74" y="250"/>
                    </a:lnTo>
                    <a:lnTo>
                      <a:pt x="74" y="258"/>
                    </a:lnTo>
                    <a:lnTo>
                      <a:pt x="74" y="262"/>
                    </a:lnTo>
                    <a:lnTo>
                      <a:pt x="74" y="262"/>
                    </a:lnTo>
                    <a:lnTo>
                      <a:pt x="70" y="268"/>
                    </a:lnTo>
                    <a:lnTo>
                      <a:pt x="72" y="274"/>
                    </a:lnTo>
                    <a:lnTo>
                      <a:pt x="72" y="274"/>
                    </a:lnTo>
                    <a:lnTo>
                      <a:pt x="72" y="280"/>
                    </a:lnTo>
                    <a:lnTo>
                      <a:pt x="72" y="286"/>
                    </a:lnTo>
                    <a:lnTo>
                      <a:pt x="72" y="286"/>
                    </a:lnTo>
                    <a:lnTo>
                      <a:pt x="70" y="296"/>
                    </a:lnTo>
                    <a:lnTo>
                      <a:pt x="66" y="306"/>
                    </a:lnTo>
                    <a:lnTo>
                      <a:pt x="66" y="306"/>
                    </a:lnTo>
                    <a:lnTo>
                      <a:pt x="64" y="312"/>
                    </a:lnTo>
                    <a:lnTo>
                      <a:pt x="66" y="316"/>
                    </a:lnTo>
                    <a:lnTo>
                      <a:pt x="66" y="316"/>
                    </a:lnTo>
                    <a:lnTo>
                      <a:pt x="66" y="322"/>
                    </a:lnTo>
                    <a:lnTo>
                      <a:pt x="66" y="326"/>
                    </a:lnTo>
                    <a:lnTo>
                      <a:pt x="66" y="326"/>
                    </a:lnTo>
                    <a:lnTo>
                      <a:pt x="64" y="328"/>
                    </a:lnTo>
                    <a:lnTo>
                      <a:pt x="62" y="328"/>
                    </a:lnTo>
                    <a:lnTo>
                      <a:pt x="60" y="328"/>
                    </a:lnTo>
                    <a:lnTo>
                      <a:pt x="60" y="328"/>
                    </a:lnTo>
                    <a:lnTo>
                      <a:pt x="58" y="332"/>
                    </a:lnTo>
                    <a:lnTo>
                      <a:pt x="56" y="334"/>
                    </a:lnTo>
                    <a:lnTo>
                      <a:pt x="54" y="338"/>
                    </a:lnTo>
                    <a:lnTo>
                      <a:pt x="54" y="338"/>
                    </a:lnTo>
                    <a:lnTo>
                      <a:pt x="54" y="344"/>
                    </a:lnTo>
                    <a:lnTo>
                      <a:pt x="54" y="352"/>
                    </a:lnTo>
                    <a:lnTo>
                      <a:pt x="54" y="352"/>
                    </a:lnTo>
                    <a:lnTo>
                      <a:pt x="54" y="354"/>
                    </a:lnTo>
                    <a:lnTo>
                      <a:pt x="56" y="356"/>
                    </a:lnTo>
                    <a:lnTo>
                      <a:pt x="58" y="362"/>
                    </a:lnTo>
                    <a:lnTo>
                      <a:pt x="58" y="362"/>
                    </a:lnTo>
                    <a:lnTo>
                      <a:pt x="56" y="364"/>
                    </a:lnTo>
                    <a:lnTo>
                      <a:pt x="56" y="364"/>
                    </a:lnTo>
                    <a:lnTo>
                      <a:pt x="54" y="366"/>
                    </a:lnTo>
                    <a:lnTo>
                      <a:pt x="54" y="366"/>
                    </a:lnTo>
                    <a:lnTo>
                      <a:pt x="50" y="376"/>
                    </a:lnTo>
                    <a:lnTo>
                      <a:pt x="48" y="386"/>
                    </a:lnTo>
                    <a:lnTo>
                      <a:pt x="48" y="386"/>
                    </a:lnTo>
                    <a:lnTo>
                      <a:pt x="48" y="392"/>
                    </a:lnTo>
                    <a:lnTo>
                      <a:pt x="44" y="396"/>
                    </a:lnTo>
                    <a:lnTo>
                      <a:pt x="44" y="396"/>
                    </a:lnTo>
                    <a:lnTo>
                      <a:pt x="42" y="400"/>
                    </a:lnTo>
                    <a:lnTo>
                      <a:pt x="44" y="402"/>
                    </a:lnTo>
                    <a:lnTo>
                      <a:pt x="44" y="406"/>
                    </a:lnTo>
                    <a:lnTo>
                      <a:pt x="46" y="410"/>
                    </a:lnTo>
                    <a:lnTo>
                      <a:pt x="46" y="410"/>
                    </a:lnTo>
                    <a:lnTo>
                      <a:pt x="44" y="416"/>
                    </a:lnTo>
                    <a:lnTo>
                      <a:pt x="44" y="420"/>
                    </a:lnTo>
                    <a:lnTo>
                      <a:pt x="46" y="422"/>
                    </a:lnTo>
                    <a:lnTo>
                      <a:pt x="46" y="422"/>
                    </a:lnTo>
                    <a:lnTo>
                      <a:pt x="50" y="422"/>
                    </a:lnTo>
                    <a:lnTo>
                      <a:pt x="50" y="426"/>
                    </a:lnTo>
                    <a:lnTo>
                      <a:pt x="50" y="426"/>
                    </a:lnTo>
                    <a:lnTo>
                      <a:pt x="50" y="438"/>
                    </a:lnTo>
                    <a:lnTo>
                      <a:pt x="50" y="438"/>
                    </a:lnTo>
                    <a:lnTo>
                      <a:pt x="46" y="446"/>
                    </a:lnTo>
                    <a:lnTo>
                      <a:pt x="46" y="450"/>
                    </a:lnTo>
                    <a:lnTo>
                      <a:pt x="46" y="452"/>
                    </a:lnTo>
                    <a:lnTo>
                      <a:pt x="46" y="452"/>
                    </a:lnTo>
                    <a:lnTo>
                      <a:pt x="48" y="458"/>
                    </a:lnTo>
                    <a:lnTo>
                      <a:pt x="50" y="460"/>
                    </a:lnTo>
                    <a:lnTo>
                      <a:pt x="50" y="462"/>
                    </a:lnTo>
                    <a:lnTo>
                      <a:pt x="50" y="462"/>
                    </a:lnTo>
                    <a:lnTo>
                      <a:pt x="50" y="466"/>
                    </a:lnTo>
                    <a:lnTo>
                      <a:pt x="50" y="472"/>
                    </a:lnTo>
                    <a:lnTo>
                      <a:pt x="50" y="472"/>
                    </a:lnTo>
                    <a:lnTo>
                      <a:pt x="52" y="478"/>
                    </a:lnTo>
                    <a:lnTo>
                      <a:pt x="52" y="480"/>
                    </a:lnTo>
                    <a:lnTo>
                      <a:pt x="52" y="482"/>
                    </a:lnTo>
                    <a:lnTo>
                      <a:pt x="52" y="482"/>
                    </a:lnTo>
                    <a:lnTo>
                      <a:pt x="50" y="486"/>
                    </a:lnTo>
                    <a:lnTo>
                      <a:pt x="50" y="490"/>
                    </a:lnTo>
                    <a:lnTo>
                      <a:pt x="50" y="490"/>
                    </a:lnTo>
                    <a:lnTo>
                      <a:pt x="52" y="494"/>
                    </a:lnTo>
                    <a:lnTo>
                      <a:pt x="52" y="494"/>
                    </a:lnTo>
                    <a:lnTo>
                      <a:pt x="50" y="496"/>
                    </a:lnTo>
                    <a:lnTo>
                      <a:pt x="50" y="496"/>
                    </a:lnTo>
                    <a:lnTo>
                      <a:pt x="48" y="496"/>
                    </a:lnTo>
                    <a:lnTo>
                      <a:pt x="48" y="498"/>
                    </a:lnTo>
                    <a:lnTo>
                      <a:pt x="46" y="502"/>
                    </a:lnTo>
                    <a:lnTo>
                      <a:pt x="46" y="502"/>
                    </a:lnTo>
                    <a:lnTo>
                      <a:pt x="46" y="502"/>
                    </a:lnTo>
                    <a:lnTo>
                      <a:pt x="46" y="504"/>
                    </a:lnTo>
                    <a:lnTo>
                      <a:pt x="48" y="510"/>
                    </a:lnTo>
                    <a:lnTo>
                      <a:pt x="48" y="510"/>
                    </a:lnTo>
                    <a:lnTo>
                      <a:pt x="48" y="514"/>
                    </a:lnTo>
                    <a:lnTo>
                      <a:pt x="48" y="520"/>
                    </a:lnTo>
                    <a:lnTo>
                      <a:pt x="48" y="520"/>
                    </a:lnTo>
                    <a:lnTo>
                      <a:pt x="46" y="526"/>
                    </a:lnTo>
                    <a:lnTo>
                      <a:pt x="46" y="532"/>
                    </a:lnTo>
                    <a:lnTo>
                      <a:pt x="46" y="532"/>
                    </a:lnTo>
                    <a:lnTo>
                      <a:pt x="46" y="536"/>
                    </a:lnTo>
                    <a:lnTo>
                      <a:pt x="46" y="538"/>
                    </a:lnTo>
                    <a:lnTo>
                      <a:pt x="46" y="538"/>
                    </a:lnTo>
                    <a:lnTo>
                      <a:pt x="42" y="542"/>
                    </a:lnTo>
                    <a:lnTo>
                      <a:pt x="42" y="542"/>
                    </a:lnTo>
                    <a:lnTo>
                      <a:pt x="40" y="548"/>
                    </a:lnTo>
                    <a:lnTo>
                      <a:pt x="40" y="552"/>
                    </a:lnTo>
                    <a:lnTo>
                      <a:pt x="40" y="552"/>
                    </a:lnTo>
                    <a:lnTo>
                      <a:pt x="42" y="558"/>
                    </a:lnTo>
                    <a:lnTo>
                      <a:pt x="38" y="562"/>
                    </a:lnTo>
                    <a:lnTo>
                      <a:pt x="38" y="562"/>
                    </a:lnTo>
                    <a:lnTo>
                      <a:pt x="32" y="566"/>
                    </a:lnTo>
                    <a:lnTo>
                      <a:pt x="30" y="568"/>
                    </a:lnTo>
                    <a:lnTo>
                      <a:pt x="30" y="570"/>
                    </a:lnTo>
                    <a:lnTo>
                      <a:pt x="30" y="570"/>
                    </a:lnTo>
                    <a:lnTo>
                      <a:pt x="32" y="578"/>
                    </a:lnTo>
                    <a:lnTo>
                      <a:pt x="30" y="582"/>
                    </a:lnTo>
                    <a:lnTo>
                      <a:pt x="30" y="582"/>
                    </a:lnTo>
                    <a:lnTo>
                      <a:pt x="28" y="588"/>
                    </a:lnTo>
                    <a:lnTo>
                      <a:pt x="28" y="594"/>
                    </a:lnTo>
                    <a:lnTo>
                      <a:pt x="28" y="594"/>
                    </a:lnTo>
                    <a:lnTo>
                      <a:pt x="28" y="600"/>
                    </a:lnTo>
                    <a:lnTo>
                      <a:pt x="28" y="602"/>
                    </a:lnTo>
                    <a:lnTo>
                      <a:pt x="30" y="602"/>
                    </a:lnTo>
                    <a:lnTo>
                      <a:pt x="30" y="602"/>
                    </a:lnTo>
                    <a:lnTo>
                      <a:pt x="32" y="602"/>
                    </a:lnTo>
                    <a:lnTo>
                      <a:pt x="34" y="600"/>
                    </a:lnTo>
                    <a:lnTo>
                      <a:pt x="36" y="600"/>
                    </a:lnTo>
                    <a:lnTo>
                      <a:pt x="38" y="600"/>
                    </a:lnTo>
                    <a:lnTo>
                      <a:pt x="38" y="600"/>
                    </a:lnTo>
                    <a:lnTo>
                      <a:pt x="40" y="606"/>
                    </a:lnTo>
                    <a:lnTo>
                      <a:pt x="38" y="610"/>
                    </a:lnTo>
                    <a:lnTo>
                      <a:pt x="38" y="610"/>
                    </a:lnTo>
                    <a:lnTo>
                      <a:pt x="36" y="612"/>
                    </a:lnTo>
                    <a:lnTo>
                      <a:pt x="36" y="614"/>
                    </a:lnTo>
                    <a:lnTo>
                      <a:pt x="38" y="620"/>
                    </a:lnTo>
                    <a:lnTo>
                      <a:pt x="38" y="620"/>
                    </a:lnTo>
                    <a:lnTo>
                      <a:pt x="46" y="628"/>
                    </a:lnTo>
                    <a:lnTo>
                      <a:pt x="50" y="634"/>
                    </a:lnTo>
                    <a:lnTo>
                      <a:pt x="50" y="634"/>
                    </a:lnTo>
                    <a:lnTo>
                      <a:pt x="68" y="632"/>
                    </a:lnTo>
                    <a:lnTo>
                      <a:pt x="68" y="632"/>
                    </a:lnTo>
                    <a:lnTo>
                      <a:pt x="92" y="634"/>
                    </a:lnTo>
                    <a:lnTo>
                      <a:pt x="92" y="636"/>
                    </a:lnTo>
                    <a:lnTo>
                      <a:pt x="92" y="636"/>
                    </a:lnTo>
                    <a:lnTo>
                      <a:pt x="82" y="636"/>
                    </a:lnTo>
                    <a:lnTo>
                      <a:pt x="78" y="638"/>
                    </a:lnTo>
                    <a:lnTo>
                      <a:pt x="76" y="644"/>
                    </a:lnTo>
                    <a:lnTo>
                      <a:pt x="76" y="644"/>
                    </a:lnTo>
                    <a:lnTo>
                      <a:pt x="58" y="644"/>
                    </a:lnTo>
                    <a:lnTo>
                      <a:pt x="58" y="644"/>
                    </a:lnTo>
                    <a:lnTo>
                      <a:pt x="60" y="648"/>
                    </a:lnTo>
                    <a:lnTo>
                      <a:pt x="60" y="648"/>
                    </a:lnTo>
                    <a:lnTo>
                      <a:pt x="56" y="654"/>
                    </a:lnTo>
                    <a:lnTo>
                      <a:pt x="56" y="654"/>
                    </a:lnTo>
                    <a:lnTo>
                      <a:pt x="58" y="660"/>
                    </a:lnTo>
                    <a:lnTo>
                      <a:pt x="56" y="666"/>
                    </a:lnTo>
                    <a:lnTo>
                      <a:pt x="56" y="666"/>
                    </a:lnTo>
                    <a:lnTo>
                      <a:pt x="54" y="668"/>
                    </a:lnTo>
                    <a:lnTo>
                      <a:pt x="54" y="668"/>
                    </a:lnTo>
                    <a:lnTo>
                      <a:pt x="48" y="666"/>
                    </a:lnTo>
                    <a:lnTo>
                      <a:pt x="48" y="666"/>
                    </a:lnTo>
                    <a:lnTo>
                      <a:pt x="44" y="664"/>
                    </a:lnTo>
                    <a:lnTo>
                      <a:pt x="44" y="662"/>
                    </a:lnTo>
                    <a:lnTo>
                      <a:pt x="44" y="656"/>
                    </a:lnTo>
                    <a:lnTo>
                      <a:pt x="44" y="656"/>
                    </a:lnTo>
                    <a:lnTo>
                      <a:pt x="40" y="658"/>
                    </a:lnTo>
                    <a:lnTo>
                      <a:pt x="40" y="658"/>
                    </a:lnTo>
                    <a:lnTo>
                      <a:pt x="40" y="662"/>
                    </a:lnTo>
                    <a:lnTo>
                      <a:pt x="40" y="662"/>
                    </a:lnTo>
                    <a:lnTo>
                      <a:pt x="34" y="658"/>
                    </a:lnTo>
                    <a:lnTo>
                      <a:pt x="32" y="658"/>
                    </a:lnTo>
                    <a:lnTo>
                      <a:pt x="36" y="662"/>
                    </a:lnTo>
                    <a:lnTo>
                      <a:pt x="36" y="662"/>
                    </a:lnTo>
                    <a:lnTo>
                      <a:pt x="42" y="666"/>
                    </a:lnTo>
                    <a:lnTo>
                      <a:pt x="42" y="666"/>
                    </a:lnTo>
                    <a:lnTo>
                      <a:pt x="40" y="670"/>
                    </a:lnTo>
                    <a:lnTo>
                      <a:pt x="42" y="674"/>
                    </a:lnTo>
                    <a:lnTo>
                      <a:pt x="42" y="674"/>
                    </a:lnTo>
                    <a:lnTo>
                      <a:pt x="42" y="674"/>
                    </a:lnTo>
                    <a:lnTo>
                      <a:pt x="38" y="676"/>
                    </a:lnTo>
                    <a:lnTo>
                      <a:pt x="38" y="676"/>
                    </a:lnTo>
                    <a:lnTo>
                      <a:pt x="38" y="674"/>
                    </a:lnTo>
                    <a:lnTo>
                      <a:pt x="38" y="674"/>
                    </a:lnTo>
                    <a:lnTo>
                      <a:pt x="36" y="674"/>
                    </a:lnTo>
                    <a:lnTo>
                      <a:pt x="34" y="674"/>
                    </a:lnTo>
                    <a:lnTo>
                      <a:pt x="34" y="674"/>
                    </a:lnTo>
                    <a:lnTo>
                      <a:pt x="32" y="672"/>
                    </a:lnTo>
                    <a:lnTo>
                      <a:pt x="32" y="672"/>
                    </a:lnTo>
                    <a:lnTo>
                      <a:pt x="32" y="670"/>
                    </a:lnTo>
                    <a:lnTo>
                      <a:pt x="32" y="668"/>
                    </a:lnTo>
                    <a:lnTo>
                      <a:pt x="32" y="668"/>
                    </a:lnTo>
                    <a:lnTo>
                      <a:pt x="30" y="668"/>
                    </a:lnTo>
                    <a:lnTo>
                      <a:pt x="28" y="670"/>
                    </a:lnTo>
                    <a:lnTo>
                      <a:pt x="28" y="668"/>
                    </a:lnTo>
                    <a:lnTo>
                      <a:pt x="28" y="668"/>
                    </a:lnTo>
                    <a:lnTo>
                      <a:pt x="26" y="668"/>
                    </a:lnTo>
                    <a:lnTo>
                      <a:pt x="26" y="666"/>
                    </a:lnTo>
                    <a:lnTo>
                      <a:pt x="26" y="666"/>
                    </a:lnTo>
                    <a:lnTo>
                      <a:pt x="24" y="666"/>
                    </a:lnTo>
                    <a:lnTo>
                      <a:pt x="24" y="666"/>
                    </a:lnTo>
                    <a:lnTo>
                      <a:pt x="24" y="662"/>
                    </a:lnTo>
                    <a:lnTo>
                      <a:pt x="24" y="662"/>
                    </a:lnTo>
                    <a:lnTo>
                      <a:pt x="26" y="654"/>
                    </a:lnTo>
                    <a:lnTo>
                      <a:pt x="30" y="654"/>
                    </a:lnTo>
                    <a:lnTo>
                      <a:pt x="30" y="654"/>
                    </a:lnTo>
                    <a:lnTo>
                      <a:pt x="30" y="656"/>
                    </a:lnTo>
                    <a:lnTo>
                      <a:pt x="32" y="656"/>
                    </a:lnTo>
                    <a:lnTo>
                      <a:pt x="32" y="654"/>
                    </a:lnTo>
                    <a:lnTo>
                      <a:pt x="32" y="654"/>
                    </a:lnTo>
                    <a:lnTo>
                      <a:pt x="30" y="652"/>
                    </a:lnTo>
                    <a:lnTo>
                      <a:pt x="26" y="652"/>
                    </a:lnTo>
                    <a:lnTo>
                      <a:pt x="26" y="652"/>
                    </a:lnTo>
                    <a:lnTo>
                      <a:pt x="24" y="644"/>
                    </a:lnTo>
                    <a:lnTo>
                      <a:pt x="22" y="636"/>
                    </a:lnTo>
                    <a:lnTo>
                      <a:pt x="22" y="636"/>
                    </a:lnTo>
                    <a:lnTo>
                      <a:pt x="26" y="636"/>
                    </a:lnTo>
                    <a:lnTo>
                      <a:pt x="30" y="636"/>
                    </a:lnTo>
                    <a:lnTo>
                      <a:pt x="30" y="636"/>
                    </a:lnTo>
                    <a:lnTo>
                      <a:pt x="30" y="638"/>
                    </a:lnTo>
                    <a:lnTo>
                      <a:pt x="32" y="638"/>
                    </a:lnTo>
                    <a:lnTo>
                      <a:pt x="32" y="638"/>
                    </a:lnTo>
                    <a:lnTo>
                      <a:pt x="34" y="632"/>
                    </a:lnTo>
                    <a:lnTo>
                      <a:pt x="36" y="632"/>
                    </a:lnTo>
                    <a:lnTo>
                      <a:pt x="36" y="632"/>
                    </a:lnTo>
                    <a:lnTo>
                      <a:pt x="40" y="628"/>
                    </a:lnTo>
                    <a:lnTo>
                      <a:pt x="40" y="626"/>
                    </a:lnTo>
                    <a:lnTo>
                      <a:pt x="40" y="626"/>
                    </a:lnTo>
                    <a:lnTo>
                      <a:pt x="38" y="628"/>
                    </a:lnTo>
                    <a:lnTo>
                      <a:pt x="36" y="628"/>
                    </a:lnTo>
                    <a:lnTo>
                      <a:pt x="36" y="628"/>
                    </a:lnTo>
                    <a:lnTo>
                      <a:pt x="34" y="624"/>
                    </a:lnTo>
                    <a:lnTo>
                      <a:pt x="34" y="624"/>
                    </a:lnTo>
                    <a:lnTo>
                      <a:pt x="30" y="630"/>
                    </a:lnTo>
                    <a:lnTo>
                      <a:pt x="26" y="634"/>
                    </a:lnTo>
                    <a:lnTo>
                      <a:pt x="26" y="634"/>
                    </a:lnTo>
                    <a:lnTo>
                      <a:pt x="24" y="634"/>
                    </a:lnTo>
                    <a:lnTo>
                      <a:pt x="24" y="634"/>
                    </a:lnTo>
                    <a:lnTo>
                      <a:pt x="24" y="628"/>
                    </a:lnTo>
                    <a:lnTo>
                      <a:pt x="24" y="628"/>
                    </a:lnTo>
                    <a:lnTo>
                      <a:pt x="18" y="632"/>
                    </a:lnTo>
                    <a:lnTo>
                      <a:pt x="18" y="632"/>
                    </a:lnTo>
                    <a:lnTo>
                      <a:pt x="18" y="632"/>
                    </a:lnTo>
                    <a:lnTo>
                      <a:pt x="16" y="632"/>
                    </a:lnTo>
                    <a:lnTo>
                      <a:pt x="16" y="632"/>
                    </a:lnTo>
                    <a:lnTo>
                      <a:pt x="20" y="638"/>
                    </a:lnTo>
                    <a:lnTo>
                      <a:pt x="20" y="648"/>
                    </a:lnTo>
                    <a:lnTo>
                      <a:pt x="20" y="648"/>
                    </a:lnTo>
                    <a:lnTo>
                      <a:pt x="12" y="646"/>
                    </a:lnTo>
                    <a:lnTo>
                      <a:pt x="12" y="646"/>
                    </a:lnTo>
                    <a:lnTo>
                      <a:pt x="14" y="648"/>
                    </a:lnTo>
                    <a:lnTo>
                      <a:pt x="14" y="648"/>
                    </a:lnTo>
                    <a:lnTo>
                      <a:pt x="16" y="648"/>
                    </a:lnTo>
                    <a:lnTo>
                      <a:pt x="16" y="648"/>
                    </a:lnTo>
                    <a:lnTo>
                      <a:pt x="24" y="654"/>
                    </a:lnTo>
                    <a:lnTo>
                      <a:pt x="24" y="656"/>
                    </a:lnTo>
                    <a:lnTo>
                      <a:pt x="22" y="656"/>
                    </a:lnTo>
                    <a:lnTo>
                      <a:pt x="22" y="656"/>
                    </a:lnTo>
                    <a:lnTo>
                      <a:pt x="18" y="656"/>
                    </a:lnTo>
                    <a:lnTo>
                      <a:pt x="16" y="656"/>
                    </a:lnTo>
                    <a:lnTo>
                      <a:pt x="16" y="656"/>
                    </a:lnTo>
                    <a:lnTo>
                      <a:pt x="8" y="648"/>
                    </a:lnTo>
                    <a:lnTo>
                      <a:pt x="8" y="648"/>
                    </a:lnTo>
                    <a:lnTo>
                      <a:pt x="10" y="644"/>
                    </a:lnTo>
                    <a:lnTo>
                      <a:pt x="10" y="644"/>
                    </a:lnTo>
                    <a:lnTo>
                      <a:pt x="6" y="640"/>
                    </a:lnTo>
                    <a:lnTo>
                      <a:pt x="4" y="638"/>
                    </a:lnTo>
                    <a:lnTo>
                      <a:pt x="4" y="638"/>
                    </a:lnTo>
                    <a:lnTo>
                      <a:pt x="2" y="632"/>
                    </a:lnTo>
                    <a:lnTo>
                      <a:pt x="2" y="632"/>
                    </a:lnTo>
                    <a:lnTo>
                      <a:pt x="2" y="630"/>
                    </a:lnTo>
                    <a:lnTo>
                      <a:pt x="4" y="628"/>
                    </a:lnTo>
                    <a:lnTo>
                      <a:pt x="8" y="626"/>
                    </a:lnTo>
                    <a:lnTo>
                      <a:pt x="8" y="626"/>
                    </a:lnTo>
                    <a:lnTo>
                      <a:pt x="12" y="630"/>
                    </a:lnTo>
                    <a:lnTo>
                      <a:pt x="12" y="630"/>
                    </a:lnTo>
                    <a:lnTo>
                      <a:pt x="14" y="630"/>
                    </a:lnTo>
                    <a:lnTo>
                      <a:pt x="14" y="630"/>
                    </a:lnTo>
                    <a:lnTo>
                      <a:pt x="14" y="628"/>
                    </a:lnTo>
                    <a:lnTo>
                      <a:pt x="14" y="628"/>
                    </a:lnTo>
                    <a:lnTo>
                      <a:pt x="16" y="628"/>
                    </a:lnTo>
                    <a:lnTo>
                      <a:pt x="20" y="628"/>
                    </a:lnTo>
                    <a:lnTo>
                      <a:pt x="20" y="628"/>
                    </a:lnTo>
                    <a:lnTo>
                      <a:pt x="20" y="624"/>
                    </a:lnTo>
                    <a:lnTo>
                      <a:pt x="20" y="624"/>
                    </a:lnTo>
                    <a:lnTo>
                      <a:pt x="24" y="624"/>
                    </a:lnTo>
                    <a:lnTo>
                      <a:pt x="24" y="624"/>
                    </a:lnTo>
                    <a:lnTo>
                      <a:pt x="22" y="620"/>
                    </a:lnTo>
                    <a:lnTo>
                      <a:pt x="22" y="620"/>
                    </a:lnTo>
                    <a:lnTo>
                      <a:pt x="20" y="618"/>
                    </a:lnTo>
                    <a:lnTo>
                      <a:pt x="18" y="616"/>
                    </a:lnTo>
                    <a:lnTo>
                      <a:pt x="18" y="616"/>
                    </a:lnTo>
                    <a:lnTo>
                      <a:pt x="18" y="614"/>
                    </a:lnTo>
                    <a:lnTo>
                      <a:pt x="18" y="612"/>
                    </a:lnTo>
                    <a:lnTo>
                      <a:pt x="18" y="612"/>
                    </a:lnTo>
                    <a:lnTo>
                      <a:pt x="24" y="608"/>
                    </a:lnTo>
                    <a:lnTo>
                      <a:pt x="24" y="608"/>
                    </a:lnTo>
                    <a:lnTo>
                      <a:pt x="22" y="608"/>
                    </a:lnTo>
                    <a:lnTo>
                      <a:pt x="22" y="608"/>
                    </a:lnTo>
                    <a:lnTo>
                      <a:pt x="18" y="606"/>
                    </a:lnTo>
                    <a:lnTo>
                      <a:pt x="18" y="606"/>
                    </a:lnTo>
                    <a:lnTo>
                      <a:pt x="18" y="602"/>
                    </a:lnTo>
                    <a:lnTo>
                      <a:pt x="18" y="602"/>
                    </a:lnTo>
                    <a:lnTo>
                      <a:pt x="20" y="602"/>
                    </a:lnTo>
                    <a:lnTo>
                      <a:pt x="22" y="602"/>
                    </a:lnTo>
                    <a:lnTo>
                      <a:pt x="20" y="602"/>
                    </a:lnTo>
                    <a:lnTo>
                      <a:pt x="20" y="602"/>
                    </a:lnTo>
                    <a:lnTo>
                      <a:pt x="16" y="600"/>
                    </a:lnTo>
                    <a:lnTo>
                      <a:pt x="12" y="600"/>
                    </a:lnTo>
                    <a:lnTo>
                      <a:pt x="12" y="600"/>
                    </a:lnTo>
                    <a:lnTo>
                      <a:pt x="12" y="594"/>
                    </a:lnTo>
                    <a:lnTo>
                      <a:pt x="12" y="594"/>
                    </a:lnTo>
                    <a:lnTo>
                      <a:pt x="16" y="590"/>
                    </a:lnTo>
                    <a:lnTo>
                      <a:pt x="16" y="590"/>
                    </a:lnTo>
                    <a:lnTo>
                      <a:pt x="16" y="586"/>
                    </a:lnTo>
                    <a:lnTo>
                      <a:pt x="16" y="586"/>
                    </a:lnTo>
                    <a:lnTo>
                      <a:pt x="18" y="584"/>
                    </a:lnTo>
                    <a:lnTo>
                      <a:pt x="20" y="584"/>
                    </a:lnTo>
                    <a:lnTo>
                      <a:pt x="20" y="582"/>
                    </a:lnTo>
                    <a:lnTo>
                      <a:pt x="20" y="582"/>
                    </a:lnTo>
                    <a:lnTo>
                      <a:pt x="22" y="576"/>
                    </a:lnTo>
                    <a:lnTo>
                      <a:pt x="22" y="576"/>
                    </a:lnTo>
                    <a:lnTo>
                      <a:pt x="18" y="578"/>
                    </a:lnTo>
                    <a:lnTo>
                      <a:pt x="18" y="578"/>
                    </a:lnTo>
                    <a:lnTo>
                      <a:pt x="18" y="580"/>
                    </a:lnTo>
                    <a:lnTo>
                      <a:pt x="18" y="580"/>
                    </a:lnTo>
                    <a:lnTo>
                      <a:pt x="16" y="580"/>
                    </a:lnTo>
                    <a:lnTo>
                      <a:pt x="16" y="580"/>
                    </a:lnTo>
                    <a:lnTo>
                      <a:pt x="16" y="568"/>
                    </a:lnTo>
                    <a:lnTo>
                      <a:pt x="18" y="568"/>
                    </a:lnTo>
                    <a:lnTo>
                      <a:pt x="18" y="568"/>
                    </a:lnTo>
                    <a:lnTo>
                      <a:pt x="16" y="564"/>
                    </a:lnTo>
                    <a:lnTo>
                      <a:pt x="16" y="564"/>
                    </a:lnTo>
                    <a:lnTo>
                      <a:pt x="16" y="556"/>
                    </a:lnTo>
                    <a:lnTo>
                      <a:pt x="16" y="548"/>
                    </a:lnTo>
                    <a:lnTo>
                      <a:pt x="16" y="548"/>
                    </a:lnTo>
                    <a:lnTo>
                      <a:pt x="20" y="550"/>
                    </a:lnTo>
                    <a:lnTo>
                      <a:pt x="20" y="550"/>
                    </a:lnTo>
                    <a:lnTo>
                      <a:pt x="20" y="548"/>
                    </a:lnTo>
                    <a:lnTo>
                      <a:pt x="22" y="546"/>
                    </a:lnTo>
                    <a:lnTo>
                      <a:pt x="22" y="546"/>
                    </a:lnTo>
                    <a:lnTo>
                      <a:pt x="18" y="546"/>
                    </a:lnTo>
                    <a:lnTo>
                      <a:pt x="18" y="546"/>
                    </a:lnTo>
                    <a:lnTo>
                      <a:pt x="20" y="542"/>
                    </a:lnTo>
                    <a:lnTo>
                      <a:pt x="20" y="538"/>
                    </a:lnTo>
                    <a:lnTo>
                      <a:pt x="18" y="530"/>
                    </a:lnTo>
                    <a:lnTo>
                      <a:pt x="18" y="530"/>
                    </a:lnTo>
                    <a:lnTo>
                      <a:pt x="12" y="530"/>
                    </a:lnTo>
                    <a:lnTo>
                      <a:pt x="12" y="530"/>
                    </a:lnTo>
                    <a:lnTo>
                      <a:pt x="12" y="534"/>
                    </a:lnTo>
                    <a:lnTo>
                      <a:pt x="12" y="534"/>
                    </a:lnTo>
                    <a:lnTo>
                      <a:pt x="6" y="532"/>
                    </a:lnTo>
                    <a:lnTo>
                      <a:pt x="6" y="532"/>
                    </a:lnTo>
                    <a:lnTo>
                      <a:pt x="6" y="530"/>
                    </a:lnTo>
                    <a:lnTo>
                      <a:pt x="6" y="530"/>
                    </a:lnTo>
                    <a:lnTo>
                      <a:pt x="6" y="528"/>
                    </a:lnTo>
                    <a:lnTo>
                      <a:pt x="6" y="528"/>
                    </a:lnTo>
                    <a:lnTo>
                      <a:pt x="8" y="528"/>
                    </a:lnTo>
                    <a:lnTo>
                      <a:pt x="8" y="526"/>
                    </a:lnTo>
                    <a:lnTo>
                      <a:pt x="8" y="526"/>
                    </a:lnTo>
                    <a:lnTo>
                      <a:pt x="6" y="526"/>
                    </a:lnTo>
                    <a:lnTo>
                      <a:pt x="6" y="528"/>
                    </a:lnTo>
                    <a:lnTo>
                      <a:pt x="6" y="528"/>
                    </a:lnTo>
                    <a:lnTo>
                      <a:pt x="2" y="528"/>
                    </a:lnTo>
                    <a:lnTo>
                      <a:pt x="2" y="528"/>
                    </a:lnTo>
                    <a:lnTo>
                      <a:pt x="2" y="532"/>
                    </a:lnTo>
                    <a:lnTo>
                      <a:pt x="0" y="532"/>
                    </a:lnTo>
                    <a:lnTo>
                      <a:pt x="0" y="532"/>
                    </a:lnTo>
                    <a:lnTo>
                      <a:pt x="0" y="526"/>
                    </a:lnTo>
                    <a:lnTo>
                      <a:pt x="0" y="526"/>
                    </a:lnTo>
                    <a:lnTo>
                      <a:pt x="6" y="522"/>
                    </a:lnTo>
                    <a:lnTo>
                      <a:pt x="6" y="522"/>
                    </a:lnTo>
                    <a:lnTo>
                      <a:pt x="2" y="518"/>
                    </a:lnTo>
                    <a:lnTo>
                      <a:pt x="6" y="516"/>
                    </a:lnTo>
                    <a:lnTo>
                      <a:pt x="8" y="514"/>
                    </a:lnTo>
                    <a:lnTo>
                      <a:pt x="8" y="514"/>
                    </a:lnTo>
                    <a:lnTo>
                      <a:pt x="12" y="514"/>
                    </a:lnTo>
                    <a:lnTo>
                      <a:pt x="12" y="514"/>
                    </a:lnTo>
                    <a:lnTo>
                      <a:pt x="12" y="520"/>
                    </a:lnTo>
                    <a:lnTo>
                      <a:pt x="12" y="520"/>
                    </a:lnTo>
                    <a:lnTo>
                      <a:pt x="16" y="516"/>
                    </a:lnTo>
                    <a:lnTo>
                      <a:pt x="16" y="516"/>
                    </a:lnTo>
                    <a:lnTo>
                      <a:pt x="16" y="520"/>
                    </a:lnTo>
                    <a:lnTo>
                      <a:pt x="16" y="520"/>
                    </a:lnTo>
                    <a:lnTo>
                      <a:pt x="14" y="520"/>
                    </a:lnTo>
                    <a:lnTo>
                      <a:pt x="16" y="520"/>
                    </a:lnTo>
                    <a:lnTo>
                      <a:pt x="18" y="520"/>
                    </a:lnTo>
                    <a:lnTo>
                      <a:pt x="18" y="520"/>
                    </a:lnTo>
                    <a:lnTo>
                      <a:pt x="18" y="518"/>
                    </a:lnTo>
                    <a:lnTo>
                      <a:pt x="18" y="518"/>
                    </a:lnTo>
                    <a:lnTo>
                      <a:pt x="22" y="518"/>
                    </a:lnTo>
                    <a:lnTo>
                      <a:pt x="22" y="518"/>
                    </a:lnTo>
                    <a:lnTo>
                      <a:pt x="22" y="520"/>
                    </a:lnTo>
                    <a:lnTo>
                      <a:pt x="22" y="522"/>
                    </a:lnTo>
                    <a:lnTo>
                      <a:pt x="22" y="522"/>
                    </a:lnTo>
                    <a:lnTo>
                      <a:pt x="24" y="520"/>
                    </a:lnTo>
                    <a:lnTo>
                      <a:pt x="26" y="520"/>
                    </a:lnTo>
                    <a:lnTo>
                      <a:pt x="26" y="520"/>
                    </a:lnTo>
                    <a:lnTo>
                      <a:pt x="26" y="514"/>
                    </a:lnTo>
                    <a:lnTo>
                      <a:pt x="26" y="506"/>
                    </a:lnTo>
                    <a:lnTo>
                      <a:pt x="30" y="504"/>
                    </a:lnTo>
                    <a:lnTo>
                      <a:pt x="30" y="504"/>
                    </a:lnTo>
                    <a:lnTo>
                      <a:pt x="28" y="502"/>
                    </a:lnTo>
                    <a:lnTo>
                      <a:pt x="26" y="502"/>
                    </a:lnTo>
                    <a:lnTo>
                      <a:pt x="26" y="502"/>
                    </a:lnTo>
                    <a:lnTo>
                      <a:pt x="28" y="494"/>
                    </a:lnTo>
                    <a:lnTo>
                      <a:pt x="26" y="486"/>
                    </a:lnTo>
                    <a:lnTo>
                      <a:pt x="30" y="484"/>
                    </a:lnTo>
                    <a:lnTo>
                      <a:pt x="30" y="484"/>
                    </a:lnTo>
                    <a:lnTo>
                      <a:pt x="26" y="480"/>
                    </a:lnTo>
                    <a:lnTo>
                      <a:pt x="26" y="480"/>
                    </a:lnTo>
                    <a:lnTo>
                      <a:pt x="34" y="480"/>
                    </a:lnTo>
                    <a:lnTo>
                      <a:pt x="34" y="480"/>
                    </a:lnTo>
                    <a:lnTo>
                      <a:pt x="32" y="478"/>
                    </a:lnTo>
                    <a:lnTo>
                      <a:pt x="30" y="478"/>
                    </a:lnTo>
                    <a:lnTo>
                      <a:pt x="30" y="478"/>
                    </a:lnTo>
                    <a:lnTo>
                      <a:pt x="30" y="474"/>
                    </a:lnTo>
                    <a:lnTo>
                      <a:pt x="30" y="474"/>
                    </a:lnTo>
                    <a:lnTo>
                      <a:pt x="38" y="470"/>
                    </a:lnTo>
                    <a:lnTo>
                      <a:pt x="38" y="470"/>
                    </a:lnTo>
                    <a:lnTo>
                      <a:pt x="34" y="466"/>
                    </a:lnTo>
                    <a:lnTo>
                      <a:pt x="34" y="466"/>
                    </a:lnTo>
                    <a:lnTo>
                      <a:pt x="34" y="462"/>
                    </a:lnTo>
                    <a:lnTo>
                      <a:pt x="32" y="462"/>
                    </a:lnTo>
                    <a:lnTo>
                      <a:pt x="32" y="462"/>
                    </a:lnTo>
                    <a:lnTo>
                      <a:pt x="32" y="458"/>
                    </a:lnTo>
                    <a:lnTo>
                      <a:pt x="34" y="456"/>
                    </a:lnTo>
                    <a:lnTo>
                      <a:pt x="34" y="456"/>
                    </a:lnTo>
                    <a:lnTo>
                      <a:pt x="36" y="454"/>
                    </a:lnTo>
                    <a:lnTo>
                      <a:pt x="36" y="454"/>
                    </a:lnTo>
                    <a:lnTo>
                      <a:pt x="36" y="454"/>
                    </a:lnTo>
                    <a:lnTo>
                      <a:pt x="36" y="456"/>
                    </a:lnTo>
                    <a:lnTo>
                      <a:pt x="38" y="454"/>
                    </a:lnTo>
                    <a:lnTo>
                      <a:pt x="38" y="454"/>
                    </a:lnTo>
                    <a:lnTo>
                      <a:pt x="36" y="434"/>
                    </a:lnTo>
                    <a:lnTo>
                      <a:pt x="36" y="434"/>
                    </a:lnTo>
                    <a:lnTo>
                      <a:pt x="40" y="432"/>
                    </a:lnTo>
                    <a:lnTo>
                      <a:pt x="40" y="432"/>
                    </a:lnTo>
                    <a:lnTo>
                      <a:pt x="40" y="430"/>
                    </a:lnTo>
                    <a:lnTo>
                      <a:pt x="38" y="430"/>
                    </a:lnTo>
                    <a:lnTo>
                      <a:pt x="38" y="430"/>
                    </a:lnTo>
                    <a:lnTo>
                      <a:pt x="36" y="424"/>
                    </a:lnTo>
                    <a:lnTo>
                      <a:pt x="36" y="424"/>
                    </a:lnTo>
                    <a:lnTo>
                      <a:pt x="32" y="428"/>
                    </a:lnTo>
                    <a:lnTo>
                      <a:pt x="32" y="428"/>
                    </a:lnTo>
                    <a:lnTo>
                      <a:pt x="32" y="432"/>
                    </a:lnTo>
                    <a:lnTo>
                      <a:pt x="32" y="432"/>
                    </a:lnTo>
                    <a:lnTo>
                      <a:pt x="26" y="432"/>
                    </a:lnTo>
                    <a:lnTo>
                      <a:pt x="26" y="432"/>
                    </a:lnTo>
                    <a:lnTo>
                      <a:pt x="26" y="424"/>
                    </a:lnTo>
                    <a:lnTo>
                      <a:pt x="24" y="418"/>
                    </a:lnTo>
                    <a:lnTo>
                      <a:pt x="24" y="418"/>
                    </a:lnTo>
                    <a:lnTo>
                      <a:pt x="26" y="408"/>
                    </a:lnTo>
                    <a:lnTo>
                      <a:pt x="26" y="408"/>
                    </a:lnTo>
                    <a:lnTo>
                      <a:pt x="30" y="396"/>
                    </a:lnTo>
                    <a:lnTo>
                      <a:pt x="30" y="396"/>
                    </a:lnTo>
                    <a:lnTo>
                      <a:pt x="32" y="396"/>
                    </a:lnTo>
                    <a:lnTo>
                      <a:pt x="32" y="396"/>
                    </a:lnTo>
                    <a:lnTo>
                      <a:pt x="32" y="384"/>
                    </a:lnTo>
                    <a:lnTo>
                      <a:pt x="30" y="376"/>
                    </a:lnTo>
                    <a:lnTo>
                      <a:pt x="30" y="376"/>
                    </a:lnTo>
                    <a:lnTo>
                      <a:pt x="30" y="374"/>
                    </a:lnTo>
                    <a:lnTo>
                      <a:pt x="32" y="374"/>
                    </a:lnTo>
                    <a:lnTo>
                      <a:pt x="32" y="374"/>
                    </a:lnTo>
                    <a:lnTo>
                      <a:pt x="30" y="372"/>
                    </a:lnTo>
                    <a:lnTo>
                      <a:pt x="30" y="372"/>
                    </a:lnTo>
                    <a:lnTo>
                      <a:pt x="30" y="368"/>
                    </a:lnTo>
                    <a:lnTo>
                      <a:pt x="30" y="368"/>
                    </a:lnTo>
                    <a:lnTo>
                      <a:pt x="30" y="366"/>
                    </a:lnTo>
                    <a:lnTo>
                      <a:pt x="32" y="362"/>
                    </a:lnTo>
                    <a:lnTo>
                      <a:pt x="32" y="362"/>
                    </a:lnTo>
                    <a:lnTo>
                      <a:pt x="28" y="360"/>
                    </a:lnTo>
                    <a:lnTo>
                      <a:pt x="28" y="360"/>
                    </a:lnTo>
                    <a:lnTo>
                      <a:pt x="28" y="356"/>
                    </a:lnTo>
                    <a:lnTo>
                      <a:pt x="30" y="354"/>
                    </a:lnTo>
                    <a:lnTo>
                      <a:pt x="30" y="354"/>
                    </a:lnTo>
                    <a:lnTo>
                      <a:pt x="26" y="350"/>
                    </a:lnTo>
                    <a:lnTo>
                      <a:pt x="26" y="350"/>
                    </a:lnTo>
                    <a:lnTo>
                      <a:pt x="30" y="348"/>
                    </a:lnTo>
                    <a:lnTo>
                      <a:pt x="30" y="348"/>
                    </a:lnTo>
                    <a:lnTo>
                      <a:pt x="34" y="348"/>
                    </a:lnTo>
                    <a:lnTo>
                      <a:pt x="34" y="348"/>
                    </a:lnTo>
                    <a:lnTo>
                      <a:pt x="32" y="342"/>
                    </a:lnTo>
                    <a:lnTo>
                      <a:pt x="34" y="340"/>
                    </a:lnTo>
                    <a:lnTo>
                      <a:pt x="36" y="338"/>
                    </a:lnTo>
                    <a:lnTo>
                      <a:pt x="38" y="336"/>
                    </a:lnTo>
                    <a:lnTo>
                      <a:pt x="38" y="336"/>
                    </a:lnTo>
                    <a:lnTo>
                      <a:pt x="38" y="330"/>
                    </a:lnTo>
                    <a:lnTo>
                      <a:pt x="38" y="330"/>
                    </a:lnTo>
                    <a:lnTo>
                      <a:pt x="42" y="326"/>
                    </a:lnTo>
                    <a:lnTo>
                      <a:pt x="42" y="326"/>
                    </a:lnTo>
                    <a:lnTo>
                      <a:pt x="42" y="320"/>
                    </a:lnTo>
                    <a:lnTo>
                      <a:pt x="42" y="314"/>
                    </a:lnTo>
                    <a:lnTo>
                      <a:pt x="42" y="314"/>
                    </a:lnTo>
                    <a:lnTo>
                      <a:pt x="42" y="312"/>
                    </a:lnTo>
                    <a:lnTo>
                      <a:pt x="40" y="308"/>
                    </a:lnTo>
                    <a:lnTo>
                      <a:pt x="40" y="308"/>
                    </a:lnTo>
                    <a:lnTo>
                      <a:pt x="44" y="302"/>
                    </a:lnTo>
                    <a:lnTo>
                      <a:pt x="48" y="296"/>
                    </a:lnTo>
                    <a:lnTo>
                      <a:pt x="48" y="296"/>
                    </a:lnTo>
                    <a:lnTo>
                      <a:pt x="48" y="286"/>
                    </a:lnTo>
                    <a:lnTo>
                      <a:pt x="48" y="286"/>
                    </a:lnTo>
                    <a:lnTo>
                      <a:pt x="52" y="280"/>
                    </a:lnTo>
                    <a:lnTo>
                      <a:pt x="52" y="280"/>
                    </a:lnTo>
                    <a:lnTo>
                      <a:pt x="52" y="278"/>
                    </a:lnTo>
                    <a:lnTo>
                      <a:pt x="52" y="276"/>
                    </a:lnTo>
                    <a:lnTo>
                      <a:pt x="52" y="276"/>
                    </a:lnTo>
                    <a:lnTo>
                      <a:pt x="52" y="270"/>
                    </a:lnTo>
                    <a:lnTo>
                      <a:pt x="56" y="266"/>
                    </a:lnTo>
                    <a:lnTo>
                      <a:pt x="56" y="266"/>
                    </a:lnTo>
                    <a:lnTo>
                      <a:pt x="58" y="244"/>
                    </a:lnTo>
                    <a:lnTo>
                      <a:pt x="58" y="244"/>
                    </a:lnTo>
                    <a:lnTo>
                      <a:pt x="56" y="238"/>
                    </a:lnTo>
                    <a:lnTo>
                      <a:pt x="54" y="234"/>
                    </a:lnTo>
                    <a:lnTo>
                      <a:pt x="54" y="234"/>
                    </a:lnTo>
                    <a:lnTo>
                      <a:pt x="54" y="228"/>
                    </a:lnTo>
                    <a:lnTo>
                      <a:pt x="56" y="224"/>
                    </a:lnTo>
                    <a:lnTo>
                      <a:pt x="56" y="224"/>
                    </a:lnTo>
                    <a:lnTo>
                      <a:pt x="58" y="224"/>
                    </a:lnTo>
                    <a:lnTo>
                      <a:pt x="58" y="224"/>
                    </a:lnTo>
                    <a:lnTo>
                      <a:pt x="58" y="210"/>
                    </a:lnTo>
                    <a:lnTo>
                      <a:pt x="58" y="210"/>
                    </a:lnTo>
                    <a:lnTo>
                      <a:pt x="56" y="204"/>
                    </a:lnTo>
                    <a:lnTo>
                      <a:pt x="54" y="200"/>
                    </a:lnTo>
                    <a:lnTo>
                      <a:pt x="54" y="196"/>
                    </a:lnTo>
                    <a:lnTo>
                      <a:pt x="54" y="196"/>
                    </a:lnTo>
                    <a:lnTo>
                      <a:pt x="58" y="188"/>
                    </a:lnTo>
                    <a:lnTo>
                      <a:pt x="58" y="188"/>
                    </a:lnTo>
                    <a:lnTo>
                      <a:pt x="58" y="182"/>
                    </a:lnTo>
                    <a:lnTo>
                      <a:pt x="58" y="178"/>
                    </a:lnTo>
                    <a:lnTo>
                      <a:pt x="58" y="178"/>
                    </a:lnTo>
                    <a:lnTo>
                      <a:pt x="60" y="178"/>
                    </a:lnTo>
                    <a:lnTo>
                      <a:pt x="60" y="178"/>
                    </a:lnTo>
                    <a:lnTo>
                      <a:pt x="60" y="172"/>
                    </a:lnTo>
                    <a:lnTo>
                      <a:pt x="60" y="168"/>
                    </a:lnTo>
                    <a:lnTo>
                      <a:pt x="64" y="166"/>
                    </a:lnTo>
                    <a:lnTo>
                      <a:pt x="64" y="166"/>
                    </a:lnTo>
                    <a:lnTo>
                      <a:pt x="64" y="162"/>
                    </a:lnTo>
                    <a:lnTo>
                      <a:pt x="64" y="162"/>
                    </a:lnTo>
                    <a:lnTo>
                      <a:pt x="64" y="158"/>
                    </a:lnTo>
                    <a:lnTo>
                      <a:pt x="64" y="158"/>
                    </a:lnTo>
                    <a:lnTo>
                      <a:pt x="64" y="150"/>
                    </a:lnTo>
                    <a:lnTo>
                      <a:pt x="64" y="150"/>
                    </a:lnTo>
                    <a:lnTo>
                      <a:pt x="66" y="150"/>
                    </a:lnTo>
                    <a:lnTo>
                      <a:pt x="66" y="150"/>
                    </a:lnTo>
                    <a:lnTo>
                      <a:pt x="64" y="148"/>
                    </a:lnTo>
                    <a:lnTo>
                      <a:pt x="64" y="148"/>
                    </a:lnTo>
                    <a:lnTo>
                      <a:pt x="68" y="138"/>
                    </a:lnTo>
                    <a:lnTo>
                      <a:pt x="68" y="138"/>
                    </a:lnTo>
                    <a:lnTo>
                      <a:pt x="66" y="134"/>
                    </a:lnTo>
                    <a:lnTo>
                      <a:pt x="66" y="132"/>
                    </a:lnTo>
                    <a:lnTo>
                      <a:pt x="66" y="132"/>
                    </a:lnTo>
                    <a:lnTo>
                      <a:pt x="64" y="124"/>
                    </a:lnTo>
                    <a:lnTo>
                      <a:pt x="66" y="118"/>
                    </a:lnTo>
                    <a:lnTo>
                      <a:pt x="68" y="108"/>
                    </a:lnTo>
                    <a:lnTo>
                      <a:pt x="68" y="108"/>
                    </a:lnTo>
                    <a:lnTo>
                      <a:pt x="68" y="106"/>
                    </a:lnTo>
                    <a:lnTo>
                      <a:pt x="70" y="106"/>
                    </a:lnTo>
                    <a:lnTo>
                      <a:pt x="70" y="106"/>
                    </a:lnTo>
                    <a:lnTo>
                      <a:pt x="70" y="102"/>
                    </a:lnTo>
                    <a:lnTo>
                      <a:pt x="70" y="102"/>
                    </a:lnTo>
                    <a:lnTo>
                      <a:pt x="66" y="100"/>
                    </a:lnTo>
                    <a:lnTo>
                      <a:pt x="66" y="98"/>
                    </a:lnTo>
                    <a:lnTo>
                      <a:pt x="66" y="94"/>
                    </a:lnTo>
                    <a:lnTo>
                      <a:pt x="70" y="94"/>
                    </a:lnTo>
                    <a:lnTo>
                      <a:pt x="70" y="94"/>
                    </a:lnTo>
                    <a:lnTo>
                      <a:pt x="70" y="82"/>
                    </a:lnTo>
                    <a:lnTo>
                      <a:pt x="70" y="70"/>
                    </a:lnTo>
                    <a:lnTo>
                      <a:pt x="72" y="70"/>
                    </a:lnTo>
                    <a:lnTo>
                      <a:pt x="72" y="70"/>
                    </a:lnTo>
                    <a:lnTo>
                      <a:pt x="72" y="64"/>
                    </a:lnTo>
                    <a:lnTo>
                      <a:pt x="74" y="64"/>
                    </a:lnTo>
                    <a:lnTo>
                      <a:pt x="74" y="64"/>
                    </a:lnTo>
                    <a:lnTo>
                      <a:pt x="74" y="60"/>
                    </a:lnTo>
                    <a:lnTo>
                      <a:pt x="72" y="58"/>
                    </a:lnTo>
                    <a:lnTo>
                      <a:pt x="72" y="58"/>
                    </a:lnTo>
                    <a:lnTo>
                      <a:pt x="74" y="50"/>
                    </a:lnTo>
                    <a:lnTo>
                      <a:pt x="74" y="44"/>
                    </a:lnTo>
                    <a:lnTo>
                      <a:pt x="74" y="44"/>
                    </a:lnTo>
                    <a:lnTo>
                      <a:pt x="74" y="30"/>
                    </a:lnTo>
                    <a:lnTo>
                      <a:pt x="72" y="18"/>
                    </a:lnTo>
                    <a:lnTo>
                      <a:pt x="72" y="18"/>
                    </a:lnTo>
                    <a:lnTo>
                      <a:pt x="72" y="10"/>
                    </a:lnTo>
                    <a:lnTo>
                      <a:pt x="72" y="10"/>
                    </a:lnTo>
                    <a:lnTo>
                      <a:pt x="70" y="8"/>
                    </a:lnTo>
                    <a:lnTo>
                      <a:pt x="70" y="8"/>
                    </a:lnTo>
                    <a:lnTo>
                      <a:pt x="72" y="8"/>
                    </a:lnTo>
                    <a:lnTo>
                      <a:pt x="74" y="4"/>
                    </a:lnTo>
                    <a:lnTo>
                      <a:pt x="74" y="4"/>
                    </a:lnTo>
                    <a:lnTo>
                      <a:pt x="76" y="0"/>
                    </a:lnTo>
                    <a:lnTo>
                      <a:pt x="78" y="0"/>
                    </a:lnTo>
                    <a:lnTo>
                      <a:pt x="78" y="0"/>
                    </a:lnTo>
                    <a:lnTo>
                      <a:pt x="80" y="6"/>
                    </a:lnTo>
                    <a:lnTo>
                      <a:pt x="82" y="12"/>
                    </a:lnTo>
                    <a:lnTo>
                      <a:pt x="84" y="14"/>
                    </a:lnTo>
                    <a:lnTo>
                      <a:pt x="84" y="14"/>
                    </a:lnTo>
                    <a:lnTo>
                      <a:pt x="88" y="20"/>
                    </a:lnTo>
                    <a:lnTo>
                      <a:pt x="90" y="22"/>
                    </a:lnTo>
                    <a:lnTo>
                      <a:pt x="90" y="22"/>
                    </a:lnTo>
                    <a:lnTo>
                      <a:pt x="94" y="36"/>
                    </a:lnTo>
                    <a:lnTo>
                      <a:pt x="94" y="36"/>
                    </a:lnTo>
                    <a:lnTo>
                      <a:pt x="94" y="42"/>
                    </a:lnTo>
                    <a:lnTo>
                      <a:pt x="98" y="48"/>
                    </a:lnTo>
                    <a:lnTo>
                      <a:pt x="98" y="48"/>
                    </a:lnTo>
                    <a:lnTo>
                      <a:pt x="98" y="52"/>
                    </a:lnTo>
                    <a:lnTo>
                      <a:pt x="98" y="56"/>
                    </a:lnTo>
                    <a:lnTo>
                      <a:pt x="98" y="62"/>
                    </a:lnTo>
                    <a:lnTo>
                      <a:pt x="100" y="74"/>
                    </a:lnTo>
                    <a:lnTo>
                      <a:pt x="108" y="78"/>
                    </a:lnTo>
                    <a:lnTo>
                      <a:pt x="108" y="78"/>
                    </a:lnTo>
                    <a:lnTo>
                      <a:pt x="108" y="82"/>
                    </a:lnTo>
                    <a:lnTo>
                      <a:pt x="108" y="86"/>
                    </a:lnTo>
                    <a:lnTo>
                      <a:pt x="110" y="88"/>
                    </a:lnTo>
                    <a:lnTo>
                      <a:pt x="110" y="88"/>
                    </a:lnTo>
                    <a:lnTo>
                      <a:pt x="114" y="92"/>
                    </a:lnTo>
                    <a:lnTo>
                      <a:pt x="114" y="94"/>
                    </a:lnTo>
                    <a:lnTo>
                      <a:pt x="112" y="102"/>
                    </a:lnTo>
                    <a:lnTo>
                      <a:pt x="112" y="10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7" name="Freeform 245">
                <a:extLst>
                  <a:ext uri="{FF2B5EF4-FFF2-40B4-BE49-F238E27FC236}">
                    <a16:creationId xmlns:a16="http://schemas.microsoft.com/office/drawing/2014/main" id="{266B4660-F404-4F47-9891-A200B13B6C65}"/>
                  </a:ext>
                </a:extLst>
              </p:cNvPr>
              <p:cNvSpPr>
                <a:spLocks/>
              </p:cNvSpPr>
              <p:nvPr/>
            </p:nvSpPr>
            <p:spPr bwMode="auto">
              <a:xfrm>
                <a:off x="4484726" y="4431691"/>
                <a:ext cx="14449" cy="16019"/>
              </a:xfrm>
              <a:custGeom>
                <a:avLst/>
                <a:gdLst>
                  <a:gd name="T0" fmla="*/ 6 w 8"/>
                  <a:gd name="T1" fmla="*/ 0 h 8"/>
                  <a:gd name="T2" fmla="*/ 6 w 8"/>
                  <a:gd name="T3" fmla="*/ 0 h 8"/>
                  <a:gd name="T4" fmla="*/ 8 w 8"/>
                  <a:gd name="T5" fmla="*/ 0 h 8"/>
                  <a:gd name="T6" fmla="*/ 8 w 8"/>
                  <a:gd name="T7" fmla="*/ 2 h 8"/>
                  <a:gd name="T8" fmla="*/ 8 w 8"/>
                  <a:gd name="T9" fmla="*/ 2 h 8"/>
                  <a:gd name="T10" fmla="*/ 2 w 8"/>
                  <a:gd name="T11" fmla="*/ 4 h 8"/>
                  <a:gd name="T12" fmla="*/ 2 w 8"/>
                  <a:gd name="T13" fmla="*/ 4 h 8"/>
                  <a:gd name="T14" fmla="*/ 2 w 8"/>
                  <a:gd name="T15" fmla="*/ 6 h 8"/>
                  <a:gd name="T16" fmla="*/ 0 w 8"/>
                  <a:gd name="T17" fmla="*/ 8 h 8"/>
                  <a:gd name="T18" fmla="*/ 0 w 8"/>
                  <a:gd name="T19" fmla="*/ 8 h 8"/>
                  <a:gd name="T20" fmla="*/ 0 w 8"/>
                  <a:gd name="T21" fmla="*/ 8 h 8"/>
                  <a:gd name="T22" fmla="*/ 0 w 8"/>
                  <a:gd name="T23" fmla="*/ 6 h 8"/>
                  <a:gd name="T24" fmla="*/ 2 w 8"/>
                  <a:gd name="T25" fmla="*/ 4 h 8"/>
                  <a:gd name="T26" fmla="*/ 6 w 8"/>
                  <a:gd name="T27" fmla="*/ 0 h 8"/>
                  <a:gd name="T28" fmla="*/ 6 w 8"/>
                  <a:gd name="T2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6" y="0"/>
                    </a:moveTo>
                    <a:lnTo>
                      <a:pt x="6" y="0"/>
                    </a:lnTo>
                    <a:lnTo>
                      <a:pt x="8" y="0"/>
                    </a:lnTo>
                    <a:lnTo>
                      <a:pt x="8" y="2"/>
                    </a:lnTo>
                    <a:lnTo>
                      <a:pt x="8" y="2"/>
                    </a:lnTo>
                    <a:lnTo>
                      <a:pt x="2" y="4"/>
                    </a:lnTo>
                    <a:lnTo>
                      <a:pt x="2" y="4"/>
                    </a:lnTo>
                    <a:lnTo>
                      <a:pt x="2" y="6"/>
                    </a:lnTo>
                    <a:lnTo>
                      <a:pt x="0" y="8"/>
                    </a:lnTo>
                    <a:lnTo>
                      <a:pt x="0" y="8"/>
                    </a:lnTo>
                    <a:lnTo>
                      <a:pt x="0" y="8"/>
                    </a:lnTo>
                    <a:lnTo>
                      <a:pt x="0" y="6"/>
                    </a:lnTo>
                    <a:lnTo>
                      <a:pt x="2" y="4"/>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8" name="Freeform 246">
                <a:extLst>
                  <a:ext uri="{FF2B5EF4-FFF2-40B4-BE49-F238E27FC236}">
                    <a16:creationId xmlns:a16="http://schemas.microsoft.com/office/drawing/2014/main" id="{A0C50C9A-F6FA-8948-9851-65BBA4090677}"/>
                  </a:ext>
                </a:extLst>
              </p:cNvPr>
              <p:cNvSpPr>
                <a:spLocks/>
              </p:cNvSpPr>
              <p:nvPr/>
            </p:nvSpPr>
            <p:spPr bwMode="auto">
              <a:xfrm>
                <a:off x="4569618" y="4427685"/>
                <a:ext cx="1806" cy="4005"/>
              </a:xfrm>
              <a:custGeom>
                <a:avLst/>
                <a:gdLst>
                  <a:gd name="T0" fmla="*/ 0 h 2"/>
                  <a:gd name="T1" fmla="*/ 0 h 2"/>
                  <a:gd name="T2" fmla="*/ 2 h 2"/>
                  <a:gd name="T3" fmla="*/ 2 h 2"/>
                  <a:gd name="T4" fmla="*/ 2 h 2"/>
                  <a:gd name="T5" fmla="*/ 2 h 2"/>
                  <a:gd name="T6" fmla="*/ 0 h 2"/>
                  <a:gd name="T7" fmla="*/ 0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0"/>
                    </a:moveTo>
                    <a:lnTo>
                      <a:pt x="0" y="0"/>
                    </a:lnTo>
                    <a:lnTo>
                      <a:pt x="0" y="2"/>
                    </a:lnTo>
                    <a:lnTo>
                      <a:pt x="0" y="2"/>
                    </a:lnTo>
                    <a:lnTo>
                      <a:pt x="0" y="2"/>
                    </a:lnTo>
                    <a:lnTo>
                      <a:pt x="0"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9" name="Freeform 247">
                <a:extLst>
                  <a:ext uri="{FF2B5EF4-FFF2-40B4-BE49-F238E27FC236}">
                    <a16:creationId xmlns:a16="http://schemas.microsoft.com/office/drawing/2014/main" id="{D9C8E6DC-BD4E-2B47-8E44-08762F925AD7}"/>
                  </a:ext>
                </a:extLst>
              </p:cNvPr>
              <p:cNvSpPr>
                <a:spLocks/>
              </p:cNvSpPr>
              <p:nvPr/>
            </p:nvSpPr>
            <p:spPr bwMode="auto">
              <a:xfrm>
                <a:off x="4432346" y="4451714"/>
                <a:ext cx="46961" cy="8009"/>
              </a:xfrm>
              <a:custGeom>
                <a:avLst/>
                <a:gdLst>
                  <a:gd name="T0" fmla="*/ 24 w 24"/>
                  <a:gd name="T1" fmla="*/ 0 h 4"/>
                  <a:gd name="T2" fmla="*/ 24 w 24"/>
                  <a:gd name="T3" fmla="*/ 4 h 4"/>
                  <a:gd name="T4" fmla="*/ 24 w 24"/>
                  <a:gd name="T5" fmla="*/ 4 h 4"/>
                  <a:gd name="T6" fmla="*/ 12 w 24"/>
                  <a:gd name="T7" fmla="*/ 2 h 4"/>
                  <a:gd name="T8" fmla="*/ 0 w 24"/>
                  <a:gd name="T9" fmla="*/ 4 h 4"/>
                  <a:gd name="T10" fmla="*/ 2 w 24"/>
                  <a:gd name="T11" fmla="*/ 0 h 4"/>
                  <a:gd name="T12" fmla="*/ 2 w 24"/>
                  <a:gd name="T13" fmla="*/ 0 h 4"/>
                  <a:gd name="T14" fmla="*/ 12 w 24"/>
                  <a:gd name="T15" fmla="*/ 2 h 4"/>
                  <a:gd name="T16" fmla="*/ 18 w 24"/>
                  <a:gd name="T17" fmla="*/ 2 h 4"/>
                  <a:gd name="T18" fmla="*/ 22 w 24"/>
                  <a:gd name="T19" fmla="*/ 2 h 4"/>
                  <a:gd name="T20" fmla="*/ 22 w 24"/>
                  <a:gd name="T21" fmla="*/ 2 h 4"/>
                  <a:gd name="T22" fmla="*/ 24 w 24"/>
                  <a:gd name="T23" fmla="*/ 0 h 4"/>
                  <a:gd name="T24" fmla="*/ 24 w 24"/>
                  <a:gd name="T25"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
                    <a:moveTo>
                      <a:pt x="24" y="0"/>
                    </a:moveTo>
                    <a:lnTo>
                      <a:pt x="24" y="4"/>
                    </a:lnTo>
                    <a:lnTo>
                      <a:pt x="24" y="4"/>
                    </a:lnTo>
                    <a:lnTo>
                      <a:pt x="12" y="2"/>
                    </a:lnTo>
                    <a:lnTo>
                      <a:pt x="0" y="4"/>
                    </a:lnTo>
                    <a:lnTo>
                      <a:pt x="2" y="0"/>
                    </a:lnTo>
                    <a:lnTo>
                      <a:pt x="2" y="0"/>
                    </a:lnTo>
                    <a:lnTo>
                      <a:pt x="12" y="2"/>
                    </a:lnTo>
                    <a:lnTo>
                      <a:pt x="18" y="2"/>
                    </a:lnTo>
                    <a:lnTo>
                      <a:pt x="22" y="2"/>
                    </a:lnTo>
                    <a:lnTo>
                      <a:pt x="22" y="2"/>
                    </a:lnTo>
                    <a:lnTo>
                      <a:pt x="24" y="0"/>
                    </a:lnTo>
                    <a:lnTo>
                      <a:pt x="2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0" name="Freeform 248">
                <a:extLst>
                  <a:ext uri="{FF2B5EF4-FFF2-40B4-BE49-F238E27FC236}">
                    <a16:creationId xmlns:a16="http://schemas.microsoft.com/office/drawing/2014/main" id="{EE458EF4-C567-C448-979A-3489319D6CBD}"/>
                  </a:ext>
                </a:extLst>
              </p:cNvPr>
              <p:cNvSpPr>
                <a:spLocks/>
              </p:cNvSpPr>
              <p:nvPr/>
            </p:nvSpPr>
            <p:spPr bwMode="auto">
              <a:xfrm>
                <a:off x="3944670" y="4215436"/>
                <a:ext cx="1047598" cy="1313543"/>
              </a:xfrm>
              <a:custGeom>
                <a:avLst/>
                <a:gdLst>
                  <a:gd name="T0" fmla="*/ 386 w 536"/>
                  <a:gd name="T1" fmla="*/ 490 h 656"/>
                  <a:gd name="T2" fmla="*/ 406 w 536"/>
                  <a:gd name="T3" fmla="*/ 478 h 656"/>
                  <a:gd name="T4" fmla="*/ 436 w 536"/>
                  <a:gd name="T5" fmla="*/ 470 h 656"/>
                  <a:gd name="T6" fmla="*/ 442 w 536"/>
                  <a:gd name="T7" fmla="*/ 444 h 656"/>
                  <a:gd name="T8" fmla="*/ 460 w 536"/>
                  <a:gd name="T9" fmla="*/ 414 h 656"/>
                  <a:gd name="T10" fmla="*/ 476 w 536"/>
                  <a:gd name="T11" fmla="*/ 360 h 656"/>
                  <a:gd name="T12" fmla="*/ 476 w 536"/>
                  <a:gd name="T13" fmla="*/ 304 h 656"/>
                  <a:gd name="T14" fmla="*/ 496 w 536"/>
                  <a:gd name="T15" fmla="*/ 286 h 656"/>
                  <a:gd name="T16" fmla="*/ 526 w 536"/>
                  <a:gd name="T17" fmla="*/ 246 h 656"/>
                  <a:gd name="T18" fmla="*/ 534 w 536"/>
                  <a:gd name="T19" fmla="*/ 202 h 656"/>
                  <a:gd name="T20" fmla="*/ 514 w 536"/>
                  <a:gd name="T21" fmla="*/ 168 h 656"/>
                  <a:gd name="T22" fmla="*/ 498 w 536"/>
                  <a:gd name="T23" fmla="*/ 162 h 656"/>
                  <a:gd name="T24" fmla="*/ 450 w 536"/>
                  <a:gd name="T25" fmla="*/ 134 h 656"/>
                  <a:gd name="T26" fmla="*/ 408 w 536"/>
                  <a:gd name="T27" fmla="*/ 134 h 656"/>
                  <a:gd name="T28" fmla="*/ 400 w 536"/>
                  <a:gd name="T29" fmla="*/ 116 h 656"/>
                  <a:gd name="T30" fmla="*/ 384 w 536"/>
                  <a:gd name="T31" fmla="*/ 104 h 656"/>
                  <a:gd name="T32" fmla="*/ 354 w 536"/>
                  <a:gd name="T33" fmla="*/ 106 h 656"/>
                  <a:gd name="T34" fmla="*/ 332 w 536"/>
                  <a:gd name="T35" fmla="*/ 110 h 656"/>
                  <a:gd name="T36" fmla="*/ 350 w 536"/>
                  <a:gd name="T37" fmla="*/ 96 h 656"/>
                  <a:gd name="T38" fmla="*/ 336 w 536"/>
                  <a:gd name="T39" fmla="*/ 80 h 656"/>
                  <a:gd name="T40" fmla="*/ 318 w 536"/>
                  <a:gd name="T41" fmla="*/ 104 h 656"/>
                  <a:gd name="T42" fmla="*/ 306 w 536"/>
                  <a:gd name="T43" fmla="*/ 106 h 656"/>
                  <a:gd name="T44" fmla="*/ 304 w 536"/>
                  <a:gd name="T45" fmla="*/ 102 h 656"/>
                  <a:gd name="T46" fmla="*/ 320 w 536"/>
                  <a:gd name="T47" fmla="*/ 74 h 656"/>
                  <a:gd name="T48" fmla="*/ 332 w 536"/>
                  <a:gd name="T49" fmla="*/ 64 h 656"/>
                  <a:gd name="T50" fmla="*/ 330 w 536"/>
                  <a:gd name="T51" fmla="*/ 50 h 656"/>
                  <a:gd name="T52" fmla="*/ 312 w 536"/>
                  <a:gd name="T53" fmla="*/ 12 h 656"/>
                  <a:gd name="T54" fmla="*/ 270 w 536"/>
                  <a:gd name="T55" fmla="*/ 56 h 656"/>
                  <a:gd name="T56" fmla="*/ 222 w 536"/>
                  <a:gd name="T57" fmla="*/ 58 h 656"/>
                  <a:gd name="T58" fmla="*/ 202 w 536"/>
                  <a:gd name="T59" fmla="*/ 70 h 656"/>
                  <a:gd name="T60" fmla="*/ 198 w 536"/>
                  <a:gd name="T61" fmla="*/ 26 h 656"/>
                  <a:gd name="T62" fmla="*/ 192 w 536"/>
                  <a:gd name="T63" fmla="*/ 2 h 656"/>
                  <a:gd name="T64" fmla="*/ 164 w 536"/>
                  <a:gd name="T65" fmla="*/ 20 h 656"/>
                  <a:gd name="T66" fmla="*/ 136 w 536"/>
                  <a:gd name="T67" fmla="*/ 20 h 656"/>
                  <a:gd name="T68" fmla="*/ 130 w 536"/>
                  <a:gd name="T69" fmla="*/ 46 h 656"/>
                  <a:gd name="T70" fmla="*/ 142 w 536"/>
                  <a:gd name="T71" fmla="*/ 56 h 656"/>
                  <a:gd name="T72" fmla="*/ 106 w 536"/>
                  <a:gd name="T73" fmla="*/ 72 h 656"/>
                  <a:gd name="T74" fmla="*/ 68 w 536"/>
                  <a:gd name="T75" fmla="*/ 82 h 656"/>
                  <a:gd name="T76" fmla="*/ 48 w 536"/>
                  <a:gd name="T77" fmla="*/ 158 h 656"/>
                  <a:gd name="T78" fmla="*/ 6 w 536"/>
                  <a:gd name="T79" fmla="*/ 194 h 656"/>
                  <a:gd name="T80" fmla="*/ 4 w 536"/>
                  <a:gd name="T81" fmla="*/ 224 h 656"/>
                  <a:gd name="T82" fmla="*/ 46 w 536"/>
                  <a:gd name="T83" fmla="*/ 240 h 656"/>
                  <a:gd name="T84" fmla="*/ 74 w 536"/>
                  <a:gd name="T85" fmla="*/ 284 h 656"/>
                  <a:gd name="T86" fmla="*/ 116 w 536"/>
                  <a:gd name="T87" fmla="*/ 274 h 656"/>
                  <a:gd name="T88" fmla="*/ 148 w 536"/>
                  <a:gd name="T89" fmla="*/ 296 h 656"/>
                  <a:gd name="T90" fmla="*/ 186 w 536"/>
                  <a:gd name="T91" fmla="*/ 316 h 656"/>
                  <a:gd name="T92" fmla="*/ 210 w 536"/>
                  <a:gd name="T93" fmla="*/ 364 h 656"/>
                  <a:gd name="T94" fmla="*/ 218 w 536"/>
                  <a:gd name="T95" fmla="*/ 416 h 656"/>
                  <a:gd name="T96" fmla="*/ 246 w 536"/>
                  <a:gd name="T97" fmla="*/ 452 h 656"/>
                  <a:gd name="T98" fmla="*/ 260 w 536"/>
                  <a:gd name="T99" fmla="*/ 486 h 656"/>
                  <a:gd name="T100" fmla="*/ 270 w 536"/>
                  <a:gd name="T101" fmla="*/ 514 h 656"/>
                  <a:gd name="T102" fmla="*/ 260 w 536"/>
                  <a:gd name="T103" fmla="*/ 550 h 656"/>
                  <a:gd name="T104" fmla="*/ 234 w 536"/>
                  <a:gd name="T105" fmla="*/ 584 h 656"/>
                  <a:gd name="T106" fmla="*/ 262 w 536"/>
                  <a:gd name="T107" fmla="*/ 620 h 656"/>
                  <a:gd name="T108" fmla="*/ 288 w 536"/>
                  <a:gd name="T109" fmla="*/ 650 h 656"/>
                  <a:gd name="T110" fmla="*/ 306 w 536"/>
                  <a:gd name="T111" fmla="*/ 614 h 656"/>
                  <a:gd name="T112" fmla="*/ 314 w 536"/>
                  <a:gd name="T113" fmla="*/ 620 h 656"/>
                  <a:gd name="T114" fmla="*/ 340 w 536"/>
                  <a:gd name="T115" fmla="*/ 576 h 656"/>
                  <a:gd name="T116" fmla="*/ 342 w 536"/>
                  <a:gd name="T117" fmla="*/ 542 h 656"/>
                  <a:gd name="T118" fmla="*/ 342 w 536"/>
                  <a:gd name="T119" fmla="*/ 518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6" h="656">
                    <a:moveTo>
                      <a:pt x="342" y="516"/>
                    </a:moveTo>
                    <a:lnTo>
                      <a:pt x="342" y="516"/>
                    </a:lnTo>
                    <a:lnTo>
                      <a:pt x="350" y="512"/>
                    </a:lnTo>
                    <a:lnTo>
                      <a:pt x="356" y="508"/>
                    </a:lnTo>
                    <a:lnTo>
                      <a:pt x="356" y="508"/>
                    </a:lnTo>
                    <a:lnTo>
                      <a:pt x="360" y="504"/>
                    </a:lnTo>
                    <a:lnTo>
                      <a:pt x="360" y="504"/>
                    </a:lnTo>
                    <a:lnTo>
                      <a:pt x="366" y="502"/>
                    </a:lnTo>
                    <a:lnTo>
                      <a:pt x="372" y="500"/>
                    </a:lnTo>
                    <a:lnTo>
                      <a:pt x="372" y="500"/>
                    </a:lnTo>
                    <a:lnTo>
                      <a:pt x="374" y="496"/>
                    </a:lnTo>
                    <a:lnTo>
                      <a:pt x="374" y="492"/>
                    </a:lnTo>
                    <a:lnTo>
                      <a:pt x="374" y="492"/>
                    </a:lnTo>
                    <a:lnTo>
                      <a:pt x="380" y="490"/>
                    </a:lnTo>
                    <a:lnTo>
                      <a:pt x="386" y="490"/>
                    </a:lnTo>
                    <a:lnTo>
                      <a:pt x="386" y="490"/>
                    </a:lnTo>
                    <a:lnTo>
                      <a:pt x="388" y="488"/>
                    </a:lnTo>
                    <a:lnTo>
                      <a:pt x="388" y="488"/>
                    </a:lnTo>
                    <a:lnTo>
                      <a:pt x="392" y="486"/>
                    </a:lnTo>
                    <a:lnTo>
                      <a:pt x="398" y="486"/>
                    </a:lnTo>
                    <a:lnTo>
                      <a:pt x="398" y="486"/>
                    </a:lnTo>
                    <a:lnTo>
                      <a:pt x="396" y="480"/>
                    </a:lnTo>
                    <a:lnTo>
                      <a:pt x="396" y="480"/>
                    </a:lnTo>
                    <a:lnTo>
                      <a:pt x="398" y="480"/>
                    </a:lnTo>
                    <a:lnTo>
                      <a:pt x="398" y="480"/>
                    </a:lnTo>
                    <a:lnTo>
                      <a:pt x="402" y="476"/>
                    </a:lnTo>
                    <a:lnTo>
                      <a:pt x="402" y="476"/>
                    </a:lnTo>
                    <a:lnTo>
                      <a:pt x="404" y="478"/>
                    </a:lnTo>
                    <a:lnTo>
                      <a:pt x="406" y="478"/>
                    </a:lnTo>
                    <a:lnTo>
                      <a:pt x="406" y="478"/>
                    </a:lnTo>
                    <a:lnTo>
                      <a:pt x="410" y="474"/>
                    </a:lnTo>
                    <a:lnTo>
                      <a:pt x="410" y="474"/>
                    </a:lnTo>
                    <a:lnTo>
                      <a:pt x="414" y="474"/>
                    </a:lnTo>
                    <a:lnTo>
                      <a:pt x="420" y="474"/>
                    </a:lnTo>
                    <a:lnTo>
                      <a:pt x="420" y="474"/>
                    </a:lnTo>
                    <a:lnTo>
                      <a:pt x="420" y="470"/>
                    </a:lnTo>
                    <a:lnTo>
                      <a:pt x="420" y="470"/>
                    </a:lnTo>
                    <a:lnTo>
                      <a:pt x="422" y="470"/>
                    </a:lnTo>
                    <a:lnTo>
                      <a:pt x="422" y="472"/>
                    </a:lnTo>
                    <a:lnTo>
                      <a:pt x="422" y="472"/>
                    </a:lnTo>
                    <a:lnTo>
                      <a:pt x="424" y="474"/>
                    </a:lnTo>
                    <a:lnTo>
                      <a:pt x="424" y="474"/>
                    </a:lnTo>
                    <a:lnTo>
                      <a:pt x="432" y="474"/>
                    </a:lnTo>
                    <a:lnTo>
                      <a:pt x="432" y="474"/>
                    </a:lnTo>
                    <a:lnTo>
                      <a:pt x="436" y="470"/>
                    </a:lnTo>
                    <a:lnTo>
                      <a:pt x="436" y="470"/>
                    </a:lnTo>
                    <a:lnTo>
                      <a:pt x="436" y="464"/>
                    </a:lnTo>
                    <a:lnTo>
                      <a:pt x="442" y="460"/>
                    </a:lnTo>
                    <a:lnTo>
                      <a:pt x="442" y="460"/>
                    </a:lnTo>
                    <a:lnTo>
                      <a:pt x="442" y="458"/>
                    </a:lnTo>
                    <a:lnTo>
                      <a:pt x="444" y="456"/>
                    </a:lnTo>
                    <a:lnTo>
                      <a:pt x="442" y="456"/>
                    </a:lnTo>
                    <a:lnTo>
                      <a:pt x="442" y="456"/>
                    </a:lnTo>
                    <a:lnTo>
                      <a:pt x="442" y="448"/>
                    </a:lnTo>
                    <a:lnTo>
                      <a:pt x="442" y="448"/>
                    </a:lnTo>
                    <a:lnTo>
                      <a:pt x="440" y="448"/>
                    </a:lnTo>
                    <a:lnTo>
                      <a:pt x="442" y="448"/>
                    </a:lnTo>
                    <a:lnTo>
                      <a:pt x="442" y="448"/>
                    </a:lnTo>
                    <a:lnTo>
                      <a:pt x="442" y="444"/>
                    </a:lnTo>
                    <a:lnTo>
                      <a:pt x="442" y="444"/>
                    </a:lnTo>
                    <a:lnTo>
                      <a:pt x="446" y="442"/>
                    </a:lnTo>
                    <a:lnTo>
                      <a:pt x="446" y="442"/>
                    </a:lnTo>
                    <a:lnTo>
                      <a:pt x="446" y="438"/>
                    </a:lnTo>
                    <a:lnTo>
                      <a:pt x="446" y="434"/>
                    </a:lnTo>
                    <a:lnTo>
                      <a:pt x="446" y="434"/>
                    </a:lnTo>
                    <a:lnTo>
                      <a:pt x="450" y="430"/>
                    </a:lnTo>
                    <a:lnTo>
                      <a:pt x="454" y="426"/>
                    </a:lnTo>
                    <a:lnTo>
                      <a:pt x="454" y="426"/>
                    </a:lnTo>
                    <a:lnTo>
                      <a:pt x="454" y="422"/>
                    </a:lnTo>
                    <a:lnTo>
                      <a:pt x="454" y="422"/>
                    </a:lnTo>
                    <a:lnTo>
                      <a:pt x="456" y="420"/>
                    </a:lnTo>
                    <a:lnTo>
                      <a:pt x="456" y="420"/>
                    </a:lnTo>
                    <a:lnTo>
                      <a:pt x="456" y="418"/>
                    </a:lnTo>
                    <a:lnTo>
                      <a:pt x="456" y="418"/>
                    </a:lnTo>
                    <a:lnTo>
                      <a:pt x="460" y="414"/>
                    </a:lnTo>
                    <a:lnTo>
                      <a:pt x="466" y="410"/>
                    </a:lnTo>
                    <a:lnTo>
                      <a:pt x="466" y="410"/>
                    </a:lnTo>
                    <a:lnTo>
                      <a:pt x="466" y="402"/>
                    </a:lnTo>
                    <a:lnTo>
                      <a:pt x="466" y="392"/>
                    </a:lnTo>
                    <a:lnTo>
                      <a:pt x="466" y="392"/>
                    </a:lnTo>
                    <a:lnTo>
                      <a:pt x="470" y="388"/>
                    </a:lnTo>
                    <a:lnTo>
                      <a:pt x="474" y="384"/>
                    </a:lnTo>
                    <a:lnTo>
                      <a:pt x="474" y="384"/>
                    </a:lnTo>
                    <a:lnTo>
                      <a:pt x="472" y="376"/>
                    </a:lnTo>
                    <a:lnTo>
                      <a:pt x="470" y="370"/>
                    </a:lnTo>
                    <a:lnTo>
                      <a:pt x="472" y="366"/>
                    </a:lnTo>
                    <a:lnTo>
                      <a:pt x="472" y="366"/>
                    </a:lnTo>
                    <a:lnTo>
                      <a:pt x="476" y="364"/>
                    </a:lnTo>
                    <a:lnTo>
                      <a:pt x="476" y="364"/>
                    </a:lnTo>
                    <a:lnTo>
                      <a:pt x="476" y="360"/>
                    </a:lnTo>
                    <a:lnTo>
                      <a:pt x="476" y="354"/>
                    </a:lnTo>
                    <a:lnTo>
                      <a:pt x="476" y="354"/>
                    </a:lnTo>
                    <a:lnTo>
                      <a:pt x="476" y="350"/>
                    </a:lnTo>
                    <a:lnTo>
                      <a:pt x="478" y="346"/>
                    </a:lnTo>
                    <a:lnTo>
                      <a:pt x="476" y="340"/>
                    </a:lnTo>
                    <a:lnTo>
                      <a:pt x="476" y="340"/>
                    </a:lnTo>
                    <a:lnTo>
                      <a:pt x="474" y="328"/>
                    </a:lnTo>
                    <a:lnTo>
                      <a:pt x="476" y="318"/>
                    </a:lnTo>
                    <a:lnTo>
                      <a:pt x="476" y="318"/>
                    </a:lnTo>
                    <a:lnTo>
                      <a:pt x="472" y="316"/>
                    </a:lnTo>
                    <a:lnTo>
                      <a:pt x="472" y="316"/>
                    </a:lnTo>
                    <a:lnTo>
                      <a:pt x="476" y="312"/>
                    </a:lnTo>
                    <a:lnTo>
                      <a:pt x="476" y="312"/>
                    </a:lnTo>
                    <a:lnTo>
                      <a:pt x="476" y="308"/>
                    </a:lnTo>
                    <a:lnTo>
                      <a:pt x="476" y="304"/>
                    </a:lnTo>
                    <a:lnTo>
                      <a:pt x="476" y="304"/>
                    </a:lnTo>
                    <a:lnTo>
                      <a:pt x="478" y="302"/>
                    </a:lnTo>
                    <a:lnTo>
                      <a:pt x="480" y="300"/>
                    </a:lnTo>
                    <a:lnTo>
                      <a:pt x="480" y="300"/>
                    </a:lnTo>
                    <a:lnTo>
                      <a:pt x="480" y="292"/>
                    </a:lnTo>
                    <a:lnTo>
                      <a:pt x="480" y="292"/>
                    </a:lnTo>
                    <a:lnTo>
                      <a:pt x="486" y="294"/>
                    </a:lnTo>
                    <a:lnTo>
                      <a:pt x="488" y="298"/>
                    </a:lnTo>
                    <a:lnTo>
                      <a:pt x="488" y="298"/>
                    </a:lnTo>
                    <a:lnTo>
                      <a:pt x="492" y="292"/>
                    </a:lnTo>
                    <a:lnTo>
                      <a:pt x="492" y="292"/>
                    </a:lnTo>
                    <a:lnTo>
                      <a:pt x="492" y="288"/>
                    </a:lnTo>
                    <a:lnTo>
                      <a:pt x="492" y="288"/>
                    </a:lnTo>
                    <a:lnTo>
                      <a:pt x="496" y="286"/>
                    </a:lnTo>
                    <a:lnTo>
                      <a:pt x="496" y="286"/>
                    </a:lnTo>
                    <a:lnTo>
                      <a:pt x="496" y="282"/>
                    </a:lnTo>
                    <a:lnTo>
                      <a:pt x="498" y="278"/>
                    </a:lnTo>
                    <a:lnTo>
                      <a:pt x="498" y="278"/>
                    </a:lnTo>
                    <a:lnTo>
                      <a:pt x="500" y="274"/>
                    </a:lnTo>
                    <a:lnTo>
                      <a:pt x="502" y="270"/>
                    </a:lnTo>
                    <a:lnTo>
                      <a:pt x="502" y="270"/>
                    </a:lnTo>
                    <a:lnTo>
                      <a:pt x="504" y="264"/>
                    </a:lnTo>
                    <a:lnTo>
                      <a:pt x="504" y="264"/>
                    </a:lnTo>
                    <a:lnTo>
                      <a:pt x="514" y="254"/>
                    </a:lnTo>
                    <a:lnTo>
                      <a:pt x="514" y="254"/>
                    </a:lnTo>
                    <a:lnTo>
                      <a:pt x="518" y="254"/>
                    </a:lnTo>
                    <a:lnTo>
                      <a:pt x="518" y="254"/>
                    </a:lnTo>
                    <a:lnTo>
                      <a:pt x="520" y="250"/>
                    </a:lnTo>
                    <a:lnTo>
                      <a:pt x="520" y="250"/>
                    </a:lnTo>
                    <a:lnTo>
                      <a:pt x="526" y="246"/>
                    </a:lnTo>
                    <a:lnTo>
                      <a:pt x="526" y="246"/>
                    </a:lnTo>
                    <a:lnTo>
                      <a:pt x="526" y="242"/>
                    </a:lnTo>
                    <a:lnTo>
                      <a:pt x="526" y="242"/>
                    </a:lnTo>
                    <a:lnTo>
                      <a:pt x="528" y="240"/>
                    </a:lnTo>
                    <a:lnTo>
                      <a:pt x="528" y="240"/>
                    </a:lnTo>
                    <a:lnTo>
                      <a:pt x="534" y="226"/>
                    </a:lnTo>
                    <a:lnTo>
                      <a:pt x="536" y="224"/>
                    </a:lnTo>
                    <a:lnTo>
                      <a:pt x="536" y="224"/>
                    </a:lnTo>
                    <a:lnTo>
                      <a:pt x="536" y="218"/>
                    </a:lnTo>
                    <a:lnTo>
                      <a:pt x="536" y="214"/>
                    </a:lnTo>
                    <a:lnTo>
                      <a:pt x="536" y="214"/>
                    </a:lnTo>
                    <a:lnTo>
                      <a:pt x="536" y="210"/>
                    </a:lnTo>
                    <a:lnTo>
                      <a:pt x="536" y="204"/>
                    </a:lnTo>
                    <a:lnTo>
                      <a:pt x="534" y="202"/>
                    </a:lnTo>
                    <a:lnTo>
                      <a:pt x="534" y="202"/>
                    </a:lnTo>
                    <a:lnTo>
                      <a:pt x="534" y="198"/>
                    </a:lnTo>
                    <a:lnTo>
                      <a:pt x="534" y="192"/>
                    </a:lnTo>
                    <a:lnTo>
                      <a:pt x="534" y="192"/>
                    </a:lnTo>
                    <a:lnTo>
                      <a:pt x="532" y="188"/>
                    </a:lnTo>
                    <a:lnTo>
                      <a:pt x="528" y="186"/>
                    </a:lnTo>
                    <a:lnTo>
                      <a:pt x="528" y="186"/>
                    </a:lnTo>
                    <a:lnTo>
                      <a:pt x="528" y="182"/>
                    </a:lnTo>
                    <a:lnTo>
                      <a:pt x="528" y="182"/>
                    </a:lnTo>
                    <a:lnTo>
                      <a:pt x="526" y="182"/>
                    </a:lnTo>
                    <a:lnTo>
                      <a:pt x="526" y="182"/>
                    </a:lnTo>
                    <a:lnTo>
                      <a:pt x="524" y="172"/>
                    </a:lnTo>
                    <a:lnTo>
                      <a:pt x="522" y="170"/>
                    </a:lnTo>
                    <a:lnTo>
                      <a:pt x="518" y="168"/>
                    </a:lnTo>
                    <a:lnTo>
                      <a:pt x="518" y="168"/>
                    </a:lnTo>
                    <a:lnTo>
                      <a:pt x="514" y="168"/>
                    </a:lnTo>
                    <a:lnTo>
                      <a:pt x="512" y="170"/>
                    </a:lnTo>
                    <a:lnTo>
                      <a:pt x="512" y="170"/>
                    </a:lnTo>
                    <a:lnTo>
                      <a:pt x="512" y="166"/>
                    </a:lnTo>
                    <a:lnTo>
                      <a:pt x="512" y="166"/>
                    </a:lnTo>
                    <a:lnTo>
                      <a:pt x="510" y="164"/>
                    </a:lnTo>
                    <a:lnTo>
                      <a:pt x="510" y="164"/>
                    </a:lnTo>
                    <a:lnTo>
                      <a:pt x="506" y="164"/>
                    </a:lnTo>
                    <a:lnTo>
                      <a:pt x="504" y="164"/>
                    </a:lnTo>
                    <a:lnTo>
                      <a:pt x="502" y="168"/>
                    </a:lnTo>
                    <a:lnTo>
                      <a:pt x="502" y="168"/>
                    </a:lnTo>
                    <a:lnTo>
                      <a:pt x="502" y="166"/>
                    </a:lnTo>
                    <a:lnTo>
                      <a:pt x="502" y="164"/>
                    </a:lnTo>
                    <a:lnTo>
                      <a:pt x="502" y="164"/>
                    </a:lnTo>
                    <a:lnTo>
                      <a:pt x="498" y="162"/>
                    </a:lnTo>
                    <a:lnTo>
                      <a:pt x="498" y="162"/>
                    </a:lnTo>
                    <a:lnTo>
                      <a:pt x="498" y="160"/>
                    </a:lnTo>
                    <a:lnTo>
                      <a:pt x="492" y="152"/>
                    </a:lnTo>
                    <a:lnTo>
                      <a:pt x="492" y="152"/>
                    </a:lnTo>
                    <a:lnTo>
                      <a:pt x="490" y="152"/>
                    </a:lnTo>
                    <a:lnTo>
                      <a:pt x="490" y="152"/>
                    </a:lnTo>
                    <a:lnTo>
                      <a:pt x="482" y="146"/>
                    </a:lnTo>
                    <a:lnTo>
                      <a:pt x="476" y="140"/>
                    </a:lnTo>
                    <a:lnTo>
                      <a:pt x="476" y="140"/>
                    </a:lnTo>
                    <a:lnTo>
                      <a:pt x="468" y="138"/>
                    </a:lnTo>
                    <a:lnTo>
                      <a:pt x="468" y="138"/>
                    </a:lnTo>
                    <a:lnTo>
                      <a:pt x="464" y="134"/>
                    </a:lnTo>
                    <a:lnTo>
                      <a:pt x="464" y="134"/>
                    </a:lnTo>
                    <a:lnTo>
                      <a:pt x="456" y="134"/>
                    </a:lnTo>
                    <a:lnTo>
                      <a:pt x="450" y="134"/>
                    </a:lnTo>
                    <a:lnTo>
                      <a:pt x="450" y="134"/>
                    </a:lnTo>
                    <a:lnTo>
                      <a:pt x="440" y="130"/>
                    </a:lnTo>
                    <a:lnTo>
                      <a:pt x="436" y="130"/>
                    </a:lnTo>
                    <a:lnTo>
                      <a:pt x="432" y="132"/>
                    </a:lnTo>
                    <a:lnTo>
                      <a:pt x="432" y="132"/>
                    </a:lnTo>
                    <a:lnTo>
                      <a:pt x="430" y="128"/>
                    </a:lnTo>
                    <a:lnTo>
                      <a:pt x="426" y="124"/>
                    </a:lnTo>
                    <a:lnTo>
                      <a:pt x="426" y="124"/>
                    </a:lnTo>
                    <a:lnTo>
                      <a:pt x="422" y="124"/>
                    </a:lnTo>
                    <a:lnTo>
                      <a:pt x="420" y="126"/>
                    </a:lnTo>
                    <a:lnTo>
                      <a:pt x="420" y="126"/>
                    </a:lnTo>
                    <a:lnTo>
                      <a:pt x="416" y="124"/>
                    </a:lnTo>
                    <a:lnTo>
                      <a:pt x="416" y="124"/>
                    </a:lnTo>
                    <a:lnTo>
                      <a:pt x="414" y="130"/>
                    </a:lnTo>
                    <a:lnTo>
                      <a:pt x="412" y="132"/>
                    </a:lnTo>
                    <a:lnTo>
                      <a:pt x="408" y="134"/>
                    </a:lnTo>
                    <a:lnTo>
                      <a:pt x="408" y="134"/>
                    </a:lnTo>
                    <a:lnTo>
                      <a:pt x="406" y="132"/>
                    </a:lnTo>
                    <a:lnTo>
                      <a:pt x="406" y="130"/>
                    </a:lnTo>
                    <a:lnTo>
                      <a:pt x="408" y="126"/>
                    </a:lnTo>
                    <a:lnTo>
                      <a:pt x="408" y="126"/>
                    </a:lnTo>
                    <a:lnTo>
                      <a:pt x="404" y="124"/>
                    </a:lnTo>
                    <a:lnTo>
                      <a:pt x="404" y="124"/>
                    </a:lnTo>
                    <a:lnTo>
                      <a:pt x="406" y="122"/>
                    </a:lnTo>
                    <a:lnTo>
                      <a:pt x="406" y="122"/>
                    </a:lnTo>
                    <a:lnTo>
                      <a:pt x="404" y="118"/>
                    </a:lnTo>
                    <a:lnTo>
                      <a:pt x="404" y="116"/>
                    </a:lnTo>
                    <a:lnTo>
                      <a:pt x="404" y="116"/>
                    </a:lnTo>
                    <a:lnTo>
                      <a:pt x="402" y="116"/>
                    </a:lnTo>
                    <a:lnTo>
                      <a:pt x="402" y="116"/>
                    </a:lnTo>
                    <a:lnTo>
                      <a:pt x="400" y="116"/>
                    </a:lnTo>
                    <a:lnTo>
                      <a:pt x="400" y="116"/>
                    </a:lnTo>
                    <a:lnTo>
                      <a:pt x="400" y="114"/>
                    </a:lnTo>
                    <a:lnTo>
                      <a:pt x="402" y="112"/>
                    </a:lnTo>
                    <a:lnTo>
                      <a:pt x="402" y="112"/>
                    </a:lnTo>
                    <a:lnTo>
                      <a:pt x="400" y="110"/>
                    </a:lnTo>
                    <a:lnTo>
                      <a:pt x="400" y="108"/>
                    </a:lnTo>
                    <a:lnTo>
                      <a:pt x="400" y="108"/>
                    </a:lnTo>
                    <a:lnTo>
                      <a:pt x="394" y="108"/>
                    </a:lnTo>
                    <a:lnTo>
                      <a:pt x="394" y="108"/>
                    </a:lnTo>
                    <a:lnTo>
                      <a:pt x="390" y="112"/>
                    </a:lnTo>
                    <a:lnTo>
                      <a:pt x="390" y="112"/>
                    </a:lnTo>
                    <a:lnTo>
                      <a:pt x="392" y="106"/>
                    </a:lnTo>
                    <a:lnTo>
                      <a:pt x="392" y="106"/>
                    </a:lnTo>
                    <a:lnTo>
                      <a:pt x="384" y="104"/>
                    </a:lnTo>
                    <a:lnTo>
                      <a:pt x="384" y="104"/>
                    </a:lnTo>
                    <a:lnTo>
                      <a:pt x="384" y="100"/>
                    </a:lnTo>
                    <a:lnTo>
                      <a:pt x="384" y="100"/>
                    </a:lnTo>
                    <a:lnTo>
                      <a:pt x="382" y="100"/>
                    </a:lnTo>
                    <a:lnTo>
                      <a:pt x="380" y="102"/>
                    </a:lnTo>
                    <a:lnTo>
                      <a:pt x="380" y="102"/>
                    </a:lnTo>
                    <a:lnTo>
                      <a:pt x="376" y="98"/>
                    </a:lnTo>
                    <a:lnTo>
                      <a:pt x="374" y="96"/>
                    </a:lnTo>
                    <a:lnTo>
                      <a:pt x="370" y="94"/>
                    </a:lnTo>
                    <a:lnTo>
                      <a:pt x="370" y="94"/>
                    </a:lnTo>
                    <a:lnTo>
                      <a:pt x="364" y="94"/>
                    </a:lnTo>
                    <a:lnTo>
                      <a:pt x="358" y="96"/>
                    </a:lnTo>
                    <a:lnTo>
                      <a:pt x="350" y="102"/>
                    </a:lnTo>
                    <a:lnTo>
                      <a:pt x="350" y="102"/>
                    </a:lnTo>
                    <a:lnTo>
                      <a:pt x="354" y="106"/>
                    </a:lnTo>
                    <a:lnTo>
                      <a:pt x="354" y="106"/>
                    </a:lnTo>
                    <a:lnTo>
                      <a:pt x="348" y="106"/>
                    </a:lnTo>
                    <a:lnTo>
                      <a:pt x="344" y="112"/>
                    </a:lnTo>
                    <a:lnTo>
                      <a:pt x="344" y="112"/>
                    </a:lnTo>
                    <a:lnTo>
                      <a:pt x="344" y="114"/>
                    </a:lnTo>
                    <a:lnTo>
                      <a:pt x="342" y="114"/>
                    </a:lnTo>
                    <a:lnTo>
                      <a:pt x="340" y="114"/>
                    </a:lnTo>
                    <a:lnTo>
                      <a:pt x="342" y="112"/>
                    </a:lnTo>
                    <a:lnTo>
                      <a:pt x="342" y="112"/>
                    </a:lnTo>
                    <a:lnTo>
                      <a:pt x="334" y="114"/>
                    </a:lnTo>
                    <a:lnTo>
                      <a:pt x="324" y="114"/>
                    </a:lnTo>
                    <a:lnTo>
                      <a:pt x="324" y="114"/>
                    </a:lnTo>
                    <a:lnTo>
                      <a:pt x="320" y="108"/>
                    </a:lnTo>
                    <a:lnTo>
                      <a:pt x="320" y="108"/>
                    </a:lnTo>
                    <a:lnTo>
                      <a:pt x="326" y="112"/>
                    </a:lnTo>
                    <a:lnTo>
                      <a:pt x="332" y="110"/>
                    </a:lnTo>
                    <a:lnTo>
                      <a:pt x="332" y="110"/>
                    </a:lnTo>
                    <a:lnTo>
                      <a:pt x="340" y="112"/>
                    </a:lnTo>
                    <a:lnTo>
                      <a:pt x="340" y="112"/>
                    </a:lnTo>
                    <a:lnTo>
                      <a:pt x="340" y="110"/>
                    </a:lnTo>
                    <a:lnTo>
                      <a:pt x="340" y="110"/>
                    </a:lnTo>
                    <a:lnTo>
                      <a:pt x="344" y="108"/>
                    </a:lnTo>
                    <a:lnTo>
                      <a:pt x="344" y="106"/>
                    </a:lnTo>
                    <a:lnTo>
                      <a:pt x="344" y="106"/>
                    </a:lnTo>
                    <a:lnTo>
                      <a:pt x="348" y="106"/>
                    </a:lnTo>
                    <a:lnTo>
                      <a:pt x="348" y="106"/>
                    </a:lnTo>
                    <a:lnTo>
                      <a:pt x="348" y="104"/>
                    </a:lnTo>
                    <a:lnTo>
                      <a:pt x="348" y="100"/>
                    </a:lnTo>
                    <a:lnTo>
                      <a:pt x="350" y="100"/>
                    </a:lnTo>
                    <a:lnTo>
                      <a:pt x="350" y="100"/>
                    </a:lnTo>
                    <a:lnTo>
                      <a:pt x="350" y="96"/>
                    </a:lnTo>
                    <a:lnTo>
                      <a:pt x="350" y="92"/>
                    </a:lnTo>
                    <a:lnTo>
                      <a:pt x="350" y="92"/>
                    </a:lnTo>
                    <a:lnTo>
                      <a:pt x="350" y="90"/>
                    </a:lnTo>
                    <a:lnTo>
                      <a:pt x="350" y="88"/>
                    </a:lnTo>
                    <a:lnTo>
                      <a:pt x="350" y="86"/>
                    </a:lnTo>
                    <a:lnTo>
                      <a:pt x="350" y="84"/>
                    </a:lnTo>
                    <a:lnTo>
                      <a:pt x="350" y="84"/>
                    </a:lnTo>
                    <a:lnTo>
                      <a:pt x="340" y="84"/>
                    </a:lnTo>
                    <a:lnTo>
                      <a:pt x="340" y="84"/>
                    </a:lnTo>
                    <a:lnTo>
                      <a:pt x="340" y="84"/>
                    </a:lnTo>
                    <a:lnTo>
                      <a:pt x="342" y="82"/>
                    </a:lnTo>
                    <a:lnTo>
                      <a:pt x="340" y="80"/>
                    </a:lnTo>
                    <a:lnTo>
                      <a:pt x="340" y="78"/>
                    </a:lnTo>
                    <a:lnTo>
                      <a:pt x="340" y="78"/>
                    </a:lnTo>
                    <a:lnTo>
                      <a:pt x="336" y="80"/>
                    </a:lnTo>
                    <a:lnTo>
                      <a:pt x="332" y="82"/>
                    </a:lnTo>
                    <a:lnTo>
                      <a:pt x="330" y="86"/>
                    </a:lnTo>
                    <a:lnTo>
                      <a:pt x="330" y="86"/>
                    </a:lnTo>
                    <a:lnTo>
                      <a:pt x="326" y="86"/>
                    </a:lnTo>
                    <a:lnTo>
                      <a:pt x="324" y="88"/>
                    </a:lnTo>
                    <a:lnTo>
                      <a:pt x="324" y="88"/>
                    </a:lnTo>
                    <a:lnTo>
                      <a:pt x="322" y="94"/>
                    </a:lnTo>
                    <a:lnTo>
                      <a:pt x="322" y="94"/>
                    </a:lnTo>
                    <a:lnTo>
                      <a:pt x="320" y="94"/>
                    </a:lnTo>
                    <a:lnTo>
                      <a:pt x="318" y="96"/>
                    </a:lnTo>
                    <a:lnTo>
                      <a:pt x="318" y="96"/>
                    </a:lnTo>
                    <a:lnTo>
                      <a:pt x="318" y="102"/>
                    </a:lnTo>
                    <a:lnTo>
                      <a:pt x="320" y="106"/>
                    </a:lnTo>
                    <a:lnTo>
                      <a:pt x="318" y="104"/>
                    </a:lnTo>
                    <a:lnTo>
                      <a:pt x="318" y="104"/>
                    </a:lnTo>
                    <a:lnTo>
                      <a:pt x="316" y="100"/>
                    </a:lnTo>
                    <a:lnTo>
                      <a:pt x="316" y="100"/>
                    </a:lnTo>
                    <a:lnTo>
                      <a:pt x="312" y="104"/>
                    </a:lnTo>
                    <a:lnTo>
                      <a:pt x="312" y="104"/>
                    </a:lnTo>
                    <a:lnTo>
                      <a:pt x="308" y="104"/>
                    </a:lnTo>
                    <a:lnTo>
                      <a:pt x="308" y="104"/>
                    </a:lnTo>
                    <a:lnTo>
                      <a:pt x="308" y="110"/>
                    </a:lnTo>
                    <a:lnTo>
                      <a:pt x="308" y="116"/>
                    </a:lnTo>
                    <a:lnTo>
                      <a:pt x="308" y="116"/>
                    </a:lnTo>
                    <a:lnTo>
                      <a:pt x="306" y="122"/>
                    </a:lnTo>
                    <a:lnTo>
                      <a:pt x="306" y="122"/>
                    </a:lnTo>
                    <a:lnTo>
                      <a:pt x="306" y="116"/>
                    </a:lnTo>
                    <a:lnTo>
                      <a:pt x="306" y="116"/>
                    </a:lnTo>
                    <a:lnTo>
                      <a:pt x="306" y="110"/>
                    </a:lnTo>
                    <a:lnTo>
                      <a:pt x="306" y="106"/>
                    </a:lnTo>
                    <a:lnTo>
                      <a:pt x="306" y="106"/>
                    </a:lnTo>
                    <a:lnTo>
                      <a:pt x="306" y="102"/>
                    </a:lnTo>
                    <a:lnTo>
                      <a:pt x="306" y="102"/>
                    </a:lnTo>
                    <a:lnTo>
                      <a:pt x="300" y="102"/>
                    </a:lnTo>
                    <a:lnTo>
                      <a:pt x="300" y="102"/>
                    </a:lnTo>
                    <a:lnTo>
                      <a:pt x="296" y="106"/>
                    </a:lnTo>
                    <a:lnTo>
                      <a:pt x="292" y="108"/>
                    </a:lnTo>
                    <a:lnTo>
                      <a:pt x="292" y="108"/>
                    </a:lnTo>
                    <a:lnTo>
                      <a:pt x="284" y="108"/>
                    </a:lnTo>
                    <a:lnTo>
                      <a:pt x="284" y="108"/>
                    </a:lnTo>
                    <a:lnTo>
                      <a:pt x="292" y="104"/>
                    </a:lnTo>
                    <a:lnTo>
                      <a:pt x="300" y="102"/>
                    </a:lnTo>
                    <a:lnTo>
                      <a:pt x="300" y="102"/>
                    </a:lnTo>
                    <a:lnTo>
                      <a:pt x="304" y="102"/>
                    </a:lnTo>
                    <a:lnTo>
                      <a:pt x="304" y="102"/>
                    </a:lnTo>
                    <a:lnTo>
                      <a:pt x="304" y="98"/>
                    </a:lnTo>
                    <a:lnTo>
                      <a:pt x="306" y="94"/>
                    </a:lnTo>
                    <a:lnTo>
                      <a:pt x="306" y="94"/>
                    </a:lnTo>
                    <a:lnTo>
                      <a:pt x="308" y="90"/>
                    </a:lnTo>
                    <a:lnTo>
                      <a:pt x="310" y="86"/>
                    </a:lnTo>
                    <a:lnTo>
                      <a:pt x="310" y="86"/>
                    </a:lnTo>
                    <a:lnTo>
                      <a:pt x="310" y="82"/>
                    </a:lnTo>
                    <a:lnTo>
                      <a:pt x="310" y="82"/>
                    </a:lnTo>
                    <a:lnTo>
                      <a:pt x="316" y="78"/>
                    </a:lnTo>
                    <a:lnTo>
                      <a:pt x="316" y="78"/>
                    </a:lnTo>
                    <a:lnTo>
                      <a:pt x="318" y="76"/>
                    </a:lnTo>
                    <a:lnTo>
                      <a:pt x="320" y="74"/>
                    </a:lnTo>
                    <a:lnTo>
                      <a:pt x="320" y="74"/>
                    </a:lnTo>
                    <a:lnTo>
                      <a:pt x="320" y="74"/>
                    </a:lnTo>
                    <a:lnTo>
                      <a:pt x="320" y="74"/>
                    </a:lnTo>
                    <a:lnTo>
                      <a:pt x="320" y="76"/>
                    </a:lnTo>
                    <a:lnTo>
                      <a:pt x="320" y="76"/>
                    </a:lnTo>
                    <a:lnTo>
                      <a:pt x="320" y="82"/>
                    </a:lnTo>
                    <a:lnTo>
                      <a:pt x="320" y="82"/>
                    </a:lnTo>
                    <a:lnTo>
                      <a:pt x="326" y="82"/>
                    </a:lnTo>
                    <a:lnTo>
                      <a:pt x="328" y="82"/>
                    </a:lnTo>
                    <a:lnTo>
                      <a:pt x="330" y="80"/>
                    </a:lnTo>
                    <a:lnTo>
                      <a:pt x="330" y="80"/>
                    </a:lnTo>
                    <a:lnTo>
                      <a:pt x="328" y="78"/>
                    </a:lnTo>
                    <a:lnTo>
                      <a:pt x="328" y="78"/>
                    </a:lnTo>
                    <a:lnTo>
                      <a:pt x="328" y="72"/>
                    </a:lnTo>
                    <a:lnTo>
                      <a:pt x="330" y="74"/>
                    </a:lnTo>
                    <a:lnTo>
                      <a:pt x="330" y="74"/>
                    </a:lnTo>
                    <a:lnTo>
                      <a:pt x="332" y="64"/>
                    </a:lnTo>
                    <a:lnTo>
                      <a:pt x="332" y="64"/>
                    </a:lnTo>
                    <a:lnTo>
                      <a:pt x="328" y="64"/>
                    </a:lnTo>
                    <a:lnTo>
                      <a:pt x="328" y="64"/>
                    </a:lnTo>
                    <a:lnTo>
                      <a:pt x="324" y="68"/>
                    </a:lnTo>
                    <a:lnTo>
                      <a:pt x="324" y="68"/>
                    </a:lnTo>
                    <a:lnTo>
                      <a:pt x="326" y="68"/>
                    </a:lnTo>
                    <a:lnTo>
                      <a:pt x="326" y="70"/>
                    </a:lnTo>
                    <a:lnTo>
                      <a:pt x="326" y="70"/>
                    </a:lnTo>
                    <a:lnTo>
                      <a:pt x="322" y="70"/>
                    </a:lnTo>
                    <a:lnTo>
                      <a:pt x="322" y="70"/>
                    </a:lnTo>
                    <a:lnTo>
                      <a:pt x="326" y="64"/>
                    </a:lnTo>
                    <a:lnTo>
                      <a:pt x="326" y="62"/>
                    </a:lnTo>
                    <a:lnTo>
                      <a:pt x="322" y="60"/>
                    </a:lnTo>
                    <a:lnTo>
                      <a:pt x="322" y="60"/>
                    </a:lnTo>
                    <a:lnTo>
                      <a:pt x="328" y="56"/>
                    </a:lnTo>
                    <a:lnTo>
                      <a:pt x="330" y="50"/>
                    </a:lnTo>
                    <a:lnTo>
                      <a:pt x="330" y="50"/>
                    </a:lnTo>
                    <a:lnTo>
                      <a:pt x="320" y="50"/>
                    </a:lnTo>
                    <a:lnTo>
                      <a:pt x="320" y="50"/>
                    </a:lnTo>
                    <a:lnTo>
                      <a:pt x="322" y="44"/>
                    </a:lnTo>
                    <a:lnTo>
                      <a:pt x="320" y="38"/>
                    </a:lnTo>
                    <a:lnTo>
                      <a:pt x="320" y="38"/>
                    </a:lnTo>
                    <a:lnTo>
                      <a:pt x="318" y="36"/>
                    </a:lnTo>
                    <a:lnTo>
                      <a:pt x="318" y="36"/>
                    </a:lnTo>
                    <a:lnTo>
                      <a:pt x="318" y="30"/>
                    </a:lnTo>
                    <a:lnTo>
                      <a:pt x="318" y="26"/>
                    </a:lnTo>
                    <a:lnTo>
                      <a:pt x="318" y="26"/>
                    </a:lnTo>
                    <a:lnTo>
                      <a:pt x="312" y="16"/>
                    </a:lnTo>
                    <a:lnTo>
                      <a:pt x="312" y="16"/>
                    </a:lnTo>
                    <a:lnTo>
                      <a:pt x="312" y="12"/>
                    </a:lnTo>
                    <a:lnTo>
                      <a:pt x="312" y="12"/>
                    </a:lnTo>
                    <a:lnTo>
                      <a:pt x="308" y="10"/>
                    </a:lnTo>
                    <a:lnTo>
                      <a:pt x="304" y="22"/>
                    </a:lnTo>
                    <a:lnTo>
                      <a:pt x="300" y="30"/>
                    </a:lnTo>
                    <a:lnTo>
                      <a:pt x="300" y="30"/>
                    </a:lnTo>
                    <a:lnTo>
                      <a:pt x="298" y="44"/>
                    </a:lnTo>
                    <a:lnTo>
                      <a:pt x="298" y="44"/>
                    </a:lnTo>
                    <a:lnTo>
                      <a:pt x="294" y="52"/>
                    </a:lnTo>
                    <a:lnTo>
                      <a:pt x="290" y="56"/>
                    </a:lnTo>
                    <a:lnTo>
                      <a:pt x="284" y="52"/>
                    </a:lnTo>
                    <a:lnTo>
                      <a:pt x="278" y="54"/>
                    </a:lnTo>
                    <a:lnTo>
                      <a:pt x="278" y="54"/>
                    </a:lnTo>
                    <a:lnTo>
                      <a:pt x="274" y="56"/>
                    </a:lnTo>
                    <a:lnTo>
                      <a:pt x="272" y="56"/>
                    </a:lnTo>
                    <a:lnTo>
                      <a:pt x="270" y="56"/>
                    </a:lnTo>
                    <a:lnTo>
                      <a:pt x="270" y="56"/>
                    </a:lnTo>
                    <a:lnTo>
                      <a:pt x="266" y="52"/>
                    </a:lnTo>
                    <a:lnTo>
                      <a:pt x="266" y="48"/>
                    </a:lnTo>
                    <a:lnTo>
                      <a:pt x="260" y="48"/>
                    </a:lnTo>
                    <a:lnTo>
                      <a:pt x="258" y="46"/>
                    </a:lnTo>
                    <a:lnTo>
                      <a:pt x="254" y="48"/>
                    </a:lnTo>
                    <a:lnTo>
                      <a:pt x="244" y="44"/>
                    </a:lnTo>
                    <a:lnTo>
                      <a:pt x="242" y="52"/>
                    </a:lnTo>
                    <a:lnTo>
                      <a:pt x="246" y="56"/>
                    </a:lnTo>
                    <a:lnTo>
                      <a:pt x="244" y="62"/>
                    </a:lnTo>
                    <a:lnTo>
                      <a:pt x="234" y="58"/>
                    </a:lnTo>
                    <a:lnTo>
                      <a:pt x="228" y="60"/>
                    </a:lnTo>
                    <a:lnTo>
                      <a:pt x="228" y="60"/>
                    </a:lnTo>
                    <a:lnTo>
                      <a:pt x="226" y="60"/>
                    </a:lnTo>
                    <a:lnTo>
                      <a:pt x="222" y="58"/>
                    </a:lnTo>
                    <a:lnTo>
                      <a:pt x="222" y="58"/>
                    </a:lnTo>
                    <a:lnTo>
                      <a:pt x="220" y="58"/>
                    </a:lnTo>
                    <a:lnTo>
                      <a:pt x="218" y="60"/>
                    </a:lnTo>
                    <a:lnTo>
                      <a:pt x="218" y="60"/>
                    </a:lnTo>
                    <a:lnTo>
                      <a:pt x="216" y="62"/>
                    </a:lnTo>
                    <a:lnTo>
                      <a:pt x="216" y="62"/>
                    </a:lnTo>
                    <a:lnTo>
                      <a:pt x="214" y="62"/>
                    </a:lnTo>
                    <a:lnTo>
                      <a:pt x="214" y="64"/>
                    </a:lnTo>
                    <a:lnTo>
                      <a:pt x="214" y="66"/>
                    </a:lnTo>
                    <a:lnTo>
                      <a:pt x="212" y="66"/>
                    </a:lnTo>
                    <a:lnTo>
                      <a:pt x="212" y="66"/>
                    </a:lnTo>
                    <a:lnTo>
                      <a:pt x="210" y="66"/>
                    </a:lnTo>
                    <a:lnTo>
                      <a:pt x="208" y="68"/>
                    </a:lnTo>
                    <a:lnTo>
                      <a:pt x="206" y="70"/>
                    </a:lnTo>
                    <a:lnTo>
                      <a:pt x="206" y="70"/>
                    </a:lnTo>
                    <a:lnTo>
                      <a:pt x="202" y="70"/>
                    </a:lnTo>
                    <a:lnTo>
                      <a:pt x="200" y="66"/>
                    </a:lnTo>
                    <a:lnTo>
                      <a:pt x="200" y="66"/>
                    </a:lnTo>
                    <a:lnTo>
                      <a:pt x="200" y="64"/>
                    </a:lnTo>
                    <a:lnTo>
                      <a:pt x="198" y="64"/>
                    </a:lnTo>
                    <a:lnTo>
                      <a:pt x="194" y="60"/>
                    </a:lnTo>
                    <a:lnTo>
                      <a:pt x="194" y="60"/>
                    </a:lnTo>
                    <a:lnTo>
                      <a:pt x="192" y="58"/>
                    </a:lnTo>
                    <a:lnTo>
                      <a:pt x="190" y="54"/>
                    </a:lnTo>
                    <a:lnTo>
                      <a:pt x="190" y="52"/>
                    </a:lnTo>
                    <a:lnTo>
                      <a:pt x="190" y="52"/>
                    </a:lnTo>
                    <a:lnTo>
                      <a:pt x="192" y="40"/>
                    </a:lnTo>
                    <a:lnTo>
                      <a:pt x="192" y="32"/>
                    </a:lnTo>
                    <a:lnTo>
                      <a:pt x="192" y="32"/>
                    </a:lnTo>
                    <a:lnTo>
                      <a:pt x="198" y="26"/>
                    </a:lnTo>
                    <a:lnTo>
                      <a:pt x="198" y="26"/>
                    </a:lnTo>
                    <a:lnTo>
                      <a:pt x="200" y="22"/>
                    </a:lnTo>
                    <a:lnTo>
                      <a:pt x="198" y="20"/>
                    </a:lnTo>
                    <a:lnTo>
                      <a:pt x="198" y="20"/>
                    </a:lnTo>
                    <a:lnTo>
                      <a:pt x="198" y="18"/>
                    </a:lnTo>
                    <a:lnTo>
                      <a:pt x="198" y="16"/>
                    </a:lnTo>
                    <a:lnTo>
                      <a:pt x="200" y="14"/>
                    </a:lnTo>
                    <a:lnTo>
                      <a:pt x="198" y="14"/>
                    </a:lnTo>
                    <a:lnTo>
                      <a:pt x="198" y="14"/>
                    </a:lnTo>
                    <a:lnTo>
                      <a:pt x="192" y="10"/>
                    </a:lnTo>
                    <a:lnTo>
                      <a:pt x="196" y="6"/>
                    </a:lnTo>
                    <a:lnTo>
                      <a:pt x="196" y="6"/>
                    </a:lnTo>
                    <a:lnTo>
                      <a:pt x="196" y="4"/>
                    </a:lnTo>
                    <a:lnTo>
                      <a:pt x="194" y="2"/>
                    </a:lnTo>
                    <a:lnTo>
                      <a:pt x="192" y="2"/>
                    </a:lnTo>
                    <a:lnTo>
                      <a:pt x="192" y="2"/>
                    </a:lnTo>
                    <a:lnTo>
                      <a:pt x="186" y="2"/>
                    </a:lnTo>
                    <a:lnTo>
                      <a:pt x="182" y="0"/>
                    </a:lnTo>
                    <a:lnTo>
                      <a:pt x="182" y="4"/>
                    </a:lnTo>
                    <a:lnTo>
                      <a:pt x="182" y="10"/>
                    </a:lnTo>
                    <a:lnTo>
                      <a:pt x="182" y="10"/>
                    </a:lnTo>
                    <a:lnTo>
                      <a:pt x="174" y="10"/>
                    </a:lnTo>
                    <a:lnTo>
                      <a:pt x="174" y="10"/>
                    </a:lnTo>
                    <a:lnTo>
                      <a:pt x="174" y="12"/>
                    </a:lnTo>
                    <a:lnTo>
                      <a:pt x="172" y="12"/>
                    </a:lnTo>
                    <a:lnTo>
                      <a:pt x="170" y="14"/>
                    </a:lnTo>
                    <a:lnTo>
                      <a:pt x="170" y="16"/>
                    </a:lnTo>
                    <a:lnTo>
                      <a:pt x="170" y="16"/>
                    </a:lnTo>
                    <a:lnTo>
                      <a:pt x="166" y="18"/>
                    </a:lnTo>
                    <a:lnTo>
                      <a:pt x="166" y="20"/>
                    </a:lnTo>
                    <a:lnTo>
                      <a:pt x="164" y="20"/>
                    </a:lnTo>
                    <a:lnTo>
                      <a:pt x="164" y="20"/>
                    </a:lnTo>
                    <a:lnTo>
                      <a:pt x="156" y="18"/>
                    </a:lnTo>
                    <a:lnTo>
                      <a:pt x="156" y="18"/>
                    </a:lnTo>
                    <a:lnTo>
                      <a:pt x="154" y="18"/>
                    </a:lnTo>
                    <a:lnTo>
                      <a:pt x="152" y="20"/>
                    </a:lnTo>
                    <a:lnTo>
                      <a:pt x="152" y="20"/>
                    </a:lnTo>
                    <a:lnTo>
                      <a:pt x="150" y="22"/>
                    </a:lnTo>
                    <a:lnTo>
                      <a:pt x="152" y="24"/>
                    </a:lnTo>
                    <a:lnTo>
                      <a:pt x="152" y="24"/>
                    </a:lnTo>
                    <a:lnTo>
                      <a:pt x="152" y="24"/>
                    </a:lnTo>
                    <a:lnTo>
                      <a:pt x="150" y="24"/>
                    </a:lnTo>
                    <a:lnTo>
                      <a:pt x="144" y="22"/>
                    </a:lnTo>
                    <a:lnTo>
                      <a:pt x="144" y="22"/>
                    </a:lnTo>
                    <a:lnTo>
                      <a:pt x="140" y="20"/>
                    </a:lnTo>
                    <a:lnTo>
                      <a:pt x="136" y="20"/>
                    </a:lnTo>
                    <a:lnTo>
                      <a:pt x="136" y="20"/>
                    </a:lnTo>
                    <a:lnTo>
                      <a:pt x="132" y="20"/>
                    </a:lnTo>
                    <a:lnTo>
                      <a:pt x="126" y="18"/>
                    </a:lnTo>
                    <a:lnTo>
                      <a:pt x="126" y="18"/>
                    </a:lnTo>
                    <a:lnTo>
                      <a:pt x="122" y="18"/>
                    </a:lnTo>
                    <a:lnTo>
                      <a:pt x="124" y="20"/>
                    </a:lnTo>
                    <a:lnTo>
                      <a:pt x="124" y="20"/>
                    </a:lnTo>
                    <a:lnTo>
                      <a:pt x="126" y="20"/>
                    </a:lnTo>
                    <a:lnTo>
                      <a:pt x="126" y="22"/>
                    </a:lnTo>
                    <a:lnTo>
                      <a:pt x="128" y="26"/>
                    </a:lnTo>
                    <a:lnTo>
                      <a:pt x="128" y="26"/>
                    </a:lnTo>
                    <a:lnTo>
                      <a:pt x="130" y="34"/>
                    </a:lnTo>
                    <a:lnTo>
                      <a:pt x="130" y="34"/>
                    </a:lnTo>
                    <a:lnTo>
                      <a:pt x="130" y="40"/>
                    </a:lnTo>
                    <a:lnTo>
                      <a:pt x="130" y="46"/>
                    </a:lnTo>
                    <a:lnTo>
                      <a:pt x="130" y="46"/>
                    </a:lnTo>
                    <a:lnTo>
                      <a:pt x="132" y="48"/>
                    </a:lnTo>
                    <a:lnTo>
                      <a:pt x="134" y="50"/>
                    </a:lnTo>
                    <a:lnTo>
                      <a:pt x="134" y="50"/>
                    </a:lnTo>
                    <a:lnTo>
                      <a:pt x="138" y="50"/>
                    </a:lnTo>
                    <a:lnTo>
                      <a:pt x="144" y="48"/>
                    </a:lnTo>
                    <a:lnTo>
                      <a:pt x="144" y="48"/>
                    </a:lnTo>
                    <a:lnTo>
                      <a:pt x="146" y="50"/>
                    </a:lnTo>
                    <a:lnTo>
                      <a:pt x="148" y="50"/>
                    </a:lnTo>
                    <a:lnTo>
                      <a:pt x="150" y="54"/>
                    </a:lnTo>
                    <a:lnTo>
                      <a:pt x="150" y="54"/>
                    </a:lnTo>
                    <a:lnTo>
                      <a:pt x="148" y="54"/>
                    </a:lnTo>
                    <a:lnTo>
                      <a:pt x="144" y="56"/>
                    </a:lnTo>
                    <a:lnTo>
                      <a:pt x="144" y="56"/>
                    </a:lnTo>
                    <a:lnTo>
                      <a:pt x="142" y="56"/>
                    </a:lnTo>
                    <a:lnTo>
                      <a:pt x="140" y="60"/>
                    </a:lnTo>
                    <a:lnTo>
                      <a:pt x="138" y="62"/>
                    </a:lnTo>
                    <a:lnTo>
                      <a:pt x="136" y="64"/>
                    </a:lnTo>
                    <a:lnTo>
                      <a:pt x="136" y="64"/>
                    </a:lnTo>
                    <a:lnTo>
                      <a:pt x="134" y="66"/>
                    </a:lnTo>
                    <a:lnTo>
                      <a:pt x="130" y="68"/>
                    </a:lnTo>
                    <a:lnTo>
                      <a:pt x="130" y="68"/>
                    </a:lnTo>
                    <a:lnTo>
                      <a:pt x="128" y="68"/>
                    </a:lnTo>
                    <a:lnTo>
                      <a:pt x="126" y="70"/>
                    </a:lnTo>
                    <a:lnTo>
                      <a:pt x="124" y="72"/>
                    </a:lnTo>
                    <a:lnTo>
                      <a:pt x="122" y="74"/>
                    </a:lnTo>
                    <a:lnTo>
                      <a:pt x="122" y="74"/>
                    </a:lnTo>
                    <a:lnTo>
                      <a:pt x="116" y="76"/>
                    </a:lnTo>
                    <a:lnTo>
                      <a:pt x="114" y="78"/>
                    </a:lnTo>
                    <a:lnTo>
                      <a:pt x="106" y="72"/>
                    </a:lnTo>
                    <a:lnTo>
                      <a:pt x="102" y="72"/>
                    </a:lnTo>
                    <a:lnTo>
                      <a:pt x="102" y="66"/>
                    </a:lnTo>
                    <a:lnTo>
                      <a:pt x="96" y="64"/>
                    </a:lnTo>
                    <a:lnTo>
                      <a:pt x="94" y="72"/>
                    </a:lnTo>
                    <a:lnTo>
                      <a:pt x="90" y="72"/>
                    </a:lnTo>
                    <a:lnTo>
                      <a:pt x="86" y="70"/>
                    </a:lnTo>
                    <a:lnTo>
                      <a:pt x="86" y="74"/>
                    </a:lnTo>
                    <a:lnTo>
                      <a:pt x="86" y="74"/>
                    </a:lnTo>
                    <a:lnTo>
                      <a:pt x="72" y="74"/>
                    </a:lnTo>
                    <a:lnTo>
                      <a:pt x="72" y="74"/>
                    </a:lnTo>
                    <a:lnTo>
                      <a:pt x="66" y="74"/>
                    </a:lnTo>
                    <a:lnTo>
                      <a:pt x="64" y="72"/>
                    </a:lnTo>
                    <a:lnTo>
                      <a:pt x="62" y="78"/>
                    </a:lnTo>
                    <a:lnTo>
                      <a:pt x="70" y="80"/>
                    </a:lnTo>
                    <a:lnTo>
                      <a:pt x="68" y="82"/>
                    </a:lnTo>
                    <a:lnTo>
                      <a:pt x="60" y="82"/>
                    </a:lnTo>
                    <a:lnTo>
                      <a:pt x="60" y="88"/>
                    </a:lnTo>
                    <a:lnTo>
                      <a:pt x="64" y="90"/>
                    </a:lnTo>
                    <a:lnTo>
                      <a:pt x="64" y="90"/>
                    </a:lnTo>
                    <a:lnTo>
                      <a:pt x="70" y="104"/>
                    </a:lnTo>
                    <a:lnTo>
                      <a:pt x="70" y="104"/>
                    </a:lnTo>
                    <a:lnTo>
                      <a:pt x="70" y="106"/>
                    </a:lnTo>
                    <a:lnTo>
                      <a:pt x="68" y="110"/>
                    </a:lnTo>
                    <a:lnTo>
                      <a:pt x="66" y="116"/>
                    </a:lnTo>
                    <a:lnTo>
                      <a:pt x="66" y="116"/>
                    </a:lnTo>
                    <a:lnTo>
                      <a:pt x="52" y="154"/>
                    </a:lnTo>
                    <a:lnTo>
                      <a:pt x="52" y="154"/>
                    </a:lnTo>
                    <a:lnTo>
                      <a:pt x="52" y="156"/>
                    </a:lnTo>
                    <a:lnTo>
                      <a:pt x="50" y="158"/>
                    </a:lnTo>
                    <a:lnTo>
                      <a:pt x="48" y="158"/>
                    </a:lnTo>
                    <a:lnTo>
                      <a:pt x="48" y="158"/>
                    </a:lnTo>
                    <a:lnTo>
                      <a:pt x="38" y="160"/>
                    </a:lnTo>
                    <a:lnTo>
                      <a:pt x="38" y="160"/>
                    </a:lnTo>
                    <a:lnTo>
                      <a:pt x="32" y="162"/>
                    </a:lnTo>
                    <a:lnTo>
                      <a:pt x="26" y="164"/>
                    </a:lnTo>
                    <a:lnTo>
                      <a:pt x="26" y="164"/>
                    </a:lnTo>
                    <a:lnTo>
                      <a:pt x="18" y="170"/>
                    </a:lnTo>
                    <a:lnTo>
                      <a:pt x="14" y="174"/>
                    </a:lnTo>
                    <a:lnTo>
                      <a:pt x="14" y="174"/>
                    </a:lnTo>
                    <a:lnTo>
                      <a:pt x="12" y="180"/>
                    </a:lnTo>
                    <a:lnTo>
                      <a:pt x="10" y="186"/>
                    </a:lnTo>
                    <a:lnTo>
                      <a:pt x="10" y="186"/>
                    </a:lnTo>
                    <a:lnTo>
                      <a:pt x="8" y="190"/>
                    </a:lnTo>
                    <a:lnTo>
                      <a:pt x="6" y="194"/>
                    </a:lnTo>
                    <a:lnTo>
                      <a:pt x="6" y="194"/>
                    </a:lnTo>
                    <a:lnTo>
                      <a:pt x="6" y="202"/>
                    </a:lnTo>
                    <a:lnTo>
                      <a:pt x="6" y="202"/>
                    </a:lnTo>
                    <a:lnTo>
                      <a:pt x="4" y="200"/>
                    </a:lnTo>
                    <a:lnTo>
                      <a:pt x="2" y="200"/>
                    </a:lnTo>
                    <a:lnTo>
                      <a:pt x="0" y="202"/>
                    </a:lnTo>
                    <a:lnTo>
                      <a:pt x="0" y="202"/>
                    </a:lnTo>
                    <a:lnTo>
                      <a:pt x="2" y="206"/>
                    </a:lnTo>
                    <a:lnTo>
                      <a:pt x="2" y="210"/>
                    </a:lnTo>
                    <a:lnTo>
                      <a:pt x="4" y="210"/>
                    </a:lnTo>
                    <a:lnTo>
                      <a:pt x="4" y="210"/>
                    </a:lnTo>
                    <a:lnTo>
                      <a:pt x="4" y="212"/>
                    </a:lnTo>
                    <a:lnTo>
                      <a:pt x="6" y="214"/>
                    </a:lnTo>
                    <a:lnTo>
                      <a:pt x="6" y="218"/>
                    </a:lnTo>
                    <a:lnTo>
                      <a:pt x="4" y="224"/>
                    </a:lnTo>
                    <a:lnTo>
                      <a:pt x="4" y="224"/>
                    </a:lnTo>
                    <a:lnTo>
                      <a:pt x="6" y="226"/>
                    </a:lnTo>
                    <a:lnTo>
                      <a:pt x="10" y="228"/>
                    </a:lnTo>
                    <a:lnTo>
                      <a:pt x="12" y="230"/>
                    </a:lnTo>
                    <a:lnTo>
                      <a:pt x="12" y="230"/>
                    </a:lnTo>
                    <a:lnTo>
                      <a:pt x="14" y="234"/>
                    </a:lnTo>
                    <a:lnTo>
                      <a:pt x="16" y="236"/>
                    </a:lnTo>
                    <a:lnTo>
                      <a:pt x="20" y="238"/>
                    </a:lnTo>
                    <a:lnTo>
                      <a:pt x="20" y="240"/>
                    </a:lnTo>
                    <a:lnTo>
                      <a:pt x="20" y="240"/>
                    </a:lnTo>
                    <a:lnTo>
                      <a:pt x="22" y="244"/>
                    </a:lnTo>
                    <a:lnTo>
                      <a:pt x="24" y="246"/>
                    </a:lnTo>
                    <a:lnTo>
                      <a:pt x="36" y="246"/>
                    </a:lnTo>
                    <a:lnTo>
                      <a:pt x="36" y="246"/>
                    </a:lnTo>
                    <a:lnTo>
                      <a:pt x="46" y="240"/>
                    </a:lnTo>
                    <a:lnTo>
                      <a:pt x="46" y="240"/>
                    </a:lnTo>
                    <a:lnTo>
                      <a:pt x="48" y="238"/>
                    </a:lnTo>
                    <a:lnTo>
                      <a:pt x="48" y="240"/>
                    </a:lnTo>
                    <a:lnTo>
                      <a:pt x="48" y="242"/>
                    </a:lnTo>
                    <a:lnTo>
                      <a:pt x="46" y="282"/>
                    </a:lnTo>
                    <a:lnTo>
                      <a:pt x="60" y="288"/>
                    </a:lnTo>
                    <a:lnTo>
                      <a:pt x="60" y="288"/>
                    </a:lnTo>
                    <a:lnTo>
                      <a:pt x="62" y="288"/>
                    </a:lnTo>
                    <a:lnTo>
                      <a:pt x="66" y="288"/>
                    </a:lnTo>
                    <a:lnTo>
                      <a:pt x="66" y="288"/>
                    </a:lnTo>
                    <a:lnTo>
                      <a:pt x="70" y="290"/>
                    </a:lnTo>
                    <a:lnTo>
                      <a:pt x="72" y="288"/>
                    </a:lnTo>
                    <a:lnTo>
                      <a:pt x="74" y="288"/>
                    </a:lnTo>
                    <a:lnTo>
                      <a:pt x="74" y="286"/>
                    </a:lnTo>
                    <a:lnTo>
                      <a:pt x="74" y="286"/>
                    </a:lnTo>
                    <a:lnTo>
                      <a:pt x="74" y="284"/>
                    </a:lnTo>
                    <a:lnTo>
                      <a:pt x="76" y="282"/>
                    </a:lnTo>
                    <a:lnTo>
                      <a:pt x="76" y="282"/>
                    </a:lnTo>
                    <a:lnTo>
                      <a:pt x="82" y="280"/>
                    </a:lnTo>
                    <a:lnTo>
                      <a:pt x="82" y="280"/>
                    </a:lnTo>
                    <a:lnTo>
                      <a:pt x="86" y="272"/>
                    </a:lnTo>
                    <a:lnTo>
                      <a:pt x="90" y="268"/>
                    </a:lnTo>
                    <a:lnTo>
                      <a:pt x="96" y="264"/>
                    </a:lnTo>
                    <a:lnTo>
                      <a:pt x="96" y="264"/>
                    </a:lnTo>
                    <a:lnTo>
                      <a:pt x="104" y="262"/>
                    </a:lnTo>
                    <a:lnTo>
                      <a:pt x="112" y="260"/>
                    </a:lnTo>
                    <a:lnTo>
                      <a:pt x="118" y="260"/>
                    </a:lnTo>
                    <a:lnTo>
                      <a:pt x="120" y="264"/>
                    </a:lnTo>
                    <a:lnTo>
                      <a:pt x="120" y="264"/>
                    </a:lnTo>
                    <a:lnTo>
                      <a:pt x="118" y="270"/>
                    </a:lnTo>
                    <a:lnTo>
                      <a:pt x="116" y="274"/>
                    </a:lnTo>
                    <a:lnTo>
                      <a:pt x="116" y="278"/>
                    </a:lnTo>
                    <a:lnTo>
                      <a:pt x="116" y="278"/>
                    </a:lnTo>
                    <a:lnTo>
                      <a:pt x="118" y="282"/>
                    </a:lnTo>
                    <a:lnTo>
                      <a:pt x="122" y="286"/>
                    </a:lnTo>
                    <a:lnTo>
                      <a:pt x="122" y="286"/>
                    </a:lnTo>
                    <a:lnTo>
                      <a:pt x="128" y="288"/>
                    </a:lnTo>
                    <a:lnTo>
                      <a:pt x="128" y="288"/>
                    </a:lnTo>
                    <a:lnTo>
                      <a:pt x="130" y="288"/>
                    </a:lnTo>
                    <a:lnTo>
                      <a:pt x="132" y="286"/>
                    </a:lnTo>
                    <a:lnTo>
                      <a:pt x="134" y="286"/>
                    </a:lnTo>
                    <a:lnTo>
                      <a:pt x="138" y="288"/>
                    </a:lnTo>
                    <a:lnTo>
                      <a:pt x="138" y="288"/>
                    </a:lnTo>
                    <a:lnTo>
                      <a:pt x="142" y="292"/>
                    </a:lnTo>
                    <a:lnTo>
                      <a:pt x="148" y="296"/>
                    </a:lnTo>
                    <a:lnTo>
                      <a:pt x="148" y="296"/>
                    </a:lnTo>
                    <a:lnTo>
                      <a:pt x="152" y="300"/>
                    </a:lnTo>
                    <a:lnTo>
                      <a:pt x="154" y="302"/>
                    </a:lnTo>
                    <a:lnTo>
                      <a:pt x="154" y="302"/>
                    </a:lnTo>
                    <a:lnTo>
                      <a:pt x="158" y="306"/>
                    </a:lnTo>
                    <a:lnTo>
                      <a:pt x="162" y="308"/>
                    </a:lnTo>
                    <a:lnTo>
                      <a:pt x="164" y="308"/>
                    </a:lnTo>
                    <a:lnTo>
                      <a:pt x="164" y="308"/>
                    </a:lnTo>
                    <a:lnTo>
                      <a:pt x="170" y="310"/>
                    </a:lnTo>
                    <a:lnTo>
                      <a:pt x="174" y="310"/>
                    </a:lnTo>
                    <a:lnTo>
                      <a:pt x="174" y="310"/>
                    </a:lnTo>
                    <a:lnTo>
                      <a:pt x="180" y="310"/>
                    </a:lnTo>
                    <a:lnTo>
                      <a:pt x="182" y="310"/>
                    </a:lnTo>
                    <a:lnTo>
                      <a:pt x="184" y="310"/>
                    </a:lnTo>
                    <a:lnTo>
                      <a:pt x="184" y="310"/>
                    </a:lnTo>
                    <a:lnTo>
                      <a:pt x="186" y="316"/>
                    </a:lnTo>
                    <a:lnTo>
                      <a:pt x="188" y="322"/>
                    </a:lnTo>
                    <a:lnTo>
                      <a:pt x="188" y="322"/>
                    </a:lnTo>
                    <a:lnTo>
                      <a:pt x="192" y="332"/>
                    </a:lnTo>
                    <a:lnTo>
                      <a:pt x="192" y="332"/>
                    </a:lnTo>
                    <a:lnTo>
                      <a:pt x="186" y="338"/>
                    </a:lnTo>
                    <a:lnTo>
                      <a:pt x="186" y="338"/>
                    </a:lnTo>
                    <a:lnTo>
                      <a:pt x="186" y="344"/>
                    </a:lnTo>
                    <a:lnTo>
                      <a:pt x="188" y="348"/>
                    </a:lnTo>
                    <a:lnTo>
                      <a:pt x="188" y="348"/>
                    </a:lnTo>
                    <a:lnTo>
                      <a:pt x="190" y="354"/>
                    </a:lnTo>
                    <a:lnTo>
                      <a:pt x="192" y="356"/>
                    </a:lnTo>
                    <a:lnTo>
                      <a:pt x="212" y="356"/>
                    </a:lnTo>
                    <a:lnTo>
                      <a:pt x="212" y="356"/>
                    </a:lnTo>
                    <a:lnTo>
                      <a:pt x="210" y="358"/>
                    </a:lnTo>
                    <a:lnTo>
                      <a:pt x="210" y="364"/>
                    </a:lnTo>
                    <a:lnTo>
                      <a:pt x="210" y="364"/>
                    </a:lnTo>
                    <a:lnTo>
                      <a:pt x="212" y="370"/>
                    </a:lnTo>
                    <a:lnTo>
                      <a:pt x="216" y="374"/>
                    </a:lnTo>
                    <a:lnTo>
                      <a:pt x="216" y="374"/>
                    </a:lnTo>
                    <a:lnTo>
                      <a:pt x="220" y="378"/>
                    </a:lnTo>
                    <a:lnTo>
                      <a:pt x="222" y="382"/>
                    </a:lnTo>
                    <a:lnTo>
                      <a:pt x="222" y="382"/>
                    </a:lnTo>
                    <a:lnTo>
                      <a:pt x="222" y="386"/>
                    </a:lnTo>
                    <a:lnTo>
                      <a:pt x="222" y="390"/>
                    </a:lnTo>
                    <a:lnTo>
                      <a:pt x="222" y="390"/>
                    </a:lnTo>
                    <a:lnTo>
                      <a:pt x="220" y="400"/>
                    </a:lnTo>
                    <a:lnTo>
                      <a:pt x="218" y="408"/>
                    </a:lnTo>
                    <a:lnTo>
                      <a:pt x="220" y="412"/>
                    </a:lnTo>
                    <a:lnTo>
                      <a:pt x="216" y="414"/>
                    </a:lnTo>
                    <a:lnTo>
                      <a:pt x="218" y="416"/>
                    </a:lnTo>
                    <a:lnTo>
                      <a:pt x="218" y="416"/>
                    </a:lnTo>
                    <a:lnTo>
                      <a:pt x="222" y="422"/>
                    </a:lnTo>
                    <a:lnTo>
                      <a:pt x="222" y="422"/>
                    </a:lnTo>
                    <a:lnTo>
                      <a:pt x="224" y="428"/>
                    </a:lnTo>
                    <a:lnTo>
                      <a:pt x="222" y="436"/>
                    </a:lnTo>
                    <a:lnTo>
                      <a:pt x="222" y="436"/>
                    </a:lnTo>
                    <a:lnTo>
                      <a:pt x="222" y="438"/>
                    </a:lnTo>
                    <a:lnTo>
                      <a:pt x="224" y="442"/>
                    </a:lnTo>
                    <a:lnTo>
                      <a:pt x="224" y="446"/>
                    </a:lnTo>
                    <a:lnTo>
                      <a:pt x="224" y="446"/>
                    </a:lnTo>
                    <a:lnTo>
                      <a:pt x="226" y="448"/>
                    </a:lnTo>
                    <a:lnTo>
                      <a:pt x="232" y="450"/>
                    </a:lnTo>
                    <a:lnTo>
                      <a:pt x="240" y="450"/>
                    </a:lnTo>
                    <a:lnTo>
                      <a:pt x="244" y="448"/>
                    </a:lnTo>
                    <a:lnTo>
                      <a:pt x="246" y="452"/>
                    </a:lnTo>
                    <a:lnTo>
                      <a:pt x="246" y="452"/>
                    </a:lnTo>
                    <a:lnTo>
                      <a:pt x="246" y="454"/>
                    </a:lnTo>
                    <a:lnTo>
                      <a:pt x="248" y="456"/>
                    </a:lnTo>
                    <a:lnTo>
                      <a:pt x="250" y="456"/>
                    </a:lnTo>
                    <a:lnTo>
                      <a:pt x="250" y="456"/>
                    </a:lnTo>
                    <a:lnTo>
                      <a:pt x="254" y="458"/>
                    </a:lnTo>
                    <a:lnTo>
                      <a:pt x="256" y="460"/>
                    </a:lnTo>
                    <a:lnTo>
                      <a:pt x="256" y="464"/>
                    </a:lnTo>
                    <a:lnTo>
                      <a:pt x="256" y="464"/>
                    </a:lnTo>
                    <a:lnTo>
                      <a:pt x="256" y="478"/>
                    </a:lnTo>
                    <a:lnTo>
                      <a:pt x="256" y="478"/>
                    </a:lnTo>
                    <a:lnTo>
                      <a:pt x="258" y="484"/>
                    </a:lnTo>
                    <a:lnTo>
                      <a:pt x="258" y="486"/>
                    </a:lnTo>
                    <a:lnTo>
                      <a:pt x="260" y="486"/>
                    </a:lnTo>
                    <a:lnTo>
                      <a:pt x="260" y="486"/>
                    </a:lnTo>
                    <a:lnTo>
                      <a:pt x="264" y="484"/>
                    </a:lnTo>
                    <a:lnTo>
                      <a:pt x="266" y="484"/>
                    </a:lnTo>
                    <a:lnTo>
                      <a:pt x="268" y="484"/>
                    </a:lnTo>
                    <a:lnTo>
                      <a:pt x="268" y="484"/>
                    </a:lnTo>
                    <a:lnTo>
                      <a:pt x="266" y="490"/>
                    </a:lnTo>
                    <a:lnTo>
                      <a:pt x="266" y="498"/>
                    </a:lnTo>
                    <a:lnTo>
                      <a:pt x="266" y="498"/>
                    </a:lnTo>
                    <a:lnTo>
                      <a:pt x="264" y="506"/>
                    </a:lnTo>
                    <a:lnTo>
                      <a:pt x="264" y="514"/>
                    </a:lnTo>
                    <a:lnTo>
                      <a:pt x="264" y="514"/>
                    </a:lnTo>
                    <a:lnTo>
                      <a:pt x="268" y="516"/>
                    </a:lnTo>
                    <a:lnTo>
                      <a:pt x="270" y="516"/>
                    </a:lnTo>
                    <a:lnTo>
                      <a:pt x="270" y="516"/>
                    </a:lnTo>
                    <a:lnTo>
                      <a:pt x="270" y="516"/>
                    </a:lnTo>
                    <a:lnTo>
                      <a:pt x="270" y="514"/>
                    </a:lnTo>
                    <a:lnTo>
                      <a:pt x="272" y="514"/>
                    </a:lnTo>
                    <a:lnTo>
                      <a:pt x="276" y="514"/>
                    </a:lnTo>
                    <a:lnTo>
                      <a:pt x="276" y="514"/>
                    </a:lnTo>
                    <a:lnTo>
                      <a:pt x="276" y="526"/>
                    </a:lnTo>
                    <a:lnTo>
                      <a:pt x="276" y="526"/>
                    </a:lnTo>
                    <a:lnTo>
                      <a:pt x="276" y="540"/>
                    </a:lnTo>
                    <a:lnTo>
                      <a:pt x="276" y="540"/>
                    </a:lnTo>
                    <a:lnTo>
                      <a:pt x="276" y="542"/>
                    </a:lnTo>
                    <a:lnTo>
                      <a:pt x="276" y="542"/>
                    </a:lnTo>
                    <a:lnTo>
                      <a:pt x="272" y="546"/>
                    </a:lnTo>
                    <a:lnTo>
                      <a:pt x="272" y="546"/>
                    </a:lnTo>
                    <a:lnTo>
                      <a:pt x="270" y="546"/>
                    </a:lnTo>
                    <a:lnTo>
                      <a:pt x="266" y="548"/>
                    </a:lnTo>
                    <a:lnTo>
                      <a:pt x="262" y="548"/>
                    </a:lnTo>
                    <a:lnTo>
                      <a:pt x="260" y="550"/>
                    </a:lnTo>
                    <a:lnTo>
                      <a:pt x="260" y="550"/>
                    </a:lnTo>
                    <a:lnTo>
                      <a:pt x="258" y="556"/>
                    </a:lnTo>
                    <a:lnTo>
                      <a:pt x="254" y="560"/>
                    </a:lnTo>
                    <a:lnTo>
                      <a:pt x="254" y="560"/>
                    </a:lnTo>
                    <a:lnTo>
                      <a:pt x="250" y="562"/>
                    </a:lnTo>
                    <a:lnTo>
                      <a:pt x="248" y="566"/>
                    </a:lnTo>
                    <a:lnTo>
                      <a:pt x="248" y="566"/>
                    </a:lnTo>
                    <a:lnTo>
                      <a:pt x="246" y="568"/>
                    </a:lnTo>
                    <a:lnTo>
                      <a:pt x="242" y="568"/>
                    </a:lnTo>
                    <a:lnTo>
                      <a:pt x="240" y="570"/>
                    </a:lnTo>
                    <a:lnTo>
                      <a:pt x="238" y="572"/>
                    </a:lnTo>
                    <a:lnTo>
                      <a:pt x="238" y="572"/>
                    </a:lnTo>
                    <a:lnTo>
                      <a:pt x="238" y="578"/>
                    </a:lnTo>
                    <a:lnTo>
                      <a:pt x="234" y="584"/>
                    </a:lnTo>
                    <a:lnTo>
                      <a:pt x="234" y="584"/>
                    </a:lnTo>
                    <a:lnTo>
                      <a:pt x="230" y="586"/>
                    </a:lnTo>
                    <a:lnTo>
                      <a:pt x="228" y="590"/>
                    </a:lnTo>
                    <a:lnTo>
                      <a:pt x="228" y="590"/>
                    </a:lnTo>
                    <a:lnTo>
                      <a:pt x="226" y="600"/>
                    </a:lnTo>
                    <a:lnTo>
                      <a:pt x="236" y="596"/>
                    </a:lnTo>
                    <a:lnTo>
                      <a:pt x="246" y="604"/>
                    </a:lnTo>
                    <a:lnTo>
                      <a:pt x="246" y="604"/>
                    </a:lnTo>
                    <a:lnTo>
                      <a:pt x="250" y="612"/>
                    </a:lnTo>
                    <a:lnTo>
                      <a:pt x="250" y="612"/>
                    </a:lnTo>
                    <a:lnTo>
                      <a:pt x="252" y="614"/>
                    </a:lnTo>
                    <a:lnTo>
                      <a:pt x="254" y="614"/>
                    </a:lnTo>
                    <a:lnTo>
                      <a:pt x="256" y="614"/>
                    </a:lnTo>
                    <a:lnTo>
                      <a:pt x="258" y="616"/>
                    </a:lnTo>
                    <a:lnTo>
                      <a:pt x="258" y="616"/>
                    </a:lnTo>
                    <a:lnTo>
                      <a:pt x="262" y="620"/>
                    </a:lnTo>
                    <a:lnTo>
                      <a:pt x="266" y="624"/>
                    </a:lnTo>
                    <a:lnTo>
                      <a:pt x="266" y="624"/>
                    </a:lnTo>
                    <a:lnTo>
                      <a:pt x="272" y="626"/>
                    </a:lnTo>
                    <a:lnTo>
                      <a:pt x="274" y="628"/>
                    </a:lnTo>
                    <a:lnTo>
                      <a:pt x="276" y="630"/>
                    </a:lnTo>
                    <a:lnTo>
                      <a:pt x="276" y="630"/>
                    </a:lnTo>
                    <a:lnTo>
                      <a:pt x="278" y="634"/>
                    </a:lnTo>
                    <a:lnTo>
                      <a:pt x="282" y="638"/>
                    </a:lnTo>
                    <a:lnTo>
                      <a:pt x="282" y="638"/>
                    </a:lnTo>
                    <a:lnTo>
                      <a:pt x="286" y="642"/>
                    </a:lnTo>
                    <a:lnTo>
                      <a:pt x="288" y="642"/>
                    </a:lnTo>
                    <a:lnTo>
                      <a:pt x="282" y="652"/>
                    </a:lnTo>
                    <a:lnTo>
                      <a:pt x="282" y="656"/>
                    </a:lnTo>
                    <a:lnTo>
                      <a:pt x="282" y="656"/>
                    </a:lnTo>
                    <a:lnTo>
                      <a:pt x="288" y="650"/>
                    </a:lnTo>
                    <a:lnTo>
                      <a:pt x="292" y="646"/>
                    </a:lnTo>
                    <a:lnTo>
                      <a:pt x="292" y="646"/>
                    </a:lnTo>
                    <a:lnTo>
                      <a:pt x="290" y="640"/>
                    </a:lnTo>
                    <a:lnTo>
                      <a:pt x="288" y="636"/>
                    </a:lnTo>
                    <a:lnTo>
                      <a:pt x="288" y="636"/>
                    </a:lnTo>
                    <a:lnTo>
                      <a:pt x="294" y="630"/>
                    </a:lnTo>
                    <a:lnTo>
                      <a:pt x="298" y="624"/>
                    </a:lnTo>
                    <a:lnTo>
                      <a:pt x="298" y="624"/>
                    </a:lnTo>
                    <a:lnTo>
                      <a:pt x="298" y="620"/>
                    </a:lnTo>
                    <a:lnTo>
                      <a:pt x="298" y="620"/>
                    </a:lnTo>
                    <a:lnTo>
                      <a:pt x="300" y="618"/>
                    </a:lnTo>
                    <a:lnTo>
                      <a:pt x="304" y="618"/>
                    </a:lnTo>
                    <a:lnTo>
                      <a:pt x="304" y="616"/>
                    </a:lnTo>
                    <a:lnTo>
                      <a:pt x="304" y="616"/>
                    </a:lnTo>
                    <a:lnTo>
                      <a:pt x="306" y="614"/>
                    </a:lnTo>
                    <a:lnTo>
                      <a:pt x="308" y="610"/>
                    </a:lnTo>
                    <a:lnTo>
                      <a:pt x="308" y="602"/>
                    </a:lnTo>
                    <a:lnTo>
                      <a:pt x="308" y="602"/>
                    </a:lnTo>
                    <a:lnTo>
                      <a:pt x="312" y="604"/>
                    </a:lnTo>
                    <a:lnTo>
                      <a:pt x="312" y="606"/>
                    </a:lnTo>
                    <a:lnTo>
                      <a:pt x="312" y="606"/>
                    </a:lnTo>
                    <a:lnTo>
                      <a:pt x="316" y="606"/>
                    </a:lnTo>
                    <a:lnTo>
                      <a:pt x="316" y="606"/>
                    </a:lnTo>
                    <a:lnTo>
                      <a:pt x="316" y="604"/>
                    </a:lnTo>
                    <a:lnTo>
                      <a:pt x="318" y="604"/>
                    </a:lnTo>
                    <a:lnTo>
                      <a:pt x="318" y="604"/>
                    </a:lnTo>
                    <a:lnTo>
                      <a:pt x="318" y="608"/>
                    </a:lnTo>
                    <a:lnTo>
                      <a:pt x="318" y="608"/>
                    </a:lnTo>
                    <a:lnTo>
                      <a:pt x="316" y="614"/>
                    </a:lnTo>
                    <a:lnTo>
                      <a:pt x="314" y="620"/>
                    </a:lnTo>
                    <a:lnTo>
                      <a:pt x="314" y="620"/>
                    </a:lnTo>
                    <a:lnTo>
                      <a:pt x="312" y="622"/>
                    </a:lnTo>
                    <a:lnTo>
                      <a:pt x="312" y="622"/>
                    </a:lnTo>
                    <a:lnTo>
                      <a:pt x="312" y="626"/>
                    </a:lnTo>
                    <a:lnTo>
                      <a:pt x="314" y="624"/>
                    </a:lnTo>
                    <a:lnTo>
                      <a:pt x="318" y="618"/>
                    </a:lnTo>
                    <a:lnTo>
                      <a:pt x="318" y="618"/>
                    </a:lnTo>
                    <a:lnTo>
                      <a:pt x="324" y="602"/>
                    </a:lnTo>
                    <a:lnTo>
                      <a:pt x="324" y="602"/>
                    </a:lnTo>
                    <a:lnTo>
                      <a:pt x="326" y="594"/>
                    </a:lnTo>
                    <a:lnTo>
                      <a:pt x="330" y="586"/>
                    </a:lnTo>
                    <a:lnTo>
                      <a:pt x="330" y="586"/>
                    </a:lnTo>
                    <a:lnTo>
                      <a:pt x="338" y="576"/>
                    </a:lnTo>
                    <a:lnTo>
                      <a:pt x="338" y="576"/>
                    </a:lnTo>
                    <a:lnTo>
                      <a:pt x="340" y="576"/>
                    </a:lnTo>
                    <a:lnTo>
                      <a:pt x="342" y="576"/>
                    </a:lnTo>
                    <a:lnTo>
                      <a:pt x="342" y="576"/>
                    </a:lnTo>
                    <a:lnTo>
                      <a:pt x="342" y="572"/>
                    </a:lnTo>
                    <a:lnTo>
                      <a:pt x="342" y="570"/>
                    </a:lnTo>
                    <a:lnTo>
                      <a:pt x="342" y="570"/>
                    </a:lnTo>
                    <a:lnTo>
                      <a:pt x="344" y="568"/>
                    </a:lnTo>
                    <a:lnTo>
                      <a:pt x="344" y="568"/>
                    </a:lnTo>
                    <a:lnTo>
                      <a:pt x="344" y="564"/>
                    </a:lnTo>
                    <a:lnTo>
                      <a:pt x="344" y="560"/>
                    </a:lnTo>
                    <a:lnTo>
                      <a:pt x="344" y="548"/>
                    </a:lnTo>
                    <a:lnTo>
                      <a:pt x="344" y="548"/>
                    </a:lnTo>
                    <a:lnTo>
                      <a:pt x="342" y="546"/>
                    </a:lnTo>
                    <a:lnTo>
                      <a:pt x="342" y="546"/>
                    </a:lnTo>
                    <a:lnTo>
                      <a:pt x="342" y="544"/>
                    </a:lnTo>
                    <a:lnTo>
                      <a:pt x="342" y="542"/>
                    </a:lnTo>
                    <a:lnTo>
                      <a:pt x="340" y="542"/>
                    </a:lnTo>
                    <a:lnTo>
                      <a:pt x="340" y="542"/>
                    </a:lnTo>
                    <a:lnTo>
                      <a:pt x="340" y="538"/>
                    </a:lnTo>
                    <a:lnTo>
                      <a:pt x="340" y="538"/>
                    </a:lnTo>
                    <a:lnTo>
                      <a:pt x="342" y="538"/>
                    </a:lnTo>
                    <a:lnTo>
                      <a:pt x="342" y="536"/>
                    </a:lnTo>
                    <a:lnTo>
                      <a:pt x="342" y="536"/>
                    </a:lnTo>
                    <a:lnTo>
                      <a:pt x="342" y="528"/>
                    </a:lnTo>
                    <a:lnTo>
                      <a:pt x="342" y="528"/>
                    </a:lnTo>
                    <a:lnTo>
                      <a:pt x="340" y="528"/>
                    </a:lnTo>
                    <a:lnTo>
                      <a:pt x="340" y="526"/>
                    </a:lnTo>
                    <a:lnTo>
                      <a:pt x="340" y="526"/>
                    </a:lnTo>
                    <a:lnTo>
                      <a:pt x="342" y="522"/>
                    </a:lnTo>
                    <a:lnTo>
                      <a:pt x="342" y="522"/>
                    </a:lnTo>
                    <a:lnTo>
                      <a:pt x="342" y="518"/>
                    </a:lnTo>
                    <a:lnTo>
                      <a:pt x="342" y="516"/>
                    </a:lnTo>
                    <a:lnTo>
                      <a:pt x="342" y="5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1" name="Freeform 251">
                <a:extLst>
                  <a:ext uri="{FF2B5EF4-FFF2-40B4-BE49-F238E27FC236}">
                    <a16:creationId xmlns:a16="http://schemas.microsoft.com/office/drawing/2014/main" id="{94DCE590-6928-434C-A26F-0CDA96B79878}"/>
                  </a:ext>
                </a:extLst>
              </p:cNvPr>
              <p:cNvSpPr>
                <a:spLocks/>
              </p:cNvSpPr>
              <p:nvPr/>
            </p:nvSpPr>
            <p:spPr bwMode="auto">
              <a:xfrm>
                <a:off x="4062074" y="4736048"/>
                <a:ext cx="316085" cy="400470"/>
              </a:xfrm>
              <a:custGeom>
                <a:avLst/>
                <a:gdLst>
                  <a:gd name="T0" fmla="*/ 12 w 162"/>
                  <a:gd name="T1" fmla="*/ 86 h 200"/>
                  <a:gd name="T2" fmla="*/ 14 w 162"/>
                  <a:gd name="T3" fmla="*/ 92 h 200"/>
                  <a:gd name="T4" fmla="*/ 12 w 162"/>
                  <a:gd name="T5" fmla="*/ 92 h 200"/>
                  <a:gd name="T6" fmla="*/ 10 w 162"/>
                  <a:gd name="T7" fmla="*/ 90 h 200"/>
                  <a:gd name="T8" fmla="*/ 10 w 162"/>
                  <a:gd name="T9" fmla="*/ 98 h 200"/>
                  <a:gd name="T10" fmla="*/ 4 w 162"/>
                  <a:gd name="T11" fmla="*/ 118 h 200"/>
                  <a:gd name="T12" fmla="*/ 10 w 162"/>
                  <a:gd name="T13" fmla="*/ 130 h 200"/>
                  <a:gd name="T14" fmla="*/ 16 w 162"/>
                  <a:gd name="T15" fmla="*/ 138 h 200"/>
                  <a:gd name="T16" fmla="*/ 22 w 162"/>
                  <a:gd name="T17" fmla="*/ 154 h 200"/>
                  <a:gd name="T18" fmla="*/ 26 w 162"/>
                  <a:gd name="T19" fmla="*/ 166 h 200"/>
                  <a:gd name="T20" fmla="*/ 26 w 162"/>
                  <a:gd name="T21" fmla="*/ 174 h 200"/>
                  <a:gd name="T22" fmla="*/ 36 w 162"/>
                  <a:gd name="T23" fmla="*/ 196 h 200"/>
                  <a:gd name="T24" fmla="*/ 50 w 162"/>
                  <a:gd name="T25" fmla="*/ 190 h 200"/>
                  <a:gd name="T26" fmla="*/ 66 w 162"/>
                  <a:gd name="T27" fmla="*/ 190 h 200"/>
                  <a:gd name="T28" fmla="*/ 72 w 162"/>
                  <a:gd name="T29" fmla="*/ 200 h 200"/>
                  <a:gd name="T30" fmla="*/ 76 w 162"/>
                  <a:gd name="T31" fmla="*/ 192 h 200"/>
                  <a:gd name="T32" fmla="*/ 82 w 162"/>
                  <a:gd name="T33" fmla="*/ 190 h 200"/>
                  <a:gd name="T34" fmla="*/ 110 w 162"/>
                  <a:gd name="T35" fmla="*/ 166 h 200"/>
                  <a:gd name="T36" fmla="*/ 114 w 162"/>
                  <a:gd name="T37" fmla="*/ 156 h 200"/>
                  <a:gd name="T38" fmla="*/ 122 w 162"/>
                  <a:gd name="T39" fmla="*/ 144 h 200"/>
                  <a:gd name="T40" fmla="*/ 156 w 162"/>
                  <a:gd name="T41" fmla="*/ 154 h 200"/>
                  <a:gd name="T42" fmla="*/ 158 w 162"/>
                  <a:gd name="T43" fmla="*/ 148 h 200"/>
                  <a:gd name="T44" fmla="*/ 162 w 162"/>
                  <a:gd name="T45" fmla="*/ 130 h 200"/>
                  <a:gd name="T46" fmla="*/ 162 w 162"/>
                  <a:gd name="T47" fmla="*/ 122 h 200"/>
                  <a:gd name="T48" fmla="*/ 156 w 162"/>
                  <a:gd name="T49" fmla="*/ 114 h 200"/>
                  <a:gd name="T50" fmla="*/ 150 w 162"/>
                  <a:gd name="T51" fmla="*/ 104 h 200"/>
                  <a:gd name="T52" fmla="*/ 132 w 162"/>
                  <a:gd name="T53" fmla="*/ 96 h 200"/>
                  <a:gd name="T54" fmla="*/ 128 w 162"/>
                  <a:gd name="T55" fmla="*/ 88 h 200"/>
                  <a:gd name="T56" fmla="*/ 126 w 162"/>
                  <a:gd name="T57" fmla="*/ 78 h 200"/>
                  <a:gd name="T58" fmla="*/ 132 w 162"/>
                  <a:gd name="T59" fmla="*/ 72 h 200"/>
                  <a:gd name="T60" fmla="*/ 126 w 162"/>
                  <a:gd name="T61" fmla="*/ 56 h 200"/>
                  <a:gd name="T62" fmla="*/ 122 w 162"/>
                  <a:gd name="T63" fmla="*/ 50 h 200"/>
                  <a:gd name="T64" fmla="*/ 114 w 162"/>
                  <a:gd name="T65" fmla="*/ 50 h 200"/>
                  <a:gd name="T66" fmla="*/ 104 w 162"/>
                  <a:gd name="T67" fmla="*/ 48 h 200"/>
                  <a:gd name="T68" fmla="*/ 94 w 162"/>
                  <a:gd name="T69" fmla="*/ 42 h 200"/>
                  <a:gd name="T70" fmla="*/ 88 w 162"/>
                  <a:gd name="T71" fmla="*/ 36 h 200"/>
                  <a:gd name="T72" fmla="*/ 78 w 162"/>
                  <a:gd name="T73" fmla="*/ 28 h 200"/>
                  <a:gd name="T74" fmla="*/ 72 w 162"/>
                  <a:gd name="T75" fmla="*/ 26 h 200"/>
                  <a:gd name="T76" fmla="*/ 68 w 162"/>
                  <a:gd name="T77" fmla="*/ 28 h 200"/>
                  <a:gd name="T78" fmla="*/ 58 w 162"/>
                  <a:gd name="T79" fmla="*/ 22 h 200"/>
                  <a:gd name="T80" fmla="*/ 56 w 162"/>
                  <a:gd name="T81" fmla="*/ 14 h 200"/>
                  <a:gd name="T82" fmla="*/ 58 w 162"/>
                  <a:gd name="T83" fmla="*/ 0 h 200"/>
                  <a:gd name="T84" fmla="*/ 44 w 162"/>
                  <a:gd name="T85" fmla="*/ 2 h 200"/>
                  <a:gd name="T86" fmla="*/ 30 w 162"/>
                  <a:gd name="T87" fmla="*/ 8 h 200"/>
                  <a:gd name="T88" fmla="*/ 16 w 162"/>
                  <a:gd name="T89" fmla="*/ 22 h 200"/>
                  <a:gd name="T90" fmla="*/ 14 w 162"/>
                  <a:gd name="T91" fmla="*/ 24 h 200"/>
                  <a:gd name="T92" fmla="*/ 14 w 162"/>
                  <a:gd name="T93" fmla="*/ 28 h 200"/>
                  <a:gd name="T94" fmla="*/ 6 w 162"/>
                  <a:gd name="T95" fmla="*/ 28 h 200"/>
                  <a:gd name="T96" fmla="*/ 0 w 162"/>
                  <a:gd name="T97" fmla="*/ 28 h 200"/>
                  <a:gd name="T98" fmla="*/ 4 w 162"/>
                  <a:gd name="T99" fmla="*/ 54 h 200"/>
                  <a:gd name="T100" fmla="*/ 4 w 162"/>
                  <a:gd name="T101" fmla="*/ 66 h 200"/>
                  <a:gd name="T102" fmla="*/ 6 w 162"/>
                  <a:gd name="T103" fmla="*/ 76 h 200"/>
                  <a:gd name="T104" fmla="*/ 8 w 162"/>
                  <a:gd name="T105" fmla="*/ 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2" h="200">
                    <a:moveTo>
                      <a:pt x="10" y="86"/>
                    </a:moveTo>
                    <a:lnTo>
                      <a:pt x="10" y="86"/>
                    </a:lnTo>
                    <a:lnTo>
                      <a:pt x="12" y="86"/>
                    </a:lnTo>
                    <a:lnTo>
                      <a:pt x="12" y="86"/>
                    </a:lnTo>
                    <a:lnTo>
                      <a:pt x="14" y="90"/>
                    </a:lnTo>
                    <a:lnTo>
                      <a:pt x="14" y="92"/>
                    </a:lnTo>
                    <a:lnTo>
                      <a:pt x="14" y="92"/>
                    </a:lnTo>
                    <a:lnTo>
                      <a:pt x="12" y="92"/>
                    </a:lnTo>
                    <a:lnTo>
                      <a:pt x="12" y="92"/>
                    </a:lnTo>
                    <a:lnTo>
                      <a:pt x="10" y="90"/>
                    </a:lnTo>
                    <a:lnTo>
                      <a:pt x="10" y="90"/>
                    </a:lnTo>
                    <a:lnTo>
                      <a:pt x="10" y="90"/>
                    </a:lnTo>
                    <a:lnTo>
                      <a:pt x="10" y="94"/>
                    </a:lnTo>
                    <a:lnTo>
                      <a:pt x="12" y="96"/>
                    </a:lnTo>
                    <a:lnTo>
                      <a:pt x="10" y="98"/>
                    </a:lnTo>
                    <a:lnTo>
                      <a:pt x="10" y="98"/>
                    </a:lnTo>
                    <a:lnTo>
                      <a:pt x="2" y="110"/>
                    </a:lnTo>
                    <a:lnTo>
                      <a:pt x="4" y="118"/>
                    </a:lnTo>
                    <a:lnTo>
                      <a:pt x="4" y="118"/>
                    </a:lnTo>
                    <a:lnTo>
                      <a:pt x="8" y="124"/>
                    </a:lnTo>
                    <a:lnTo>
                      <a:pt x="10" y="130"/>
                    </a:lnTo>
                    <a:lnTo>
                      <a:pt x="12" y="132"/>
                    </a:lnTo>
                    <a:lnTo>
                      <a:pt x="12" y="132"/>
                    </a:lnTo>
                    <a:lnTo>
                      <a:pt x="16" y="138"/>
                    </a:lnTo>
                    <a:lnTo>
                      <a:pt x="18" y="140"/>
                    </a:lnTo>
                    <a:lnTo>
                      <a:pt x="18" y="140"/>
                    </a:lnTo>
                    <a:lnTo>
                      <a:pt x="22" y="154"/>
                    </a:lnTo>
                    <a:lnTo>
                      <a:pt x="22" y="154"/>
                    </a:lnTo>
                    <a:lnTo>
                      <a:pt x="22" y="160"/>
                    </a:lnTo>
                    <a:lnTo>
                      <a:pt x="26" y="166"/>
                    </a:lnTo>
                    <a:lnTo>
                      <a:pt x="26" y="166"/>
                    </a:lnTo>
                    <a:lnTo>
                      <a:pt x="26" y="170"/>
                    </a:lnTo>
                    <a:lnTo>
                      <a:pt x="26" y="174"/>
                    </a:lnTo>
                    <a:lnTo>
                      <a:pt x="26" y="180"/>
                    </a:lnTo>
                    <a:lnTo>
                      <a:pt x="28" y="192"/>
                    </a:lnTo>
                    <a:lnTo>
                      <a:pt x="36" y="196"/>
                    </a:lnTo>
                    <a:lnTo>
                      <a:pt x="46" y="188"/>
                    </a:lnTo>
                    <a:lnTo>
                      <a:pt x="46" y="188"/>
                    </a:lnTo>
                    <a:lnTo>
                      <a:pt x="50" y="190"/>
                    </a:lnTo>
                    <a:lnTo>
                      <a:pt x="58" y="190"/>
                    </a:lnTo>
                    <a:lnTo>
                      <a:pt x="66" y="190"/>
                    </a:lnTo>
                    <a:lnTo>
                      <a:pt x="66" y="190"/>
                    </a:lnTo>
                    <a:lnTo>
                      <a:pt x="72" y="198"/>
                    </a:lnTo>
                    <a:lnTo>
                      <a:pt x="72" y="198"/>
                    </a:lnTo>
                    <a:lnTo>
                      <a:pt x="72" y="200"/>
                    </a:lnTo>
                    <a:lnTo>
                      <a:pt x="72" y="200"/>
                    </a:lnTo>
                    <a:lnTo>
                      <a:pt x="76" y="192"/>
                    </a:lnTo>
                    <a:lnTo>
                      <a:pt x="76" y="192"/>
                    </a:lnTo>
                    <a:lnTo>
                      <a:pt x="78" y="190"/>
                    </a:lnTo>
                    <a:lnTo>
                      <a:pt x="80" y="188"/>
                    </a:lnTo>
                    <a:lnTo>
                      <a:pt x="82" y="190"/>
                    </a:lnTo>
                    <a:lnTo>
                      <a:pt x="100" y="190"/>
                    </a:lnTo>
                    <a:lnTo>
                      <a:pt x="110" y="172"/>
                    </a:lnTo>
                    <a:lnTo>
                      <a:pt x="110" y="166"/>
                    </a:lnTo>
                    <a:lnTo>
                      <a:pt x="110" y="166"/>
                    </a:lnTo>
                    <a:lnTo>
                      <a:pt x="112" y="162"/>
                    </a:lnTo>
                    <a:lnTo>
                      <a:pt x="114" y="156"/>
                    </a:lnTo>
                    <a:lnTo>
                      <a:pt x="114" y="156"/>
                    </a:lnTo>
                    <a:lnTo>
                      <a:pt x="118" y="150"/>
                    </a:lnTo>
                    <a:lnTo>
                      <a:pt x="122" y="144"/>
                    </a:lnTo>
                    <a:lnTo>
                      <a:pt x="138" y="144"/>
                    </a:lnTo>
                    <a:lnTo>
                      <a:pt x="150" y="146"/>
                    </a:lnTo>
                    <a:lnTo>
                      <a:pt x="156" y="154"/>
                    </a:lnTo>
                    <a:lnTo>
                      <a:pt x="160" y="152"/>
                    </a:lnTo>
                    <a:lnTo>
                      <a:pt x="158" y="148"/>
                    </a:lnTo>
                    <a:lnTo>
                      <a:pt x="158" y="148"/>
                    </a:lnTo>
                    <a:lnTo>
                      <a:pt x="160" y="140"/>
                    </a:lnTo>
                    <a:lnTo>
                      <a:pt x="162" y="130"/>
                    </a:lnTo>
                    <a:lnTo>
                      <a:pt x="162" y="130"/>
                    </a:lnTo>
                    <a:lnTo>
                      <a:pt x="162" y="126"/>
                    </a:lnTo>
                    <a:lnTo>
                      <a:pt x="162" y="122"/>
                    </a:lnTo>
                    <a:lnTo>
                      <a:pt x="162" y="122"/>
                    </a:lnTo>
                    <a:lnTo>
                      <a:pt x="160" y="118"/>
                    </a:lnTo>
                    <a:lnTo>
                      <a:pt x="156" y="114"/>
                    </a:lnTo>
                    <a:lnTo>
                      <a:pt x="156" y="114"/>
                    </a:lnTo>
                    <a:lnTo>
                      <a:pt x="152" y="110"/>
                    </a:lnTo>
                    <a:lnTo>
                      <a:pt x="150" y="104"/>
                    </a:lnTo>
                    <a:lnTo>
                      <a:pt x="150" y="104"/>
                    </a:lnTo>
                    <a:lnTo>
                      <a:pt x="150" y="98"/>
                    </a:lnTo>
                    <a:lnTo>
                      <a:pt x="152" y="96"/>
                    </a:lnTo>
                    <a:lnTo>
                      <a:pt x="132" y="96"/>
                    </a:lnTo>
                    <a:lnTo>
                      <a:pt x="132" y="96"/>
                    </a:lnTo>
                    <a:lnTo>
                      <a:pt x="130" y="94"/>
                    </a:lnTo>
                    <a:lnTo>
                      <a:pt x="128" y="88"/>
                    </a:lnTo>
                    <a:lnTo>
                      <a:pt x="128" y="88"/>
                    </a:lnTo>
                    <a:lnTo>
                      <a:pt x="126" y="84"/>
                    </a:lnTo>
                    <a:lnTo>
                      <a:pt x="126" y="78"/>
                    </a:lnTo>
                    <a:lnTo>
                      <a:pt x="126" y="78"/>
                    </a:lnTo>
                    <a:lnTo>
                      <a:pt x="132" y="72"/>
                    </a:lnTo>
                    <a:lnTo>
                      <a:pt x="132" y="72"/>
                    </a:lnTo>
                    <a:lnTo>
                      <a:pt x="128" y="62"/>
                    </a:lnTo>
                    <a:lnTo>
                      <a:pt x="128" y="62"/>
                    </a:lnTo>
                    <a:lnTo>
                      <a:pt x="126" y="56"/>
                    </a:lnTo>
                    <a:lnTo>
                      <a:pt x="124" y="50"/>
                    </a:lnTo>
                    <a:lnTo>
                      <a:pt x="124" y="50"/>
                    </a:lnTo>
                    <a:lnTo>
                      <a:pt x="122" y="50"/>
                    </a:lnTo>
                    <a:lnTo>
                      <a:pt x="120" y="50"/>
                    </a:lnTo>
                    <a:lnTo>
                      <a:pt x="114" y="50"/>
                    </a:lnTo>
                    <a:lnTo>
                      <a:pt x="114" y="50"/>
                    </a:lnTo>
                    <a:lnTo>
                      <a:pt x="110" y="50"/>
                    </a:lnTo>
                    <a:lnTo>
                      <a:pt x="104" y="48"/>
                    </a:lnTo>
                    <a:lnTo>
                      <a:pt x="104" y="48"/>
                    </a:lnTo>
                    <a:lnTo>
                      <a:pt x="102" y="48"/>
                    </a:lnTo>
                    <a:lnTo>
                      <a:pt x="98" y="46"/>
                    </a:lnTo>
                    <a:lnTo>
                      <a:pt x="94" y="42"/>
                    </a:lnTo>
                    <a:lnTo>
                      <a:pt x="94" y="42"/>
                    </a:lnTo>
                    <a:lnTo>
                      <a:pt x="92" y="40"/>
                    </a:lnTo>
                    <a:lnTo>
                      <a:pt x="88" y="36"/>
                    </a:lnTo>
                    <a:lnTo>
                      <a:pt x="88" y="36"/>
                    </a:lnTo>
                    <a:lnTo>
                      <a:pt x="82" y="32"/>
                    </a:lnTo>
                    <a:lnTo>
                      <a:pt x="78" y="28"/>
                    </a:lnTo>
                    <a:lnTo>
                      <a:pt x="78" y="28"/>
                    </a:lnTo>
                    <a:lnTo>
                      <a:pt x="74" y="26"/>
                    </a:lnTo>
                    <a:lnTo>
                      <a:pt x="72" y="26"/>
                    </a:lnTo>
                    <a:lnTo>
                      <a:pt x="70" y="28"/>
                    </a:lnTo>
                    <a:lnTo>
                      <a:pt x="68" y="28"/>
                    </a:lnTo>
                    <a:lnTo>
                      <a:pt x="68" y="28"/>
                    </a:lnTo>
                    <a:lnTo>
                      <a:pt x="62" y="26"/>
                    </a:lnTo>
                    <a:lnTo>
                      <a:pt x="62" y="26"/>
                    </a:lnTo>
                    <a:lnTo>
                      <a:pt x="58" y="22"/>
                    </a:lnTo>
                    <a:lnTo>
                      <a:pt x="56" y="18"/>
                    </a:lnTo>
                    <a:lnTo>
                      <a:pt x="56" y="18"/>
                    </a:lnTo>
                    <a:lnTo>
                      <a:pt x="56" y="14"/>
                    </a:lnTo>
                    <a:lnTo>
                      <a:pt x="58" y="10"/>
                    </a:lnTo>
                    <a:lnTo>
                      <a:pt x="60" y="4"/>
                    </a:lnTo>
                    <a:lnTo>
                      <a:pt x="58" y="0"/>
                    </a:lnTo>
                    <a:lnTo>
                      <a:pt x="52" y="0"/>
                    </a:lnTo>
                    <a:lnTo>
                      <a:pt x="52" y="0"/>
                    </a:lnTo>
                    <a:lnTo>
                      <a:pt x="44" y="2"/>
                    </a:lnTo>
                    <a:lnTo>
                      <a:pt x="36" y="4"/>
                    </a:lnTo>
                    <a:lnTo>
                      <a:pt x="36" y="4"/>
                    </a:lnTo>
                    <a:lnTo>
                      <a:pt x="30" y="8"/>
                    </a:lnTo>
                    <a:lnTo>
                      <a:pt x="26" y="12"/>
                    </a:lnTo>
                    <a:lnTo>
                      <a:pt x="22" y="20"/>
                    </a:lnTo>
                    <a:lnTo>
                      <a:pt x="16" y="22"/>
                    </a:lnTo>
                    <a:lnTo>
                      <a:pt x="16" y="22"/>
                    </a:lnTo>
                    <a:lnTo>
                      <a:pt x="16" y="22"/>
                    </a:lnTo>
                    <a:lnTo>
                      <a:pt x="14" y="24"/>
                    </a:lnTo>
                    <a:lnTo>
                      <a:pt x="14" y="26"/>
                    </a:lnTo>
                    <a:lnTo>
                      <a:pt x="14" y="26"/>
                    </a:lnTo>
                    <a:lnTo>
                      <a:pt x="14" y="28"/>
                    </a:lnTo>
                    <a:lnTo>
                      <a:pt x="12" y="28"/>
                    </a:lnTo>
                    <a:lnTo>
                      <a:pt x="10" y="30"/>
                    </a:lnTo>
                    <a:lnTo>
                      <a:pt x="6" y="28"/>
                    </a:lnTo>
                    <a:lnTo>
                      <a:pt x="6" y="28"/>
                    </a:lnTo>
                    <a:lnTo>
                      <a:pt x="2" y="28"/>
                    </a:lnTo>
                    <a:lnTo>
                      <a:pt x="0" y="28"/>
                    </a:lnTo>
                    <a:lnTo>
                      <a:pt x="8" y="44"/>
                    </a:lnTo>
                    <a:lnTo>
                      <a:pt x="4" y="54"/>
                    </a:lnTo>
                    <a:lnTo>
                      <a:pt x="4" y="54"/>
                    </a:lnTo>
                    <a:lnTo>
                      <a:pt x="4" y="60"/>
                    </a:lnTo>
                    <a:lnTo>
                      <a:pt x="4" y="66"/>
                    </a:lnTo>
                    <a:lnTo>
                      <a:pt x="4" y="66"/>
                    </a:lnTo>
                    <a:lnTo>
                      <a:pt x="8" y="74"/>
                    </a:lnTo>
                    <a:lnTo>
                      <a:pt x="8" y="74"/>
                    </a:lnTo>
                    <a:lnTo>
                      <a:pt x="6" y="76"/>
                    </a:lnTo>
                    <a:lnTo>
                      <a:pt x="6" y="80"/>
                    </a:lnTo>
                    <a:lnTo>
                      <a:pt x="6" y="80"/>
                    </a:lnTo>
                    <a:lnTo>
                      <a:pt x="8" y="84"/>
                    </a:lnTo>
                    <a:lnTo>
                      <a:pt x="8" y="86"/>
                    </a:lnTo>
                    <a:lnTo>
                      <a:pt x="10" y="8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2" name="Freeform 262">
                <a:extLst>
                  <a:ext uri="{FF2B5EF4-FFF2-40B4-BE49-F238E27FC236}">
                    <a16:creationId xmlns:a16="http://schemas.microsoft.com/office/drawing/2014/main" id="{2165D50B-974C-1140-A741-9515F4DA509F}"/>
                  </a:ext>
                </a:extLst>
              </p:cNvPr>
              <p:cNvSpPr>
                <a:spLocks noEditPoints="1"/>
              </p:cNvSpPr>
              <p:nvPr/>
            </p:nvSpPr>
            <p:spPr bwMode="auto">
              <a:xfrm>
                <a:off x="3975377" y="5112491"/>
                <a:ext cx="509349" cy="1245463"/>
              </a:xfrm>
              <a:custGeom>
                <a:avLst/>
                <a:gdLst>
                  <a:gd name="T0" fmla="*/ 116 w 260"/>
                  <a:gd name="T1" fmla="*/ 10 h 622"/>
                  <a:gd name="T2" fmla="*/ 80 w 260"/>
                  <a:gd name="T3" fmla="*/ 16 h 622"/>
                  <a:gd name="T4" fmla="*/ 76 w 260"/>
                  <a:gd name="T5" fmla="*/ 40 h 622"/>
                  <a:gd name="T6" fmla="*/ 70 w 260"/>
                  <a:gd name="T7" fmla="*/ 74 h 622"/>
                  <a:gd name="T8" fmla="*/ 62 w 260"/>
                  <a:gd name="T9" fmla="*/ 102 h 622"/>
                  <a:gd name="T10" fmla="*/ 50 w 260"/>
                  <a:gd name="T11" fmla="*/ 148 h 622"/>
                  <a:gd name="T12" fmla="*/ 46 w 260"/>
                  <a:gd name="T13" fmla="*/ 192 h 622"/>
                  <a:gd name="T14" fmla="*/ 38 w 260"/>
                  <a:gd name="T15" fmla="*/ 236 h 622"/>
                  <a:gd name="T16" fmla="*/ 32 w 260"/>
                  <a:gd name="T17" fmla="*/ 258 h 622"/>
                  <a:gd name="T18" fmla="*/ 30 w 260"/>
                  <a:gd name="T19" fmla="*/ 292 h 622"/>
                  <a:gd name="T20" fmla="*/ 16 w 260"/>
                  <a:gd name="T21" fmla="*/ 326 h 622"/>
                  <a:gd name="T22" fmla="*/ 18 w 260"/>
                  <a:gd name="T23" fmla="*/ 352 h 622"/>
                  <a:gd name="T24" fmla="*/ 20 w 260"/>
                  <a:gd name="T25" fmla="*/ 388 h 622"/>
                  <a:gd name="T26" fmla="*/ 24 w 260"/>
                  <a:gd name="T27" fmla="*/ 412 h 622"/>
                  <a:gd name="T28" fmla="*/ 18 w 260"/>
                  <a:gd name="T29" fmla="*/ 432 h 622"/>
                  <a:gd name="T30" fmla="*/ 18 w 260"/>
                  <a:gd name="T31" fmla="*/ 462 h 622"/>
                  <a:gd name="T32" fmla="*/ 14 w 260"/>
                  <a:gd name="T33" fmla="*/ 488 h 622"/>
                  <a:gd name="T34" fmla="*/ 0 w 260"/>
                  <a:gd name="T35" fmla="*/ 518 h 622"/>
                  <a:gd name="T36" fmla="*/ 10 w 260"/>
                  <a:gd name="T37" fmla="*/ 530 h 622"/>
                  <a:gd name="T38" fmla="*/ 22 w 260"/>
                  <a:gd name="T39" fmla="*/ 564 h 622"/>
                  <a:gd name="T40" fmla="*/ 56 w 260"/>
                  <a:gd name="T41" fmla="*/ 554 h 622"/>
                  <a:gd name="T42" fmla="*/ 58 w 260"/>
                  <a:gd name="T43" fmla="*/ 534 h 622"/>
                  <a:gd name="T44" fmla="*/ 58 w 260"/>
                  <a:gd name="T45" fmla="*/ 520 h 622"/>
                  <a:gd name="T46" fmla="*/ 76 w 260"/>
                  <a:gd name="T47" fmla="*/ 520 h 622"/>
                  <a:gd name="T48" fmla="*/ 82 w 260"/>
                  <a:gd name="T49" fmla="*/ 500 h 622"/>
                  <a:gd name="T50" fmla="*/ 102 w 260"/>
                  <a:gd name="T51" fmla="*/ 482 h 622"/>
                  <a:gd name="T52" fmla="*/ 92 w 260"/>
                  <a:gd name="T53" fmla="*/ 464 h 622"/>
                  <a:gd name="T54" fmla="*/ 74 w 260"/>
                  <a:gd name="T55" fmla="*/ 444 h 622"/>
                  <a:gd name="T56" fmla="*/ 104 w 260"/>
                  <a:gd name="T57" fmla="*/ 424 h 622"/>
                  <a:gd name="T58" fmla="*/ 108 w 260"/>
                  <a:gd name="T59" fmla="*/ 402 h 622"/>
                  <a:gd name="T60" fmla="*/ 112 w 260"/>
                  <a:gd name="T61" fmla="*/ 378 h 622"/>
                  <a:gd name="T62" fmla="*/ 124 w 260"/>
                  <a:gd name="T63" fmla="*/ 382 h 622"/>
                  <a:gd name="T64" fmla="*/ 124 w 260"/>
                  <a:gd name="T65" fmla="*/ 368 h 622"/>
                  <a:gd name="T66" fmla="*/ 114 w 260"/>
                  <a:gd name="T67" fmla="*/ 358 h 622"/>
                  <a:gd name="T68" fmla="*/ 112 w 260"/>
                  <a:gd name="T69" fmla="*/ 344 h 622"/>
                  <a:gd name="T70" fmla="*/ 132 w 260"/>
                  <a:gd name="T71" fmla="*/ 352 h 622"/>
                  <a:gd name="T72" fmla="*/ 148 w 260"/>
                  <a:gd name="T73" fmla="*/ 336 h 622"/>
                  <a:gd name="T74" fmla="*/ 144 w 260"/>
                  <a:gd name="T75" fmla="*/ 310 h 622"/>
                  <a:gd name="T76" fmla="*/ 152 w 260"/>
                  <a:gd name="T77" fmla="*/ 306 h 622"/>
                  <a:gd name="T78" fmla="*/ 188 w 260"/>
                  <a:gd name="T79" fmla="*/ 300 h 622"/>
                  <a:gd name="T80" fmla="*/ 222 w 260"/>
                  <a:gd name="T81" fmla="*/ 258 h 622"/>
                  <a:gd name="T82" fmla="*/ 210 w 260"/>
                  <a:gd name="T83" fmla="*/ 250 h 622"/>
                  <a:gd name="T84" fmla="*/ 200 w 260"/>
                  <a:gd name="T85" fmla="*/ 230 h 622"/>
                  <a:gd name="T86" fmla="*/ 194 w 260"/>
                  <a:gd name="T87" fmla="*/ 212 h 622"/>
                  <a:gd name="T88" fmla="*/ 202 w 260"/>
                  <a:gd name="T89" fmla="*/ 180 h 622"/>
                  <a:gd name="T90" fmla="*/ 208 w 260"/>
                  <a:gd name="T91" fmla="*/ 154 h 622"/>
                  <a:gd name="T92" fmla="*/ 222 w 260"/>
                  <a:gd name="T93" fmla="*/ 124 h 622"/>
                  <a:gd name="T94" fmla="*/ 244 w 260"/>
                  <a:gd name="T95" fmla="*/ 102 h 622"/>
                  <a:gd name="T96" fmla="*/ 260 w 260"/>
                  <a:gd name="T97" fmla="*/ 92 h 622"/>
                  <a:gd name="T98" fmla="*/ 252 w 260"/>
                  <a:gd name="T99" fmla="*/ 68 h 622"/>
                  <a:gd name="T100" fmla="*/ 244 w 260"/>
                  <a:gd name="T101" fmla="*/ 86 h 622"/>
                  <a:gd name="T102" fmla="*/ 216 w 260"/>
                  <a:gd name="T103" fmla="*/ 96 h 622"/>
                  <a:gd name="T104" fmla="*/ 194 w 260"/>
                  <a:gd name="T105" fmla="*/ 94 h 622"/>
                  <a:gd name="T106" fmla="*/ 204 w 260"/>
                  <a:gd name="T107" fmla="*/ 60 h 622"/>
                  <a:gd name="T108" fmla="*/ 180 w 260"/>
                  <a:gd name="T109" fmla="*/ 42 h 622"/>
                  <a:gd name="T110" fmla="*/ 162 w 260"/>
                  <a:gd name="T111" fmla="*/ 20 h 622"/>
                  <a:gd name="T112" fmla="*/ 80 w 260"/>
                  <a:gd name="T113" fmla="*/ 620 h 622"/>
                  <a:gd name="T114" fmla="*/ 102 w 260"/>
                  <a:gd name="T115" fmla="*/ 620 h 622"/>
                  <a:gd name="T116" fmla="*/ 80 w 260"/>
                  <a:gd name="T117" fmla="*/ 606 h 622"/>
                  <a:gd name="T118" fmla="*/ 62 w 260"/>
                  <a:gd name="T119" fmla="*/ 586 h 622"/>
                  <a:gd name="T120" fmla="*/ 60 w 260"/>
                  <a:gd name="T121" fmla="*/ 574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622">
                    <a:moveTo>
                      <a:pt x="144" y="2"/>
                    </a:moveTo>
                    <a:lnTo>
                      <a:pt x="126" y="2"/>
                    </a:lnTo>
                    <a:lnTo>
                      <a:pt x="126" y="2"/>
                    </a:lnTo>
                    <a:lnTo>
                      <a:pt x="124" y="0"/>
                    </a:lnTo>
                    <a:lnTo>
                      <a:pt x="122" y="2"/>
                    </a:lnTo>
                    <a:lnTo>
                      <a:pt x="120" y="4"/>
                    </a:lnTo>
                    <a:lnTo>
                      <a:pt x="120" y="4"/>
                    </a:lnTo>
                    <a:lnTo>
                      <a:pt x="116" y="12"/>
                    </a:lnTo>
                    <a:lnTo>
                      <a:pt x="116" y="12"/>
                    </a:lnTo>
                    <a:lnTo>
                      <a:pt x="116" y="10"/>
                    </a:lnTo>
                    <a:lnTo>
                      <a:pt x="116" y="10"/>
                    </a:lnTo>
                    <a:lnTo>
                      <a:pt x="110" y="2"/>
                    </a:lnTo>
                    <a:lnTo>
                      <a:pt x="102" y="2"/>
                    </a:lnTo>
                    <a:lnTo>
                      <a:pt x="102" y="2"/>
                    </a:lnTo>
                    <a:lnTo>
                      <a:pt x="94" y="2"/>
                    </a:lnTo>
                    <a:lnTo>
                      <a:pt x="90" y="0"/>
                    </a:lnTo>
                    <a:lnTo>
                      <a:pt x="80" y="8"/>
                    </a:lnTo>
                    <a:lnTo>
                      <a:pt x="80" y="8"/>
                    </a:lnTo>
                    <a:lnTo>
                      <a:pt x="80" y="12"/>
                    </a:lnTo>
                    <a:lnTo>
                      <a:pt x="80" y="16"/>
                    </a:lnTo>
                    <a:lnTo>
                      <a:pt x="82" y="18"/>
                    </a:lnTo>
                    <a:lnTo>
                      <a:pt x="82" y="18"/>
                    </a:lnTo>
                    <a:lnTo>
                      <a:pt x="86" y="22"/>
                    </a:lnTo>
                    <a:lnTo>
                      <a:pt x="86" y="24"/>
                    </a:lnTo>
                    <a:lnTo>
                      <a:pt x="84" y="32"/>
                    </a:lnTo>
                    <a:lnTo>
                      <a:pt x="84" y="32"/>
                    </a:lnTo>
                    <a:lnTo>
                      <a:pt x="84" y="36"/>
                    </a:lnTo>
                    <a:lnTo>
                      <a:pt x="80" y="36"/>
                    </a:lnTo>
                    <a:lnTo>
                      <a:pt x="78" y="38"/>
                    </a:lnTo>
                    <a:lnTo>
                      <a:pt x="76" y="40"/>
                    </a:lnTo>
                    <a:lnTo>
                      <a:pt x="76" y="40"/>
                    </a:lnTo>
                    <a:lnTo>
                      <a:pt x="74" y="44"/>
                    </a:lnTo>
                    <a:lnTo>
                      <a:pt x="70" y="46"/>
                    </a:lnTo>
                    <a:lnTo>
                      <a:pt x="68" y="46"/>
                    </a:lnTo>
                    <a:lnTo>
                      <a:pt x="66" y="48"/>
                    </a:lnTo>
                    <a:lnTo>
                      <a:pt x="66" y="48"/>
                    </a:lnTo>
                    <a:lnTo>
                      <a:pt x="66" y="64"/>
                    </a:lnTo>
                    <a:lnTo>
                      <a:pt x="66" y="64"/>
                    </a:lnTo>
                    <a:lnTo>
                      <a:pt x="70" y="72"/>
                    </a:lnTo>
                    <a:lnTo>
                      <a:pt x="70" y="74"/>
                    </a:lnTo>
                    <a:lnTo>
                      <a:pt x="68" y="76"/>
                    </a:lnTo>
                    <a:lnTo>
                      <a:pt x="68" y="76"/>
                    </a:lnTo>
                    <a:lnTo>
                      <a:pt x="66" y="78"/>
                    </a:lnTo>
                    <a:lnTo>
                      <a:pt x="66" y="80"/>
                    </a:lnTo>
                    <a:lnTo>
                      <a:pt x="68" y="84"/>
                    </a:lnTo>
                    <a:lnTo>
                      <a:pt x="68" y="84"/>
                    </a:lnTo>
                    <a:lnTo>
                      <a:pt x="68" y="90"/>
                    </a:lnTo>
                    <a:lnTo>
                      <a:pt x="66" y="96"/>
                    </a:lnTo>
                    <a:lnTo>
                      <a:pt x="66" y="96"/>
                    </a:lnTo>
                    <a:lnTo>
                      <a:pt x="62" y="102"/>
                    </a:lnTo>
                    <a:lnTo>
                      <a:pt x="60" y="108"/>
                    </a:lnTo>
                    <a:lnTo>
                      <a:pt x="60" y="108"/>
                    </a:lnTo>
                    <a:lnTo>
                      <a:pt x="58" y="112"/>
                    </a:lnTo>
                    <a:lnTo>
                      <a:pt x="56" y="114"/>
                    </a:lnTo>
                    <a:lnTo>
                      <a:pt x="54" y="116"/>
                    </a:lnTo>
                    <a:lnTo>
                      <a:pt x="52" y="122"/>
                    </a:lnTo>
                    <a:lnTo>
                      <a:pt x="52" y="122"/>
                    </a:lnTo>
                    <a:lnTo>
                      <a:pt x="50" y="140"/>
                    </a:lnTo>
                    <a:lnTo>
                      <a:pt x="50" y="140"/>
                    </a:lnTo>
                    <a:lnTo>
                      <a:pt x="50" y="148"/>
                    </a:lnTo>
                    <a:lnTo>
                      <a:pt x="50" y="154"/>
                    </a:lnTo>
                    <a:lnTo>
                      <a:pt x="50" y="154"/>
                    </a:lnTo>
                    <a:lnTo>
                      <a:pt x="48" y="158"/>
                    </a:lnTo>
                    <a:lnTo>
                      <a:pt x="46" y="166"/>
                    </a:lnTo>
                    <a:lnTo>
                      <a:pt x="46" y="166"/>
                    </a:lnTo>
                    <a:lnTo>
                      <a:pt x="46" y="174"/>
                    </a:lnTo>
                    <a:lnTo>
                      <a:pt x="46" y="180"/>
                    </a:lnTo>
                    <a:lnTo>
                      <a:pt x="46" y="180"/>
                    </a:lnTo>
                    <a:lnTo>
                      <a:pt x="46" y="188"/>
                    </a:lnTo>
                    <a:lnTo>
                      <a:pt x="46" y="192"/>
                    </a:lnTo>
                    <a:lnTo>
                      <a:pt x="46" y="192"/>
                    </a:lnTo>
                    <a:lnTo>
                      <a:pt x="42" y="198"/>
                    </a:lnTo>
                    <a:lnTo>
                      <a:pt x="44" y="204"/>
                    </a:lnTo>
                    <a:lnTo>
                      <a:pt x="44" y="204"/>
                    </a:lnTo>
                    <a:lnTo>
                      <a:pt x="44" y="210"/>
                    </a:lnTo>
                    <a:lnTo>
                      <a:pt x="44" y="216"/>
                    </a:lnTo>
                    <a:lnTo>
                      <a:pt x="44" y="216"/>
                    </a:lnTo>
                    <a:lnTo>
                      <a:pt x="42" y="226"/>
                    </a:lnTo>
                    <a:lnTo>
                      <a:pt x="38" y="236"/>
                    </a:lnTo>
                    <a:lnTo>
                      <a:pt x="38" y="236"/>
                    </a:lnTo>
                    <a:lnTo>
                      <a:pt x="36" y="242"/>
                    </a:lnTo>
                    <a:lnTo>
                      <a:pt x="38" y="246"/>
                    </a:lnTo>
                    <a:lnTo>
                      <a:pt x="38" y="246"/>
                    </a:lnTo>
                    <a:lnTo>
                      <a:pt x="38" y="252"/>
                    </a:lnTo>
                    <a:lnTo>
                      <a:pt x="38" y="256"/>
                    </a:lnTo>
                    <a:lnTo>
                      <a:pt x="38" y="256"/>
                    </a:lnTo>
                    <a:lnTo>
                      <a:pt x="36" y="258"/>
                    </a:lnTo>
                    <a:lnTo>
                      <a:pt x="34" y="258"/>
                    </a:lnTo>
                    <a:lnTo>
                      <a:pt x="32" y="258"/>
                    </a:lnTo>
                    <a:lnTo>
                      <a:pt x="32" y="258"/>
                    </a:lnTo>
                    <a:lnTo>
                      <a:pt x="30" y="262"/>
                    </a:lnTo>
                    <a:lnTo>
                      <a:pt x="28" y="264"/>
                    </a:lnTo>
                    <a:lnTo>
                      <a:pt x="26" y="268"/>
                    </a:lnTo>
                    <a:lnTo>
                      <a:pt x="26" y="268"/>
                    </a:lnTo>
                    <a:lnTo>
                      <a:pt x="26" y="274"/>
                    </a:lnTo>
                    <a:lnTo>
                      <a:pt x="26" y="282"/>
                    </a:lnTo>
                    <a:lnTo>
                      <a:pt x="26" y="282"/>
                    </a:lnTo>
                    <a:lnTo>
                      <a:pt x="26" y="284"/>
                    </a:lnTo>
                    <a:lnTo>
                      <a:pt x="28" y="286"/>
                    </a:lnTo>
                    <a:lnTo>
                      <a:pt x="30" y="292"/>
                    </a:lnTo>
                    <a:lnTo>
                      <a:pt x="30" y="292"/>
                    </a:lnTo>
                    <a:lnTo>
                      <a:pt x="28" y="294"/>
                    </a:lnTo>
                    <a:lnTo>
                      <a:pt x="28" y="294"/>
                    </a:lnTo>
                    <a:lnTo>
                      <a:pt x="26" y="296"/>
                    </a:lnTo>
                    <a:lnTo>
                      <a:pt x="26" y="296"/>
                    </a:lnTo>
                    <a:lnTo>
                      <a:pt x="22" y="306"/>
                    </a:lnTo>
                    <a:lnTo>
                      <a:pt x="20" y="316"/>
                    </a:lnTo>
                    <a:lnTo>
                      <a:pt x="20" y="316"/>
                    </a:lnTo>
                    <a:lnTo>
                      <a:pt x="20" y="322"/>
                    </a:lnTo>
                    <a:lnTo>
                      <a:pt x="16" y="326"/>
                    </a:lnTo>
                    <a:lnTo>
                      <a:pt x="16" y="326"/>
                    </a:lnTo>
                    <a:lnTo>
                      <a:pt x="14" y="330"/>
                    </a:lnTo>
                    <a:lnTo>
                      <a:pt x="16" y="332"/>
                    </a:lnTo>
                    <a:lnTo>
                      <a:pt x="16" y="336"/>
                    </a:lnTo>
                    <a:lnTo>
                      <a:pt x="18" y="340"/>
                    </a:lnTo>
                    <a:lnTo>
                      <a:pt x="18" y="340"/>
                    </a:lnTo>
                    <a:lnTo>
                      <a:pt x="16" y="346"/>
                    </a:lnTo>
                    <a:lnTo>
                      <a:pt x="16" y="350"/>
                    </a:lnTo>
                    <a:lnTo>
                      <a:pt x="18" y="352"/>
                    </a:lnTo>
                    <a:lnTo>
                      <a:pt x="18" y="352"/>
                    </a:lnTo>
                    <a:lnTo>
                      <a:pt x="22" y="352"/>
                    </a:lnTo>
                    <a:lnTo>
                      <a:pt x="22" y="356"/>
                    </a:lnTo>
                    <a:lnTo>
                      <a:pt x="22" y="356"/>
                    </a:lnTo>
                    <a:lnTo>
                      <a:pt x="22" y="368"/>
                    </a:lnTo>
                    <a:lnTo>
                      <a:pt x="22" y="368"/>
                    </a:lnTo>
                    <a:lnTo>
                      <a:pt x="18" y="376"/>
                    </a:lnTo>
                    <a:lnTo>
                      <a:pt x="18" y="380"/>
                    </a:lnTo>
                    <a:lnTo>
                      <a:pt x="18" y="382"/>
                    </a:lnTo>
                    <a:lnTo>
                      <a:pt x="18" y="382"/>
                    </a:lnTo>
                    <a:lnTo>
                      <a:pt x="20" y="388"/>
                    </a:lnTo>
                    <a:lnTo>
                      <a:pt x="22" y="390"/>
                    </a:lnTo>
                    <a:lnTo>
                      <a:pt x="22" y="392"/>
                    </a:lnTo>
                    <a:lnTo>
                      <a:pt x="22" y="392"/>
                    </a:lnTo>
                    <a:lnTo>
                      <a:pt x="22" y="396"/>
                    </a:lnTo>
                    <a:lnTo>
                      <a:pt x="22" y="402"/>
                    </a:lnTo>
                    <a:lnTo>
                      <a:pt x="22" y="402"/>
                    </a:lnTo>
                    <a:lnTo>
                      <a:pt x="24" y="408"/>
                    </a:lnTo>
                    <a:lnTo>
                      <a:pt x="24" y="410"/>
                    </a:lnTo>
                    <a:lnTo>
                      <a:pt x="24" y="412"/>
                    </a:lnTo>
                    <a:lnTo>
                      <a:pt x="24" y="412"/>
                    </a:lnTo>
                    <a:lnTo>
                      <a:pt x="22" y="416"/>
                    </a:lnTo>
                    <a:lnTo>
                      <a:pt x="22" y="420"/>
                    </a:lnTo>
                    <a:lnTo>
                      <a:pt x="22" y="420"/>
                    </a:lnTo>
                    <a:lnTo>
                      <a:pt x="24" y="424"/>
                    </a:lnTo>
                    <a:lnTo>
                      <a:pt x="24" y="424"/>
                    </a:lnTo>
                    <a:lnTo>
                      <a:pt x="22" y="426"/>
                    </a:lnTo>
                    <a:lnTo>
                      <a:pt x="22" y="426"/>
                    </a:lnTo>
                    <a:lnTo>
                      <a:pt x="20" y="426"/>
                    </a:lnTo>
                    <a:lnTo>
                      <a:pt x="20" y="428"/>
                    </a:lnTo>
                    <a:lnTo>
                      <a:pt x="18" y="432"/>
                    </a:lnTo>
                    <a:lnTo>
                      <a:pt x="18" y="432"/>
                    </a:lnTo>
                    <a:lnTo>
                      <a:pt x="18" y="432"/>
                    </a:lnTo>
                    <a:lnTo>
                      <a:pt x="18" y="434"/>
                    </a:lnTo>
                    <a:lnTo>
                      <a:pt x="20" y="440"/>
                    </a:lnTo>
                    <a:lnTo>
                      <a:pt x="20" y="440"/>
                    </a:lnTo>
                    <a:lnTo>
                      <a:pt x="20" y="444"/>
                    </a:lnTo>
                    <a:lnTo>
                      <a:pt x="20" y="450"/>
                    </a:lnTo>
                    <a:lnTo>
                      <a:pt x="20" y="450"/>
                    </a:lnTo>
                    <a:lnTo>
                      <a:pt x="18" y="456"/>
                    </a:lnTo>
                    <a:lnTo>
                      <a:pt x="18" y="462"/>
                    </a:lnTo>
                    <a:lnTo>
                      <a:pt x="18" y="462"/>
                    </a:lnTo>
                    <a:lnTo>
                      <a:pt x="18" y="466"/>
                    </a:lnTo>
                    <a:lnTo>
                      <a:pt x="18" y="468"/>
                    </a:lnTo>
                    <a:lnTo>
                      <a:pt x="18" y="468"/>
                    </a:lnTo>
                    <a:lnTo>
                      <a:pt x="14" y="472"/>
                    </a:lnTo>
                    <a:lnTo>
                      <a:pt x="14" y="472"/>
                    </a:lnTo>
                    <a:lnTo>
                      <a:pt x="12" y="478"/>
                    </a:lnTo>
                    <a:lnTo>
                      <a:pt x="12" y="482"/>
                    </a:lnTo>
                    <a:lnTo>
                      <a:pt x="12" y="482"/>
                    </a:lnTo>
                    <a:lnTo>
                      <a:pt x="14" y="488"/>
                    </a:lnTo>
                    <a:lnTo>
                      <a:pt x="10" y="492"/>
                    </a:lnTo>
                    <a:lnTo>
                      <a:pt x="10" y="492"/>
                    </a:lnTo>
                    <a:lnTo>
                      <a:pt x="4" y="496"/>
                    </a:lnTo>
                    <a:lnTo>
                      <a:pt x="2" y="498"/>
                    </a:lnTo>
                    <a:lnTo>
                      <a:pt x="2" y="500"/>
                    </a:lnTo>
                    <a:lnTo>
                      <a:pt x="2" y="500"/>
                    </a:lnTo>
                    <a:lnTo>
                      <a:pt x="4" y="508"/>
                    </a:lnTo>
                    <a:lnTo>
                      <a:pt x="2" y="512"/>
                    </a:lnTo>
                    <a:lnTo>
                      <a:pt x="2" y="512"/>
                    </a:lnTo>
                    <a:lnTo>
                      <a:pt x="0" y="518"/>
                    </a:lnTo>
                    <a:lnTo>
                      <a:pt x="0" y="524"/>
                    </a:lnTo>
                    <a:lnTo>
                      <a:pt x="0" y="524"/>
                    </a:lnTo>
                    <a:lnTo>
                      <a:pt x="0" y="530"/>
                    </a:lnTo>
                    <a:lnTo>
                      <a:pt x="0" y="532"/>
                    </a:lnTo>
                    <a:lnTo>
                      <a:pt x="2" y="532"/>
                    </a:lnTo>
                    <a:lnTo>
                      <a:pt x="2" y="532"/>
                    </a:lnTo>
                    <a:lnTo>
                      <a:pt x="4" y="532"/>
                    </a:lnTo>
                    <a:lnTo>
                      <a:pt x="6" y="530"/>
                    </a:lnTo>
                    <a:lnTo>
                      <a:pt x="8" y="530"/>
                    </a:lnTo>
                    <a:lnTo>
                      <a:pt x="10" y="530"/>
                    </a:lnTo>
                    <a:lnTo>
                      <a:pt x="10" y="530"/>
                    </a:lnTo>
                    <a:lnTo>
                      <a:pt x="12" y="536"/>
                    </a:lnTo>
                    <a:lnTo>
                      <a:pt x="10" y="540"/>
                    </a:lnTo>
                    <a:lnTo>
                      <a:pt x="10" y="540"/>
                    </a:lnTo>
                    <a:lnTo>
                      <a:pt x="8" y="542"/>
                    </a:lnTo>
                    <a:lnTo>
                      <a:pt x="8" y="544"/>
                    </a:lnTo>
                    <a:lnTo>
                      <a:pt x="10" y="550"/>
                    </a:lnTo>
                    <a:lnTo>
                      <a:pt x="10" y="550"/>
                    </a:lnTo>
                    <a:lnTo>
                      <a:pt x="18" y="558"/>
                    </a:lnTo>
                    <a:lnTo>
                      <a:pt x="22" y="564"/>
                    </a:lnTo>
                    <a:lnTo>
                      <a:pt x="22" y="564"/>
                    </a:lnTo>
                    <a:lnTo>
                      <a:pt x="40" y="562"/>
                    </a:lnTo>
                    <a:lnTo>
                      <a:pt x="40" y="562"/>
                    </a:lnTo>
                    <a:lnTo>
                      <a:pt x="64" y="564"/>
                    </a:lnTo>
                    <a:lnTo>
                      <a:pt x="64" y="564"/>
                    </a:lnTo>
                    <a:lnTo>
                      <a:pt x="60" y="556"/>
                    </a:lnTo>
                    <a:lnTo>
                      <a:pt x="60" y="556"/>
                    </a:lnTo>
                    <a:lnTo>
                      <a:pt x="52" y="556"/>
                    </a:lnTo>
                    <a:lnTo>
                      <a:pt x="52" y="556"/>
                    </a:lnTo>
                    <a:lnTo>
                      <a:pt x="56" y="554"/>
                    </a:lnTo>
                    <a:lnTo>
                      <a:pt x="56" y="552"/>
                    </a:lnTo>
                    <a:lnTo>
                      <a:pt x="54" y="544"/>
                    </a:lnTo>
                    <a:lnTo>
                      <a:pt x="54" y="544"/>
                    </a:lnTo>
                    <a:lnTo>
                      <a:pt x="52" y="546"/>
                    </a:lnTo>
                    <a:lnTo>
                      <a:pt x="52" y="544"/>
                    </a:lnTo>
                    <a:lnTo>
                      <a:pt x="52" y="544"/>
                    </a:lnTo>
                    <a:lnTo>
                      <a:pt x="56" y="542"/>
                    </a:lnTo>
                    <a:lnTo>
                      <a:pt x="56" y="542"/>
                    </a:lnTo>
                    <a:lnTo>
                      <a:pt x="56" y="536"/>
                    </a:lnTo>
                    <a:lnTo>
                      <a:pt x="58" y="534"/>
                    </a:lnTo>
                    <a:lnTo>
                      <a:pt x="60" y="534"/>
                    </a:lnTo>
                    <a:lnTo>
                      <a:pt x="60" y="532"/>
                    </a:lnTo>
                    <a:lnTo>
                      <a:pt x="60" y="532"/>
                    </a:lnTo>
                    <a:lnTo>
                      <a:pt x="64" y="532"/>
                    </a:lnTo>
                    <a:lnTo>
                      <a:pt x="64" y="532"/>
                    </a:lnTo>
                    <a:lnTo>
                      <a:pt x="64" y="528"/>
                    </a:lnTo>
                    <a:lnTo>
                      <a:pt x="64" y="528"/>
                    </a:lnTo>
                    <a:lnTo>
                      <a:pt x="58" y="524"/>
                    </a:lnTo>
                    <a:lnTo>
                      <a:pt x="58" y="524"/>
                    </a:lnTo>
                    <a:lnTo>
                      <a:pt x="58" y="520"/>
                    </a:lnTo>
                    <a:lnTo>
                      <a:pt x="58" y="520"/>
                    </a:lnTo>
                    <a:lnTo>
                      <a:pt x="60" y="518"/>
                    </a:lnTo>
                    <a:lnTo>
                      <a:pt x="60" y="518"/>
                    </a:lnTo>
                    <a:lnTo>
                      <a:pt x="64" y="520"/>
                    </a:lnTo>
                    <a:lnTo>
                      <a:pt x="64" y="520"/>
                    </a:lnTo>
                    <a:lnTo>
                      <a:pt x="66" y="526"/>
                    </a:lnTo>
                    <a:lnTo>
                      <a:pt x="66" y="526"/>
                    </a:lnTo>
                    <a:lnTo>
                      <a:pt x="72" y="524"/>
                    </a:lnTo>
                    <a:lnTo>
                      <a:pt x="76" y="520"/>
                    </a:lnTo>
                    <a:lnTo>
                      <a:pt x="76" y="520"/>
                    </a:lnTo>
                    <a:lnTo>
                      <a:pt x="76" y="516"/>
                    </a:lnTo>
                    <a:lnTo>
                      <a:pt x="76" y="514"/>
                    </a:lnTo>
                    <a:lnTo>
                      <a:pt x="76" y="512"/>
                    </a:lnTo>
                    <a:lnTo>
                      <a:pt x="76" y="512"/>
                    </a:lnTo>
                    <a:lnTo>
                      <a:pt x="74" y="512"/>
                    </a:lnTo>
                    <a:lnTo>
                      <a:pt x="72" y="512"/>
                    </a:lnTo>
                    <a:lnTo>
                      <a:pt x="72" y="510"/>
                    </a:lnTo>
                    <a:lnTo>
                      <a:pt x="72" y="510"/>
                    </a:lnTo>
                    <a:lnTo>
                      <a:pt x="76" y="506"/>
                    </a:lnTo>
                    <a:lnTo>
                      <a:pt x="82" y="500"/>
                    </a:lnTo>
                    <a:lnTo>
                      <a:pt x="82" y="500"/>
                    </a:lnTo>
                    <a:lnTo>
                      <a:pt x="82" y="496"/>
                    </a:lnTo>
                    <a:lnTo>
                      <a:pt x="82" y="496"/>
                    </a:lnTo>
                    <a:lnTo>
                      <a:pt x="86" y="496"/>
                    </a:lnTo>
                    <a:lnTo>
                      <a:pt x="86" y="496"/>
                    </a:lnTo>
                    <a:lnTo>
                      <a:pt x="90" y="490"/>
                    </a:lnTo>
                    <a:lnTo>
                      <a:pt x="90" y="490"/>
                    </a:lnTo>
                    <a:lnTo>
                      <a:pt x="92" y="490"/>
                    </a:lnTo>
                    <a:lnTo>
                      <a:pt x="92" y="490"/>
                    </a:lnTo>
                    <a:lnTo>
                      <a:pt x="102" y="482"/>
                    </a:lnTo>
                    <a:lnTo>
                      <a:pt x="102" y="482"/>
                    </a:lnTo>
                    <a:lnTo>
                      <a:pt x="96" y="478"/>
                    </a:lnTo>
                    <a:lnTo>
                      <a:pt x="96" y="478"/>
                    </a:lnTo>
                    <a:lnTo>
                      <a:pt x="96" y="478"/>
                    </a:lnTo>
                    <a:lnTo>
                      <a:pt x="98" y="476"/>
                    </a:lnTo>
                    <a:lnTo>
                      <a:pt x="98" y="472"/>
                    </a:lnTo>
                    <a:lnTo>
                      <a:pt x="98" y="466"/>
                    </a:lnTo>
                    <a:lnTo>
                      <a:pt x="98" y="466"/>
                    </a:lnTo>
                    <a:lnTo>
                      <a:pt x="96" y="464"/>
                    </a:lnTo>
                    <a:lnTo>
                      <a:pt x="92" y="464"/>
                    </a:lnTo>
                    <a:lnTo>
                      <a:pt x="86" y="464"/>
                    </a:lnTo>
                    <a:lnTo>
                      <a:pt x="86" y="464"/>
                    </a:lnTo>
                    <a:lnTo>
                      <a:pt x="84" y="458"/>
                    </a:lnTo>
                    <a:lnTo>
                      <a:pt x="84" y="458"/>
                    </a:lnTo>
                    <a:lnTo>
                      <a:pt x="80" y="456"/>
                    </a:lnTo>
                    <a:lnTo>
                      <a:pt x="80" y="456"/>
                    </a:lnTo>
                    <a:lnTo>
                      <a:pt x="78" y="454"/>
                    </a:lnTo>
                    <a:lnTo>
                      <a:pt x="76" y="450"/>
                    </a:lnTo>
                    <a:lnTo>
                      <a:pt x="76" y="450"/>
                    </a:lnTo>
                    <a:lnTo>
                      <a:pt x="74" y="444"/>
                    </a:lnTo>
                    <a:lnTo>
                      <a:pt x="78" y="440"/>
                    </a:lnTo>
                    <a:lnTo>
                      <a:pt x="80" y="440"/>
                    </a:lnTo>
                    <a:lnTo>
                      <a:pt x="80" y="440"/>
                    </a:lnTo>
                    <a:lnTo>
                      <a:pt x="80" y="436"/>
                    </a:lnTo>
                    <a:lnTo>
                      <a:pt x="80" y="436"/>
                    </a:lnTo>
                    <a:lnTo>
                      <a:pt x="86" y="432"/>
                    </a:lnTo>
                    <a:lnTo>
                      <a:pt x="86" y="432"/>
                    </a:lnTo>
                    <a:lnTo>
                      <a:pt x="92" y="424"/>
                    </a:lnTo>
                    <a:lnTo>
                      <a:pt x="96" y="424"/>
                    </a:lnTo>
                    <a:lnTo>
                      <a:pt x="104" y="424"/>
                    </a:lnTo>
                    <a:lnTo>
                      <a:pt x="104" y="424"/>
                    </a:lnTo>
                    <a:lnTo>
                      <a:pt x="104" y="418"/>
                    </a:lnTo>
                    <a:lnTo>
                      <a:pt x="104" y="418"/>
                    </a:lnTo>
                    <a:lnTo>
                      <a:pt x="102" y="418"/>
                    </a:lnTo>
                    <a:lnTo>
                      <a:pt x="102" y="414"/>
                    </a:lnTo>
                    <a:lnTo>
                      <a:pt x="108" y="410"/>
                    </a:lnTo>
                    <a:lnTo>
                      <a:pt x="108" y="410"/>
                    </a:lnTo>
                    <a:lnTo>
                      <a:pt x="108" y="404"/>
                    </a:lnTo>
                    <a:lnTo>
                      <a:pt x="108" y="402"/>
                    </a:lnTo>
                    <a:lnTo>
                      <a:pt x="108" y="402"/>
                    </a:lnTo>
                    <a:lnTo>
                      <a:pt x="110" y="392"/>
                    </a:lnTo>
                    <a:lnTo>
                      <a:pt x="112" y="386"/>
                    </a:lnTo>
                    <a:lnTo>
                      <a:pt x="114" y="384"/>
                    </a:lnTo>
                    <a:lnTo>
                      <a:pt x="114" y="384"/>
                    </a:lnTo>
                    <a:lnTo>
                      <a:pt x="120" y="382"/>
                    </a:lnTo>
                    <a:lnTo>
                      <a:pt x="120" y="382"/>
                    </a:lnTo>
                    <a:lnTo>
                      <a:pt x="120" y="378"/>
                    </a:lnTo>
                    <a:lnTo>
                      <a:pt x="120" y="378"/>
                    </a:lnTo>
                    <a:lnTo>
                      <a:pt x="112" y="378"/>
                    </a:lnTo>
                    <a:lnTo>
                      <a:pt x="112" y="378"/>
                    </a:lnTo>
                    <a:lnTo>
                      <a:pt x="112" y="378"/>
                    </a:lnTo>
                    <a:lnTo>
                      <a:pt x="112" y="378"/>
                    </a:lnTo>
                    <a:lnTo>
                      <a:pt x="112" y="378"/>
                    </a:lnTo>
                    <a:lnTo>
                      <a:pt x="116" y="376"/>
                    </a:lnTo>
                    <a:lnTo>
                      <a:pt x="122" y="376"/>
                    </a:lnTo>
                    <a:lnTo>
                      <a:pt x="122" y="376"/>
                    </a:lnTo>
                    <a:lnTo>
                      <a:pt x="124" y="378"/>
                    </a:lnTo>
                    <a:lnTo>
                      <a:pt x="124" y="378"/>
                    </a:lnTo>
                    <a:lnTo>
                      <a:pt x="124" y="382"/>
                    </a:lnTo>
                    <a:lnTo>
                      <a:pt x="124" y="382"/>
                    </a:lnTo>
                    <a:lnTo>
                      <a:pt x="128" y="380"/>
                    </a:lnTo>
                    <a:lnTo>
                      <a:pt x="130" y="378"/>
                    </a:lnTo>
                    <a:lnTo>
                      <a:pt x="132" y="376"/>
                    </a:lnTo>
                    <a:lnTo>
                      <a:pt x="132" y="376"/>
                    </a:lnTo>
                    <a:lnTo>
                      <a:pt x="132" y="372"/>
                    </a:lnTo>
                    <a:lnTo>
                      <a:pt x="132" y="372"/>
                    </a:lnTo>
                    <a:lnTo>
                      <a:pt x="130" y="370"/>
                    </a:lnTo>
                    <a:lnTo>
                      <a:pt x="130" y="368"/>
                    </a:lnTo>
                    <a:lnTo>
                      <a:pt x="130" y="368"/>
                    </a:lnTo>
                    <a:lnTo>
                      <a:pt x="124" y="368"/>
                    </a:lnTo>
                    <a:lnTo>
                      <a:pt x="124" y="368"/>
                    </a:lnTo>
                    <a:lnTo>
                      <a:pt x="124" y="372"/>
                    </a:lnTo>
                    <a:lnTo>
                      <a:pt x="124" y="372"/>
                    </a:lnTo>
                    <a:lnTo>
                      <a:pt x="122" y="372"/>
                    </a:lnTo>
                    <a:lnTo>
                      <a:pt x="122" y="372"/>
                    </a:lnTo>
                    <a:lnTo>
                      <a:pt x="116" y="368"/>
                    </a:lnTo>
                    <a:lnTo>
                      <a:pt x="116" y="368"/>
                    </a:lnTo>
                    <a:lnTo>
                      <a:pt x="114" y="368"/>
                    </a:lnTo>
                    <a:lnTo>
                      <a:pt x="114" y="368"/>
                    </a:lnTo>
                    <a:lnTo>
                      <a:pt x="114" y="358"/>
                    </a:lnTo>
                    <a:lnTo>
                      <a:pt x="114" y="358"/>
                    </a:lnTo>
                    <a:lnTo>
                      <a:pt x="108" y="358"/>
                    </a:lnTo>
                    <a:lnTo>
                      <a:pt x="108" y="358"/>
                    </a:lnTo>
                    <a:lnTo>
                      <a:pt x="108" y="356"/>
                    </a:lnTo>
                    <a:lnTo>
                      <a:pt x="108" y="354"/>
                    </a:lnTo>
                    <a:lnTo>
                      <a:pt x="108" y="354"/>
                    </a:lnTo>
                    <a:lnTo>
                      <a:pt x="110" y="352"/>
                    </a:lnTo>
                    <a:lnTo>
                      <a:pt x="110" y="350"/>
                    </a:lnTo>
                    <a:lnTo>
                      <a:pt x="112" y="344"/>
                    </a:lnTo>
                    <a:lnTo>
                      <a:pt x="112" y="344"/>
                    </a:lnTo>
                    <a:lnTo>
                      <a:pt x="114" y="342"/>
                    </a:lnTo>
                    <a:lnTo>
                      <a:pt x="116" y="342"/>
                    </a:lnTo>
                    <a:lnTo>
                      <a:pt x="116" y="342"/>
                    </a:lnTo>
                    <a:lnTo>
                      <a:pt x="116" y="344"/>
                    </a:lnTo>
                    <a:lnTo>
                      <a:pt x="116" y="344"/>
                    </a:lnTo>
                    <a:lnTo>
                      <a:pt x="120" y="344"/>
                    </a:lnTo>
                    <a:lnTo>
                      <a:pt x="120" y="344"/>
                    </a:lnTo>
                    <a:lnTo>
                      <a:pt x="124" y="350"/>
                    </a:lnTo>
                    <a:lnTo>
                      <a:pt x="126" y="352"/>
                    </a:lnTo>
                    <a:lnTo>
                      <a:pt x="132" y="352"/>
                    </a:lnTo>
                    <a:lnTo>
                      <a:pt x="132" y="352"/>
                    </a:lnTo>
                    <a:lnTo>
                      <a:pt x="136" y="350"/>
                    </a:lnTo>
                    <a:lnTo>
                      <a:pt x="140" y="348"/>
                    </a:lnTo>
                    <a:lnTo>
                      <a:pt x="140" y="348"/>
                    </a:lnTo>
                    <a:lnTo>
                      <a:pt x="140" y="346"/>
                    </a:lnTo>
                    <a:lnTo>
                      <a:pt x="140" y="346"/>
                    </a:lnTo>
                    <a:lnTo>
                      <a:pt x="144" y="344"/>
                    </a:lnTo>
                    <a:lnTo>
                      <a:pt x="146" y="342"/>
                    </a:lnTo>
                    <a:lnTo>
                      <a:pt x="146" y="342"/>
                    </a:lnTo>
                    <a:lnTo>
                      <a:pt x="148" y="336"/>
                    </a:lnTo>
                    <a:lnTo>
                      <a:pt x="146" y="332"/>
                    </a:lnTo>
                    <a:lnTo>
                      <a:pt x="146" y="326"/>
                    </a:lnTo>
                    <a:lnTo>
                      <a:pt x="146" y="322"/>
                    </a:lnTo>
                    <a:lnTo>
                      <a:pt x="148" y="322"/>
                    </a:lnTo>
                    <a:lnTo>
                      <a:pt x="148" y="322"/>
                    </a:lnTo>
                    <a:lnTo>
                      <a:pt x="150" y="314"/>
                    </a:lnTo>
                    <a:lnTo>
                      <a:pt x="150" y="314"/>
                    </a:lnTo>
                    <a:lnTo>
                      <a:pt x="146" y="314"/>
                    </a:lnTo>
                    <a:lnTo>
                      <a:pt x="144" y="310"/>
                    </a:lnTo>
                    <a:lnTo>
                      <a:pt x="144" y="310"/>
                    </a:lnTo>
                    <a:lnTo>
                      <a:pt x="144" y="306"/>
                    </a:lnTo>
                    <a:lnTo>
                      <a:pt x="144" y="306"/>
                    </a:lnTo>
                    <a:lnTo>
                      <a:pt x="144" y="304"/>
                    </a:lnTo>
                    <a:lnTo>
                      <a:pt x="146" y="304"/>
                    </a:lnTo>
                    <a:lnTo>
                      <a:pt x="148" y="304"/>
                    </a:lnTo>
                    <a:lnTo>
                      <a:pt x="152" y="310"/>
                    </a:lnTo>
                    <a:lnTo>
                      <a:pt x="152" y="310"/>
                    </a:lnTo>
                    <a:lnTo>
                      <a:pt x="154" y="308"/>
                    </a:lnTo>
                    <a:lnTo>
                      <a:pt x="154" y="308"/>
                    </a:lnTo>
                    <a:lnTo>
                      <a:pt x="152" y="306"/>
                    </a:lnTo>
                    <a:lnTo>
                      <a:pt x="152" y="306"/>
                    </a:lnTo>
                    <a:lnTo>
                      <a:pt x="156" y="306"/>
                    </a:lnTo>
                    <a:lnTo>
                      <a:pt x="156" y="306"/>
                    </a:lnTo>
                    <a:lnTo>
                      <a:pt x="166" y="304"/>
                    </a:lnTo>
                    <a:lnTo>
                      <a:pt x="166" y="304"/>
                    </a:lnTo>
                    <a:lnTo>
                      <a:pt x="178" y="304"/>
                    </a:lnTo>
                    <a:lnTo>
                      <a:pt x="178" y="304"/>
                    </a:lnTo>
                    <a:lnTo>
                      <a:pt x="188" y="302"/>
                    </a:lnTo>
                    <a:lnTo>
                      <a:pt x="188" y="302"/>
                    </a:lnTo>
                    <a:lnTo>
                      <a:pt x="188" y="300"/>
                    </a:lnTo>
                    <a:lnTo>
                      <a:pt x="188" y="300"/>
                    </a:lnTo>
                    <a:lnTo>
                      <a:pt x="196" y="298"/>
                    </a:lnTo>
                    <a:lnTo>
                      <a:pt x="202" y="296"/>
                    </a:lnTo>
                    <a:lnTo>
                      <a:pt x="202" y="296"/>
                    </a:lnTo>
                    <a:lnTo>
                      <a:pt x="208" y="290"/>
                    </a:lnTo>
                    <a:lnTo>
                      <a:pt x="214" y="280"/>
                    </a:lnTo>
                    <a:lnTo>
                      <a:pt x="220" y="270"/>
                    </a:lnTo>
                    <a:lnTo>
                      <a:pt x="222" y="260"/>
                    </a:lnTo>
                    <a:lnTo>
                      <a:pt x="222" y="260"/>
                    </a:lnTo>
                    <a:lnTo>
                      <a:pt x="222" y="258"/>
                    </a:lnTo>
                    <a:lnTo>
                      <a:pt x="222" y="258"/>
                    </a:lnTo>
                    <a:lnTo>
                      <a:pt x="218" y="258"/>
                    </a:lnTo>
                    <a:lnTo>
                      <a:pt x="214" y="256"/>
                    </a:lnTo>
                    <a:lnTo>
                      <a:pt x="214" y="256"/>
                    </a:lnTo>
                    <a:lnTo>
                      <a:pt x="214" y="256"/>
                    </a:lnTo>
                    <a:lnTo>
                      <a:pt x="214" y="254"/>
                    </a:lnTo>
                    <a:lnTo>
                      <a:pt x="214" y="254"/>
                    </a:lnTo>
                    <a:lnTo>
                      <a:pt x="212" y="254"/>
                    </a:lnTo>
                    <a:lnTo>
                      <a:pt x="212" y="254"/>
                    </a:lnTo>
                    <a:lnTo>
                      <a:pt x="210" y="250"/>
                    </a:lnTo>
                    <a:lnTo>
                      <a:pt x="210" y="246"/>
                    </a:lnTo>
                    <a:lnTo>
                      <a:pt x="210" y="246"/>
                    </a:lnTo>
                    <a:lnTo>
                      <a:pt x="214" y="244"/>
                    </a:lnTo>
                    <a:lnTo>
                      <a:pt x="214" y="244"/>
                    </a:lnTo>
                    <a:lnTo>
                      <a:pt x="214" y="242"/>
                    </a:lnTo>
                    <a:lnTo>
                      <a:pt x="214" y="242"/>
                    </a:lnTo>
                    <a:lnTo>
                      <a:pt x="208" y="234"/>
                    </a:lnTo>
                    <a:lnTo>
                      <a:pt x="208" y="234"/>
                    </a:lnTo>
                    <a:lnTo>
                      <a:pt x="204" y="232"/>
                    </a:lnTo>
                    <a:lnTo>
                      <a:pt x="200" y="230"/>
                    </a:lnTo>
                    <a:lnTo>
                      <a:pt x="200" y="230"/>
                    </a:lnTo>
                    <a:lnTo>
                      <a:pt x="200" y="226"/>
                    </a:lnTo>
                    <a:lnTo>
                      <a:pt x="198" y="224"/>
                    </a:lnTo>
                    <a:lnTo>
                      <a:pt x="196" y="222"/>
                    </a:lnTo>
                    <a:lnTo>
                      <a:pt x="196" y="222"/>
                    </a:lnTo>
                    <a:lnTo>
                      <a:pt x="196" y="220"/>
                    </a:lnTo>
                    <a:lnTo>
                      <a:pt x="196" y="218"/>
                    </a:lnTo>
                    <a:lnTo>
                      <a:pt x="196" y="218"/>
                    </a:lnTo>
                    <a:lnTo>
                      <a:pt x="196" y="216"/>
                    </a:lnTo>
                    <a:lnTo>
                      <a:pt x="194" y="212"/>
                    </a:lnTo>
                    <a:lnTo>
                      <a:pt x="198" y="212"/>
                    </a:lnTo>
                    <a:lnTo>
                      <a:pt x="198" y="212"/>
                    </a:lnTo>
                    <a:lnTo>
                      <a:pt x="198" y="196"/>
                    </a:lnTo>
                    <a:lnTo>
                      <a:pt x="200" y="196"/>
                    </a:lnTo>
                    <a:lnTo>
                      <a:pt x="200" y="196"/>
                    </a:lnTo>
                    <a:lnTo>
                      <a:pt x="200" y="192"/>
                    </a:lnTo>
                    <a:lnTo>
                      <a:pt x="200" y="184"/>
                    </a:lnTo>
                    <a:lnTo>
                      <a:pt x="200" y="184"/>
                    </a:lnTo>
                    <a:lnTo>
                      <a:pt x="200" y="182"/>
                    </a:lnTo>
                    <a:lnTo>
                      <a:pt x="202" y="180"/>
                    </a:lnTo>
                    <a:lnTo>
                      <a:pt x="202" y="176"/>
                    </a:lnTo>
                    <a:lnTo>
                      <a:pt x="202" y="172"/>
                    </a:lnTo>
                    <a:lnTo>
                      <a:pt x="202" y="172"/>
                    </a:lnTo>
                    <a:lnTo>
                      <a:pt x="204" y="170"/>
                    </a:lnTo>
                    <a:lnTo>
                      <a:pt x="204" y="168"/>
                    </a:lnTo>
                    <a:lnTo>
                      <a:pt x="206" y="166"/>
                    </a:lnTo>
                    <a:lnTo>
                      <a:pt x="206" y="162"/>
                    </a:lnTo>
                    <a:lnTo>
                      <a:pt x="206" y="162"/>
                    </a:lnTo>
                    <a:lnTo>
                      <a:pt x="206" y="158"/>
                    </a:lnTo>
                    <a:lnTo>
                      <a:pt x="208" y="154"/>
                    </a:lnTo>
                    <a:lnTo>
                      <a:pt x="210" y="152"/>
                    </a:lnTo>
                    <a:lnTo>
                      <a:pt x="210" y="152"/>
                    </a:lnTo>
                    <a:lnTo>
                      <a:pt x="212" y="142"/>
                    </a:lnTo>
                    <a:lnTo>
                      <a:pt x="212" y="142"/>
                    </a:lnTo>
                    <a:lnTo>
                      <a:pt x="214" y="138"/>
                    </a:lnTo>
                    <a:lnTo>
                      <a:pt x="218" y="136"/>
                    </a:lnTo>
                    <a:lnTo>
                      <a:pt x="218" y="136"/>
                    </a:lnTo>
                    <a:lnTo>
                      <a:pt x="222" y="130"/>
                    </a:lnTo>
                    <a:lnTo>
                      <a:pt x="222" y="124"/>
                    </a:lnTo>
                    <a:lnTo>
                      <a:pt x="222" y="124"/>
                    </a:lnTo>
                    <a:lnTo>
                      <a:pt x="224" y="122"/>
                    </a:lnTo>
                    <a:lnTo>
                      <a:pt x="226" y="120"/>
                    </a:lnTo>
                    <a:lnTo>
                      <a:pt x="230" y="120"/>
                    </a:lnTo>
                    <a:lnTo>
                      <a:pt x="232" y="118"/>
                    </a:lnTo>
                    <a:lnTo>
                      <a:pt x="232" y="118"/>
                    </a:lnTo>
                    <a:lnTo>
                      <a:pt x="234" y="114"/>
                    </a:lnTo>
                    <a:lnTo>
                      <a:pt x="238" y="112"/>
                    </a:lnTo>
                    <a:lnTo>
                      <a:pt x="238" y="112"/>
                    </a:lnTo>
                    <a:lnTo>
                      <a:pt x="242" y="108"/>
                    </a:lnTo>
                    <a:lnTo>
                      <a:pt x="244" y="102"/>
                    </a:lnTo>
                    <a:lnTo>
                      <a:pt x="244" y="102"/>
                    </a:lnTo>
                    <a:lnTo>
                      <a:pt x="246" y="100"/>
                    </a:lnTo>
                    <a:lnTo>
                      <a:pt x="250" y="100"/>
                    </a:lnTo>
                    <a:lnTo>
                      <a:pt x="254" y="98"/>
                    </a:lnTo>
                    <a:lnTo>
                      <a:pt x="256" y="98"/>
                    </a:lnTo>
                    <a:lnTo>
                      <a:pt x="256" y="98"/>
                    </a:lnTo>
                    <a:lnTo>
                      <a:pt x="260" y="94"/>
                    </a:lnTo>
                    <a:lnTo>
                      <a:pt x="260" y="94"/>
                    </a:lnTo>
                    <a:lnTo>
                      <a:pt x="260" y="92"/>
                    </a:lnTo>
                    <a:lnTo>
                      <a:pt x="260" y="92"/>
                    </a:lnTo>
                    <a:lnTo>
                      <a:pt x="260" y="78"/>
                    </a:lnTo>
                    <a:lnTo>
                      <a:pt x="260" y="78"/>
                    </a:lnTo>
                    <a:lnTo>
                      <a:pt x="260" y="66"/>
                    </a:lnTo>
                    <a:lnTo>
                      <a:pt x="260" y="66"/>
                    </a:lnTo>
                    <a:lnTo>
                      <a:pt x="256" y="66"/>
                    </a:lnTo>
                    <a:lnTo>
                      <a:pt x="254" y="66"/>
                    </a:lnTo>
                    <a:lnTo>
                      <a:pt x="254" y="68"/>
                    </a:lnTo>
                    <a:lnTo>
                      <a:pt x="254" y="68"/>
                    </a:lnTo>
                    <a:lnTo>
                      <a:pt x="254" y="68"/>
                    </a:lnTo>
                    <a:lnTo>
                      <a:pt x="252" y="68"/>
                    </a:lnTo>
                    <a:lnTo>
                      <a:pt x="248" y="66"/>
                    </a:lnTo>
                    <a:lnTo>
                      <a:pt x="248" y="66"/>
                    </a:lnTo>
                    <a:lnTo>
                      <a:pt x="246" y="68"/>
                    </a:lnTo>
                    <a:lnTo>
                      <a:pt x="244" y="70"/>
                    </a:lnTo>
                    <a:lnTo>
                      <a:pt x="246" y="72"/>
                    </a:lnTo>
                    <a:lnTo>
                      <a:pt x="246" y="72"/>
                    </a:lnTo>
                    <a:lnTo>
                      <a:pt x="246" y="80"/>
                    </a:lnTo>
                    <a:lnTo>
                      <a:pt x="246" y="84"/>
                    </a:lnTo>
                    <a:lnTo>
                      <a:pt x="244" y="86"/>
                    </a:lnTo>
                    <a:lnTo>
                      <a:pt x="244" y="86"/>
                    </a:lnTo>
                    <a:lnTo>
                      <a:pt x="240" y="90"/>
                    </a:lnTo>
                    <a:lnTo>
                      <a:pt x="238" y="94"/>
                    </a:lnTo>
                    <a:lnTo>
                      <a:pt x="238" y="94"/>
                    </a:lnTo>
                    <a:lnTo>
                      <a:pt x="236" y="96"/>
                    </a:lnTo>
                    <a:lnTo>
                      <a:pt x="236" y="96"/>
                    </a:lnTo>
                    <a:lnTo>
                      <a:pt x="234" y="98"/>
                    </a:lnTo>
                    <a:lnTo>
                      <a:pt x="228" y="98"/>
                    </a:lnTo>
                    <a:lnTo>
                      <a:pt x="228" y="98"/>
                    </a:lnTo>
                    <a:lnTo>
                      <a:pt x="222" y="96"/>
                    </a:lnTo>
                    <a:lnTo>
                      <a:pt x="216" y="96"/>
                    </a:lnTo>
                    <a:lnTo>
                      <a:pt x="216" y="96"/>
                    </a:lnTo>
                    <a:lnTo>
                      <a:pt x="212" y="98"/>
                    </a:lnTo>
                    <a:lnTo>
                      <a:pt x="208" y="96"/>
                    </a:lnTo>
                    <a:lnTo>
                      <a:pt x="208" y="96"/>
                    </a:lnTo>
                    <a:lnTo>
                      <a:pt x="202" y="94"/>
                    </a:lnTo>
                    <a:lnTo>
                      <a:pt x="198" y="94"/>
                    </a:lnTo>
                    <a:lnTo>
                      <a:pt x="198" y="94"/>
                    </a:lnTo>
                    <a:lnTo>
                      <a:pt x="194" y="94"/>
                    </a:lnTo>
                    <a:lnTo>
                      <a:pt x="194" y="94"/>
                    </a:lnTo>
                    <a:lnTo>
                      <a:pt x="194" y="94"/>
                    </a:lnTo>
                    <a:lnTo>
                      <a:pt x="194" y="90"/>
                    </a:lnTo>
                    <a:lnTo>
                      <a:pt x="198" y="84"/>
                    </a:lnTo>
                    <a:lnTo>
                      <a:pt x="198" y="84"/>
                    </a:lnTo>
                    <a:lnTo>
                      <a:pt x="202" y="78"/>
                    </a:lnTo>
                    <a:lnTo>
                      <a:pt x="204" y="70"/>
                    </a:lnTo>
                    <a:lnTo>
                      <a:pt x="204" y="70"/>
                    </a:lnTo>
                    <a:lnTo>
                      <a:pt x="206" y="64"/>
                    </a:lnTo>
                    <a:lnTo>
                      <a:pt x="206" y="62"/>
                    </a:lnTo>
                    <a:lnTo>
                      <a:pt x="204" y="60"/>
                    </a:lnTo>
                    <a:lnTo>
                      <a:pt x="204" y="60"/>
                    </a:lnTo>
                    <a:lnTo>
                      <a:pt x="198" y="54"/>
                    </a:lnTo>
                    <a:lnTo>
                      <a:pt x="196" y="50"/>
                    </a:lnTo>
                    <a:lnTo>
                      <a:pt x="196" y="50"/>
                    </a:lnTo>
                    <a:lnTo>
                      <a:pt x="190" y="46"/>
                    </a:lnTo>
                    <a:lnTo>
                      <a:pt x="190" y="46"/>
                    </a:lnTo>
                    <a:lnTo>
                      <a:pt x="188" y="44"/>
                    </a:lnTo>
                    <a:lnTo>
                      <a:pt x="186" y="44"/>
                    </a:lnTo>
                    <a:lnTo>
                      <a:pt x="184" y="44"/>
                    </a:lnTo>
                    <a:lnTo>
                      <a:pt x="180" y="42"/>
                    </a:lnTo>
                    <a:lnTo>
                      <a:pt x="180" y="42"/>
                    </a:lnTo>
                    <a:lnTo>
                      <a:pt x="178" y="36"/>
                    </a:lnTo>
                    <a:lnTo>
                      <a:pt x="172" y="36"/>
                    </a:lnTo>
                    <a:lnTo>
                      <a:pt x="172" y="36"/>
                    </a:lnTo>
                    <a:lnTo>
                      <a:pt x="170" y="34"/>
                    </a:lnTo>
                    <a:lnTo>
                      <a:pt x="170" y="32"/>
                    </a:lnTo>
                    <a:lnTo>
                      <a:pt x="166" y="26"/>
                    </a:lnTo>
                    <a:lnTo>
                      <a:pt x="166" y="26"/>
                    </a:lnTo>
                    <a:lnTo>
                      <a:pt x="164" y="22"/>
                    </a:lnTo>
                    <a:lnTo>
                      <a:pt x="162" y="20"/>
                    </a:lnTo>
                    <a:lnTo>
                      <a:pt x="162" y="20"/>
                    </a:lnTo>
                    <a:lnTo>
                      <a:pt x="158" y="18"/>
                    </a:lnTo>
                    <a:lnTo>
                      <a:pt x="156" y="14"/>
                    </a:lnTo>
                    <a:lnTo>
                      <a:pt x="156" y="14"/>
                    </a:lnTo>
                    <a:lnTo>
                      <a:pt x="152" y="8"/>
                    </a:lnTo>
                    <a:lnTo>
                      <a:pt x="144" y="2"/>
                    </a:lnTo>
                    <a:close/>
                    <a:moveTo>
                      <a:pt x="72" y="618"/>
                    </a:moveTo>
                    <a:lnTo>
                      <a:pt x="74" y="618"/>
                    </a:lnTo>
                    <a:lnTo>
                      <a:pt x="74" y="618"/>
                    </a:lnTo>
                    <a:lnTo>
                      <a:pt x="78" y="618"/>
                    </a:lnTo>
                    <a:lnTo>
                      <a:pt x="80" y="620"/>
                    </a:lnTo>
                    <a:lnTo>
                      <a:pt x="80" y="618"/>
                    </a:lnTo>
                    <a:lnTo>
                      <a:pt x="80" y="618"/>
                    </a:lnTo>
                    <a:lnTo>
                      <a:pt x="84" y="622"/>
                    </a:lnTo>
                    <a:lnTo>
                      <a:pt x="84" y="622"/>
                    </a:lnTo>
                    <a:lnTo>
                      <a:pt x="92" y="620"/>
                    </a:lnTo>
                    <a:lnTo>
                      <a:pt x="92" y="618"/>
                    </a:lnTo>
                    <a:lnTo>
                      <a:pt x="92" y="618"/>
                    </a:lnTo>
                    <a:lnTo>
                      <a:pt x="102" y="618"/>
                    </a:lnTo>
                    <a:lnTo>
                      <a:pt x="102" y="618"/>
                    </a:lnTo>
                    <a:lnTo>
                      <a:pt x="102" y="620"/>
                    </a:lnTo>
                    <a:lnTo>
                      <a:pt x="102" y="620"/>
                    </a:lnTo>
                    <a:lnTo>
                      <a:pt x="102" y="620"/>
                    </a:lnTo>
                    <a:lnTo>
                      <a:pt x="106" y="616"/>
                    </a:lnTo>
                    <a:lnTo>
                      <a:pt x="106" y="616"/>
                    </a:lnTo>
                    <a:lnTo>
                      <a:pt x="92" y="612"/>
                    </a:lnTo>
                    <a:lnTo>
                      <a:pt x="92" y="612"/>
                    </a:lnTo>
                    <a:lnTo>
                      <a:pt x="86" y="612"/>
                    </a:lnTo>
                    <a:lnTo>
                      <a:pt x="86" y="612"/>
                    </a:lnTo>
                    <a:lnTo>
                      <a:pt x="82" y="608"/>
                    </a:lnTo>
                    <a:lnTo>
                      <a:pt x="80" y="606"/>
                    </a:lnTo>
                    <a:lnTo>
                      <a:pt x="80" y="606"/>
                    </a:lnTo>
                    <a:lnTo>
                      <a:pt x="76" y="604"/>
                    </a:lnTo>
                    <a:lnTo>
                      <a:pt x="76" y="604"/>
                    </a:lnTo>
                    <a:lnTo>
                      <a:pt x="74" y="600"/>
                    </a:lnTo>
                    <a:lnTo>
                      <a:pt x="74" y="598"/>
                    </a:lnTo>
                    <a:lnTo>
                      <a:pt x="74" y="598"/>
                    </a:lnTo>
                    <a:lnTo>
                      <a:pt x="70" y="596"/>
                    </a:lnTo>
                    <a:lnTo>
                      <a:pt x="70" y="596"/>
                    </a:lnTo>
                    <a:lnTo>
                      <a:pt x="66" y="592"/>
                    </a:lnTo>
                    <a:lnTo>
                      <a:pt x="62" y="586"/>
                    </a:lnTo>
                    <a:lnTo>
                      <a:pt x="62" y="586"/>
                    </a:lnTo>
                    <a:lnTo>
                      <a:pt x="62" y="586"/>
                    </a:lnTo>
                    <a:lnTo>
                      <a:pt x="62" y="584"/>
                    </a:lnTo>
                    <a:lnTo>
                      <a:pt x="64" y="582"/>
                    </a:lnTo>
                    <a:lnTo>
                      <a:pt x="64" y="582"/>
                    </a:lnTo>
                    <a:lnTo>
                      <a:pt x="60" y="574"/>
                    </a:lnTo>
                    <a:lnTo>
                      <a:pt x="60" y="574"/>
                    </a:lnTo>
                    <a:lnTo>
                      <a:pt x="60" y="574"/>
                    </a:lnTo>
                    <a:lnTo>
                      <a:pt x="60" y="574"/>
                    </a:lnTo>
                    <a:lnTo>
                      <a:pt x="60" y="574"/>
                    </a:lnTo>
                    <a:lnTo>
                      <a:pt x="58" y="574"/>
                    </a:lnTo>
                    <a:lnTo>
                      <a:pt x="62" y="620"/>
                    </a:lnTo>
                    <a:lnTo>
                      <a:pt x="62" y="620"/>
                    </a:lnTo>
                    <a:lnTo>
                      <a:pt x="66" y="618"/>
                    </a:lnTo>
                    <a:lnTo>
                      <a:pt x="72" y="618"/>
                    </a:lnTo>
                    <a:lnTo>
                      <a:pt x="72" y="6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23" name="Group 622">
              <a:extLst>
                <a:ext uri="{FF2B5EF4-FFF2-40B4-BE49-F238E27FC236}">
                  <a16:creationId xmlns:a16="http://schemas.microsoft.com/office/drawing/2014/main" id="{959DF80E-476E-4345-AA37-F2D14C38F1C1}"/>
                </a:ext>
              </a:extLst>
            </p:cNvPr>
            <p:cNvGrpSpPr/>
            <p:nvPr/>
          </p:nvGrpSpPr>
          <p:grpSpPr>
            <a:xfrm>
              <a:off x="5178967" y="2679163"/>
              <a:ext cx="2171051" cy="2961968"/>
              <a:chOff x="5439558" y="3106134"/>
              <a:chExt cx="1802307" cy="2458890"/>
            </a:xfrm>
            <a:solidFill>
              <a:schemeClr val="bg2"/>
            </a:solidFill>
          </p:grpSpPr>
          <p:sp>
            <p:nvSpPr>
              <p:cNvPr id="624" name="Freeform 288">
                <a:extLst>
                  <a:ext uri="{FF2B5EF4-FFF2-40B4-BE49-F238E27FC236}">
                    <a16:creationId xmlns:a16="http://schemas.microsoft.com/office/drawing/2014/main" id="{BDB004CC-477C-3841-813F-0E8AF536B5B9}"/>
                  </a:ext>
                </a:extLst>
              </p:cNvPr>
              <p:cNvSpPr>
                <a:spLocks/>
              </p:cNvSpPr>
              <p:nvPr/>
            </p:nvSpPr>
            <p:spPr bwMode="auto">
              <a:xfrm>
                <a:off x="6556950" y="4896238"/>
                <a:ext cx="203518" cy="240282"/>
              </a:xfrm>
              <a:custGeom>
                <a:avLst/>
                <a:gdLst>
                  <a:gd name="T0" fmla="*/ 70 w 104"/>
                  <a:gd name="T1" fmla="*/ 10 h 120"/>
                  <a:gd name="T2" fmla="*/ 84 w 104"/>
                  <a:gd name="T3" fmla="*/ 14 h 120"/>
                  <a:gd name="T4" fmla="*/ 92 w 104"/>
                  <a:gd name="T5" fmla="*/ 18 h 120"/>
                  <a:gd name="T6" fmla="*/ 100 w 104"/>
                  <a:gd name="T7" fmla="*/ 24 h 120"/>
                  <a:gd name="T8" fmla="*/ 102 w 104"/>
                  <a:gd name="T9" fmla="*/ 30 h 120"/>
                  <a:gd name="T10" fmla="*/ 98 w 104"/>
                  <a:gd name="T11" fmla="*/ 36 h 120"/>
                  <a:gd name="T12" fmla="*/ 100 w 104"/>
                  <a:gd name="T13" fmla="*/ 48 h 120"/>
                  <a:gd name="T14" fmla="*/ 100 w 104"/>
                  <a:gd name="T15" fmla="*/ 60 h 120"/>
                  <a:gd name="T16" fmla="*/ 98 w 104"/>
                  <a:gd name="T17" fmla="*/ 64 h 120"/>
                  <a:gd name="T18" fmla="*/ 100 w 104"/>
                  <a:gd name="T19" fmla="*/ 68 h 120"/>
                  <a:gd name="T20" fmla="*/ 98 w 104"/>
                  <a:gd name="T21" fmla="*/ 74 h 120"/>
                  <a:gd name="T22" fmla="*/ 98 w 104"/>
                  <a:gd name="T23" fmla="*/ 80 h 120"/>
                  <a:gd name="T24" fmla="*/ 100 w 104"/>
                  <a:gd name="T25" fmla="*/ 90 h 120"/>
                  <a:gd name="T26" fmla="*/ 98 w 104"/>
                  <a:gd name="T27" fmla="*/ 94 h 120"/>
                  <a:gd name="T28" fmla="*/ 100 w 104"/>
                  <a:gd name="T29" fmla="*/ 96 h 120"/>
                  <a:gd name="T30" fmla="*/ 102 w 104"/>
                  <a:gd name="T31" fmla="*/ 98 h 120"/>
                  <a:gd name="T32" fmla="*/ 86 w 104"/>
                  <a:gd name="T33" fmla="*/ 120 h 120"/>
                  <a:gd name="T34" fmla="*/ 78 w 104"/>
                  <a:gd name="T35" fmla="*/ 118 h 120"/>
                  <a:gd name="T36" fmla="*/ 72 w 104"/>
                  <a:gd name="T37" fmla="*/ 116 h 120"/>
                  <a:gd name="T38" fmla="*/ 64 w 104"/>
                  <a:gd name="T39" fmla="*/ 116 h 120"/>
                  <a:gd name="T40" fmla="*/ 58 w 104"/>
                  <a:gd name="T41" fmla="*/ 116 h 120"/>
                  <a:gd name="T42" fmla="*/ 52 w 104"/>
                  <a:gd name="T43" fmla="*/ 112 h 120"/>
                  <a:gd name="T44" fmla="*/ 50 w 104"/>
                  <a:gd name="T45" fmla="*/ 110 h 120"/>
                  <a:gd name="T46" fmla="*/ 46 w 104"/>
                  <a:gd name="T47" fmla="*/ 110 h 120"/>
                  <a:gd name="T48" fmla="*/ 42 w 104"/>
                  <a:gd name="T49" fmla="*/ 106 h 120"/>
                  <a:gd name="T50" fmla="*/ 42 w 104"/>
                  <a:gd name="T51" fmla="*/ 96 h 120"/>
                  <a:gd name="T52" fmla="*/ 40 w 104"/>
                  <a:gd name="T53" fmla="*/ 94 h 120"/>
                  <a:gd name="T54" fmla="*/ 38 w 104"/>
                  <a:gd name="T55" fmla="*/ 92 h 120"/>
                  <a:gd name="T56" fmla="*/ 34 w 104"/>
                  <a:gd name="T57" fmla="*/ 86 h 120"/>
                  <a:gd name="T58" fmla="*/ 28 w 104"/>
                  <a:gd name="T59" fmla="*/ 78 h 120"/>
                  <a:gd name="T60" fmla="*/ 24 w 104"/>
                  <a:gd name="T61" fmla="*/ 74 h 120"/>
                  <a:gd name="T62" fmla="*/ 22 w 104"/>
                  <a:gd name="T63" fmla="*/ 74 h 120"/>
                  <a:gd name="T64" fmla="*/ 18 w 104"/>
                  <a:gd name="T65" fmla="*/ 74 h 120"/>
                  <a:gd name="T66" fmla="*/ 16 w 104"/>
                  <a:gd name="T67" fmla="*/ 70 h 120"/>
                  <a:gd name="T68" fmla="*/ 8 w 104"/>
                  <a:gd name="T69" fmla="*/ 60 h 120"/>
                  <a:gd name="T70" fmla="*/ 6 w 104"/>
                  <a:gd name="T71" fmla="*/ 54 h 120"/>
                  <a:gd name="T72" fmla="*/ 2 w 104"/>
                  <a:gd name="T73" fmla="*/ 50 h 120"/>
                  <a:gd name="T74" fmla="*/ 0 w 104"/>
                  <a:gd name="T75" fmla="*/ 44 h 120"/>
                  <a:gd name="T76" fmla="*/ 8 w 104"/>
                  <a:gd name="T77" fmla="*/ 44 h 120"/>
                  <a:gd name="T78" fmla="*/ 14 w 104"/>
                  <a:gd name="T79" fmla="*/ 44 h 120"/>
                  <a:gd name="T80" fmla="*/ 18 w 104"/>
                  <a:gd name="T81" fmla="*/ 42 h 120"/>
                  <a:gd name="T82" fmla="*/ 32 w 104"/>
                  <a:gd name="T83" fmla="*/ 40 h 120"/>
                  <a:gd name="T84" fmla="*/ 40 w 104"/>
                  <a:gd name="T85" fmla="*/ 38 h 120"/>
                  <a:gd name="T86" fmla="*/ 42 w 104"/>
                  <a:gd name="T87" fmla="*/ 26 h 120"/>
                  <a:gd name="T88" fmla="*/ 44 w 104"/>
                  <a:gd name="T89" fmla="*/ 22 h 120"/>
                  <a:gd name="T90" fmla="*/ 50 w 104"/>
                  <a:gd name="T91" fmla="*/ 18 h 120"/>
                  <a:gd name="T92" fmla="*/ 52 w 104"/>
                  <a:gd name="T93" fmla="*/ 12 h 120"/>
                  <a:gd name="T94" fmla="*/ 58 w 104"/>
                  <a:gd name="T95" fmla="*/ 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120">
                    <a:moveTo>
                      <a:pt x="72" y="0"/>
                    </a:moveTo>
                    <a:lnTo>
                      <a:pt x="70" y="10"/>
                    </a:lnTo>
                    <a:lnTo>
                      <a:pt x="70" y="10"/>
                    </a:lnTo>
                    <a:lnTo>
                      <a:pt x="76" y="10"/>
                    </a:lnTo>
                    <a:lnTo>
                      <a:pt x="76" y="10"/>
                    </a:lnTo>
                    <a:lnTo>
                      <a:pt x="84" y="14"/>
                    </a:lnTo>
                    <a:lnTo>
                      <a:pt x="84" y="14"/>
                    </a:lnTo>
                    <a:lnTo>
                      <a:pt x="92" y="18"/>
                    </a:lnTo>
                    <a:lnTo>
                      <a:pt x="92" y="18"/>
                    </a:lnTo>
                    <a:lnTo>
                      <a:pt x="96" y="20"/>
                    </a:lnTo>
                    <a:lnTo>
                      <a:pt x="100" y="24"/>
                    </a:lnTo>
                    <a:lnTo>
                      <a:pt x="100" y="24"/>
                    </a:lnTo>
                    <a:lnTo>
                      <a:pt x="102" y="28"/>
                    </a:lnTo>
                    <a:lnTo>
                      <a:pt x="102" y="30"/>
                    </a:lnTo>
                    <a:lnTo>
                      <a:pt x="102" y="30"/>
                    </a:lnTo>
                    <a:lnTo>
                      <a:pt x="100" y="32"/>
                    </a:lnTo>
                    <a:lnTo>
                      <a:pt x="98" y="36"/>
                    </a:lnTo>
                    <a:lnTo>
                      <a:pt x="98" y="36"/>
                    </a:lnTo>
                    <a:lnTo>
                      <a:pt x="98" y="42"/>
                    </a:lnTo>
                    <a:lnTo>
                      <a:pt x="100" y="48"/>
                    </a:lnTo>
                    <a:lnTo>
                      <a:pt x="100" y="48"/>
                    </a:lnTo>
                    <a:lnTo>
                      <a:pt x="104" y="54"/>
                    </a:lnTo>
                    <a:lnTo>
                      <a:pt x="104" y="54"/>
                    </a:lnTo>
                    <a:lnTo>
                      <a:pt x="100" y="60"/>
                    </a:lnTo>
                    <a:lnTo>
                      <a:pt x="100" y="60"/>
                    </a:lnTo>
                    <a:lnTo>
                      <a:pt x="98" y="62"/>
                    </a:lnTo>
                    <a:lnTo>
                      <a:pt x="98" y="64"/>
                    </a:lnTo>
                    <a:lnTo>
                      <a:pt x="98" y="66"/>
                    </a:lnTo>
                    <a:lnTo>
                      <a:pt x="98" y="66"/>
                    </a:lnTo>
                    <a:lnTo>
                      <a:pt x="100" y="68"/>
                    </a:lnTo>
                    <a:lnTo>
                      <a:pt x="100" y="70"/>
                    </a:lnTo>
                    <a:lnTo>
                      <a:pt x="100" y="70"/>
                    </a:lnTo>
                    <a:lnTo>
                      <a:pt x="98" y="74"/>
                    </a:lnTo>
                    <a:lnTo>
                      <a:pt x="98" y="74"/>
                    </a:lnTo>
                    <a:lnTo>
                      <a:pt x="98" y="80"/>
                    </a:lnTo>
                    <a:lnTo>
                      <a:pt x="98" y="80"/>
                    </a:lnTo>
                    <a:lnTo>
                      <a:pt x="98" y="82"/>
                    </a:lnTo>
                    <a:lnTo>
                      <a:pt x="98" y="86"/>
                    </a:lnTo>
                    <a:lnTo>
                      <a:pt x="100" y="90"/>
                    </a:lnTo>
                    <a:lnTo>
                      <a:pt x="100" y="90"/>
                    </a:lnTo>
                    <a:lnTo>
                      <a:pt x="98" y="94"/>
                    </a:lnTo>
                    <a:lnTo>
                      <a:pt x="98" y="94"/>
                    </a:lnTo>
                    <a:lnTo>
                      <a:pt x="98" y="94"/>
                    </a:lnTo>
                    <a:lnTo>
                      <a:pt x="100" y="96"/>
                    </a:lnTo>
                    <a:lnTo>
                      <a:pt x="100" y="96"/>
                    </a:lnTo>
                    <a:lnTo>
                      <a:pt x="102" y="96"/>
                    </a:lnTo>
                    <a:lnTo>
                      <a:pt x="102" y="98"/>
                    </a:lnTo>
                    <a:lnTo>
                      <a:pt x="102" y="98"/>
                    </a:lnTo>
                    <a:lnTo>
                      <a:pt x="96" y="108"/>
                    </a:lnTo>
                    <a:lnTo>
                      <a:pt x="86" y="120"/>
                    </a:lnTo>
                    <a:lnTo>
                      <a:pt x="86" y="120"/>
                    </a:lnTo>
                    <a:lnTo>
                      <a:pt x="84" y="118"/>
                    </a:lnTo>
                    <a:lnTo>
                      <a:pt x="78" y="118"/>
                    </a:lnTo>
                    <a:lnTo>
                      <a:pt x="78" y="118"/>
                    </a:lnTo>
                    <a:lnTo>
                      <a:pt x="74" y="116"/>
                    </a:lnTo>
                    <a:lnTo>
                      <a:pt x="72" y="116"/>
                    </a:lnTo>
                    <a:lnTo>
                      <a:pt x="72" y="116"/>
                    </a:lnTo>
                    <a:lnTo>
                      <a:pt x="70" y="116"/>
                    </a:lnTo>
                    <a:lnTo>
                      <a:pt x="64" y="116"/>
                    </a:lnTo>
                    <a:lnTo>
                      <a:pt x="64" y="116"/>
                    </a:lnTo>
                    <a:lnTo>
                      <a:pt x="62" y="118"/>
                    </a:lnTo>
                    <a:lnTo>
                      <a:pt x="60" y="116"/>
                    </a:lnTo>
                    <a:lnTo>
                      <a:pt x="58" y="116"/>
                    </a:lnTo>
                    <a:lnTo>
                      <a:pt x="58" y="116"/>
                    </a:lnTo>
                    <a:lnTo>
                      <a:pt x="56" y="114"/>
                    </a:lnTo>
                    <a:lnTo>
                      <a:pt x="52" y="112"/>
                    </a:lnTo>
                    <a:lnTo>
                      <a:pt x="52" y="112"/>
                    </a:lnTo>
                    <a:lnTo>
                      <a:pt x="50" y="110"/>
                    </a:lnTo>
                    <a:lnTo>
                      <a:pt x="50" y="110"/>
                    </a:lnTo>
                    <a:lnTo>
                      <a:pt x="48" y="110"/>
                    </a:lnTo>
                    <a:lnTo>
                      <a:pt x="46" y="110"/>
                    </a:lnTo>
                    <a:lnTo>
                      <a:pt x="46" y="110"/>
                    </a:lnTo>
                    <a:lnTo>
                      <a:pt x="42" y="108"/>
                    </a:lnTo>
                    <a:lnTo>
                      <a:pt x="42" y="108"/>
                    </a:lnTo>
                    <a:lnTo>
                      <a:pt x="42" y="106"/>
                    </a:lnTo>
                    <a:lnTo>
                      <a:pt x="42" y="106"/>
                    </a:lnTo>
                    <a:lnTo>
                      <a:pt x="40" y="100"/>
                    </a:lnTo>
                    <a:lnTo>
                      <a:pt x="42" y="96"/>
                    </a:lnTo>
                    <a:lnTo>
                      <a:pt x="42" y="96"/>
                    </a:lnTo>
                    <a:lnTo>
                      <a:pt x="42" y="94"/>
                    </a:lnTo>
                    <a:lnTo>
                      <a:pt x="40" y="94"/>
                    </a:lnTo>
                    <a:lnTo>
                      <a:pt x="38" y="92"/>
                    </a:lnTo>
                    <a:lnTo>
                      <a:pt x="38" y="92"/>
                    </a:lnTo>
                    <a:lnTo>
                      <a:pt x="38" y="92"/>
                    </a:lnTo>
                    <a:lnTo>
                      <a:pt x="36" y="88"/>
                    </a:lnTo>
                    <a:lnTo>
                      <a:pt x="34" y="86"/>
                    </a:lnTo>
                    <a:lnTo>
                      <a:pt x="34" y="86"/>
                    </a:lnTo>
                    <a:lnTo>
                      <a:pt x="32" y="80"/>
                    </a:lnTo>
                    <a:lnTo>
                      <a:pt x="32" y="80"/>
                    </a:lnTo>
                    <a:lnTo>
                      <a:pt x="28" y="78"/>
                    </a:lnTo>
                    <a:lnTo>
                      <a:pt x="26" y="76"/>
                    </a:lnTo>
                    <a:lnTo>
                      <a:pt x="24" y="74"/>
                    </a:lnTo>
                    <a:lnTo>
                      <a:pt x="24" y="74"/>
                    </a:lnTo>
                    <a:lnTo>
                      <a:pt x="24" y="72"/>
                    </a:lnTo>
                    <a:lnTo>
                      <a:pt x="24" y="74"/>
                    </a:lnTo>
                    <a:lnTo>
                      <a:pt x="22" y="74"/>
                    </a:lnTo>
                    <a:lnTo>
                      <a:pt x="20" y="74"/>
                    </a:lnTo>
                    <a:lnTo>
                      <a:pt x="20" y="74"/>
                    </a:lnTo>
                    <a:lnTo>
                      <a:pt x="18" y="74"/>
                    </a:lnTo>
                    <a:lnTo>
                      <a:pt x="18" y="72"/>
                    </a:lnTo>
                    <a:lnTo>
                      <a:pt x="16" y="70"/>
                    </a:lnTo>
                    <a:lnTo>
                      <a:pt x="16" y="70"/>
                    </a:lnTo>
                    <a:lnTo>
                      <a:pt x="16" y="70"/>
                    </a:lnTo>
                    <a:lnTo>
                      <a:pt x="10" y="64"/>
                    </a:lnTo>
                    <a:lnTo>
                      <a:pt x="8" y="60"/>
                    </a:lnTo>
                    <a:lnTo>
                      <a:pt x="8" y="60"/>
                    </a:lnTo>
                    <a:lnTo>
                      <a:pt x="8" y="56"/>
                    </a:lnTo>
                    <a:lnTo>
                      <a:pt x="6" y="54"/>
                    </a:lnTo>
                    <a:lnTo>
                      <a:pt x="4" y="52"/>
                    </a:lnTo>
                    <a:lnTo>
                      <a:pt x="4" y="52"/>
                    </a:lnTo>
                    <a:lnTo>
                      <a:pt x="2" y="50"/>
                    </a:lnTo>
                    <a:lnTo>
                      <a:pt x="2" y="48"/>
                    </a:lnTo>
                    <a:lnTo>
                      <a:pt x="0" y="44"/>
                    </a:lnTo>
                    <a:lnTo>
                      <a:pt x="0" y="44"/>
                    </a:lnTo>
                    <a:lnTo>
                      <a:pt x="2" y="44"/>
                    </a:lnTo>
                    <a:lnTo>
                      <a:pt x="8" y="44"/>
                    </a:lnTo>
                    <a:lnTo>
                      <a:pt x="8" y="44"/>
                    </a:lnTo>
                    <a:lnTo>
                      <a:pt x="10" y="44"/>
                    </a:lnTo>
                    <a:lnTo>
                      <a:pt x="12" y="44"/>
                    </a:lnTo>
                    <a:lnTo>
                      <a:pt x="14" y="44"/>
                    </a:lnTo>
                    <a:lnTo>
                      <a:pt x="14" y="44"/>
                    </a:lnTo>
                    <a:lnTo>
                      <a:pt x="16" y="42"/>
                    </a:lnTo>
                    <a:lnTo>
                      <a:pt x="18" y="42"/>
                    </a:lnTo>
                    <a:lnTo>
                      <a:pt x="22" y="44"/>
                    </a:lnTo>
                    <a:lnTo>
                      <a:pt x="22" y="44"/>
                    </a:lnTo>
                    <a:lnTo>
                      <a:pt x="32" y="40"/>
                    </a:lnTo>
                    <a:lnTo>
                      <a:pt x="32" y="40"/>
                    </a:lnTo>
                    <a:lnTo>
                      <a:pt x="36" y="38"/>
                    </a:lnTo>
                    <a:lnTo>
                      <a:pt x="40" y="38"/>
                    </a:lnTo>
                    <a:lnTo>
                      <a:pt x="40" y="38"/>
                    </a:lnTo>
                    <a:lnTo>
                      <a:pt x="42" y="30"/>
                    </a:lnTo>
                    <a:lnTo>
                      <a:pt x="42" y="26"/>
                    </a:lnTo>
                    <a:lnTo>
                      <a:pt x="44" y="24"/>
                    </a:lnTo>
                    <a:lnTo>
                      <a:pt x="44" y="24"/>
                    </a:lnTo>
                    <a:lnTo>
                      <a:pt x="44" y="22"/>
                    </a:lnTo>
                    <a:lnTo>
                      <a:pt x="46" y="20"/>
                    </a:lnTo>
                    <a:lnTo>
                      <a:pt x="46" y="20"/>
                    </a:lnTo>
                    <a:lnTo>
                      <a:pt x="50" y="18"/>
                    </a:lnTo>
                    <a:lnTo>
                      <a:pt x="50" y="16"/>
                    </a:lnTo>
                    <a:lnTo>
                      <a:pt x="50" y="16"/>
                    </a:lnTo>
                    <a:lnTo>
                      <a:pt x="52" y="12"/>
                    </a:lnTo>
                    <a:lnTo>
                      <a:pt x="54" y="10"/>
                    </a:lnTo>
                    <a:lnTo>
                      <a:pt x="54" y="10"/>
                    </a:lnTo>
                    <a:lnTo>
                      <a:pt x="58" y="8"/>
                    </a:lnTo>
                    <a:lnTo>
                      <a:pt x="60" y="6"/>
                    </a:lnTo>
                    <a:lnTo>
                      <a:pt x="7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5" name="Freeform 289">
                <a:extLst>
                  <a:ext uri="{FF2B5EF4-FFF2-40B4-BE49-F238E27FC236}">
                    <a16:creationId xmlns:a16="http://schemas.microsoft.com/office/drawing/2014/main" id="{2798FFED-CE48-254A-A531-9A39A1510D93}"/>
                  </a:ext>
                </a:extLst>
              </p:cNvPr>
              <p:cNvSpPr>
                <a:spLocks/>
              </p:cNvSpPr>
              <p:nvPr/>
            </p:nvSpPr>
            <p:spPr bwMode="auto">
              <a:xfrm>
                <a:off x="6474759" y="4659960"/>
                <a:ext cx="301362" cy="324380"/>
              </a:xfrm>
              <a:custGeom>
                <a:avLst/>
                <a:gdLst>
                  <a:gd name="T0" fmla="*/ 36 w 154"/>
                  <a:gd name="T1" fmla="*/ 156 h 162"/>
                  <a:gd name="T2" fmla="*/ 42 w 154"/>
                  <a:gd name="T3" fmla="*/ 162 h 162"/>
                  <a:gd name="T4" fmla="*/ 50 w 154"/>
                  <a:gd name="T5" fmla="*/ 162 h 162"/>
                  <a:gd name="T6" fmla="*/ 56 w 154"/>
                  <a:gd name="T7" fmla="*/ 162 h 162"/>
                  <a:gd name="T8" fmla="*/ 64 w 154"/>
                  <a:gd name="T9" fmla="*/ 162 h 162"/>
                  <a:gd name="T10" fmla="*/ 82 w 154"/>
                  <a:gd name="T11" fmla="*/ 156 h 162"/>
                  <a:gd name="T12" fmla="*/ 86 w 154"/>
                  <a:gd name="T13" fmla="*/ 142 h 162"/>
                  <a:gd name="T14" fmla="*/ 88 w 154"/>
                  <a:gd name="T15" fmla="*/ 138 h 162"/>
                  <a:gd name="T16" fmla="*/ 94 w 154"/>
                  <a:gd name="T17" fmla="*/ 130 h 162"/>
                  <a:gd name="T18" fmla="*/ 102 w 154"/>
                  <a:gd name="T19" fmla="*/ 124 h 162"/>
                  <a:gd name="T20" fmla="*/ 114 w 154"/>
                  <a:gd name="T21" fmla="*/ 116 h 162"/>
                  <a:gd name="T22" fmla="*/ 140 w 154"/>
                  <a:gd name="T23" fmla="*/ 100 h 162"/>
                  <a:gd name="T24" fmla="*/ 140 w 154"/>
                  <a:gd name="T25" fmla="*/ 86 h 162"/>
                  <a:gd name="T26" fmla="*/ 140 w 154"/>
                  <a:gd name="T27" fmla="*/ 74 h 162"/>
                  <a:gd name="T28" fmla="*/ 150 w 154"/>
                  <a:gd name="T29" fmla="*/ 66 h 162"/>
                  <a:gd name="T30" fmla="*/ 148 w 154"/>
                  <a:gd name="T31" fmla="*/ 62 h 162"/>
                  <a:gd name="T32" fmla="*/ 146 w 154"/>
                  <a:gd name="T33" fmla="*/ 54 h 162"/>
                  <a:gd name="T34" fmla="*/ 146 w 154"/>
                  <a:gd name="T35" fmla="*/ 46 h 162"/>
                  <a:gd name="T36" fmla="*/ 154 w 154"/>
                  <a:gd name="T37" fmla="*/ 38 h 162"/>
                  <a:gd name="T38" fmla="*/ 152 w 154"/>
                  <a:gd name="T39" fmla="*/ 32 h 162"/>
                  <a:gd name="T40" fmla="*/ 148 w 154"/>
                  <a:gd name="T41" fmla="*/ 22 h 162"/>
                  <a:gd name="T42" fmla="*/ 140 w 154"/>
                  <a:gd name="T43" fmla="*/ 18 h 162"/>
                  <a:gd name="T44" fmla="*/ 134 w 154"/>
                  <a:gd name="T45" fmla="*/ 14 h 162"/>
                  <a:gd name="T46" fmla="*/ 132 w 154"/>
                  <a:gd name="T47" fmla="*/ 6 h 162"/>
                  <a:gd name="T48" fmla="*/ 126 w 154"/>
                  <a:gd name="T49" fmla="*/ 8 h 162"/>
                  <a:gd name="T50" fmla="*/ 118 w 154"/>
                  <a:gd name="T51" fmla="*/ 8 h 162"/>
                  <a:gd name="T52" fmla="*/ 120 w 154"/>
                  <a:gd name="T53" fmla="*/ 4 h 162"/>
                  <a:gd name="T54" fmla="*/ 92 w 154"/>
                  <a:gd name="T55" fmla="*/ 8 h 162"/>
                  <a:gd name="T56" fmla="*/ 92 w 154"/>
                  <a:gd name="T57" fmla="*/ 10 h 162"/>
                  <a:gd name="T58" fmla="*/ 84 w 154"/>
                  <a:gd name="T59" fmla="*/ 18 h 162"/>
                  <a:gd name="T60" fmla="*/ 80 w 154"/>
                  <a:gd name="T61" fmla="*/ 22 h 162"/>
                  <a:gd name="T62" fmla="*/ 82 w 154"/>
                  <a:gd name="T63" fmla="*/ 30 h 162"/>
                  <a:gd name="T64" fmla="*/ 86 w 154"/>
                  <a:gd name="T65" fmla="*/ 40 h 162"/>
                  <a:gd name="T66" fmla="*/ 86 w 154"/>
                  <a:gd name="T67" fmla="*/ 50 h 162"/>
                  <a:gd name="T68" fmla="*/ 96 w 154"/>
                  <a:gd name="T69" fmla="*/ 56 h 162"/>
                  <a:gd name="T70" fmla="*/ 102 w 154"/>
                  <a:gd name="T71" fmla="*/ 62 h 162"/>
                  <a:gd name="T72" fmla="*/ 104 w 154"/>
                  <a:gd name="T73" fmla="*/ 74 h 162"/>
                  <a:gd name="T74" fmla="*/ 96 w 154"/>
                  <a:gd name="T75" fmla="*/ 78 h 162"/>
                  <a:gd name="T76" fmla="*/ 94 w 154"/>
                  <a:gd name="T77" fmla="*/ 72 h 162"/>
                  <a:gd name="T78" fmla="*/ 86 w 154"/>
                  <a:gd name="T79" fmla="*/ 64 h 162"/>
                  <a:gd name="T80" fmla="*/ 80 w 154"/>
                  <a:gd name="T81" fmla="*/ 58 h 162"/>
                  <a:gd name="T82" fmla="*/ 74 w 154"/>
                  <a:gd name="T83" fmla="*/ 52 h 162"/>
                  <a:gd name="T84" fmla="*/ 70 w 154"/>
                  <a:gd name="T85" fmla="*/ 52 h 162"/>
                  <a:gd name="T86" fmla="*/ 52 w 154"/>
                  <a:gd name="T87" fmla="*/ 56 h 162"/>
                  <a:gd name="T88" fmla="*/ 48 w 154"/>
                  <a:gd name="T89" fmla="*/ 54 h 162"/>
                  <a:gd name="T90" fmla="*/ 46 w 154"/>
                  <a:gd name="T91" fmla="*/ 46 h 162"/>
                  <a:gd name="T92" fmla="*/ 40 w 154"/>
                  <a:gd name="T93" fmla="*/ 48 h 162"/>
                  <a:gd name="T94" fmla="*/ 30 w 154"/>
                  <a:gd name="T95" fmla="*/ 40 h 162"/>
                  <a:gd name="T96" fmla="*/ 32 w 154"/>
                  <a:gd name="T97" fmla="*/ 50 h 162"/>
                  <a:gd name="T98" fmla="*/ 30 w 154"/>
                  <a:gd name="T99" fmla="*/ 66 h 162"/>
                  <a:gd name="T100" fmla="*/ 0 w 154"/>
                  <a:gd name="T101" fmla="*/ 130 h 162"/>
                  <a:gd name="T102" fmla="*/ 4 w 154"/>
                  <a:gd name="T103" fmla="*/ 138 h 162"/>
                  <a:gd name="T104" fmla="*/ 14 w 154"/>
                  <a:gd name="T105" fmla="*/ 152 h 162"/>
                  <a:gd name="T106" fmla="*/ 18 w 154"/>
                  <a:gd name="T107" fmla="*/ 15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4" h="162">
                    <a:moveTo>
                      <a:pt x="18" y="158"/>
                    </a:moveTo>
                    <a:lnTo>
                      <a:pt x="32" y="156"/>
                    </a:lnTo>
                    <a:lnTo>
                      <a:pt x="32" y="156"/>
                    </a:lnTo>
                    <a:lnTo>
                      <a:pt x="36" y="156"/>
                    </a:lnTo>
                    <a:lnTo>
                      <a:pt x="38" y="158"/>
                    </a:lnTo>
                    <a:lnTo>
                      <a:pt x="38" y="158"/>
                    </a:lnTo>
                    <a:lnTo>
                      <a:pt x="40" y="160"/>
                    </a:lnTo>
                    <a:lnTo>
                      <a:pt x="42" y="162"/>
                    </a:lnTo>
                    <a:lnTo>
                      <a:pt x="42" y="162"/>
                    </a:lnTo>
                    <a:lnTo>
                      <a:pt x="44" y="162"/>
                    </a:lnTo>
                    <a:lnTo>
                      <a:pt x="50" y="162"/>
                    </a:lnTo>
                    <a:lnTo>
                      <a:pt x="50" y="162"/>
                    </a:lnTo>
                    <a:lnTo>
                      <a:pt x="52" y="162"/>
                    </a:lnTo>
                    <a:lnTo>
                      <a:pt x="54" y="162"/>
                    </a:lnTo>
                    <a:lnTo>
                      <a:pt x="56" y="162"/>
                    </a:lnTo>
                    <a:lnTo>
                      <a:pt x="56" y="162"/>
                    </a:lnTo>
                    <a:lnTo>
                      <a:pt x="58" y="160"/>
                    </a:lnTo>
                    <a:lnTo>
                      <a:pt x="60" y="160"/>
                    </a:lnTo>
                    <a:lnTo>
                      <a:pt x="64" y="162"/>
                    </a:lnTo>
                    <a:lnTo>
                      <a:pt x="64" y="162"/>
                    </a:lnTo>
                    <a:lnTo>
                      <a:pt x="74" y="158"/>
                    </a:lnTo>
                    <a:lnTo>
                      <a:pt x="74" y="158"/>
                    </a:lnTo>
                    <a:lnTo>
                      <a:pt x="78" y="156"/>
                    </a:lnTo>
                    <a:lnTo>
                      <a:pt x="82" y="156"/>
                    </a:lnTo>
                    <a:lnTo>
                      <a:pt x="82" y="156"/>
                    </a:lnTo>
                    <a:lnTo>
                      <a:pt x="84" y="148"/>
                    </a:lnTo>
                    <a:lnTo>
                      <a:pt x="84" y="144"/>
                    </a:lnTo>
                    <a:lnTo>
                      <a:pt x="86" y="142"/>
                    </a:lnTo>
                    <a:lnTo>
                      <a:pt x="86" y="142"/>
                    </a:lnTo>
                    <a:lnTo>
                      <a:pt x="86" y="140"/>
                    </a:lnTo>
                    <a:lnTo>
                      <a:pt x="88" y="138"/>
                    </a:lnTo>
                    <a:lnTo>
                      <a:pt x="88" y="138"/>
                    </a:lnTo>
                    <a:lnTo>
                      <a:pt x="92" y="136"/>
                    </a:lnTo>
                    <a:lnTo>
                      <a:pt x="92" y="134"/>
                    </a:lnTo>
                    <a:lnTo>
                      <a:pt x="92" y="134"/>
                    </a:lnTo>
                    <a:lnTo>
                      <a:pt x="94" y="130"/>
                    </a:lnTo>
                    <a:lnTo>
                      <a:pt x="96" y="128"/>
                    </a:lnTo>
                    <a:lnTo>
                      <a:pt x="96" y="128"/>
                    </a:lnTo>
                    <a:lnTo>
                      <a:pt x="100" y="126"/>
                    </a:lnTo>
                    <a:lnTo>
                      <a:pt x="102" y="124"/>
                    </a:lnTo>
                    <a:lnTo>
                      <a:pt x="112" y="120"/>
                    </a:lnTo>
                    <a:lnTo>
                      <a:pt x="114" y="118"/>
                    </a:lnTo>
                    <a:lnTo>
                      <a:pt x="114" y="118"/>
                    </a:lnTo>
                    <a:lnTo>
                      <a:pt x="114" y="116"/>
                    </a:lnTo>
                    <a:lnTo>
                      <a:pt x="112" y="114"/>
                    </a:lnTo>
                    <a:lnTo>
                      <a:pt x="110" y="110"/>
                    </a:lnTo>
                    <a:lnTo>
                      <a:pt x="140" y="100"/>
                    </a:lnTo>
                    <a:lnTo>
                      <a:pt x="140" y="100"/>
                    </a:lnTo>
                    <a:lnTo>
                      <a:pt x="138" y="92"/>
                    </a:lnTo>
                    <a:lnTo>
                      <a:pt x="138" y="92"/>
                    </a:lnTo>
                    <a:lnTo>
                      <a:pt x="140" y="88"/>
                    </a:lnTo>
                    <a:lnTo>
                      <a:pt x="140" y="86"/>
                    </a:lnTo>
                    <a:lnTo>
                      <a:pt x="140" y="84"/>
                    </a:lnTo>
                    <a:lnTo>
                      <a:pt x="140" y="84"/>
                    </a:lnTo>
                    <a:lnTo>
                      <a:pt x="140" y="78"/>
                    </a:lnTo>
                    <a:lnTo>
                      <a:pt x="140" y="74"/>
                    </a:lnTo>
                    <a:lnTo>
                      <a:pt x="142" y="72"/>
                    </a:lnTo>
                    <a:lnTo>
                      <a:pt x="142" y="72"/>
                    </a:lnTo>
                    <a:lnTo>
                      <a:pt x="148" y="68"/>
                    </a:lnTo>
                    <a:lnTo>
                      <a:pt x="150" y="66"/>
                    </a:lnTo>
                    <a:lnTo>
                      <a:pt x="150" y="64"/>
                    </a:lnTo>
                    <a:lnTo>
                      <a:pt x="150" y="64"/>
                    </a:lnTo>
                    <a:lnTo>
                      <a:pt x="148" y="62"/>
                    </a:lnTo>
                    <a:lnTo>
                      <a:pt x="148" y="62"/>
                    </a:lnTo>
                    <a:lnTo>
                      <a:pt x="146" y="62"/>
                    </a:lnTo>
                    <a:lnTo>
                      <a:pt x="146" y="60"/>
                    </a:lnTo>
                    <a:lnTo>
                      <a:pt x="146" y="60"/>
                    </a:lnTo>
                    <a:lnTo>
                      <a:pt x="146" y="54"/>
                    </a:lnTo>
                    <a:lnTo>
                      <a:pt x="146" y="50"/>
                    </a:lnTo>
                    <a:lnTo>
                      <a:pt x="146" y="50"/>
                    </a:lnTo>
                    <a:lnTo>
                      <a:pt x="146" y="48"/>
                    </a:lnTo>
                    <a:lnTo>
                      <a:pt x="146" y="46"/>
                    </a:lnTo>
                    <a:lnTo>
                      <a:pt x="150" y="44"/>
                    </a:lnTo>
                    <a:lnTo>
                      <a:pt x="150" y="44"/>
                    </a:lnTo>
                    <a:lnTo>
                      <a:pt x="152" y="40"/>
                    </a:lnTo>
                    <a:lnTo>
                      <a:pt x="154" y="38"/>
                    </a:lnTo>
                    <a:lnTo>
                      <a:pt x="152" y="36"/>
                    </a:lnTo>
                    <a:lnTo>
                      <a:pt x="152" y="36"/>
                    </a:lnTo>
                    <a:lnTo>
                      <a:pt x="152" y="34"/>
                    </a:lnTo>
                    <a:lnTo>
                      <a:pt x="152" y="32"/>
                    </a:lnTo>
                    <a:lnTo>
                      <a:pt x="152" y="28"/>
                    </a:lnTo>
                    <a:lnTo>
                      <a:pt x="150" y="26"/>
                    </a:lnTo>
                    <a:lnTo>
                      <a:pt x="150" y="26"/>
                    </a:lnTo>
                    <a:lnTo>
                      <a:pt x="148" y="22"/>
                    </a:lnTo>
                    <a:lnTo>
                      <a:pt x="148" y="20"/>
                    </a:lnTo>
                    <a:lnTo>
                      <a:pt x="148" y="20"/>
                    </a:lnTo>
                    <a:lnTo>
                      <a:pt x="144" y="20"/>
                    </a:lnTo>
                    <a:lnTo>
                      <a:pt x="140" y="18"/>
                    </a:lnTo>
                    <a:lnTo>
                      <a:pt x="140" y="18"/>
                    </a:lnTo>
                    <a:lnTo>
                      <a:pt x="136" y="14"/>
                    </a:lnTo>
                    <a:lnTo>
                      <a:pt x="134" y="14"/>
                    </a:lnTo>
                    <a:lnTo>
                      <a:pt x="134" y="14"/>
                    </a:lnTo>
                    <a:lnTo>
                      <a:pt x="132" y="12"/>
                    </a:lnTo>
                    <a:lnTo>
                      <a:pt x="132" y="10"/>
                    </a:lnTo>
                    <a:lnTo>
                      <a:pt x="132" y="6"/>
                    </a:lnTo>
                    <a:lnTo>
                      <a:pt x="132" y="6"/>
                    </a:lnTo>
                    <a:lnTo>
                      <a:pt x="132" y="6"/>
                    </a:lnTo>
                    <a:lnTo>
                      <a:pt x="134" y="8"/>
                    </a:lnTo>
                    <a:lnTo>
                      <a:pt x="134" y="8"/>
                    </a:lnTo>
                    <a:lnTo>
                      <a:pt x="126" y="8"/>
                    </a:lnTo>
                    <a:lnTo>
                      <a:pt x="126" y="8"/>
                    </a:lnTo>
                    <a:lnTo>
                      <a:pt x="122" y="8"/>
                    </a:lnTo>
                    <a:lnTo>
                      <a:pt x="122" y="8"/>
                    </a:lnTo>
                    <a:lnTo>
                      <a:pt x="118" y="8"/>
                    </a:lnTo>
                    <a:lnTo>
                      <a:pt x="118" y="8"/>
                    </a:lnTo>
                    <a:lnTo>
                      <a:pt x="118" y="8"/>
                    </a:lnTo>
                    <a:lnTo>
                      <a:pt x="118" y="8"/>
                    </a:lnTo>
                    <a:lnTo>
                      <a:pt x="120" y="4"/>
                    </a:lnTo>
                    <a:lnTo>
                      <a:pt x="120" y="2"/>
                    </a:lnTo>
                    <a:lnTo>
                      <a:pt x="118" y="2"/>
                    </a:lnTo>
                    <a:lnTo>
                      <a:pt x="118" y="0"/>
                    </a:lnTo>
                    <a:lnTo>
                      <a:pt x="92" y="8"/>
                    </a:lnTo>
                    <a:lnTo>
                      <a:pt x="92" y="8"/>
                    </a:lnTo>
                    <a:lnTo>
                      <a:pt x="92" y="8"/>
                    </a:lnTo>
                    <a:lnTo>
                      <a:pt x="92" y="8"/>
                    </a:lnTo>
                    <a:lnTo>
                      <a:pt x="92" y="10"/>
                    </a:lnTo>
                    <a:lnTo>
                      <a:pt x="88" y="14"/>
                    </a:lnTo>
                    <a:lnTo>
                      <a:pt x="84" y="16"/>
                    </a:lnTo>
                    <a:lnTo>
                      <a:pt x="84" y="18"/>
                    </a:lnTo>
                    <a:lnTo>
                      <a:pt x="84" y="18"/>
                    </a:lnTo>
                    <a:lnTo>
                      <a:pt x="82" y="18"/>
                    </a:lnTo>
                    <a:lnTo>
                      <a:pt x="82" y="18"/>
                    </a:lnTo>
                    <a:lnTo>
                      <a:pt x="82" y="18"/>
                    </a:lnTo>
                    <a:lnTo>
                      <a:pt x="80" y="22"/>
                    </a:lnTo>
                    <a:lnTo>
                      <a:pt x="80" y="26"/>
                    </a:lnTo>
                    <a:lnTo>
                      <a:pt x="80" y="26"/>
                    </a:lnTo>
                    <a:lnTo>
                      <a:pt x="82" y="28"/>
                    </a:lnTo>
                    <a:lnTo>
                      <a:pt x="82" y="30"/>
                    </a:lnTo>
                    <a:lnTo>
                      <a:pt x="82" y="30"/>
                    </a:lnTo>
                    <a:lnTo>
                      <a:pt x="84" y="36"/>
                    </a:lnTo>
                    <a:lnTo>
                      <a:pt x="86" y="38"/>
                    </a:lnTo>
                    <a:lnTo>
                      <a:pt x="86" y="40"/>
                    </a:lnTo>
                    <a:lnTo>
                      <a:pt x="86" y="40"/>
                    </a:lnTo>
                    <a:lnTo>
                      <a:pt x="84" y="46"/>
                    </a:lnTo>
                    <a:lnTo>
                      <a:pt x="84" y="46"/>
                    </a:lnTo>
                    <a:lnTo>
                      <a:pt x="86" y="50"/>
                    </a:lnTo>
                    <a:lnTo>
                      <a:pt x="90" y="54"/>
                    </a:lnTo>
                    <a:lnTo>
                      <a:pt x="90" y="54"/>
                    </a:lnTo>
                    <a:lnTo>
                      <a:pt x="94" y="56"/>
                    </a:lnTo>
                    <a:lnTo>
                      <a:pt x="96" y="56"/>
                    </a:lnTo>
                    <a:lnTo>
                      <a:pt x="98" y="60"/>
                    </a:lnTo>
                    <a:lnTo>
                      <a:pt x="98" y="60"/>
                    </a:lnTo>
                    <a:lnTo>
                      <a:pt x="100" y="62"/>
                    </a:lnTo>
                    <a:lnTo>
                      <a:pt x="102" y="62"/>
                    </a:lnTo>
                    <a:lnTo>
                      <a:pt x="102" y="62"/>
                    </a:lnTo>
                    <a:lnTo>
                      <a:pt x="110" y="60"/>
                    </a:lnTo>
                    <a:lnTo>
                      <a:pt x="110" y="76"/>
                    </a:lnTo>
                    <a:lnTo>
                      <a:pt x="104" y="74"/>
                    </a:lnTo>
                    <a:lnTo>
                      <a:pt x="104" y="74"/>
                    </a:lnTo>
                    <a:lnTo>
                      <a:pt x="100" y="76"/>
                    </a:lnTo>
                    <a:lnTo>
                      <a:pt x="100" y="76"/>
                    </a:lnTo>
                    <a:lnTo>
                      <a:pt x="96" y="78"/>
                    </a:lnTo>
                    <a:lnTo>
                      <a:pt x="94" y="78"/>
                    </a:lnTo>
                    <a:lnTo>
                      <a:pt x="92" y="76"/>
                    </a:lnTo>
                    <a:lnTo>
                      <a:pt x="92" y="76"/>
                    </a:lnTo>
                    <a:lnTo>
                      <a:pt x="94" y="72"/>
                    </a:lnTo>
                    <a:lnTo>
                      <a:pt x="92" y="68"/>
                    </a:lnTo>
                    <a:lnTo>
                      <a:pt x="92" y="68"/>
                    </a:lnTo>
                    <a:lnTo>
                      <a:pt x="90" y="66"/>
                    </a:lnTo>
                    <a:lnTo>
                      <a:pt x="86" y="64"/>
                    </a:lnTo>
                    <a:lnTo>
                      <a:pt x="84" y="64"/>
                    </a:lnTo>
                    <a:lnTo>
                      <a:pt x="82" y="62"/>
                    </a:lnTo>
                    <a:lnTo>
                      <a:pt x="82" y="62"/>
                    </a:lnTo>
                    <a:lnTo>
                      <a:pt x="80" y="58"/>
                    </a:lnTo>
                    <a:lnTo>
                      <a:pt x="76" y="56"/>
                    </a:lnTo>
                    <a:lnTo>
                      <a:pt x="76" y="56"/>
                    </a:lnTo>
                    <a:lnTo>
                      <a:pt x="76" y="52"/>
                    </a:lnTo>
                    <a:lnTo>
                      <a:pt x="74" y="52"/>
                    </a:lnTo>
                    <a:lnTo>
                      <a:pt x="74" y="52"/>
                    </a:lnTo>
                    <a:lnTo>
                      <a:pt x="72" y="50"/>
                    </a:lnTo>
                    <a:lnTo>
                      <a:pt x="70" y="52"/>
                    </a:lnTo>
                    <a:lnTo>
                      <a:pt x="70" y="52"/>
                    </a:lnTo>
                    <a:lnTo>
                      <a:pt x="68" y="56"/>
                    </a:lnTo>
                    <a:lnTo>
                      <a:pt x="62" y="56"/>
                    </a:lnTo>
                    <a:lnTo>
                      <a:pt x="62" y="56"/>
                    </a:lnTo>
                    <a:lnTo>
                      <a:pt x="52" y="56"/>
                    </a:lnTo>
                    <a:lnTo>
                      <a:pt x="52" y="56"/>
                    </a:lnTo>
                    <a:lnTo>
                      <a:pt x="50" y="54"/>
                    </a:lnTo>
                    <a:lnTo>
                      <a:pt x="48" y="54"/>
                    </a:lnTo>
                    <a:lnTo>
                      <a:pt x="48" y="54"/>
                    </a:lnTo>
                    <a:lnTo>
                      <a:pt x="50" y="48"/>
                    </a:lnTo>
                    <a:lnTo>
                      <a:pt x="50" y="48"/>
                    </a:lnTo>
                    <a:lnTo>
                      <a:pt x="48" y="46"/>
                    </a:lnTo>
                    <a:lnTo>
                      <a:pt x="46" y="46"/>
                    </a:lnTo>
                    <a:lnTo>
                      <a:pt x="44" y="46"/>
                    </a:lnTo>
                    <a:lnTo>
                      <a:pt x="44" y="46"/>
                    </a:lnTo>
                    <a:lnTo>
                      <a:pt x="42" y="48"/>
                    </a:lnTo>
                    <a:lnTo>
                      <a:pt x="40" y="48"/>
                    </a:lnTo>
                    <a:lnTo>
                      <a:pt x="38" y="46"/>
                    </a:lnTo>
                    <a:lnTo>
                      <a:pt x="38" y="46"/>
                    </a:lnTo>
                    <a:lnTo>
                      <a:pt x="38" y="38"/>
                    </a:lnTo>
                    <a:lnTo>
                      <a:pt x="30" y="40"/>
                    </a:lnTo>
                    <a:lnTo>
                      <a:pt x="30" y="40"/>
                    </a:lnTo>
                    <a:lnTo>
                      <a:pt x="32" y="44"/>
                    </a:lnTo>
                    <a:lnTo>
                      <a:pt x="32" y="50"/>
                    </a:lnTo>
                    <a:lnTo>
                      <a:pt x="32" y="50"/>
                    </a:lnTo>
                    <a:lnTo>
                      <a:pt x="30" y="54"/>
                    </a:lnTo>
                    <a:lnTo>
                      <a:pt x="30" y="58"/>
                    </a:lnTo>
                    <a:lnTo>
                      <a:pt x="30" y="58"/>
                    </a:lnTo>
                    <a:lnTo>
                      <a:pt x="30" y="66"/>
                    </a:lnTo>
                    <a:lnTo>
                      <a:pt x="30" y="66"/>
                    </a:lnTo>
                    <a:lnTo>
                      <a:pt x="30" y="70"/>
                    </a:lnTo>
                    <a:lnTo>
                      <a:pt x="0" y="70"/>
                    </a:lnTo>
                    <a:lnTo>
                      <a:pt x="0" y="130"/>
                    </a:lnTo>
                    <a:lnTo>
                      <a:pt x="0" y="130"/>
                    </a:lnTo>
                    <a:lnTo>
                      <a:pt x="2" y="132"/>
                    </a:lnTo>
                    <a:lnTo>
                      <a:pt x="4" y="138"/>
                    </a:lnTo>
                    <a:lnTo>
                      <a:pt x="4" y="138"/>
                    </a:lnTo>
                    <a:lnTo>
                      <a:pt x="6" y="142"/>
                    </a:lnTo>
                    <a:lnTo>
                      <a:pt x="10" y="148"/>
                    </a:lnTo>
                    <a:lnTo>
                      <a:pt x="10" y="148"/>
                    </a:lnTo>
                    <a:lnTo>
                      <a:pt x="14" y="152"/>
                    </a:lnTo>
                    <a:lnTo>
                      <a:pt x="14" y="154"/>
                    </a:lnTo>
                    <a:lnTo>
                      <a:pt x="16" y="158"/>
                    </a:lnTo>
                    <a:lnTo>
                      <a:pt x="18" y="158"/>
                    </a:lnTo>
                    <a:lnTo>
                      <a:pt x="18" y="1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6" name="Freeform 290">
                <a:extLst>
                  <a:ext uri="{FF2B5EF4-FFF2-40B4-BE49-F238E27FC236}">
                    <a16:creationId xmlns:a16="http://schemas.microsoft.com/office/drawing/2014/main" id="{81192B23-5A85-7649-9770-C52D3F70B9A0}"/>
                  </a:ext>
                </a:extLst>
              </p:cNvPr>
              <p:cNvSpPr>
                <a:spLocks/>
              </p:cNvSpPr>
              <p:nvPr/>
            </p:nvSpPr>
            <p:spPr bwMode="auto">
              <a:xfrm>
                <a:off x="6216448" y="4191409"/>
                <a:ext cx="512709" cy="624734"/>
              </a:xfrm>
              <a:custGeom>
                <a:avLst/>
                <a:gdLst>
                  <a:gd name="T0" fmla="*/ 0 w 262"/>
                  <a:gd name="T1" fmla="*/ 184 h 312"/>
                  <a:gd name="T2" fmla="*/ 14 w 262"/>
                  <a:gd name="T3" fmla="*/ 190 h 312"/>
                  <a:gd name="T4" fmla="*/ 72 w 262"/>
                  <a:gd name="T5" fmla="*/ 186 h 312"/>
                  <a:gd name="T6" fmla="*/ 76 w 262"/>
                  <a:gd name="T7" fmla="*/ 208 h 312"/>
                  <a:gd name="T8" fmla="*/ 90 w 262"/>
                  <a:gd name="T9" fmla="*/ 224 h 312"/>
                  <a:gd name="T10" fmla="*/ 98 w 262"/>
                  <a:gd name="T11" fmla="*/ 222 h 312"/>
                  <a:gd name="T12" fmla="*/ 102 w 262"/>
                  <a:gd name="T13" fmla="*/ 208 h 312"/>
                  <a:gd name="T14" fmla="*/ 118 w 262"/>
                  <a:gd name="T15" fmla="*/ 208 h 312"/>
                  <a:gd name="T16" fmla="*/ 130 w 262"/>
                  <a:gd name="T17" fmla="*/ 216 h 312"/>
                  <a:gd name="T18" fmla="*/ 132 w 262"/>
                  <a:gd name="T19" fmla="*/ 234 h 312"/>
                  <a:gd name="T20" fmla="*/ 138 w 262"/>
                  <a:gd name="T21" fmla="*/ 250 h 312"/>
                  <a:gd name="T22" fmla="*/ 138 w 262"/>
                  <a:gd name="T23" fmla="*/ 266 h 312"/>
                  <a:gd name="T24" fmla="*/ 150 w 262"/>
                  <a:gd name="T25" fmla="*/ 274 h 312"/>
                  <a:gd name="T26" fmla="*/ 170 w 262"/>
                  <a:gd name="T27" fmla="*/ 280 h 312"/>
                  <a:gd name="T28" fmla="*/ 182 w 262"/>
                  <a:gd name="T29" fmla="*/ 282 h 312"/>
                  <a:gd name="T30" fmla="*/ 194 w 262"/>
                  <a:gd name="T31" fmla="*/ 290 h 312"/>
                  <a:gd name="T32" fmla="*/ 206 w 262"/>
                  <a:gd name="T33" fmla="*/ 286 h 312"/>
                  <a:gd name="T34" fmla="*/ 216 w 262"/>
                  <a:gd name="T35" fmla="*/ 298 h 312"/>
                  <a:gd name="T36" fmla="*/ 224 w 262"/>
                  <a:gd name="T37" fmla="*/ 310 h 312"/>
                  <a:gd name="T38" fmla="*/ 242 w 262"/>
                  <a:gd name="T39" fmla="*/ 294 h 312"/>
                  <a:gd name="T40" fmla="*/ 228 w 262"/>
                  <a:gd name="T41" fmla="*/ 290 h 312"/>
                  <a:gd name="T42" fmla="*/ 218 w 262"/>
                  <a:gd name="T43" fmla="*/ 274 h 312"/>
                  <a:gd name="T44" fmla="*/ 212 w 262"/>
                  <a:gd name="T45" fmla="*/ 260 h 312"/>
                  <a:gd name="T46" fmla="*/ 220 w 262"/>
                  <a:gd name="T47" fmla="*/ 242 h 312"/>
                  <a:gd name="T48" fmla="*/ 250 w 262"/>
                  <a:gd name="T49" fmla="*/ 228 h 312"/>
                  <a:gd name="T50" fmla="*/ 240 w 262"/>
                  <a:gd name="T51" fmla="*/ 214 h 312"/>
                  <a:gd name="T52" fmla="*/ 230 w 262"/>
                  <a:gd name="T53" fmla="*/ 188 h 312"/>
                  <a:gd name="T54" fmla="*/ 228 w 262"/>
                  <a:gd name="T55" fmla="*/ 170 h 312"/>
                  <a:gd name="T56" fmla="*/ 228 w 262"/>
                  <a:gd name="T57" fmla="*/ 146 h 312"/>
                  <a:gd name="T58" fmla="*/ 224 w 262"/>
                  <a:gd name="T59" fmla="*/ 138 h 312"/>
                  <a:gd name="T60" fmla="*/ 224 w 262"/>
                  <a:gd name="T61" fmla="*/ 124 h 312"/>
                  <a:gd name="T62" fmla="*/ 226 w 262"/>
                  <a:gd name="T63" fmla="*/ 120 h 312"/>
                  <a:gd name="T64" fmla="*/ 226 w 262"/>
                  <a:gd name="T65" fmla="*/ 110 h 312"/>
                  <a:gd name="T66" fmla="*/ 236 w 262"/>
                  <a:gd name="T67" fmla="*/ 92 h 312"/>
                  <a:gd name="T68" fmla="*/ 248 w 262"/>
                  <a:gd name="T69" fmla="*/ 78 h 312"/>
                  <a:gd name="T70" fmla="*/ 258 w 262"/>
                  <a:gd name="T71" fmla="*/ 66 h 312"/>
                  <a:gd name="T72" fmla="*/ 256 w 262"/>
                  <a:gd name="T73" fmla="*/ 54 h 312"/>
                  <a:gd name="T74" fmla="*/ 258 w 262"/>
                  <a:gd name="T75" fmla="*/ 44 h 312"/>
                  <a:gd name="T76" fmla="*/ 252 w 262"/>
                  <a:gd name="T77" fmla="*/ 30 h 312"/>
                  <a:gd name="T78" fmla="*/ 236 w 262"/>
                  <a:gd name="T79" fmla="*/ 16 h 312"/>
                  <a:gd name="T80" fmla="*/ 224 w 262"/>
                  <a:gd name="T81" fmla="*/ 16 h 312"/>
                  <a:gd name="T82" fmla="*/ 210 w 262"/>
                  <a:gd name="T83" fmla="*/ 16 h 312"/>
                  <a:gd name="T84" fmla="*/ 194 w 262"/>
                  <a:gd name="T85" fmla="*/ 2 h 312"/>
                  <a:gd name="T86" fmla="*/ 174 w 262"/>
                  <a:gd name="T87" fmla="*/ 6 h 312"/>
                  <a:gd name="T88" fmla="*/ 166 w 262"/>
                  <a:gd name="T89" fmla="*/ 8 h 312"/>
                  <a:gd name="T90" fmla="*/ 152 w 262"/>
                  <a:gd name="T91" fmla="*/ 8 h 312"/>
                  <a:gd name="T92" fmla="*/ 138 w 262"/>
                  <a:gd name="T93" fmla="*/ 14 h 312"/>
                  <a:gd name="T94" fmla="*/ 114 w 262"/>
                  <a:gd name="T95" fmla="*/ 8 h 312"/>
                  <a:gd name="T96" fmla="*/ 94 w 262"/>
                  <a:gd name="T97" fmla="*/ 10 h 312"/>
                  <a:gd name="T98" fmla="*/ 84 w 262"/>
                  <a:gd name="T99" fmla="*/ 46 h 312"/>
                  <a:gd name="T100" fmla="*/ 78 w 262"/>
                  <a:gd name="T101" fmla="*/ 86 h 312"/>
                  <a:gd name="T102" fmla="*/ 66 w 262"/>
                  <a:gd name="T103" fmla="*/ 120 h 312"/>
                  <a:gd name="T104" fmla="*/ 56 w 262"/>
                  <a:gd name="T105" fmla="*/ 156 h 312"/>
                  <a:gd name="T106" fmla="*/ 36 w 262"/>
                  <a:gd name="T107" fmla="*/ 156 h 312"/>
                  <a:gd name="T108" fmla="*/ 26 w 262"/>
                  <a:gd name="T109" fmla="*/ 162 h 312"/>
                  <a:gd name="T110" fmla="*/ 14 w 262"/>
                  <a:gd name="T111" fmla="*/ 164 h 312"/>
                  <a:gd name="T112" fmla="*/ 8 w 262"/>
                  <a:gd name="T113" fmla="*/ 17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2" h="312">
                    <a:moveTo>
                      <a:pt x="2" y="178"/>
                    </a:moveTo>
                    <a:lnTo>
                      <a:pt x="2" y="178"/>
                    </a:lnTo>
                    <a:lnTo>
                      <a:pt x="2" y="180"/>
                    </a:lnTo>
                    <a:lnTo>
                      <a:pt x="2" y="180"/>
                    </a:lnTo>
                    <a:lnTo>
                      <a:pt x="0" y="182"/>
                    </a:lnTo>
                    <a:lnTo>
                      <a:pt x="0" y="184"/>
                    </a:lnTo>
                    <a:lnTo>
                      <a:pt x="0" y="184"/>
                    </a:lnTo>
                    <a:lnTo>
                      <a:pt x="2" y="188"/>
                    </a:lnTo>
                    <a:lnTo>
                      <a:pt x="6" y="190"/>
                    </a:lnTo>
                    <a:lnTo>
                      <a:pt x="6" y="190"/>
                    </a:lnTo>
                    <a:lnTo>
                      <a:pt x="6" y="194"/>
                    </a:lnTo>
                    <a:lnTo>
                      <a:pt x="6" y="194"/>
                    </a:lnTo>
                    <a:lnTo>
                      <a:pt x="8" y="194"/>
                    </a:lnTo>
                    <a:lnTo>
                      <a:pt x="14" y="190"/>
                    </a:lnTo>
                    <a:lnTo>
                      <a:pt x="14" y="190"/>
                    </a:lnTo>
                    <a:lnTo>
                      <a:pt x="18" y="188"/>
                    </a:lnTo>
                    <a:lnTo>
                      <a:pt x="22" y="186"/>
                    </a:lnTo>
                    <a:lnTo>
                      <a:pt x="28" y="186"/>
                    </a:lnTo>
                    <a:lnTo>
                      <a:pt x="28" y="186"/>
                    </a:lnTo>
                    <a:lnTo>
                      <a:pt x="44" y="188"/>
                    </a:lnTo>
                    <a:lnTo>
                      <a:pt x="72" y="186"/>
                    </a:lnTo>
                    <a:lnTo>
                      <a:pt x="72" y="186"/>
                    </a:lnTo>
                    <a:lnTo>
                      <a:pt x="74" y="196"/>
                    </a:lnTo>
                    <a:lnTo>
                      <a:pt x="74" y="196"/>
                    </a:lnTo>
                    <a:lnTo>
                      <a:pt x="74" y="200"/>
                    </a:lnTo>
                    <a:lnTo>
                      <a:pt x="74" y="204"/>
                    </a:lnTo>
                    <a:lnTo>
                      <a:pt x="74" y="204"/>
                    </a:lnTo>
                    <a:lnTo>
                      <a:pt x="76" y="208"/>
                    </a:lnTo>
                    <a:lnTo>
                      <a:pt x="76" y="214"/>
                    </a:lnTo>
                    <a:lnTo>
                      <a:pt x="76" y="214"/>
                    </a:lnTo>
                    <a:lnTo>
                      <a:pt x="78" y="220"/>
                    </a:lnTo>
                    <a:lnTo>
                      <a:pt x="80" y="222"/>
                    </a:lnTo>
                    <a:lnTo>
                      <a:pt x="80" y="222"/>
                    </a:lnTo>
                    <a:lnTo>
                      <a:pt x="84" y="224"/>
                    </a:lnTo>
                    <a:lnTo>
                      <a:pt x="90" y="224"/>
                    </a:lnTo>
                    <a:lnTo>
                      <a:pt x="90" y="224"/>
                    </a:lnTo>
                    <a:lnTo>
                      <a:pt x="92" y="224"/>
                    </a:lnTo>
                    <a:lnTo>
                      <a:pt x="94" y="222"/>
                    </a:lnTo>
                    <a:lnTo>
                      <a:pt x="96" y="220"/>
                    </a:lnTo>
                    <a:lnTo>
                      <a:pt x="96" y="220"/>
                    </a:lnTo>
                    <a:lnTo>
                      <a:pt x="96" y="220"/>
                    </a:lnTo>
                    <a:lnTo>
                      <a:pt x="98" y="222"/>
                    </a:lnTo>
                    <a:lnTo>
                      <a:pt x="100" y="222"/>
                    </a:lnTo>
                    <a:lnTo>
                      <a:pt x="102" y="220"/>
                    </a:lnTo>
                    <a:lnTo>
                      <a:pt x="102" y="218"/>
                    </a:lnTo>
                    <a:lnTo>
                      <a:pt x="102" y="218"/>
                    </a:lnTo>
                    <a:lnTo>
                      <a:pt x="100" y="214"/>
                    </a:lnTo>
                    <a:lnTo>
                      <a:pt x="100" y="210"/>
                    </a:lnTo>
                    <a:lnTo>
                      <a:pt x="102" y="208"/>
                    </a:lnTo>
                    <a:lnTo>
                      <a:pt x="102" y="208"/>
                    </a:lnTo>
                    <a:lnTo>
                      <a:pt x="104" y="206"/>
                    </a:lnTo>
                    <a:lnTo>
                      <a:pt x="110" y="208"/>
                    </a:lnTo>
                    <a:lnTo>
                      <a:pt x="110" y="208"/>
                    </a:lnTo>
                    <a:lnTo>
                      <a:pt x="116" y="208"/>
                    </a:lnTo>
                    <a:lnTo>
                      <a:pt x="118" y="208"/>
                    </a:lnTo>
                    <a:lnTo>
                      <a:pt x="118" y="208"/>
                    </a:lnTo>
                    <a:lnTo>
                      <a:pt x="118" y="208"/>
                    </a:lnTo>
                    <a:lnTo>
                      <a:pt x="118" y="212"/>
                    </a:lnTo>
                    <a:lnTo>
                      <a:pt x="118" y="212"/>
                    </a:lnTo>
                    <a:lnTo>
                      <a:pt x="124" y="212"/>
                    </a:lnTo>
                    <a:lnTo>
                      <a:pt x="128" y="212"/>
                    </a:lnTo>
                    <a:lnTo>
                      <a:pt x="130" y="216"/>
                    </a:lnTo>
                    <a:lnTo>
                      <a:pt x="130" y="216"/>
                    </a:lnTo>
                    <a:lnTo>
                      <a:pt x="130" y="222"/>
                    </a:lnTo>
                    <a:lnTo>
                      <a:pt x="130" y="224"/>
                    </a:lnTo>
                    <a:lnTo>
                      <a:pt x="132" y="226"/>
                    </a:lnTo>
                    <a:lnTo>
                      <a:pt x="132" y="226"/>
                    </a:lnTo>
                    <a:lnTo>
                      <a:pt x="132" y="226"/>
                    </a:lnTo>
                    <a:lnTo>
                      <a:pt x="132" y="228"/>
                    </a:lnTo>
                    <a:lnTo>
                      <a:pt x="132" y="234"/>
                    </a:lnTo>
                    <a:lnTo>
                      <a:pt x="132" y="234"/>
                    </a:lnTo>
                    <a:lnTo>
                      <a:pt x="132" y="238"/>
                    </a:lnTo>
                    <a:lnTo>
                      <a:pt x="134" y="242"/>
                    </a:lnTo>
                    <a:lnTo>
                      <a:pt x="134" y="242"/>
                    </a:lnTo>
                    <a:lnTo>
                      <a:pt x="136" y="246"/>
                    </a:lnTo>
                    <a:lnTo>
                      <a:pt x="136" y="248"/>
                    </a:lnTo>
                    <a:lnTo>
                      <a:pt x="138" y="250"/>
                    </a:lnTo>
                    <a:lnTo>
                      <a:pt x="138" y="250"/>
                    </a:lnTo>
                    <a:lnTo>
                      <a:pt x="140" y="254"/>
                    </a:lnTo>
                    <a:lnTo>
                      <a:pt x="138" y="258"/>
                    </a:lnTo>
                    <a:lnTo>
                      <a:pt x="138" y="258"/>
                    </a:lnTo>
                    <a:lnTo>
                      <a:pt x="138" y="262"/>
                    </a:lnTo>
                    <a:lnTo>
                      <a:pt x="138" y="266"/>
                    </a:lnTo>
                    <a:lnTo>
                      <a:pt x="138" y="266"/>
                    </a:lnTo>
                    <a:lnTo>
                      <a:pt x="138" y="270"/>
                    </a:lnTo>
                    <a:lnTo>
                      <a:pt x="140" y="274"/>
                    </a:lnTo>
                    <a:lnTo>
                      <a:pt x="140" y="274"/>
                    </a:lnTo>
                    <a:lnTo>
                      <a:pt x="144" y="278"/>
                    </a:lnTo>
                    <a:lnTo>
                      <a:pt x="146" y="276"/>
                    </a:lnTo>
                    <a:lnTo>
                      <a:pt x="146" y="276"/>
                    </a:lnTo>
                    <a:lnTo>
                      <a:pt x="150" y="274"/>
                    </a:lnTo>
                    <a:lnTo>
                      <a:pt x="152" y="274"/>
                    </a:lnTo>
                    <a:lnTo>
                      <a:pt x="152" y="274"/>
                    </a:lnTo>
                    <a:lnTo>
                      <a:pt x="162" y="274"/>
                    </a:lnTo>
                    <a:lnTo>
                      <a:pt x="170" y="272"/>
                    </a:lnTo>
                    <a:lnTo>
                      <a:pt x="170" y="272"/>
                    </a:lnTo>
                    <a:lnTo>
                      <a:pt x="170" y="280"/>
                    </a:lnTo>
                    <a:lnTo>
                      <a:pt x="170" y="280"/>
                    </a:lnTo>
                    <a:lnTo>
                      <a:pt x="172" y="282"/>
                    </a:lnTo>
                    <a:lnTo>
                      <a:pt x="174" y="282"/>
                    </a:lnTo>
                    <a:lnTo>
                      <a:pt x="176" y="280"/>
                    </a:lnTo>
                    <a:lnTo>
                      <a:pt x="176" y="280"/>
                    </a:lnTo>
                    <a:lnTo>
                      <a:pt x="178" y="280"/>
                    </a:lnTo>
                    <a:lnTo>
                      <a:pt x="180" y="280"/>
                    </a:lnTo>
                    <a:lnTo>
                      <a:pt x="182" y="282"/>
                    </a:lnTo>
                    <a:lnTo>
                      <a:pt x="182" y="282"/>
                    </a:lnTo>
                    <a:lnTo>
                      <a:pt x="180" y="288"/>
                    </a:lnTo>
                    <a:lnTo>
                      <a:pt x="180" y="288"/>
                    </a:lnTo>
                    <a:lnTo>
                      <a:pt x="182" y="288"/>
                    </a:lnTo>
                    <a:lnTo>
                      <a:pt x="184" y="290"/>
                    </a:lnTo>
                    <a:lnTo>
                      <a:pt x="184" y="290"/>
                    </a:lnTo>
                    <a:lnTo>
                      <a:pt x="194" y="290"/>
                    </a:lnTo>
                    <a:lnTo>
                      <a:pt x="194" y="290"/>
                    </a:lnTo>
                    <a:lnTo>
                      <a:pt x="200" y="290"/>
                    </a:lnTo>
                    <a:lnTo>
                      <a:pt x="202" y="286"/>
                    </a:lnTo>
                    <a:lnTo>
                      <a:pt x="202" y="286"/>
                    </a:lnTo>
                    <a:lnTo>
                      <a:pt x="204" y="284"/>
                    </a:lnTo>
                    <a:lnTo>
                      <a:pt x="206" y="286"/>
                    </a:lnTo>
                    <a:lnTo>
                      <a:pt x="206" y="286"/>
                    </a:lnTo>
                    <a:lnTo>
                      <a:pt x="208" y="286"/>
                    </a:lnTo>
                    <a:lnTo>
                      <a:pt x="208" y="290"/>
                    </a:lnTo>
                    <a:lnTo>
                      <a:pt x="208" y="290"/>
                    </a:lnTo>
                    <a:lnTo>
                      <a:pt x="212" y="292"/>
                    </a:lnTo>
                    <a:lnTo>
                      <a:pt x="214" y="296"/>
                    </a:lnTo>
                    <a:lnTo>
                      <a:pt x="214" y="296"/>
                    </a:lnTo>
                    <a:lnTo>
                      <a:pt x="216" y="298"/>
                    </a:lnTo>
                    <a:lnTo>
                      <a:pt x="218" y="298"/>
                    </a:lnTo>
                    <a:lnTo>
                      <a:pt x="222" y="300"/>
                    </a:lnTo>
                    <a:lnTo>
                      <a:pt x="224" y="302"/>
                    </a:lnTo>
                    <a:lnTo>
                      <a:pt x="224" y="302"/>
                    </a:lnTo>
                    <a:lnTo>
                      <a:pt x="226" y="306"/>
                    </a:lnTo>
                    <a:lnTo>
                      <a:pt x="224" y="310"/>
                    </a:lnTo>
                    <a:lnTo>
                      <a:pt x="224" y="310"/>
                    </a:lnTo>
                    <a:lnTo>
                      <a:pt x="226" y="312"/>
                    </a:lnTo>
                    <a:lnTo>
                      <a:pt x="228" y="312"/>
                    </a:lnTo>
                    <a:lnTo>
                      <a:pt x="232" y="310"/>
                    </a:lnTo>
                    <a:lnTo>
                      <a:pt x="232" y="310"/>
                    </a:lnTo>
                    <a:lnTo>
                      <a:pt x="236" y="308"/>
                    </a:lnTo>
                    <a:lnTo>
                      <a:pt x="242" y="310"/>
                    </a:lnTo>
                    <a:lnTo>
                      <a:pt x="242" y="294"/>
                    </a:lnTo>
                    <a:lnTo>
                      <a:pt x="242" y="294"/>
                    </a:lnTo>
                    <a:lnTo>
                      <a:pt x="234" y="296"/>
                    </a:lnTo>
                    <a:lnTo>
                      <a:pt x="234" y="296"/>
                    </a:lnTo>
                    <a:lnTo>
                      <a:pt x="232" y="296"/>
                    </a:lnTo>
                    <a:lnTo>
                      <a:pt x="230" y="294"/>
                    </a:lnTo>
                    <a:lnTo>
                      <a:pt x="230" y="294"/>
                    </a:lnTo>
                    <a:lnTo>
                      <a:pt x="228" y="290"/>
                    </a:lnTo>
                    <a:lnTo>
                      <a:pt x="226" y="290"/>
                    </a:lnTo>
                    <a:lnTo>
                      <a:pt x="222" y="288"/>
                    </a:lnTo>
                    <a:lnTo>
                      <a:pt x="222" y="288"/>
                    </a:lnTo>
                    <a:lnTo>
                      <a:pt x="218" y="284"/>
                    </a:lnTo>
                    <a:lnTo>
                      <a:pt x="216" y="280"/>
                    </a:lnTo>
                    <a:lnTo>
                      <a:pt x="216" y="280"/>
                    </a:lnTo>
                    <a:lnTo>
                      <a:pt x="218" y="274"/>
                    </a:lnTo>
                    <a:lnTo>
                      <a:pt x="218" y="274"/>
                    </a:lnTo>
                    <a:lnTo>
                      <a:pt x="218" y="272"/>
                    </a:lnTo>
                    <a:lnTo>
                      <a:pt x="216" y="270"/>
                    </a:lnTo>
                    <a:lnTo>
                      <a:pt x="214" y="264"/>
                    </a:lnTo>
                    <a:lnTo>
                      <a:pt x="214" y="264"/>
                    </a:lnTo>
                    <a:lnTo>
                      <a:pt x="214" y="262"/>
                    </a:lnTo>
                    <a:lnTo>
                      <a:pt x="212" y="260"/>
                    </a:lnTo>
                    <a:lnTo>
                      <a:pt x="212" y="260"/>
                    </a:lnTo>
                    <a:lnTo>
                      <a:pt x="212" y="256"/>
                    </a:lnTo>
                    <a:lnTo>
                      <a:pt x="214" y="252"/>
                    </a:lnTo>
                    <a:lnTo>
                      <a:pt x="214" y="252"/>
                    </a:lnTo>
                    <a:lnTo>
                      <a:pt x="212" y="246"/>
                    </a:lnTo>
                    <a:lnTo>
                      <a:pt x="212" y="246"/>
                    </a:lnTo>
                    <a:lnTo>
                      <a:pt x="220" y="242"/>
                    </a:lnTo>
                    <a:lnTo>
                      <a:pt x="220" y="242"/>
                    </a:lnTo>
                    <a:lnTo>
                      <a:pt x="224" y="242"/>
                    </a:lnTo>
                    <a:lnTo>
                      <a:pt x="224" y="242"/>
                    </a:lnTo>
                    <a:lnTo>
                      <a:pt x="224" y="242"/>
                    </a:lnTo>
                    <a:lnTo>
                      <a:pt x="250" y="234"/>
                    </a:lnTo>
                    <a:lnTo>
                      <a:pt x="250" y="234"/>
                    </a:lnTo>
                    <a:lnTo>
                      <a:pt x="250" y="228"/>
                    </a:lnTo>
                    <a:lnTo>
                      <a:pt x="250" y="228"/>
                    </a:lnTo>
                    <a:lnTo>
                      <a:pt x="246" y="224"/>
                    </a:lnTo>
                    <a:lnTo>
                      <a:pt x="246" y="224"/>
                    </a:lnTo>
                    <a:lnTo>
                      <a:pt x="246" y="220"/>
                    </a:lnTo>
                    <a:lnTo>
                      <a:pt x="246" y="220"/>
                    </a:lnTo>
                    <a:lnTo>
                      <a:pt x="242" y="216"/>
                    </a:lnTo>
                    <a:lnTo>
                      <a:pt x="240" y="214"/>
                    </a:lnTo>
                    <a:lnTo>
                      <a:pt x="240" y="214"/>
                    </a:lnTo>
                    <a:lnTo>
                      <a:pt x="236" y="212"/>
                    </a:lnTo>
                    <a:lnTo>
                      <a:pt x="236" y="212"/>
                    </a:lnTo>
                    <a:lnTo>
                      <a:pt x="232" y="202"/>
                    </a:lnTo>
                    <a:lnTo>
                      <a:pt x="228" y="190"/>
                    </a:lnTo>
                    <a:lnTo>
                      <a:pt x="228" y="190"/>
                    </a:lnTo>
                    <a:lnTo>
                      <a:pt x="230" y="188"/>
                    </a:lnTo>
                    <a:lnTo>
                      <a:pt x="232" y="182"/>
                    </a:lnTo>
                    <a:lnTo>
                      <a:pt x="232" y="182"/>
                    </a:lnTo>
                    <a:lnTo>
                      <a:pt x="228" y="178"/>
                    </a:lnTo>
                    <a:lnTo>
                      <a:pt x="228" y="178"/>
                    </a:lnTo>
                    <a:lnTo>
                      <a:pt x="228" y="174"/>
                    </a:lnTo>
                    <a:lnTo>
                      <a:pt x="228" y="170"/>
                    </a:lnTo>
                    <a:lnTo>
                      <a:pt x="228" y="170"/>
                    </a:lnTo>
                    <a:lnTo>
                      <a:pt x="226" y="168"/>
                    </a:lnTo>
                    <a:lnTo>
                      <a:pt x="226" y="166"/>
                    </a:lnTo>
                    <a:lnTo>
                      <a:pt x="226" y="166"/>
                    </a:lnTo>
                    <a:lnTo>
                      <a:pt x="228" y="154"/>
                    </a:lnTo>
                    <a:lnTo>
                      <a:pt x="228" y="154"/>
                    </a:lnTo>
                    <a:lnTo>
                      <a:pt x="230" y="152"/>
                    </a:lnTo>
                    <a:lnTo>
                      <a:pt x="228" y="146"/>
                    </a:lnTo>
                    <a:lnTo>
                      <a:pt x="228" y="146"/>
                    </a:lnTo>
                    <a:lnTo>
                      <a:pt x="224" y="146"/>
                    </a:lnTo>
                    <a:lnTo>
                      <a:pt x="222" y="144"/>
                    </a:lnTo>
                    <a:lnTo>
                      <a:pt x="222" y="142"/>
                    </a:lnTo>
                    <a:lnTo>
                      <a:pt x="222" y="142"/>
                    </a:lnTo>
                    <a:lnTo>
                      <a:pt x="222" y="140"/>
                    </a:lnTo>
                    <a:lnTo>
                      <a:pt x="224" y="138"/>
                    </a:lnTo>
                    <a:lnTo>
                      <a:pt x="224" y="138"/>
                    </a:lnTo>
                    <a:lnTo>
                      <a:pt x="224" y="138"/>
                    </a:lnTo>
                    <a:lnTo>
                      <a:pt x="222" y="138"/>
                    </a:lnTo>
                    <a:lnTo>
                      <a:pt x="222" y="138"/>
                    </a:lnTo>
                    <a:lnTo>
                      <a:pt x="222" y="126"/>
                    </a:lnTo>
                    <a:lnTo>
                      <a:pt x="222" y="126"/>
                    </a:lnTo>
                    <a:lnTo>
                      <a:pt x="224" y="124"/>
                    </a:lnTo>
                    <a:lnTo>
                      <a:pt x="224" y="124"/>
                    </a:lnTo>
                    <a:lnTo>
                      <a:pt x="228" y="128"/>
                    </a:lnTo>
                    <a:lnTo>
                      <a:pt x="228" y="128"/>
                    </a:lnTo>
                    <a:lnTo>
                      <a:pt x="230" y="124"/>
                    </a:lnTo>
                    <a:lnTo>
                      <a:pt x="230" y="124"/>
                    </a:lnTo>
                    <a:lnTo>
                      <a:pt x="226" y="122"/>
                    </a:lnTo>
                    <a:lnTo>
                      <a:pt x="226" y="120"/>
                    </a:lnTo>
                    <a:lnTo>
                      <a:pt x="228" y="116"/>
                    </a:lnTo>
                    <a:lnTo>
                      <a:pt x="228" y="116"/>
                    </a:lnTo>
                    <a:lnTo>
                      <a:pt x="230" y="114"/>
                    </a:lnTo>
                    <a:lnTo>
                      <a:pt x="228" y="114"/>
                    </a:lnTo>
                    <a:lnTo>
                      <a:pt x="228" y="114"/>
                    </a:lnTo>
                    <a:lnTo>
                      <a:pt x="226" y="110"/>
                    </a:lnTo>
                    <a:lnTo>
                      <a:pt x="226" y="110"/>
                    </a:lnTo>
                    <a:lnTo>
                      <a:pt x="228" y="110"/>
                    </a:lnTo>
                    <a:lnTo>
                      <a:pt x="228" y="110"/>
                    </a:lnTo>
                    <a:lnTo>
                      <a:pt x="230" y="104"/>
                    </a:lnTo>
                    <a:lnTo>
                      <a:pt x="232" y="104"/>
                    </a:lnTo>
                    <a:lnTo>
                      <a:pt x="232" y="104"/>
                    </a:lnTo>
                    <a:lnTo>
                      <a:pt x="232" y="104"/>
                    </a:lnTo>
                    <a:lnTo>
                      <a:pt x="236" y="92"/>
                    </a:lnTo>
                    <a:lnTo>
                      <a:pt x="236" y="92"/>
                    </a:lnTo>
                    <a:lnTo>
                      <a:pt x="238" y="88"/>
                    </a:lnTo>
                    <a:lnTo>
                      <a:pt x="240" y="84"/>
                    </a:lnTo>
                    <a:lnTo>
                      <a:pt x="244" y="82"/>
                    </a:lnTo>
                    <a:lnTo>
                      <a:pt x="244" y="82"/>
                    </a:lnTo>
                    <a:lnTo>
                      <a:pt x="248" y="78"/>
                    </a:lnTo>
                    <a:lnTo>
                      <a:pt x="248" y="78"/>
                    </a:lnTo>
                    <a:lnTo>
                      <a:pt x="248" y="76"/>
                    </a:lnTo>
                    <a:lnTo>
                      <a:pt x="252" y="74"/>
                    </a:lnTo>
                    <a:lnTo>
                      <a:pt x="252" y="74"/>
                    </a:lnTo>
                    <a:lnTo>
                      <a:pt x="254" y="70"/>
                    </a:lnTo>
                    <a:lnTo>
                      <a:pt x="254" y="70"/>
                    </a:lnTo>
                    <a:lnTo>
                      <a:pt x="256" y="68"/>
                    </a:lnTo>
                    <a:lnTo>
                      <a:pt x="258" y="66"/>
                    </a:lnTo>
                    <a:lnTo>
                      <a:pt x="258" y="66"/>
                    </a:lnTo>
                    <a:lnTo>
                      <a:pt x="258" y="64"/>
                    </a:lnTo>
                    <a:lnTo>
                      <a:pt x="256" y="62"/>
                    </a:lnTo>
                    <a:lnTo>
                      <a:pt x="256" y="62"/>
                    </a:lnTo>
                    <a:lnTo>
                      <a:pt x="254" y="62"/>
                    </a:lnTo>
                    <a:lnTo>
                      <a:pt x="254" y="58"/>
                    </a:lnTo>
                    <a:lnTo>
                      <a:pt x="256" y="54"/>
                    </a:lnTo>
                    <a:lnTo>
                      <a:pt x="256" y="54"/>
                    </a:lnTo>
                    <a:lnTo>
                      <a:pt x="258" y="50"/>
                    </a:lnTo>
                    <a:lnTo>
                      <a:pt x="258" y="48"/>
                    </a:lnTo>
                    <a:lnTo>
                      <a:pt x="258" y="48"/>
                    </a:lnTo>
                    <a:lnTo>
                      <a:pt x="258" y="48"/>
                    </a:lnTo>
                    <a:lnTo>
                      <a:pt x="256" y="46"/>
                    </a:lnTo>
                    <a:lnTo>
                      <a:pt x="258" y="44"/>
                    </a:lnTo>
                    <a:lnTo>
                      <a:pt x="262" y="40"/>
                    </a:lnTo>
                    <a:lnTo>
                      <a:pt x="262" y="40"/>
                    </a:lnTo>
                    <a:lnTo>
                      <a:pt x="262" y="34"/>
                    </a:lnTo>
                    <a:lnTo>
                      <a:pt x="262" y="34"/>
                    </a:lnTo>
                    <a:lnTo>
                      <a:pt x="254" y="28"/>
                    </a:lnTo>
                    <a:lnTo>
                      <a:pt x="254" y="28"/>
                    </a:lnTo>
                    <a:lnTo>
                      <a:pt x="252" y="30"/>
                    </a:lnTo>
                    <a:lnTo>
                      <a:pt x="250" y="28"/>
                    </a:lnTo>
                    <a:lnTo>
                      <a:pt x="250" y="28"/>
                    </a:lnTo>
                    <a:lnTo>
                      <a:pt x="246" y="26"/>
                    </a:lnTo>
                    <a:lnTo>
                      <a:pt x="242" y="24"/>
                    </a:lnTo>
                    <a:lnTo>
                      <a:pt x="242" y="24"/>
                    </a:lnTo>
                    <a:lnTo>
                      <a:pt x="236" y="16"/>
                    </a:lnTo>
                    <a:lnTo>
                      <a:pt x="236" y="16"/>
                    </a:lnTo>
                    <a:lnTo>
                      <a:pt x="232" y="12"/>
                    </a:lnTo>
                    <a:lnTo>
                      <a:pt x="230" y="12"/>
                    </a:lnTo>
                    <a:lnTo>
                      <a:pt x="228" y="14"/>
                    </a:lnTo>
                    <a:lnTo>
                      <a:pt x="228" y="14"/>
                    </a:lnTo>
                    <a:lnTo>
                      <a:pt x="226" y="16"/>
                    </a:lnTo>
                    <a:lnTo>
                      <a:pt x="224" y="16"/>
                    </a:lnTo>
                    <a:lnTo>
                      <a:pt x="224" y="16"/>
                    </a:lnTo>
                    <a:lnTo>
                      <a:pt x="218" y="12"/>
                    </a:lnTo>
                    <a:lnTo>
                      <a:pt x="216" y="10"/>
                    </a:lnTo>
                    <a:lnTo>
                      <a:pt x="216" y="12"/>
                    </a:lnTo>
                    <a:lnTo>
                      <a:pt x="216" y="12"/>
                    </a:lnTo>
                    <a:lnTo>
                      <a:pt x="214" y="16"/>
                    </a:lnTo>
                    <a:lnTo>
                      <a:pt x="210" y="16"/>
                    </a:lnTo>
                    <a:lnTo>
                      <a:pt x="210" y="16"/>
                    </a:lnTo>
                    <a:lnTo>
                      <a:pt x="208" y="12"/>
                    </a:lnTo>
                    <a:lnTo>
                      <a:pt x="206" y="8"/>
                    </a:lnTo>
                    <a:lnTo>
                      <a:pt x="202" y="2"/>
                    </a:lnTo>
                    <a:lnTo>
                      <a:pt x="202" y="2"/>
                    </a:lnTo>
                    <a:lnTo>
                      <a:pt x="194" y="2"/>
                    </a:lnTo>
                    <a:lnTo>
                      <a:pt x="194" y="2"/>
                    </a:lnTo>
                    <a:lnTo>
                      <a:pt x="194" y="2"/>
                    </a:lnTo>
                    <a:lnTo>
                      <a:pt x="190" y="0"/>
                    </a:lnTo>
                    <a:lnTo>
                      <a:pt x="190" y="0"/>
                    </a:lnTo>
                    <a:lnTo>
                      <a:pt x="180" y="0"/>
                    </a:lnTo>
                    <a:lnTo>
                      <a:pt x="180" y="0"/>
                    </a:lnTo>
                    <a:lnTo>
                      <a:pt x="176" y="2"/>
                    </a:lnTo>
                    <a:lnTo>
                      <a:pt x="174" y="6"/>
                    </a:lnTo>
                    <a:lnTo>
                      <a:pt x="174" y="6"/>
                    </a:lnTo>
                    <a:lnTo>
                      <a:pt x="172" y="8"/>
                    </a:lnTo>
                    <a:lnTo>
                      <a:pt x="170" y="6"/>
                    </a:lnTo>
                    <a:lnTo>
                      <a:pt x="170" y="6"/>
                    </a:lnTo>
                    <a:lnTo>
                      <a:pt x="168" y="4"/>
                    </a:lnTo>
                    <a:lnTo>
                      <a:pt x="168" y="4"/>
                    </a:lnTo>
                    <a:lnTo>
                      <a:pt x="166" y="6"/>
                    </a:lnTo>
                    <a:lnTo>
                      <a:pt x="166" y="8"/>
                    </a:lnTo>
                    <a:lnTo>
                      <a:pt x="166" y="10"/>
                    </a:lnTo>
                    <a:lnTo>
                      <a:pt x="166" y="10"/>
                    </a:lnTo>
                    <a:lnTo>
                      <a:pt x="158" y="10"/>
                    </a:lnTo>
                    <a:lnTo>
                      <a:pt x="158" y="10"/>
                    </a:lnTo>
                    <a:lnTo>
                      <a:pt x="156" y="12"/>
                    </a:lnTo>
                    <a:lnTo>
                      <a:pt x="154" y="10"/>
                    </a:lnTo>
                    <a:lnTo>
                      <a:pt x="152" y="8"/>
                    </a:lnTo>
                    <a:lnTo>
                      <a:pt x="150" y="8"/>
                    </a:lnTo>
                    <a:lnTo>
                      <a:pt x="150" y="8"/>
                    </a:lnTo>
                    <a:lnTo>
                      <a:pt x="148" y="8"/>
                    </a:lnTo>
                    <a:lnTo>
                      <a:pt x="146" y="12"/>
                    </a:lnTo>
                    <a:lnTo>
                      <a:pt x="146" y="16"/>
                    </a:lnTo>
                    <a:lnTo>
                      <a:pt x="146" y="16"/>
                    </a:lnTo>
                    <a:lnTo>
                      <a:pt x="138" y="14"/>
                    </a:lnTo>
                    <a:lnTo>
                      <a:pt x="138" y="14"/>
                    </a:lnTo>
                    <a:lnTo>
                      <a:pt x="130" y="12"/>
                    </a:lnTo>
                    <a:lnTo>
                      <a:pt x="130" y="12"/>
                    </a:lnTo>
                    <a:lnTo>
                      <a:pt x="124" y="12"/>
                    </a:lnTo>
                    <a:lnTo>
                      <a:pt x="118" y="10"/>
                    </a:lnTo>
                    <a:lnTo>
                      <a:pt x="118" y="10"/>
                    </a:lnTo>
                    <a:lnTo>
                      <a:pt x="114" y="8"/>
                    </a:lnTo>
                    <a:lnTo>
                      <a:pt x="110" y="4"/>
                    </a:lnTo>
                    <a:lnTo>
                      <a:pt x="110" y="4"/>
                    </a:lnTo>
                    <a:lnTo>
                      <a:pt x="104" y="2"/>
                    </a:lnTo>
                    <a:lnTo>
                      <a:pt x="100" y="2"/>
                    </a:lnTo>
                    <a:lnTo>
                      <a:pt x="100" y="2"/>
                    </a:lnTo>
                    <a:lnTo>
                      <a:pt x="96" y="6"/>
                    </a:lnTo>
                    <a:lnTo>
                      <a:pt x="94" y="10"/>
                    </a:lnTo>
                    <a:lnTo>
                      <a:pt x="94" y="10"/>
                    </a:lnTo>
                    <a:lnTo>
                      <a:pt x="94" y="14"/>
                    </a:lnTo>
                    <a:lnTo>
                      <a:pt x="90" y="16"/>
                    </a:lnTo>
                    <a:lnTo>
                      <a:pt x="88" y="18"/>
                    </a:lnTo>
                    <a:lnTo>
                      <a:pt x="86" y="30"/>
                    </a:lnTo>
                    <a:lnTo>
                      <a:pt x="86" y="40"/>
                    </a:lnTo>
                    <a:lnTo>
                      <a:pt x="84" y="46"/>
                    </a:lnTo>
                    <a:lnTo>
                      <a:pt x="80" y="50"/>
                    </a:lnTo>
                    <a:lnTo>
                      <a:pt x="80" y="54"/>
                    </a:lnTo>
                    <a:lnTo>
                      <a:pt x="78" y="60"/>
                    </a:lnTo>
                    <a:lnTo>
                      <a:pt x="78" y="66"/>
                    </a:lnTo>
                    <a:lnTo>
                      <a:pt x="78" y="72"/>
                    </a:lnTo>
                    <a:lnTo>
                      <a:pt x="78" y="78"/>
                    </a:lnTo>
                    <a:lnTo>
                      <a:pt x="78" y="86"/>
                    </a:lnTo>
                    <a:lnTo>
                      <a:pt x="76" y="92"/>
                    </a:lnTo>
                    <a:lnTo>
                      <a:pt x="72" y="98"/>
                    </a:lnTo>
                    <a:lnTo>
                      <a:pt x="72" y="104"/>
                    </a:lnTo>
                    <a:lnTo>
                      <a:pt x="70" y="112"/>
                    </a:lnTo>
                    <a:lnTo>
                      <a:pt x="70" y="110"/>
                    </a:lnTo>
                    <a:lnTo>
                      <a:pt x="66" y="114"/>
                    </a:lnTo>
                    <a:lnTo>
                      <a:pt x="66" y="120"/>
                    </a:lnTo>
                    <a:lnTo>
                      <a:pt x="64" y="126"/>
                    </a:lnTo>
                    <a:lnTo>
                      <a:pt x="62" y="130"/>
                    </a:lnTo>
                    <a:lnTo>
                      <a:pt x="62" y="136"/>
                    </a:lnTo>
                    <a:lnTo>
                      <a:pt x="62" y="140"/>
                    </a:lnTo>
                    <a:lnTo>
                      <a:pt x="60" y="144"/>
                    </a:lnTo>
                    <a:lnTo>
                      <a:pt x="60" y="150"/>
                    </a:lnTo>
                    <a:lnTo>
                      <a:pt x="56" y="156"/>
                    </a:lnTo>
                    <a:lnTo>
                      <a:pt x="56" y="160"/>
                    </a:lnTo>
                    <a:lnTo>
                      <a:pt x="50" y="166"/>
                    </a:lnTo>
                    <a:lnTo>
                      <a:pt x="42" y="168"/>
                    </a:lnTo>
                    <a:lnTo>
                      <a:pt x="38" y="170"/>
                    </a:lnTo>
                    <a:lnTo>
                      <a:pt x="36" y="166"/>
                    </a:lnTo>
                    <a:lnTo>
                      <a:pt x="36" y="156"/>
                    </a:lnTo>
                    <a:lnTo>
                      <a:pt x="36" y="156"/>
                    </a:lnTo>
                    <a:lnTo>
                      <a:pt x="34" y="158"/>
                    </a:lnTo>
                    <a:lnTo>
                      <a:pt x="30" y="158"/>
                    </a:lnTo>
                    <a:lnTo>
                      <a:pt x="30" y="158"/>
                    </a:lnTo>
                    <a:lnTo>
                      <a:pt x="26" y="156"/>
                    </a:lnTo>
                    <a:lnTo>
                      <a:pt x="26" y="156"/>
                    </a:lnTo>
                    <a:lnTo>
                      <a:pt x="26" y="160"/>
                    </a:lnTo>
                    <a:lnTo>
                      <a:pt x="26" y="162"/>
                    </a:lnTo>
                    <a:lnTo>
                      <a:pt x="24" y="164"/>
                    </a:lnTo>
                    <a:lnTo>
                      <a:pt x="24" y="164"/>
                    </a:lnTo>
                    <a:lnTo>
                      <a:pt x="20" y="162"/>
                    </a:lnTo>
                    <a:lnTo>
                      <a:pt x="18" y="162"/>
                    </a:lnTo>
                    <a:lnTo>
                      <a:pt x="16" y="164"/>
                    </a:lnTo>
                    <a:lnTo>
                      <a:pt x="16" y="164"/>
                    </a:lnTo>
                    <a:lnTo>
                      <a:pt x="14" y="164"/>
                    </a:lnTo>
                    <a:lnTo>
                      <a:pt x="12" y="164"/>
                    </a:lnTo>
                    <a:lnTo>
                      <a:pt x="12" y="164"/>
                    </a:lnTo>
                    <a:lnTo>
                      <a:pt x="10" y="166"/>
                    </a:lnTo>
                    <a:lnTo>
                      <a:pt x="8" y="168"/>
                    </a:lnTo>
                    <a:lnTo>
                      <a:pt x="8" y="170"/>
                    </a:lnTo>
                    <a:lnTo>
                      <a:pt x="8" y="170"/>
                    </a:lnTo>
                    <a:lnTo>
                      <a:pt x="8" y="174"/>
                    </a:lnTo>
                    <a:lnTo>
                      <a:pt x="8" y="174"/>
                    </a:lnTo>
                    <a:lnTo>
                      <a:pt x="2" y="17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7" name="Freeform 293">
                <a:extLst>
                  <a:ext uri="{FF2B5EF4-FFF2-40B4-BE49-F238E27FC236}">
                    <a16:creationId xmlns:a16="http://schemas.microsoft.com/office/drawing/2014/main" id="{BE28ED0B-F0FA-CB4F-BCA5-00568ED1368D}"/>
                  </a:ext>
                </a:extLst>
              </p:cNvPr>
              <p:cNvSpPr>
                <a:spLocks/>
              </p:cNvSpPr>
              <p:nvPr/>
            </p:nvSpPr>
            <p:spPr bwMode="auto">
              <a:xfrm>
                <a:off x="5451299" y="3446534"/>
                <a:ext cx="234828" cy="228269"/>
              </a:xfrm>
              <a:custGeom>
                <a:avLst/>
                <a:gdLst>
                  <a:gd name="T0" fmla="*/ 0 w 120"/>
                  <a:gd name="T1" fmla="*/ 114 h 114"/>
                  <a:gd name="T2" fmla="*/ 4 w 120"/>
                  <a:gd name="T3" fmla="*/ 110 h 114"/>
                  <a:gd name="T4" fmla="*/ 54 w 120"/>
                  <a:gd name="T5" fmla="*/ 108 h 114"/>
                  <a:gd name="T6" fmla="*/ 54 w 120"/>
                  <a:gd name="T7" fmla="*/ 82 h 114"/>
                  <a:gd name="T8" fmla="*/ 56 w 120"/>
                  <a:gd name="T9" fmla="*/ 76 h 114"/>
                  <a:gd name="T10" fmla="*/ 70 w 120"/>
                  <a:gd name="T11" fmla="*/ 72 h 114"/>
                  <a:gd name="T12" fmla="*/ 120 w 120"/>
                  <a:gd name="T13" fmla="*/ 36 h 114"/>
                  <a:gd name="T14" fmla="*/ 120 w 120"/>
                  <a:gd name="T15" fmla="*/ 0 h 114"/>
                  <a:gd name="T16" fmla="*/ 62 w 120"/>
                  <a:gd name="T17" fmla="*/ 2 h 114"/>
                  <a:gd name="T18" fmla="*/ 60 w 120"/>
                  <a:gd name="T19" fmla="*/ 6 h 114"/>
                  <a:gd name="T20" fmla="*/ 52 w 120"/>
                  <a:gd name="T21" fmla="*/ 6 h 114"/>
                  <a:gd name="T22" fmla="*/ 52 w 120"/>
                  <a:gd name="T23" fmla="*/ 8 h 114"/>
                  <a:gd name="T24" fmla="*/ 50 w 120"/>
                  <a:gd name="T25" fmla="*/ 10 h 114"/>
                  <a:gd name="T26" fmla="*/ 48 w 120"/>
                  <a:gd name="T27" fmla="*/ 16 h 114"/>
                  <a:gd name="T28" fmla="*/ 46 w 120"/>
                  <a:gd name="T29" fmla="*/ 18 h 114"/>
                  <a:gd name="T30" fmla="*/ 46 w 120"/>
                  <a:gd name="T31" fmla="*/ 20 h 114"/>
                  <a:gd name="T32" fmla="*/ 44 w 120"/>
                  <a:gd name="T33" fmla="*/ 22 h 114"/>
                  <a:gd name="T34" fmla="*/ 44 w 120"/>
                  <a:gd name="T35" fmla="*/ 22 h 114"/>
                  <a:gd name="T36" fmla="*/ 34 w 120"/>
                  <a:gd name="T37" fmla="*/ 34 h 114"/>
                  <a:gd name="T38" fmla="*/ 32 w 120"/>
                  <a:gd name="T39" fmla="*/ 44 h 114"/>
                  <a:gd name="T40" fmla="*/ 28 w 120"/>
                  <a:gd name="T41" fmla="*/ 48 h 114"/>
                  <a:gd name="T42" fmla="*/ 26 w 120"/>
                  <a:gd name="T43" fmla="*/ 56 h 114"/>
                  <a:gd name="T44" fmla="*/ 22 w 120"/>
                  <a:gd name="T45" fmla="*/ 64 h 114"/>
                  <a:gd name="T46" fmla="*/ 18 w 120"/>
                  <a:gd name="T47" fmla="*/ 68 h 114"/>
                  <a:gd name="T48" fmla="*/ 18 w 120"/>
                  <a:gd name="T49" fmla="*/ 70 h 114"/>
                  <a:gd name="T50" fmla="*/ 18 w 120"/>
                  <a:gd name="T51" fmla="*/ 72 h 114"/>
                  <a:gd name="T52" fmla="*/ 14 w 120"/>
                  <a:gd name="T53" fmla="*/ 76 h 114"/>
                  <a:gd name="T54" fmla="*/ 14 w 120"/>
                  <a:gd name="T55" fmla="*/ 80 h 114"/>
                  <a:gd name="T56" fmla="*/ 12 w 120"/>
                  <a:gd name="T57" fmla="*/ 82 h 114"/>
                  <a:gd name="T58" fmla="*/ 12 w 120"/>
                  <a:gd name="T59" fmla="*/ 86 h 114"/>
                  <a:gd name="T60" fmla="*/ 10 w 120"/>
                  <a:gd name="T61" fmla="*/ 88 h 114"/>
                  <a:gd name="T62" fmla="*/ 8 w 120"/>
                  <a:gd name="T63" fmla="*/ 92 h 114"/>
                  <a:gd name="T64" fmla="*/ 6 w 120"/>
                  <a:gd name="T65" fmla="*/ 96 h 114"/>
                  <a:gd name="T66" fmla="*/ 0 w 120"/>
                  <a:gd name="T67" fmla="*/ 100 h 114"/>
                  <a:gd name="T68" fmla="*/ 0 w 120"/>
                  <a:gd name="T69" fmla="*/ 102 h 114"/>
                  <a:gd name="T70" fmla="*/ 0 w 120"/>
                  <a:gd name="T71" fmla="*/ 108 h 114"/>
                  <a:gd name="T72" fmla="*/ 0 w 120"/>
                  <a:gd name="T73"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0" h="114">
                    <a:moveTo>
                      <a:pt x="0" y="114"/>
                    </a:moveTo>
                    <a:lnTo>
                      <a:pt x="0" y="114"/>
                    </a:lnTo>
                    <a:lnTo>
                      <a:pt x="4" y="110"/>
                    </a:lnTo>
                    <a:lnTo>
                      <a:pt x="4" y="110"/>
                    </a:lnTo>
                    <a:lnTo>
                      <a:pt x="54" y="108"/>
                    </a:lnTo>
                    <a:lnTo>
                      <a:pt x="54" y="108"/>
                    </a:lnTo>
                    <a:lnTo>
                      <a:pt x="54" y="82"/>
                    </a:lnTo>
                    <a:lnTo>
                      <a:pt x="54" y="82"/>
                    </a:lnTo>
                    <a:lnTo>
                      <a:pt x="54" y="78"/>
                    </a:lnTo>
                    <a:lnTo>
                      <a:pt x="56" y="76"/>
                    </a:lnTo>
                    <a:lnTo>
                      <a:pt x="62" y="74"/>
                    </a:lnTo>
                    <a:lnTo>
                      <a:pt x="70" y="72"/>
                    </a:lnTo>
                    <a:lnTo>
                      <a:pt x="70" y="36"/>
                    </a:lnTo>
                    <a:lnTo>
                      <a:pt x="120" y="36"/>
                    </a:lnTo>
                    <a:lnTo>
                      <a:pt x="120" y="12"/>
                    </a:lnTo>
                    <a:lnTo>
                      <a:pt x="120" y="0"/>
                    </a:lnTo>
                    <a:lnTo>
                      <a:pt x="62" y="2"/>
                    </a:lnTo>
                    <a:lnTo>
                      <a:pt x="62" y="2"/>
                    </a:lnTo>
                    <a:lnTo>
                      <a:pt x="60" y="6"/>
                    </a:lnTo>
                    <a:lnTo>
                      <a:pt x="60" y="6"/>
                    </a:lnTo>
                    <a:lnTo>
                      <a:pt x="52" y="6"/>
                    </a:lnTo>
                    <a:lnTo>
                      <a:pt x="52" y="6"/>
                    </a:lnTo>
                    <a:lnTo>
                      <a:pt x="52" y="8"/>
                    </a:lnTo>
                    <a:lnTo>
                      <a:pt x="52" y="8"/>
                    </a:lnTo>
                    <a:lnTo>
                      <a:pt x="50" y="10"/>
                    </a:lnTo>
                    <a:lnTo>
                      <a:pt x="50" y="10"/>
                    </a:lnTo>
                    <a:lnTo>
                      <a:pt x="48" y="14"/>
                    </a:lnTo>
                    <a:lnTo>
                      <a:pt x="48" y="16"/>
                    </a:lnTo>
                    <a:lnTo>
                      <a:pt x="48" y="16"/>
                    </a:lnTo>
                    <a:lnTo>
                      <a:pt x="46" y="18"/>
                    </a:lnTo>
                    <a:lnTo>
                      <a:pt x="46" y="18"/>
                    </a:lnTo>
                    <a:lnTo>
                      <a:pt x="46" y="20"/>
                    </a:lnTo>
                    <a:lnTo>
                      <a:pt x="46" y="20"/>
                    </a:lnTo>
                    <a:lnTo>
                      <a:pt x="44" y="22"/>
                    </a:lnTo>
                    <a:lnTo>
                      <a:pt x="44" y="22"/>
                    </a:lnTo>
                    <a:lnTo>
                      <a:pt x="44" y="22"/>
                    </a:lnTo>
                    <a:lnTo>
                      <a:pt x="34" y="34"/>
                    </a:lnTo>
                    <a:lnTo>
                      <a:pt x="34" y="34"/>
                    </a:lnTo>
                    <a:lnTo>
                      <a:pt x="34" y="40"/>
                    </a:lnTo>
                    <a:lnTo>
                      <a:pt x="32" y="44"/>
                    </a:lnTo>
                    <a:lnTo>
                      <a:pt x="32" y="44"/>
                    </a:lnTo>
                    <a:lnTo>
                      <a:pt x="28" y="48"/>
                    </a:lnTo>
                    <a:lnTo>
                      <a:pt x="28" y="48"/>
                    </a:lnTo>
                    <a:lnTo>
                      <a:pt x="26" y="56"/>
                    </a:lnTo>
                    <a:lnTo>
                      <a:pt x="22" y="64"/>
                    </a:lnTo>
                    <a:lnTo>
                      <a:pt x="22" y="64"/>
                    </a:lnTo>
                    <a:lnTo>
                      <a:pt x="20" y="66"/>
                    </a:lnTo>
                    <a:lnTo>
                      <a:pt x="18" y="68"/>
                    </a:lnTo>
                    <a:lnTo>
                      <a:pt x="18" y="68"/>
                    </a:lnTo>
                    <a:lnTo>
                      <a:pt x="18" y="70"/>
                    </a:lnTo>
                    <a:lnTo>
                      <a:pt x="18" y="72"/>
                    </a:lnTo>
                    <a:lnTo>
                      <a:pt x="18" y="72"/>
                    </a:lnTo>
                    <a:lnTo>
                      <a:pt x="14" y="76"/>
                    </a:lnTo>
                    <a:lnTo>
                      <a:pt x="14" y="76"/>
                    </a:lnTo>
                    <a:lnTo>
                      <a:pt x="14" y="80"/>
                    </a:lnTo>
                    <a:lnTo>
                      <a:pt x="14" y="80"/>
                    </a:lnTo>
                    <a:lnTo>
                      <a:pt x="12" y="82"/>
                    </a:lnTo>
                    <a:lnTo>
                      <a:pt x="12" y="82"/>
                    </a:lnTo>
                    <a:lnTo>
                      <a:pt x="12" y="86"/>
                    </a:lnTo>
                    <a:lnTo>
                      <a:pt x="12" y="86"/>
                    </a:lnTo>
                    <a:lnTo>
                      <a:pt x="10" y="88"/>
                    </a:lnTo>
                    <a:lnTo>
                      <a:pt x="10" y="88"/>
                    </a:lnTo>
                    <a:lnTo>
                      <a:pt x="8" y="90"/>
                    </a:lnTo>
                    <a:lnTo>
                      <a:pt x="8" y="92"/>
                    </a:lnTo>
                    <a:lnTo>
                      <a:pt x="8" y="92"/>
                    </a:lnTo>
                    <a:lnTo>
                      <a:pt x="6" y="96"/>
                    </a:lnTo>
                    <a:lnTo>
                      <a:pt x="0" y="100"/>
                    </a:lnTo>
                    <a:lnTo>
                      <a:pt x="0" y="100"/>
                    </a:lnTo>
                    <a:lnTo>
                      <a:pt x="0" y="102"/>
                    </a:lnTo>
                    <a:lnTo>
                      <a:pt x="0" y="102"/>
                    </a:lnTo>
                    <a:lnTo>
                      <a:pt x="2" y="106"/>
                    </a:lnTo>
                    <a:lnTo>
                      <a:pt x="0" y="108"/>
                    </a:lnTo>
                    <a:lnTo>
                      <a:pt x="0" y="108"/>
                    </a:lnTo>
                    <a:lnTo>
                      <a:pt x="0" y="114"/>
                    </a:lnTo>
                    <a:lnTo>
                      <a:pt x="0" y="1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8" name="Freeform 25">
                <a:extLst>
                  <a:ext uri="{FF2B5EF4-FFF2-40B4-BE49-F238E27FC236}">
                    <a16:creationId xmlns:a16="http://schemas.microsoft.com/office/drawing/2014/main" id="{F0A389BC-9137-F549-B6E2-EA89C8680968}"/>
                  </a:ext>
                </a:extLst>
              </p:cNvPr>
              <p:cNvSpPr>
                <a:spLocks noEditPoints="1"/>
              </p:cNvSpPr>
              <p:nvPr/>
            </p:nvSpPr>
            <p:spPr bwMode="auto">
              <a:xfrm>
                <a:off x="6658709" y="4239466"/>
                <a:ext cx="148724" cy="216255"/>
              </a:xfrm>
              <a:custGeom>
                <a:avLst/>
                <a:gdLst>
                  <a:gd name="T0" fmla="*/ 68 w 76"/>
                  <a:gd name="T1" fmla="*/ 76 h 108"/>
                  <a:gd name="T2" fmla="*/ 70 w 76"/>
                  <a:gd name="T3" fmla="*/ 72 h 108"/>
                  <a:gd name="T4" fmla="*/ 68 w 76"/>
                  <a:gd name="T5" fmla="*/ 60 h 108"/>
                  <a:gd name="T6" fmla="*/ 70 w 76"/>
                  <a:gd name="T7" fmla="*/ 50 h 108"/>
                  <a:gd name="T8" fmla="*/ 72 w 76"/>
                  <a:gd name="T9" fmla="*/ 46 h 108"/>
                  <a:gd name="T10" fmla="*/ 76 w 76"/>
                  <a:gd name="T11" fmla="*/ 38 h 108"/>
                  <a:gd name="T12" fmla="*/ 74 w 76"/>
                  <a:gd name="T13" fmla="*/ 28 h 108"/>
                  <a:gd name="T14" fmla="*/ 72 w 76"/>
                  <a:gd name="T15" fmla="*/ 18 h 108"/>
                  <a:gd name="T16" fmla="*/ 74 w 76"/>
                  <a:gd name="T17" fmla="*/ 12 h 108"/>
                  <a:gd name="T18" fmla="*/ 72 w 76"/>
                  <a:gd name="T19" fmla="*/ 8 h 108"/>
                  <a:gd name="T20" fmla="*/ 66 w 76"/>
                  <a:gd name="T21" fmla="*/ 4 h 108"/>
                  <a:gd name="T22" fmla="*/ 60 w 76"/>
                  <a:gd name="T23" fmla="*/ 4 h 108"/>
                  <a:gd name="T24" fmla="*/ 50 w 76"/>
                  <a:gd name="T25" fmla="*/ 2 h 108"/>
                  <a:gd name="T26" fmla="*/ 46 w 76"/>
                  <a:gd name="T27" fmla="*/ 2 h 108"/>
                  <a:gd name="T28" fmla="*/ 40 w 76"/>
                  <a:gd name="T29" fmla="*/ 6 h 108"/>
                  <a:gd name="T30" fmla="*/ 36 w 76"/>
                  <a:gd name="T31" fmla="*/ 12 h 108"/>
                  <a:gd name="T32" fmla="*/ 32 w 76"/>
                  <a:gd name="T33" fmla="*/ 20 h 108"/>
                  <a:gd name="T34" fmla="*/ 32 w 76"/>
                  <a:gd name="T35" fmla="*/ 24 h 108"/>
                  <a:gd name="T36" fmla="*/ 30 w 76"/>
                  <a:gd name="T37" fmla="*/ 30 h 108"/>
                  <a:gd name="T38" fmla="*/ 28 w 76"/>
                  <a:gd name="T39" fmla="*/ 38 h 108"/>
                  <a:gd name="T40" fmla="*/ 32 w 76"/>
                  <a:gd name="T41" fmla="*/ 40 h 108"/>
                  <a:gd name="T42" fmla="*/ 32 w 76"/>
                  <a:gd name="T43" fmla="*/ 42 h 108"/>
                  <a:gd name="T44" fmla="*/ 32 w 76"/>
                  <a:gd name="T45" fmla="*/ 46 h 108"/>
                  <a:gd name="T46" fmla="*/ 26 w 76"/>
                  <a:gd name="T47" fmla="*/ 56 h 108"/>
                  <a:gd name="T48" fmla="*/ 22 w 76"/>
                  <a:gd name="T49" fmla="*/ 54 h 108"/>
                  <a:gd name="T50" fmla="*/ 14 w 76"/>
                  <a:gd name="T51" fmla="*/ 60 h 108"/>
                  <a:gd name="T52" fmla="*/ 10 w 76"/>
                  <a:gd name="T53" fmla="*/ 68 h 108"/>
                  <a:gd name="T54" fmla="*/ 6 w 76"/>
                  <a:gd name="T55" fmla="*/ 80 h 108"/>
                  <a:gd name="T56" fmla="*/ 8 w 76"/>
                  <a:gd name="T57" fmla="*/ 84 h 108"/>
                  <a:gd name="T58" fmla="*/ 4 w 76"/>
                  <a:gd name="T59" fmla="*/ 90 h 108"/>
                  <a:gd name="T60" fmla="*/ 2 w 76"/>
                  <a:gd name="T61" fmla="*/ 92 h 108"/>
                  <a:gd name="T62" fmla="*/ 4 w 76"/>
                  <a:gd name="T63" fmla="*/ 100 h 108"/>
                  <a:gd name="T64" fmla="*/ 10 w 76"/>
                  <a:gd name="T65" fmla="*/ 106 h 108"/>
                  <a:gd name="T66" fmla="*/ 18 w 76"/>
                  <a:gd name="T67" fmla="*/ 106 h 108"/>
                  <a:gd name="T68" fmla="*/ 24 w 76"/>
                  <a:gd name="T69" fmla="*/ 102 h 108"/>
                  <a:gd name="T70" fmla="*/ 42 w 76"/>
                  <a:gd name="T71" fmla="*/ 102 h 108"/>
                  <a:gd name="T72" fmla="*/ 42 w 76"/>
                  <a:gd name="T73" fmla="*/ 98 h 108"/>
                  <a:gd name="T74" fmla="*/ 40 w 76"/>
                  <a:gd name="T75" fmla="*/ 88 h 108"/>
                  <a:gd name="T76" fmla="*/ 38 w 76"/>
                  <a:gd name="T77" fmla="*/ 80 h 108"/>
                  <a:gd name="T78" fmla="*/ 40 w 76"/>
                  <a:gd name="T79" fmla="*/ 76 h 108"/>
                  <a:gd name="T80" fmla="*/ 48 w 76"/>
                  <a:gd name="T81" fmla="*/ 72 h 108"/>
                  <a:gd name="T82" fmla="*/ 62 w 76"/>
                  <a:gd name="T83" fmla="*/ 68 h 108"/>
                  <a:gd name="T84" fmla="*/ 64 w 76"/>
                  <a:gd name="T85" fmla="*/ 70 h 108"/>
                  <a:gd name="T86" fmla="*/ 68 w 76"/>
                  <a:gd name="T87" fmla="*/ 72 h 108"/>
                  <a:gd name="T88" fmla="*/ 66 w 76"/>
                  <a:gd name="T89" fmla="*/ 78 h 108"/>
                  <a:gd name="T90" fmla="*/ 70 w 76"/>
                  <a:gd name="T91" fmla="*/ 78 h 108"/>
                  <a:gd name="T92" fmla="*/ 26 w 76"/>
                  <a:gd name="T93" fmla="*/ 50 h 108"/>
                  <a:gd name="T94" fmla="*/ 28 w 76"/>
                  <a:gd name="T95" fmla="*/ 4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 h="108">
                    <a:moveTo>
                      <a:pt x="70" y="78"/>
                    </a:moveTo>
                    <a:lnTo>
                      <a:pt x="70" y="78"/>
                    </a:lnTo>
                    <a:lnTo>
                      <a:pt x="68" y="76"/>
                    </a:lnTo>
                    <a:lnTo>
                      <a:pt x="70" y="74"/>
                    </a:lnTo>
                    <a:lnTo>
                      <a:pt x="70" y="74"/>
                    </a:lnTo>
                    <a:lnTo>
                      <a:pt x="70" y="72"/>
                    </a:lnTo>
                    <a:lnTo>
                      <a:pt x="68" y="68"/>
                    </a:lnTo>
                    <a:lnTo>
                      <a:pt x="68" y="64"/>
                    </a:lnTo>
                    <a:lnTo>
                      <a:pt x="68" y="60"/>
                    </a:lnTo>
                    <a:lnTo>
                      <a:pt x="68" y="60"/>
                    </a:lnTo>
                    <a:lnTo>
                      <a:pt x="70" y="56"/>
                    </a:lnTo>
                    <a:lnTo>
                      <a:pt x="70" y="50"/>
                    </a:lnTo>
                    <a:lnTo>
                      <a:pt x="70" y="50"/>
                    </a:lnTo>
                    <a:lnTo>
                      <a:pt x="70" y="48"/>
                    </a:lnTo>
                    <a:lnTo>
                      <a:pt x="72" y="46"/>
                    </a:lnTo>
                    <a:lnTo>
                      <a:pt x="74" y="44"/>
                    </a:lnTo>
                    <a:lnTo>
                      <a:pt x="74" y="44"/>
                    </a:lnTo>
                    <a:lnTo>
                      <a:pt x="76" y="38"/>
                    </a:lnTo>
                    <a:lnTo>
                      <a:pt x="76" y="38"/>
                    </a:lnTo>
                    <a:lnTo>
                      <a:pt x="76" y="32"/>
                    </a:lnTo>
                    <a:lnTo>
                      <a:pt x="74" y="28"/>
                    </a:lnTo>
                    <a:lnTo>
                      <a:pt x="74" y="28"/>
                    </a:lnTo>
                    <a:lnTo>
                      <a:pt x="70" y="24"/>
                    </a:lnTo>
                    <a:lnTo>
                      <a:pt x="72" y="18"/>
                    </a:lnTo>
                    <a:lnTo>
                      <a:pt x="72" y="18"/>
                    </a:lnTo>
                    <a:lnTo>
                      <a:pt x="74" y="14"/>
                    </a:lnTo>
                    <a:lnTo>
                      <a:pt x="74" y="12"/>
                    </a:lnTo>
                    <a:lnTo>
                      <a:pt x="72" y="10"/>
                    </a:lnTo>
                    <a:lnTo>
                      <a:pt x="72" y="10"/>
                    </a:lnTo>
                    <a:lnTo>
                      <a:pt x="72" y="8"/>
                    </a:lnTo>
                    <a:lnTo>
                      <a:pt x="70" y="8"/>
                    </a:lnTo>
                    <a:lnTo>
                      <a:pt x="70" y="8"/>
                    </a:lnTo>
                    <a:lnTo>
                      <a:pt x="66" y="4"/>
                    </a:lnTo>
                    <a:lnTo>
                      <a:pt x="66" y="0"/>
                    </a:lnTo>
                    <a:lnTo>
                      <a:pt x="60" y="4"/>
                    </a:lnTo>
                    <a:lnTo>
                      <a:pt x="60" y="4"/>
                    </a:lnTo>
                    <a:lnTo>
                      <a:pt x="58" y="2"/>
                    </a:lnTo>
                    <a:lnTo>
                      <a:pt x="54" y="0"/>
                    </a:lnTo>
                    <a:lnTo>
                      <a:pt x="50" y="2"/>
                    </a:lnTo>
                    <a:lnTo>
                      <a:pt x="50" y="2"/>
                    </a:lnTo>
                    <a:lnTo>
                      <a:pt x="48" y="2"/>
                    </a:lnTo>
                    <a:lnTo>
                      <a:pt x="46" y="2"/>
                    </a:lnTo>
                    <a:lnTo>
                      <a:pt x="46" y="2"/>
                    </a:lnTo>
                    <a:lnTo>
                      <a:pt x="42" y="4"/>
                    </a:lnTo>
                    <a:lnTo>
                      <a:pt x="40" y="6"/>
                    </a:lnTo>
                    <a:lnTo>
                      <a:pt x="36" y="10"/>
                    </a:lnTo>
                    <a:lnTo>
                      <a:pt x="36" y="10"/>
                    </a:lnTo>
                    <a:lnTo>
                      <a:pt x="36" y="12"/>
                    </a:lnTo>
                    <a:lnTo>
                      <a:pt x="36" y="16"/>
                    </a:lnTo>
                    <a:lnTo>
                      <a:pt x="36" y="16"/>
                    </a:lnTo>
                    <a:lnTo>
                      <a:pt x="32" y="20"/>
                    </a:lnTo>
                    <a:lnTo>
                      <a:pt x="30" y="22"/>
                    </a:lnTo>
                    <a:lnTo>
                      <a:pt x="32" y="24"/>
                    </a:lnTo>
                    <a:lnTo>
                      <a:pt x="32" y="24"/>
                    </a:lnTo>
                    <a:lnTo>
                      <a:pt x="32" y="24"/>
                    </a:lnTo>
                    <a:lnTo>
                      <a:pt x="32" y="26"/>
                    </a:lnTo>
                    <a:lnTo>
                      <a:pt x="30" y="30"/>
                    </a:lnTo>
                    <a:lnTo>
                      <a:pt x="30" y="30"/>
                    </a:lnTo>
                    <a:lnTo>
                      <a:pt x="28" y="34"/>
                    </a:lnTo>
                    <a:lnTo>
                      <a:pt x="28" y="38"/>
                    </a:lnTo>
                    <a:lnTo>
                      <a:pt x="30" y="38"/>
                    </a:lnTo>
                    <a:lnTo>
                      <a:pt x="30" y="38"/>
                    </a:lnTo>
                    <a:lnTo>
                      <a:pt x="32" y="40"/>
                    </a:lnTo>
                    <a:lnTo>
                      <a:pt x="32" y="42"/>
                    </a:lnTo>
                    <a:lnTo>
                      <a:pt x="32" y="42"/>
                    </a:lnTo>
                    <a:lnTo>
                      <a:pt x="32" y="42"/>
                    </a:lnTo>
                    <a:lnTo>
                      <a:pt x="32" y="44"/>
                    </a:lnTo>
                    <a:lnTo>
                      <a:pt x="32" y="46"/>
                    </a:lnTo>
                    <a:lnTo>
                      <a:pt x="32" y="46"/>
                    </a:lnTo>
                    <a:lnTo>
                      <a:pt x="30" y="50"/>
                    </a:lnTo>
                    <a:lnTo>
                      <a:pt x="26" y="54"/>
                    </a:lnTo>
                    <a:lnTo>
                      <a:pt x="26" y="56"/>
                    </a:lnTo>
                    <a:lnTo>
                      <a:pt x="24" y="56"/>
                    </a:lnTo>
                    <a:lnTo>
                      <a:pt x="24" y="56"/>
                    </a:lnTo>
                    <a:lnTo>
                      <a:pt x="22" y="54"/>
                    </a:lnTo>
                    <a:lnTo>
                      <a:pt x="22" y="54"/>
                    </a:lnTo>
                    <a:lnTo>
                      <a:pt x="18" y="58"/>
                    </a:lnTo>
                    <a:lnTo>
                      <a:pt x="14" y="60"/>
                    </a:lnTo>
                    <a:lnTo>
                      <a:pt x="14" y="60"/>
                    </a:lnTo>
                    <a:lnTo>
                      <a:pt x="12" y="64"/>
                    </a:lnTo>
                    <a:lnTo>
                      <a:pt x="10" y="68"/>
                    </a:lnTo>
                    <a:lnTo>
                      <a:pt x="10" y="68"/>
                    </a:lnTo>
                    <a:lnTo>
                      <a:pt x="6" y="80"/>
                    </a:lnTo>
                    <a:lnTo>
                      <a:pt x="6" y="80"/>
                    </a:lnTo>
                    <a:lnTo>
                      <a:pt x="10" y="80"/>
                    </a:lnTo>
                    <a:lnTo>
                      <a:pt x="10" y="80"/>
                    </a:lnTo>
                    <a:lnTo>
                      <a:pt x="8" y="84"/>
                    </a:lnTo>
                    <a:lnTo>
                      <a:pt x="6" y="88"/>
                    </a:lnTo>
                    <a:lnTo>
                      <a:pt x="6" y="88"/>
                    </a:lnTo>
                    <a:lnTo>
                      <a:pt x="4" y="90"/>
                    </a:lnTo>
                    <a:lnTo>
                      <a:pt x="4" y="90"/>
                    </a:lnTo>
                    <a:lnTo>
                      <a:pt x="2" y="92"/>
                    </a:lnTo>
                    <a:lnTo>
                      <a:pt x="2" y="92"/>
                    </a:lnTo>
                    <a:lnTo>
                      <a:pt x="0" y="96"/>
                    </a:lnTo>
                    <a:lnTo>
                      <a:pt x="0" y="98"/>
                    </a:lnTo>
                    <a:lnTo>
                      <a:pt x="4" y="100"/>
                    </a:lnTo>
                    <a:lnTo>
                      <a:pt x="4" y="102"/>
                    </a:lnTo>
                    <a:lnTo>
                      <a:pt x="4" y="102"/>
                    </a:lnTo>
                    <a:lnTo>
                      <a:pt x="10" y="106"/>
                    </a:lnTo>
                    <a:lnTo>
                      <a:pt x="10" y="106"/>
                    </a:lnTo>
                    <a:lnTo>
                      <a:pt x="14" y="108"/>
                    </a:lnTo>
                    <a:lnTo>
                      <a:pt x="18" y="106"/>
                    </a:lnTo>
                    <a:lnTo>
                      <a:pt x="18" y="106"/>
                    </a:lnTo>
                    <a:lnTo>
                      <a:pt x="22" y="104"/>
                    </a:lnTo>
                    <a:lnTo>
                      <a:pt x="24" y="102"/>
                    </a:lnTo>
                    <a:lnTo>
                      <a:pt x="42" y="102"/>
                    </a:lnTo>
                    <a:lnTo>
                      <a:pt x="42" y="102"/>
                    </a:lnTo>
                    <a:lnTo>
                      <a:pt x="42" y="102"/>
                    </a:lnTo>
                    <a:lnTo>
                      <a:pt x="42" y="100"/>
                    </a:lnTo>
                    <a:lnTo>
                      <a:pt x="42" y="98"/>
                    </a:lnTo>
                    <a:lnTo>
                      <a:pt x="42" y="98"/>
                    </a:lnTo>
                    <a:lnTo>
                      <a:pt x="36" y="94"/>
                    </a:lnTo>
                    <a:lnTo>
                      <a:pt x="36" y="94"/>
                    </a:lnTo>
                    <a:lnTo>
                      <a:pt x="40" y="88"/>
                    </a:lnTo>
                    <a:lnTo>
                      <a:pt x="40" y="88"/>
                    </a:lnTo>
                    <a:lnTo>
                      <a:pt x="38" y="82"/>
                    </a:lnTo>
                    <a:lnTo>
                      <a:pt x="38" y="80"/>
                    </a:lnTo>
                    <a:lnTo>
                      <a:pt x="40" y="80"/>
                    </a:lnTo>
                    <a:lnTo>
                      <a:pt x="40" y="80"/>
                    </a:lnTo>
                    <a:lnTo>
                      <a:pt x="40" y="76"/>
                    </a:lnTo>
                    <a:lnTo>
                      <a:pt x="40" y="76"/>
                    </a:lnTo>
                    <a:lnTo>
                      <a:pt x="44" y="74"/>
                    </a:lnTo>
                    <a:lnTo>
                      <a:pt x="48" y="72"/>
                    </a:lnTo>
                    <a:lnTo>
                      <a:pt x="60" y="74"/>
                    </a:lnTo>
                    <a:lnTo>
                      <a:pt x="60" y="74"/>
                    </a:lnTo>
                    <a:lnTo>
                      <a:pt x="62" y="68"/>
                    </a:lnTo>
                    <a:lnTo>
                      <a:pt x="64" y="68"/>
                    </a:lnTo>
                    <a:lnTo>
                      <a:pt x="64" y="68"/>
                    </a:lnTo>
                    <a:lnTo>
                      <a:pt x="64" y="70"/>
                    </a:lnTo>
                    <a:lnTo>
                      <a:pt x="64" y="72"/>
                    </a:lnTo>
                    <a:lnTo>
                      <a:pt x="64" y="72"/>
                    </a:lnTo>
                    <a:lnTo>
                      <a:pt x="68" y="72"/>
                    </a:lnTo>
                    <a:lnTo>
                      <a:pt x="68" y="72"/>
                    </a:lnTo>
                    <a:lnTo>
                      <a:pt x="68" y="76"/>
                    </a:lnTo>
                    <a:lnTo>
                      <a:pt x="66" y="78"/>
                    </a:lnTo>
                    <a:lnTo>
                      <a:pt x="66" y="78"/>
                    </a:lnTo>
                    <a:lnTo>
                      <a:pt x="70" y="78"/>
                    </a:lnTo>
                    <a:lnTo>
                      <a:pt x="70" y="78"/>
                    </a:lnTo>
                    <a:close/>
                    <a:moveTo>
                      <a:pt x="28" y="46"/>
                    </a:moveTo>
                    <a:lnTo>
                      <a:pt x="28" y="46"/>
                    </a:lnTo>
                    <a:lnTo>
                      <a:pt x="26" y="50"/>
                    </a:lnTo>
                    <a:lnTo>
                      <a:pt x="26" y="50"/>
                    </a:lnTo>
                    <a:lnTo>
                      <a:pt x="28" y="48"/>
                    </a:lnTo>
                    <a:lnTo>
                      <a:pt x="28" y="48"/>
                    </a:lnTo>
                    <a:lnTo>
                      <a:pt x="28" y="46"/>
                    </a:lnTo>
                    <a:lnTo>
                      <a:pt x="28"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9" name="Freeform 28">
                <a:extLst>
                  <a:ext uri="{FF2B5EF4-FFF2-40B4-BE49-F238E27FC236}">
                    <a16:creationId xmlns:a16="http://schemas.microsoft.com/office/drawing/2014/main" id="{6EE2F5B8-1EEE-784C-8594-B6525F975C46}"/>
                  </a:ext>
                </a:extLst>
              </p:cNvPr>
              <p:cNvSpPr>
                <a:spLocks/>
              </p:cNvSpPr>
              <p:nvPr/>
            </p:nvSpPr>
            <p:spPr bwMode="auto">
              <a:xfrm>
                <a:off x="6089250" y="3106134"/>
                <a:ext cx="107630" cy="236278"/>
              </a:xfrm>
              <a:custGeom>
                <a:avLst/>
                <a:gdLst>
                  <a:gd name="T0" fmla="*/ 55 w 55"/>
                  <a:gd name="T1" fmla="*/ 70 h 118"/>
                  <a:gd name="T2" fmla="*/ 49 w 55"/>
                  <a:gd name="T3" fmla="*/ 68 h 118"/>
                  <a:gd name="T4" fmla="*/ 42 w 55"/>
                  <a:gd name="T5" fmla="*/ 64 h 118"/>
                  <a:gd name="T6" fmla="*/ 42 w 55"/>
                  <a:gd name="T7" fmla="*/ 60 h 118"/>
                  <a:gd name="T8" fmla="*/ 42 w 55"/>
                  <a:gd name="T9" fmla="*/ 56 h 118"/>
                  <a:gd name="T10" fmla="*/ 49 w 55"/>
                  <a:gd name="T11" fmla="*/ 48 h 118"/>
                  <a:gd name="T12" fmla="*/ 49 w 55"/>
                  <a:gd name="T13" fmla="*/ 44 h 118"/>
                  <a:gd name="T14" fmla="*/ 51 w 55"/>
                  <a:gd name="T15" fmla="*/ 44 h 118"/>
                  <a:gd name="T16" fmla="*/ 49 w 55"/>
                  <a:gd name="T17" fmla="*/ 36 h 118"/>
                  <a:gd name="T18" fmla="*/ 51 w 55"/>
                  <a:gd name="T19" fmla="*/ 30 h 118"/>
                  <a:gd name="T20" fmla="*/ 46 w 55"/>
                  <a:gd name="T21" fmla="*/ 30 h 118"/>
                  <a:gd name="T22" fmla="*/ 46 w 55"/>
                  <a:gd name="T23" fmla="*/ 20 h 118"/>
                  <a:gd name="T24" fmla="*/ 46 w 55"/>
                  <a:gd name="T25" fmla="*/ 20 h 118"/>
                  <a:gd name="T26" fmla="*/ 53 w 55"/>
                  <a:gd name="T27" fmla="*/ 14 h 118"/>
                  <a:gd name="T28" fmla="*/ 55 w 55"/>
                  <a:gd name="T29" fmla="*/ 6 h 118"/>
                  <a:gd name="T30" fmla="*/ 49 w 55"/>
                  <a:gd name="T31" fmla="*/ 8 h 118"/>
                  <a:gd name="T32" fmla="*/ 44 w 55"/>
                  <a:gd name="T33" fmla="*/ 6 h 118"/>
                  <a:gd name="T34" fmla="*/ 42 w 55"/>
                  <a:gd name="T35" fmla="*/ 2 h 118"/>
                  <a:gd name="T36" fmla="*/ 40 w 55"/>
                  <a:gd name="T37" fmla="*/ 0 h 118"/>
                  <a:gd name="T38" fmla="*/ 38 w 55"/>
                  <a:gd name="T39" fmla="*/ 2 h 118"/>
                  <a:gd name="T40" fmla="*/ 38 w 55"/>
                  <a:gd name="T41" fmla="*/ 0 h 118"/>
                  <a:gd name="T42" fmla="*/ 28 w 55"/>
                  <a:gd name="T43" fmla="*/ 4 h 118"/>
                  <a:gd name="T44" fmla="*/ 18 w 55"/>
                  <a:gd name="T45" fmla="*/ 4 h 118"/>
                  <a:gd name="T46" fmla="*/ 8 w 55"/>
                  <a:gd name="T47" fmla="*/ 4 h 118"/>
                  <a:gd name="T48" fmla="*/ 8 w 55"/>
                  <a:gd name="T49" fmla="*/ 14 h 118"/>
                  <a:gd name="T50" fmla="*/ 10 w 55"/>
                  <a:gd name="T51" fmla="*/ 16 h 118"/>
                  <a:gd name="T52" fmla="*/ 12 w 55"/>
                  <a:gd name="T53" fmla="*/ 24 h 118"/>
                  <a:gd name="T54" fmla="*/ 12 w 55"/>
                  <a:gd name="T55" fmla="*/ 30 h 118"/>
                  <a:gd name="T56" fmla="*/ 14 w 55"/>
                  <a:gd name="T57" fmla="*/ 38 h 118"/>
                  <a:gd name="T58" fmla="*/ 12 w 55"/>
                  <a:gd name="T59" fmla="*/ 42 h 118"/>
                  <a:gd name="T60" fmla="*/ 10 w 55"/>
                  <a:gd name="T61" fmla="*/ 44 h 118"/>
                  <a:gd name="T62" fmla="*/ 8 w 55"/>
                  <a:gd name="T63" fmla="*/ 50 h 118"/>
                  <a:gd name="T64" fmla="*/ 4 w 55"/>
                  <a:gd name="T65" fmla="*/ 54 h 118"/>
                  <a:gd name="T66" fmla="*/ 0 w 55"/>
                  <a:gd name="T67" fmla="*/ 58 h 118"/>
                  <a:gd name="T68" fmla="*/ 2 w 55"/>
                  <a:gd name="T69" fmla="*/ 72 h 118"/>
                  <a:gd name="T70" fmla="*/ 4 w 55"/>
                  <a:gd name="T71" fmla="*/ 72 h 118"/>
                  <a:gd name="T72" fmla="*/ 8 w 55"/>
                  <a:gd name="T73" fmla="*/ 74 h 118"/>
                  <a:gd name="T74" fmla="*/ 10 w 55"/>
                  <a:gd name="T75" fmla="*/ 86 h 118"/>
                  <a:gd name="T76" fmla="*/ 22 w 55"/>
                  <a:gd name="T77" fmla="*/ 118 h 118"/>
                  <a:gd name="T78" fmla="*/ 26 w 55"/>
                  <a:gd name="T79" fmla="*/ 118 h 118"/>
                  <a:gd name="T80" fmla="*/ 30 w 55"/>
                  <a:gd name="T81" fmla="*/ 116 h 118"/>
                  <a:gd name="T82" fmla="*/ 30 w 55"/>
                  <a:gd name="T83" fmla="*/ 112 h 118"/>
                  <a:gd name="T84" fmla="*/ 34 w 55"/>
                  <a:gd name="T85" fmla="*/ 108 h 118"/>
                  <a:gd name="T86" fmla="*/ 34 w 55"/>
                  <a:gd name="T87" fmla="*/ 106 h 118"/>
                  <a:gd name="T88" fmla="*/ 34 w 55"/>
                  <a:gd name="T89" fmla="*/ 94 h 118"/>
                  <a:gd name="T90" fmla="*/ 34 w 55"/>
                  <a:gd name="T91" fmla="*/ 92 h 118"/>
                  <a:gd name="T92" fmla="*/ 38 w 55"/>
                  <a:gd name="T93" fmla="*/ 92 h 118"/>
                  <a:gd name="T94" fmla="*/ 44 w 55"/>
                  <a:gd name="T95" fmla="*/ 90 h 118"/>
                  <a:gd name="T96" fmla="*/ 49 w 55"/>
                  <a:gd name="T97" fmla="*/ 86 h 118"/>
                  <a:gd name="T98" fmla="*/ 51 w 55"/>
                  <a:gd name="T99" fmla="*/ 80 h 118"/>
                  <a:gd name="T100" fmla="*/ 55 w 55"/>
                  <a:gd name="T101"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 h="118">
                    <a:moveTo>
                      <a:pt x="55" y="70"/>
                    </a:moveTo>
                    <a:lnTo>
                      <a:pt x="55" y="70"/>
                    </a:lnTo>
                    <a:lnTo>
                      <a:pt x="49" y="68"/>
                    </a:lnTo>
                    <a:lnTo>
                      <a:pt x="49" y="68"/>
                    </a:lnTo>
                    <a:lnTo>
                      <a:pt x="44" y="66"/>
                    </a:lnTo>
                    <a:lnTo>
                      <a:pt x="42" y="64"/>
                    </a:lnTo>
                    <a:lnTo>
                      <a:pt x="42" y="64"/>
                    </a:lnTo>
                    <a:lnTo>
                      <a:pt x="42" y="60"/>
                    </a:lnTo>
                    <a:lnTo>
                      <a:pt x="42" y="56"/>
                    </a:lnTo>
                    <a:lnTo>
                      <a:pt x="42" y="56"/>
                    </a:lnTo>
                    <a:lnTo>
                      <a:pt x="49" y="48"/>
                    </a:lnTo>
                    <a:lnTo>
                      <a:pt x="49" y="48"/>
                    </a:lnTo>
                    <a:lnTo>
                      <a:pt x="49" y="44"/>
                    </a:lnTo>
                    <a:lnTo>
                      <a:pt x="49" y="44"/>
                    </a:lnTo>
                    <a:lnTo>
                      <a:pt x="51" y="44"/>
                    </a:lnTo>
                    <a:lnTo>
                      <a:pt x="51" y="44"/>
                    </a:lnTo>
                    <a:lnTo>
                      <a:pt x="51" y="40"/>
                    </a:lnTo>
                    <a:lnTo>
                      <a:pt x="49" y="36"/>
                    </a:lnTo>
                    <a:lnTo>
                      <a:pt x="49" y="36"/>
                    </a:lnTo>
                    <a:lnTo>
                      <a:pt x="51" y="30"/>
                    </a:lnTo>
                    <a:lnTo>
                      <a:pt x="51" y="30"/>
                    </a:lnTo>
                    <a:lnTo>
                      <a:pt x="46" y="30"/>
                    </a:lnTo>
                    <a:lnTo>
                      <a:pt x="46" y="30"/>
                    </a:lnTo>
                    <a:lnTo>
                      <a:pt x="46" y="20"/>
                    </a:lnTo>
                    <a:lnTo>
                      <a:pt x="46" y="20"/>
                    </a:lnTo>
                    <a:lnTo>
                      <a:pt x="46" y="20"/>
                    </a:lnTo>
                    <a:lnTo>
                      <a:pt x="46" y="20"/>
                    </a:lnTo>
                    <a:lnTo>
                      <a:pt x="53" y="14"/>
                    </a:lnTo>
                    <a:lnTo>
                      <a:pt x="55" y="8"/>
                    </a:lnTo>
                    <a:lnTo>
                      <a:pt x="55" y="6"/>
                    </a:lnTo>
                    <a:lnTo>
                      <a:pt x="53" y="6"/>
                    </a:lnTo>
                    <a:lnTo>
                      <a:pt x="49" y="8"/>
                    </a:lnTo>
                    <a:lnTo>
                      <a:pt x="49" y="8"/>
                    </a:lnTo>
                    <a:lnTo>
                      <a:pt x="44" y="6"/>
                    </a:lnTo>
                    <a:lnTo>
                      <a:pt x="44" y="6"/>
                    </a:lnTo>
                    <a:lnTo>
                      <a:pt x="42" y="2"/>
                    </a:lnTo>
                    <a:lnTo>
                      <a:pt x="40" y="0"/>
                    </a:lnTo>
                    <a:lnTo>
                      <a:pt x="40" y="0"/>
                    </a:lnTo>
                    <a:lnTo>
                      <a:pt x="40" y="2"/>
                    </a:lnTo>
                    <a:lnTo>
                      <a:pt x="38" y="2"/>
                    </a:lnTo>
                    <a:lnTo>
                      <a:pt x="38" y="0"/>
                    </a:lnTo>
                    <a:lnTo>
                      <a:pt x="38" y="0"/>
                    </a:lnTo>
                    <a:lnTo>
                      <a:pt x="32" y="0"/>
                    </a:lnTo>
                    <a:lnTo>
                      <a:pt x="28" y="4"/>
                    </a:lnTo>
                    <a:lnTo>
                      <a:pt x="28" y="4"/>
                    </a:lnTo>
                    <a:lnTo>
                      <a:pt x="18" y="4"/>
                    </a:lnTo>
                    <a:lnTo>
                      <a:pt x="8" y="4"/>
                    </a:lnTo>
                    <a:lnTo>
                      <a:pt x="8" y="4"/>
                    </a:lnTo>
                    <a:lnTo>
                      <a:pt x="8" y="10"/>
                    </a:lnTo>
                    <a:lnTo>
                      <a:pt x="8" y="14"/>
                    </a:lnTo>
                    <a:lnTo>
                      <a:pt x="10" y="16"/>
                    </a:lnTo>
                    <a:lnTo>
                      <a:pt x="10" y="16"/>
                    </a:lnTo>
                    <a:lnTo>
                      <a:pt x="12" y="20"/>
                    </a:lnTo>
                    <a:lnTo>
                      <a:pt x="12" y="24"/>
                    </a:lnTo>
                    <a:lnTo>
                      <a:pt x="12" y="24"/>
                    </a:lnTo>
                    <a:lnTo>
                      <a:pt x="12" y="30"/>
                    </a:lnTo>
                    <a:lnTo>
                      <a:pt x="14" y="38"/>
                    </a:lnTo>
                    <a:lnTo>
                      <a:pt x="14" y="38"/>
                    </a:lnTo>
                    <a:lnTo>
                      <a:pt x="14" y="40"/>
                    </a:lnTo>
                    <a:lnTo>
                      <a:pt x="12" y="42"/>
                    </a:lnTo>
                    <a:lnTo>
                      <a:pt x="12" y="44"/>
                    </a:lnTo>
                    <a:lnTo>
                      <a:pt x="10" y="44"/>
                    </a:lnTo>
                    <a:lnTo>
                      <a:pt x="10" y="44"/>
                    </a:lnTo>
                    <a:lnTo>
                      <a:pt x="8" y="50"/>
                    </a:lnTo>
                    <a:lnTo>
                      <a:pt x="4" y="54"/>
                    </a:lnTo>
                    <a:lnTo>
                      <a:pt x="4" y="54"/>
                    </a:lnTo>
                    <a:lnTo>
                      <a:pt x="0" y="54"/>
                    </a:lnTo>
                    <a:lnTo>
                      <a:pt x="0" y="58"/>
                    </a:lnTo>
                    <a:lnTo>
                      <a:pt x="0" y="58"/>
                    </a:lnTo>
                    <a:lnTo>
                      <a:pt x="2" y="72"/>
                    </a:lnTo>
                    <a:lnTo>
                      <a:pt x="2" y="72"/>
                    </a:lnTo>
                    <a:lnTo>
                      <a:pt x="4" y="72"/>
                    </a:lnTo>
                    <a:lnTo>
                      <a:pt x="6" y="72"/>
                    </a:lnTo>
                    <a:lnTo>
                      <a:pt x="8" y="74"/>
                    </a:lnTo>
                    <a:lnTo>
                      <a:pt x="8" y="74"/>
                    </a:lnTo>
                    <a:lnTo>
                      <a:pt x="10" y="86"/>
                    </a:lnTo>
                    <a:lnTo>
                      <a:pt x="18" y="88"/>
                    </a:lnTo>
                    <a:lnTo>
                      <a:pt x="22" y="118"/>
                    </a:lnTo>
                    <a:lnTo>
                      <a:pt x="26" y="118"/>
                    </a:lnTo>
                    <a:lnTo>
                      <a:pt x="26" y="118"/>
                    </a:lnTo>
                    <a:lnTo>
                      <a:pt x="28" y="116"/>
                    </a:lnTo>
                    <a:lnTo>
                      <a:pt x="30" y="116"/>
                    </a:lnTo>
                    <a:lnTo>
                      <a:pt x="30" y="112"/>
                    </a:lnTo>
                    <a:lnTo>
                      <a:pt x="30" y="112"/>
                    </a:lnTo>
                    <a:lnTo>
                      <a:pt x="32" y="110"/>
                    </a:lnTo>
                    <a:lnTo>
                      <a:pt x="34" y="108"/>
                    </a:lnTo>
                    <a:lnTo>
                      <a:pt x="34" y="106"/>
                    </a:lnTo>
                    <a:lnTo>
                      <a:pt x="34" y="106"/>
                    </a:lnTo>
                    <a:lnTo>
                      <a:pt x="32" y="98"/>
                    </a:lnTo>
                    <a:lnTo>
                      <a:pt x="34" y="94"/>
                    </a:lnTo>
                    <a:lnTo>
                      <a:pt x="34" y="94"/>
                    </a:lnTo>
                    <a:lnTo>
                      <a:pt x="34" y="92"/>
                    </a:lnTo>
                    <a:lnTo>
                      <a:pt x="38" y="92"/>
                    </a:lnTo>
                    <a:lnTo>
                      <a:pt x="38" y="92"/>
                    </a:lnTo>
                    <a:lnTo>
                      <a:pt x="42" y="90"/>
                    </a:lnTo>
                    <a:lnTo>
                      <a:pt x="44" y="90"/>
                    </a:lnTo>
                    <a:lnTo>
                      <a:pt x="49" y="86"/>
                    </a:lnTo>
                    <a:lnTo>
                      <a:pt x="49" y="86"/>
                    </a:lnTo>
                    <a:lnTo>
                      <a:pt x="51" y="82"/>
                    </a:lnTo>
                    <a:lnTo>
                      <a:pt x="51" y="80"/>
                    </a:lnTo>
                    <a:lnTo>
                      <a:pt x="51" y="78"/>
                    </a:lnTo>
                    <a:lnTo>
                      <a:pt x="55"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0" name="Freeform 29">
                <a:extLst>
                  <a:ext uri="{FF2B5EF4-FFF2-40B4-BE49-F238E27FC236}">
                    <a16:creationId xmlns:a16="http://schemas.microsoft.com/office/drawing/2014/main" id="{62364CB9-CDBF-0542-8ED9-D7B5116AD1D3}"/>
                  </a:ext>
                </a:extLst>
              </p:cNvPr>
              <p:cNvSpPr>
                <a:spLocks/>
              </p:cNvSpPr>
              <p:nvPr/>
            </p:nvSpPr>
            <p:spPr bwMode="auto">
              <a:xfrm>
                <a:off x="5893559" y="3987169"/>
                <a:ext cx="50880" cy="204239"/>
              </a:xfrm>
              <a:custGeom>
                <a:avLst/>
                <a:gdLst>
                  <a:gd name="T0" fmla="*/ 16 w 26"/>
                  <a:gd name="T1" fmla="*/ 100 h 102"/>
                  <a:gd name="T2" fmla="*/ 20 w 26"/>
                  <a:gd name="T3" fmla="*/ 94 h 102"/>
                  <a:gd name="T4" fmla="*/ 20 w 26"/>
                  <a:gd name="T5" fmla="*/ 100 h 102"/>
                  <a:gd name="T6" fmla="*/ 18 w 26"/>
                  <a:gd name="T7" fmla="*/ 102 h 102"/>
                  <a:gd name="T8" fmla="*/ 20 w 26"/>
                  <a:gd name="T9" fmla="*/ 102 h 102"/>
                  <a:gd name="T10" fmla="*/ 22 w 26"/>
                  <a:gd name="T11" fmla="*/ 98 h 102"/>
                  <a:gd name="T12" fmla="*/ 24 w 26"/>
                  <a:gd name="T13" fmla="*/ 98 h 102"/>
                  <a:gd name="T14" fmla="*/ 26 w 26"/>
                  <a:gd name="T15" fmla="*/ 98 h 102"/>
                  <a:gd name="T16" fmla="*/ 24 w 26"/>
                  <a:gd name="T17" fmla="*/ 90 h 102"/>
                  <a:gd name="T18" fmla="*/ 24 w 26"/>
                  <a:gd name="T19" fmla="*/ 86 h 102"/>
                  <a:gd name="T20" fmla="*/ 24 w 26"/>
                  <a:gd name="T21" fmla="*/ 84 h 102"/>
                  <a:gd name="T22" fmla="*/ 22 w 26"/>
                  <a:gd name="T23" fmla="*/ 78 h 102"/>
                  <a:gd name="T24" fmla="*/ 24 w 26"/>
                  <a:gd name="T25" fmla="*/ 68 h 102"/>
                  <a:gd name="T26" fmla="*/ 24 w 26"/>
                  <a:gd name="T27" fmla="*/ 64 h 102"/>
                  <a:gd name="T28" fmla="*/ 24 w 26"/>
                  <a:gd name="T29" fmla="*/ 58 h 102"/>
                  <a:gd name="T30" fmla="*/ 24 w 26"/>
                  <a:gd name="T31" fmla="*/ 46 h 102"/>
                  <a:gd name="T32" fmla="*/ 24 w 26"/>
                  <a:gd name="T33" fmla="*/ 38 h 102"/>
                  <a:gd name="T34" fmla="*/ 24 w 26"/>
                  <a:gd name="T35" fmla="*/ 36 h 102"/>
                  <a:gd name="T36" fmla="*/ 22 w 26"/>
                  <a:gd name="T37" fmla="*/ 28 h 102"/>
                  <a:gd name="T38" fmla="*/ 22 w 26"/>
                  <a:gd name="T39" fmla="*/ 22 h 102"/>
                  <a:gd name="T40" fmla="*/ 12 w 26"/>
                  <a:gd name="T41" fmla="*/ 16 h 102"/>
                  <a:gd name="T42" fmla="*/ 12 w 26"/>
                  <a:gd name="T43" fmla="*/ 2 h 102"/>
                  <a:gd name="T44" fmla="*/ 6 w 26"/>
                  <a:gd name="T45" fmla="*/ 2 h 102"/>
                  <a:gd name="T46" fmla="*/ 0 w 26"/>
                  <a:gd name="T47" fmla="*/ 0 h 102"/>
                  <a:gd name="T48" fmla="*/ 0 w 26"/>
                  <a:gd name="T49" fmla="*/ 12 h 102"/>
                  <a:gd name="T50" fmla="*/ 0 w 26"/>
                  <a:gd name="T51" fmla="*/ 14 h 102"/>
                  <a:gd name="T52" fmla="*/ 4 w 26"/>
                  <a:gd name="T53" fmla="*/ 22 h 102"/>
                  <a:gd name="T54" fmla="*/ 6 w 26"/>
                  <a:gd name="T55" fmla="*/ 28 h 102"/>
                  <a:gd name="T56" fmla="*/ 4 w 26"/>
                  <a:gd name="T57" fmla="*/ 34 h 102"/>
                  <a:gd name="T58" fmla="*/ 4 w 26"/>
                  <a:gd name="T59" fmla="*/ 38 h 102"/>
                  <a:gd name="T60" fmla="*/ 6 w 26"/>
                  <a:gd name="T61" fmla="*/ 40 h 102"/>
                  <a:gd name="T62" fmla="*/ 4 w 26"/>
                  <a:gd name="T63" fmla="*/ 46 h 102"/>
                  <a:gd name="T64" fmla="*/ 4 w 26"/>
                  <a:gd name="T65" fmla="*/ 52 h 102"/>
                  <a:gd name="T66" fmla="*/ 8 w 26"/>
                  <a:gd name="T67" fmla="*/ 56 h 102"/>
                  <a:gd name="T68" fmla="*/ 10 w 26"/>
                  <a:gd name="T69" fmla="*/ 60 h 102"/>
                  <a:gd name="T70" fmla="*/ 8 w 26"/>
                  <a:gd name="T71" fmla="*/ 74 h 102"/>
                  <a:gd name="T72" fmla="*/ 8 w 26"/>
                  <a:gd name="T73" fmla="*/ 80 h 102"/>
                  <a:gd name="T74" fmla="*/ 8 w 26"/>
                  <a:gd name="T75" fmla="*/ 82 h 102"/>
                  <a:gd name="T76" fmla="*/ 8 w 26"/>
                  <a:gd name="T77" fmla="*/ 84 h 102"/>
                  <a:gd name="T78" fmla="*/ 8 w 26"/>
                  <a:gd name="T79" fmla="*/ 84 h 102"/>
                  <a:gd name="T80" fmla="*/ 16 w 26"/>
                  <a:gd name="T81" fmla="*/ 10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102">
                    <a:moveTo>
                      <a:pt x="16" y="100"/>
                    </a:moveTo>
                    <a:lnTo>
                      <a:pt x="16" y="100"/>
                    </a:lnTo>
                    <a:lnTo>
                      <a:pt x="20" y="94"/>
                    </a:lnTo>
                    <a:lnTo>
                      <a:pt x="20" y="94"/>
                    </a:lnTo>
                    <a:lnTo>
                      <a:pt x="20" y="98"/>
                    </a:lnTo>
                    <a:lnTo>
                      <a:pt x="20" y="100"/>
                    </a:lnTo>
                    <a:lnTo>
                      <a:pt x="20" y="100"/>
                    </a:lnTo>
                    <a:lnTo>
                      <a:pt x="18" y="102"/>
                    </a:lnTo>
                    <a:lnTo>
                      <a:pt x="18" y="102"/>
                    </a:lnTo>
                    <a:lnTo>
                      <a:pt x="20" y="102"/>
                    </a:lnTo>
                    <a:lnTo>
                      <a:pt x="20" y="102"/>
                    </a:lnTo>
                    <a:lnTo>
                      <a:pt x="22" y="98"/>
                    </a:lnTo>
                    <a:lnTo>
                      <a:pt x="22" y="98"/>
                    </a:lnTo>
                    <a:lnTo>
                      <a:pt x="24" y="98"/>
                    </a:lnTo>
                    <a:lnTo>
                      <a:pt x="26" y="98"/>
                    </a:lnTo>
                    <a:lnTo>
                      <a:pt x="26" y="98"/>
                    </a:lnTo>
                    <a:lnTo>
                      <a:pt x="26" y="96"/>
                    </a:lnTo>
                    <a:lnTo>
                      <a:pt x="24" y="90"/>
                    </a:lnTo>
                    <a:lnTo>
                      <a:pt x="24" y="90"/>
                    </a:lnTo>
                    <a:lnTo>
                      <a:pt x="24" y="86"/>
                    </a:lnTo>
                    <a:lnTo>
                      <a:pt x="24" y="86"/>
                    </a:lnTo>
                    <a:lnTo>
                      <a:pt x="24" y="84"/>
                    </a:lnTo>
                    <a:lnTo>
                      <a:pt x="22" y="78"/>
                    </a:lnTo>
                    <a:lnTo>
                      <a:pt x="22" y="78"/>
                    </a:lnTo>
                    <a:lnTo>
                      <a:pt x="22" y="74"/>
                    </a:lnTo>
                    <a:lnTo>
                      <a:pt x="24" y="68"/>
                    </a:lnTo>
                    <a:lnTo>
                      <a:pt x="24" y="68"/>
                    </a:lnTo>
                    <a:lnTo>
                      <a:pt x="24" y="64"/>
                    </a:lnTo>
                    <a:lnTo>
                      <a:pt x="24" y="58"/>
                    </a:lnTo>
                    <a:lnTo>
                      <a:pt x="24" y="58"/>
                    </a:lnTo>
                    <a:lnTo>
                      <a:pt x="22" y="52"/>
                    </a:lnTo>
                    <a:lnTo>
                      <a:pt x="24" y="46"/>
                    </a:lnTo>
                    <a:lnTo>
                      <a:pt x="24" y="46"/>
                    </a:lnTo>
                    <a:lnTo>
                      <a:pt x="24" y="38"/>
                    </a:lnTo>
                    <a:lnTo>
                      <a:pt x="24" y="36"/>
                    </a:lnTo>
                    <a:lnTo>
                      <a:pt x="24" y="36"/>
                    </a:lnTo>
                    <a:lnTo>
                      <a:pt x="22" y="34"/>
                    </a:lnTo>
                    <a:lnTo>
                      <a:pt x="22" y="28"/>
                    </a:lnTo>
                    <a:lnTo>
                      <a:pt x="22" y="28"/>
                    </a:lnTo>
                    <a:lnTo>
                      <a:pt x="22" y="22"/>
                    </a:lnTo>
                    <a:lnTo>
                      <a:pt x="22" y="20"/>
                    </a:lnTo>
                    <a:lnTo>
                      <a:pt x="12" y="16"/>
                    </a:lnTo>
                    <a:lnTo>
                      <a:pt x="12" y="2"/>
                    </a:lnTo>
                    <a:lnTo>
                      <a:pt x="12" y="2"/>
                    </a:lnTo>
                    <a:lnTo>
                      <a:pt x="6" y="2"/>
                    </a:lnTo>
                    <a:lnTo>
                      <a:pt x="6" y="2"/>
                    </a:lnTo>
                    <a:lnTo>
                      <a:pt x="0" y="0"/>
                    </a:lnTo>
                    <a:lnTo>
                      <a:pt x="0" y="0"/>
                    </a:lnTo>
                    <a:lnTo>
                      <a:pt x="0" y="6"/>
                    </a:lnTo>
                    <a:lnTo>
                      <a:pt x="0" y="12"/>
                    </a:lnTo>
                    <a:lnTo>
                      <a:pt x="0" y="14"/>
                    </a:lnTo>
                    <a:lnTo>
                      <a:pt x="0" y="14"/>
                    </a:lnTo>
                    <a:lnTo>
                      <a:pt x="4" y="16"/>
                    </a:lnTo>
                    <a:lnTo>
                      <a:pt x="4" y="22"/>
                    </a:lnTo>
                    <a:lnTo>
                      <a:pt x="4" y="22"/>
                    </a:lnTo>
                    <a:lnTo>
                      <a:pt x="6" y="28"/>
                    </a:lnTo>
                    <a:lnTo>
                      <a:pt x="4" y="34"/>
                    </a:lnTo>
                    <a:lnTo>
                      <a:pt x="4" y="34"/>
                    </a:lnTo>
                    <a:lnTo>
                      <a:pt x="4" y="36"/>
                    </a:lnTo>
                    <a:lnTo>
                      <a:pt x="4" y="38"/>
                    </a:lnTo>
                    <a:lnTo>
                      <a:pt x="6" y="38"/>
                    </a:lnTo>
                    <a:lnTo>
                      <a:pt x="6" y="40"/>
                    </a:lnTo>
                    <a:lnTo>
                      <a:pt x="6" y="40"/>
                    </a:lnTo>
                    <a:lnTo>
                      <a:pt x="4" y="46"/>
                    </a:lnTo>
                    <a:lnTo>
                      <a:pt x="4" y="48"/>
                    </a:lnTo>
                    <a:lnTo>
                      <a:pt x="4" y="52"/>
                    </a:lnTo>
                    <a:lnTo>
                      <a:pt x="4" y="52"/>
                    </a:lnTo>
                    <a:lnTo>
                      <a:pt x="8" y="56"/>
                    </a:lnTo>
                    <a:lnTo>
                      <a:pt x="10" y="60"/>
                    </a:lnTo>
                    <a:lnTo>
                      <a:pt x="10" y="60"/>
                    </a:lnTo>
                    <a:lnTo>
                      <a:pt x="8" y="74"/>
                    </a:lnTo>
                    <a:lnTo>
                      <a:pt x="8" y="74"/>
                    </a:lnTo>
                    <a:lnTo>
                      <a:pt x="6" y="78"/>
                    </a:lnTo>
                    <a:lnTo>
                      <a:pt x="8" y="80"/>
                    </a:lnTo>
                    <a:lnTo>
                      <a:pt x="8" y="80"/>
                    </a:lnTo>
                    <a:lnTo>
                      <a:pt x="8" y="82"/>
                    </a:lnTo>
                    <a:lnTo>
                      <a:pt x="8" y="82"/>
                    </a:lnTo>
                    <a:lnTo>
                      <a:pt x="8" y="84"/>
                    </a:lnTo>
                    <a:lnTo>
                      <a:pt x="8" y="84"/>
                    </a:lnTo>
                    <a:lnTo>
                      <a:pt x="8" y="84"/>
                    </a:lnTo>
                    <a:lnTo>
                      <a:pt x="16" y="100"/>
                    </a:lnTo>
                    <a:lnTo>
                      <a:pt x="16"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1" name="Freeform 31">
                <a:extLst>
                  <a:ext uri="{FF2B5EF4-FFF2-40B4-BE49-F238E27FC236}">
                    <a16:creationId xmlns:a16="http://schemas.microsoft.com/office/drawing/2014/main" id="{9DF4553A-DB7C-E84C-A2F2-0DA42B3547DA}"/>
                  </a:ext>
                </a:extLst>
              </p:cNvPr>
              <p:cNvSpPr>
                <a:spLocks/>
              </p:cNvSpPr>
              <p:nvPr/>
            </p:nvSpPr>
            <p:spPr bwMode="auto">
              <a:xfrm>
                <a:off x="6678277" y="4443705"/>
                <a:ext cx="281794" cy="344404"/>
              </a:xfrm>
              <a:custGeom>
                <a:avLst/>
                <a:gdLst>
                  <a:gd name="T0" fmla="*/ 126 w 144"/>
                  <a:gd name="T1" fmla="*/ 54 h 172"/>
                  <a:gd name="T2" fmla="*/ 126 w 144"/>
                  <a:gd name="T3" fmla="*/ 58 h 172"/>
                  <a:gd name="T4" fmla="*/ 124 w 144"/>
                  <a:gd name="T5" fmla="*/ 68 h 172"/>
                  <a:gd name="T6" fmla="*/ 122 w 144"/>
                  <a:gd name="T7" fmla="*/ 74 h 172"/>
                  <a:gd name="T8" fmla="*/ 128 w 144"/>
                  <a:gd name="T9" fmla="*/ 86 h 172"/>
                  <a:gd name="T10" fmla="*/ 132 w 144"/>
                  <a:gd name="T11" fmla="*/ 96 h 172"/>
                  <a:gd name="T12" fmla="*/ 130 w 144"/>
                  <a:gd name="T13" fmla="*/ 122 h 172"/>
                  <a:gd name="T14" fmla="*/ 134 w 144"/>
                  <a:gd name="T15" fmla="*/ 136 h 172"/>
                  <a:gd name="T16" fmla="*/ 142 w 144"/>
                  <a:gd name="T17" fmla="*/ 146 h 172"/>
                  <a:gd name="T18" fmla="*/ 144 w 144"/>
                  <a:gd name="T19" fmla="*/ 150 h 172"/>
                  <a:gd name="T20" fmla="*/ 120 w 144"/>
                  <a:gd name="T21" fmla="*/ 160 h 172"/>
                  <a:gd name="T22" fmla="*/ 114 w 144"/>
                  <a:gd name="T23" fmla="*/ 164 h 172"/>
                  <a:gd name="T24" fmla="*/ 106 w 144"/>
                  <a:gd name="T25" fmla="*/ 164 h 172"/>
                  <a:gd name="T26" fmla="*/ 92 w 144"/>
                  <a:gd name="T27" fmla="*/ 170 h 172"/>
                  <a:gd name="T28" fmla="*/ 80 w 144"/>
                  <a:gd name="T29" fmla="*/ 172 h 172"/>
                  <a:gd name="T30" fmla="*/ 76 w 144"/>
                  <a:gd name="T31" fmla="*/ 166 h 172"/>
                  <a:gd name="T32" fmla="*/ 66 w 144"/>
                  <a:gd name="T33" fmla="*/ 170 h 172"/>
                  <a:gd name="T34" fmla="*/ 66 w 144"/>
                  <a:gd name="T35" fmla="*/ 166 h 172"/>
                  <a:gd name="T36" fmla="*/ 60 w 144"/>
                  <a:gd name="T37" fmla="*/ 134 h 172"/>
                  <a:gd name="T38" fmla="*/ 56 w 144"/>
                  <a:gd name="T39" fmla="*/ 130 h 172"/>
                  <a:gd name="T40" fmla="*/ 36 w 144"/>
                  <a:gd name="T41" fmla="*/ 126 h 172"/>
                  <a:gd name="T42" fmla="*/ 30 w 144"/>
                  <a:gd name="T43" fmla="*/ 122 h 172"/>
                  <a:gd name="T44" fmla="*/ 28 w 144"/>
                  <a:gd name="T45" fmla="*/ 114 h 172"/>
                  <a:gd name="T46" fmla="*/ 22 w 144"/>
                  <a:gd name="T47" fmla="*/ 110 h 172"/>
                  <a:gd name="T48" fmla="*/ 20 w 144"/>
                  <a:gd name="T49" fmla="*/ 104 h 172"/>
                  <a:gd name="T50" fmla="*/ 14 w 144"/>
                  <a:gd name="T51" fmla="*/ 96 h 172"/>
                  <a:gd name="T52" fmla="*/ 16 w 144"/>
                  <a:gd name="T53" fmla="*/ 84 h 172"/>
                  <a:gd name="T54" fmla="*/ 0 w 144"/>
                  <a:gd name="T55" fmla="*/ 72 h 172"/>
                  <a:gd name="T56" fmla="*/ 0 w 144"/>
                  <a:gd name="T57" fmla="*/ 60 h 172"/>
                  <a:gd name="T58" fmla="*/ 2 w 144"/>
                  <a:gd name="T59" fmla="*/ 58 h 172"/>
                  <a:gd name="T60" fmla="*/ 0 w 144"/>
                  <a:gd name="T61" fmla="*/ 54 h 172"/>
                  <a:gd name="T62" fmla="*/ 6 w 144"/>
                  <a:gd name="T63" fmla="*/ 52 h 172"/>
                  <a:gd name="T64" fmla="*/ 20 w 144"/>
                  <a:gd name="T65" fmla="*/ 36 h 172"/>
                  <a:gd name="T66" fmla="*/ 22 w 144"/>
                  <a:gd name="T67" fmla="*/ 30 h 172"/>
                  <a:gd name="T68" fmla="*/ 16 w 144"/>
                  <a:gd name="T69" fmla="*/ 24 h 172"/>
                  <a:gd name="T70" fmla="*/ 18 w 144"/>
                  <a:gd name="T71" fmla="*/ 16 h 172"/>
                  <a:gd name="T72" fmla="*/ 32 w 144"/>
                  <a:gd name="T73" fmla="*/ 0 h 172"/>
                  <a:gd name="T74" fmla="*/ 30 w 144"/>
                  <a:gd name="T75" fmla="*/ 16 h 172"/>
                  <a:gd name="T76" fmla="*/ 36 w 144"/>
                  <a:gd name="T77" fmla="*/ 26 h 172"/>
                  <a:gd name="T78" fmla="*/ 38 w 144"/>
                  <a:gd name="T79" fmla="*/ 20 h 172"/>
                  <a:gd name="T80" fmla="*/ 44 w 144"/>
                  <a:gd name="T81" fmla="*/ 18 h 172"/>
                  <a:gd name="T82" fmla="*/ 48 w 144"/>
                  <a:gd name="T83" fmla="*/ 16 h 172"/>
                  <a:gd name="T84" fmla="*/ 54 w 144"/>
                  <a:gd name="T85" fmla="*/ 26 h 172"/>
                  <a:gd name="T86" fmla="*/ 58 w 144"/>
                  <a:gd name="T87" fmla="*/ 18 h 172"/>
                  <a:gd name="T88" fmla="*/ 66 w 144"/>
                  <a:gd name="T89" fmla="*/ 14 h 172"/>
                  <a:gd name="T90" fmla="*/ 62 w 144"/>
                  <a:gd name="T91" fmla="*/ 12 h 172"/>
                  <a:gd name="T92" fmla="*/ 62 w 144"/>
                  <a:gd name="T93" fmla="*/ 10 h 172"/>
                  <a:gd name="T94" fmla="*/ 58 w 144"/>
                  <a:gd name="T95" fmla="*/ 8 h 172"/>
                  <a:gd name="T96" fmla="*/ 104 w 144"/>
                  <a:gd name="T97" fmla="*/ 20 h 172"/>
                  <a:gd name="T98" fmla="*/ 108 w 144"/>
                  <a:gd name="T99" fmla="*/ 32 h 172"/>
                  <a:gd name="T100" fmla="*/ 112 w 144"/>
                  <a:gd name="T101" fmla="*/ 3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72">
                    <a:moveTo>
                      <a:pt x="130" y="46"/>
                    </a:moveTo>
                    <a:lnTo>
                      <a:pt x="130" y="46"/>
                    </a:lnTo>
                    <a:lnTo>
                      <a:pt x="128" y="54"/>
                    </a:lnTo>
                    <a:lnTo>
                      <a:pt x="126" y="54"/>
                    </a:lnTo>
                    <a:lnTo>
                      <a:pt x="126" y="54"/>
                    </a:lnTo>
                    <a:lnTo>
                      <a:pt x="126" y="56"/>
                    </a:lnTo>
                    <a:lnTo>
                      <a:pt x="126" y="58"/>
                    </a:lnTo>
                    <a:lnTo>
                      <a:pt x="126" y="58"/>
                    </a:lnTo>
                    <a:lnTo>
                      <a:pt x="126" y="60"/>
                    </a:lnTo>
                    <a:lnTo>
                      <a:pt x="124" y="62"/>
                    </a:lnTo>
                    <a:lnTo>
                      <a:pt x="124" y="68"/>
                    </a:lnTo>
                    <a:lnTo>
                      <a:pt x="124" y="68"/>
                    </a:lnTo>
                    <a:lnTo>
                      <a:pt x="120" y="70"/>
                    </a:lnTo>
                    <a:lnTo>
                      <a:pt x="120" y="72"/>
                    </a:lnTo>
                    <a:lnTo>
                      <a:pt x="120" y="72"/>
                    </a:lnTo>
                    <a:lnTo>
                      <a:pt x="122" y="74"/>
                    </a:lnTo>
                    <a:lnTo>
                      <a:pt x="122" y="76"/>
                    </a:lnTo>
                    <a:lnTo>
                      <a:pt x="122" y="80"/>
                    </a:lnTo>
                    <a:lnTo>
                      <a:pt x="122" y="80"/>
                    </a:lnTo>
                    <a:lnTo>
                      <a:pt x="128" y="86"/>
                    </a:lnTo>
                    <a:lnTo>
                      <a:pt x="134" y="90"/>
                    </a:lnTo>
                    <a:lnTo>
                      <a:pt x="134" y="90"/>
                    </a:lnTo>
                    <a:lnTo>
                      <a:pt x="134" y="94"/>
                    </a:lnTo>
                    <a:lnTo>
                      <a:pt x="132" y="96"/>
                    </a:lnTo>
                    <a:lnTo>
                      <a:pt x="130" y="100"/>
                    </a:lnTo>
                    <a:lnTo>
                      <a:pt x="130" y="100"/>
                    </a:lnTo>
                    <a:lnTo>
                      <a:pt x="130" y="110"/>
                    </a:lnTo>
                    <a:lnTo>
                      <a:pt x="130" y="122"/>
                    </a:lnTo>
                    <a:lnTo>
                      <a:pt x="130" y="122"/>
                    </a:lnTo>
                    <a:lnTo>
                      <a:pt x="130" y="128"/>
                    </a:lnTo>
                    <a:lnTo>
                      <a:pt x="134" y="136"/>
                    </a:lnTo>
                    <a:lnTo>
                      <a:pt x="134" y="136"/>
                    </a:lnTo>
                    <a:lnTo>
                      <a:pt x="138" y="138"/>
                    </a:lnTo>
                    <a:lnTo>
                      <a:pt x="142" y="142"/>
                    </a:lnTo>
                    <a:lnTo>
                      <a:pt x="142" y="142"/>
                    </a:lnTo>
                    <a:lnTo>
                      <a:pt x="142" y="146"/>
                    </a:lnTo>
                    <a:lnTo>
                      <a:pt x="144" y="146"/>
                    </a:lnTo>
                    <a:lnTo>
                      <a:pt x="144" y="146"/>
                    </a:lnTo>
                    <a:lnTo>
                      <a:pt x="144" y="150"/>
                    </a:lnTo>
                    <a:lnTo>
                      <a:pt x="144" y="150"/>
                    </a:lnTo>
                    <a:lnTo>
                      <a:pt x="130" y="158"/>
                    </a:lnTo>
                    <a:lnTo>
                      <a:pt x="130" y="158"/>
                    </a:lnTo>
                    <a:lnTo>
                      <a:pt x="126" y="160"/>
                    </a:lnTo>
                    <a:lnTo>
                      <a:pt x="120" y="160"/>
                    </a:lnTo>
                    <a:lnTo>
                      <a:pt x="120" y="160"/>
                    </a:lnTo>
                    <a:lnTo>
                      <a:pt x="116" y="162"/>
                    </a:lnTo>
                    <a:lnTo>
                      <a:pt x="114" y="164"/>
                    </a:lnTo>
                    <a:lnTo>
                      <a:pt x="114" y="164"/>
                    </a:lnTo>
                    <a:lnTo>
                      <a:pt x="110" y="166"/>
                    </a:lnTo>
                    <a:lnTo>
                      <a:pt x="108" y="164"/>
                    </a:lnTo>
                    <a:lnTo>
                      <a:pt x="108" y="164"/>
                    </a:lnTo>
                    <a:lnTo>
                      <a:pt x="106" y="164"/>
                    </a:lnTo>
                    <a:lnTo>
                      <a:pt x="106" y="166"/>
                    </a:lnTo>
                    <a:lnTo>
                      <a:pt x="102" y="168"/>
                    </a:lnTo>
                    <a:lnTo>
                      <a:pt x="102" y="168"/>
                    </a:lnTo>
                    <a:lnTo>
                      <a:pt x="92" y="170"/>
                    </a:lnTo>
                    <a:lnTo>
                      <a:pt x="92" y="170"/>
                    </a:lnTo>
                    <a:lnTo>
                      <a:pt x="84" y="172"/>
                    </a:lnTo>
                    <a:lnTo>
                      <a:pt x="84" y="172"/>
                    </a:lnTo>
                    <a:lnTo>
                      <a:pt x="80" y="172"/>
                    </a:lnTo>
                    <a:lnTo>
                      <a:pt x="80" y="170"/>
                    </a:lnTo>
                    <a:lnTo>
                      <a:pt x="78" y="168"/>
                    </a:lnTo>
                    <a:lnTo>
                      <a:pt x="76" y="166"/>
                    </a:lnTo>
                    <a:lnTo>
                      <a:pt x="76" y="166"/>
                    </a:lnTo>
                    <a:lnTo>
                      <a:pt x="74" y="166"/>
                    </a:lnTo>
                    <a:lnTo>
                      <a:pt x="72" y="168"/>
                    </a:lnTo>
                    <a:lnTo>
                      <a:pt x="72" y="168"/>
                    </a:lnTo>
                    <a:lnTo>
                      <a:pt x="66" y="170"/>
                    </a:lnTo>
                    <a:lnTo>
                      <a:pt x="66" y="170"/>
                    </a:lnTo>
                    <a:lnTo>
                      <a:pt x="66" y="170"/>
                    </a:lnTo>
                    <a:lnTo>
                      <a:pt x="66" y="166"/>
                    </a:lnTo>
                    <a:lnTo>
                      <a:pt x="66" y="166"/>
                    </a:lnTo>
                    <a:lnTo>
                      <a:pt x="66" y="152"/>
                    </a:lnTo>
                    <a:lnTo>
                      <a:pt x="66" y="136"/>
                    </a:lnTo>
                    <a:lnTo>
                      <a:pt x="66" y="136"/>
                    </a:lnTo>
                    <a:lnTo>
                      <a:pt x="60" y="134"/>
                    </a:lnTo>
                    <a:lnTo>
                      <a:pt x="60" y="134"/>
                    </a:lnTo>
                    <a:lnTo>
                      <a:pt x="60" y="132"/>
                    </a:lnTo>
                    <a:lnTo>
                      <a:pt x="58" y="130"/>
                    </a:lnTo>
                    <a:lnTo>
                      <a:pt x="56" y="130"/>
                    </a:lnTo>
                    <a:lnTo>
                      <a:pt x="44" y="128"/>
                    </a:lnTo>
                    <a:lnTo>
                      <a:pt x="44" y="128"/>
                    </a:lnTo>
                    <a:lnTo>
                      <a:pt x="40" y="128"/>
                    </a:lnTo>
                    <a:lnTo>
                      <a:pt x="36" y="126"/>
                    </a:lnTo>
                    <a:lnTo>
                      <a:pt x="36" y="126"/>
                    </a:lnTo>
                    <a:lnTo>
                      <a:pt x="32" y="122"/>
                    </a:lnTo>
                    <a:lnTo>
                      <a:pt x="30" y="122"/>
                    </a:lnTo>
                    <a:lnTo>
                      <a:pt x="30" y="122"/>
                    </a:lnTo>
                    <a:lnTo>
                      <a:pt x="28" y="120"/>
                    </a:lnTo>
                    <a:lnTo>
                      <a:pt x="28" y="118"/>
                    </a:lnTo>
                    <a:lnTo>
                      <a:pt x="28" y="114"/>
                    </a:lnTo>
                    <a:lnTo>
                      <a:pt x="28" y="114"/>
                    </a:lnTo>
                    <a:lnTo>
                      <a:pt x="26" y="110"/>
                    </a:lnTo>
                    <a:lnTo>
                      <a:pt x="26" y="110"/>
                    </a:lnTo>
                    <a:lnTo>
                      <a:pt x="22" y="110"/>
                    </a:lnTo>
                    <a:lnTo>
                      <a:pt x="22" y="110"/>
                    </a:lnTo>
                    <a:lnTo>
                      <a:pt x="22" y="104"/>
                    </a:lnTo>
                    <a:lnTo>
                      <a:pt x="22" y="104"/>
                    </a:lnTo>
                    <a:lnTo>
                      <a:pt x="20" y="104"/>
                    </a:lnTo>
                    <a:lnTo>
                      <a:pt x="20" y="104"/>
                    </a:lnTo>
                    <a:lnTo>
                      <a:pt x="18" y="100"/>
                    </a:lnTo>
                    <a:lnTo>
                      <a:pt x="18" y="98"/>
                    </a:lnTo>
                    <a:lnTo>
                      <a:pt x="18" y="98"/>
                    </a:lnTo>
                    <a:lnTo>
                      <a:pt x="14" y="96"/>
                    </a:lnTo>
                    <a:lnTo>
                      <a:pt x="14" y="96"/>
                    </a:lnTo>
                    <a:lnTo>
                      <a:pt x="14" y="90"/>
                    </a:lnTo>
                    <a:lnTo>
                      <a:pt x="16" y="84"/>
                    </a:lnTo>
                    <a:lnTo>
                      <a:pt x="16" y="84"/>
                    </a:lnTo>
                    <a:lnTo>
                      <a:pt x="8" y="78"/>
                    </a:lnTo>
                    <a:lnTo>
                      <a:pt x="6" y="76"/>
                    </a:lnTo>
                    <a:lnTo>
                      <a:pt x="0" y="72"/>
                    </a:lnTo>
                    <a:lnTo>
                      <a:pt x="0" y="72"/>
                    </a:lnTo>
                    <a:lnTo>
                      <a:pt x="2" y="60"/>
                    </a:lnTo>
                    <a:lnTo>
                      <a:pt x="2" y="60"/>
                    </a:lnTo>
                    <a:lnTo>
                      <a:pt x="2" y="60"/>
                    </a:lnTo>
                    <a:lnTo>
                      <a:pt x="0" y="60"/>
                    </a:lnTo>
                    <a:lnTo>
                      <a:pt x="0" y="60"/>
                    </a:lnTo>
                    <a:lnTo>
                      <a:pt x="0" y="58"/>
                    </a:lnTo>
                    <a:lnTo>
                      <a:pt x="0" y="58"/>
                    </a:lnTo>
                    <a:lnTo>
                      <a:pt x="2" y="58"/>
                    </a:lnTo>
                    <a:lnTo>
                      <a:pt x="2" y="58"/>
                    </a:lnTo>
                    <a:lnTo>
                      <a:pt x="2" y="54"/>
                    </a:lnTo>
                    <a:lnTo>
                      <a:pt x="2" y="54"/>
                    </a:lnTo>
                    <a:lnTo>
                      <a:pt x="0" y="54"/>
                    </a:lnTo>
                    <a:lnTo>
                      <a:pt x="0" y="50"/>
                    </a:lnTo>
                    <a:lnTo>
                      <a:pt x="0" y="50"/>
                    </a:lnTo>
                    <a:lnTo>
                      <a:pt x="6" y="52"/>
                    </a:lnTo>
                    <a:lnTo>
                      <a:pt x="6" y="52"/>
                    </a:lnTo>
                    <a:lnTo>
                      <a:pt x="12" y="48"/>
                    </a:lnTo>
                    <a:lnTo>
                      <a:pt x="14" y="40"/>
                    </a:lnTo>
                    <a:lnTo>
                      <a:pt x="14" y="40"/>
                    </a:lnTo>
                    <a:lnTo>
                      <a:pt x="20" y="36"/>
                    </a:lnTo>
                    <a:lnTo>
                      <a:pt x="20" y="36"/>
                    </a:lnTo>
                    <a:lnTo>
                      <a:pt x="22" y="30"/>
                    </a:lnTo>
                    <a:lnTo>
                      <a:pt x="22" y="30"/>
                    </a:lnTo>
                    <a:lnTo>
                      <a:pt x="22" y="30"/>
                    </a:lnTo>
                    <a:lnTo>
                      <a:pt x="18" y="30"/>
                    </a:lnTo>
                    <a:lnTo>
                      <a:pt x="18" y="30"/>
                    </a:lnTo>
                    <a:lnTo>
                      <a:pt x="16" y="26"/>
                    </a:lnTo>
                    <a:lnTo>
                      <a:pt x="16" y="24"/>
                    </a:lnTo>
                    <a:lnTo>
                      <a:pt x="16" y="20"/>
                    </a:lnTo>
                    <a:lnTo>
                      <a:pt x="16" y="20"/>
                    </a:lnTo>
                    <a:lnTo>
                      <a:pt x="18" y="20"/>
                    </a:lnTo>
                    <a:lnTo>
                      <a:pt x="18" y="16"/>
                    </a:lnTo>
                    <a:lnTo>
                      <a:pt x="18" y="16"/>
                    </a:lnTo>
                    <a:lnTo>
                      <a:pt x="18" y="8"/>
                    </a:lnTo>
                    <a:lnTo>
                      <a:pt x="14" y="0"/>
                    </a:lnTo>
                    <a:lnTo>
                      <a:pt x="32" y="0"/>
                    </a:lnTo>
                    <a:lnTo>
                      <a:pt x="32" y="0"/>
                    </a:lnTo>
                    <a:lnTo>
                      <a:pt x="28" y="10"/>
                    </a:lnTo>
                    <a:lnTo>
                      <a:pt x="28" y="10"/>
                    </a:lnTo>
                    <a:lnTo>
                      <a:pt x="30" y="16"/>
                    </a:lnTo>
                    <a:lnTo>
                      <a:pt x="32" y="20"/>
                    </a:lnTo>
                    <a:lnTo>
                      <a:pt x="32" y="20"/>
                    </a:lnTo>
                    <a:lnTo>
                      <a:pt x="34" y="24"/>
                    </a:lnTo>
                    <a:lnTo>
                      <a:pt x="36" y="26"/>
                    </a:lnTo>
                    <a:lnTo>
                      <a:pt x="40" y="24"/>
                    </a:lnTo>
                    <a:lnTo>
                      <a:pt x="40" y="24"/>
                    </a:lnTo>
                    <a:lnTo>
                      <a:pt x="38" y="20"/>
                    </a:lnTo>
                    <a:lnTo>
                      <a:pt x="38" y="20"/>
                    </a:lnTo>
                    <a:lnTo>
                      <a:pt x="42" y="20"/>
                    </a:lnTo>
                    <a:lnTo>
                      <a:pt x="42" y="20"/>
                    </a:lnTo>
                    <a:lnTo>
                      <a:pt x="44" y="18"/>
                    </a:lnTo>
                    <a:lnTo>
                      <a:pt x="44" y="18"/>
                    </a:lnTo>
                    <a:lnTo>
                      <a:pt x="42" y="16"/>
                    </a:lnTo>
                    <a:lnTo>
                      <a:pt x="42" y="16"/>
                    </a:lnTo>
                    <a:lnTo>
                      <a:pt x="42" y="16"/>
                    </a:lnTo>
                    <a:lnTo>
                      <a:pt x="48" y="16"/>
                    </a:lnTo>
                    <a:lnTo>
                      <a:pt x="54" y="20"/>
                    </a:lnTo>
                    <a:lnTo>
                      <a:pt x="54" y="20"/>
                    </a:lnTo>
                    <a:lnTo>
                      <a:pt x="54" y="26"/>
                    </a:lnTo>
                    <a:lnTo>
                      <a:pt x="54" y="26"/>
                    </a:lnTo>
                    <a:lnTo>
                      <a:pt x="58" y="28"/>
                    </a:lnTo>
                    <a:lnTo>
                      <a:pt x="58" y="28"/>
                    </a:lnTo>
                    <a:lnTo>
                      <a:pt x="58" y="22"/>
                    </a:lnTo>
                    <a:lnTo>
                      <a:pt x="58" y="18"/>
                    </a:lnTo>
                    <a:lnTo>
                      <a:pt x="60" y="16"/>
                    </a:lnTo>
                    <a:lnTo>
                      <a:pt x="66" y="16"/>
                    </a:lnTo>
                    <a:lnTo>
                      <a:pt x="66" y="16"/>
                    </a:lnTo>
                    <a:lnTo>
                      <a:pt x="66" y="14"/>
                    </a:lnTo>
                    <a:lnTo>
                      <a:pt x="68" y="14"/>
                    </a:lnTo>
                    <a:lnTo>
                      <a:pt x="68" y="12"/>
                    </a:lnTo>
                    <a:lnTo>
                      <a:pt x="68" y="12"/>
                    </a:lnTo>
                    <a:lnTo>
                      <a:pt x="62" y="12"/>
                    </a:lnTo>
                    <a:lnTo>
                      <a:pt x="62" y="12"/>
                    </a:lnTo>
                    <a:lnTo>
                      <a:pt x="60" y="10"/>
                    </a:lnTo>
                    <a:lnTo>
                      <a:pt x="60" y="10"/>
                    </a:lnTo>
                    <a:lnTo>
                      <a:pt x="62" y="10"/>
                    </a:lnTo>
                    <a:lnTo>
                      <a:pt x="64" y="8"/>
                    </a:lnTo>
                    <a:lnTo>
                      <a:pt x="64" y="8"/>
                    </a:lnTo>
                    <a:lnTo>
                      <a:pt x="58" y="8"/>
                    </a:lnTo>
                    <a:lnTo>
                      <a:pt x="58" y="8"/>
                    </a:lnTo>
                    <a:lnTo>
                      <a:pt x="62" y="4"/>
                    </a:lnTo>
                    <a:lnTo>
                      <a:pt x="64" y="0"/>
                    </a:lnTo>
                    <a:lnTo>
                      <a:pt x="104" y="20"/>
                    </a:lnTo>
                    <a:lnTo>
                      <a:pt x="104" y="20"/>
                    </a:lnTo>
                    <a:lnTo>
                      <a:pt x="106" y="22"/>
                    </a:lnTo>
                    <a:lnTo>
                      <a:pt x="108" y="26"/>
                    </a:lnTo>
                    <a:lnTo>
                      <a:pt x="108" y="26"/>
                    </a:lnTo>
                    <a:lnTo>
                      <a:pt x="108" y="32"/>
                    </a:lnTo>
                    <a:lnTo>
                      <a:pt x="108" y="32"/>
                    </a:lnTo>
                    <a:lnTo>
                      <a:pt x="110" y="34"/>
                    </a:lnTo>
                    <a:lnTo>
                      <a:pt x="110" y="34"/>
                    </a:lnTo>
                    <a:lnTo>
                      <a:pt x="112" y="36"/>
                    </a:lnTo>
                    <a:lnTo>
                      <a:pt x="114" y="36"/>
                    </a:lnTo>
                    <a:lnTo>
                      <a:pt x="130"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2" name="Freeform 37">
                <a:extLst>
                  <a:ext uri="{FF2B5EF4-FFF2-40B4-BE49-F238E27FC236}">
                    <a16:creationId xmlns:a16="http://schemas.microsoft.com/office/drawing/2014/main" id="{FE2FE93F-4EC9-4743-9098-E1F007BFE87B}"/>
                  </a:ext>
                </a:extLst>
              </p:cNvPr>
              <p:cNvSpPr>
                <a:spLocks/>
              </p:cNvSpPr>
              <p:nvPr/>
            </p:nvSpPr>
            <p:spPr bwMode="auto">
              <a:xfrm>
                <a:off x="6705673" y="5248651"/>
                <a:ext cx="31310" cy="48057"/>
              </a:xfrm>
              <a:custGeom>
                <a:avLst/>
                <a:gdLst>
                  <a:gd name="T0" fmla="*/ 14 w 16"/>
                  <a:gd name="T1" fmla="*/ 14 h 24"/>
                  <a:gd name="T2" fmla="*/ 14 w 16"/>
                  <a:gd name="T3" fmla="*/ 14 h 24"/>
                  <a:gd name="T4" fmla="*/ 16 w 16"/>
                  <a:gd name="T5" fmla="*/ 6 h 24"/>
                  <a:gd name="T6" fmla="*/ 16 w 16"/>
                  <a:gd name="T7" fmla="*/ 6 h 24"/>
                  <a:gd name="T8" fmla="*/ 16 w 16"/>
                  <a:gd name="T9" fmla="*/ 4 h 24"/>
                  <a:gd name="T10" fmla="*/ 14 w 16"/>
                  <a:gd name="T11" fmla="*/ 2 h 24"/>
                  <a:gd name="T12" fmla="*/ 10 w 16"/>
                  <a:gd name="T13" fmla="*/ 0 h 24"/>
                  <a:gd name="T14" fmla="*/ 10 w 16"/>
                  <a:gd name="T15" fmla="*/ 0 h 24"/>
                  <a:gd name="T16" fmla="*/ 8 w 16"/>
                  <a:gd name="T17" fmla="*/ 0 h 24"/>
                  <a:gd name="T18" fmla="*/ 6 w 16"/>
                  <a:gd name="T19" fmla="*/ 2 h 24"/>
                  <a:gd name="T20" fmla="*/ 4 w 16"/>
                  <a:gd name="T21" fmla="*/ 0 h 24"/>
                  <a:gd name="T22" fmla="*/ 4 w 16"/>
                  <a:gd name="T23" fmla="*/ 0 h 24"/>
                  <a:gd name="T24" fmla="*/ 2 w 16"/>
                  <a:gd name="T25" fmla="*/ 0 h 24"/>
                  <a:gd name="T26" fmla="*/ 2 w 16"/>
                  <a:gd name="T27" fmla="*/ 2 h 24"/>
                  <a:gd name="T28" fmla="*/ 0 w 16"/>
                  <a:gd name="T29" fmla="*/ 8 h 24"/>
                  <a:gd name="T30" fmla="*/ 0 w 16"/>
                  <a:gd name="T31" fmla="*/ 8 h 24"/>
                  <a:gd name="T32" fmla="*/ 0 w 16"/>
                  <a:gd name="T33" fmla="*/ 12 h 24"/>
                  <a:gd name="T34" fmla="*/ 0 w 16"/>
                  <a:gd name="T35" fmla="*/ 16 h 24"/>
                  <a:gd name="T36" fmla="*/ 0 w 16"/>
                  <a:gd name="T37" fmla="*/ 16 h 24"/>
                  <a:gd name="T38" fmla="*/ 2 w 16"/>
                  <a:gd name="T39" fmla="*/ 18 h 24"/>
                  <a:gd name="T40" fmla="*/ 6 w 16"/>
                  <a:gd name="T41" fmla="*/ 20 h 24"/>
                  <a:gd name="T42" fmla="*/ 6 w 16"/>
                  <a:gd name="T43" fmla="*/ 20 h 24"/>
                  <a:gd name="T44" fmla="*/ 12 w 16"/>
                  <a:gd name="T45" fmla="*/ 22 h 24"/>
                  <a:gd name="T46" fmla="*/ 16 w 16"/>
                  <a:gd name="T47" fmla="*/ 24 h 24"/>
                  <a:gd name="T48" fmla="*/ 14 w 16"/>
                  <a:gd name="T4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4">
                    <a:moveTo>
                      <a:pt x="14" y="14"/>
                    </a:moveTo>
                    <a:lnTo>
                      <a:pt x="14" y="14"/>
                    </a:lnTo>
                    <a:lnTo>
                      <a:pt x="16" y="6"/>
                    </a:lnTo>
                    <a:lnTo>
                      <a:pt x="16" y="6"/>
                    </a:lnTo>
                    <a:lnTo>
                      <a:pt x="16" y="4"/>
                    </a:lnTo>
                    <a:lnTo>
                      <a:pt x="14" y="2"/>
                    </a:lnTo>
                    <a:lnTo>
                      <a:pt x="10" y="0"/>
                    </a:lnTo>
                    <a:lnTo>
                      <a:pt x="10" y="0"/>
                    </a:lnTo>
                    <a:lnTo>
                      <a:pt x="8" y="0"/>
                    </a:lnTo>
                    <a:lnTo>
                      <a:pt x="6" y="2"/>
                    </a:lnTo>
                    <a:lnTo>
                      <a:pt x="4" y="0"/>
                    </a:lnTo>
                    <a:lnTo>
                      <a:pt x="4" y="0"/>
                    </a:lnTo>
                    <a:lnTo>
                      <a:pt x="2" y="0"/>
                    </a:lnTo>
                    <a:lnTo>
                      <a:pt x="2" y="2"/>
                    </a:lnTo>
                    <a:lnTo>
                      <a:pt x="0" y="8"/>
                    </a:lnTo>
                    <a:lnTo>
                      <a:pt x="0" y="8"/>
                    </a:lnTo>
                    <a:lnTo>
                      <a:pt x="0" y="12"/>
                    </a:lnTo>
                    <a:lnTo>
                      <a:pt x="0" y="16"/>
                    </a:lnTo>
                    <a:lnTo>
                      <a:pt x="0" y="16"/>
                    </a:lnTo>
                    <a:lnTo>
                      <a:pt x="2" y="18"/>
                    </a:lnTo>
                    <a:lnTo>
                      <a:pt x="6" y="20"/>
                    </a:lnTo>
                    <a:lnTo>
                      <a:pt x="6" y="20"/>
                    </a:lnTo>
                    <a:lnTo>
                      <a:pt x="12" y="22"/>
                    </a:lnTo>
                    <a:lnTo>
                      <a:pt x="16" y="24"/>
                    </a:lnTo>
                    <a:lnTo>
                      <a:pt x="14"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3" name="Freeform 39">
                <a:extLst>
                  <a:ext uri="{FF2B5EF4-FFF2-40B4-BE49-F238E27FC236}">
                    <a16:creationId xmlns:a16="http://schemas.microsoft.com/office/drawing/2014/main" id="{4401BDF9-B1CD-704E-868E-384D3E24BC32}"/>
                  </a:ext>
                </a:extLst>
              </p:cNvPr>
              <p:cNvSpPr>
                <a:spLocks/>
              </p:cNvSpPr>
              <p:nvPr/>
            </p:nvSpPr>
            <p:spPr bwMode="auto">
              <a:xfrm>
                <a:off x="6466932" y="3594708"/>
                <a:ext cx="442260" cy="664780"/>
              </a:xfrm>
              <a:custGeom>
                <a:avLst/>
                <a:gdLst>
                  <a:gd name="T0" fmla="*/ 222 w 226"/>
                  <a:gd name="T1" fmla="*/ 80 h 332"/>
                  <a:gd name="T2" fmla="*/ 210 w 226"/>
                  <a:gd name="T3" fmla="*/ 68 h 332"/>
                  <a:gd name="T4" fmla="*/ 212 w 226"/>
                  <a:gd name="T5" fmla="*/ 52 h 332"/>
                  <a:gd name="T6" fmla="*/ 212 w 226"/>
                  <a:gd name="T7" fmla="*/ 34 h 332"/>
                  <a:gd name="T8" fmla="*/ 206 w 226"/>
                  <a:gd name="T9" fmla="*/ 18 h 332"/>
                  <a:gd name="T10" fmla="*/ 196 w 226"/>
                  <a:gd name="T11" fmla="*/ 12 h 332"/>
                  <a:gd name="T12" fmla="*/ 190 w 226"/>
                  <a:gd name="T13" fmla="*/ 0 h 332"/>
                  <a:gd name="T14" fmla="*/ 168 w 226"/>
                  <a:gd name="T15" fmla="*/ 22 h 332"/>
                  <a:gd name="T16" fmla="*/ 144 w 226"/>
                  <a:gd name="T17" fmla="*/ 20 h 332"/>
                  <a:gd name="T18" fmla="*/ 36 w 226"/>
                  <a:gd name="T19" fmla="*/ 126 h 332"/>
                  <a:gd name="T20" fmla="*/ 22 w 226"/>
                  <a:gd name="T21" fmla="*/ 126 h 332"/>
                  <a:gd name="T22" fmla="*/ 16 w 226"/>
                  <a:gd name="T23" fmla="*/ 134 h 332"/>
                  <a:gd name="T24" fmla="*/ 14 w 226"/>
                  <a:gd name="T25" fmla="*/ 144 h 332"/>
                  <a:gd name="T26" fmla="*/ 8 w 226"/>
                  <a:gd name="T27" fmla="*/ 160 h 332"/>
                  <a:gd name="T28" fmla="*/ 4 w 226"/>
                  <a:gd name="T29" fmla="*/ 168 h 332"/>
                  <a:gd name="T30" fmla="*/ 0 w 226"/>
                  <a:gd name="T31" fmla="*/ 176 h 332"/>
                  <a:gd name="T32" fmla="*/ 8 w 226"/>
                  <a:gd name="T33" fmla="*/ 178 h 332"/>
                  <a:gd name="T34" fmla="*/ 8 w 226"/>
                  <a:gd name="T35" fmla="*/ 186 h 332"/>
                  <a:gd name="T36" fmla="*/ 10 w 226"/>
                  <a:gd name="T37" fmla="*/ 198 h 332"/>
                  <a:gd name="T38" fmla="*/ 12 w 226"/>
                  <a:gd name="T39" fmla="*/ 208 h 332"/>
                  <a:gd name="T40" fmla="*/ 20 w 226"/>
                  <a:gd name="T41" fmla="*/ 226 h 332"/>
                  <a:gd name="T42" fmla="*/ 26 w 226"/>
                  <a:gd name="T43" fmla="*/ 236 h 332"/>
                  <a:gd name="T44" fmla="*/ 32 w 226"/>
                  <a:gd name="T45" fmla="*/ 254 h 332"/>
                  <a:gd name="T46" fmla="*/ 36 w 226"/>
                  <a:gd name="T47" fmla="*/ 260 h 332"/>
                  <a:gd name="T48" fmla="*/ 50 w 226"/>
                  <a:gd name="T49" fmla="*/ 266 h 332"/>
                  <a:gd name="T50" fmla="*/ 56 w 226"/>
                  <a:gd name="T51" fmla="*/ 274 h 332"/>
                  <a:gd name="T52" fmla="*/ 70 w 226"/>
                  <a:gd name="T53" fmla="*/ 286 h 332"/>
                  <a:gd name="T54" fmla="*/ 72 w 226"/>
                  <a:gd name="T55" fmla="*/ 294 h 332"/>
                  <a:gd name="T56" fmla="*/ 80 w 226"/>
                  <a:gd name="T57" fmla="*/ 310 h 332"/>
                  <a:gd name="T58" fmla="*/ 88 w 226"/>
                  <a:gd name="T59" fmla="*/ 310 h 332"/>
                  <a:gd name="T60" fmla="*/ 98 w 226"/>
                  <a:gd name="T61" fmla="*/ 314 h 332"/>
                  <a:gd name="T62" fmla="*/ 108 w 226"/>
                  <a:gd name="T63" fmla="*/ 314 h 332"/>
                  <a:gd name="T64" fmla="*/ 122 w 226"/>
                  <a:gd name="T65" fmla="*/ 326 h 332"/>
                  <a:gd name="T66" fmla="*/ 134 w 226"/>
                  <a:gd name="T67" fmla="*/ 332 h 332"/>
                  <a:gd name="T68" fmla="*/ 146 w 226"/>
                  <a:gd name="T69" fmla="*/ 324 h 332"/>
                  <a:gd name="T70" fmla="*/ 158 w 226"/>
                  <a:gd name="T71" fmla="*/ 326 h 332"/>
                  <a:gd name="T72" fmla="*/ 180 w 226"/>
                  <a:gd name="T73" fmla="*/ 316 h 332"/>
                  <a:gd name="T74" fmla="*/ 192 w 226"/>
                  <a:gd name="T75" fmla="*/ 314 h 332"/>
                  <a:gd name="T76" fmla="*/ 186 w 226"/>
                  <a:gd name="T77" fmla="*/ 310 h 332"/>
                  <a:gd name="T78" fmla="*/ 174 w 226"/>
                  <a:gd name="T79" fmla="*/ 298 h 332"/>
                  <a:gd name="T80" fmla="*/ 168 w 226"/>
                  <a:gd name="T81" fmla="*/ 284 h 332"/>
                  <a:gd name="T82" fmla="*/ 156 w 226"/>
                  <a:gd name="T83" fmla="*/ 270 h 332"/>
                  <a:gd name="T84" fmla="*/ 146 w 226"/>
                  <a:gd name="T85" fmla="*/ 268 h 332"/>
                  <a:gd name="T86" fmla="*/ 158 w 226"/>
                  <a:gd name="T87" fmla="*/ 258 h 332"/>
                  <a:gd name="T88" fmla="*/ 162 w 226"/>
                  <a:gd name="T89" fmla="*/ 250 h 332"/>
                  <a:gd name="T90" fmla="*/ 168 w 226"/>
                  <a:gd name="T91" fmla="*/ 222 h 332"/>
                  <a:gd name="T92" fmla="*/ 174 w 226"/>
                  <a:gd name="T93" fmla="*/ 206 h 332"/>
                  <a:gd name="T94" fmla="*/ 184 w 226"/>
                  <a:gd name="T95" fmla="*/ 192 h 332"/>
                  <a:gd name="T96" fmla="*/ 190 w 226"/>
                  <a:gd name="T97" fmla="*/ 176 h 332"/>
                  <a:gd name="T98" fmla="*/ 202 w 226"/>
                  <a:gd name="T99" fmla="*/ 156 h 332"/>
                  <a:gd name="T100" fmla="*/ 202 w 226"/>
                  <a:gd name="T101" fmla="*/ 130 h 332"/>
                  <a:gd name="T102" fmla="*/ 206 w 226"/>
                  <a:gd name="T103" fmla="*/ 112 h 332"/>
                  <a:gd name="T104" fmla="*/ 208 w 226"/>
                  <a:gd name="T105" fmla="*/ 100 h 332"/>
                  <a:gd name="T106" fmla="*/ 212 w 226"/>
                  <a:gd name="T107" fmla="*/ 94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6" h="332">
                    <a:moveTo>
                      <a:pt x="226" y="88"/>
                    </a:moveTo>
                    <a:lnTo>
                      <a:pt x="226" y="88"/>
                    </a:lnTo>
                    <a:lnTo>
                      <a:pt x="224" y="84"/>
                    </a:lnTo>
                    <a:lnTo>
                      <a:pt x="222" y="80"/>
                    </a:lnTo>
                    <a:lnTo>
                      <a:pt x="222" y="80"/>
                    </a:lnTo>
                    <a:lnTo>
                      <a:pt x="214" y="78"/>
                    </a:lnTo>
                    <a:lnTo>
                      <a:pt x="214" y="78"/>
                    </a:lnTo>
                    <a:lnTo>
                      <a:pt x="212" y="74"/>
                    </a:lnTo>
                    <a:lnTo>
                      <a:pt x="212" y="70"/>
                    </a:lnTo>
                    <a:lnTo>
                      <a:pt x="210" y="68"/>
                    </a:lnTo>
                    <a:lnTo>
                      <a:pt x="210" y="68"/>
                    </a:lnTo>
                    <a:lnTo>
                      <a:pt x="210" y="58"/>
                    </a:lnTo>
                    <a:lnTo>
                      <a:pt x="210" y="54"/>
                    </a:lnTo>
                    <a:lnTo>
                      <a:pt x="210" y="54"/>
                    </a:lnTo>
                    <a:lnTo>
                      <a:pt x="212" y="52"/>
                    </a:lnTo>
                    <a:lnTo>
                      <a:pt x="212" y="52"/>
                    </a:lnTo>
                    <a:lnTo>
                      <a:pt x="212" y="42"/>
                    </a:lnTo>
                    <a:lnTo>
                      <a:pt x="210" y="40"/>
                    </a:lnTo>
                    <a:lnTo>
                      <a:pt x="210" y="40"/>
                    </a:lnTo>
                    <a:lnTo>
                      <a:pt x="212" y="34"/>
                    </a:lnTo>
                    <a:lnTo>
                      <a:pt x="212" y="34"/>
                    </a:lnTo>
                    <a:lnTo>
                      <a:pt x="208" y="32"/>
                    </a:lnTo>
                    <a:lnTo>
                      <a:pt x="208" y="32"/>
                    </a:lnTo>
                    <a:lnTo>
                      <a:pt x="206" y="26"/>
                    </a:lnTo>
                    <a:lnTo>
                      <a:pt x="206" y="18"/>
                    </a:lnTo>
                    <a:lnTo>
                      <a:pt x="206" y="18"/>
                    </a:lnTo>
                    <a:lnTo>
                      <a:pt x="202" y="18"/>
                    </a:lnTo>
                    <a:lnTo>
                      <a:pt x="200" y="16"/>
                    </a:lnTo>
                    <a:lnTo>
                      <a:pt x="200" y="16"/>
                    </a:lnTo>
                    <a:lnTo>
                      <a:pt x="196" y="12"/>
                    </a:lnTo>
                    <a:lnTo>
                      <a:pt x="192" y="6"/>
                    </a:lnTo>
                    <a:lnTo>
                      <a:pt x="190" y="6"/>
                    </a:lnTo>
                    <a:lnTo>
                      <a:pt x="190" y="6"/>
                    </a:lnTo>
                    <a:lnTo>
                      <a:pt x="190" y="0"/>
                    </a:lnTo>
                    <a:lnTo>
                      <a:pt x="190" y="0"/>
                    </a:lnTo>
                    <a:lnTo>
                      <a:pt x="182" y="4"/>
                    </a:lnTo>
                    <a:lnTo>
                      <a:pt x="178" y="4"/>
                    </a:lnTo>
                    <a:lnTo>
                      <a:pt x="174" y="12"/>
                    </a:lnTo>
                    <a:lnTo>
                      <a:pt x="168" y="14"/>
                    </a:lnTo>
                    <a:lnTo>
                      <a:pt x="168" y="22"/>
                    </a:lnTo>
                    <a:lnTo>
                      <a:pt x="162" y="24"/>
                    </a:lnTo>
                    <a:lnTo>
                      <a:pt x="160" y="20"/>
                    </a:lnTo>
                    <a:lnTo>
                      <a:pt x="148" y="20"/>
                    </a:lnTo>
                    <a:lnTo>
                      <a:pt x="148" y="18"/>
                    </a:lnTo>
                    <a:lnTo>
                      <a:pt x="144" y="20"/>
                    </a:lnTo>
                    <a:lnTo>
                      <a:pt x="48" y="20"/>
                    </a:lnTo>
                    <a:lnTo>
                      <a:pt x="48" y="52"/>
                    </a:lnTo>
                    <a:lnTo>
                      <a:pt x="36" y="52"/>
                    </a:lnTo>
                    <a:lnTo>
                      <a:pt x="36" y="64"/>
                    </a:lnTo>
                    <a:lnTo>
                      <a:pt x="36" y="126"/>
                    </a:lnTo>
                    <a:lnTo>
                      <a:pt x="36" y="126"/>
                    </a:lnTo>
                    <a:lnTo>
                      <a:pt x="32" y="128"/>
                    </a:lnTo>
                    <a:lnTo>
                      <a:pt x="26" y="126"/>
                    </a:lnTo>
                    <a:lnTo>
                      <a:pt x="26" y="126"/>
                    </a:lnTo>
                    <a:lnTo>
                      <a:pt x="22" y="126"/>
                    </a:lnTo>
                    <a:lnTo>
                      <a:pt x="20" y="126"/>
                    </a:lnTo>
                    <a:lnTo>
                      <a:pt x="20" y="128"/>
                    </a:lnTo>
                    <a:lnTo>
                      <a:pt x="20" y="128"/>
                    </a:lnTo>
                    <a:lnTo>
                      <a:pt x="16" y="132"/>
                    </a:lnTo>
                    <a:lnTo>
                      <a:pt x="16" y="134"/>
                    </a:lnTo>
                    <a:lnTo>
                      <a:pt x="16" y="136"/>
                    </a:lnTo>
                    <a:lnTo>
                      <a:pt x="16" y="136"/>
                    </a:lnTo>
                    <a:lnTo>
                      <a:pt x="16" y="140"/>
                    </a:lnTo>
                    <a:lnTo>
                      <a:pt x="14" y="144"/>
                    </a:lnTo>
                    <a:lnTo>
                      <a:pt x="14" y="144"/>
                    </a:lnTo>
                    <a:lnTo>
                      <a:pt x="12" y="146"/>
                    </a:lnTo>
                    <a:lnTo>
                      <a:pt x="12" y="150"/>
                    </a:lnTo>
                    <a:lnTo>
                      <a:pt x="12" y="150"/>
                    </a:lnTo>
                    <a:lnTo>
                      <a:pt x="10" y="154"/>
                    </a:lnTo>
                    <a:lnTo>
                      <a:pt x="8" y="160"/>
                    </a:lnTo>
                    <a:lnTo>
                      <a:pt x="8" y="160"/>
                    </a:lnTo>
                    <a:lnTo>
                      <a:pt x="6" y="162"/>
                    </a:lnTo>
                    <a:lnTo>
                      <a:pt x="4" y="164"/>
                    </a:lnTo>
                    <a:lnTo>
                      <a:pt x="4" y="164"/>
                    </a:lnTo>
                    <a:lnTo>
                      <a:pt x="4" y="168"/>
                    </a:lnTo>
                    <a:lnTo>
                      <a:pt x="0" y="170"/>
                    </a:lnTo>
                    <a:lnTo>
                      <a:pt x="0" y="170"/>
                    </a:lnTo>
                    <a:lnTo>
                      <a:pt x="0" y="172"/>
                    </a:lnTo>
                    <a:lnTo>
                      <a:pt x="0" y="176"/>
                    </a:lnTo>
                    <a:lnTo>
                      <a:pt x="0" y="176"/>
                    </a:lnTo>
                    <a:lnTo>
                      <a:pt x="0" y="178"/>
                    </a:lnTo>
                    <a:lnTo>
                      <a:pt x="2" y="178"/>
                    </a:lnTo>
                    <a:lnTo>
                      <a:pt x="6" y="176"/>
                    </a:lnTo>
                    <a:lnTo>
                      <a:pt x="6" y="176"/>
                    </a:lnTo>
                    <a:lnTo>
                      <a:pt x="8" y="178"/>
                    </a:lnTo>
                    <a:lnTo>
                      <a:pt x="12" y="180"/>
                    </a:lnTo>
                    <a:lnTo>
                      <a:pt x="12" y="180"/>
                    </a:lnTo>
                    <a:lnTo>
                      <a:pt x="12" y="182"/>
                    </a:lnTo>
                    <a:lnTo>
                      <a:pt x="10" y="184"/>
                    </a:lnTo>
                    <a:lnTo>
                      <a:pt x="8" y="186"/>
                    </a:lnTo>
                    <a:lnTo>
                      <a:pt x="8" y="188"/>
                    </a:lnTo>
                    <a:lnTo>
                      <a:pt x="10" y="192"/>
                    </a:lnTo>
                    <a:lnTo>
                      <a:pt x="10" y="192"/>
                    </a:lnTo>
                    <a:lnTo>
                      <a:pt x="10" y="192"/>
                    </a:lnTo>
                    <a:lnTo>
                      <a:pt x="10" y="198"/>
                    </a:lnTo>
                    <a:lnTo>
                      <a:pt x="10" y="198"/>
                    </a:lnTo>
                    <a:lnTo>
                      <a:pt x="8" y="200"/>
                    </a:lnTo>
                    <a:lnTo>
                      <a:pt x="12" y="204"/>
                    </a:lnTo>
                    <a:lnTo>
                      <a:pt x="12" y="204"/>
                    </a:lnTo>
                    <a:lnTo>
                      <a:pt x="12" y="208"/>
                    </a:lnTo>
                    <a:lnTo>
                      <a:pt x="12" y="210"/>
                    </a:lnTo>
                    <a:lnTo>
                      <a:pt x="20" y="218"/>
                    </a:lnTo>
                    <a:lnTo>
                      <a:pt x="20" y="218"/>
                    </a:lnTo>
                    <a:lnTo>
                      <a:pt x="20" y="220"/>
                    </a:lnTo>
                    <a:lnTo>
                      <a:pt x="20" y="226"/>
                    </a:lnTo>
                    <a:lnTo>
                      <a:pt x="20" y="226"/>
                    </a:lnTo>
                    <a:lnTo>
                      <a:pt x="20" y="230"/>
                    </a:lnTo>
                    <a:lnTo>
                      <a:pt x="22" y="232"/>
                    </a:lnTo>
                    <a:lnTo>
                      <a:pt x="22" y="232"/>
                    </a:lnTo>
                    <a:lnTo>
                      <a:pt x="26" y="236"/>
                    </a:lnTo>
                    <a:lnTo>
                      <a:pt x="26" y="242"/>
                    </a:lnTo>
                    <a:lnTo>
                      <a:pt x="26" y="242"/>
                    </a:lnTo>
                    <a:lnTo>
                      <a:pt x="26" y="246"/>
                    </a:lnTo>
                    <a:lnTo>
                      <a:pt x="26" y="248"/>
                    </a:lnTo>
                    <a:lnTo>
                      <a:pt x="32" y="254"/>
                    </a:lnTo>
                    <a:lnTo>
                      <a:pt x="32" y="254"/>
                    </a:lnTo>
                    <a:lnTo>
                      <a:pt x="34" y="258"/>
                    </a:lnTo>
                    <a:lnTo>
                      <a:pt x="36" y="258"/>
                    </a:lnTo>
                    <a:lnTo>
                      <a:pt x="36" y="260"/>
                    </a:lnTo>
                    <a:lnTo>
                      <a:pt x="36" y="260"/>
                    </a:lnTo>
                    <a:lnTo>
                      <a:pt x="40" y="260"/>
                    </a:lnTo>
                    <a:lnTo>
                      <a:pt x="44" y="262"/>
                    </a:lnTo>
                    <a:lnTo>
                      <a:pt x="44" y="262"/>
                    </a:lnTo>
                    <a:lnTo>
                      <a:pt x="46" y="264"/>
                    </a:lnTo>
                    <a:lnTo>
                      <a:pt x="50" y="266"/>
                    </a:lnTo>
                    <a:lnTo>
                      <a:pt x="50" y="266"/>
                    </a:lnTo>
                    <a:lnTo>
                      <a:pt x="52" y="266"/>
                    </a:lnTo>
                    <a:lnTo>
                      <a:pt x="56" y="268"/>
                    </a:lnTo>
                    <a:lnTo>
                      <a:pt x="56" y="268"/>
                    </a:lnTo>
                    <a:lnTo>
                      <a:pt x="56" y="274"/>
                    </a:lnTo>
                    <a:lnTo>
                      <a:pt x="58" y="276"/>
                    </a:lnTo>
                    <a:lnTo>
                      <a:pt x="62" y="278"/>
                    </a:lnTo>
                    <a:lnTo>
                      <a:pt x="62" y="278"/>
                    </a:lnTo>
                    <a:lnTo>
                      <a:pt x="66" y="280"/>
                    </a:lnTo>
                    <a:lnTo>
                      <a:pt x="70" y="286"/>
                    </a:lnTo>
                    <a:lnTo>
                      <a:pt x="70" y="286"/>
                    </a:lnTo>
                    <a:lnTo>
                      <a:pt x="70" y="292"/>
                    </a:lnTo>
                    <a:lnTo>
                      <a:pt x="70" y="294"/>
                    </a:lnTo>
                    <a:lnTo>
                      <a:pt x="72" y="294"/>
                    </a:lnTo>
                    <a:lnTo>
                      <a:pt x="72" y="294"/>
                    </a:lnTo>
                    <a:lnTo>
                      <a:pt x="74" y="298"/>
                    </a:lnTo>
                    <a:lnTo>
                      <a:pt x="74" y="300"/>
                    </a:lnTo>
                    <a:lnTo>
                      <a:pt x="78" y="306"/>
                    </a:lnTo>
                    <a:lnTo>
                      <a:pt x="78" y="306"/>
                    </a:lnTo>
                    <a:lnTo>
                      <a:pt x="80" y="310"/>
                    </a:lnTo>
                    <a:lnTo>
                      <a:pt x="82" y="314"/>
                    </a:lnTo>
                    <a:lnTo>
                      <a:pt x="82" y="314"/>
                    </a:lnTo>
                    <a:lnTo>
                      <a:pt x="86" y="314"/>
                    </a:lnTo>
                    <a:lnTo>
                      <a:pt x="88" y="310"/>
                    </a:lnTo>
                    <a:lnTo>
                      <a:pt x="88" y="310"/>
                    </a:lnTo>
                    <a:lnTo>
                      <a:pt x="88" y="308"/>
                    </a:lnTo>
                    <a:lnTo>
                      <a:pt x="90" y="310"/>
                    </a:lnTo>
                    <a:lnTo>
                      <a:pt x="96" y="314"/>
                    </a:lnTo>
                    <a:lnTo>
                      <a:pt x="96" y="314"/>
                    </a:lnTo>
                    <a:lnTo>
                      <a:pt x="98" y="314"/>
                    </a:lnTo>
                    <a:lnTo>
                      <a:pt x="100" y="312"/>
                    </a:lnTo>
                    <a:lnTo>
                      <a:pt x="100" y="312"/>
                    </a:lnTo>
                    <a:lnTo>
                      <a:pt x="102" y="310"/>
                    </a:lnTo>
                    <a:lnTo>
                      <a:pt x="104" y="310"/>
                    </a:lnTo>
                    <a:lnTo>
                      <a:pt x="108" y="314"/>
                    </a:lnTo>
                    <a:lnTo>
                      <a:pt x="108" y="314"/>
                    </a:lnTo>
                    <a:lnTo>
                      <a:pt x="114" y="322"/>
                    </a:lnTo>
                    <a:lnTo>
                      <a:pt x="114" y="322"/>
                    </a:lnTo>
                    <a:lnTo>
                      <a:pt x="118" y="324"/>
                    </a:lnTo>
                    <a:lnTo>
                      <a:pt x="122" y="326"/>
                    </a:lnTo>
                    <a:lnTo>
                      <a:pt x="122" y="326"/>
                    </a:lnTo>
                    <a:lnTo>
                      <a:pt x="124" y="328"/>
                    </a:lnTo>
                    <a:lnTo>
                      <a:pt x="126" y="326"/>
                    </a:lnTo>
                    <a:lnTo>
                      <a:pt x="134" y="332"/>
                    </a:lnTo>
                    <a:lnTo>
                      <a:pt x="134" y="332"/>
                    </a:lnTo>
                    <a:lnTo>
                      <a:pt x="136" y="328"/>
                    </a:lnTo>
                    <a:lnTo>
                      <a:pt x="140" y="326"/>
                    </a:lnTo>
                    <a:lnTo>
                      <a:pt x="144" y="324"/>
                    </a:lnTo>
                    <a:lnTo>
                      <a:pt x="144" y="324"/>
                    </a:lnTo>
                    <a:lnTo>
                      <a:pt x="146" y="324"/>
                    </a:lnTo>
                    <a:lnTo>
                      <a:pt x="148" y="324"/>
                    </a:lnTo>
                    <a:lnTo>
                      <a:pt x="148" y="324"/>
                    </a:lnTo>
                    <a:lnTo>
                      <a:pt x="152" y="322"/>
                    </a:lnTo>
                    <a:lnTo>
                      <a:pt x="156" y="324"/>
                    </a:lnTo>
                    <a:lnTo>
                      <a:pt x="158" y="326"/>
                    </a:lnTo>
                    <a:lnTo>
                      <a:pt x="164" y="322"/>
                    </a:lnTo>
                    <a:lnTo>
                      <a:pt x="170" y="320"/>
                    </a:lnTo>
                    <a:lnTo>
                      <a:pt x="174" y="316"/>
                    </a:lnTo>
                    <a:lnTo>
                      <a:pt x="174" y="316"/>
                    </a:lnTo>
                    <a:lnTo>
                      <a:pt x="180" y="316"/>
                    </a:lnTo>
                    <a:lnTo>
                      <a:pt x="186" y="316"/>
                    </a:lnTo>
                    <a:lnTo>
                      <a:pt x="192" y="322"/>
                    </a:lnTo>
                    <a:lnTo>
                      <a:pt x="192" y="318"/>
                    </a:lnTo>
                    <a:lnTo>
                      <a:pt x="192" y="318"/>
                    </a:lnTo>
                    <a:lnTo>
                      <a:pt x="192" y="314"/>
                    </a:lnTo>
                    <a:lnTo>
                      <a:pt x="192" y="312"/>
                    </a:lnTo>
                    <a:lnTo>
                      <a:pt x="190" y="310"/>
                    </a:lnTo>
                    <a:lnTo>
                      <a:pt x="190" y="310"/>
                    </a:lnTo>
                    <a:lnTo>
                      <a:pt x="186" y="310"/>
                    </a:lnTo>
                    <a:lnTo>
                      <a:pt x="186" y="310"/>
                    </a:lnTo>
                    <a:lnTo>
                      <a:pt x="180" y="308"/>
                    </a:lnTo>
                    <a:lnTo>
                      <a:pt x="178" y="308"/>
                    </a:lnTo>
                    <a:lnTo>
                      <a:pt x="178" y="304"/>
                    </a:lnTo>
                    <a:lnTo>
                      <a:pt x="178" y="304"/>
                    </a:lnTo>
                    <a:lnTo>
                      <a:pt x="174" y="298"/>
                    </a:lnTo>
                    <a:lnTo>
                      <a:pt x="172" y="290"/>
                    </a:lnTo>
                    <a:lnTo>
                      <a:pt x="172" y="290"/>
                    </a:lnTo>
                    <a:lnTo>
                      <a:pt x="172" y="286"/>
                    </a:lnTo>
                    <a:lnTo>
                      <a:pt x="168" y="284"/>
                    </a:lnTo>
                    <a:lnTo>
                      <a:pt x="168" y="284"/>
                    </a:lnTo>
                    <a:lnTo>
                      <a:pt x="166" y="280"/>
                    </a:lnTo>
                    <a:lnTo>
                      <a:pt x="162" y="276"/>
                    </a:lnTo>
                    <a:lnTo>
                      <a:pt x="162" y="276"/>
                    </a:lnTo>
                    <a:lnTo>
                      <a:pt x="160" y="272"/>
                    </a:lnTo>
                    <a:lnTo>
                      <a:pt x="156" y="270"/>
                    </a:lnTo>
                    <a:lnTo>
                      <a:pt x="156" y="270"/>
                    </a:lnTo>
                    <a:lnTo>
                      <a:pt x="150" y="270"/>
                    </a:lnTo>
                    <a:lnTo>
                      <a:pt x="148" y="270"/>
                    </a:lnTo>
                    <a:lnTo>
                      <a:pt x="146" y="268"/>
                    </a:lnTo>
                    <a:lnTo>
                      <a:pt x="146" y="268"/>
                    </a:lnTo>
                    <a:lnTo>
                      <a:pt x="148" y="260"/>
                    </a:lnTo>
                    <a:lnTo>
                      <a:pt x="148" y="260"/>
                    </a:lnTo>
                    <a:lnTo>
                      <a:pt x="154" y="260"/>
                    </a:lnTo>
                    <a:lnTo>
                      <a:pt x="154" y="260"/>
                    </a:lnTo>
                    <a:lnTo>
                      <a:pt x="158" y="258"/>
                    </a:lnTo>
                    <a:lnTo>
                      <a:pt x="158" y="258"/>
                    </a:lnTo>
                    <a:lnTo>
                      <a:pt x="158" y="258"/>
                    </a:lnTo>
                    <a:lnTo>
                      <a:pt x="160" y="254"/>
                    </a:lnTo>
                    <a:lnTo>
                      <a:pt x="162" y="250"/>
                    </a:lnTo>
                    <a:lnTo>
                      <a:pt x="162" y="250"/>
                    </a:lnTo>
                    <a:lnTo>
                      <a:pt x="162" y="234"/>
                    </a:lnTo>
                    <a:lnTo>
                      <a:pt x="162" y="234"/>
                    </a:lnTo>
                    <a:lnTo>
                      <a:pt x="162" y="232"/>
                    </a:lnTo>
                    <a:lnTo>
                      <a:pt x="166" y="228"/>
                    </a:lnTo>
                    <a:lnTo>
                      <a:pt x="168" y="222"/>
                    </a:lnTo>
                    <a:lnTo>
                      <a:pt x="168" y="218"/>
                    </a:lnTo>
                    <a:lnTo>
                      <a:pt x="168" y="218"/>
                    </a:lnTo>
                    <a:lnTo>
                      <a:pt x="168" y="210"/>
                    </a:lnTo>
                    <a:lnTo>
                      <a:pt x="168" y="210"/>
                    </a:lnTo>
                    <a:lnTo>
                      <a:pt x="174" y="206"/>
                    </a:lnTo>
                    <a:lnTo>
                      <a:pt x="174" y="206"/>
                    </a:lnTo>
                    <a:lnTo>
                      <a:pt x="178" y="204"/>
                    </a:lnTo>
                    <a:lnTo>
                      <a:pt x="180" y="200"/>
                    </a:lnTo>
                    <a:lnTo>
                      <a:pt x="180" y="200"/>
                    </a:lnTo>
                    <a:lnTo>
                      <a:pt x="184" y="192"/>
                    </a:lnTo>
                    <a:lnTo>
                      <a:pt x="184" y="192"/>
                    </a:lnTo>
                    <a:lnTo>
                      <a:pt x="186" y="186"/>
                    </a:lnTo>
                    <a:lnTo>
                      <a:pt x="188" y="180"/>
                    </a:lnTo>
                    <a:lnTo>
                      <a:pt x="188" y="180"/>
                    </a:lnTo>
                    <a:lnTo>
                      <a:pt x="190" y="176"/>
                    </a:lnTo>
                    <a:lnTo>
                      <a:pt x="192" y="172"/>
                    </a:lnTo>
                    <a:lnTo>
                      <a:pt x="196" y="168"/>
                    </a:lnTo>
                    <a:lnTo>
                      <a:pt x="196" y="168"/>
                    </a:lnTo>
                    <a:lnTo>
                      <a:pt x="202" y="156"/>
                    </a:lnTo>
                    <a:lnTo>
                      <a:pt x="202" y="156"/>
                    </a:lnTo>
                    <a:lnTo>
                      <a:pt x="202" y="150"/>
                    </a:lnTo>
                    <a:lnTo>
                      <a:pt x="202" y="142"/>
                    </a:lnTo>
                    <a:lnTo>
                      <a:pt x="202" y="142"/>
                    </a:lnTo>
                    <a:lnTo>
                      <a:pt x="202" y="136"/>
                    </a:lnTo>
                    <a:lnTo>
                      <a:pt x="202" y="130"/>
                    </a:lnTo>
                    <a:lnTo>
                      <a:pt x="202" y="130"/>
                    </a:lnTo>
                    <a:lnTo>
                      <a:pt x="206" y="124"/>
                    </a:lnTo>
                    <a:lnTo>
                      <a:pt x="206" y="118"/>
                    </a:lnTo>
                    <a:lnTo>
                      <a:pt x="206" y="118"/>
                    </a:lnTo>
                    <a:lnTo>
                      <a:pt x="206" y="112"/>
                    </a:lnTo>
                    <a:lnTo>
                      <a:pt x="208" y="108"/>
                    </a:lnTo>
                    <a:lnTo>
                      <a:pt x="208" y="108"/>
                    </a:lnTo>
                    <a:lnTo>
                      <a:pt x="208" y="102"/>
                    </a:lnTo>
                    <a:lnTo>
                      <a:pt x="208" y="102"/>
                    </a:lnTo>
                    <a:lnTo>
                      <a:pt x="208" y="100"/>
                    </a:lnTo>
                    <a:lnTo>
                      <a:pt x="208" y="100"/>
                    </a:lnTo>
                    <a:lnTo>
                      <a:pt x="210" y="100"/>
                    </a:lnTo>
                    <a:lnTo>
                      <a:pt x="210" y="98"/>
                    </a:lnTo>
                    <a:lnTo>
                      <a:pt x="212" y="94"/>
                    </a:lnTo>
                    <a:lnTo>
                      <a:pt x="212" y="94"/>
                    </a:lnTo>
                    <a:lnTo>
                      <a:pt x="214" y="92"/>
                    </a:lnTo>
                    <a:lnTo>
                      <a:pt x="216" y="92"/>
                    </a:lnTo>
                    <a:lnTo>
                      <a:pt x="222" y="94"/>
                    </a:lnTo>
                    <a:lnTo>
                      <a:pt x="226" y="8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4" name="Freeform 43">
                <a:extLst>
                  <a:ext uri="{FF2B5EF4-FFF2-40B4-BE49-F238E27FC236}">
                    <a16:creationId xmlns:a16="http://schemas.microsoft.com/office/drawing/2014/main" id="{D52559BC-2EEE-404A-A6DA-E6BF03F7DC5E}"/>
                  </a:ext>
                </a:extLst>
              </p:cNvPr>
              <p:cNvSpPr>
                <a:spLocks/>
              </p:cNvSpPr>
              <p:nvPr/>
            </p:nvSpPr>
            <p:spPr bwMode="auto">
              <a:xfrm>
                <a:off x="6329949" y="5128510"/>
                <a:ext cx="422691" cy="436514"/>
              </a:xfrm>
              <a:custGeom>
                <a:avLst/>
                <a:gdLst>
                  <a:gd name="T0" fmla="*/ 34 w 216"/>
                  <a:gd name="T1" fmla="*/ 106 h 218"/>
                  <a:gd name="T2" fmla="*/ 26 w 216"/>
                  <a:gd name="T3" fmla="*/ 114 h 218"/>
                  <a:gd name="T4" fmla="*/ 12 w 216"/>
                  <a:gd name="T5" fmla="*/ 110 h 218"/>
                  <a:gd name="T6" fmla="*/ 12 w 216"/>
                  <a:gd name="T7" fmla="*/ 104 h 218"/>
                  <a:gd name="T8" fmla="*/ 2 w 216"/>
                  <a:gd name="T9" fmla="*/ 110 h 218"/>
                  <a:gd name="T10" fmla="*/ 8 w 216"/>
                  <a:gd name="T11" fmla="*/ 122 h 218"/>
                  <a:gd name="T12" fmla="*/ 8 w 216"/>
                  <a:gd name="T13" fmla="*/ 128 h 218"/>
                  <a:gd name="T14" fmla="*/ 16 w 216"/>
                  <a:gd name="T15" fmla="*/ 148 h 218"/>
                  <a:gd name="T16" fmla="*/ 22 w 216"/>
                  <a:gd name="T17" fmla="*/ 164 h 218"/>
                  <a:gd name="T18" fmla="*/ 16 w 216"/>
                  <a:gd name="T19" fmla="*/ 182 h 218"/>
                  <a:gd name="T20" fmla="*/ 18 w 216"/>
                  <a:gd name="T21" fmla="*/ 188 h 218"/>
                  <a:gd name="T22" fmla="*/ 16 w 216"/>
                  <a:gd name="T23" fmla="*/ 194 h 218"/>
                  <a:gd name="T24" fmla="*/ 20 w 216"/>
                  <a:gd name="T25" fmla="*/ 204 h 218"/>
                  <a:gd name="T26" fmla="*/ 22 w 216"/>
                  <a:gd name="T27" fmla="*/ 212 h 218"/>
                  <a:gd name="T28" fmla="*/ 26 w 216"/>
                  <a:gd name="T29" fmla="*/ 208 h 218"/>
                  <a:gd name="T30" fmla="*/ 30 w 216"/>
                  <a:gd name="T31" fmla="*/ 212 h 218"/>
                  <a:gd name="T32" fmla="*/ 44 w 216"/>
                  <a:gd name="T33" fmla="*/ 218 h 218"/>
                  <a:gd name="T34" fmla="*/ 56 w 216"/>
                  <a:gd name="T35" fmla="*/ 212 h 218"/>
                  <a:gd name="T36" fmla="*/ 72 w 216"/>
                  <a:gd name="T37" fmla="*/ 212 h 218"/>
                  <a:gd name="T38" fmla="*/ 78 w 216"/>
                  <a:gd name="T39" fmla="*/ 206 h 218"/>
                  <a:gd name="T40" fmla="*/ 84 w 216"/>
                  <a:gd name="T41" fmla="*/ 204 h 218"/>
                  <a:gd name="T42" fmla="*/ 96 w 216"/>
                  <a:gd name="T43" fmla="*/ 202 h 218"/>
                  <a:gd name="T44" fmla="*/ 112 w 216"/>
                  <a:gd name="T45" fmla="*/ 206 h 218"/>
                  <a:gd name="T46" fmla="*/ 124 w 216"/>
                  <a:gd name="T47" fmla="*/ 204 h 218"/>
                  <a:gd name="T48" fmla="*/ 130 w 216"/>
                  <a:gd name="T49" fmla="*/ 200 h 218"/>
                  <a:gd name="T50" fmla="*/ 140 w 216"/>
                  <a:gd name="T51" fmla="*/ 196 h 218"/>
                  <a:gd name="T52" fmla="*/ 154 w 216"/>
                  <a:gd name="T53" fmla="*/ 184 h 218"/>
                  <a:gd name="T54" fmla="*/ 160 w 216"/>
                  <a:gd name="T55" fmla="*/ 176 h 218"/>
                  <a:gd name="T56" fmla="*/ 172 w 216"/>
                  <a:gd name="T57" fmla="*/ 166 h 218"/>
                  <a:gd name="T58" fmla="*/ 176 w 216"/>
                  <a:gd name="T59" fmla="*/ 158 h 218"/>
                  <a:gd name="T60" fmla="*/ 186 w 216"/>
                  <a:gd name="T61" fmla="*/ 144 h 218"/>
                  <a:gd name="T62" fmla="*/ 194 w 216"/>
                  <a:gd name="T63" fmla="*/ 132 h 218"/>
                  <a:gd name="T64" fmla="*/ 210 w 216"/>
                  <a:gd name="T65" fmla="*/ 100 h 218"/>
                  <a:gd name="T66" fmla="*/ 206 w 216"/>
                  <a:gd name="T67" fmla="*/ 74 h 218"/>
                  <a:gd name="T68" fmla="*/ 198 w 216"/>
                  <a:gd name="T69" fmla="*/ 80 h 218"/>
                  <a:gd name="T70" fmla="*/ 192 w 216"/>
                  <a:gd name="T71" fmla="*/ 68 h 218"/>
                  <a:gd name="T72" fmla="*/ 196 w 216"/>
                  <a:gd name="T73" fmla="*/ 60 h 218"/>
                  <a:gd name="T74" fmla="*/ 202 w 216"/>
                  <a:gd name="T75" fmla="*/ 58 h 218"/>
                  <a:gd name="T76" fmla="*/ 200 w 216"/>
                  <a:gd name="T77" fmla="*/ 46 h 218"/>
                  <a:gd name="T78" fmla="*/ 200 w 216"/>
                  <a:gd name="T79" fmla="*/ 18 h 218"/>
                  <a:gd name="T80" fmla="*/ 202 w 216"/>
                  <a:gd name="T81" fmla="*/ 4 h 218"/>
                  <a:gd name="T82" fmla="*/ 188 w 216"/>
                  <a:gd name="T83" fmla="*/ 0 h 218"/>
                  <a:gd name="T84" fmla="*/ 178 w 216"/>
                  <a:gd name="T85" fmla="*/ 2 h 218"/>
                  <a:gd name="T86" fmla="*/ 170 w 216"/>
                  <a:gd name="T87" fmla="*/ 4 h 218"/>
                  <a:gd name="T88" fmla="*/ 162 w 216"/>
                  <a:gd name="T89" fmla="*/ 8 h 218"/>
                  <a:gd name="T90" fmla="*/ 148 w 216"/>
                  <a:gd name="T91" fmla="*/ 14 h 218"/>
                  <a:gd name="T92" fmla="*/ 136 w 216"/>
                  <a:gd name="T93" fmla="*/ 24 h 218"/>
                  <a:gd name="T94" fmla="*/ 132 w 216"/>
                  <a:gd name="T95" fmla="*/ 38 h 218"/>
                  <a:gd name="T96" fmla="*/ 124 w 216"/>
                  <a:gd name="T97" fmla="*/ 60 h 218"/>
                  <a:gd name="T98" fmla="*/ 112 w 216"/>
                  <a:gd name="T99" fmla="*/ 60 h 218"/>
                  <a:gd name="T100" fmla="*/ 102 w 216"/>
                  <a:gd name="T101" fmla="*/ 58 h 218"/>
                  <a:gd name="T102" fmla="*/ 92 w 216"/>
                  <a:gd name="T103" fmla="*/ 56 h 218"/>
                  <a:gd name="T104" fmla="*/ 88 w 216"/>
                  <a:gd name="T105" fmla="*/ 64 h 218"/>
                  <a:gd name="T106" fmla="*/ 70 w 216"/>
                  <a:gd name="T107" fmla="*/ 76 h 218"/>
                  <a:gd name="T108" fmla="*/ 58 w 216"/>
                  <a:gd name="T109" fmla="*/ 82 h 218"/>
                  <a:gd name="T110" fmla="*/ 52 w 216"/>
                  <a:gd name="T111" fmla="*/ 74 h 218"/>
                  <a:gd name="T112" fmla="*/ 48 w 216"/>
                  <a:gd name="T113" fmla="*/ 5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6" h="218">
                    <a:moveTo>
                      <a:pt x="42" y="54"/>
                    </a:moveTo>
                    <a:lnTo>
                      <a:pt x="40" y="106"/>
                    </a:lnTo>
                    <a:lnTo>
                      <a:pt x="40" y="106"/>
                    </a:lnTo>
                    <a:lnTo>
                      <a:pt x="38" y="106"/>
                    </a:lnTo>
                    <a:lnTo>
                      <a:pt x="34" y="106"/>
                    </a:lnTo>
                    <a:lnTo>
                      <a:pt x="32" y="108"/>
                    </a:lnTo>
                    <a:lnTo>
                      <a:pt x="32" y="108"/>
                    </a:lnTo>
                    <a:lnTo>
                      <a:pt x="30" y="112"/>
                    </a:lnTo>
                    <a:lnTo>
                      <a:pt x="26" y="114"/>
                    </a:lnTo>
                    <a:lnTo>
                      <a:pt x="26" y="114"/>
                    </a:lnTo>
                    <a:lnTo>
                      <a:pt x="24" y="114"/>
                    </a:lnTo>
                    <a:lnTo>
                      <a:pt x="20" y="114"/>
                    </a:lnTo>
                    <a:lnTo>
                      <a:pt x="20" y="114"/>
                    </a:lnTo>
                    <a:lnTo>
                      <a:pt x="14" y="114"/>
                    </a:lnTo>
                    <a:lnTo>
                      <a:pt x="12" y="110"/>
                    </a:lnTo>
                    <a:lnTo>
                      <a:pt x="12" y="110"/>
                    </a:lnTo>
                    <a:lnTo>
                      <a:pt x="12" y="108"/>
                    </a:lnTo>
                    <a:lnTo>
                      <a:pt x="12" y="106"/>
                    </a:lnTo>
                    <a:lnTo>
                      <a:pt x="12" y="106"/>
                    </a:lnTo>
                    <a:lnTo>
                      <a:pt x="12" y="104"/>
                    </a:lnTo>
                    <a:lnTo>
                      <a:pt x="12" y="104"/>
                    </a:lnTo>
                    <a:lnTo>
                      <a:pt x="8" y="104"/>
                    </a:lnTo>
                    <a:lnTo>
                      <a:pt x="6" y="106"/>
                    </a:lnTo>
                    <a:lnTo>
                      <a:pt x="6" y="106"/>
                    </a:lnTo>
                    <a:lnTo>
                      <a:pt x="2" y="110"/>
                    </a:lnTo>
                    <a:lnTo>
                      <a:pt x="0" y="112"/>
                    </a:lnTo>
                    <a:lnTo>
                      <a:pt x="0" y="112"/>
                    </a:lnTo>
                    <a:lnTo>
                      <a:pt x="4" y="120"/>
                    </a:lnTo>
                    <a:lnTo>
                      <a:pt x="4" y="120"/>
                    </a:lnTo>
                    <a:lnTo>
                      <a:pt x="8" y="122"/>
                    </a:lnTo>
                    <a:lnTo>
                      <a:pt x="8" y="122"/>
                    </a:lnTo>
                    <a:lnTo>
                      <a:pt x="6" y="124"/>
                    </a:lnTo>
                    <a:lnTo>
                      <a:pt x="6" y="126"/>
                    </a:lnTo>
                    <a:lnTo>
                      <a:pt x="8" y="128"/>
                    </a:lnTo>
                    <a:lnTo>
                      <a:pt x="8" y="128"/>
                    </a:lnTo>
                    <a:lnTo>
                      <a:pt x="10" y="136"/>
                    </a:lnTo>
                    <a:lnTo>
                      <a:pt x="10" y="144"/>
                    </a:lnTo>
                    <a:lnTo>
                      <a:pt x="10" y="144"/>
                    </a:lnTo>
                    <a:lnTo>
                      <a:pt x="12" y="146"/>
                    </a:lnTo>
                    <a:lnTo>
                      <a:pt x="16" y="148"/>
                    </a:lnTo>
                    <a:lnTo>
                      <a:pt x="16" y="148"/>
                    </a:lnTo>
                    <a:lnTo>
                      <a:pt x="20" y="160"/>
                    </a:lnTo>
                    <a:lnTo>
                      <a:pt x="20" y="160"/>
                    </a:lnTo>
                    <a:lnTo>
                      <a:pt x="22" y="164"/>
                    </a:lnTo>
                    <a:lnTo>
                      <a:pt x="22" y="164"/>
                    </a:lnTo>
                    <a:lnTo>
                      <a:pt x="22" y="174"/>
                    </a:lnTo>
                    <a:lnTo>
                      <a:pt x="20" y="182"/>
                    </a:lnTo>
                    <a:lnTo>
                      <a:pt x="16" y="180"/>
                    </a:lnTo>
                    <a:lnTo>
                      <a:pt x="16" y="180"/>
                    </a:lnTo>
                    <a:lnTo>
                      <a:pt x="16" y="182"/>
                    </a:lnTo>
                    <a:lnTo>
                      <a:pt x="14" y="182"/>
                    </a:lnTo>
                    <a:lnTo>
                      <a:pt x="14" y="182"/>
                    </a:lnTo>
                    <a:lnTo>
                      <a:pt x="16" y="188"/>
                    </a:lnTo>
                    <a:lnTo>
                      <a:pt x="18" y="188"/>
                    </a:lnTo>
                    <a:lnTo>
                      <a:pt x="18" y="188"/>
                    </a:lnTo>
                    <a:lnTo>
                      <a:pt x="16" y="192"/>
                    </a:lnTo>
                    <a:lnTo>
                      <a:pt x="16" y="192"/>
                    </a:lnTo>
                    <a:lnTo>
                      <a:pt x="16" y="192"/>
                    </a:lnTo>
                    <a:lnTo>
                      <a:pt x="16" y="192"/>
                    </a:lnTo>
                    <a:lnTo>
                      <a:pt x="16" y="194"/>
                    </a:lnTo>
                    <a:lnTo>
                      <a:pt x="16" y="194"/>
                    </a:lnTo>
                    <a:lnTo>
                      <a:pt x="16" y="194"/>
                    </a:lnTo>
                    <a:lnTo>
                      <a:pt x="18" y="196"/>
                    </a:lnTo>
                    <a:lnTo>
                      <a:pt x="20" y="198"/>
                    </a:lnTo>
                    <a:lnTo>
                      <a:pt x="20" y="204"/>
                    </a:lnTo>
                    <a:lnTo>
                      <a:pt x="20" y="204"/>
                    </a:lnTo>
                    <a:lnTo>
                      <a:pt x="18" y="206"/>
                    </a:lnTo>
                    <a:lnTo>
                      <a:pt x="18" y="206"/>
                    </a:lnTo>
                    <a:lnTo>
                      <a:pt x="22" y="212"/>
                    </a:lnTo>
                    <a:lnTo>
                      <a:pt x="22" y="212"/>
                    </a:lnTo>
                    <a:lnTo>
                      <a:pt x="24" y="212"/>
                    </a:lnTo>
                    <a:lnTo>
                      <a:pt x="24" y="212"/>
                    </a:lnTo>
                    <a:lnTo>
                      <a:pt x="24" y="208"/>
                    </a:lnTo>
                    <a:lnTo>
                      <a:pt x="24" y="208"/>
                    </a:lnTo>
                    <a:lnTo>
                      <a:pt x="26" y="208"/>
                    </a:lnTo>
                    <a:lnTo>
                      <a:pt x="28" y="210"/>
                    </a:lnTo>
                    <a:lnTo>
                      <a:pt x="28" y="212"/>
                    </a:lnTo>
                    <a:lnTo>
                      <a:pt x="28" y="212"/>
                    </a:lnTo>
                    <a:lnTo>
                      <a:pt x="30" y="212"/>
                    </a:lnTo>
                    <a:lnTo>
                      <a:pt x="30" y="212"/>
                    </a:lnTo>
                    <a:lnTo>
                      <a:pt x="30" y="212"/>
                    </a:lnTo>
                    <a:lnTo>
                      <a:pt x="34" y="212"/>
                    </a:lnTo>
                    <a:lnTo>
                      <a:pt x="36" y="214"/>
                    </a:lnTo>
                    <a:lnTo>
                      <a:pt x="40" y="216"/>
                    </a:lnTo>
                    <a:lnTo>
                      <a:pt x="44" y="218"/>
                    </a:lnTo>
                    <a:lnTo>
                      <a:pt x="44" y="218"/>
                    </a:lnTo>
                    <a:lnTo>
                      <a:pt x="46" y="216"/>
                    </a:lnTo>
                    <a:lnTo>
                      <a:pt x="46" y="216"/>
                    </a:lnTo>
                    <a:lnTo>
                      <a:pt x="56" y="212"/>
                    </a:lnTo>
                    <a:lnTo>
                      <a:pt x="56" y="212"/>
                    </a:lnTo>
                    <a:lnTo>
                      <a:pt x="56" y="208"/>
                    </a:lnTo>
                    <a:lnTo>
                      <a:pt x="56" y="208"/>
                    </a:lnTo>
                    <a:lnTo>
                      <a:pt x="64" y="208"/>
                    </a:lnTo>
                    <a:lnTo>
                      <a:pt x="72" y="212"/>
                    </a:lnTo>
                    <a:lnTo>
                      <a:pt x="72" y="212"/>
                    </a:lnTo>
                    <a:lnTo>
                      <a:pt x="74" y="210"/>
                    </a:lnTo>
                    <a:lnTo>
                      <a:pt x="76" y="206"/>
                    </a:lnTo>
                    <a:lnTo>
                      <a:pt x="76" y="206"/>
                    </a:lnTo>
                    <a:lnTo>
                      <a:pt x="76" y="206"/>
                    </a:lnTo>
                    <a:lnTo>
                      <a:pt x="78" y="206"/>
                    </a:lnTo>
                    <a:lnTo>
                      <a:pt x="80" y="206"/>
                    </a:lnTo>
                    <a:lnTo>
                      <a:pt x="80" y="206"/>
                    </a:lnTo>
                    <a:lnTo>
                      <a:pt x="82" y="204"/>
                    </a:lnTo>
                    <a:lnTo>
                      <a:pt x="84" y="204"/>
                    </a:lnTo>
                    <a:lnTo>
                      <a:pt x="84" y="204"/>
                    </a:lnTo>
                    <a:lnTo>
                      <a:pt x="90" y="206"/>
                    </a:lnTo>
                    <a:lnTo>
                      <a:pt x="90" y="206"/>
                    </a:lnTo>
                    <a:lnTo>
                      <a:pt x="92" y="204"/>
                    </a:lnTo>
                    <a:lnTo>
                      <a:pt x="94" y="204"/>
                    </a:lnTo>
                    <a:lnTo>
                      <a:pt x="96" y="202"/>
                    </a:lnTo>
                    <a:lnTo>
                      <a:pt x="96" y="202"/>
                    </a:lnTo>
                    <a:lnTo>
                      <a:pt x="102" y="206"/>
                    </a:lnTo>
                    <a:lnTo>
                      <a:pt x="106" y="206"/>
                    </a:lnTo>
                    <a:lnTo>
                      <a:pt x="112" y="206"/>
                    </a:lnTo>
                    <a:lnTo>
                      <a:pt x="112" y="206"/>
                    </a:lnTo>
                    <a:lnTo>
                      <a:pt x="114" y="204"/>
                    </a:lnTo>
                    <a:lnTo>
                      <a:pt x="114" y="204"/>
                    </a:lnTo>
                    <a:lnTo>
                      <a:pt x="118" y="204"/>
                    </a:lnTo>
                    <a:lnTo>
                      <a:pt x="124" y="204"/>
                    </a:lnTo>
                    <a:lnTo>
                      <a:pt x="124" y="204"/>
                    </a:lnTo>
                    <a:lnTo>
                      <a:pt x="124" y="200"/>
                    </a:lnTo>
                    <a:lnTo>
                      <a:pt x="126" y="198"/>
                    </a:lnTo>
                    <a:lnTo>
                      <a:pt x="126" y="198"/>
                    </a:lnTo>
                    <a:lnTo>
                      <a:pt x="128" y="198"/>
                    </a:lnTo>
                    <a:lnTo>
                      <a:pt x="130" y="200"/>
                    </a:lnTo>
                    <a:lnTo>
                      <a:pt x="130" y="200"/>
                    </a:lnTo>
                    <a:lnTo>
                      <a:pt x="134" y="200"/>
                    </a:lnTo>
                    <a:lnTo>
                      <a:pt x="136" y="198"/>
                    </a:lnTo>
                    <a:lnTo>
                      <a:pt x="140" y="196"/>
                    </a:lnTo>
                    <a:lnTo>
                      <a:pt x="140" y="196"/>
                    </a:lnTo>
                    <a:lnTo>
                      <a:pt x="144" y="196"/>
                    </a:lnTo>
                    <a:lnTo>
                      <a:pt x="144" y="196"/>
                    </a:lnTo>
                    <a:lnTo>
                      <a:pt x="152" y="188"/>
                    </a:lnTo>
                    <a:lnTo>
                      <a:pt x="152" y="188"/>
                    </a:lnTo>
                    <a:lnTo>
                      <a:pt x="154" y="184"/>
                    </a:lnTo>
                    <a:lnTo>
                      <a:pt x="156" y="184"/>
                    </a:lnTo>
                    <a:lnTo>
                      <a:pt x="156" y="184"/>
                    </a:lnTo>
                    <a:lnTo>
                      <a:pt x="158" y="180"/>
                    </a:lnTo>
                    <a:lnTo>
                      <a:pt x="160" y="176"/>
                    </a:lnTo>
                    <a:lnTo>
                      <a:pt x="160" y="176"/>
                    </a:lnTo>
                    <a:lnTo>
                      <a:pt x="164" y="174"/>
                    </a:lnTo>
                    <a:lnTo>
                      <a:pt x="164" y="174"/>
                    </a:lnTo>
                    <a:lnTo>
                      <a:pt x="170" y="166"/>
                    </a:lnTo>
                    <a:lnTo>
                      <a:pt x="170" y="166"/>
                    </a:lnTo>
                    <a:lnTo>
                      <a:pt x="172" y="166"/>
                    </a:lnTo>
                    <a:lnTo>
                      <a:pt x="176" y="164"/>
                    </a:lnTo>
                    <a:lnTo>
                      <a:pt x="176" y="164"/>
                    </a:lnTo>
                    <a:lnTo>
                      <a:pt x="176" y="160"/>
                    </a:lnTo>
                    <a:lnTo>
                      <a:pt x="176" y="158"/>
                    </a:lnTo>
                    <a:lnTo>
                      <a:pt x="176" y="158"/>
                    </a:lnTo>
                    <a:lnTo>
                      <a:pt x="184" y="154"/>
                    </a:lnTo>
                    <a:lnTo>
                      <a:pt x="184" y="154"/>
                    </a:lnTo>
                    <a:lnTo>
                      <a:pt x="184" y="148"/>
                    </a:lnTo>
                    <a:lnTo>
                      <a:pt x="186" y="144"/>
                    </a:lnTo>
                    <a:lnTo>
                      <a:pt x="186" y="144"/>
                    </a:lnTo>
                    <a:lnTo>
                      <a:pt x="190" y="142"/>
                    </a:lnTo>
                    <a:lnTo>
                      <a:pt x="190" y="142"/>
                    </a:lnTo>
                    <a:lnTo>
                      <a:pt x="192" y="138"/>
                    </a:lnTo>
                    <a:lnTo>
                      <a:pt x="194" y="132"/>
                    </a:lnTo>
                    <a:lnTo>
                      <a:pt x="194" y="132"/>
                    </a:lnTo>
                    <a:lnTo>
                      <a:pt x="196" y="126"/>
                    </a:lnTo>
                    <a:lnTo>
                      <a:pt x="202" y="122"/>
                    </a:lnTo>
                    <a:lnTo>
                      <a:pt x="212" y="116"/>
                    </a:lnTo>
                    <a:lnTo>
                      <a:pt x="212" y="116"/>
                    </a:lnTo>
                    <a:lnTo>
                      <a:pt x="210" y="100"/>
                    </a:lnTo>
                    <a:lnTo>
                      <a:pt x="210" y="100"/>
                    </a:lnTo>
                    <a:lnTo>
                      <a:pt x="214" y="100"/>
                    </a:lnTo>
                    <a:lnTo>
                      <a:pt x="214" y="100"/>
                    </a:lnTo>
                    <a:lnTo>
                      <a:pt x="216" y="76"/>
                    </a:lnTo>
                    <a:lnTo>
                      <a:pt x="206" y="74"/>
                    </a:lnTo>
                    <a:lnTo>
                      <a:pt x="208" y="84"/>
                    </a:lnTo>
                    <a:lnTo>
                      <a:pt x="208" y="84"/>
                    </a:lnTo>
                    <a:lnTo>
                      <a:pt x="204" y="82"/>
                    </a:lnTo>
                    <a:lnTo>
                      <a:pt x="198" y="80"/>
                    </a:lnTo>
                    <a:lnTo>
                      <a:pt x="198" y="80"/>
                    </a:lnTo>
                    <a:lnTo>
                      <a:pt x="194" y="78"/>
                    </a:lnTo>
                    <a:lnTo>
                      <a:pt x="192" y="76"/>
                    </a:lnTo>
                    <a:lnTo>
                      <a:pt x="192" y="76"/>
                    </a:lnTo>
                    <a:lnTo>
                      <a:pt x="192" y="72"/>
                    </a:lnTo>
                    <a:lnTo>
                      <a:pt x="192" y="68"/>
                    </a:lnTo>
                    <a:lnTo>
                      <a:pt x="192" y="68"/>
                    </a:lnTo>
                    <a:lnTo>
                      <a:pt x="194" y="62"/>
                    </a:lnTo>
                    <a:lnTo>
                      <a:pt x="194" y="60"/>
                    </a:lnTo>
                    <a:lnTo>
                      <a:pt x="196" y="60"/>
                    </a:lnTo>
                    <a:lnTo>
                      <a:pt x="196" y="60"/>
                    </a:lnTo>
                    <a:lnTo>
                      <a:pt x="198" y="62"/>
                    </a:lnTo>
                    <a:lnTo>
                      <a:pt x="200" y="60"/>
                    </a:lnTo>
                    <a:lnTo>
                      <a:pt x="202" y="60"/>
                    </a:lnTo>
                    <a:lnTo>
                      <a:pt x="202" y="60"/>
                    </a:lnTo>
                    <a:lnTo>
                      <a:pt x="202" y="58"/>
                    </a:lnTo>
                    <a:lnTo>
                      <a:pt x="200" y="54"/>
                    </a:lnTo>
                    <a:lnTo>
                      <a:pt x="200" y="54"/>
                    </a:lnTo>
                    <a:lnTo>
                      <a:pt x="200" y="50"/>
                    </a:lnTo>
                    <a:lnTo>
                      <a:pt x="200" y="46"/>
                    </a:lnTo>
                    <a:lnTo>
                      <a:pt x="200" y="46"/>
                    </a:lnTo>
                    <a:lnTo>
                      <a:pt x="202" y="40"/>
                    </a:lnTo>
                    <a:lnTo>
                      <a:pt x="202" y="32"/>
                    </a:lnTo>
                    <a:lnTo>
                      <a:pt x="202" y="32"/>
                    </a:lnTo>
                    <a:lnTo>
                      <a:pt x="200" y="24"/>
                    </a:lnTo>
                    <a:lnTo>
                      <a:pt x="200" y="18"/>
                    </a:lnTo>
                    <a:lnTo>
                      <a:pt x="200" y="18"/>
                    </a:lnTo>
                    <a:lnTo>
                      <a:pt x="202" y="14"/>
                    </a:lnTo>
                    <a:lnTo>
                      <a:pt x="202" y="10"/>
                    </a:lnTo>
                    <a:lnTo>
                      <a:pt x="202" y="4"/>
                    </a:lnTo>
                    <a:lnTo>
                      <a:pt x="202" y="4"/>
                    </a:lnTo>
                    <a:lnTo>
                      <a:pt x="200" y="2"/>
                    </a:lnTo>
                    <a:lnTo>
                      <a:pt x="194" y="2"/>
                    </a:lnTo>
                    <a:lnTo>
                      <a:pt x="194" y="2"/>
                    </a:lnTo>
                    <a:lnTo>
                      <a:pt x="190" y="0"/>
                    </a:lnTo>
                    <a:lnTo>
                      <a:pt x="188" y="0"/>
                    </a:lnTo>
                    <a:lnTo>
                      <a:pt x="188" y="0"/>
                    </a:lnTo>
                    <a:lnTo>
                      <a:pt x="186" y="0"/>
                    </a:lnTo>
                    <a:lnTo>
                      <a:pt x="180" y="0"/>
                    </a:lnTo>
                    <a:lnTo>
                      <a:pt x="180" y="0"/>
                    </a:lnTo>
                    <a:lnTo>
                      <a:pt x="178" y="2"/>
                    </a:lnTo>
                    <a:lnTo>
                      <a:pt x="176" y="0"/>
                    </a:lnTo>
                    <a:lnTo>
                      <a:pt x="174" y="0"/>
                    </a:lnTo>
                    <a:lnTo>
                      <a:pt x="174" y="0"/>
                    </a:lnTo>
                    <a:lnTo>
                      <a:pt x="172" y="2"/>
                    </a:lnTo>
                    <a:lnTo>
                      <a:pt x="170" y="4"/>
                    </a:lnTo>
                    <a:lnTo>
                      <a:pt x="166" y="6"/>
                    </a:lnTo>
                    <a:lnTo>
                      <a:pt x="166" y="6"/>
                    </a:lnTo>
                    <a:lnTo>
                      <a:pt x="164" y="6"/>
                    </a:lnTo>
                    <a:lnTo>
                      <a:pt x="162" y="6"/>
                    </a:lnTo>
                    <a:lnTo>
                      <a:pt x="162" y="8"/>
                    </a:lnTo>
                    <a:lnTo>
                      <a:pt x="160" y="8"/>
                    </a:lnTo>
                    <a:lnTo>
                      <a:pt x="160" y="8"/>
                    </a:lnTo>
                    <a:lnTo>
                      <a:pt x="154" y="12"/>
                    </a:lnTo>
                    <a:lnTo>
                      <a:pt x="148" y="14"/>
                    </a:lnTo>
                    <a:lnTo>
                      <a:pt x="148" y="14"/>
                    </a:lnTo>
                    <a:lnTo>
                      <a:pt x="144" y="16"/>
                    </a:lnTo>
                    <a:lnTo>
                      <a:pt x="142" y="18"/>
                    </a:lnTo>
                    <a:lnTo>
                      <a:pt x="140" y="22"/>
                    </a:lnTo>
                    <a:lnTo>
                      <a:pt x="136" y="24"/>
                    </a:lnTo>
                    <a:lnTo>
                      <a:pt x="136" y="24"/>
                    </a:lnTo>
                    <a:lnTo>
                      <a:pt x="134" y="26"/>
                    </a:lnTo>
                    <a:lnTo>
                      <a:pt x="134" y="32"/>
                    </a:lnTo>
                    <a:lnTo>
                      <a:pt x="132" y="36"/>
                    </a:lnTo>
                    <a:lnTo>
                      <a:pt x="132" y="38"/>
                    </a:lnTo>
                    <a:lnTo>
                      <a:pt x="132" y="38"/>
                    </a:lnTo>
                    <a:lnTo>
                      <a:pt x="126" y="40"/>
                    </a:lnTo>
                    <a:lnTo>
                      <a:pt x="124" y="40"/>
                    </a:lnTo>
                    <a:lnTo>
                      <a:pt x="124" y="40"/>
                    </a:lnTo>
                    <a:lnTo>
                      <a:pt x="124" y="60"/>
                    </a:lnTo>
                    <a:lnTo>
                      <a:pt x="124" y="60"/>
                    </a:lnTo>
                    <a:lnTo>
                      <a:pt x="122" y="62"/>
                    </a:lnTo>
                    <a:lnTo>
                      <a:pt x="120" y="62"/>
                    </a:lnTo>
                    <a:lnTo>
                      <a:pt x="116" y="60"/>
                    </a:lnTo>
                    <a:lnTo>
                      <a:pt x="116" y="60"/>
                    </a:lnTo>
                    <a:lnTo>
                      <a:pt x="112" y="60"/>
                    </a:lnTo>
                    <a:lnTo>
                      <a:pt x="108" y="60"/>
                    </a:lnTo>
                    <a:lnTo>
                      <a:pt x="106" y="60"/>
                    </a:lnTo>
                    <a:lnTo>
                      <a:pt x="106" y="60"/>
                    </a:lnTo>
                    <a:lnTo>
                      <a:pt x="104" y="58"/>
                    </a:lnTo>
                    <a:lnTo>
                      <a:pt x="102" y="58"/>
                    </a:lnTo>
                    <a:lnTo>
                      <a:pt x="100" y="60"/>
                    </a:lnTo>
                    <a:lnTo>
                      <a:pt x="98" y="60"/>
                    </a:lnTo>
                    <a:lnTo>
                      <a:pt x="98" y="60"/>
                    </a:lnTo>
                    <a:lnTo>
                      <a:pt x="96" y="56"/>
                    </a:lnTo>
                    <a:lnTo>
                      <a:pt x="92" y="56"/>
                    </a:lnTo>
                    <a:lnTo>
                      <a:pt x="92" y="56"/>
                    </a:lnTo>
                    <a:lnTo>
                      <a:pt x="90" y="58"/>
                    </a:lnTo>
                    <a:lnTo>
                      <a:pt x="88" y="60"/>
                    </a:lnTo>
                    <a:lnTo>
                      <a:pt x="88" y="64"/>
                    </a:lnTo>
                    <a:lnTo>
                      <a:pt x="88" y="64"/>
                    </a:lnTo>
                    <a:lnTo>
                      <a:pt x="86" y="66"/>
                    </a:lnTo>
                    <a:lnTo>
                      <a:pt x="82" y="70"/>
                    </a:lnTo>
                    <a:lnTo>
                      <a:pt x="74" y="74"/>
                    </a:lnTo>
                    <a:lnTo>
                      <a:pt x="74" y="74"/>
                    </a:lnTo>
                    <a:lnTo>
                      <a:pt x="70" y="76"/>
                    </a:lnTo>
                    <a:lnTo>
                      <a:pt x="62" y="80"/>
                    </a:lnTo>
                    <a:lnTo>
                      <a:pt x="62" y="80"/>
                    </a:lnTo>
                    <a:lnTo>
                      <a:pt x="60" y="80"/>
                    </a:lnTo>
                    <a:lnTo>
                      <a:pt x="58" y="82"/>
                    </a:lnTo>
                    <a:lnTo>
                      <a:pt x="58" y="82"/>
                    </a:lnTo>
                    <a:lnTo>
                      <a:pt x="56" y="82"/>
                    </a:lnTo>
                    <a:lnTo>
                      <a:pt x="56" y="82"/>
                    </a:lnTo>
                    <a:lnTo>
                      <a:pt x="54" y="82"/>
                    </a:lnTo>
                    <a:lnTo>
                      <a:pt x="52" y="80"/>
                    </a:lnTo>
                    <a:lnTo>
                      <a:pt x="52" y="74"/>
                    </a:lnTo>
                    <a:lnTo>
                      <a:pt x="52" y="74"/>
                    </a:lnTo>
                    <a:lnTo>
                      <a:pt x="54" y="70"/>
                    </a:lnTo>
                    <a:lnTo>
                      <a:pt x="52" y="62"/>
                    </a:lnTo>
                    <a:lnTo>
                      <a:pt x="52" y="62"/>
                    </a:lnTo>
                    <a:lnTo>
                      <a:pt x="48" y="58"/>
                    </a:lnTo>
                    <a:lnTo>
                      <a:pt x="46" y="56"/>
                    </a:lnTo>
                    <a:lnTo>
                      <a:pt x="42" y="54"/>
                    </a:lnTo>
                    <a:lnTo>
                      <a:pt x="42" y="5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5" name="Freeform 45">
                <a:extLst>
                  <a:ext uri="{FF2B5EF4-FFF2-40B4-BE49-F238E27FC236}">
                    <a16:creationId xmlns:a16="http://schemas.microsoft.com/office/drawing/2014/main" id="{5A2C1075-6234-B942-B311-5F65D25F7199}"/>
                  </a:ext>
                </a:extLst>
              </p:cNvPr>
              <p:cNvSpPr>
                <a:spLocks/>
              </p:cNvSpPr>
              <p:nvPr/>
            </p:nvSpPr>
            <p:spPr bwMode="auto">
              <a:xfrm>
                <a:off x="6987467" y="3995178"/>
                <a:ext cx="254398" cy="416490"/>
              </a:xfrm>
              <a:custGeom>
                <a:avLst/>
                <a:gdLst>
                  <a:gd name="T0" fmla="*/ 14 w 130"/>
                  <a:gd name="T1" fmla="*/ 202 h 208"/>
                  <a:gd name="T2" fmla="*/ 14 w 130"/>
                  <a:gd name="T3" fmla="*/ 200 h 208"/>
                  <a:gd name="T4" fmla="*/ 18 w 130"/>
                  <a:gd name="T5" fmla="*/ 196 h 208"/>
                  <a:gd name="T6" fmla="*/ 24 w 130"/>
                  <a:gd name="T7" fmla="*/ 188 h 208"/>
                  <a:gd name="T8" fmla="*/ 26 w 130"/>
                  <a:gd name="T9" fmla="*/ 184 h 208"/>
                  <a:gd name="T10" fmla="*/ 38 w 130"/>
                  <a:gd name="T11" fmla="*/ 172 h 208"/>
                  <a:gd name="T12" fmla="*/ 54 w 130"/>
                  <a:gd name="T13" fmla="*/ 164 h 208"/>
                  <a:gd name="T14" fmla="*/ 54 w 130"/>
                  <a:gd name="T15" fmla="*/ 160 h 208"/>
                  <a:gd name="T16" fmla="*/ 68 w 130"/>
                  <a:gd name="T17" fmla="*/ 148 h 208"/>
                  <a:gd name="T18" fmla="*/ 68 w 130"/>
                  <a:gd name="T19" fmla="*/ 144 h 208"/>
                  <a:gd name="T20" fmla="*/ 72 w 130"/>
                  <a:gd name="T21" fmla="*/ 144 h 208"/>
                  <a:gd name="T22" fmla="*/ 78 w 130"/>
                  <a:gd name="T23" fmla="*/ 134 h 208"/>
                  <a:gd name="T24" fmla="*/ 80 w 130"/>
                  <a:gd name="T25" fmla="*/ 130 h 208"/>
                  <a:gd name="T26" fmla="*/ 88 w 130"/>
                  <a:gd name="T27" fmla="*/ 126 h 208"/>
                  <a:gd name="T28" fmla="*/ 92 w 130"/>
                  <a:gd name="T29" fmla="*/ 112 h 208"/>
                  <a:gd name="T30" fmla="*/ 96 w 130"/>
                  <a:gd name="T31" fmla="*/ 106 h 208"/>
                  <a:gd name="T32" fmla="*/ 98 w 130"/>
                  <a:gd name="T33" fmla="*/ 98 h 208"/>
                  <a:gd name="T34" fmla="*/ 102 w 130"/>
                  <a:gd name="T35" fmla="*/ 88 h 208"/>
                  <a:gd name="T36" fmla="*/ 106 w 130"/>
                  <a:gd name="T37" fmla="*/ 78 h 208"/>
                  <a:gd name="T38" fmla="*/ 110 w 130"/>
                  <a:gd name="T39" fmla="*/ 68 h 208"/>
                  <a:gd name="T40" fmla="*/ 112 w 130"/>
                  <a:gd name="T41" fmla="*/ 62 h 208"/>
                  <a:gd name="T42" fmla="*/ 120 w 130"/>
                  <a:gd name="T43" fmla="*/ 48 h 208"/>
                  <a:gd name="T44" fmla="*/ 122 w 130"/>
                  <a:gd name="T45" fmla="*/ 42 h 208"/>
                  <a:gd name="T46" fmla="*/ 126 w 130"/>
                  <a:gd name="T47" fmla="*/ 26 h 208"/>
                  <a:gd name="T48" fmla="*/ 130 w 130"/>
                  <a:gd name="T49" fmla="*/ 2 h 208"/>
                  <a:gd name="T50" fmla="*/ 124 w 130"/>
                  <a:gd name="T51" fmla="*/ 0 h 208"/>
                  <a:gd name="T52" fmla="*/ 122 w 130"/>
                  <a:gd name="T53" fmla="*/ 2 h 208"/>
                  <a:gd name="T54" fmla="*/ 100 w 130"/>
                  <a:gd name="T55" fmla="*/ 8 h 208"/>
                  <a:gd name="T56" fmla="*/ 90 w 130"/>
                  <a:gd name="T57" fmla="*/ 10 h 208"/>
                  <a:gd name="T58" fmla="*/ 80 w 130"/>
                  <a:gd name="T59" fmla="*/ 12 h 208"/>
                  <a:gd name="T60" fmla="*/ 78 w 130"/>
                  <a:gd name="T61" fmla="*/ 16 h 208"/>
                  <a:gd name="T62" fmla="*/ 68 w 130"/>
                  <a:gd name="T63" fmla="*/ 20 h 208"/>
                  <a:gd name="T64" fmla="*/ 62 w 130"/>
                  <a:gd name="T65" fmla="*/ 16 h 208"/>
                  <a:gd name="T66" fmla="*/ 50 w 130"/>
                  <a:gd name="T67" fmla="*/ 18 h 208"/>
                  <a:gd name="T68" fmla="*/ 38 w 130"/>
                  <a:gd name="T69" fmla="*/ 18 h 208"/>
                  <a:gd name="T70" fmla="*/ 30 w 130"/>
                  <a:gd name="T71" fmla="*/ 14 h 208"/>
                  <a:gd name="T72" fmla="*/ 14 w 130"/>
                  <a:gd name="T73" fmla="*/ 20 h 208"/>
                  <a:gd name="T74" fmla="*/ 20 w 130"/>
                  <a:gd name="T75" fmla="*/ 26 h 208"/>
                  <a:gd name="T76" fmla="*/ 24 w 130"/>
                  <a:gd name="T77" fmla="*/ 34 h 208"/>
                  <a:gd name="T78" fmla="*/ 34 w 130"/>
                  <a:gd name="T79" fmla="*/ 42 h 208"/>
                  <a:gd name="T80" fmla="*/ 52 w 130"/>
                  <a:gd name="T81" fmla="*/ 112 h 208"/>
                  <a:gd name="T82" fmla="*/ 18 w 130"/>
                  <a:gd name="T83" fmla="*/ 116 h 208"/>
                  <a:gd name="T84" fmla="*/ 0 w 130"/>
                  <a:gd name="T85" fmla="*/ 142 h 208"/>
                  <a:gd name="T86" fmla="*/ 12 w 130"/>
                  <a:gd name="T87" fmla="*/ 20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0" h="208">
                    <a:moveTo>
                      <a:pt x="12" y="208"/>
                    </a:moveTo>
                    <a:lnTo>
                      <a:pt x="12" y="208"/>
                    </a:lnTo>
                    <a:lnTo>
                      <a:pt x="14" y="202"/>
                    </a:lnTo>
                    <a:lnTo>
                      <a:pt x="14" y="202"/>
                    </a:lnTo>
                    <a:lnTo>
                      <a:pt x="14" y="202"/>
                    </a:lnTo>
                    <a:lnTo>
                      <a:pt x="14" y="200"/>
                    </a:lnTo>
                    <a:lnTo>
                      <a:pt x="14" y="200"/>
                    </a:lnTo>
                    <a:lnTo>
                      <a:pt x="18" y="196"/>
                    </a:lnTo>
                    <a:lnTo>
                      <a:pt x="18" y="196"/>
                    </a:lnTo>
                    <a:lnTo>
                      <a:pt x="18" y="192"/>
                    </a:lnTo>
                    <a:lnTo>
                      <a:pt x="18" y="192"/>
                    </a:lnTo>
                    <a:lnTo>
                      <a:pt x="24" y="188"/>
                    </a:lnTo>
                    <a:lnTo>
                      <a:pt x="24" y="188"/>
                    </a:lnTo>
                    <a:lnTo>
                      <a:pt x="26" y="184"/>
                    </a:lnTo>
                    <a:lnTo>
                      <a:pt x="26" y="184"/>
                    </a:lnTo>
                    <a:lnTo>
                      <a:pt x="32" y="180"/>
                    </a:lnTo>
                    <a:lnTo>
                      <a:pt x="32" y="180"/>
                    </a:lnTo>
                    <a:lnTo>
                      <a:pt x="38" y="172"/>
                    </a:lnTo>
                    <a:lnTo>
                      <a:pt x="38" y="172"/>
                    </a:lnTo>
                    <a:lnTo>
                      <a:pt x="46" y="168"/>
                    </a:lnTo>
                    <a:lnTo>
                      <a:pt x="54" y="164"/>
                    </a:lnTo>
                    <a:lnTo>
                      <a:pt x="54" y="164"/>
                    </a:lnTo>
                    <a:lnTo>
                      <a:pt x="54" y="160"/>
                    </a:lnTo>
                    <a:lnTo>
                      <a:pt x="54" y="160"/>
                    </a:lnTo>
                    <a:lnTo>
                      <a:pt x="62" y="154"/>
                    </a:lnTo>
                    <a:lnTo>
                      <a:pt x="64" y="150"/>
                    </a:lnTo>
                    <a:lnTo>
                      <a:pt x="68" y="148"/>
                    </a:lnTo>
                    <a:lnTo>
                      <a:pt x="68" y="148"/>
                    </a:lnTo>
                    <a:lnTo>
                      <a:pt x="68" y="146"/>
                    </a:lnTo>
                    <a:lnTo>
                      <a:pt x="68" y="144"/>
                    </a:lnTo>
                    <a:lnTo>
                      <a:pt x="68" y="144"/>
                    </a:lnTo>
                    <a:lnTo>
                      <a:pt x="72" y="144"/>
                    </a:lnTo>
                    <a:lnTo>
                      <a:pt x="72" y="144"/>
                    </a:lnTo>
                    <a:lnTo>
                      <a:pt x="78" y="138"/>
                    </a:lnTo>
                    <a:lnTo>
                      <a:pt x="78" y="138"/>
                    </a:lnTo>
                    <a:lnTo>
                      <a:pt x="78" y="134"/>
                    </a:lnTo>
                    <a:lnTo>
                      <a:pt x="78" y="130"/>
                    </a:lnTo>
                    <a:lnTo>
                      <a:pt x="80" y="130"/>
                    </a:lnTo>
                    <a:lnTo>
                      <a:pt x="80" y="130"/>
                    </a:lnTo>
                    <a:lnTo>
                      <a:pt x="84" y="128"/>
                    </a:lnTo>
                    <a:lnTo>
                      <a:pt x="88" y="126"/>
                    </a:lnTo>
                    <a:lnTo>
                      <a:pt x="88" y="126"/>
                    </a:lnTo>
                    <a:lnTo>
                      <a:pt x="88" y="120"/>
                    </a:lnTo>
                    <a:lnTo>
                      <a:pt x="92" y="112"/>
                    </a:lnTo>
                    <a:lnTo>
                      <a:pt x="92" y="112"/>
                    </a:lnTo>
                    <a:lnTo>
                      <a:pt x="96" y="110"/>
                    </a:lnTo>
                    <a:lnTo>
                      <a:pt x="96" y="110"/>
                    </a:lnTo>
                    <a:lnTo>
                      <a:pt x="96" y="106"/>
                    </a:lnTo>
                    <a:lnTo>
                      <a:pt x="96" y="102"/>
                    </a:lnTo>
                    <a:lnTo>
                      <a:pt x="96" y="102"/>
                    </a:lnTo>
                    <a:lnTo>
                      <a:pt x="98" y="98"/>
                    </a:lnTo>
                    <a:lnTo>
                      <a:pt x="102" y="94"/>
                    </a:lnTo>
                    <a:lnTo>
                      <a:pt x="102" y="94"/>
                    </a:lnTo>
                    <a:lnTo>
                      <a:pt x="102" y="88"/>
                    </a:lnTo>
                    <a:lnTo>
                      <a:pt x="102" y="88"/>
                    </a:lnTo>
                    <a:lnTo>
                      <a:pt x="106" y="78"/>
                    </a:lnTo>
                    <a:lnTo>
                      <a:pt x="106" y="78"/>
                    </a:lnTo>
                    <a:lnTo>
                      <a:pt x="108" y="68"/>
                    </a:lnTo>
                    <a:lnTo>
                      <a:pt x="110" y="68"/>
                    </a:lnTo>
                    <a:lnTo>
                      <a:pt x="110" y="68"/>
                    </a:lnTo>
                    <a:lnTo>
                      <a:pt x="110" y="64"/>
                    </a:lnTo>
                    <a:lnTo>
                      <a:pt x="112" y="62"/>
                    </a:lnTo>
                    <a:lnTo>
                      <a:pt x="112" y="62"/>
                    </a:lnTo>
                    <a:lnTo>
                      <a:pt x="120" y="52"/>
                    </a:lnTo>
                    <a:lnTo>
                      <a:pt x="120" y="52"/>
                    </a:lnTo>
                    <a:lnTo>
                      <a:pt x="120" y="48"/>
                    </a:lnTo>
                    <a:lnTo>
                      <a:pt x="120" y="44"/>
                    </a:lnTo>
                    <a:lnTo>
                      <a:pt x="122" y="42"/>
                    </a:lnTo>
                    <a:lnTo>
                      <a:pt x="122" y="42"/>
                    </a:lnTo>
                    <a:lnTo>
                      <a:pt x="122" y="38"/>
                    </a:lnTo>
                    <a:lnTo>
                      <a:pt x="122" y="38"/>
                    </a:lnTo>
                    <a:lnTo>
                      <a:pt x="126" y="26"/>
                    </a:lnTo>
                    <a:lnTo>
                      <a:pt x="126" y="26"/>
                    </a:lnTo>
                    <a:lnTo>
                      <a:pt x="128" y="14"/>
                    </a:lnTo>
                    <a:lnTo>
                      <a:pt x="130" y="2"/>
                    </a:lnTo>
                    <a:lnTo>
                      <a:pt x="130" y="2"/>
                    </a:lnTo>
                    <a:lnTo>
                      <a:pt x="126" y="0"/>
                    </a:lnTo>
                    <a:lnTo>
                      <a:pt x="124" y="0"/>
                    </a:lnTo>
                    <a:lnTo>
                      <a:pt x="124" y="0"/>
                    </a:lnTo>
                    <a:lnTo>
                      <a:pt x="122" y="2"/>
                    </a:lnTo>
                    <a:lnTo>
                      <a:pt x="122" y="2"/>
                    </a:lnTo>
                    <a:lnTo>
                      <a:pt x="108" y="8"/>
                    </a:lnTo>
                    <a:lnTo>
                      <a:pt x="108" y="8"/>
                    </a:lnTo>
                    <a:lnTo>
                      <a:pt x="100" y="8"/>
                    </a:lnTo>
                    <a:lnTo>
                      <a:pt x="94" y="8"/>
                    </a:lnTo>
                    <a:lnTo>
                      <a:pt x="94" y="8"/>
                    </a:lnTo>
                    <a:lnTo>
                      <a:pt x="90" y="10"/>
                    </a:lnTo>
                    <a:lnTo>
                      <a:pt x="90" y="10"/>
                    </a:lnTo>
                    <a:lnTo>
                      <a:pt x="84" y="12"/>
                    </a:lnTo>
                    <a:lnTo>
                      <a:pt x="80" y="12"/>
                    </a:lnTo>
                    <a:lnTo>
                      <a:pt x="80" y="12"/>
                    </a:lnTo>
                    <a:lnTo>
                      <a:pt x="78" y="16"/>
                    </a:lnTo>
                    <a:lnTo>
                      <a:pt x="78" y="16"/>
                    </a:lnTo>
                    <a:lnTo>
                      <a:pt x="70" y="18"/>
                    </a:lnTo>
                    <a:lnTo>
                      <a:pt x="68" y="20"/>
                    </a:lnTo>
                    <a:lnTo>
                      <a:pt x="68" y="20"/>
                    </a:lnTo>
                    <a:lnTo>
                      <a:pt x="66" y="20"/>
                    </a:lnTo>
                    <a:lnTo>
                      <a:pt x="64" y="18"/>
                    </a:lnTo>
                    <a:lnTo>
                      <a:pt x="62" y="16"/>
                    </a:lnTo>
                    <a:lnTo>
                      <a:pt x="62" y="16"/>
                    </a:lnTo>
                    <a:lnTo>
                      <a:pt x="56" y="16"/>
                    </a:lnTo>
                    <a:lnTo>
                      <a:pt x="50" y="18"/>
                    </a:lnTo>
                    <a:lnTo>
                      <a:pt x="38" y="20"/>
                    </a:lnTo>
                    <a:lnTo>
                      <a:pt x="38" y="20"/>
                    </a:lnTo>
                    <a:lnTo>
                      <a:pt x="38" y="18"/>
                    </a:lnTo>
                    <a:lnTo>
                      <a:pt x="38" y="18"/>
                    </a:lnTo>
                    <a:lnTo>
                      <a:pt x="34" y="16"/>
                    </a:lnTo>
                    <a:lnTo>
                      <a:pt x="30" y="14"/>
                    </a:lnTo>
                    <a:lnTo>
                      <a:pt x="24" y="6"/>
                    </a:lnTo>
                    <a:lnTo>
                      <a:pt x="18" y="14"/>
                    </a:lnTo>
                    <a:lnTo>
                      <a:pt x="14" y="20"/>
                    </a:lnTo>
                    <a:lnTo>
                      <a:pt x="14" y="20"/>
                    </a:lnTo>
                    <a:lnTo>
                      <a:pt x="20" y="26"/>
                    </a:lnTo>
                    <a:lnTo>
                      <a:pt x="20" y="26"/>
                    </a:lnTo>
                    <a:lnTo>
                      <a:pt x="22" y="30"/>
                    </a:lnTo>
                    <a:lnTo>
                      <a:pt x="24" y="34"/>
                    </a:lnTo>
                    <a:lnTo>
                      <a:pt x="24" y="34"/>
                    </a:lnTo>
                    <a:lnTo>
                      <a:pt x="28" y="38"/>
                    </a:lnTo>
                    <a:lnTo>
                      <a:pt x="34" y="42"/>
                    </a:lnTo>
                    <a:lnTo>
                      <a:pt x="34" y="42"/>
                    </a:lnTo>
                    <a:lnTo>
                      <a:pt x="70" y="58"/>
                    </a:lnTo>
                    <a:lnTo>
                      <a:pt x="88" y="58"/>
                    </a:lnTo>
                    <a:lnTo>
                      <a:pt x="52" y="112"/>
                    </a:lnTo>
                    <a:lnTo>
                      <a:pt x="36" y="112"/>
                    </a:lnTo>
                    <a:lnTo>
                      <a:pt x="30" y="116"/>
                    </a:lnTo>
                    <a:lnTo>
                      <a:pt x="18" y="116"/>
                    </a:lnTo>
                    <a:lnTo>
                      <a:pt x="14" y="120"/>
                    </a:lnTo>
                    <a:lnTo>
                      <a:pt x="6" y="136"/>
                    </a:lnTo>
                    <a:lnTo>
                      <a:pt x="0" y="142"/>
                    </a:lnTo>
                    <a:lnTo>
                      <a:pt x="0" y="198"/>
                    </a:lnTo>
                    <a:lnTo>
                      <a:pt x="10" y="208"/>
                    </a:lnTo>
                    <a:lnTo>
                      <a:pt x="12" y="2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6" name="Freeform 49">
                <a:extLst>
                  <a:ext uri="{FF2B5EF4-FFF2-40B4-BE49-F238E27FC236}">
                    <a16:creationId xmlns:a16="http://schemas.microsoft.com/office/drawing/2014/main" id="{BC157136-FF58-2241-BAF9-E75B173E95E1}"/>
                  </a:ext>
                </a:extLst>
              </p:cNvPr>
              <p:cNvSpPr>
                <a:spLocks/>
              </p:cNvSpPr>
              <p:nvPr/>
            </p:nvSpPr>
            <p:spPr bwMode="auto">
              <a:xfrm>
                <a:off x="5541316" y="4039230"/>
                <a:ext cx="90018" cy="116137"/>
              </a:xfrm>
              <a:custGeom>
                <a:avLst/>
                <a:gdLst>
                  <a:gd name="T0" fmla="*/ 2 w 46"/>
                  <a:gd name="T1" fmla="*/ 18 h 58"/>
                  <a:gd name="T2" fmla="*/ 2 w 46"/>
                  <a:gd name="T3" fmla="*/ 26 h 58"/>
                  <a:gd name="T4" fmla="*/ 6 w 46"/>
                  <a:gd name="T5" fmla="*/ 34 h 58"/>
                  <a:gd name="T6" fmla="*/ 2 w 46"/>
                  <a:gd name="T7" fmla="*/ 34 h 58"/>
                  <a:gd name="T8" fmla="*/ 4 w 46"/>
                  <a:gd name="T9" fmla="*/ 36 h 58"/>
                  <a:gd name="T10" fmla="*/ 8 w 46"/>
                  <a:gd name="T11" fmla="*/ 38 h 58"/>
                  <a:gd name="T12" fmla="*/ 8 w 46"/>
                  <a:gd name="T13" fmla="*/ 48 h 58"/>
                  <a:gd name="T14" fmla="*/ 10 w 46"/>
                  <a:gd name="T15" fmla="*/ 48 h 58"/>
                  <a:gd name="T16" fmla="*/ 10 w 46"/>
                  <a:gd name="T17" fmla="*/ 46 h 58"/>
                  <a:gd name="T18" fmla="*/ 12 w 46"/>
                  <a:gd name="T19" fmla="*/ 46 h 58"/>
                  <a:gd name="T20" fmla="*/ 16 w 46"/>
                  <a:gd name="T21" fmla="*/ 54 h 58"/>
                  <a:gd name="T22" fmla="*/ 18 w 46"/>
                  <a:gd name="T23" fmla="*/ 56 h 58"/>
                  <a:gd name="T24" fmla="*/ 26 w 46"/>
                  <a:gd name="T25" fmla="*/ 58 h 58"/>
                  <a:gd name="T26" fmla="*/ 30 w 46"/>
                  <a:gd name="T27" fmla="*/ 48 h 58"/>
                  <a:gd name="T28" fmla="*/ 38 w 46"/>
                  <a:gd name="T29" fmla="*/ 40 h 58"/>
                  <a:gd name="T30" fmla="*/ 38 w 46"/>
                  <a:gd name="T31" fmla="*/ 36 h 58"/>
                  <a:gd name="T32" fmla="*/ 42 w 46"/>
                  <a:gd name="T33" fmla="*/ 34 h 58"/>
                  <a:gd name="T34" fmla="*/ 44 w 46"/>
                  <a:gd name="T35" fmla="*/ 32 h 58"/>
                  <a:gd name="T36" fmla="*/ 40 w 46"/>
                  <a:gd name="T37" fmla="*/ 30 h 58"/>
                  <a:gd name="T38" fmla="*/ 40 w 46"/>
                  <a:gd name="T39" fmla="*/ 26 h 58"/>
                  <a:gd name="T40" fmla="*/ 42 w 46"/>
                  <a:gd name="T41" fmla="*/ 22 h 58"/>
                  <a:gd name="T42" fmla="*/ 38 w 46"/>
                  <a:gd name="T43" fmla="*/ 16 h 58"/>
                  <a:gd name="T44" fmla="*/ 36 w 46"/>
                  <a:gd name="T45" fmla="*/ 12 h 58"/>
                  <a:gd name="T46" fmla="*/ 34 w 46"/>
                  <a:gd name="T47" fmla="*/ 10 h 58"/>
                  <a:gd name="T48" fmla="*/ 34 w 46"/>
                  <a:gd name="T49" fmla="*/ 4 h 58"/>
                  <a:gd name="T50" fmla="*/ 30 w 46"/>
                  <a:gd name="T51" fmla="*/ 2 h 58"/>
                  <a:gd name="T52" fmla="*/ 26 w 46"/>
                  <a:gd name="T53" fmla="*/ 2 h 58"/>
                  <a:gd name="T54" fmla="*/ 22 w 46"/>
                  <a:gd name="T55" fmla="*/ 2 h 58"/>
                  <a:gd name="T56" fmla="*/ 14 w 46"/>
                  <a:gd name="T57" fmla="*/ 0 h 58"/>
                  <a:gd name="T58" fmla="*/ 12 w 46"/>
                  <a:gd name="T59" fmla="*/ 4 h 58"/>
                  <a:gd name="T60" fmla="*/ 10 w 46"/>
                  <a:gd name="T61" fmla="*/ 12 h 58"/>
                  <a:gd name="T62" fmla="*/ 8 w 46"/>
                  <a:gd name="T63" fmla="*/ 14 h 58"/>
                  <a:gd name="T64" fmla="*/ 6 w 46"/>
                  <a:gd name="T65" fmla="*/ 18 h 58"/>
                  <a:gd name="T66" fmla="*/ 4 w 46"/>
                  <a:gd name="T67" fmla="*/ 20 h 58"/>
                  <a:gd name="T68" fmla="*/ 2 w 46"/>
                  <a:gd name="T69"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 h="58">
                    <a:moveTo>
                      <a:pt x="2" y="18"/>
                    </a:moveTo>
                    <a:lnTo>
                      <a:pt x="2" y="18"/>
                    </a:lnTo>
                    <a:lnTo>
                      <a:pt x="0" y="22"/>
                    </a:lnTo>
                    <a:lnTo>
                      <a:pt x="2" y="26"/>
                    </a:lnTo>
                    <a:lnTo>
                      <a:pt x="6" y="34"/>
                    </a:lnTo>
                    <a:lnTo>
                      <a:pt x="6" y="34"/>
                    </a:lnTo>
                    <a:lnTo>
                      <a:pt x="4" y="34"/>
                    </a:lnTo>
                    <a:lnTo>
                      <a:pt x="2" y="34"/>
                    </a:lnTo>
                    <a:lnTo>
                      <a:pt x="4" y="36"/>
                    </a:lnTo>
                    <a:lnTo>
                      <a:pt x="4" y="36"/>
                    </a:lnTo>
                    <a:lnTo>
                      <a:pt x="8" y="38"/>
                    </a:lnTo>
                    <a:lnTo>
                      <a:pt x="8" y="38"/>
                    </a:lnTo>
                    <a:lnTo>
                      <a:pt x="8" y="44"/>
                    </a:lnTo>
                    <a:lnTo>
                      <a:pt x="8" y="48"/>
                    </a:lnTo>
                    <a:lnTo>
                      <a:pt x="8" y="48"/>
                    </a:lnTo>
                    <a:lnTo>
                      <a:pt x="10" y="48"/>
                    </a:lnTo>
                    <a:lnTo>
                      <a:pt x="10" y="48"/>
                    </a:lnTo>
                    <a:lnTo>
                      <a:pt x="10" y="46"/>
                    </a:lnTo>
                    <a:lnTo>
                      <a:pt x="12" y="46"/>
                    </a:lnTo>
                    <a:lnTo>
                      <a:pt x="12" y="46"/>
                    </a:lnTo>
                    <a:lnTo>
                      <a:pt x="14" y="52"/>
                    </a:lnTo>
                    <a:lnTo>
                      <a:pt x="16" y="54"/>
                    </a:lnTo>
                    <a:lnTo>
                      <a:pt x="18" y="56"/>
                    </a:lnTo>
                    <a:lnTo>
                      <a:pt x="18" y="56"/>
                    </a:lnTo>
                    <a:lnTo>
                      <a:pt x="26" y="58"/>
                    </a:lnTo>
                    <a:lnTo>
                      <a:pt x="26" y="58"/>
                    </a:lnTo>
                    <a:lnTo>
                      <a:pt x="28" y="54"/>
                    </a:lnTo>
                    <a:lnTo>
                      <a:pt x="30" y="48"/>
                    </a:lnTo>
                    <a:lnTo>
                      <a:pt x="30" y="48"/>
                    </a:lnTo>
                    <a:lnTo>
                      <a:pt x="38" y="40"/>
                    </a:lnTo>
                    <a:lnTo>
                      <a:pt x="38" y="40"/>
                    </a:lnTo>
                    <a:lnTo>
                      <a:pt x="38" y="36"/>
                    </a:lnTo>
                    <a:lnTo>
                      <a:pt x="42" y="34"/>
                    </a:lnTo>
                    <a:lnTo>
                      <a:pt x="42" y="34"/>
                    </a:lnTo>
                    <a:lnTo>
                      <a:pt x="44" y="34"/>
                    </a:lnTo>
                    <a:lnTo>
                      <a:pt x="44" y="32"/>
                    </a:lnTo>
                    <a:lnTo>
                      <a:pt x="46" y="30"/>
                    </a:lnTo>
                    <a:lnTo>
                      <a:pt x="40" y="30"/>
                    </a:lnTo>
                    <a:lnTo>
                      <a:pt x="40" y="30"/>
                    </a:lnTo>
                    <a:lnTo>
                      <a:pt x="40" y="26"/>
                    </a:lnTo>
                    <a:lnTo>
                      <a:pt x="42" y="22"/>
                    </a:lnTo>
                    <a:lnTo>
                      <a:pt x="42" y="22"/>
                    </a:lnTo>
                    <a:lnTo>
                      <a:pt x="38" y="16"/>
                    </a:lnTo>
                    <a:lnTo>
                      <a:pt x="38" y="16"/>
                    </a:lnTo>
                    <a:lnTo>
                      <a:pt x="38" y="14"/>
                    </a:lnTo>
                    <a:lnTo>
                      <a:pt x="36" y="12"/>
                    </a:lnTo>
                    <a:lnTo>
                      <a:pt x="34" y="12"/>
                    </a:lnTo>
                    <a:lnTo>
                      <a:pt x="34" y="10"/>
                    </a:lnTo>
                    <a:lnTo>
                      <a:pt x="34" y="10"/>
                    </a:lnTo>
                    <a:lnTo>
                      <a:pt x="34" y="4"/>
                    </a:lnTo>
                    <a:lnTo>
                      <a:pt x="30" y="2"/>
                    </a:lnTo>
                    <a:lnTo>
                      <a:pt x="30" y="2"/>
                    </a:lnTo>
                    <a:lnTo>
                      <a:pt x="28" y="2"/>
                    </a:lnTo>
                    <a:lnTo>
                      <a:pt x="26" y="2"/>
                    </a:lnTo>
                    <a:lnTo>
                      <a:pt x="22" y="2"/>
                    </a:lnTo>
                    <a:lnTo>
                      <a:pt x="22" y="2"/>
                    </a:lnTo>
                    <a:lnTo>
                      <a:pt x="16" y="0"/>
                    </a:lnTo>
                    <a:lnTo>
                      <a:pt x="14" y="0"/>
                    </a:lnTo>
                    <a:lnTo>
                      <a:pt x="12" y="4"/>
                    </a:lnTo>
                    <a:lnTo>
                      <a:pt x="12" y="4"/>
                    </a:lnTo>
                    <a:lnTo>
                      <a:pt x="12" y="10"/>
                    </a:lnTo>
                    <a:lnTo>
                      <a:pt x="10" y="12"/>
                    </a:lnTo>
                    <a:lnTo>
                      <a:pt x="8" y="14"/>
                    </a:lnTo>
                    <a:lnTo>
                      <a:pt x="8" y="14"/>
                    </a:lnTo>
                    <a:lnTo>
                      <a:pt x="6" y="16"/>
                    </a:lnTo>
                    <a:lnTo>
                      <a:pt x="6" y="18"/>
                    </a:lnTo>
                    <a:lnTo>
                      <a:pt x="4" y="20"/>
                    </a:lnTo>
                    <a:lnTo>
                      <a:pt x="4" y="20"/>
                    </a:lnTo>
                    <a:lnTo>
                      <a:pt x="2" y="18"/>
                    </a:lnTo>
                    <a:lnTo>
                      <a:pt x="2"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7" name="Freeform 50">
                <a:extLst>
                  <a:ext uri="{FF2B5EF4-FFF2-40B4-BE49-F238E27FC236}">
                    <a16:creationId xmlns:a16="http://schemas.microsoft.com/office/drawing/2014/main" id="{4085C086-1D3F-BC4E-A3F0-18537D5C1A83}"/>
                  </a:ext>
                </a:extLst>
              </p:cNvPr>
              <p:cNvSpPr>
                <a:spLocks/>
              </p:cNvSpPr>
              <p:nvPr/>
            </p:nvSpPr>
            <p:spPr bwMode="auto">
              <a:xfrm>
                <a:off x="5439558" y="3810961"/>
                <a:ext cx="152639" cy="156184"/>
              </a:xfrm>
              <a:custGeom>
                <a:avLst/>
                <a:gdLst>
                  <a:gd name="T0" fmla="*/ 14 w 78"/>
                  <a:gd name="T1" fmla="*/ 8 h 78"/>
                  <a:gd name="T2" fmla="*/ 12 w 78"/>
                  <a:gd name="T3" fmla="*/ 16 h 78"/>
                  <a:gd name="T4" fmla="*/ 12 w 78"/>
                  <a:gd name="T5" fmla="*/ 26 h 78"/>
                  <a:gd name="T6" fmla="*/ 8 w 78"/>
                  <a:gd name="T7" fmla="*/ 34 h 78"/>
                  <a:gd name="T8" fmla="*/ 4 w 78"/>
                  <a:gd name="T9" fmla="*/ 34 h 78"/>
                  <a:gd name="T10" fmla="*/ 4 w 78"/>
                  <a:gd name="T11" fmla="*/ 38 h 78"/>
                  <a:gd name="T12" fmla="*/ 4 w 78"/>
                  <a:gd name="T13" fmla="*/ 40 h 78"/>
                  <a:gd name="T14" fmla="*/ 0 w 78"/>
                  <a:gd name="T15" fmla="*/ 40 h 78"/>
                  <a:gd name="T16" fmla="*/ 4 w 78"/>
                  <a:gd name="T17" fmla="*/ 44 h 78"/>
                  <a:gd name="T18" fmla="*/ 6 w 78"/>
                  <a:gd name="T19" fmla="*/ 56 h 78"/>
                  <a:gd name="T20" fmla="*/ 10 w 78"/>
                  <a:gd name="T21" fmla="*/ 58 h 78"/>
                  <a:gd name="T22" fmla="*/ 12 w 78"/>
                  <a:gd name="T23" fmla="*/ 56 h 78"/>
                  <a:gd name="T24" fmla="*/ 16 w 78"/>
                  <a:gd name="T25" fmla="*/ 56 h 78"/>
                  <a:gd name="T26" fmla="*/ 22 w 78"/>
                  <a:gd name="T27" fmla="*/ 56 h 78"/>
                  <a:gd name="T28" fmla="*/ 24 w 78"/>
                  <a:gd name="T29" fmla="*/ 54 h 78"/>
                  <a:gd name="T30" fmla="*/ 26 w 78"/>
                  <a:gd name="T31" fmla="*/ 54 h 78"/>
                  <a:gd name="T32" fmla="*/ 32 w 78"/>
                  <a:gd name="T33" fmla="*/ 56 h 78"/>
                  <a:gd name="T34" fmla="*/ 38 w 78"/>
                  <a:gd name="T35" fmla="*/ 54 h 78"/>
                  <a:gd name="T36" fmla="*/ 48 w 78"/>
                  <a:gd name="T37" fmla="*/ 54 h 78"/>
                  <a:gd name="T38" fmla="*/ 52 w 78"/>
                  <a:gd name="T39" fmla="*/ 54 h 78"/>
                  <a:gd name="T40" fmla="*/ 54 w 78"/>
                  <a:gd name="T41" fmla="*/ 56 h 78"/>
                  <a:gd name="T42" fmla="*/ 48 w 78"/>
                  <a:gd name="T43" fmla="*/ 62 h 78"/>
                  <a:gd name="T44" fmla="*/ 26 w 78"/>
                  <a:gd name="T45" fmla="*/ 64 h 78"/>
                  <a:gd name="T46" fmla="*/ 24 w 78"/>
                  <a:gd name="T47" fmla="*/ 64 h 78"/>
                  <a:gd name="T48" fmla="*/ 22 w 78"/>
                  <a:gd name="T49" fmla="*/ 66 h 78"/>
                  <a:gd name="T50" fmla="*/ 10 w 78"/>
                  <a:gd name="T51" fmla="*/ 68 h 78"/>
                  <a:gd name="T52" fmla="*/ 10 w 78"/>
                  <a:gd name="T53" fmla="*/ 70 h 78"/>
                  <a:gd name="T54" fmla="*/ 12 w 78"/>
                  <a:gd name="T55" fmla="*/ 70 h 78"/>
                  <a:gd name="T56" fmla="*/ 10 w 78"/>
                  <a:gd name="T57" fmla="*/ 74 h 78"/>
                  <a:gd name="T58" fmla="*/ 20 w 78"/>
                  <a:gd name="T59" fmla="*/ 76 h 78"/>
                  <a:gd name="T60" fmla="*/ 26 w 78"/>
                  <a:gd name="T61" fmla="*/ 72 h 78"/>
                  <a:gd name="T62" fmla="*/ 48 w 78"/>
                  <a:gd name="T63" fmla="*/ 72 h 78"/>
                  <a:gd name="T64" fmla="*/ 52 w 78"/>
                  <a:gd name="T65" fmla="*/ 74 h 78"/>
                  <a:gd name="T66" fmla="*/ 58 w 78"/>
                  <a:gd name="T67" fmla="*/ 74 h 78"/>
                  <a:gd name="T68" fmla="*/ 66 w 78"/>
                  <a:gd name="T69" fmla="*/ 76 h 78"/>
                  <a:gd name="T70" fmla="*/ 68 w 78"/>
                  <a:gd name="T71" fmla="*/ 76 h 78"/>
                  <a:gd name="T72" fmla="*/ 78 w 78"/>
                  <a:gd name="T73" fmla="*/ 74 h 78"/>
                  <a:gd name="T74" fmla="*/ 76 w 78"/>
                  <a:gd name="T75" fmla="*/ 64 h 78"/>
                  <a:gd name="T76" fmla="*/ 76 w 78"/>
                  <a:gd name="T77" fmla="*/ 62 h 78"/>
                  <a:gd name="T78" fmla="*/ 72 w 78"/>
                  <a:gd name="T79" fmla="*/ 58 h 78"/>
                  <a:gd name="T80" fmla="*/ 70 w 78"/>
                  <a:gd name="T81" fmla="*/ 54 h 78"/>
                  <a:gd name="T82" fmla="*/ 72 w 78"/>
                  <a:gd name="T83" fmla="*/ 48 h 78"/>
                  <a:gd name="T84" fmla="*/ 72 w 78"/>
                  <a:gd name="T85" fmla="*/ 42 h 78"/>
                  <a:gd name="T86" fmla="*/ 72 w 78"/>
                  <a:gd name="T87" fmla="*/ 40 h 78"/>
                  <a:gd name="T88" fmla="*/ 72 w 78"/>
                  <a:gd name="T89" fmla="*/ 34 h 78"/>
                  <a:gd name="T90" fmla="*/ 68 w 78"/>
                  <a:gd name="T91" fmla="*/ 28 h 78"/>
                  <a:gd name="T92" fmla="*/ 68 w 78"/>
                  <a:gd name="T93" fmla="*/ 28 h 78"/>
                  <a:gd name="T94" fmla="*/ 62 w 78"/>
                  <a:gd name="T95" fmla="*/ 28 h 78"/>
                  <a:gd name="T96" fmla="*/ 60 w 78"/>
                  <a:gd name="T97" fmla="*/ 26 h 78"/>
                  <a:gd name="T98" fmla="*/ 60 w 78"/>
                  <a:gd name="T99" fmla="*/ 18 h 78"/>
                  <a:gd name="T100" fmla="*/ 58 w 78"/>
                  <a:gd name="T101" fmla="*/ 16 h 78"/>
                  <a:gd name="T102" fmla="*/ 52 w 78"/>
                  <a:gd name="T103" fmla="*/ 16 h 78"/>
                  <a:gd name="T104" fmla="*/ 52 w 78"/>
                  <a:gd name="T105" fmla="*/ 14 h 78"/>
                  <a:gd name="T106" fmla="*/ 48 w 78"/>
                  <a:gd name="T107" fmla="*/ 6 h 78"/>
                  <a:gd name="T108" fmla="*/ 44 w 78"/>
                  <a:gd name="T109" fmla="*/ 2 h 78"/>
                  <a:gd name="T110" fmla="*/ 40 w 78"/>
                  <a:gd name="T111" fmla="*/ 2 h 78"/>
                  <a:gd name="T112" fmla="*/ 30 w 78"/>
                  <a:gd name="T113" fmla="*/ 2 h 78"/>
                  <a:gd name="T114" fmla="*/ 26 w 78"/>
                  <a:gd name="T115" fmla="*/ 0 h 78"/>
                  <a:gd name="T116" fmla="*/ 24 w 78"/>
                  <a:gd name="T117" fmla="*/ 2 h 78"/>
                  <a:gd name="T118" fmla="*/ 22 w 78"/>
                  <a:gd name="T119" fmla="*/ 4 h 78"/>
                  <a:gd name="T120" fmla="*/ 18 w 78"/>
                  <a:gd name="T121" fmla="*/ 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 h="78">
                    <a:moveTo>
                      <a:pt x="14" y="8"/>
                    </a:moveTo>
                    <a:lnTo>
                      <a:pt x="14" y="8"/>
                    </a:lnTo>
                    <a:lnTo>
                      <a:pt x="12" y="16"/>
                    </a:lnTo>
                    <a:lnTo>
                      <a:pt x="12" y="16"/>
                    </a:lnTo>
                    <a:lnTo>
                      <a:pt x="12" y="22"/>
                    </a:lnTo>
                    <a:lnTo>
                      <a:pt x="12" y="26"/>
                    </a:lnTo>
                    <a:lnTo>
                      <a:pt x="8" y="34"/>
                    </a:lnTo>
                    <a:lnTo>
                      <a:pt x="8" y="34"/>
                    </a:lnTo>
                    <a:lnTo>
                      <a:pt x="6" y="34"/>
                    </a:lnTo>
                    <a:lnTo>
                      <a:pt x="4" y="34"/>
                    </a:lnTo>
                    <a:lnTo>
                      <a:pt x="4" y="34"/>
                    </a:lnTo>
                    <a:lnTo>
                      <a:pt x="4" y="38"/>
                    </a:lnTo>
                    <a:lnTo>
                      <a:pt x="4" y="40"/>
                    </a:lnTo>
                    <a:lnTo>
                      <a:pt x="4" y="40"/>
                    </a:lnTo>
                    <a:lnTo>
                      <a:pt x="2" y="40"/>
                    </a:lnTo>
                    <a:lnTo>
                      <a:pt x="0" y="40"/>
                    </a:lnTo>
                    <a:lnTo>
                      <a:pt x="4" y="44"/>
                    </a:lnTo>
                    <a:lnTo>
                      <a:pt x="4" y="44"/>
                    </a:lnTo>
                    <a:lnTo>
                      <a:pt x="6" y="50"/>
                    </a:lnTo>
                    <a:lnTo>
                      <a:pt x="6" y="56"/>
                    </a:lnTo>
                    <a:lnTo>
                      <a:pt x="6" y="56"/>
                    </a:lnTo>
                    <a:lnTo>
                      <a:pt x="10" y="58"/>
                    </a:lnTo>
                    <a:lnTo>
                      <a:pt x="10" y="58"/>
                    </a:lnTo>
                    <a:lnTo>
                      <a:pt x="12" y="56"/>
                    </a:lnTo>
                    <a:lnTo>
                      <a:pt x="16" y="56"/>
                    </a:lnTo>
                    <a:lnTo>
                      <a:pt x="16" y="56"/>
                    </a:lnTo>
                    <a:lnTo>
                      <a:pt x="18" y="56"/>
                    </a:lnTo>
                    <a:lnTo>
                      <a:pt x="22" y="56"/>
                    </a:lnTo>
                    <a:lnTo>
                      <a:pt x="22" y="56"/>
                    </a:lnTo>
                    <a:lnTo>
                      <a:pt x="24" y="54"/>
                    </a:lnTo>
                    <a:lnTo>
                      <a:pt x="26" y="54"/>
                    </a:lnTo>
                    <a:lnTo>
                      <a:pt x="26" y="54"/>
                    </a:lnTo>
                    <a:lnTo>
                      <a:pt x="30" y="56"/>
                    </a:lnTo>
                    <a:lnTo>
                      <a:pt x="32" y="56"/>
                    </a:lnTo>
                    <a:lnTo>
                      <a:pt x="38" y="54"/>
                    </a:lnTo>
                    <a:lnTo>
                      <a:pt x="38" y="54"/>
                    </a:lnTo>
                    <a:lnTo>
                      <a:pt x="48" y="54"/>
                    </a:lnTo>
                    <a:lnTo>
                      <a:pt x="48" y="54"/>
                    </a:lnTo>
                    <a:lnTo>
                      <a:pt x="52" y="54"/>
                    </a:lnTo>
                    <a:lnTo>
                      <a:pt x="52" y="54"/>
                    </a:lnTo>
                    <a:lnTo>
                      <a:pt x="54" y="56"/>
                    </a:lnTo>
                    <a:lnTo>
                      <a:pt x="54" y="56"/>
                    </a:lnTo>
                    <a:lnTo>
                      <a:pt x="52" y="62"/>
                    </a:lnTo>
                    <a:lnTo>
                      <a:pt x="48" y="62"/>
                    </a:lnTo>
                    <a:lnTo>
                      <a:pt x="48" y="62"/>
                    </a:lnTo>
                    <a:lnTo>
                      <a:pt x="26" y="64"/>
                    </a:lnTo>
                    <a:lnTo>
                      <a:pt x="26" y="64"/>
                    </a:lnTo>
                    <a:lnTo>
                      <a:pt x="24" y="64"/>
                    </a:lnTo>
                    <a:lnTo>
                      <a:pt x="22" y="64"/>
                    </a:lnTo>
                    <a:lnTo>
                      <a:pt x="22" y="66"/>
                    </a:lnTo>
                    <a:lnTo>
                      <a:pt x="10" y="68"/>
                    </a:lnTo>
                    <a:lnTo>
                      <a:pt x="10" y="68"/>
                    </a:lnTo>
                    <a:lnTo>
                      <a:pt x="10" y="70"/>
                    </a:lnTo>
                    <a:lnTo>
                      <a:pt x="10" y="70"/>
                    </a:lnTo>
                    <a:lnTo>
                      <a:pt x="12" y="70"/>
                    </a:lnTo>
                    <a:lnTo>
                      <a:pt x="12" y="70"/>
                    </a:lnTo>
                    <a:lnTo>
                      <a:pt x="10" y="72"/>
                    </a:lnTo>
                    <a:lnTo>
                      <a:pt x="10" y="74"/>
                    </a:lnTo>
                    <a:lnTo>
                      <a:pt x="14" y="78"/>
                    </a:lnTo>
                    <a:lnTo>
                      <a:pt x="20" y="76"/>
                    </a:lnTo>
                    <a:lnTo>
                      <a:pt x="26" y="72"/>
                    </a:lnTo>
                    <a:lnTo>
                      <a:pt x="26" y="72"/>
                    </a:lnTo>
                    <a:lnTo>
                      <a:pt x="36" y="72"/>
                    </a:lnTo>
                    <a:lnTo>
                      <a:pt x="48" y="72"/>
                    </a:lnTo>
                    <a:lnTo>
                      <a:pt x="48" y="72"/>
                    </a:lnTo>
                    <a:lnTo>
                      <a:pt x="52" y="74"/>
                    </a:lnTo>
                    <a:lnTo>
                      <a:pt x="58" y="74"/>
                    </a:lnTo>
                    <a:lnTo>
                      <a:pt x="58" y="74"/>
                    </a:lnTo>
                    <a:lnTo>
                      <a:pt x="62" y="74"/>
                    </a:lnTo>
                    <a:lnTo>
                      <a:pt x="66" y="76"/>
                    </a:lnTo>
                    <a:lnTo>
                      <a:pt x="66" y="76"/>
                    </a:lnTo>
                    <a:lnTo>
                      <a:pt x="68" y="76"/>
                    </a:lnTo>
                    <a:lnTo>
                      <a:pt x="72" y="76"/>
                    </a:lnTo>
                    <a:lnTo>
                      <a:pt x="78" y="74"/>
                    </a:lnTo>
                    <a:lnTo>
                      <a:pt x="78" y="74"/>
                    </a:lnTo>
                    <a:lnTo>
                      <a:pt x="76" y="64"/>
                    </a:lnTo>
                    <a:lnTo>
                      <a:pt x="76" y="64"/>
                    </a:lnTo>
                    <a:lnTo>
                      <a:pt x="76" y="62"/>
                    </a:lnTo>
                    <a:lnTo>
                      <a:pt x="72" y="58"/>
                    </a:lnTo>
                    <a:lnTo>
                      <a:pt x="72" y="58"/>
                    </a:lnTo>
                    <a:lnTo>
                      <a:pt x="70" y="56"/>
                    </a:lnTo>
                    <a:lnTo>
                      <a:pt x="70" y="54"/>
                    </a:lnTo>
                    <a:lnTo>
                      <a:pt x="70" y="54"/>
                    </a:lnTo>
                    <a:lnTo>
                      <a:pt x="72" y="48"/>
                    </a:lnTo>
                    <a:lnTo>
                      <a:pt x="72" y="44"/>
                    </a:lnTo>
                    <a:lnTo>
                      <a:pt x="72" y="42"/>
                    </a:lnTo>
                    <a:lnTo>
                      <a:pt x="72" y="42"/>
                    </a:lnTo>
                    <a:lnTo>
                      <a:pt x="72" y="40"/>
                    </a:lnTo>
                    <a:lnTo>
                      <a:pt x="70" y="38"/>
                    </a:lnTo>
                    <a:lnTo>
                      <a:pt x="72" y="34"/>
                    </a:lnTo>
                    <a:lnTo>
                      <a:pt x="72" y="34"/>
                    </a:lnTo>
                    <a:lnTo>
                      <a:pt x="68" y="28"/>
                    </a:lnTo>
                    <a:lnTo>
                      <a:pt x="68" y="28"/>
                    </a:lnTo>
                    <a:lnTo>
                      <a:pt x="68" y="28"/>
                    </a:lnTo>
                    <a:lnTo>
                      <a:pt x="64" y="28"/>
                    </a:lnTo>
                    <a:lnTo>
                      <a:pt x="62" y="28"/>
                    </a:lnTo>
                    <a:lnTo>
                      <a:pt x="60" y="26"/>
                    </a:lnTo>
                    <a:lnTo>
                      <a:pt x="60" y="26"/>
                    </a:lnTo>
                    <a:lnTo>
                      <a:pt x="60" y="20"/>
                    </a:lnTo>
                    <a:lnTo>
                      <a:pt x="60" y="18"/>
                    </a:lnTo>
                    <a:lnTo>
                      <a:pt x="58" y="16"/>
                    </a:lnTo>
                    <a:lnTo>
                      <a:pt x="58" y="16"/>
                    </a:lnTo>
                    <a:lnTo>
                      <a:pt x="54" y="16"/>
                    </a:lnTo>
                    <a:lnTo>
                      <a:pt x="52" y="16"/>
                    </a:lnTo>
                    <a:lnTo>
                      <a:pt x="52" y="14"/>
                    </a:lnTo>
                    <a:lnTo>
                      <a:pt x="52" y="14"/>
                    </a:lnTo>
                    <a:lnTo>
                      <a:pt x="50" y="8"/>
                    </a:lnTo>
                    <a:lnTo>
                      <a:pt x="48" y="6"/>
                    </a:lnTo>
                    <a:lnTo>
                      <a:pt x="48" y="6"/>
                    </a:lnTo>
                    <a:lnTo>
                      <a:pt x="44" y="2"/>
                    </a:lnTo>
                    <a:lnTo>
                      <a:pt x="44" y="2"/>
                    </a:lnTo>
                    <a:lnTo>
                      <a:pt x="40" y="2"/>
                    </a:lnTo>
                    <a:lnTo>
                      <a:pt x="40" y="2"/>
                    </a:lnTo>
                    <a:lnTo>
                      <a:pt x="30" y="2"/>
                    </a:lnTo>
                    <a:lnTo>
                      <a:pt x="30" y="2"/>
                    </a:lnTo>
                    <a:lnTo>
                      <a:pt x="26" y="0"/>
                    </a:lnTo>
                    <a:lnTo>
                      <a:pt x="24" y="0"/>
                    </a:lnTo>
                    <a:lnTo>
                      <a:pt x="24" y="2"/>
                    </a:lnTo>
                    <a:lnTo>
                      <a:pt x="24" y="2"/>
                    </a:lnTo>
                    <a:lnTo>
                      <a:pt x="22" y="4"/>
                    </a:lnTo>
                    <a:lnTo>
                      <a:pt x="20" y="4"/>
                    </a:lnTo>
                    <a:lnTo>
                      <a:pt x="18" y="6"/>
                    </a:lnTo>
                    <a:lnTo>
                      <a:pt x="14"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8" name="Freeform 52">
                <a:extLst>
                  <a:ext uri="{FF2B5EF4-FFF2-40B4-BE49-F238E27FC236}">
                    <a16:creationId xmlns:a16="http://schemas.microsoft.com/office/drawing/2014/main" id="{D8020824-04E7-1547-B7E8-0F6DC42A84B4}"/>
                  </a:ext>
                </a:extLst>
              </p:cNvPr>
              <p:cNvSpPr>
                <a:spLocks/>
              </p:cNvSpPr>
              <p:nvPr/>
            </p:nvSpPr>
            <p:spPr bwMode="auto">
              <a:xfrm>
                <a:off x="6650880" y="4443705"/>
                <a:ext cx="62621" cy="52060"/>
              </a:xfrm>
              <a:custGeom>
                <a:avLst/>
                <a:gdLst>
                  <a:gd name="T0" fmla="*/ 2 w 32"/>
                  <a:gd name="T1" fmla="*/ 12 h 26"/>
                  <a:gd name="T2" fmla="*/ 2 w 32"/>
                  <a:gd name="T3" fmla="*/ 12 h 26"/>
                  <a:gd name="T4" fmla="*/ 2 w 32"/>
                  <a:gd name="T5" fmla="*/ 12 h 26"/>
                  <a:gd name="T6" fmla="*/ 2 w 32"/>
                  <a:gd name="T7" fmla="*/ 12 h 26"/>
                  <a:gd name="T8" fmla="*/ 0 w 32"/>
                  <a:gd name="T9" fmla="*/ 14 h 26"/>
                  <a:gd name="T10" fmla="*/ 0 w 32"/>
                  <a:gd name="T11" fmla="*/ 16 h 26"/>
                  <a:gd name="T12" fmla="*/ 0 w 32"/>
                  <a:gd name="T13" fmla="*/ 16 h 26"/>
                  <a:gd name="T14" fmla="*/ 0 w 32"/>
                  <a:gd name="T15" fmla="*/ 18 h 26"/>
                  <a:gd name="T16" fmla="*/ 2 w 32"/>
                  <a:gd name="T17" fmla="*/ 20 h 26"/>
                  <a:gd name="T18" fmla="*/ 6 w 32"/>
                  <a:gd name="T19" fmla="*/ 22 h 26"/>
                  <a:gd name="T20" fmla="*/ 6 w 32"/>
                  <a:gd name="T21" fmla="*/ 22 h 26"/>
                  <a:gd name="T22" fmla="*/ 8 w 32"/>
                  <a:gd name="T23" fmla="*/ 20 h 26"/>
                  <a:gd name="T24" fmla="*/ 10 w 32"/>
                  <a:gd name="T25" fmla="*/ 18 h 26"/>
                  <a:gd name="T26" fmla="*/ 12 w 32"/>
                  <a:gd name="T27" fmla="*/ 20 h 26"/>
                  <a:gd name="T28" fmla="*/ 12 w 32"/>
                  <a:gd name="T29" fmla="*/ 20 h 26"/>
                  <a:gd name="T30" fmla="*/ 14 w 32"/>
                  <a:gd name="T31" fmla="*/ 26 h 26"/>
                  <a:gd name="T32" fmla="*/ 14 w 32"/>
                  <a:gd name="T33" fmla="*/ 26 h 26"/>
                  <a:gd name="T34" fmla="*/ 18 w 32"/>
                  <a:gd name="T35" fmla="*/ 24 h 26"/>
                  <a:gd name="T36" fmla="*/ 18 w 32"/>
                  <a:gd name="T37" fmla="*/ 24 h 26"/>
                  <a:gd name="T38" fmla="*/ 20 w 32"/>
                  <a:gd name="T39" fmla="*/ 22 h 26"/>
                  <a:gd name="T40" fmla="*/ 20 w 32"/>
                  <a:gd name="T41" fmla="*/ 20 h 26"/>
                  <a:gd name="T42" fmla="*/ 20 w 32"/>
                  <a:gd name="T43" fmla="*/ 18 h 26"/>
                  <a:gd name="T44" fmla="*/ 22 w 32"/>
                  <a:gd name="T45" fmla="*/ 18 h 26"/>
                  <a:gd name="T46" fmla="*/ 22 w 32"/>
                  <a:gd name="T47" fmla="*/ 18 h 26"/>
                  <a:gd name="T48" fmla="*/ 28 w 32"/>
                  <a:gd name="T49" fmla="*/ 20 h 26"/>
                  <a:gd name="T50" fmla="*/ 30 w 32"/>
                  <a:gd name="T51" fmla="*/ 20 h 26"/>
                  <a:gd name="T52" fmla="*/ 30 w 32"/>
                  <a:gd name="T53" fmla="*/ 20 h 26"/>
                  <a:gd name="T54" fmla="*/ 32 w 32"/>
                  <a:gd name="T55" fmla="*/ 20 h 26"/>
                  <a:gd name="T56" fmla="*/ 32 w 32"/>
                  <a:gd name="T57" fmla="*/ 16 h 26"/>
                  <a:gd name="T58" fmla="*/ 32 w 32"/>
                  <a:gd name="T59" fmla="*/ 16 h 26"/>
                  <a:gd name="T60" fmla="*/ 32 w 32"/>
                  <a:gd name="T61" fmla="*/ 8 h 26"/>
                  <a:gd name="T62" fmla="*/ 28 w 32"/>
                  <a:gd name="T63" fmla="*/ 0 h 26"/>
                  <a:gd name="T64" fmla="*/ 28 w 32"/>
                  <a:gd name="T65" fmla="*/ 0 h 26"/>
                  <a:gd name="T66" fmla="*/ 26 w 32"/>
                  <a:gd name="T67" fmla="*/ 2 h 26"/>
                  <a:gd name="T68" fmla="*/ 22 w 32"/>
                  <a:gd name="T69" fmla="*/ 4 h 26"/>
                  <a:gd name="T70" fmla="*/ 22 w 32"/>
                  <a:gd name="T71" fmla="*/ 4 h 26"/>
                  <a:gd name="T72" fmla="*/ 18 w 32"/>
                  <a:gd name="T73" fmla="*/ 6 h 26"/>
                  <a:gd name="T74" fmla="*/ 14 w 32"/>
                  <a:gd name="T75" fmla="*/ 4 h 26"/>
                  <a:gd name="T76" fmla="*/ 14 w 32"/>
                  <a:gd name="T77" fmla="*/ 4 h 26"/>
                  <a:gd name="T78" fmla="*/ 6 w 32"/>
                  <a:gd name="T79" fmla="*/ 0 h 26"/>
                  <a:gd name="T80" fmla="*/ 6 w 32"/>
                  <a:gd name="T81" fmla="*/ 0 h 26"/>
                  <a:gd name="T82" fmla="*/ 6 w 32"/>
                  <a:gd name="T83" fmla="*/ 2 h 26"/>
                  <a:gd name="T84" fmla="*/ 6 w 32"/>
                  <a:gd name="T85" fmla="*/ 2 h 26"/>
                  <a:gd name="T86" fmla="*/ 8 w 32"/>
                  <a:gd name="T87" fmla="*/ 4 h 26"/>
                  <a:gd name="T88" fmla="*/ 6 w 32"/>
                  <a:gd name="T89" fmla="*/ 12 h 26"/>
                  <a:gd name="T90" fmla="*/ 6 w 32"/>
                  <a:gd name="T91" fmla="*/ 12 h 26"/>
                  <a:gd name="T92" fmla="*/ 2 w 32"/>
                  <a:gd name="T93" fmla="*/ 12 h 26"/>
                  <a:gd name="T94" fmla="*/ 2 w 32"/>
                  <a:gd name="T95"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 h="26">
                    <a:moveTo>
                      <a:pt x="2" y="12"/>
                    </a:moveTo>
                    <a:lnTo>
                      <a:pt x="2" y="12"/>
                    </a:lnTo>
                    <a:lnTo>
                      <a:pt x="2" y="12"/>
                    </a:lnTo>
                    <a:lnTo>
                      <a:pt x="2" y="12"/>
                    </a:lnTo>
                    <a:lnTo>
                      <a:pt x="0" y="14"/>
                    </a:lnTo>
                    <a:lnTo>
                      <a:pt x="0" y="16"/>
                    </a:lnTo>
                    <a:lnTo>
                      <a:pt x="0" y="16"/>
                    </a:lnTo>
                    <a:lnTo>
                      <a:pt x="0" y="18"/>
                    </a:lnTo>
                    <a:lnTo>
                      <a:pt x="2" y="20"/>
                    </a:lnTo>
                    <a:lnTo>
                      <a:pt x="6" y="22"/>
                    </a:lnTo>
                    <a:lnTo>
                      <a:pt x="6" y="22"/>
                    </a:lnTo>
                    <a:lnTo>
                      <a:pt x="8" y="20"/>
                    </a:lnTo>
                    <a:lnTo>
                      <a:pt x="10" y="18"/>
                    </a:lnTo>
                    <a:lnTo>
                      <a:pt x="12" y="20"/>
                    </a:lnTo>
                    <a:lnTo>
                      <a:pt x="12" y="20"/>
                    </a:lnTo>
                    <a:lnTo>
                      <a:pt x="14" y="26"/>
                    </a:lnTo>
                    <a:lnTo>
                      <a:pt x="14" y="26"/>
                    </a:lnTo>
                    <a:lnTo>
                      <a:pt x="18" y="24"/>
                    </a:lnTo>
                    <a:lnTo>
                      <a:pt x="18" y="24"/>
                    </a:lnTo>
                    <a:lnTo>
                      <a:pt x="20" y="22"/>
                    </a:lnTo>
                    <a:lnTo>
                      <a:pt x="20" y="20"/>
                    </a:lnTo>
                    <a:lnTo>
                      <a:pt x="20" y="18"/>
                    </a:lnTo>
                    <a:lnTo>
                      <a:pt x="22" y="18"/>
                    </a:lnTo>
                    <a:lnTo>
                      <a:pt x="22" y="18"/>
                    </a:lnTo>
                    <a:lnTo>
                      <a:pt x="28" y="20"/>
                    </a:lnTo>
                    <a:lnTo>
                      <a:pt x="30" y="20"/>
                    </a:lnTo>
                    <a:lnTo>
                      <a:pt x="30" y="20"/>
                    </a:lnTo>
                    <a:lnTo>
                      <a:pt x="32" y="20"/>
                    </a:lnTo>
                    <a:lnTo>
                      <a:pt x="32" y="16"/>
                    </a:lnTo>
                    <a:lnTo>
                      <a:pt x="32" y="16"/>
                    </a:lnTo>
                    <a:lnTo>
                      <a:pt x="32" y="8"/>
                    </a:lnTo>
                    <a:lnTo>
                      <a:pt x="28" y="0"/>
                    </a:lnTo>
                    <a:lnTo>
                      <a:pt x="28" y="0"/>
                    </a:lnTo>
                    <a:lnTo>
                      <a:pt x="26" y="2"/>
                    </a:lnTo>
                    <a:lnTo>
                      <a:pt x="22" y="4"/>
                    </a:lnTo>
                    <a:lnTo>
                      <a:pt x="22" y="4"/>
                    </a:lnTo>
                    <a:lnTo>
                      <a:pt x="18" y="6"/>
                    </a:lnTo>
                    <a:lnTo>
                      <a:pt x="14" y="4"/>
                    </a:lnTo>
                    <a:lnTo>
                      <a:pt x="14" y="4"/>
                    </a:lnTo>
                    <a:lnTo>
                      <a:pt x="6" y="0"/>
                    </a:lnTo>
                    <a:lnTo>
                      <a:pt x="6" y="0"/>
                    </a:lnTo>
                    <a:lnTo>
                      <a:pt x="6" y="2"/>
                    </a:lnTo>
                    <a:lnTo>
                      <a:pt x="6" y="2"/>
                    </a:lnTo>
                    <a:lnTo>
                      <a:pt x="8" y="4"/>
                    </a:lnTo>
                    <a:lnTo>
                      <a:pt x="6" y="12"/>
                    </a:lnTo>
                    <a:lnTo>
                      <a:pt x="6" y="12"/>
                    </a:lnTo>
                    <a:lnTo>
                      <a:pt x="2" y="12"/>
                    </a:lnTo>
                    <a:lnTo>
                      <a:pt x="2"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9" name="Freeform 124">
                <a:extLst>
                  <a:ext uri="{FF2B5EF4-FFF2-40B4-BE49-F238E27FC236}">
                    <a16:creationId xmlns:a16="http://schemas.microsoft.com/office/drawing/2014/main" id="{196F4F3D-35E1-4F43-8E45-ABCF72AEA319}"/>
                  </a:ext>
                </a:extLst>
              </p:cNvPr>
              <p:cNvSpPr>
                <a:spLocks/>
              </p:cNvSpPr>
              <p:nvPr/>
            </p:nvSpPr>
            <p:spPr bwMode="auto">
              <a:xfrm>
                <a:off x="5964008" y="3903069"/>
                <a:ext cx="318975" cy="336395"/>
              </a:xfrm>
              <a:custGeom>
                <a:avLst/>
                <a:gdLst>
                  <a:gd name="T0" fmla="*/ 80 w 163"/>
                  <a:gd name="T1" fmla="*/ 150 h 168"/>
                  <a:gd name="T2" fmla="*/ 78 w 163"/>
                  <a:gd name="T3" fmla="*/ 142 h 168"/>
                  <a:gd name="T4" fmla="*/ 80 w 163"/>
                  <a:gd name="T5" fmla="*/ 138 h 168"/>
                  <a:gd name="T6" fmla="*/ 86 w 163"/>
                  <a:gd name="T7" fmla="*/ 130 h 168"/>
                  <a:gd name="T8" fmla="*/ 96 w 163"/>
                  <a:gd name="T9" fmla="*/ 126 h 168"/>
                  <a:gd name="T10" fmla="*/ 102 w 163"/>
                  <a:gd name="T11" fmla="*/ 128 h 168"/>
                  <a:gd name="T12" fmla="*/ 106 w 163"/>
                  <a:gd name="T13" fmla="*/ 136 h 168"/>
                  <a:gd name="T14" fmla="*/ 113 w 163"/>
                  <a:gd name="T15" fmla="*/ 128 h 168"/>
                  <a:gd name="T16" fmla="*/ 113 w 163"/>
                  <a:gd name="T17" fmla="*/ 122 h 168"/>
                  <a:gd name="T18" fmla="*/ 119 w 163"/>
                  <a:gd name="T19" fmla="*/ 110 h 168"/>
                  <a:gd name="T20" fmla="*/ 125 w 163"/>
                  <a:gd name="T21" fmla="*/ 98 h 168"/>
                  <a:gd name="T22" fmla="*/ 127 w 163"/>
                  <a:gd name="T23" fmla="*/ 90 h 168"/>
                  <a:gd name="T24" fmla="*/ 141 w 163"/>
                  <a:gd name="T25" fmla="*/ 80 h 168"/>
                  <a:gd name="T26" fmla="*/ 141 w 163"/>
                  <a:gd name="T27" fmla="*/ 72 h 168"/>
                  <a:gd name="T28" fmla="*/ 143 w 163"/>
                  <a:gd name="T29" fmla="*/ 66 h 168"/>
                  <a:gd name="T30" fmla="*/ 147 w 163"/>
                  <a:gd name="T31" fmla="*/ 56 h 168"/>
                  <a:gd name="T32" fmla="*/ 151 w 163"/>
                  <a:gd name="T33" fmla="*/ 50 h 168"/>
                  <a:gd name="T34" fmla="*/ 157 w 163"/>
                  <a:gd name="T35" fmla="*/ 42 h 168"/>
                  <a:gd name="T36" fmla="*/ 163 w 163"/>
                  <a:gd name="T37" fmla="*/ 30 h 168"/>
                  <a:gd name="T38" fmla="*/ 159 w 163"/>
                  <a:gd name="T39" fmla="*/ 14 h 168"/>
                  <a:gd name="T40" fmla="*/ 141 w 163"/>
                  <a:gd name="T41" fmla="*/ 6 h 168"/>
                  <a:gd name="T42" fmla="*/ 129 w 163"/>
                  <a:gd name="T43" fmla="*/ 10 h 168"/>
                  <a:gd name="T44" fmla="*/ 106 w 163"/>
                  <a:gd name="T45" fmla="*/ 8 h 168"/>
                  <a:gd name="T46" fmla="*/ 98 w 163"/>
                  <a:gd name="T47" fmla="*/ 14 h 168"/>
                  <a:gd name="T48" fmla="*/ 84 w 163"/>
                  <a:gd name="T49" fmla="*/ 14 h 168"/>
                  <a:gd name="T50" fmla="*/ 76 w 163"/>
                  <a:gd name="T51" fmla="*/ 8 h 168"/>
                  <a:gd name="T52" fmla="*/ 62 w 163"/>
                  <a:gd name="T53" fmla="*/ 12 h 168"/>
                  <a:gd name="T54" fmla="*/ 54 w 163"/>
                  <a:gd name="T55" fmla="*/ 6 h 168"/>
                  <a:gd name="T56" fmla="*/ 46 w 163"/>
                  <a:gd name="T57" fmla="*/ 0 h 168"/>
                  <a:gd name="T58" fmla="*/ 34 w 163"/>
                  <a:gd name="T59" fmla="*/ 2 h 168"/>
                  <a:gd name="T60" fmla="*/ 20 w 163"/>
                  <a:gd name="T61" fmla="*/ 16 h 168"/>
                  <a:gd name="T62" fmla="*/ 10 w 163"/>
                  <a:gd name="T63" fmla="*/ 36 h 168"/>
                  <a:gd name="T64" fmla="*/ 10 w 163"/>
                  <a:gd name="T65" fmla="*/ 44 h 168"/>
                  <a:gd name="T66" fmla="*/ 14 w 163"/>
                  <a:gd name="T67" fmla="*/ 52 h 168"/>
                  <a:gd name="T68" fmla="*/ 12 w 163"/>
                  <a:gd name="T69" fmla="*/ 62 h 168"/>
                  <a:gd name="T70" fmla="*/ 10 w 163"/>
                  <a:gd name="T71" fmla="*/ 66 h 168"/>
                  <a:gd name="T72" fmla="*/ 8 w 163"/>
                  <a:gd name="T73" fmla="*/ 78 h 168"/>
                  <a:gd name="T74" fmla="*/ 6 w 163"/>
                  <a:gd name="T75" fmla="*/ 84 h 168"/>
                  <a:gd name="T76" fmla="*/ 4 w 163"/>
                  <a:gd name="T77" fmla="*/ 88 h 168"/>
                  <a:gd name="T78" fmla="*/ 2 w 163"/>
                  <a:gd name="T79" fmla="*/ 94 h 168"/>
                  <a:gd name="T80" fmla="*/ 2 w 163"/>
                  <a:gd name="T81" fmla="*/ 112 h 168"/>
                  <a:gd name="T82" fmla="*/ 4 w 163"/>
                  <a:gd name="T83" fmla="*/ 122 h 168"/>
                  <a:gd name="T84" fmla="*/ 12 w 163"/>
                  <a:gd name="T85" fmla="*/ 130 h 168"/>
                  <a:gd name="T86" fmla="*/ 26 w 163"/>
                  <a:gd name="T87" fmla="*/ 132 h 168"/>
                  <a:gd name="T88" fmla="*/ 34 w 163"/>
                  <a:gd name="T89" fmla="*/ 142 h 168"/>
                  <a:gd name="T90" fmla="*/ 40 w 163"/>
                  <a:gd name="T91" fmla="*/ 146 h 168"/>
                  <a:gd name="T92" fmla="*/ 42 w 163"/>
                  <a:gd name="T93" fmla="*/ 152 h 168"/>
                  <a:gd name="T94" fmla="*/ 46 w 163"/>
                  <a:gd name="T95" fmla="*/ 168 h 168"/>
                  <a:gd name="T96" fmla="*/ 58 w 163"/>
                  <a:gd name="T97" fmla="*/ 166 h 168"/>
                  <a:gd name="T98" fmla="*/ 64 w 163"/>
                  <a:gd name="T99" fmla="*/ 164 h 168"/>
                  <a:gd name="T100" fmla="*/ 68 w 163"/>
                  <a:gd name="T101" fmla="*/ 164 h 168"/>
                  <a:gd name="T102" fmla="*/ 74 w 163"/>
                  <a:gd name="T103" fmla="*/ 160 h 168"/>
                  <a:gd name="T104" fmla="*/ 76 w 163"/>
                  <a:gd name="T105" fmla="*/ 16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 h="168">
                    <a:moveTo>
                      <a:pt x="78" y="160"/>
                    </a:moveTo>
                    <a:lnTo>
                      <a:pt x="78" y="156"/>
                    </a:lnTo>
                    <a:lnTo>
                      <a:pt x="80" y="150"/>
                    </a:lnTo>
                    <a:lnTo>
                      <a:pt x="80" y="150"/>
                    </a:lnTo>
                    <a:lnTo>
                      <a:pt x="78" y="148"/>
                    </a:lnTo>
                    <a:lnTo>
                      <a:pt x="78" y="146"/>
                    </a:lnTo>
                    <a:lnTo>
                      <a:pt x="78" y="146"/>
                    </a:lnTo>
                    <a:lnTo>
                      <a:pt x="78" y="142"/>
                    </a:lnTo>
                    <a:lnTo>
                      <a:pt x="78" y="142"/>
                    </a:lnTo>
                    <a:lnTo>
                      <a:pt x="78" y="142"/>
                    </a:lnTo>
                    <a:lnTo>
                      <a:pt x="80" y="140"/>
                    </a:lnTo>
                    <a:lnTo>
                      <a:pt x="80" y="138"/>
                    </a:lnTo>
                    <a:lnTo>
                      <a:pt x="82" y="132"/>
                    </a:lnTo>
                    <a:lnTo>
                      <a:pt x="82" y="132"/>
                    </a:lnTo>
                    <a:lnTo>
                      <a:pt x="84" y="130"/>
                    </a:lnTo>
                    <a:lnTo>
                      <a:pt x="86" y="130"/>
                    </a:lnTo>
                    <a:lnTo>
                      <a:pt x="92" y="128"/>
                    </a:lnTo>
                    <a:lnTo>
                      <a:pt x="92" y="128"/>
                    </a:lnTo>
                    <a:lnTo>
                      <a:pt x="96" y="126"/>
                    </a:lnTo>
                    <a:lnTo>
                      <a:pt x="96" y="126"/>
                    </a:lnTo>
                    <a:lnTo>
                      <a:pt x="96" y="126"/>
                    </a:lnTo>
                    <a:lnTo>
                      <a:pt x="102" y="128"/>
                    </a:lnTo>
                    <a:lnTo>
                      <a:pt x="102" y="128"/>
                    </a:lnTo>
                    <a:lnTo>
                      <a:pt x="102" y="128"/>
                    </a:lnTo>
                    <a:lnTo>
                      <a:pt x="104" y="130"/>
                    </a:lnTo>
                    <a:lnTo>
                      <a:pt x="102" y="136"/>
                    </a:lnTo>
                    <a:lnTo>
                      <a:pt x="102" y="136"/>
                    </a:lnTo>
                    <a:lnTo>
                      <a:pt x="106" y="136"/>
                    </a:lnTo>
                    <a:lnTo>
                      <a:pt x="108" y="134"/>
                    </a:lnTo>
                    <a:lnTo>
                      <a:pt x="110" y="130"/>
                    </a:lnTo>
                    <a:lnTo>
                      <a:pt x="113" y="128"/>
                    </a:lnTo>
                    <a:lnTo>
                      <a:pt x="113" y="128"/>
                    </a:lnTo>
                    <a:lnTo>
                      <a:pt x="115" y="126"/>
                    </a:lnTo>
                    <a:lnTo>
                      <a:pt x="115" y="126"/>
                    </a:lnTo>
                    <a:lnTo>
                      <a:pt x="113" y="122"/>
                    </a:lnTo>
                    <a:lnTo>
                      <a:pt x="113" y="122"/>
                    </a:lnTo>
                    <a:lnTo>
                      <a:pt x="115" y="116"/>
                    </a:lnTo>
                    <a:lnTo>
                      <a:pt x="117" y="112"/>
                    </a:lnTo>
                    <a:lnTo>
                      <a:pt x="117" y="112"/>
                    </a:lnTo>
                    <a:lnTo>
                      <a:pt x="119" y="110"/>
                    </a:lnTo>
                    <a:lnTo>
                      <a:pt x="123" y="106"/>
                    </a:lnTo>
                    <a:lnTo>
                      <a:pt x="123" y="106"/>
                    </a:lnTo>
                    <a:lnTo>
                      <a:pt x="123" y="102"/>
                    </a:lnTo>
                    <a:lnTo>
                      <a:pt x="125" y="98"/>
                    </a:lnTo>
                    <a:lnTo>
                      <a:pt x="125" y="98"/>
                    </a:lnTo>
                    <a:lnTo>
                      <a:pt x="127" y="94"/>
                    </a:lnTo>
                    <a:lnTo>
                      <a:pt x="127" y="90"/>
                    </a:lnTo>
                    <a:lnTo>
                      <a:pt x="127" y="90"/>
                    </a:lnTo>
                    <a:lnTo>
                      <a:pt x="129" y="86"/>
                    </a:lnTo>
                    <a:lnTo>
                      <a:pt x="131" y="84"/>
                    </a:lnTo>
                    <a:lnTo>
                      <a:pt x="131" y="84"/>
                    </a:lnTo>
                    <a:lnTo>
                      <a:pt x="141" y="80"/>
                    </a:lnTo>
                    <a:lnTo>
                      <a:pt x="141" y="80"/>
                    </a:lnTo>
                    <a:lnTo>
                      <a:pt x="143" y="78"/>
                    </a:lnTo>
                    <a:lnTo>
                      <a:pt x="143" y="76"/>
                    </a:lnTo>
                    <a:lnTo>
                      <a:pt x="141" y="72"/>
                    </a:lnTo>
                    <a:lnTo>
                      <a:pt x="141" y="72"/>
                    </a:lnTo>
                    <a:lnTo>
                      <a:pt x="141" y="70"/>
                    </a:lnTo>
                    <a:lnTo>
                      <a:pt x="143" y="66"/>
                    </a:lnTo>
                    <a:lnTo>
                      <a:pt x="143" y="66"/>
                    </a:lnTo>
                    <a:lnTo>
                      <a:pt x="145" y="64"/>
                    </a:lnTo>
                    <a:lnTo>
                      <a:pt x="147" y="60"/>
                    </a:lnTo>
                    <a:lnTo>
                      <a:pt x="147" y="60"/>
                    </a:lnTo>
                    <a:lnTo>
                      <a:pt x="147" y="56"/>
                    </a:lnTo>
                    <a:lnTo>
                      <a:pt x="147" y="56"/>
                    </a:lnTo>
                    <a:lnTo>
                      <a:pt x="147" y="54"/>
                    </a:lnTo>
                    <a:lnTo>
                      <a:pt x="147" y="54"/>
                    </a:lnTo>
                    <a:lnTo>
                      <a:pt x="151" y="50"/>
                    </a:lnTo>
                    <a:lnTo>
                      <a:pt x="153" y="46"/>
                    </a:lnTo>
                    <a:lnTo>
                      <a:pt x="153" y="46"/>
                    </a:lnTo>
                    <a:lnTo>
                      <a:pt x="155" y="44"/>
                    </a:lnTo>
                    <a:lnTo>
                      <a:pt x="157" y="42"/>
                    </a:lnTo>
                    <a:lnTo>
                      <a:pt x="157" y="42"/>
                    </a:lnTo>
                    <a:lnTo>
                      <a:pt x="159" y="42"/>
                    </a:lnTo>
                    <a:lnTo>
                      <a:pt x="161" y="38"/>
                    </a:lnTo>
                    <a:lnTo>
                      <a:pt x="163" y="30"/>
                    </a:lnTo>
                    <a:lnTo>
                      <a:pt x="163" y="30"/>
                    </a:lnTo>
                    <a:lnTo>
                      <a:pt x="161" y="28"/>
                    </a:lnTo>
                    <a:lnTo>
                      <a:pt x="159" y="26"/>
                    </a:lnTo>
                    <a:lnTo>
                      <a:pt x="159" y="14"/>
                    </a:lnTo>
                    <a:lnTo>
                      <a:pt x="153" y="0"/>
                    </a:lnTo>
                    <a:lnTo>
                      <a:pt x="143" y="4"/>
                    </a:lnTo>
                    <a:lnTo>
                      <a:pt x="143" y="4"/>
                    </a:lnTo>
                    <a:lnTo>
                      <a:pt x="141" y="6"/>
                    </a:lnTo>
                    <a:lnTo>
                      <a:pt x="139" y="8"/>
                    </a:lnTo>
                    <a:lnTo>
                      <a:pt x="137" y="10"/>
                    </a:lnTo>
                    <a:lnTo>
                      <a:pt x="137" y="10"/>
                    </a:lnTo>
                    <a:lnTo>
                      <a:pt x="129" y="10"/>
                    </a:lnTo>
                    <a:lnTo>
                      <a:pt x="121" y="10"/>
                    </a:lnTo>
                    <a:lnTo>
                      <a:pt x="121" y="10"/>
                    </a:lnTo>
                    <a:lnTo>
                      <a:pt x="113" y="8"/>
                    </a:lnTo>
                    <a:lnTo>
                      <a:pt x="106" y="8"/>
                    </a:lnTo>
                    <a:lnTo>
                      <a:pt x="106" y="8"/>
                    </a:lnTo>
                    <a:lnTo>
                      <a:pt x="100" y="10"/>
                    </a:lnTo>
                    <a:lnTo>
                      <a:pt x="98" y="14"/>
                    </a:lnTo>
                    <a:lnTo>
                      <a:pt x="98" y="14"/>
                    </a:lnTo>
                    <a:lnTo>
                      <a:pt x="96" y="14"/>
                    </a:lnTo>
                    <a:lnTo>
                      <a:pt x="94" y="14"/>
                    </a:lnTo>
                    <a:lnTo>
                      <a:pt x="84" y="14"/>
                    </a:lnTo>
                    <a:lnTo>
                      <a:pt x="84" y="14"/>
                    </a:lnTo>
                    <a:lnTo>
                      <a:pt x="78" y="12"/>
                    </a:lnTo>
                    <a:lnTo>
                      <a:pt x="78" y="10"/>
                    </a:lnTo>
                    <a:lnTo>
                      <a:pt x="78" y="10"/>
                    </a:lnTo>
                    <a:lnTo>
                      <a:pt x="76" y="8"/>
                    </a:lnTo>
                    <a:lnTo>
                      <a:pt x="72" y="8"/>
                    </a:lnTo>
                    <a:lnTo>
                      <a:pt x="68" y="12"/>
                    </a:lnTo>
                    <a:lnTo>
                      <a:pt x="68" y="12"/>
                    </a:lnTo>
                    <a:lnTo>
                      <a:pt x="62" y="12"/>
                    </a:lnTo>
                    <a:lnTo>
                      <a:pt x="58" y="12"/>
                    </a:lnTo>
                    <a:lnTo>
                      <a:pt x="58" y="12"/>
                    </a:lnTo>
                    <a:lnTo>
                      <a:pt x="56" y="8"/>
                    </a:lnTo>
                    <a:lnTo>
                      <a:pt x="54" y="6"/>
                    </a:lnTo>
                    <a:lnTo>
                      <a:pt x="52" y="4"/>
                    </a:lnTo>
                    <a:lnTo>
                      <a:pt x="52" y="4"/>
                    </a:lnTo>
                    <a:lnTo>
                      <a:pt x="48" y="2"/>
                    </a:lnTo>
                    <a:lnTo>
                      <a:pt x="46" y="0"/>
                    </a:lnTo>
                    <a:lnTo>
                      <a:pt x="46" y="0"/>
                    </a:lnTo>
                    <a:lnTo>
                      <a:pt x="40" y="2"/>
                    </a:lnTo>
                    <a:lnTo>
                      <a:pt x="34" y="2"/>
                    </a:lnTo>
                    <a:lnTo>
                      <a:pt x="34" y="2"/>
                    </a:lnTo>
                    <a:lnTo>
                      <a:pt x="20" y="10"/>
                    </a:lnTo>
                    <a:lnTo>
                      <a:pt x="20" y="10"/>
                    </a:lnTo>
                    <a:lnTo>
                      <a:pt x="20" y="16"/>
                    </a:lnTo>
                    <a:lnTo>
                      <a:pt x="20" y="16"/>
                    </a:lnTo>
                    <a:lnTo>
                      <a:pt x="18" y="22"/>
                    </a:lnTo>
                    <a:lnTo>
                      <a:pt x="14" y="24"/>
                    </a:lnTo>
                    <a:lnTo>
                      <a:pt x="10" y="36"/>
                    </a:lnTo>
                    <a:lnTo>
                      <a:pt x="10" y="36"/>
                    </a:lnTo>
                    <a:lnTo>
                      <a:pt x="10" y="38"/>
                    </a:lnTo>
                    <a:lnTo>
                      <a:pt x="10" y="42"/>
                    </a:lnTo>
                    <a:lnTo>
                      <a:pt x="10" y="44"/>
                    </a:lnTo>
                    <a:lnTo>
                      <a:pt x="10" y="44"/>
                    </a:lnTo>
                    <a:lnTo>
                      <a:pt x="8" y="46"/>
                    </a:lnTo>
                    <a:lnTo>
                      <a:pt x="12" y="48"/>
                    </a:lnTo>
                    <a:lnTo>
                      <a:pt x="12" y="48"/>
                    </a:lnTo>
                    <a:lnTo>
                      <a:pt x="14" y="52"/>
                    </a:lnTo>
                    <a:lnTo>
                      <a:pt x="12" y="56"/>
                    </a:lnTo>
                    <a:lnTo>
                      <a:pt x="12" y="56"/>
                    </a:lnTo>
                    <a:lnTo>
                      <a:pt x="12" y="60"/>
                    </a:lnTo>
                    <a:lnTo>
                      <a:pt x="12" y="62"/>
                    </a:lnTo>
                    <a:lnTo>
                      <a:pt x="14" y="64"/>
                    </a:lnTo>
                    <a:lnTo>
                      <a:pt x="12" y="64"/>
                    </a:lnTo>
                    <a:lnTo>
                      <a:pt x="12" y="64"/>
                    </a:lnTo>
                    <a:lnTo>
                      <a:pt x="10" y="66"/>
                    </a:lnTo>
                    <a:lnTo>
                      <a:pt x="10" y="70"/>
                    </a:lnTo>
                    <a:lnTo>
                      <a:pt x="10" y="70"/>
                    </a:lnTo>
                    <a:lnTo>
                      <a:pt x="10" y="74"/>
                    </a:lnTo>
                    <a:lnTo>
                      <a:pt x="8" y="78"/>
                    </a:lnTo>
                    <a:lnTo>
                      <a:pt x="8" y="78"/>
                    </a:lnTo>
                    <a:lnTo>
                      <a:pt x="6" y="80"/>
                    </a:lnTo>
                    <a:lnTo>
                      <a:pt x="6" y="84"/>
                    </a:lnTo>
                    <a:lnTo>
                      <a:pt x="6" y="84"/>
                    </a:lnTo>
                    <a:lnTo>
                      <a:pt x="6" y="88"/>
                    </a:lnTo>
                    <a:lnTo>
                      <a:pt x="6" y="88"/>
                    </a:lnTo>
                    <a:lnTo>
                      <a:pt x="4" y="88"/>
                    </a:lnTo>
                    <a:lnTo>
                      <a:pt x="4" y="88"/>
                    </a:lnTo>
                    <a:lnTo>
                      <a:pt x="2" y="88"/>
                    </a:lnTo>
                    <a:lnTo>
                      <a:pt x="2" y="90"/>
                    </a:lnTo>
                    <a:lnTo>
                      <a:pt x="2" y="94"/>
                    </a:lnTo>
                    <a:lnTo>
                      <a:pt x="2" y="94"/>
                    </a:lnTo>
                    <a:lnTo>
                      <a:pt x="2" y="98"/>
                    </a:lnTo>
                    <a:lnTo>
                      <a:pt x="2" y="102"/>
                    </a:lnTo>
                    <a:lnTo>
                      <a:pt x="0" y="108"/>
                    </a:lnTo>
                    <a:lnTo>
                      <a:pt x="2" y="112"/>
                    </a:lnTo>
                    <a:lnTo>
                      <a:pt x="2" y="112"/>
                    </a:lnTo>
                    <a:lnTo>
                      <a:pt x="4" y="116"/>
                    </a:lnTo>
                    <a:lnTo>
                      <a:pt x="4" y="122"/>
                    </a:lnTo>
                    <a:lnTo>
                      <a:pt x="4" y="122"/>
                    </a:lnTo>
                    <a:lnTo>
                      <a:pt x="2" y="132"/>
                    </a:lnTo>
                    <a:lnTo>
                      <a:pt x="2" y="132"/>
                    </a:lnTo>
                    <a:lnTo>
                      <a:pt x="12" y="130"/>
                    </a:lnTo>
                    <a:lnTo>
                      <a:pt x="12" y="130"/>
                    </a:lnTo>
                    <a:lnTo>
                      <a:pt x="10" y="132"/>
                    </a:lnTo>
                    <a:lnTo>
                      <a:pt x="10" y="132"/>
                    </a:lnTo>
                    <a:lnTo>
                      <a:pt x="18" y="132"/>
                    </a:lnTo>
                    <a:lnTo>
                      <a:pt x="26" y="132"/>
                    </a:lnTo>
                    <a:lnTo>
                      <a:pt x="26" y="132"/>
                    </a:lnTo>
                    <a:lnTo>
                      <a:pt x="30" y="136"/>
                    </a:lnTo>
                    <a:lnTo>
                      <a:pt x="34" y="142"/>
                    </a:lnTo>
                    <a:lnTo>
                      <a:pt x="34" y="142"/>
                    </a:lnTo>
                    <a:lnTo>
                      <a:pt x="38" y="142"/>
                    </a:lnTo>
                    <a:lnTo>
                      <a:pt x="38" y="142"/>
                    </a:lnTo>
                    <a:lnTo>
                      <a:pt x="38" y="146"/>
                    </a:lnTo>
                    <a:lnTo>
                      <a:pt x="40" y="146"/>
                    </a:lnTo>
                    <a:lnTo>
                      <a:pt x="40" y="146"/>
                    </a:lnTo>
                    <a:lnTo>
                      <a:pt x="42" y="152"/>
                    </a:lnTo>
                    <a:lnTo>
                      <a:pt x="42" y="152"/>
                    </a:lnTo>
                    <a:lnTo>
                      <a:pt x="42" y="152"/>
                    </a:lnTo>
                    <a:lnTo>
                      <a:pt x="42" y="152"/>
                    </a:lnTo>
                    <a:lnTo>
                      <a:pt x="38" y="154"/>
                    </a:lnTo>
                    <a:lnTo>
                      <a:pt x="38" y="154"/>
                    </a:lnTo>
                    <a:lnTo>
                      <a:pt x="46" y="168"/>
                    </a:lnTo>
                    <a:lnTo>
                      <a:pt x="46" y="168"/>
                    </a:lnTo>
                    <a:lnTo>
                      <a:pt x="58" y="168"/>
                    </a:lnTo>
                    <a:lnTo>
                      <a:pt x="58" y="166"/>
                    </a:lnTo>
                    <a:lnTo>
                      <a:pt x="58" y="166"/>
                    </a:lnTo>
                    <a:lnTo>
                      <a:pt x="60" y="166"/>
                    </a:lnTo>
                    <a:lnTo>
                      <a:pt x="62" y="166"/>
                    </a:lnTo>
                    <a:lnTo>
                      <a:pt x="64" y="164"/>
                    </a:lnTo>
                    <a:lnTo>
                      <a:pt x="64" y="164"/>
                    </a:lnTo>
                    <a:lnTo>
                      <a:pt x="64" y="166"/>
                    </a:lnTo>
                    <a:lnTo>
                      <a:pt x="66" y="166"/>
                    </a:lnTo>
                    <a:lnTo>
                      <a:pt x="66" y="166"/>
                    </a:lnTo>
                    <a:lnTo>
                      <a:pt x="68" y="164"/>
                    </a:lnTo>
                    <a:lnTo>
                      <a:pt x="70" y="160"/>
                    </a:lnTo>
                    <a:lnTo>
                      <a:pt x="70" y="160"/>
                    </a:lnTo>
                    <a:lnTo>
                      <a:pt x="74" y="160"/>
                    </a:lnTo>
                    <a:lnTo>
                      <a:pt x="74" y="160"/>
                    </a:lnTo>
                    <a:lnTo>
                      <a:pt x="76" y="164"/>
                    </a:lnTo>
                    <a:lnTo>
                      <a:pt x="76" y="164"/>
                    </a:lnTo>
                    <a:lnTo>
                      <a:pt x="76" y="162"/>
                    </a:lnTo>
                    <a:lnTo>
                      <a:pt x="76" y="160"/>
                    </a:lnTo>
                    <a:lnTo>
                      <a:pt x="78" y="160"/>
                    </a:lnTo>
                    <a:lnTo>
                      <a:pt x="78"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0" name="Freeform 125">
                <a:extLst>
                  <a:ext uri="{FF2B5EF4-FFF2-40B4-BE49-F238E27FC236}">
                    <a16:creationId xmlns:a16="http://schemas.microsoft.com/office/drawing/2014/main" id="{0B1016F3-AECE-AC45-9C82-0BD8DDDC1127}"/>
                  </a:ext>
                </a:extLst>
              </p:cNvPr>
              <p:cNvSpPr>
                <a:spLocks/>
              </p:cNvSpPr>
              <p:nvPr/>
            </p:nvSpPr>
            <p:spPr bwMode="auto">
              <a:xfrm>
                <a:off x="5889645" y="3586699"/>
                <a:ext cx="420734" cy="388457"/>
              </a:xfrm>
              <a:custGeom>
                <a:avLst/>
                <a:gdLst>
                  <a:gd name="T0" fmla="*/ 191 w 215"/>
                  <a:gd name="T1" fmla="*/ 16 h 194"/>
                  <a:gd name="T2" fmla="*/ 159 w 215"/>
                  <a:gd name="T3" fmla="*/ 0 h 194"/>
                  <a:gd name="T4" fmla="*/ 78 w 215"/>
                  <a:gd name="T5" fmla="*/ 68 h 194"/>
                  <a:gd name="T6" fmla="*/ 60 w 215"/>
                  <a:gd name="T7" fmla="*/ 110 h 194"/>
                  <a:gd name="T8" fmla="*/ 56 w 215"/>
                  <a:gd name="T9" fmla="*/ 114 h 194"/>
                  <a:gd name="T10" fmla="*/ 56 w 215"/>
                  <a:gd name="T11" fmla="*/ 120 h 194"/>
                  <a:gd name="T12" fmla="*/ 46 w 215"/>
                  <a:gd name="T13" fmla="*/ 124 h 194"/>
                  <a:gd name="T14" fmla="*/ 40 w 215"/>
                  <a:gd name="T15" fmla="*/ 128 h 194"/>
                  <a:gd name="T16" fmla="*/ 28 w 215"/>
                  <a:gd name="T17" fmla="*/ 130 h 194"/>
                  <a:gd name="T18" fmla="*/ 14 w 215"/>
                  <a:gd name="T19" fmla="*/ 134 h 194"/>
                  <a:gd name="T20" fmla="*/ 10 w 215"/>
                  <a:gd name="T21" fmla="*/ 134 h 194"/>
                  <a:gd name="T22" fmla="*/ 4 w 215"/>
                  <a:gd name="T23" fmla="*/ 138 h 194"/>
                  <a:gd name="T24" fmla="*/ 0 w 215"/>
                  <a:gd name="T25" fmla="*/ 142 h 194"/>
                  <a:gd name="T26" fmla="*/ 14 w 215"/>
                  <a:gd name="T27" fmla="*/ 154 h 194"/>
                  <a:gd name="T28" fmla="*/ 20 w 215"/>
                  <a:gd name="T29" fmla="*/ 172 h 194"/>
                  <a:gd name="T30" fmla="*/ 22 w 215"/>
                  <a:gd name="T31" fmla="*/ 170 h 194"/>
                  <a:gd name="T32" fmla="*/ 24 w 215"/>
                  <a:gd name="T33" fmla="*/ 172 h 194"/>
                  <a:gd name="T34" fmla="*/ 24 w 215"/>
                  <a:gd name="T35" fmla="*/ 176 h 194"/>
                  <a:gd name="T36" fmla="*/ 26 w 215"/>
                  <a:gd name="T37" fmla="*/ 192 h 194"/>
                  <a:gd name="T38" fmla="*/ 32 w 215"/>
                  <a:gd name="T39" fmla="*/ 184 h 194"/>
                  <a:gd name="T40" fmla="*/ 38 w 215"/>
                  <a:gd name="T41" fmla="*/ 186 h 194"/>
                  <a:gd name="T42" fmla="*/ 40 w 215"/>
                  <a:gd name="T43" fmla="*/ 188 h 194"/>
                  <a:gd name="T44" fmla="*/ 48 w 215"/>
                  <a:gd name="T45" fmla="*/ 194 h 194"/>
                  <a:gd name="T46" fmla="*/ 52 w 215"/>
                  <a:gd name="T47" fmla="*/ 182 h 194"/>
                  <a:gd name="T48" fmla="*/ 58 w 215"/>
                  <a:gd name="T49" fmla="*/ 174 h 194"/>
                  <a:gd name="T50" fmla="*/ 58 w 215"/>
                  <a:gd name="T51" fmla="*/ 168 h 194"/>
                  <a:gd name="T52" fmla="*/ 72 w 215"/>
                  <a:gd name="T53" fmla="*/ 160 h 194"/>
                  <a:gd name="T54" fmla="*/ 78 w 215"/>
                  <a:gd name="T55" fmla="*/ 160 h 194"/>
                  <a:gd name="T56" fmla="*/ 84 w 215"/>
                  <a:gd name="T57" fmla="*/ 158 h 194"/>
                  <a:gd name="T58" fmla="*/ 90 w 215"/>
                  <a:gd name="T59" fmla="*/ 162 h 194"/>
                  <a:gd name="T60" fmla="*/ 92 w 215"/>
                  <a:gd name="T61" fmla="*/ 164 h 194"/>
                  <a:gd name="T62" fmla="*/ 96 w 215"/>
                  <a:gd name="T63" fmla="*/ 170 h 194"/>
                  <a:gd name="T64" fmla="*/ 100 w 215"/>
                  <a:gd name="T65" fmla="*/ 170 h 194"/>
                  <a:gd name="T66" fmla="*/ 106 w 215"/>
                  <a:gd name="T67" fmla="*/ 170 h 194"/>
                  <a:gd name="T68" fmla="*/ 114 w 215"/>
                  <a:gd name="T69" fmla="*/ 166 h 194"/>
                  <a:gd name="T70" fmla="*/ 116 w 215"/>
                  <a:gd name="T71" fmla="*/ 168 h 194"/>
                  <a:gd name="T72" fmla="*/ 122 w 215"/>
                  <a:gd name="T73" fmla="*/ 172 h 194"/>
                  <a:gd name="T74" fmla="*/ 132 w 215"/>
                  <a:gd name="T75" fmla="*/ 172 h 194"/>
                  <a:gd name="T76" fmla="*/ 136 w 215"/>
                  <a:gd name="T77" fmla="*/ 172 h 194"/>
                  <a:gd name="T78" fmla="*/ 138 w 215"/>
                  <a:gd name="T79" fmla="*/ 168 h 194"/>
                  <a:gd name="T80" fmla="*/ 144 w 215"/>
                  <a:gd name="T81" fmla="*/ 166 h 194"/>
                  <a:gd name="T82" fmla="*/ 159 w 215"/>
                  <a:gd name="T83" fmla="*/ 168 h 194"/>
                  <a:gd name="T84" fmla="*/ 167 w 215"/>
                  <a:gd name="T85" fmla="*/ 168 h 194"/>
                  <a:gd name="T86" fmla="*/ 175 w 215"/>
                  <a:gd name="T87" fmla="*/ 168 h 194"/>
                  <a:gd name="T88" fmla="*/ 179 w 215"/>
                  <a:gd name="T89" fmla="*/ 164 h 194"/>
                  <a:gd name="T90" fmla="*/ 189 w 215"/>
                  <a:gd name="T91" fmla="*/ 158 h 194"/>
                  <a:gd name="T92" fmla="*/ 211 w 215"/>
                  <a:gd name="T93" fmla="*/ 126 h 194"/>
                  <a:gd name="T94" fmla="*/ 209 w 215"/>
                  <a:gd name="T95" fmla="*/ 100 h 194"/>
                  <a:gd name="T96" fmla="*/ 211 w 215"/>
                  <a:gd name="T97" fmla="*/ 70 h 194"/>
                  <a:gd name="T98" fmla="*/ 215 w 215"/>
                  <a:gd name="T99" fmla="*/ 56 h 194"/>
                  <a:gd name="T100" fmla="*/ 215 w 215"/>
                  <a:gd name="T101" fmla="*/ 52 h 194"/>
                  <a:gd name="T102" fmla="*/ 209 w 215"/>
                  <a:gd name="T103" fmla="*/ 4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5" h="194">
                    <a:moveTo>
                      <a:pt x="201" y="8"/>
                    </a:moveTo>
                    <a:lnTo>
                      <a:pt x="191" y="16"/>
                    </a:lnTo>
                    <a:lnTo>
                      <a:pt x="191" y="18"/>
                    </a:lnTo>
                    <a:lnTo>
                      <a:pt x="159" y="0"/>
                    </a:lnTo>
                    <a:lnTo>
                      <a:pt x="86" y="54"/>
                    </a:lnTo>
                    <a:lnTo>
                      <a:pt x="78" y="68"/>
                    </a:lnTo>
                    <a:lnTo>
                      <a:pt x="58" y="72"/>
                    </a:lnTo>
                    <a:lnTo>
                      <a:pt x="60" y="110"/>
                    </a:lnTo>
                    <a:lnTo>
                      <a:pt x="56" y="114"/>
                    </a:lnTo>
                    <a:lnTo>
                      <a:pt x="56" y="114"/>
                    </a:lnTo>
                    <a:lnTo>
                      <a:pt x="56" y="120"/>
                    </a:lnTo>
                    <a:lnTo>
                      <a:pt x="56" y="120"/>
                    </a:lnTo>
                    <a:lnTo>
                      <a:pt x="54" y="124"/>
                    </a:lnTo>
                    <a:lnTo>
                      <a:pt x="46" y="124"/>
                    </a:lnTo>
                    <a:lnTo>
                      <a:pt x="46" y="124"/>
                    </a:lnTo>
                    <a:lnTo>
                      <a:pt x="40" y="128"/>
                    </a:lnTo>
                    <a:lnTo>
                      <a:pt x="28" y="130"/>
                    </a:lnTo>
                    <a:lnTo>
                      <a:pt x="28" y="130"/>
                    </a:lnTo>
                    <a:lnTo>
                      <a:pt x="22" y="132"/>
                    </a:lnTo>
                    <a:lnTo>
                      <a:pt x="14" y="134"/>
                    </a:lnTo>
                    <a:lnTo>
                      <a:pt x="14" y="134"/>
                    </a:lnTo>
                    <a:lnTo>
                      <a:pt x="10" y="134"/>
                    </a:lnTo>
                    <a:lnTo>
                      <a:pt x="6" y="134"/>
                    </a:lnTo>
                    <a:lnTo>
                      <a:pt x="4" y="138"/>
                    </a:lnTo>
                    <a:lnTo>
                      <a:pt x="2" y="136"/>
                    </a:lnTo>
                    <a:lnTo>
                      <a:pt x="0" y="142"/>
                    </a:lnTo>
                    <a:lnTo>
                      <a:pt x="4" y="148"/>
                    </a:lnTo>
                    <a:lnTo>
                      <a:pt x="14" y="154"/>
                    </a:lnTo>
                    <a:lnTo>
                      <a:pt x="14" y="158"/>
                    </a:lnTo>
                    <a:lnTo>
                      <a:pt x="20" y="172"/>
                    </a:lnTo>
                    <a:lnTo>
                      <a:pt x="20" y="172"/>
                    </a:lnTo>
                    <a:lnTo>
                      <a:pt x="22" y="170"/>
                    </a:lnTo>
                    <a:lnTo>
                      <a:pt x="24" y="172"/>
                    </a:lnTo>
                    <a:lnTo>
                      <a:pt x="24" y="172"/>
                    </a:lnTo>
                    <a:lnTo>
                      <a:pt x="24" y="172"/>
                    </a:lnTo>
                    <a:lnTo>
                      <a:pt x="24" y="176"/>
                    </a:lnTo>
                    <a:lnTo>
                      <a:pt x="22" y="178"/>
                    </a:lnTo>
                    <a:lnTo>
                      <a:pt x="26" y="192"/>
                    </a:lnTo>
                    <a:lnTo>
                      <a:pt x="32" y="184"/>
                    </a:lnTo>
                    <a:lnTo>
                      <a:pt x="32" y="184"/>
                    </a:lnTo>
                    <a:lnTo>
                      <a:pt x="34" y="184"/>
                    </a:lnTo>
                    <a:lnTo>
                      <a:pt x="38" y="186"/>
                    </a:lnTo>
                    <a:lnTo>
                      <a:pt x="38" y="186"/>
                    </a:lnTo>
                    <a:lnTo>
                      <a:pt x="40" y="188"/>
                    </a:lnTo>
                    <a:lnTo>
                      <a:pt x="40" y="190"/>
                    </a:lnTo>
                    <a:lnTo>
                      <a:pt x="48" y="194"/>
                    </a:lnTo>
                    <a:lnTo>
                      <a:pt x="52" y="182"/>
                    </a:lnTo>
                    <a:lnTo>
                      <a:pt x="52" y="182"/>
                    </a:lnTo>
                    <a:lnTo>
                      <a:pt x="56" y="180"/>
                    </a:lnTo>
                    <a:lnTo>
                      <a:pt x="58" y="174"/>
                    </a:lnTo>
                    <a:lnTo>
                      <a:pt x="58" y="174"/>
                    </a:lnTo>
                    <a:lnTo>
                      <a:pt x="58" y="168"/>
                    </a:lnTo>
                    <a:lnTo>
                      <a:pt x="58" y="168"/>
                    </a:lnTo>
                    <a:lnTo>
                      <a:pt x="72" y="160"/>
                    </a:lnTo>
                    <a:lnTo>
                      <a:pt x="72" y="160"/>
                    </a:lnTo>
                    <a:lnTo>
                      <a:pt x="78" y="160"/>
                    </a:lnTo>
                    <a:lnTo>
                      <a:pt x="84" y="158"/>
                    </a:lnTo>
                    <a:lnTo>
                      <a:pt x="84" y="158"/>
                    </a:lnTo>
                    <a:lnTo>
                      <a:pt x="86" y="160"/>
                    </a:lnTo>
                    <a:lnTo>
                      <a:pt x="90" y="162"/>
                    </a:lnTo>
                    <a:lnTo>
                      <a:pt x="90" y="162"/>
                    </a:lnTo>
                    <a:lnTo>
                      <a:pt x="92" y="164"/>
                    </a:lnTo>
                    <a:lnTo>
                      <a:pt x="94" y="166"/>
                    </a:lnTo>
                    <a:lnTo>
                      <a:pt x="96" y="170"/>
                    </a:lnTo>
                    <a:lnTo>
                      <a:pt x="96" y="170"/>
                    </a:lnTo>
                    <a:lnTo>
                      <a:pt x="100" y="170"/>
                    </a:lnTo>
                    <a:lnTo>
                      <a:pt x="106" y="170"/>
                    </a:lnTo>
                    <a:lnTo>
                      <a:pt x="106" y="170"/>
                    </a:lnTo>
                    <a:lnTo>
                      <a:pt x="110" y="166"/>
                    </a:lnTo>
                    <a:lnTo>
                      <a:pt x="114" y="166"/>
                    </a:lnTo>
                    <a:lnTo>
                      <a:pt x="116" y="168"/>
                    </a:lnTo>
                    <a:lnTo>
                      <a:pt x="116" y="168"/>
                    </a:lnTo>
                    <a:lnTo>
                      <a:pt x="116" y="170"/>
                    </a:lnTo>
                    <a:lnTo>
                      <a:pt x="122" y="172"/>
                    </a:lnTo>
                    <a:lnTo>
                      <a:pt x="122" y="172"/>
                    </a:lnTo>
                    <a:lnTo>
                      <a:pt x="132" y="172"/>
                    </a:lnTo>
                    <a:lnTo>
                      <a:pt x="134" y="172"/>
                    </a:lnTo>
                    <a:lnTo>
                      <a:pt x="136" y="172"/>
                    </a:lnTo>
                    <a:lnTo>
                      <a:pt x="136" y="172"/>
                    </a:lnTo>
                    <a:lnTo>
                      <a:pt x="138" y="168"/>
                    </a:lnTo>
                    <a:lnTo>
                      <a:pt x="144" y="166"/>
                    </a:lnTo>
                    <a:lnTo>
                      <a:pt x="144" y="166"/>
                    </a:lnTo>
                    <a:lnTo>
                      <a:pt x="151" y="166"/>
                    </a:lnTo>
                    <a:lnTo>
                      <a:pt x="159" y="168"/>
                    </a:lnTo>
                    <a:lnTo>
                      <a:pt x="159" y="168"/>
                    </a:lnTo>
                    <a:lnTo>
                      <a:pt x="167" y="168"/>
                    </a:lnTo>
                    <a:lnTo>
                      <a:pt x="175" y="168"/>
                    </a:lnTo>
                    <a:lnTo>
                      <a:pt x="175" y="168"/>
                    </a:lnTo>
                    <a:lnTo>
                      <a:pt x="177" y="166"/>
                    </a:lnTo>
                    <a:lnTo>
                      <a:pt x="179" y="164"/>
                    </a:lnTo>
                    <a:lnTo>
                      <a:pt x="181" y="162"/>
                    </a:lnTo>
                    <a:lnTo>
                      <a:pt x="189" y="158"/>
                    </a:lnTo>
                    <a:lnTo>
                      <a:pt x="189" y="144"/>
                    </a:lnTo>
                    <a:lnTo>
                      <a:pt x="211" y="126"/>
                    </a:lnTo>
                    <a:lnTo>
                      <a:pt x="211" y="126"/>
                    </a:lnTo>
                    <a:lnTo>
                      <a:pt x="209" y="100"/>
                    </a:lnTo>
                    <a:lnTo>
                      <a:pt x="211" y="70"/>
                    </a:lnTo>
                    <a:lnTo>
                      <a:pt x="211" y="70"/>
                    </a:lnTo>
                    <a:lnTo>
                      <a:pt x="211" y="62"/>
                    </a:lnTo>
                    <a:lnTo>
                      <a:pt x="215" y="56"/>
                    </a:lnTo>
                    <a:lnTo>
                      <a:pt x="215" y="56"/>
                    </a:lnTo>
                    <a:lnTo>
                      <a:pt x="215" y="52"/>
                    </a:lnTo>
                    <a:lnTo>
                      <a:pt x="213" y="48"/>
                    </a:lnTo>
                    <a:lnTo>
                      <a:pt x="209" y="42"/>
                    </a:lnTo>
                    <a:lnTo>
                      <a:pt x="201"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1" name="Freeform 131">
                <a:extLst>
                  <a:ext uri="{FF2B5EF4-FFF2-40B4-BE49-F238E27FC236}">
                    <a16:creationId xmlns:a16="http://schemas.microsoft.com/office/drawing/2014/main" id="{E9E116AF-5E08-3140-B9C2-AD0E05CD1166}"/>
                  </a:ext>
                </a:extLst>
              </p:cNvPr>
              <p:cNvSpPr>
                <a:spLocks/>
              </p:cNvSpPr>
              <p:nvPr/>
            </p:nvSpPr>
            <p:spPr bwMode="auto">
              <a:xfrm>
                <a:off x="6208620" y="4948298"/>
                <a:ext cx="348328" cy="408481"/>
              </a:xfrm>
              <a:custGeom>
                <a:avLst/>
                <a:gdLst>
                  <a:gd name="T0" fmla="*/ 2 w 178"/>
                  <a:gd name="T1" fmla="*/ 8 h 204"/>
                  <a:gd name="T2" fmla="*/ 0 w 178"/>
                  <a:gd name="T3" fmla="*/ 20 h 204"/>
                  <a:gd name="T4" fmla="*/ 6 w 178"/>
                  <a:gd name="T5" fmla="*/ 26 h 204"/>
                  <a:gd name="T6" fmla="*/ 12 w 178"/>
                  <a:gd name="T7" fmla="*/ 36 h 204"/>
                  <a:gd name="T8" fmla="*/ 16 w 178"/>
                  <a:gd name="T9" fmla="*/ 44 h 204"/>
                  <a:gd name="T10" fmla="*/ 18 w 178"/>
                  <a:gd name="T11" fmla="*/ 54 h 204"/>
                  <a:gd name="T12" fmla="*/ 22 w 178"/>
                  <a:gd name="T13" fmla="*/ 70 h 204"/>
                  <a:gd name="T14" fmla="*/ 26 w 178"/>
                  <a:gd name="T15" fmla="*/ 70 h 204"/>
                  <a:gd name="T16" fmla="*/ 28 w 178"/>
                  <a:gd name="T17" fmla="*/ 82 h 204"/>
                  <a:gd name="T18" fmla="*/ 32 w 178"/>
                  <a:gd name="T19" fmla="*/ 86 h 204"/>
                  <a:gd name="T20" fmla="*/ 36 w 178"/>
                  <a:gd name="T21" fmla="*/ 90 h 204"/>
                  <a:gd name="T22" fmla="*/ 36 w 178"/>
                  <a:gd name="T23" fmla="*/ 92 h 204"/>
                  <a:gd name="T24" fmla="*/ 38 w 178"/>
                  <a:gd name="T25" fmla="*/ 96 h 204"/>
                  <a:gd name="T26" fmla="*/ 36 w 178"/>
                  <a:gd name="T27" fmla="*/ 102 h 204"/>
                  <a:gd name="T28" fmla="*/ 36 w 178"/>
                  <a:gd name="T29" fmla="*/ 110 h 204"/>
                  <a:gd name="T30" fmla="*/ 36 w 178"/>
                  <a:gd name="T31" fmla="*/ 112 h 204"/>
                  <a:gd name="T32" fmla="*/ 38 w 178"/>
                  <a:gd name="T33" fmla="*/ 122 h 204"/>
                  <a:gd name="T34" fmla="*/ 36 w 178"/>
                  <a:gd name="T35" fmla="*/ 126 h 204"/>
                  <a:gd name="T36" fmla="*/ 42 w 178"/>
                  <a:gd name="T37" fmla="*/ 138 h 204"/>
                  <a:gd name="T38" fmla="*/ 40 w 178"/>
                  <a:gd name="T39" fmla="*/ 150 h 204"/>
                  <a:gd name="T40" fmla="*/ 42 w 178"/>
                  <a:gd name="T41" fmla="*/ 156 h 204"/>
                  <a:gd name="T42" fmla="*/ 42 w 178"/>
                  <a:gd name="T43" fmla="*/ 170 h 204"/>
                  <a:gd name="T44" fmla="*/ 44 w 178"/>
                  <a:gd name="T45" fmla="*/ 170 h 204"/>
                  <a:gd name="T46" fmla="*/ 48 w 178"/>
                  <a:gd name="T47" fmla="*/ 186 h 204"/>
                  <a:gd name="T48" fmla="*/ 58 w 178"/>
                  <a:gd name="T49" fmla="*/ 192 h 204"/>
                  <a:gd name="T50" fmla="*/ 60 w 178"/>
                  <a:gd name="T51" fmla="*/ 200 h 204"/>
                  <a:gd name="T52" fmla="*/ 62 w 178"/>
                  <a:gd name="T53" fmla="*/ 202 h 204"/>
                  <a:gd name="T54" fmla="*/ 68 w 178"/>
                  <a:gd name="T55" fmla="*/ 196 h 204"/>
                  <a:gd name="T56" fmla="*/ 74 w 178"/>
                  <a:gd name="T57" fmla="*/ 194 h 204"/>
                  <a:gd name="T58" fmla="*/ 74 w 178"/>
                  <a:gd name="T59" fmla="*/ 198 h 204"/>
                  <a:gd name="T60" fmla="*/ 76 w 178"/>
                  <a:gd name="T61" fmla="*/ 204 h 204"/>
                  <a:gd name="T62" fmla="*/ 86 w 178"/>
                  <a:gd name="T63" fmla="*/ 204 h 204"/>
                  <a:gd name="T64" fmla="*/ 92 w 178"/>
                  <a:gd name="T65" fmla="*/ 202 h 204"/>
                  <a:gd name="T66" fmla="*/ 96 w 178"/>
                  <a:gd name="T67" fmla="*/ 196 h 204"/>
                  <a:gd name="T68" fmla="*/ 104 w 178"/>
                  <a:gd name="T69" fmla="*/ 144 h 204"/>
                  <a:gd name="T70" fmla="*/ 120 w 178"/>
                  <a:gd name="T71" fmla="*/ 26 h 204"/>
                  <a:gd name="T72" fmla="*/ 160 w 178"/>
                  <a:gd name="T73" fmla="*/ 24 h 204"/>
                  <a:gd name="T74" fmla="*/ 164 w 178"/>
                  <a:gd name="T75" fmla="*/ 22 h 204"/>
                  <a:gd name="T76" fmla="*/ 168 w 178"/>
                  <a:gd name="T77" fmla="*/ 22 h 204"/>
                  <a:gd name="T78" fmla="*/ 172 w 178"/>
                  <a:gd name="T79" fmla="*/ 20 h 204"/>
                  <a:gd name="T80" fmla="*/ 178 w 178"/>
                  <a:gd name="T81" fmla="*/ 18 h 204"/>
                  <a:gd name="T82" fmla="*/ 174 w 178"/>
                  <a:gd name="T83" fmla="*/ 14 h 204"/>
                  <a:gd name="T84" fmla="*/ 168 w 178"/>
                  <a:gd name="T85" fmla="*/ 12 h 204"/>
                  <a:gd name="T86" fmla="*/ 122 w 178"/>
                  <a:gd name="T87" fmla="*/ 20 h 204"/>
                  <a:gd name="T88" fmla="*/ 112 w 178"/>
                  <a:gd name="T89" fmla="*/ 16 h 204"/>
                  <a:gd name="T90" fmla="*/ 106 w 178"/>
                  <a:gd name="T91" fmla="*/ 16 h 204"/>
                  <a:gd name="T92" fmla="*/ 102 w 178"/>
                  <a:gd name="T93" fmla="*/ 16 h 204"/>
                  <a:gd name="T94" fmla="*/ 96 w 178"/>
                  <a:gd name="T95" fmla="*/ 14 h 204"/>
                  <a:gd name="T96" fmla="*/ 92 w 178"/>
                  <a:gd name="T97" fmla="*/ 12 h 204"/>
                  <a:gd name="T98" fmla="*/ 88 w 178"/>
                  <a:gd name="T99" fmla="*/ 10 h 204"/>
                  <a:gd name="T100" fmla="*/ 26 w 178"/>
                  <a:gd name="T101" fmla="*/ 4 h 204"/>
                  <a:gd name="T102" fmla="*/ 18 w 178"/>
                  <a:gd name="T103" fmla="*/ 0 h 204"/>
                  <a:gd name="T104" fmla="*/ 14 w 178"/>
                  <a:gd name="T105" fmla="*/ 2 h 204"/>
                  <a:gd name="T106" fmla="*/ 10 w 178"/>
                  <a:gd name="T107" fmla="*/ 4 h 204"/>
                  <a:gd name="T108" fmla="*/ 0 w 178"/>
                  <a:gd name="T109" fmla="*/ 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8" h="204">
                    <a:moveTo>
                      <a:pt x="0" y="4"/>
                    </a:moveTo>
                    <a:lnTo>
                      <a:pt x="0" y="4"/>
                    </a:lnTo>
                    <a:lnTo>
                      <a:pt x="2" y="8"/>
                    </a:lnTo>
                    <a:lnTo>
                      <a:pt x="2" y="8"/>
                    </a:lnTo>
                    <a:lnTo>
                      <a:pt x="0" y="12"/>
                    </a:lnTo>
                    <a:lnTo>
                      <a:pt x="0" y="20"/>
                    </a:lnTo>
                    <a:lnTo>
                      <a:pt x="0" y="24"/>
                    </a:lnTo>
                    <a:lnTo>
                      <a:pt x="0" y="24"/>
                    </a:lnTo>
                    <a:lnTo>
                      <a:pt x="6" y="26"/>
                    </a:lnTo>
                    <a:lnTo>
                      <a:pt x="6" y="26"/>
                    </a:lnTo>
                    <a:lnTo>
                      <a:pt x="12" y="36"/>
                    </a:lnTo>
                    <a:lnTo>
                      <a:pt x="12" y="36"/>
                    </a:lnTo>
                    <a:lnTo>
                      <a:pt x="16" y="38"/>
                    </a:lnTo>
                    <a:lnTo>
                      <a:pt x="16" y="38"/>
                    </a:lnTo>
                    <a:lnTo>
                      <a:pt x="16" y="44"/>
                    </a:lnTo>
                    <a:lnTo>
                      <a:pt x="14" y="46"/>
                    </a:lnTo>
                    <a:lnTo>
                      <a:pt x="14" y="46"/>
                    </a:lnTo>
                    <a:lnTo>
                      <a:pt x="18" y="54"/>
                    </a:lnTo>
                    <a:lnTo>
                      <a:pt x="18" y="54"/>
                    </a:lnTo>
                    <a:lnTo>
                      <a:pt x="18" y="60"/>
                    </a:lnTo>
                    <a:lnTo>
                      <a:pt x="22" y="70"/>
                    </a:lnTo>
                    <a:lnTo>
                      <a:pt x="22" y="70"/>
                    </a:lnTo>
                    <a:lnTo>
                      <a:pt x="26" y="70"/>
                    </a:lnTo>
                    <a:lnTo>
                      <a:pt x="26" y="70"/>
                    </a:lnTo>
                    <a:lnTo>
                      <a:pt x="28" y="74"/>
                    </a:lnTo>
                    <a:lnTo>
                      <a:pt x="28" y="76"/>
                    </a:lnTo>
                    <a:lnTo>
                      <a:pt x="28" y="82"/>
                    </a:lnTo>
                    <a:lnTo>
                      <a:pt x="30" y="82"/>
                    </a:lnTo>
                    <a:lnTo>
                      <a:pt x="30" y="82"/>
                    </a:lnTo>
                    <a:lnTo>
                      <a:pt x="32" y="86"/>
                    </a:lnTo>
                    <a:lnTo>
                      <a:pt x="32" y="86"/>
                    </a:lnTo>
                    <a:lnTo>
                      <a:pt x="36" y="90"/>
                    </a:lnTo>
                    <a:lnTo>
                      <a:pt x="36" y="90"/>
                    </a:lnTo>
                    <a:lnTo>
                      <a:pt x="36" y="92"/>
                    </a:lnTo>
                    <a:lnTo>
                      <a:pt x="36" y="92"/>
                    </a:lnTo>
                    <a:lnTo>
                      <a:pt x="36" y="92"/>
                    </a:lnTo>
                    <a:lnTo>
                      <a:pt x="36" y="94"/>
                    </a:lnTo>
                    <a:lnTo>
                      <a:pt x="38" y="96"/>
                    </a:lnTo>
                    <a:lnTo>
                      <a:pt x="38" y="96"/>
                    </a:lnTo>
                    <a:lnTo>
                      <a:pt x="34" y="100"/>
                    </a:lnTo>
                    <a:lnTo>
                      <a:pt x="34" y="100"/>
                    </a:lnTo>
                    <a:lnTo>
                      <a:pt x="36" y="102"/>
                    </a:lnTo>
                    <a:lnTo>
                      <a:pt x="36" y="102"/>
                    </a:lnTo>
                    <a:lnTo>
                      <a:pt x="36" y="104"/>
                    </a:lnTo>
                    <a:lnTo>
                      <a:pt x="36" y="110"/>
                    </a:lnTo>
                    <a:lnTo>
                      <a:pt x="36" y="110"/>
                    </a:lnTo>
                    <a:lnTo>
                      <a:pt x="38" y="112"/>
                    </a:lnTo>
                    <a:lnTo>
                      <a:pt x="36" y="112"/>
                    </a:lnTo>
                    <a:lnTo>
                      <a:pt x="36" y="112"/>
                    </a:lnTo>
                    <a:lnTo>
                      <a:pt x="38" y="122"/>
                    </a:lnTo>
                    <a:lnTo>
                      <a:pt x="38" y="122"/>
                    </a:lnTo>
                    <a:lnTo>
                      <a:pt x="36" y="124"/>
                    </a:lnTo>
                    <a:lnTo>
                      <a:pt x="36" y="126"/>
                    </a:lnTo>
                    <a:lnTo>
                      <a:pt x="36" y="126"/>
                    </a:lnTo>
                    <a:lnTo>
                      <a:pt x="38" y="132"/>
                    </a:lnTo>
                    <a:lnTo>
                      <a:pt x="42" y="138"/>
                    </a:lnTo>
                    <a:lnTo>
                      <a:pt x="42" y="138"/>
                    </a:lnTo>
                    <a:lnTo>
                      <a:pt x="42" y="148"/>
                    </a:lnTo>
                    <a:lnTo>
                      <a:pt x="42" y="148"/>
                    </a:lnTo>
                    <a:lnTo>
                      <a:pt x="40" y="150"/>
                    </a:lnTo>
                    <a:lnTo>
                      <a:pt x="40" y="150"/>
                    </a:lnTo>
                    <a:lnTo>
                      <a:pt x="40" y="152"/>
                    </a:lnTo>
                    <a:lnTo>
                      <a:pt x="42" y="156"/>
                    </a:lnTo>
                    <a:lnTo>
                      <a:pt x="42" y="156"/>
                    </a:lnTo>
                    <a:lnTo>
                      <a:pt x="42" y="162"/>
                    </a:lnTo>
                    <a:lnTo>
                      <a:pt x="42" y="170"/>
                    </a:lnTo>
                    <a:lnTo>
                      <a:pt x="42" y="170"/>
                    </a:lnTo>
                    <a:lnTo>
                      <a:pt x="44" y="170"/>
                    </a:lnTo>
                    <a:lnTo>
                      <a:pt x="44" y="170"/>
                    </a:lnTo>
                    <a:lnTo>
                      <a:pt x="46" y="180"/>
                    </a:lnTo>
                    <a:lnTo>
                      <a:pt x="46" y="180"/>
                    </a:lnTo>
                    <a:lnTo>
                      <a:pt x="48" y="186"/>
                    </a:lnTo>
                    <a:lnTo>
                      <a:pt x="54" y="192"/>
                    </a:lnTo>
                    <a:lnTo>
                      <a:pt x="54" y="192"/>
                    </a:lnTo>
                    <a:lnTo>
                      <a:pt x="58" y="192"/>
                    </a:lnTo>
                    <a:lnTo>
                      <a:pt x="58" y="192"/>
                    </a:lnTo>
                    <a:lnTo>
                      <a:pt x="60" y="196"/>
                    </a:lnTo>
                    <a:lnTo>
                      <a:pt x="60" y="200"/>
                    </a:lnTo>
                    <a:lnTo>
                      <a:pt x="60" y="200"/>
                    </a:lnTo>
                    <a:lnTo>
                      <a:pt x="62" y="202"/>
                    </a:lnTo>
                    <a:lnTo>
                      <a:pt x="62" y="202"/>
                    </a:lnTo>
                    <a:lnTo>
                      <a:pt x="64" y="200"/>
                    </a:lnTo>
                    <a:lnTo>
                      <a:pt x="68" y="196"/>
                    </a:lnTo>
                    <a:lnTo>
                      <a:pt x="68" y="196"/>
                    </a:lnTo>
                    <a:lnTo>
                      <a:pt x="70" y="194"/>
                    </a:lnTo>
                    <a:lnTo>
                      <a:pt x="74" y="194"/>
                    </a:lnTo>
                    <a:lnTo>
                      <a:pt x="74" y="194"/>
                    </a:lnTo>
                    <a:lnTo>
                      <a:pt x="74" y="196"/>
                    </a:lnTo>
                    <a:lnTo>
                      <a:pt x="74" y="196"/>
                    </a:lnTo>
                    <a:lnTo>
                      <a:pt x="74" y="198"/>
                    </a:lnTo>
                    <a:lnTo>
                      <a:pt x="74" y="200"/>
                    </a:lnTo>
                    <a:lnTo>
                      <a:pt x="74" y="200"/>
                    </a:lnTo>
                    <a:lnTo>
                      <a:pt x="76" y="204"/>
                    </a:lnTo>
                    <a:lnTo>
                      <a:pt x="82" y="204"/>
                    </a:lnTo>
                    <a:lnTo>
                      <a:pt x="82" y="204"/>
                    </a:lnTo>
                    <a:lnTo>
                      <a:pt x="86" y="204"/>
                    </a:lnTo>
                    <a:lnTo>
                      <a:pt x="88" y="204"/>
                    </a:lnTo>
                    <a:lnTo>
                      <a:pt x="88" y="204"/>
                    </a:lnTo>
                    <a:lnTo>
                      <a:pt x="92" y="202"/>
                    </a:lnTo>
                    <a:lnTo>
                      <a:pt x="94" y="198"/>
                    </a:lnTo>
                    <a:lnTo>
                      <a:pt x="94" y="198"/>
                    </a:lnTo>
                    <a:lnTo>
                      <a:pt x="96" y="196"/>
                    </a:lnTo>
                    <a:lnTo>
                      <a:pt x="100" y="196"/>
                    </a:lnTo>
                    <a:lnTo>
                      <a:pt x="102" y="196"/>
                    </a:lnTo>
                    <a:lnTo>
                      <a:pt x="104" y="144"/>
                    </a:lnTo>
                    <a:lnTo>
                      <a:pt x="104" y="84"/>
                    </a:lnTo>
                    <a:lnTo>
                      <a:pt x="120" y="84"/>
                    </a:lnTo>
                    <a:lnTo>
                      <a:pt x="120" y="26"/>
                    </a:lnTo>
                    <a:lnTo>
                      <a:pt x="130" y="26"/>
                    </a:lnTo>
                    <a:lnTo>
                      <a:pt x="160" y="24"/>
                    </a:lnTo>
                    <a:lnTo>
                      <a:pt x="160" y="24"/>
                    </a:lnTo>
                    <a:lnTo>
                      <a:pt x="162" y="24"/>
                    </a:lnTo>
                    <a:lnTo>
                      <a:pt x="164" y="24"/>
                    </a:lnTo>
                    <a:lnTo>
                      <a:pt x="164" y="22"/>
                    </a:lnTo>
                    <a:lnTo>
                      <a:pt x="164" y="22"/>
                    </a:lnTo>
                    <a:lnTo>
                      <a:pt x="166" y="20"/>
                    </a:lnTo>
                    <a:lnTo>
                      <a:pt x="168" y="22"/>
                    </a:lnTo>
                    <a:lnTo>
                      <a:pt x="170" y="22"/>
                    </a:lnTo>
                    <a:lnTo>
                      <a:pt x="172" y="20"/>
                    </a:lnTo>
                    <a:lnTo>
                      <a:pt x="172" y="20"/>
                    </a:lnTo>
                    <a:lnTo>
                      <a:pt x="174" y="18"/>
                    </a:lnTo>
                    <a:lnTo>
                      <a:pt x="176" y="18"/>
                    </a:lnTo>
                    <a:lnTo>
                      <a:pt x="178" y="18"/>
                    </a:lnTo>
                    <a:lnTo>
                      <a:pt x="178" y="18"/>
                    </a:lnTo>
                    <a:lnTo>
                      <a:pt x="176" y="16"/>
                    </a:lnTo>
                    <a:lnTo>
                      <a:pt x="174" y="14"/>
                    </a:lnTo>
                    <a:lnTo>
                      <a:pt x="174" y="14"/>
                    </a:lnTo>
                    <a:lnTo>
                      <a:pt x="172" y="12"/>
                    </a:lnTo>
                    <a:lnTo>
                      <a:pt x="168" y="12"/>
                    </a:lnTo>
                    <a:lnTo>
                      <a:pt x="152" y="14"/>
                    </a:lnTo>
                    <a:lnTo>
                      <a:pt x="122" y="20"/>
                    </a:lnTo>
                    <a:lnTo>
                      <a:pt x="122" y="20"/>
                    </a:lnTo>
                    <a:lnTo>
                      <a:pt x="118" y="18"/>
                    </a:lnTo>
                    <a:lnTo>
                      <a:pt x="112" y="16"/>
                    </a:lnTo>
                    <a:lnTo>
                      <a:pt x="112" y="16"/>
                    </a:lnTo>
                    <a:lnTo>
                      <a:pt x="110" y="16"/>
                    </a:lnTo>
                    <a:lnTo>
                      <a:pt x="110" y="16"/>
                    </a:lnTo>
                    <a:lnTo>
                      <a:pt x="106" y="16"/>
                    </a:lnTo>
                    <a:lnTo>
                      <a:pt x="106" y="16"/>
                    </a:lnTo>
                    <a:lnTo>
                      <a:pt x="104" y="16"/>
                    </a:lnTo>
                    <a:lnTo>
                      <a:pt x="102" y="16"/>
                    </a:lnTo>
                    <a:lnTo>
                      <a:pt x="100" y="14"/>
                    </a:lnTo>
                    <a:lnTo>
                      <a:pt x="96" y="14"/>
                    </a:lnTo>
                    <a:lnTo>
                      <a:pt x="96" y="14"/>
                    </a:lnTo>
                    <a:lnTo>
                      <a:pt x="94" y="14"/>
                    </a:lnTo>
                    <a:lnTo>
                      <a:pt x="92" y="14"/>
                    </a:lnTo>
                    <a:lnTo>
                      <a:pt x="92" y="12"/>
                    </a:lnTo>
                    <a:lnTo>
                      <a:pt x="90" y="12"/>
                    </a:lnTo>
                    <a:lnTo>
                      <a:pt x="90" y="12"/>
                    </a:lnTo>
                    <a:lnTo>
                      <a:pt x="88" y="10"/>
                    </a:lnTo>
                    <a:lnTo>
                      <a:pt x="86" y="8"/>
                    </a:lnTo>
                    <a:lnTo>
                      <a:pt x="84" y="6"/>
                    </a:lnTo>
                    <a:lnTo>
                      <a:pt x="26" y="4"/>
                    </a:lnTo>
                    <a:lnTo>
                      <a:pt x="26" y="4"/>
                    </a:lnTo>
                    <a:lnTo>
                      <a:pt x="22" y="2"/>
                    </a:lnTo>
                    <a:lnTo>
                      <a:pt x="18" y="0"/>
                    </a:lnTo>
                    <a:lnTo>
                      <a:pt x="18" y="0"/>
                    </a:lnTo>
                    <a:lnTo>
                      <a:pt x="16" y="2"/>
                    </a:lnTo>
                    <a:lnTo>
                      <a:pt x="14" y="2"/>
                    </a:lnTo>
                    <a:lnTo>
                      <a:pt x="12" y="4"/>
                    </a:lnTo>
                    <a:lnTo>
                      <a:pt x="10" y="4"/>
                    </a:lnTo>
                    <a:lnTo>
                      <a:pt x="10" y="4"/>
                    </a:lnTo>
                    <a:lnTo>
                      <a:pt x="4" y="4"/>
                    </a:lnTo>
                    <a:lnTo>
                      <a:pt x="0" y="4"/>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2" name="Freeform 133">
                <a:extLst>
                  <a:ext uri="{FF2B5EF4-FFF2-40B4-BE49-F238E27FC236}">
                    <a16:creationId xmlns:a16="http://schemas.microsoft.com/office/drawing/2014/main" id="{F8DCFF97-1BC0-3743-87F5-F052F1B3E2AA}"/>
                  </a:ext>
                </a:extLst>
              </p:cNvPr>
              <p:cNvSpPr>
                <a:spLocks/>
              </p:cNvSpPr>
              <p:nvPr/>
            </p:nvSpPr>
            <p:spPr bwMode="auto">
              <a:xfrm>
                <a:off x="6690018" y="4748063"/>
                <a:ext cx="277880" cy="532625"/>
              </a:xfrm>
              <a:custGeom>
                <a:avLst/>
                <a:gdLst>
                  <a:gd name="T0" fmla="*/ 66 w 142"/>
                  <a:gd name="T1" fmla="*/ 50 h 266"/>
                  <a:gd name="T2" fmla="*/ 72 w 142"/>
                  <a:gd name="T3" fmla="*/ 62 h 266"/>
                  <a:gd name="T4" fmla="*/ 72 w 142"/>
                  <a:gd name="T5" fmla="*/ 76 h 266"/>
                  <a:gd name="T6" fmla="*/ 66 w 142"/>
                  <a:gd name="T7" fmla="*/ 82 h 266"/>
                  <a:gd name="T8" fmla="*/ 66 w 142"/>
                  <a:gd name="T9" fmla="*/ 96 h 266"/>
                  <a:gd name="T10" fmla="*/ 60 w 142"/>
                  <a:gd name="T11" fmla="*/ 102 h 266"/>
                  <a:gd name="T12" fmla="*/ 56 w 142"/>
                  <a:gd name="T13" fmla="*/ 94 h 266"/>
                  <a:gd name="T14" fmla="*/ 48 w 142"/>
                  <a:gd name="T15" fmla="*/ 80 h 266"/>
                  <a:gd name="T16" fmla="*/ 48 w 142"/>
                  <a:gd name="T17" fmla="*/ 64 h 266"/>
                  <a:gd name="T18" fmla="*/ 36 w 142"/>
                  <a:gd name="T19" fmla="*/ 66 h 266"/>
                  <a:gd name="T20" fmla="*/ 0 w 142"/>
                  <a:gd name="T21" fmla="*/ 66 h 266"/>
                  <a:gd name="T22" fmla="*/ 4 w 142"/>
                  <a:gd name="T23" fmla="*/ 74 h 266"/>
                  <a:gd name="T24" fmla="*/ 16 w 142"/>
                  <a:gd name="T25" fmla="*/ 88 h 266"/>
                  <a:gd name="T26" fmla="*/ 32 w 142"/>
                  <a:gd name="T27" fmla="*/ 98 h 266"/>
                  <a:gd name="T28" fmla="*/ 32 w 142"/>
                  <a:gd name="T29" fmla="*/ 106 h 266"/>
                  <a:gd name="T30" fmla="*/ 32 w 142"/>
                  <a:gd name="T31" fmla="*/ 122 h 266"/>
                  <a:gd name="T32" fmla="*/ 30 w 142"/>
                  <a:gd name="T33" fmla="*/ 136 h 266"/>
                  <a:gd name="T34" fmla="*/ 32 w 142"/>
                  <a:gd name="T35" fmla="*/ 144 h 266"/>
                  <a:gd name="T36" fmla="*/ 30 w 142"/>
                  <a:gd name="T37" fmla="*/ 154 h 266"/>
                  <a:gd name="T38" fmla="*/ 30 w 142"/>
                  <a:gd name="T39" fmla="*/ 168 h 266"/>
                  <a:gd name="T40" fmla="*/ 34 w 142"/>
                  <a:gd name="T41" fmla="*/ 170 h 266"/>
                  <a:gd name="T42" fmla="*/ 18 w 142"/>
                  <a:gd name="T43" fmla="*/ 194 h 266"/>
                  <a:gd name="T44" fmla="*/ 16 w 142"/>
                  <a:gd name="T45" fmla="*/ 214 h 266"/>
                  <a:gd name="T46" fmla="*/ 16 w 142"/>
                  <a:gd name="T47" fmla="*/ 236 h 266"/>
                  <a:gd name="T48" fmla="*/ 18 w 142"/>
                  <a:gd name="T49" fmla="*/ 250 h 266"/>
                  <a:gd name="T50" fmla="*/ 24 w 142"/>
                  <a:gd name="T51" fmla="*/ 256 h 266"/>
                  <a:gd name="T52" fmla="*/ 34 w 142"/>
                  <a:gd name="T53" fmla="*/ 258 h 266"/>
                  <a:gd name="T54" fmla="*/ 28 w 142"/>
                  <a:gd name="T55" fmla="*/ 252 h 266"/>
                  <a:gd name="T56" fmla="*/ 64 w 142"/>
                  <a:gd name="T57" fmla="*/ 234 h 266"/>
                  <a:gd name="T58" fmla="*/ 68 w 142"/>
                  <a:gd name="T59" fmla="*/ 224 h 266"/>
                  <a:gd name="T60" fmla="*/ 68 w 142"/>
                  <a:gd name="T61" fmla="*/ 194 h 266"/>
                  <a:gd name="T62" fmla="*/ 62 w 142"/>
                  <a:gd name="T63" fmla="*/ 168 h 266"/>
                  <a:gd name="T64" fmla="*/ 58 w 142"/>
                  <a:gd name="T65" fmla="*/ 148 h 266"/>
                  <a:gd name="T66" fmla="*/ 68 w 142"/>
                  <a:gd name="T67" fmla="*/ 138 h 266"/>
                  <a:gd name="T68" fmla="*/ 76 w 142"/>
                  <a:gd name="T69" fmla="*/ 128 h 266"/>
                  <a:gd name="T70" fmla="*/ 88 w 142"/>
                  <a:gd name="T71" fmla="*/ 118 h 266"/>
                  <a:gd name="T72" fmla="*/ 102 w 142"/>
                  <a:gd name="T73" fmla="*/ 114 h 266"/>
                  <a:gd name="T74" fmla="*/ 116 w 142"/>
                  <a:gd name="T75" fmla="*/ 108 h 266"/>
                  <a:gd name="T76" fmla="*/ 126 w 142"/>
                  <a:gd name="T77" fmla="*/ 98 h 266"/>
                  <a:gd name="T78" fmla="*/ 130 w 142"/>
                  <a:gd name="T79" fmla="*/ 90 h 266"/>
                  <a:gd name="T80" fmla="*/ 136 w 142"/>
                  <a:gd name="T81" fmla="*/ 78 h 266"/>
                  <a:gd name="T82" fmla="*/ 138 w 142"/>
                  <a:gd name="T83" fmla="*/ 72 h 266"/>
                  <a:gd name="T84" fmla="*/ 138 w 142"/>
                  <a:gd name="T85" fmla="*/ 62 h 266"/>
                  <a:gd name="T86" fmla="*/ 142 w 142"/>
                  <a:gd name="T87" fmla="*/ 46 h 266"/>
                  <a:gd name="T88" fmla="*/ 140 w 142"/>
                  <a:gd name="T89" fmla="*/ 38 h 266"/>
                  <a:gd name="T90" fmla="*/ 136 w 142"/>
                  <a:gd name="T91" fmla="*/ 6 h 266"/>
                  <a:gd name="T92" fmla="*/ 124 w 142"/>
                  <a:gd name="T93" fmla="*/ 6 h 266"/>
                  <a:gd name="T94" fmla="*/ 108 w 142"/>
                  <a:gd name="T95" fmla="*/ 12 h 266"/>
                  <a:gd name="T96" fmla="*/ 100 w 142"/>
                  <a:gd name="T97" fmla="*/ 12 h 266"/>
                  <a:gd name="T98" fmla="*/ 86 w 142"/>
                  <a:gd name="T99" fmla="*/ 18 h 266"/>
                  <a:gd name="T100" fmla="*/ 72 w 142"/>
                  <a:gd name="T101" fmla="*/ 16 h 266"/>
                  <a:gd name="T102" fmla="*/ 66 w 142"/>
                  <a:gd name="T103" fmla="*/ 16 h 266"/>
                  <a:gd name="T104" fmla="*/ 58 w 142"/>
                  <a:gd name="T105" fmla="*/ 26 h 266"/>
                  <a:gd name="T106" fmla="*/ 60 w 142"/>
                  <a:gd name="T107" fmla="*/ 3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2" h="266">
                    <a:moveTo>
                      <a:pt x="62" y="44"/>
                    </a:moveTo>
                    <a:lnTo>
                      <a:pt x="62" y="44"/>
                    </a:lnTo>
                    <a:lnTo>
                      <a:pt x="64" y="46"/>
                    </a:lnTo>
                    <a:lnTo>
                      <a:pt x="64" y="46"/>
                    </a:lnTo>
                    <a:lnTo>
                      <a:pt x="66" y="50"/>
                    </a:lnTo>
                    <a:lnTo>
                      <a:pt x="68" y="56"/>
                    </a:lnTo>
                    <a:lnTo>
                      <a:pt x="68" y="56"/>
                    </a:lnTo>
                    <a:lnTo>
                      <a:pt x="70" y="60"/>
                    </a:lnTo>
                    <a:lnTo>
                      <a:pt x="72" y="62"/>
                    </a:lnTo>
                    <a:lnTo>
                      <a:pt x="72" y="62"/>
                    </a:lnTo>
                    <a:lnTo>
                      <a:pt x="74" y="62"/>
                    </a:lnTo>
                    <a:lnTo>
                      <a:pt x="74" y="66"/>
                    </a:lnTo>
                    <a:lnTo>
                      <a:pt x="72" y="72"/>
                    </a:lnTo>
                    <a:lnTo>
                      <a:pt x="72" y="72"/>
                    </a:lnTo>
                    <a:lnTo>
                      <a:pt x="72" y="76"/>
                    </a:lnTo>
                    <a:lnTo>
                      <a:pt x="74" y="80"/>
                    </a:lnTo>
                    <a:lnTo>
                      <a:pt x="74" y="80"/>
                    </a:lnTo>
                    <a:lnTo>
                      <a:pt x="72" y="82"/>
                    </a:lnTo>
                    <a:lnTo>
                      <a:pt x="70" y="84"/>
                    </a:lnTo>
                    <a:lnTo>
                      <a:pt x="66" y="82"/>
                    </a:lnTo>
                    <a:lnTo>
                      <a:pt x="66" y="82"/>
                    </a:lnTo>
                    <a:lnTo>
                      <a:pt x="64" y="84"/>
                    </a:lnTo>
                    <a:lnTo>
                      <a:pt x="64" y="88"/>
                    </a:lnTo>
                    <a:lnTo>
                      <a:pt x="66" y="96"/>
                    </a:lnTo>
                    <a:lnTo>
                      <a:pt x="66" y="96"/>
                    </a:lnTo>
                    <a:lnTo>
                      <a:pt x="66" y="98"/>
                    </a:lnTo>
                    <a:lnTo>
                      <a:pt x="66" y="100"/>
                    </a:lnTo>
                    <a:lnTo>
                      <a:pt x="62" y="102"/>
                    </a:lnTo>
                    <a:lnTo>
                      <a:pt x="62" y="102"/>
                    </a:lnTo>
                    <a:lnTo>
                      <a:pt x="60" y="102"/>
                    </a:lnTo>
                    <a:lnTo>
                      <a:pt x="60" y="100"/>
                    </a:lnTo>
                    <a:lnTo>
                      <a:pt x="60" y="96"/>
                    </a:lnTo>
                    <a:lnTo>
                      <a:pt x="60" y="96"/>
                    </a:lnTo>
                    <a:lnTo>
                      <a:pt x="56" y="94"/>
                    </a:lnTo>
                    <a:lnTo>
                      <a:pt x="56" y="94"/>
                    </a:lnTo>
                    <a:lnTo>
                      <a:pt x="48" y="86"/>
                    </a:lnTo>
                    <a:lnTo>
                      <a:pt x="48" y="86"/>
                    </a:lnTo>
                    <a:lnTo>
                      <a:pt x="46" y="84"/>
                    </a:lnTo>
                    <a:lnTo>
                      <a:pt x="48" y="80"/>
                    </a:lnTo>
                    <a:lnTo>
                      <a:pt x="48" y="80"/>
                    </a:lnTo>
                    <a:lnTo>
                      <a:pt x="50" y="74"/>
                    </a:lnTo>
                    <a:lnTo>
                      <a:pt x="50" y="70"/>
                    </a:lnTo>
                    <a:lnTo>
                      <a:pt x="50" y="70"/>
                    </a:lnTo>
                    <a:lnTo>
                      <a:pt x="48" y="66"/>
                    </a:lnTo>
                    <a:lnTo>
                      <a:pt x="48" y="64"/>
                    </a:lnTo>
                    <a:lnTo>
                      <a:pt x="48" y="64"/>
                    </a:lnTo>
                    <a:lnTo>
                      <a:pt x="38" y="66"/>
                    </a:lnTo>
                    <a:lnTo>
                      <a:pt x="38" y="66"/>
                    </a:lnTo>
                    <a:lnTo>
                      <a:pt x="38" y="66"/>
                    </a:lnTo>
                    <a:lnTo>
                      <a:pt x="36" y="66"/>
                    </a:lnTo>
                    <a:lnTo>
                      <a:pt x="36" y="62"/>
                    </a:lnTo>
                    <a:lnTo>
                      <a:pt x="36" y="62"/>
                    </a:lnTo>
                    <a:lnTo>
                      <a:pt x="32" y="58"/>
                    </a:lnTo>
                    <a:lnTo>
                      <a:pt x="30" y="56"/>
                    </a:lnTo>
                    <a:lnTo>
                      <a:pt x="0" y="66"/>
                    </a:lnTo>
                    <a:lnTo>
                      <a:pt x="0" y="66"/>
                    </a:lnTo>
                    <a:lnTo>
                      <a:pt x="2" y="70"/>
                    </a:lnTo>
                    <a:lnTo>
                      <a:pt x="4" y="72"/>
                    </a:lnTo>
                    <a:lnTo>
                      <a:pt x="4" y="74"/>
                    </a:lnTo>
                    <a:lnTo>
                      <a:pt x="4" y="74"/>
                    </a:lnTo>
                    <a:lnTo>
                      <a:pt x="2" y="84"/>
                    </a:lnTo>
                    <a:lnTo>
                      <a:pt x="2" y="84"/>
                    </a:lnTo>
                    <a:lnTo>
                      <a:pt x="8" y="84"/>
                    </a:lnTo>
                    <a:lnTo>
                      <a:pt x="8" y="84"/>
                    </a:lnTo>
                    <a:lnTo>
                      <a:pt x="16" y="88"/>
                    </a:lnTo>
                    <a:lnTo>
                      <a:pt x="16" y="88"/>
                    </a:lnTo>
                    <a:lnTo>
                      <a:pt x="24" y="92"/>
                    </a:lnTo>
                    <a:lnTo>
                      <a:pt x="24" y="92"/>
                    </a:lnTo>
                    <a:lnTo>
                      <a:pt x="28" y="94"/>
                    </a:lnTo>
                    <a:lnTo>
                      <a:pt x="32" y="98"/>
                    </a:lnTo>
                    <a:lnTo>
                      <a:pt x="32" y="98"/>
                    </a:lnTo>
                    <a:lnTo>
                      <a:pt x="34" y="102"/>
                    </a:lnTo>
                    <a:lnTo>
                      <a:pt x="34" y="104"/>
                    </a:lnTo>
                    <a:lnTo>
                      <a:pt x="34" y="104"/>
                    </a:lnTo>
                    <a:lnTo>
                      <a:pt x="32" y="106"/>
                    </a:lnTo>
                    <a:lnTo>
                      <a:pt x="30" y="110"/>
                    </a:lnTo>
                    <a:lnTo>
                      <a:pt x="30" y="110"/>
                    </a:lnTo>
                    <a:lnTo>
                      <a:pt x="30" y="116"/>
                    </a:lnTo>
                    <a:lnTo>
                      <a:pt x="32" y="122"/>
                    </a:lnTo>
                    <a:lnTo>
                      <a:pt x="32" y="122"/>
                    </a:lnTo>
                    <a:lnTo>
                      <a:pt x="36" y="128"/>
                    </a:lnTo>
                    <a:lnTo>
                      <a:pt x="36" y="128"/>
                    </a:lnTo>
                    <a:lnTo>
                      <a:pt x="32" y="134"/>
                    </a:lnTo>
                    <a:lnTo>
                      <a:pt x="32" y="134"/>
                    </a:lnTo>
                    <a:lnTo>
                      <a:pt x="30" y="136"/>
                    </a:lnTo>
                    <a:lnTo>
                      <a:pt x="30" y="138"/>
                    </a:lnTo>
                    <a:lnTo>
                      <a:pt x="30" y="140"/>
                    </a:lnTo>
                    <a:lnTo>
                      <a:pt x="30" y="140"/>
                    </a:lnTo>
                    <a:lnTo>
                      <a:pt x="32" y="142"/>
                    </a:lnTo>
                    <a:lnTo>
                      <a:pt x="32" y="144"/>
                    </a:lnTo>
                    <a:lnTo>
                      <a:pt x="32" y="144"/>
                    </a:lnTo>
                    <a:lnTo>
                      <a:pt x="30" y="148"/>
                    </a:lnTo>
                    <a:lnTo>
                      <a:pt x="30" y="148"/>
                    </a:lnTo>
                    <a:lnTo>
                      <a:pt x="30" y="154"/>
                    </a:lnTo>
                    <a:lnTo>
                      <a:pt x="30" y="154"/>
                    </a:lnTo>
                    <a:lnTo>
                      <a:pt x="30" y="156"/>
                    </a:lnTo>
                    <a:lnTo>
                      <a:pt x="30" y="160"/>
                    </a:lnTo>
                    <a:lnTo>
                      <a:pt x="32" y="164"/>
                    </a:lnTo>
                    <a:lnTo>
                      <a:pt x="32" y="164"/>
                    </a:lnTo>
                    <a:lnTo>
                      <a:pt x="30" y="168"/>
                    </a:lnTo>
                    <a:lnTo>
                      <a:pt x="30" y="168"/>
                    </a:lnTo>
                    <a:lnTo>
                      <a:pt x="30" y="168"/>
                    </a:lnTo>
                    <a:lnTo>
                      <a:pt x="32" y="170"/>
                    </a:lnTo>
                    <a:lnTo>
                      <a:pt x="32" y="170"/>
                    </a:lnTo>
                    <a:lnTo>
                      <a:pt x="34" y="170"/>
                    </a:lnTo>
                    <a:lnTo>
                      <a:pt x="34" y="172"/>
                    </a:lnTo>
                    <a:lnTo>
                      <a:pt x="34" y="172"/>
                    </a:lnTo>
                    <a:lnTo>
                      <a:pt x="28" y="182"/>
                    </a:lnTo>
                    <a:lnTo>
                      <a:pt x="18" y="194"/>
                    </a:lnTo>
                    <a:lnTo>
                      <a:pt x="18" y="194"/>
                    </a:lnTo>
                    <a:lnTo>
                      <a:pt x="18" y="200"/>
                    </a:lnTo>
                    <a:lnTo>
                      <a:pt x="18" y="204"/>
                    </a:lnTo>
                    <a:lnTo>
                      <a:pt x="16" y="208"/>
                    </a:lnTo>
                    <a:lnTo>
                      <a:pt x="16" y="208"/>
                    </a:lnTo>
                    <a:lnTo>
                      <a:pt x="16" y="214"/>
                    </a:lnTo>
                    <a:lnTo>
                      <a:pt x="18" y="222"/>
                    </a:lnTo>
                    <a:lnTo>
                      <a:pt x="18" y="222"/>
                    </a:lnTo>
                    <a:lnTo>
                      <a:pt x="18" y="230"/>
                    </a:lnTo>
                    <a:lnTo>
                      <a:pt x="16" y="236"/>
                    </a:lnTo>
                    <a:lnTo>
                      <a:pt x="16" y="236"/>
                    </a:lnTo>
                    <a:lnTo>
                      <a:pt x="16" y="240"/>
                    </a:lnTo>
                    <a:lnTo>
                      <a:pt x="16" y="244"/>
                    </a:lnTo>
                    <a:lnTo>
                      <a:pt x="16" y="244"/>
                    </a:lnTo>
                    <a:lnTo>
                      <a:pt x="18" y="248"/>
                    </a:lnTo>
                    <a:lnTo>
                      <a:pt x="18" y="250"/>
                    </a:lnTo>
                    <a:lnTo>
                      <a:pt x="18" y="250"/>
                    </a:lnTo>
                    <a:lnTo>
                      <a:pt x="22" y="252"/>
                    </a:lnTo>
                    <a:lnTo>
                      <a:pt x="24" y="254"/>
                    </a:lnTo>
                    <a:lnTo>
                      <a:pt x="24" y="256"/>
                    </a:lnTo>
                    <a:lnTo>
                      <a:pt x="24" y="256"/>
                    </a:lnTo>
                    <a:lnTo>
                      <a:pt x="22" y="264"/>
                    </a:lnTo>
                    <a:lnTo>
                      <a:pt x="32" y="266"/>
                    </a:lnTo>
                    <a:lnTo>
                      <a:pt x="32" y="266"/>
                    </a:lnTo>
                    <a:lnTo>
                      <a:pt x="34" y="258"/>
                    </a:lnTo>
                    <a:lnTo>
                      <a:pt x="34" y="258"/>
                    </a:lnTo>
                    <a:lnTo>
                      <a:pt x="30" y="258"/>
                    </a:lnTo>
                    <a:lnTo>
                      <a:pt x="28" y="256"/>
                    </a:lnTo>
                    <a:lnTo>
                      <a:pt x="28" y="256"/>
                    </a:lnTo>
                    <a:lnTo>
                      <a:pt x="28" y="252"/>
                    </a:lnTo>
                    <a:lnTo>
                      <a:pt x="28" y="252"/>
                    </a:lnTo>
                    <a:lnTo>
                      <a:pt x="32" y="248"/>
                    </a:lnTo>
                    <a:lnTo>
                      <a:pt x="38" y="246"/>
                    </a:lnTo>
                    <a:lnTo>
                      <a:pt x="48" y="242"/>
                    </a:lnTo>
                    <a:lnTo>
                      <a:pt x="58" y="236"/>
                    </a:lnTo>
                    <a:lnTo>
                      <a:pt x="64" y="234"/>
                    </a:lnTo>
                    <a:lnTo>
                      <a:pt x="68" y="230"/>
                    </a:lnTo>
                    <a:lnTo>
                      <a:pt x="68" y="230"/>
                    </a:lnTo>
                    <a:lnTo>
                      <a:pt x="70" y="228"/>
                    </a:lnTo>
                    <a:lnTo>
                      <a:pt x="70" y="228"/>
                    </a:lnTo>
                    <a:lnTo>
                      <a:pt x="68" y="224"/>
                    </a:lnTo>
                    <a:lnTo>
                      <a:pt x="68" y="220"/>
                    </a:lnTo>
                    <a:lnTo>
                      <a:pt x="68" y="220"/>
                    </a:lnTo>
                    <a:lnTo>
                      <a:pt x="68" y="208"/>
                    </a:lnTo>
                    <a:lnTo>
                      <a:pt x="68" y="194"/>
                    </a:lnTo>
                    <a:lnTo>
                      <a:pt x="68" y="194"/>
                    </a:lnTo>
                    <a:lnTo>
                      <a:pt x="62" y="182"/>
                    </a:lnTo>
                    <a:lnTo>
                      <a:pt x="62" y="182"/>
                    </a:lnTo>
                    <a:lnTo>
                      <a:pt x="62" y="174"/>
                    </a:lnTo>
                    <a:lnTo>
                      <a:pt x="62" y="168"/>
                    </a:lnTo>
                    <a:lnTo>
                      <a:pt x="62" y="168"/>
                    </a:lnTo>
                    <a:lnTo>
                      <a:pt x="58" y="166"/>
                    </a:lnTo>
                    <a:lnTo>
                      <a:pt x="58" y="166"/>
                    </a:lnTo>
                    <a:lnTo>
                      <a:pt x="56" y="158"/>
                    </a:lnTo>
                    <a:lnTo>
                      <a:pt x="58" y="148"/>
                    </a:lnTo>
                    <a:lnTo>
                      <a:pt x="58" y="148"/>
                    </a:lnTo>
                    <a:lnTo>
                      <a:pt x="64" y="146"/>
                    </a:lnTo>
                    <a:lnTo>
                      <a:pt x="64" y="146"/>
                    </a:lnTo>
                    <a:lnTo>
                      <a:pt x="66" y="142"/>
                    </a:lnTo>
                    <a:lnTo>
                      <a:pt x="68" y="138"/>
                    </a:lnTo>
                    <a:lnTo>
                      <a:pt x="68" y="138"/>
                    </a:lnTo>
                    <a:lnTo>
                      <a:pt x="70" y="136"/>
                    </a:lnTo>
                    <a:lnTo>
                      <a:pt x="74" y="136"/>
                    </a:lnTo>
                    <a:lnTo>
                      <a:pt x="74" y="136"/>
                    </a:lnTo>
                    <a:lnTo>
                      <a:pt x="76" y="132"/>
                    </a:lnTo>
                    <a:lnTo>
                      <a:pt x="76" y="128"/>
                    </a:lnTo>
                    <a:lnTo>
                      <a:pt x="76" y="120"/>
                    </a:lnTo>
                    <a:lnTo>
                      <a:pt x="76" y="120"/>
                    </a:lnTo>
                    <a:lnTo>
                      <a:pt x="88" y="120"/>
                    </a:lnTo>
                    <a:lnTo>
                      <a:pt x="88" y="120"/>
                    </a:lnTo>
                    <a:lnTo>
                      <a:pt x="88" y="118"/>
                    </a:lnTo>
                    <a:lnTo>
                      <a:pt x="88" y="118"/>
                    </a:lnTo>
                    <a:lnTo>
                      <a:pt x="96" y="118"/>
                    </a:lnTo>
                    <a:lnTo>
                      <a:pt x="96" y="116"/>
                    </a:lnTo>
                    <a:lnTo>
                      <a:pt x="96" y="116"/>
                    </a:lnTo>
                    <a:lnTo>
                      <a:pt x="102" y="114"/>
                    </a:lnTo>
                    <a:lnTo>
                      <a:pt x="102" y="114"/>
                    </a:lnTo>
                    <a:lnTo>
                      <a:pt x="104" y="110"/>
                    </a:lnTo>
                    <a:lnTo>
                      <a:pt x="104" y="110"/>
                    </a:lnTo>
                    <a:lnTo>
                      <a:pt x="110" y="110"/>
                    </a:lnTo>
                    <a:lnTo>
                      <a:pt x="116" y="108"/>
                    </a:lnTo>
                    <a:lnTo>
                      <a:pt x="116" y="108"/>
                    </a:lnTo>
                    <a:lnTo>
                      <a:pt x="120" y="104"/>
                    </a:lnTo>
                    <a:lnTo>
                      <a:pt x="122" y="100"/>
                    </a:lnTo>
                    <a:lnTo>
                      <a:pt x="122" y="100"/>
                    </a:lnTo>
                    <a:lnTo>
                      <a:pt x="126" y="98"/>
                    </a:lnTo>
                    <a:lnTo>
                      <a:pt x="130" y="96"/>
                    </a:lnTo>
                    <a:lnTo>
                      <a:pt x="130" y="96"/>
                    </a:lnTo>
                    <a:lnTo>
                      <a:pt x="130" y="92"/>
                    </a:lnTo>
                    <a:lnTo>
                      <a:pt x="130" y="90"/>
                    </a:lnTo>
                    <a:lnTo>
                      <a:pt x="130" y="90"/>
                    </a:lnTo>
                    <a:lnTo>
                      <a:pt x="136" y="86"/>
                    </a:lnTo>
                    <a:lnTo>
                      <a:pt x="136" y="86"/>
                    </a:lnTo>
                    <a:lnTo>
                      <a:pt x="136" y="84"/>
                    </a:lnTo>
                    <a:lnTo>
                      <a:pt x="136" y="82"/>
                    </a:lnTo>
                    <a:lnTo>
                      <a:pt x="136" y="78"/>
                    </a:lnTo>
                    <a:lnTo>
                      <a:pt x="136" y="78"/>
                    </a:lnTo>
                    <a:lnTo>
                      <a:pt x="140" y="76"/>
                    </a:lnTo>
                    <a:lnTo>
                      <a:pt x="140" y="76"/>
                    </a:lnTo>
                    <a:lnTo>
                      <a:pt x="140" y="72"/>
                    </a:lnTo>
                    <a:lnTo>
                      <a:pt x="138" y="72"/>
                    </a:lnTo>
                    <a:lnTo>
                      <a:pt x="138" y="72"/>
                    </a:lnTo>
                    <a:lnTo>
                      <a:pt x="136" y="68"/>
                    </a:lnTo>
                    <a:lnTo>
                      <a:pt x="136" y="66"/>
                    </a:lnTo>
                    <a:lnTo>
                      <a:pt x="136" y="66"/>
                    </a:lnTo>
                    <a:lnTo>
                      <a:pt x="138" y="62"/>
                    </a:lnTo>
                    <a:lnTo>
                      <a:pt x="138" y="56"/>
                    </a:lnTo>
                    <a:lnTo>
                      <a:pt x="140" y="50"/>
                    </a:lnTo>
                    <a:lnTo>
                      <a:pt x="140" y="46"/>
                    </a:lnTo>
                    <a:lnTo>
                      <a:pt x="140" y="46"/>
                    </a:lnTo>
                    <a:lnTo>
                      <a:pt x="142" y="46"/>
                    </a:lnTo>
                    <a:lnTo>
                      <a:pt x="142" y="44"/>
                    </a:lnTo>
                    <a:lnTo>
                      <a:pt x="142" y="44"/>
                    </a:lnTo>
                    <a:lnTo>
                      <a:pt x="142" y="44"/>
                    </a:lnTo>
                    <a:lnTo>
                      <a:pt x="140" y="42"/>
                    </a:lnTo>
                    <a:lnTo>
                      <a:pt x="140" y="38"/>
                    </a:lnTo>
                    <a:lnTo>
                      <a:pt x="140" y="32"/>
                    </a:lnTo>
                    <a:lnTo>
                      <a:pt x="140" y="32"/>
                    </a:lnTo>
                    <a:lnTo>
                      <a:pt x="138" y="18"/>
                    </a:lnTo>
                    <a:lnTo>
                      <a:pt x="138" y="10"/>
                    </a:lnTo>
                    <a:lnTo>
                      <a:pt x="136" y="6"/>
                    </a:lnTo>
                    <a:lnTo>
                      <a:pt x="136" y="6"/>
                    </a:lnTo>
                    <a:lnTo>
                      <a:pt x="138" y="0"/>
                    </a:lnTo>
                    <a:lnTo>
                      <a:pt x="138" y="0"/>
                    </a:lnTo>
                    <a:lnTo>
                      <a:pt x="124" y="6"/>
                    </a:lnTo>
                    <a:lnTo>
                      <a:pt x="124" y="6"/>
                    </a:lnTo>
                    <a:lnTo>
                      <a:pt x="120" y="8"/>
                    </a:lnTo>
                    <a:lnTo>
                      <a:pt x="114" y="8"/>
                    </a:lnTo>
                    <a:lnTo>
                      <a:pt x="114" y="8"/>
                    </a:lnTo>
                    <a:lnTo>
                      <a:pt x="110" y="10"/>
                    </a:lnTo>
                    <a:lnTo>
                      <a:pt x="108" y="12"/>
                    </a:lnTo>
                    <a:lnTo>
                      <a:pt x="108" y="12"/>
                    </a:lnTo>
                    <a:lnTo>
                      <a:pt x="104" y="14"/>
                    </a:lnTo>
                    <a:lnTo>
                      <a:pt x="102" y="12"/>
                    </a:lnTo>
                    <a:lnTo>
                      <a:pt x="102" y="12"/>
                    </a:lnTo>
                    <a:lnTo>
                      <a:pt x="100" y="12"/>
                    </a:lnTo>
                    <a:lnTo>
                      <a:pt x="100" y="14"/>
                    </a:lnTo>
                    <a:lnTo>
                      <a:pt x="96" y="16"/>
                    </a:lnTo>
                    <a:lnTo>
                      <a:pt x="96" y="16"/>
                    </a:lnTo>
                    <a:lnTo>
                      <a:pt x="86" y="18"/>
                    </a:lnTo>
                    <a:lnTo>
                      <a:pt x="86" y="18"/>
                    </a:lnTo>
                    <a:lnTo>
                      <a:pt x="78" y="20"/>
                    </a:lnTo>
                    <a:lnTo>
                      <a:pt x="78" y="20"/>
                    </a:lnTo>
                    <a:lnTo>
                      <a:pt x="74" y="20"/>
                    </a:lnTo>
                    <a:lnTo>
                      <a:pt x="74" y="18"/>
                    </a:lnTo>
                    <a:lnTo>
                      <a:pt x="72" y="16"/>
                    </a:lnTo>
                    <a:lnTo>
                      <a:pt x="70" y="14"/>
                    </a:lnTo>
                    <a:lnTo>
                      <a:pt x="70" y="14"/>
                    </a:lnTo>
                    <a:lnTo>
                      <a:pt x="68" y="14"/>
                    </a:lnTo>
                    <a:lnTo>
                      <a:pt x="66" y="16"/>
                    </a:lnTo>
                    <a:lnTo>
                      <a:pt x="66" y="16"/>
                    </a:lnTo>
                    <a:lnTo>
                      <a:pt x="60" y="18"/>
                    </a:lnTo>
                    <a:lnTo>
                      <a:pt x="60" y="18"/>
                    </a:lnTo>
                    <a:lnTo>
                      <a:pt x="58" y="22"/>
                    </a:lnTo>
                    <a:lnTo>
                      <a:pt x="58" y="26"/>
                    </a:lnTo>
                    <a:lnTo>
                      <a:pt x="58" y="26"/>
                    </a:lnTo>
                    <a:lnTo>
                      <a:pt x="62" y="30"/>
                    </a:lnTo>
                    <a:lnTo>
                      <a:pt x="62" y="30"/>
                    </a:lnTo>
                    <a:lnTo>
                      <a:pt x="60" y="34"/>
                    </a:lnTo>
                    <a:lnTo>
                      <a:pt x="60" y="38"/>
                    </a:lnTo>
                    <a:lnTo>
                      <a:pt x="60" y="38"/>
                    </a:lnTo>
                    <a:lnTo>
                      <a:pt x="62" y="44"/>
                    </a:lnTo>
                    <a:lnTo>
                      <a:pt x="62"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3" name="Freeform 134">
                <a:extLst>
                  <a:ext uri="{FF2B5EF4-FFF2-40B4-BE49-F238E27FC236}">
                    <a16:creationId xmlns:a16="http://schemas.microsoft.com/office/drawing/2014/main" id="{55785575-F014-A140-A9C2-90B61BA6DDD4}"/>
                  </a:ext>
                </a:extLst>
              </p:cNvPr>
              <p:cNvSpPr>
                <a:spLocks/>
              </p:cNvSpPr>
              <p:nvPr/>
            </p:nvSpPr>
            <p:spPr bwMode="auto">
              <a:xfrm>
                <a:off x="5572628" y="3150185"/>
                <a:ext cx="293535" cy="300353"/>
              </a:xfrm>
              <a:custGeom>
                <a:avLst/>
                <a:gdLst>
                  <a:gd name="T0" fmla="*/ 136 w 150"/>
                  <a:gd name="T1" fmla="*/ 14 h 150"/>
                  <a:gd name="T2" fmla="*/ 130 w 150"/>
                  <a:gd name="T3" fmla="*/ 8 h 150"/>
                  <a:gd name="T4" fmla="*/ 126 w 150"/>
                  <a:gd name="T5" fmla="*/ 10 h 150"/>
                  <a:gd name="T6" fmla="*/ 118 w 150"/>
                  <a:gd name="T7" fmla="*/ 12 h 150"/>
                  <a:gd name="T8" fmla="*/ 108 w 150"/>
                  <a:gd name="T9" fmla="*/ 12 h 150"/>
                  <a:gd name="T10" fmla="*/ 100 w 150"/>
                  <a:gd name="T11" fmla="*/ 12 h 150"/>
                  <a:gd name="T12" fmla="*/ 96 w 150"/>
                  <a:gd name="T13" fmla="*/ 0 h 150"/>
                  <a:gd name="T14" fmla="*/ 86 w 150"/>
                  <a:gd name="T15" fmla="*/ 6 h 150"/>
                  <a:gd name="T16" fmla="*/ 84 w 150"/>
                  <a:gd name="T17" fmla="*/ 14 h 150"/>
                  <a:gd name="T18" fmla="*/ 82 w 150"/>
                  <a:gd name="T19" fmla="*/ 22 h 150"/>
                  <a:gd name="T20" fmla="*/ 76 w 150"/>
                  <a:gd name="T21" fmla="*/ 30 h 150"/>
                  <a:gd name="T22" fmla="*/ 74 w 150"/>
                  <a:gd name="T23" fmla="*/ 36 h 150"/>
                  <a:gd name="T24" fmla="*/ 58 w 150"/>
                  <a:gd name="T25" fmla="*/ 48 h 150"/>
                  <a:gd name="T26" fmla="*/ 46 w 150"/>
                  <a:gd name="T27" fmla="*/ 54 h 150"/>
                  <a:gd name="T28" fmla="*/ 40 w 150"/>
                  <a:gd name="T29" fmla="*/ 68 h 150"/>
                  <a:gd name="T30" fmla="*/ 34 w 150"/>
                  <a:gd name="T31" fmla="*/ 76 h 150"/>
                  <a:gd name="T32" fmla="*/ 34 w 150"/>
                  <a:gd name="T33" fmla="*/ 86 h 150"/>
                  <a:gd name="T34" fmla="*/ 36 w 150"/>
                  <a:gd name="T35" fmla="*/ 110 h 150"/>
                  <a:gd name="T36" fmla="*/ 32 w 150"/>
                  <a:gd name="T37" fmla="*/ 118 h 150"/>
                  <a:gd name="T38" fmla="*/ 22 w 150"/>
                  <a:gd name="T39" fmla="*/ 134 h 150"/>
                  <a:gd name="T40" fmla="*/ 18 w 150"/>
                  <a:gd name="T41" fmla="*/ 134 h 150"/>
                  <a:gd name="T42" fmla="*/ 10 w 150"/>
                  <a:gd name="T43" fmla="*/ 144 h 150"/>
                  <a:gd name="T44" fmla="*/ 0 w 150"/>
                  <a:gd name="T45" fmla="*/ 150 h 150"/>
                  <a:gd name="T46" fmla="*/ 58 w 150"/>
                  <a:gd name="T47" fmla="*/ 134 h 150"/>
                  <a:gd name="T48" fmla="*/ 62 w 150"/>
                  <a:gd name="T49" fmla="*/ 130 h 150"/>
                  <a:gd name="T50" fmla="*/ 72 w 150"/>
                  <a:gd name="T51" fmla="*/ 120 h 150"/>
                  <a:gd name="T52" fmla="*/ 86 w 150"/>
                  <a:gd name="T53" fmla="*/ 116 h 150"/>
                  <a:gd name="T54" fmla="*/ 92 w 150"/>
                  <a:gd name="T55" fmla="*/ 112 h 150"/>
                  <a:gd name="T56" fmla="*/ 100 w 150"/>
                  <a:gd name="T57" fmla="*/ 108 h 150"/>
                  <a:gd name="T58" fmla="*/ 110 w 150"/>
                  <a:gd name="T59" fmla="*/ 104 h 150"/>
                  <a:gd name="T60" fmla="*/ 120 w 150"/>
                  <a:gd name="T61" fmla="*/ 88 h 150"/>
                  <a:gd name="T62" fmla="*/ 128 w 150"/>
                  <a:gd name="T63" fmla="*/ 84 h 150"/>
                  <a:gd name="T64" fmla="*/ 132 w 150"/>
                  <a:gd name="T65" fmla="*/ 76 h 150"/>
                  <a:gd name="T66" fmla="*/ 134 w 150"/>
                  <a:gd name="T67" fmla="*/ 72 h 150"/>
                  <a:gd name="T68" fmla="*/ 138 w 150"/>
                  <a:gd name="T69" fmla="*/ 68 h 150"/>
                  <a:gd name="T70" fmla="*/ 148 w 150"/>
                  <a:gd name="T71" fmla="*/ 60 h 150"/>
                  <a:gd name="T72" fmla="*/ 148 w 150"/>
                  <a:gd name="T73" fmla="*/ 56 h 150"/>
                  <a:gd name="T74" fmla="*/ 144 w 150"/>
                  <a:gd name="T75" fmla="*/ 48 h 150"/>
                  <a:gd name="T76" fmla="*/ 142 w 150"/>
                  <a:gd name="T77" fmla="*/ 40 h 150"/>
                  <a:gd name="T78" fmla="*/ 138 w 150"/>
                  <a:gd name="T79" fmla="*/ 34 h 150"/>
                  <a:gd name="T80" fmla="*/ 140 w 150"/>
                  <a:gd name="T81" fmla="*/ 24 h 150"/>
                  <a:gd name="T82" fmla="*/ 138 w 150"/>
                  <a:gd name="T83" fmla="*/ 16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150">
                    <a:moveTo>
                      <a:pt x="136" y="14"/>
                    </a:moveTo>
                    <a:lnTo>
                      <a:pt x="136" y="14"/>
                    </a:lnTo>
                    <a:lnTo>
                      <a:pt x="136" y="14"/>
                    </a:lnTo>
                    <a:lnTo>
                      <a:pt x="130" y="12"/>
                    </a:lnTo>
                    <a:lnTo>
                      <a:pt x="130" y="12"/>
                    </a:lnTo>
                    <a:lnTo>
                      <a:pt x="130" y="8"/>
                    </a:lnTo>
                    <a:lnTo>
                      <a:pt x="128" y="8"/>
                    </a:lnTo>
                    <a:lnTo>
                      <a:pt x="128" y="8"/>
                    </a:lnTo>
                    <a:lnTo>
                      <a:pt x="126" y="10"/>
                    </a:lnTo>
                    <a:lnTo>
                      <a:pt x="124" y="12"/>
                    </a:lnTo>
                    <a:lnTo>
                      <a:pt x="124" y="12"/>
                    </a:lnTo>
                    <a:lnTo>
                      <a:pt x="118" y="12"/>
                    </a:lnTo>
                    <a:lnTo>
                      <a:pt x="112" y="12"/>
                    </a:lnTo>
                    <a:lnTo>
                      <a:pt x="112" y="12"/>
                    </a:lnTo>
                    <a:lnTo>
                      <a:pt x="108" y="12"/>
                    </a:lnTo>
                    <a:lnTo>
                      <a:pt x="104" y="14"/>
                    </a:lnTo>
                    <a:lnTo>
                      <a:pt x="104" y="14"/>
                    </a:lnTo>
                    <a:lnTo>
                      <a:pt x="100" y="12"/>
                    </a:lnTo>
                    <a:lnTo>
                      <a:pt x="98" y="8"/>
                    </a:lnTo>
                    <a:lnTo>
                      <a:pt x="96" y="0"/>
                    </a:lnTo>
                    <a:lnTo>
                      <a:pt x="96" y="0"/>
                    </a:lnTo>
                    <a:lnTo>
                      <a:pt x="92" y="0"/>
                    </a:lnTo>
                    <a:lnTo>
                      <a:pt x="92" y="0"/>
                    </a:lnTo>
                    <a:lnTo>
                      <a:pt x="86" y="6"/>
                    </a:lnTo>
                    <a:lnTo>
                      <a:pt x="86" y="6"/>
                    </a:lnTo>
                    <a:lnTo>
                      <a:pt x="86" y="10"/>
                    </a:lnTo>
                    <a:lnTo>
                      <a:pt x="84" y="14"/>
                    </a:lnTo>
                    <a:lnTo>
                      <a:pt x="82" y="16"/>
                    </a:lnTo>
                    <a:lnTo>
                      <a:pt x="82" y="16"/>
                    </a:lnTo>
                    <a:lnTo>
                      <a:pt x="82" y="22"/>
                    </a:lnTo>
                    <a:lnTo>
                      <a:pt x="82" y="22"/>
                    </a:lnTo>
                    <a:lnTo>
                      <a:pt x="80" y="26"/>
                    </a:lnTo>
                    <a:lnTo>
                      <a:pt x="76" y="30"/>
                    </a:lnTo>
                    <a:lnTo>
                      <a:pt x="76" y="30"/>
                    </a:lnTo>
                    <a:lnTo>
                      <a:pt x="74" y="36"/>
                    </a:lnTo>
                    <a:lnTo>
                      <a:pt x="74" y="36"/>
                    </a:lnTo>
                    <a:lnTo>
                      <a:pt x="68" y="42"/>
                    </a:lnTo>
                    <a:lnTo>
                      <a:pt x="58" y="48"/>
                    </a:lnTo>
                    <a:lnTo>
                      <a:pt x="58" y="48"/>
                    </a:lnTo>
                    <a:lnTo>
                      <a:pt x="54" y="48"/>
                    </a:lnTo>
                    <a:lnTo>
                      <a:pt x="54" y="48"/>
                    </a:lnTo>
                    <a:lnTo>
                      <a:pt x="46" y="54"/>
                    </a:lnTo>
                    <a:lnTo>
                      <a:pt x="40" y="60"/>
                    </a:lnTo>
                    <a:lnTo>
                      <a:pt x="40" y="60"/>
                    </a:lnTo>
                    <a:lnTo>
                      <a:pt x="40" y="68"/>
                    </a:lnTo>
                    <a:lnTo>
                      <a:pt x="40" y="68"/>
                    </a:lnTo>
                    <a:lnTo>
                      <a:pt x="38" y="72"/>
                    </a:lnTo>
                    <a:lnTo>
                      <a:pt x="34" y="76"/>
                    </a:lnTo>
                    <a:lnTo>
                      <a:pt x="34" y="76"/>
                    </a:lnTo>
                    <a:lnTo>
                      <a:pt x="34" y="80"/>
                    </a:lnTo>
                    <a:lnTo>
                      <a:pt x="34" y="86"/>
                    </a:lnTo>
                    <a:lnTo>
                      <a:pt x="36" y="96"/>
                    </a:lnTo>
                    <a:lnTo>
                      <a:pt x="36" y="106"/>
                    </a:lnTo>
                    <a:lnTo>
                      <a:pt x="36" y="110"/>
                    </a:lnTo>
                    <a:lnTo>
                      <a:pt x="34" y="116"/>
                    </a:lnTo>
                    <a:lnTo>
                      <a:pt x="34" y="116"/>
                    </a:lnTo>
                    <a:lnTo>
                      <a:pt x="32" y="118"/>
                    </a:lnTo>
                    <a:lnTo>
                      <a:pt x="32" y="118"/>
                    </a:lnTo>
                    <a:lnTo>
                      <a:pt x="26" y="126"/>
                    </a:lnTo>
                    <a:lnTo>
                      <a:pt x="22" y="134"/>
                    </a:lnTo>
                    <a:lnTo>
                      <a:pt x="22" y="134"/>
                    </a:lnTo>
                    <a:lnTo>
                      <a:pt x="18" y="134"/>
                    </a:lnTo>
                    <a:lnTo>
                      <a:pt x="18" y="134"/>
                    </a:lnTo>
                    <a:lnTo>
                      <a:pt x="14" y="140"/>
                    </a:lnTo>
                    <a:lnTo>
                      <a:pt x="10" y="144"/>
                    </a:lnTo>
                    <a:lnTo>
                      <a:pt x="10" y="144"/>
                    </a:lnTo>
                    <a:lnTo>
                      <a:pt x="4" y="146"/>
                    </a:lnTo>
                    <a:lnTo>
                      <a:pt x="4" y="146"/>
                    </a:lnTo>
                    <a:lnTo>
                      <a:pt x="0" y="150"/>
                    </a:lnTo>
                    <a:lnTo>
                      <a:pt x="58" y="148"/>
                    </a:lnTo>
                    <a:lnTo>
                      <a:pt x="58" y="134"/>
                    </a:lnTo>
                    <a:lnTo>
                      <a:pt x="58" y="134"/>
                    </a:lnTo>
                    <a:lnTo>
                      <a:pt x="58" y="134"/>
                    </a:lnTo>
                    <a:lnTo>
                      <a:pt x="62" y="130"/>
                    </a:lnTo>
                    <a:lnTo>
                      <a:pt x="62" y="130"/>
                    </a:lnTo>
                    <a:lnTo>
                      <a:pt x="68" y="122"/>
                    </a:lnTo>
                    <a:lnTo>
                      <a:pt x="68" y="122"/>
                    </a:lnTo>
                    <a:lnTo>
                      <a:pt x="72" y="120"/>
                    </a:lnTo>
                    <a:lnTo>
                      <a:pt x="78" y="118"/>
                    </a:lnTo>
                    <a:lnTo>
                      <a:pt x="78" y="118"/>
                    </a:lnTo>
                    <a:lnTo>
                      <a:pt x="86" y="116"/>
                    </a:lnTo>
                    <a:lnTo>
                      <a:pt x="90" y="114"/>
                    </a:lnTo>
                    <a:lnTo>
                      <a:pt x="92" y="112"/>
                    </a:lnTo>
                    <a:lnTo>
                      <a:pt x="92" y="112"/>
                    </a:lnTo>
                    <a:lnTo>
                      <a:pt x="96" y="108"/>
                    </a:lnTo>
                    <a:lnTo>
                      <a:pt x="100" y="108"/>
                    </a:lnTo>
                    <a:lnTo>
                      <a:pt x="100" y="108"/>
                    </a:lnTo>
                    <a:lnTo>
                      <a:pt x="106" y="106"/>
                    </a:lnTo>
                    <a:lnTo>
                      <a:pt x="110" y="104"/>
                    </a:lnTo>
                    <a:lnTo>
                      <a:pt x="110" y="104"/>
                    </a:lnTo>
                    <a:lnTo>
                      <a:pt x="114" y="100"/>
                    </a:lnTo>
                    <a:lnTo>
                      <a:pt x="116" y="94"/>
                    </a:lnTo>
                    <a:lnTo>
                      <a:pt x="120" y="88"/>
                    </a:lnTo>
                    <a:lnTo>
                      <a:pt x="120" y="88"/>
                    </a:lnTo>
                    <a:lnTo>
                      <a:pt x="122" y="88"/>
                    </a:lnTo>
                    <a:lnTo>
                      <a:pt x="128" y="84"/>
                    </a:lnTo>
                    <a:lnTo>
                      <a:pt x="128" y="84"/>
                    </a:lnTo>
                    <a:lnTo>
                      <a:pt x="132" y="80"/>
                    </a:lnTo>
                    <a:lnTo>
                      <a:pt x="132" y="76"/>
                    </a:lnTo>
                    <a:lnTo>
                      <a:pt x="132" y="76"/>
                    </a:lnTo>
                    <a:lnTo>
                      <a:pt x="132" y="74"/>
                    </a:lnTo>
                    <a:lnTo>
                      <a:pt x="134" y="72"/>
                    </a:lnTo>
                    <a:lnTo>
                      <a:pt x="136" y="70"/>
                    </a:lnTo>
                    <a:lnTo>
                      <a:pt x="138" y="68"/>
                    </a:lnTo>
                    <a:lnTo>
                      <a:pt x="138" y="68"/>
                    </a:lnTo>
                    <a:lnTo>
                      <a:pt x="140" y="66"/>
                    </a:lnTo>
                    <a:lnTo>
                      <a:pt x="142" y="64"/>
                    </a:lnTo>
                    <a:lnTo>
                      <a:pt x="148" y="60"/>
                    </a:lnTo>
                    <a:lnTo>
                      <a:pt x="148" y="60"/>
                    </a:lnTo>
                    <a:lnTo>
                      <a:pt x="150" y="58"/>
                    </a:lnTo>
                    <a:lnTo>
                      <a:pt x="148" y="56"/>
                    </a:lnTo>
                    <a:lnTo>
                      <a:pt x="146" y="52"/>
                    </a:lnTo>
                    <a:lnTo>
                      <a:pt x="146" y="52"/>
                    </a:lnTo>
                    <a:lnTo>
                      <a:pt x="144" y="48"/>
                    </a:lnTo>
                    <a:lnTo>
                      <a:pt x="144" y="42"/>
                    </a:lnTo>
                    <a:lnTo>
                      <a:pt x="144" y="42"/>
                    </a:lnTo>
                    <a:lnTo>
                      <a:pt x="142" y="40"/>
                    </a:lnTo>
                    <a:lnTo>
                      <a:pt x="140" y="38"/>
                    </a:lnTo>
                    <a:lnTo>
                      <a:pt x="140" y="38"/>
                    </a:lnTo>
                    <a:lnTo>
                      <a:pt x="138" y="34"/>
                    </a:lnTo>
                    <a:lnTo>
                      <a:pt x="138" y="34"/>
                    </a:lnTo>
                    <a:lnTo>
                      <a:pt x="140" y="28"/>
                    </a:lnTo>
                    <a:lnTo>
                      <a:pt x="140" y="24"/>
                    </a:lnTo>
                    <a:lnTo>
                      <a:pt x="140" y="24"/>
                    </a:lnTo>
                    <a:lnTo>
                      <a:pt x="140" y="20"/>
                    </a:lnTo>
                    <a:lnTo>
                      <a:pt x="138" y="16"/>
                    </a:lnTo>
                    <a:lnTo>
                      <a:pt x="136" y="14"/>
                    </a:lnTo>
                    <a:lnTo>
                      <a:pt x="136"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4" name="Freeform 139">
                <a:extLst>
                  <a:ext uri="{FF2B5EF4-FFF2-40B4-BE49-F238E27FC236}">
                    <a16:creationId xmlns:a16="http://schemas.microsoft.com/office/drawing/2014/main" id="{909E5D3E-F8DB-A14D-8FE5-539696661A39}"/>
                  </a:ext>
                </a:extLst>
              </p:cNvPr>
              <p:cNvSpPr>
                <a:spLocks/>
              </p:cNvSpPr>
              <p:nvPr/>
            </p:nvSpPr>
            <p:spPr bwMode="auto">
              <a:xfrm>
                <a:off x="5451299" y="3470561"/>
                <a:ext cx="324846" cy="408481"/>
              </a:xfrm>
              <a:custGeom>
                <a:avLst/>
                <a:gdLst>
                  <a:gd name="T0" fmla="*/ 12 w 166"/>
                  <a:gd name="T1" fmla="*/ 176 h 204"/>
                  <a:gd name="T2" fmla="*/ 14 w 166"/>
                  <a:gd name="T3" fmla="*/ 174 h 204"/>
                  <a:gd name="T4" fmla="*/ 18 w 166"/>
                  <a:gd name="T5" fmla="*/ 172 h 204"/>
                  <a:gd name="T6" fmla="*/ 18 w 166"/>
                  <a:gd name="T7" fmla="*/ 170 h 204"/>
                  <a:gd name="T8" fmla="*/ 24 w 166"/>
                  <a:gd name="T9" fmla="*/ 172 h 204"/>
                  <a:gd name="T10" fmla="*/ 34 w 166"/>
                  <a:gd name="T11" fmla="*/ 172 h 204"/>
                  <a:gd name="T12" fmla="*/ 38 w 166"/>
                  <a:gd name="T13" fmla="*/ 172 h 204"/>
                  <a:gd name="T14" fmla="*/ 42 w 166"/>
                  <a:gd name="T15" fmla="*/ 176 h 204"/>
                  <a:gd name="T16" fmla="*/ 44 w 166"/>
                  <a:gd name="T17" fmla="*/ 178 h 204"/>
                  <a:gd name="T18" fmla="*/ 46 w 166"/>
                  <a:gd name="T19" fmla="*/ 184 h 204"/>
                  <a:gd name="T20" fmla="*/ 48 w 166"/>
                  <a:gd name="T21" fmla="*/ 186 h 204"/>
                  <a:gd name="T22" fmla="*/ 52 w 166"/>
                  <a:gd name="T23" fmla="*/ 186 h 204"/>
                  <a:gd name="T24" fmla="*/ 54 w 166"/>
                  <a:gd name="T25" fmla="*/ 190 h 204"/>
                  <a:gd name="T26" fmla="*/ 54 w 166"/>
                  <a:gd name="T27" fmla="*/ 196 h 204"/>
                  <a:gd name="T28" fmla="*/ 58 w 166"/>
                  <a:gd name="T29" fmla="*/ 198 h 204"/>
                  <a:gd name="T30" fmla="*/ 62 w 166"/>
                  <a:gd name="T31" fmla="*/ 198 h 204"/>
                  <a:gd name="T32" fmla="*/ 66 w 166"/>
                  <a:gd name="T33" fmla="*/ 204 h 204"/>
                  <a:gd name="T34" fmla="*/ 68 w 166"/>
                  <a:gd name="T35" fmla="*/ 204 h 204"/>
                  <a:gd name="T36" fmla="*/ 70 w 166"/>
                  <a:gd name="T37" fmla="*/ 202 h 204"/>
                  <a:gd name="T38" fmla="*/ 72 w 166"/>
                  <a:gd name="T39" fmla="*/ 198 h 204"/>
                  <a:gd name="T40" fmla="*/ 72 w 166"/>
                  <a:gd name="T41" fmla="*/ 194 h 204"/>
                  <a:gd name="T42" fmla="*/ 74 w 166"/>
                  <a:gd name="T43" fmla="*/ 188 h 204"/>
                  <a:gd name="T44" fmla="*/ 84 w 166"/>
                  <a:gd name="T45" fmla="*/ 190 h 204"/>
                  <a:gd name="T46" fmla="*/ 90 w 166"/>
                  <a:gd name="T47" fmla="*/ 190 h 204"/>
                  <a:gd name="T48" fmla="*/ 92 w 166"/>
                  <a:gd name="T49" fmla="*/ 190 h 204"/>
                  <a:gd name="T50" fmla="*/ 96 w 166"/>
                  <a:gd name="T51" fmla="*/ 190 h 204"/>
                  <a:gd name="T52" fmla="*/ 96 w 166"/>
                  <a:gd name="T53" fmla="*/ 188 h 204"/>
                  <a:gd name="T54" fmla="*/ 96 w 166"/>
                  <a:gd name="T55" fmla="*/ 182 h 204"/>
                  <a:gd name="T56" fmla="*/ 100 w 166"/>
                  <a:gd name="T57" fmla="*/ 182 h 204"/>
                  <a:gd name="T58" fmla="*/ 150 w 166"/>
                  <a:gd name="T59" fmla="*/ 184 h 204"/>
                  <a:gd name="T60" fmla="*/ 154 w 166"/>
                  <a:gd name="T61" fmla="*/ 176 h 204"/>
                  <a:gd name="T62" fmla="*/ 154 w 166"/>
                  <a:gd name="T63" fmla="*/ 172 h 204"/>
                  <a:gd name="T64" fmla="*/ 150 w 166"/>
                  <a:gd name="T65" fmla="*/ 170 h 204"/>
                  <a:gd name="T66" fmla="*/ 166 w 166"/>
                  <a:gd name="T67" fmla="*/ 34 h 204"/>
                  <a:gd name="T68" fmla="*/ 120 w 166"/>
                  <a:gd name="T69" fmla="*/ 24 h 204"/>
                  <a:gd name="T70" fmla="*/ 70 w 166"/>
                  <a:gd name="T71" fmla="*/ 60 h 204"/>
                  <a:gd name="T72" fmla="*/ 62 w 166"/>
                  <a:gd name="T73" fmla="*/ 62 h 204"/>
                  <a:gd name="T74" fmla="*/ 54 w 166"/>
                  <a:gd name="T75" fmla="*/ 66 h 204"/>
                  <a:gd name="T76" fmla="*/ 54 w 166"/>
                  <a:gd name="T77" fmla="*/ 70 h 204"/>
                  <a:gd name="T78" fmla="*/ 4 w 166"/>
                  <a:gd name="T79" fmla="*/ 98 h 204"/>
                  <a:gd name="T80" fmla="*/ 4 w 166"/>
                  <a:gd name="T81" fmla="*/ 98 h 204"/>
                  <a:gd name="T82" fmla="*/ 0 w 166"/>
                  <a:gd name="T83" fmla="*/ 102 h 204"/>
                  <a:gd name="T84" fmla="*/ 4 w 166"/>
                  <a:gd name="T85" fmla="*/ 108 h 204"/>
                  <a:gd name="T86" fmla="*/ 8 w 166"/>
                  <a:gd name="T87" fmla="*/ 114 h 204"/>
                  <a:gd name="T88" fmla="*/ 8 w 166"/>
                  <a:gd name="T89" fmla="*/ 116 h 204"/>
                  <a:gd name="T90" fmla="*/ 6 w 166"/>
                  <a:gd name="T91" fmla="*/ 120 h 204"/>
                  <a:gd name="T92" fmla="*/ 8 w 166"/>
                  <a:gd name="T93" fmla="*/ 122 h 204"/>
                  <a:gd name="T94" fmla="*/ 8 w 166"/>
                  <a:gd name="T95" fmla="*/ 128 h 204"/>
                  <a:gd name="T96" fmla="*/ 8 w 166"/>
                  <a:gd name="T97" fmla="*/ 128 h 204"/>
                  <a:gd name="T98" fmla="*/ 6 w 166"/>
                  <a:gd name="T99" fmla="*/ 136 h 204"/>
                  <a:gd name="T100" fmla="*/ 8 w 166"/>
                  <a:gd name="T101" fmla="*/ 140 h 204"/>
                  <a:gd name="T102" fmla="*/ 10 w 166"/>
                  <a:gd name="T103" fmla="*/ 142 h 204"/>
                  <a:gd name="T104" fmla="*/ 10 w 166"/>
                  <a:gd name="T105" fmla="*/ 154 h 204"/>
                  <a:gd name="T106" fmla="*/ 12 w 166"/>
                  <a:gd name="T107" fmla="*/ 156 h 204"/>
                  <a:gd name="T108" fmla="*/ 12 w 166"/>
                  <a:gd name="T109" fmla="*/ 158 h 204"/>
                  <a:gd name="T110" fmla="*/ 10 w 166"/>
                  <a:gd name="T111" fmla="*/ 162 h 204"/>
                  <a:gd name="T112" fmla="*/ 10 w 166"/>
                  <a:gd name="T113" fmla="*/ 170 h 204"/>
                  <a:gd name="T114" fmla="*/ 8 w 166"/>
                  <a:gd name="T115" fmla="*/ 17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6" h="204">
                    <a:moveTo>
                      <a:pt x="8" y="178"/>
                    </a:moveTo>
                    <a:lnTo>
                      <a:pt x="12" y="176"/>
                    </a:lnTo>
                    <a:lnTo>
                      <a:pt x="12" y="176"/>
                    </a:lnTo>
                    <a:lnTo>
                      <a:pt x="14" y="174"/>
                    </a:lnTo>
                    <a:lnTo>
                      <a:pt x="16" y="174"/>
                    </a:lnTo>
                    <a:lnTo>
                      <a:pt x="18" y="172"/>
                    </a:lnTo>
                    <a:lnTo>
                      <a:pt x="18" y="172"/>
                    </a:lnTo>
                    <a:lnTo>
                      <a:pt x="18" y="170"/>
                    </a:lnTo>
                    <a:lnTo>
                      <a:pt x="20" y="170"/>
                    </a:lnTo>
                    <a:lnTo>
                      <a:pt x="24" y="172"/>
                    </a:lnTo>
                    <a:lnTo>
                      <a:pt x="24" y="172"/>
                    </a:lnTo>
                    <a:lnTo>
                      <a:pt x="34" y="172"/>
                    </a:lnTo>
                    <a:lnTo>
                      <a:pt x="34" y="172"/>
                    </a:lnTo>
                    <a:lnTo>
                      <a:pt x="38" y="172"/>
                    </a:lnTo>
                    <a:lnTo>
                      <a:pt x="38" y="172"/>
                    </a:lnTo>
                    <a:lnTo>
                      <a:pt x="42" y="176"/>
                    </a:lnTo>
                    <a:lnTo>
                      <a:pt x="42" y="176"/>
                    </a:lnTo>
                    <a:lnTo>
                      <a:pt x="44" y="178"/>
                    </a:lnTo>
                    <a:lnTo>
                      <a:pt x="46" y="184"/>
                    </a:lnTo>
                    <a:lnTo>
                      <a:pt x="46" y="184"/>
                    </a:lnTo>
                    <a:lnTo>
                      <a:pt x="46" y="186"/>
                    </a:lnTo>
                    <a:lnTo>
                      <a:pt x="48" y="186"/>
                    </a:lnTo>
                    <a:lnTo>
                      <a:pt x="52" y="186"/>
                    </a:lnTo>
                    <a:lnTo>
                      <a:pt x="52" y="186"/>
                    </a:lnTo>
                    <a:lnTo>
                      <a:pt x="54" y="188"/>
                    </a:lnTo>
                    <a:lnTo>
                      <a:pt x="54" y="190"/>
                    </a:lnTo>
                    <a:lnTo>
                      <a:pt x="54" y="196"/>
                    </a:lnTo>
                    <a:lnTo>
                      <a:pt x="54" y="196"/>
                    </a:lnTo>
                    <a:lnTo>
                      <a:pt x="56" y="198"/>
                    </a:lnTo>
                    <a:lnTo>
                      <a:pt x="58" y="198"/>
                    </a:lnTo>
                    <a:lnTo>
                      <a:pt x="62" y="198"/>
                    </a:lnTo>
                    <a:lnTo>
                      <a:pt x="62" y="198"/>
                    </a:lnTo>
                    <a:lnTo>
                      <a:pt x="62" y="198"/>
                    </a:lnTo>
                    <a:lnTo>
                      <a:pt x="66" y="204"/>
                    </a:lnTo>
                    <a:lnTo>
                      <a:pt x="66" y="204"/>
                    </a:lnTo>
                    <a:lnTo>
                      <a:pt x="68" y="204"/>
                    </a:lnTo>
                    <a:lnTo>
                      <a:pt x="70" y="202"/>
                    </a:lnTo>
                    <a:lnTo>
                      <a:pt x="70" y="202"/>
                    </a:lnTo>
                    <a:lnTo>
                      <a:pt x="72" y="200"/>
                    </a:lnTo>
                    <a:lnTo>
                      <a:pt x="72" y="198"/>
                    </a:lnTo>
                    <a:lnTo>
                      <a:pt x="72" y="194"/>
                    </a:lnTo>
                    <a:lnTo>
                      <a:pt x="72" y="194"/>
                    </a:lnTo>
                    <a:lnTo>
                      <a:pt x="74" y="190"/>
                    </a:lnTo>
                    <a:lnTo>
                      <a:pt x="74" y="188"/>
                    </a:lnTo>
                    <a:lnTo>
                      <a:pt x="74" y="188"/>
                    </a:lnTo>
                    <a:lnTo>
                      <a:pt x="84" y="190"/>
                    </a:lnTo>
                    <a:lnTo>
                      <a:pt x="84" y="190"/>
                    </a:lnTo>
                    <a:lnTo>
                      <a:pt x="90" y="190"/>
                    </a:lnTo>
                    <a:lnTo>
                      <a:pt x="92" y="190"/>
                    </a:lnTo>
                    <a:lnTo>
                      <a:pt x="92" y="190"/>
                    </a:lnTo>
                    <a:lnTo>
                      <a:pt x="94" y="190"/>
                    </a:lnTo>
                    <a:lnTo>
                      <a:pt x="96" y="190"/>
                    </a:lnTo>
                    <a:lnTo>
                      <a:pt x="96" y="188"/>
                    </a:lnTo>
                    <a:lnTo>
                      <a:pt x="96" y="188"/>
                    </a:lnTo>
                    <a:lnTo>
                      <a:pt x="94" y="184"/>
                    </a:lnTo>
                    <a:lnTo>
                      <a:pt x="96" y="182"/>
                    </a:lnTo>
                    <a:lnTo>
                      <a:pt x="96" y="182"/>
                    </a:lnTo>
                    <a:lnTo>
                      <a:pt x="100" y="182"/>
                    </a:lnTo>
                    <a:lnTo>
                      <a:pt x="102" y="184"/>
                    </a:lnTo>
                    <a:lnTo>
                      <a:pt x="150" y="184"/>
                    </a:lnTo>
                    <a:lnTo>
                      <a:pt x="150" y="184"/>
                    </a:lnTo>
                    <a:lnTo>
                      <a:pt x="154" y="176"/>
                    </a:lnTo>
                    <a:lnTo>
                      <a:pt x="154" y="176"/>
                    </a:lnTo>
                    <a:lnTo>
                      <a:pt x="154" y="172"/>
                    </a:lnTo>
                    <a:lnTo>
                      <a:pt x="152" y="172"/>
                    </a:lnTo>
                    <a:lnTo>
                      <a:pt x="150" y="170"/>
                    </a:lnTo>
                    <a:lnTo>
                      <a:pt x="142" y="34"/>
                    </a:lnTo>
                    <a:lnTo>
                      <a:pt x="166" y="34"/>
                    </a:lnTo>
                    <a:lnTo>
                      <a:pt x="120" y="0"/>
                    </a:lnTo>
                    <a:lnTo>
                      <a:pt x="120" y="24"/>
                    </a:lnTo>
                    <a:lnTo>
                      <a:pt x="70" y="24"/>
                    </a:lnTo>
                    <a:lnTo>
                      <a:pt x="70" y="60"/>
                    </a:lnTo>
                    <a:lnTo>
                      <a:pt x="70" y="60"/>
                    </a:lnTo>
                    <a:lnTo>
                      <a:pt x="62" y="62"/>
                    </a:lnTo>
                    <a:lnTo>
                      <a:pt x="56" y="64"/>
                    </a:lnTo>
                    <a:lnTo>
                      <a:pt x="54" y="66"/>
                    </a:lnTo>
                    <a:lnTo>
                      <a:pt x="54" y="70"/>
                    </a:lnTo>
                    <a:lnTo>
                      <a:pt x="54" y="70"/>
                    </a:lnTo>
                    <a:lnTo>
                      <a:pt x="54" y="96"/>
                    </a:lnTo>
                    <a:lnTo>
                      <a:pt x="4" y="98"/>
                    </a:lnTo>
                    <a:lnTo>
                      <a:pt x="4" y="98"/>
                    </a:lnTo>
                    <a:lnTo>
                      <a:pt x="4" y="98"/>
                    </a:lnTo>
                    <a:lnTo>
                      <a:pt x="0" y="102"/>
                    </a:lnTo>
                    <a:lnTo>
                      <a:pt x="0" y="102"/>
                    </a:lnTo>
                    <a:lnTo>
                      <a:pt x="4" y="108"/>
                    </a:lnTo>
                    <a:lnTo>
                      <a:pt x="4" y="108"/>
                    </a:lnTo>
                    <a:lnTo>
                      <a:pt x="6" y="112"/>
                    </a:lnTo>
                    <a:lnTo>
                      <a:pt x="8" y="114"/>
                    </a:lnTo>
                    <a:lnTo>
                      <a:pt x="8" y="116"/>
                    </a:lnTo>
                    <a:lnTo>
                      <a:pt x="8" y="116"/>
                    </a:lnTo>
                    <a:lnTo>
                      <a:pt x="8" y="118"/>
                    </a:lnTo>
                    <a:lnTo>
                      <a:pt x="6" y="120"/>
                    </a:lnTo>
                    <a:lnTo>
                      <a:pt x="6" y="120"/>
                    </a:lnTo>
                    <a:lnTo>
                      <a:pt x="8" y="122"/>
                    </a:lnTo>
                    <a:lnTo>
                      <a:pt x="8" y="128"/>
                    </a:lnTo>
                    <a:lnTo>
                      <a:pt x="8" y="128"/>
                    </a:lnTo>
                    <a:lnTo>
                      <a:pt x="8" y="128"/>
                    </a:lnTo>
                    <a:lnTo>
                      <a:pt x="8" y="128"/>
                    </a:lnTo>
                    <a:lnTo>
                      <a:pt x="6" y="130"/>
                    </a:lnTo>
                    <a:lnTo>
                      <a:pt x="6" y="136"/>
                    </a:lnTo>
                    <a:lnTo>
                      <a:pt x="6" y="136"/>
                    </a:lnTo>
                    <a:lnTo>
                      <a:pt x="8" y="140"/>
                    </a:lnTo>
                    <a:lnTo>
                      <a:pt x="10" y="142"/>
                    </a:lnTo>
                    <a:lnTo>
                      <a:pt x="10" y="142"/>
                    </a:lnTo>
                    <a:lnTo>
                      <a:pt x="10" y="148"/>
                    </a:lnTo>
                    <a:lnTo>
                      <a:pt x="10" y="154"/>
                    </a:lnTo>
                    <a:lnTo>
                      <a:pt x="10" y="154"/>
                    </a:lnTo>
                    <a:lnTo>
                      <a:pt x="12" y="156"/>
                    </a:lnTo>
                    <a:lnTo>
                      <a:pt x="12" y="158"/>
                    </a:lnTo>
                    <a:lnTo>
                      <a:pt x="12" y="158"/>
                    </a:lnTo>
                    <a:lnTo>
                      <a:pt x="10" y="158"/>
                    </a:lnTo>
                    <a:lnTo>
                      <a:pt x="10" y="162"/>
                    </a:lnTo>
                    <a:lnTo>
                      <a:pt x="10" y="162"/>
                    </a:lnTo>
                    <a:lnTo>
                      <a:pt x="10" y="170"/>
                    </a:lnTo>
                    <a:lnTo>
                      <a:pt x="10" y="170"/>
                    </a:lnTo>
                    <a:lnTo>
                      <a:pt x="8" y="178"/>
                    </a:lnTo>
                    <a:lnTo>
                      <a:pt x="8" y="17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5" name="Freeform 140">
                <a:extLst>
                  <a:ext uri="{FF2B5EF4-FFF2-40B4-BE49-F238E27FC236}">
                    <a16:creationId xmlns:a16="http://schemas.microsoft.com/office/drawing/2014/main" id="{0C77B37B-A32A-6643-8103-CF5B3802E207}"/>
                  </a:ext>
                </a:extLst>
              </p:cNvPr>
              <p:cNvSpPr>
                <a:spLocks/>
              </p:cNvSpPr>
              <p:nvPr/>
            </p:nvSpPr>
            <p:spPr bwMode="auto">
              <a:xfrm>
                <a:off x="5576541" y="3538642"/>
                <a:ext cx="430518" cy="520612"/>
              </a:xfrm>
              <a:custGeom>
                <a:avLst/>
                <a:gdLst>
                  <a:gd name="T0" fmla="*/ 88 w 220"/>
                  <a:gd name="T1" fmla="*/ 232 h 260"/>
                  <a:gd name="T2" fmla="*/ 92 w 220"/>
                  <a:gd name="T3" fmla="*/ 226 h 260"/>
                  <a:gd name="T4" fmla="*/ 92 w 220"/>
                  <a:gd name="T5" fmla="*/ 216 h 260"/>
                  <a:gd name="T6" fmla="*/ 98 w 220"/>
                  <a:gd name="T7" fmla="*/ 210 h 260"/>
                  <a:gd name="T8" fmla="*/ 104 w 220"/>
                  <a:gd name="T9" fmla="*/ 202 h 260"/>
                  <a:gd name="T10" fmla="*/ 108 w 220"/>
                  <a:gd name="T11" fmla="*/ 194 h 260"/>
                  <a:gd name="T12" fmla="*/ 122 w 220"/>
                  <a:gd name="T13" fmla="*/ 188 h 260"/>
                  <a:gd name="T14" fmla="*/ 130 w 220"/>
                  <a:gd name="T15" fmla="*/ 176 h 260"/>
                  <a:gd name="T16" fmla="*/ 136 w 220"/>
                  <a:gd name="T17" fmla="*/ 172 h 260"/>
                  <a:gd name="T18" fmla="*/ 142 w 220"/>
                  <a:gd name="T19" fmla="*/ 162 h 260"/>
                  <a:gd name="T20" fmla="*/ 148 w 220"/>
                  <a:gd name="T21" fmla="*/ 158 h 260"/>
                  <a:gd name="T22" fmla="*/ 154 w 220"/>
                  <a:gd name="T23" fmla="*/ 156 h 260"/>
                  <a:gd name="T24" fmla="*/ 158 w 220"/>
                  <a:gd name="T25" fmla="*/ 156 h 260"/>
                  <a:gd name="T26" fmla="*/ 166 w 220"/>
                  <a:gd name="T27" fmla="*/ 158 h 260"/>
                  <a:gd name="T28" fmla="*/ 174 w 220"/>
                  <a:gd name="T29" fmla="*/ 158 h 260"/>
                  <a:gd name="T30" fmla="*/ 200 w 220"/>
                  <a:gd name="T31" fmla="*/ 152 h 260"/>
                  <a:gd name="T32" fmla="*/ 216 w 220"/>
                  <a:gd name="T33" fmla="*/ 144 h 260"/>
                  <a:gd name="T34" fmla="*/ 218 w 220"/>
                  <a:gd name="T35" fmla="*/ 96 h 260"/>
                  <a:gd name="T36" fmla="*/ 206 w 220"/>
                  <a:gd name="T37" fmla="*/ 98 h 260"/>
                  <a:gd name="T38" fmla="*/ 204 w 220"/>
                  <a:gd name="T39" fmla="*/ 90 h 260"/>
                  <a:gd name="T40" fmla="*/ 204 w 220"/>
                  <a:gd name="T41" fmla="*/ 80 h 260"/>
                  <a:gd name="T42" fmla="*/ 196 w 220"/>
                  <a:gd name="T43" fmla="*/ 74 h 260"/>
                  <a:gd name="T44" fmla="*/ 186 w 220"/>
                  <a:gd name="T45" fmla="*/ 64 h 260"/>
                  <a:gd name="T46" fmla="*/ 86 w 220"/>
                  <a:gd name="T47" fmla="*/ 136 h 260"/>
                  <a:gd name="T48" fmla="*/ 90 w 220"/>
                  <a:gd name="T49" fmla="*/ 142 h 260"/>
                  <a:gd name="T50" fmla="*/ 36 w 220"/>
                  <a:gd name="T51" fmla="*/ 148 h 260"/>
                  <a:gd name="T52" fmla="*/ 32 w 220"/>
                  <a:gd name="T53" fmla="*/ 154 h 260"/>
                  <a:gd name="T54" fmla="*/ 28 w 220"/>
                  <a:gd name="T55" fmla="*/ 156 h 260"/>
                  <a:gd name="T56" fmla="*/ 20 w 220"/>
                  <a:gd name="T57" fmla="*/ 156 h 260"/>
                  <a:gd name="T58" fmla="*/ 8 w 220"/>
                  <a:gd name="T59" fmla="*/ 160 h 260"/>
                  <a:gd name="T60" fmla="*/ 6 w 220"/>
                  <a:gd name="T61" fmla="*/ 168 h 260"/>
                  <a:gd name="T62" fmla="*/ 2 w 220"/>
                  <a:gd name="T63" fmla="*/ 170 h 260"/>
                  <a:gd name="T64" fmla="*/ 2 w 220"/>
                  <a:gd name="T65" fmla="*/ 178 h 260"/>
                  <a:gd name="T66" fmla="*/ 0 w 220"/>
                  <a:gd name="T67" fmla="*/ 190 h 260"/>
                  <a:gd name="T68" fmla="*/ 6 w 220"/>
                  <a:gd name="T69" fmla="*/ 198 h 260"/>
                  <a:gd name="T70" fmla="*/ 8 w 220"/>
                  <a:gd name="T71" fmla="*/ 216 h 260"/>
                  <a:gd name="T72" fmla="*/ 16 w 220"/>
                  <a:gd name="T73" fmla="*/ 214 h 260"/>
                  <a:gd name="T74" fmla="*/ 22 w 220"/>
                  <a:gd name="T75" fmla="*/ 216 h 260"/>
                  <a:gd name="T76" fmla="*/ 28 w 220"/>
                  <a:gd name="T77" fmla="*/ 214 h 260"/>
                  <a:gd name="T78" fmla="*/ 38 w 220"/>
                  <a:gd name="T79" fmla="*/ 214 h 260"/>
                  <a:gd name="T80" fmla="*/ 40 w 220"/>
                  <a:gd name="T81" fmla="*/ 222 h 260"/>
                  <a:gd name="T82" fmla="*/ 38 w 220"/>
                  <a:gd name="T83" fmla="*/ 232 h 260"/>
                  <a:gd name="T84" fmla="*/ 42 w 220"/>
                  <a:gd name="T85" fmla="*/ 238 h 260"/>
                  <a:gd name="T86" fmla="*/ 36 w 220"/>
                  <a:gd name="T87" fmla="*/ 246 h 260"/>
                  <a:gd name="T88" fmla="*/ 40 w 220"/>
                  <a:gd name="T89" fmla="*/ 248 h 260"/>
                  <a:gd name="T90" fmla="*/ 44 w 220"/>
                  <a:gd name="T91" fmla="*/ 248 h 260"/>
                  <a:gd name="T92" fmla="*/ 52 w 220"/>
                  <a:gd name="T93" fmla="*/ 252 h 260"/>
                  <a:gd name="T94" fmla="*/ 58 w 220"/>
                  <a:gd name="T95" fmla="*/ 258 h 260"/>
                  <a:gd name="T96" fmla="*/ 64 w 220"/>
                  <a:gd name="T97" fmla="*/ 258 h 260"/>
                  <a:gd name="T98" fmla="*/ 72 w 220"/>
                  <a:gd name="T99" fmla="*/ 256 h 260"/>
                  <a:gd name="T100" fmla="*/ 76 w 220"/>
                  <a:gd name="T101" fmla="*/ 248 h 260"/>
                  <a:gd name="T102" fmla="*/ 82 w 220"/>
                  <a:gd name="T103" fmla="*/ 252 h 260"/>
                  <a:gd name="T104" fmla="*/ 88 w 220"/>
                  <a:gd name="T105" fmla="*/ 24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60">
                    <a:moveTo>
                      <a:pt x="88" y="242"/>
                    </a:moveTo>
                    <a:lnTo>
                      <a:pt x="88" y="242"/>
                    </a:lnTo>
                    <a:lnTo>
                      <a:pt x="88" y="236"/>
                    </a:lnTo>
                    <a:lnTo>
                      <a:pt x="88" y="232"/>
                    </a:lnTo>
                    <a:lnTo>
                      <a:pt x="90" y="230"/>
                    </a:lnTo>
                    <a:lnTo>
                      <a:pt x="90" y="230"/>
                    </a:lnTo>
                    <a:lnTo>
                      <a:pt x="92" y="228"/>
                    </a:lnTo>
                    <a:lnTo>
                      <a:pt x="92" y="226"/>
                    </a:lnTo>
                    <a:lnTo>
                      <a:pt x="92" y="222"/>
                    </a:lnTo>
                    <a:lnTo>
                      <a:pt x="92" y="222"/>
                    </a:lnTo>
                    <a:lnTo>
                      <a:pt x="92" y="218"/>
                    </a:lnTo>
                    <a:lnTo>
                      <a:pt x="92" y="216"/>
                    </a:lnTo>
                    <a:lnTo>
                      <a:pt x="92" y="216"/>
                    </a:lnTo>
                    <a:lnTo>
                      <a:pt x="94" y="214"/>
                    </a:lnTo>
                    <a:lnTo>
                      <a:pt x="98" y="210"/>
                    </a:lnTo>
                    <a:lnTo>
                      <a:pt x="98" y="210"/>
                    </a:lnTo>
                    <a:lnTo>
                      <a:pt x="100" y="212"/>
                    </a:lnTo>
                    <a:lnTo>
                      <a:pt x="100" y="212"/>
                    </a:lnTo>
                    <a:lnTo>
                      <a:pt x="100" y="212"/>
                    </a:lnTo>
                    <a:lnTo>
                      <a:pt x="104" y="202"/>
                    </a:lnTo>
                    <a:lnTo>
                      <a:pt x="104" y="202"/>
                    </a:lnTo>
                    <a:lnTo>
                      <a:pt x="106" y="196"/>
                    </a:lnTo>
                    <a:lnTo>
                      <a:pt x="108" y="194"/>
                    </a:lnTo>
                    <a:lnTo>
                      <a:pt x="108" y="194"/>
                    </a:lnTo>
                    <a:lnTo>
                      <a:pt x="114" y="192"/>
                    </a:lnTo>
                    <a:lnTo>
                      <a:pt x="120" y="190"/>
                    </a:lnTo>
                    <a:lnTo>
                      <a:pt x="120" y="190"/>
                    </a:lnTo>
                    <a:lnTo>
                      <a:pt x="122" y="188"/>
                    </a:lnTo>
                    <a:lnTo>
                      <a:pt x="124" y="184"/>
                    </a:lnTo>
                    <a:lnTo>
                      <a:pt x="124" y="184"/>
                    </a:lnTo>
                    <a:lnTo>
                      <a:pt x="126" y="180"/>
                    </a:lnTo>
                    <a:lnTo>
                      <a:pt x="130" y="176"/>
                    </a:lnTo>
                    <a:lnTo>
                      <a:pt x="130" y="176"/>
                    </a:lnTo>
                    <a:lnTo>
                      <a:pt x="134" y="174"/>
                    </a:lnTo>
                    <a:lnTo>
                      <a:pt x="136" y="172"/>
                    </a:lnTo>
                    <a:lnTo>
                      <a:pt x="136" y="172"/>
                    </a:lnTo>
                    <a:lnTo>
                      <a:pt x="136" y="172"/>
                    </a:lnTo>
                    <a:lnTo>
                      <a:pt x="138" y="166"/>
                    </a:lnTo>
                    <a:lnTo>
                      <a:pt x="138" y="164"/>
                    </a:lnTo>
                    <a:lnTo>
                      <a:pt x="142" y="162"/>
                    </a:lnTo>
                    <a:lnTo>
                      <a:pt x="142" y="162"/>
                    </a:lnTo>
                    <a:lnTo>
                      <a:pt x="146" y="162"/>
                    </a:lnTo>
                    <a:lnTo>
                      <a:pt x="148" y="158"/>
                    </a:lnTo>
                    <a:lnTo>
                      <a:pt x="148" y="158"/>
                    </a:lnTo>
                    <a:lnTo>
                      <a:pt x="150" y="154"/>
                    </a:lnTo>
                    <a:lnTo>
                      <a:pt x="152" y="154"/>
                    </a:lnTo>
                    <a:lnTo>
                      <a:pt x="154" y="156"/>
                    </a:lnTo>
                    <a:lnTo>
                      <a:pt x="154" y="156"/>
                    </a:lnTo>
                    <a:lnTo>
                      <a:pt x="154" y="156"/>
                    </a:lnTo>
                    <a:lnTo>
                      <a:pt x="156" y="156"/>
                    </a:lnTo>
                    <a:lnTo>
                      <a:pt x="158" y="154"/>
                    </a:lnTo>
                    <a:lnTo>
                      <a:pt x="158" y="156"/>
                    </a:lnTo>
                    <a:lnTo>
                      <a:pt x="158" y="156"/>
                    </a:lnTo>
                    <a:lnTo>
                      <a:pt x="162" y="160"/>
                    </a:lnTo>
                    <a:lnTo>
                      <a:pt x="164" y="162"/>
                    </a:lnTo>
                    <a:lnTo>
                      <a:pt x="166" y="158"/>
                    </a:lnTo>
                    <a:lnTo>
                      <a:pt x="166" y="158"/>
                    </a:lnTo>
                    <a:lnTo>
                      <a:pt x="170" y="158"/>
                    </a:lnTo>
                    <a:lnTo>
                      <a:pt x="174" y="158"/>
                    </a:lnTo>
                    <a:lnTo>
                      <a:pt x="174" y="158"/>
                    </a:lnTo>
                    <a:lnTo>
                      <a:pt x="182" y="156"/>
                    </a:lnTo>
                    <a:lnTo>
                      <a:pt x="188" y="154"/>
                    </a:lnTo>
                    <a:lnTo>
                      <a:pt x="188" y="154"/>
                    </a:lnTo>
                    <a:lnTo>
                      <a:pt x="200" y="152"/>
                    </a:lnTo>
                    <a:lnTo>
                      <a:pt x="206" y="148"/>
                    </a:lnTo>
                    <a:lnTo>
                      <a:pt x="214" y="148"/>
                    </a:lnTo>
                    <a:lnTo>
                      <a:pt x="214" y="148"/>
                    </a:lnTo>
                    <a:lnTo>
                      <a:pt x="216" y="144"/>
                    </a:lnTo>
                    <a:lnTo>
                      <a:pt x="216" y="144"/>
                    </a:lnTo>
                    <a:lnTo>
                      <a:pt x="216" y="138"/>
                    </a:lnTo>
                    <a:lnTo>
                      <a:pt x="220" y="134"/>
                    </a:lnTo>
                    <a:lnTo>
                      <a:pt x="218" y="96"/>
                    </a:lnTo>
                    <a:lnTo>
                      <a:pt x="218" y="96"/>
                    </a:lnTo>
                    <a:lnTo>
                      <a:pt x="212" y="98"/>
                    </a:lnTo>
                    <a:lnTo>
                      <a:pt x="206" y="98"/>
                    </a:lnTo>
                    <a:lnTo>
                      <a:pt x="206" y="98"/>
                    </a:lnTo>
                    <a:lnTo>
                      <a:pt x="206" y="98"/>
                    </a:lnTo>
                    <a:lnTo>
                      <a:pt x="206" y="96"/>
                    </a:lnTo>
                    <a:lnTo>
                      <a:pt x="204" y="90"/>
                    </a:lnTo>
                    <a:lnTo>
                      <a:pt x="204" y="90"/>
                    </a:lnTo>
                    <a:lnTo>
                      <a:pt x="204" y="88"/>
                    </a:lnTo>
                    <a:lnTo>
                      <a:pt x="204" y="84"/>
                    </a:lnTo>
                    <a:lnTo>
                      <a:pt x="204" y="84"/>
                    </a:lnTo>
                    <a:lnTo>
                      <a:pt x="204" y="80"/>
                    </a:lnTo>
                    <a:lnTo>
                      <a:pt x="204" y="78"/>
                    </a:lnTo>
                    <a:lnTo>
                      <a:pt x="200" y="76"/>
                    </a:lnTo>
                    <a:lnTo>
                      <a:pt x="200" y="76"/>
                    </a:lnTo>
                    <a:lnTo>
                      <a:pt x="196" y="74"/>
                    </a:lnTo>
                    <a:lnTo>
                      <a:pt x="190" y="70"/>
                    </a:lnTo>
                    <a:lnTo>
                      <a:pt x="190" y="70"/>
                    </a:lnTo>
                    <a:lnTo>
                      <a:pt x="186" y="66"/>
                    </a:lnTo>
                    <a:lnTo>
                      <a:pt x="186" y="64"/>
                    </a:lnTo>
                    <a:lnTo>
                      <a:pt x="102" y="0"/>
                    </a:lnTo>
                    <a:lnTo>
                      <a:pt x="78" y="0"/>
                    </a:lnTo>
                    <a:lnTo>
                      <a:pt x="86" y="136"/>
                    </a:lnTo>
                    <a:lnTo>
                      <a:pt x="86" y="136"/>
                    </a:lnTo>
                    <a:lnTo>
                      <a:pt x="88" y="138"/>
                    </a:lnTo>
                    <a:lnTo>
                      <a:pt x="90" y="138"/>
                    </a:lnTo>
                    <a:lnTo>
                      <a:pt x="90" y="142"/>
                    </a:lnTo>
                    <a:lnTo>
                      <a:pt x="90" y="142"/>
                    </a:lnTo>
                    <a:lnTo>
                      <a:pt x="86" y="150"/>
                    </a:lnTo>
                    <a:lnTo>
                      <a:pt x="38" y="150"/>
                    </a:lnTo>
                    <a:lnTo>
                      <a:pt x="38" y="150"/>
                    </a:lnTo>
                    <a:lnTo>
                      <a:pt x="36" y="148"/>
                    </a:lnTo>
                    <a:lnTo>
                      <a:pt x="32" y="148"/>
                    </a:lnTo>
                    <a:lnTo>
                      <a:pt x="32" y="148"/>
                    </a:lnTo>
                    <a:lnTo>
                      <a:pt x="30" y="150"/>
                    </a:lnTo>
                    <a:lnTo>
                      <a:pt x="32" y="154"/>
                    </a:lnTo>
                    <a:lnTo>
                      <a:pt x="32" y="154"/>
                    </a:lnTo>
                    <a:lnTo>
                      <a:pt x="32" y="156"/>
                    </a:lnTo>
                    <a:lnTo>
                      <a:pt x="30" y="156"/>
                    </a:lnTo>
                    <a:lnTo>
                      <a:pt x="28" y="156"/>
                    </a:lnTo>
                    <a:lnTo>
                      <a:pt x="28" y="156"/>
                    </a:lnTo>
                    <a:lnTo>
                      <a:pt x="26" y="156"/>
                    </a:lnTo>
                    <a:lnTo>
                      <a:pt x="20" y="156"/>
                    </a:lnTo>
                    <a:lnTo>
                      <a:pt x="20" y="156"/>
                    </a:lnTo>
                    <a:lnTo>
                      <a:pt x="10" y="154"/>
                    </a:lnTo>
                    <a:lnTo>
                      <a:pt x="10" y="154"/>
                    </a:lnTo>
                    <a:lnTo>
                      <a:pt x="10" y="156"/>
                    </a:lnTo>
                    <a:lnTo>
                      <a:pt x="8" y="160"/>
                    </a:lnTo>
                    <a:lnTo>
                      <a:pt x="8" y="160"/>
                    </a:lnTo>
                    <a:lnTo>
                      <a:pt x="8" y="164"/>
                    </a:lnTo>
                    <a:lnTo>
                      <a:pt x="8" y="166"/>
                    </a:lnTo>
                    <a:lnTo>
                      <a:pt x="6" y="168"/>
                    </a:lnTo>
                    <a:lnTo>
                      <a:pt x="6" y="168"/>
                    </a:lnTo>
                    <a:lnTo>
                      <a:pt x="4" y="170"/>
                    </a:lnTo>
                    <a:lnTo>
                      <a:pt x="2" y="170"/>
                    </a:lnTo>
                    <a:lnTo>
                      <a:pt x="2" y="170"/>
                    </a:lnTo>
                    <a:lnTo>
                      <a:pt x="0" y="174"/>
                    </a:lnTo>
                    <a:lnTo>
                      <a:pt x="2" y="176"/>
                    </a:lnTo>
                    <a:lnTo>
                      <a:pt x="2" y="178"/>
                    </a:lnTo>
                    <a:lnTo>
                      <a:pt x="2" y="178"/>
                    </a:lnTo>
                    <a:lnTo>
                      <a:pt x="2" y="180"/>
                    </a:lnTo>
                    <a:lnTo>
                      <a:pt x="2" y="184"/>
                    </a:lnTo>
                    <a:lnTo>
                      <a:pt x="0" y="190"/>
                    </a:lnTo>
                    <a:lnTo>
                      <a:pt x="0" y="190"/>
                    </a:lnTo>
                    <a:lnTo>
                      <a:pt x="0" y="192"/>
                    </a:lnTo>
                    <a:lnTo>
                      <a:pt x="2" y="194"/>
                    </a:lnTo>
                    <a:lnTo>
                      <a:pt x="2" y="194"/>
                    </a:lnTo>
                    <a:lnTo>
                      <a:pt x="6" y="198"/>
                    </a:lnTo>
                    <a:lnTo>
                      <a:pt x="6" y="200"/>
                    </a:lnTo>
                    <a:lnTo>
                      <a:pt x="6" y="200"/>
                    </a:lnTo>
                    <a:lnTo>
                      <a:pt x="8" y="210"/>
                    </a:lnTo>
                    <a:lnTo>
                      <a:pt x="8" y="216"/>
                    </a:lnTo>
                    <a:lnTo>
                      <a:pt x="12" y="216"/>
                    </a:lnTo>
                    <a:lnTo>
                      <a:pt x="12" y="216"/>
                    </a:lnTo>
                    <a:lnTo>
                      <a:pt x="12" y="214"/>
                    </a:lnTo>
                    <a:lnTo>
                      <a:pt x="16" y="214"/>
                    </a:lnTo>
                    <a:lnTo>
                      <a:pt x="16" y="214"/>
                    </a:lnTo>
                    <a:lnTo>
                      <a:pt x="20" y="216"/>
                    </a:lnTo>
                    <a:lnTo>
                      <a:pt x="22" y="216"/>
                    </a:lnTo>
                    <a:lnTo>
                      <a:pt x="22" y="216"/>
                    </a:lnTo>
                    <a:lnTo>
                      <a:pt x="24" y="214"/>
                    </a:lnTo>
                    <a:lnTo>
                      <a:pt x="26" y="212"/>
                    </a:lnTo>
                    <a:lnTo>
                      <a:pt x="26" y="212"/>
                    </a:lnTo>
                    <a:lnTo>
                      <a:pt x="28" y="214"/>
                    </a:lnTo>
                    <a:lnTo>
                      <a:pt x="30" y="214"/>
                    </a:lnTo>
                    <a:lnTo>
                      <a:pt x="32" y="214"/>
                    </a:lnTo>
                    <a:lnTo>
                      <a:pt x="32" y="214"/>
                    </a:lnTo>
                    <a:lnTo>
                      <a:pt x="38" y="214"/>
                    </a:lnTo>
                    <a:lnTo>
                      <a:pt x="38" y="216"/>
                    </a:lnTo>
                    <a:lnTo>
                      <a:pt x="38" y="216"/>
                    </a:lnTo>
                    <a:lnTo>
                      <a:pt x="40" y="222"/>
                    </a:lnTo>
                    <a:lnTo>
                      <a:pt x="40" y="222"/>
                    </a:lnTo>
                    <a:lnTo>
                      <a:pt x="40" y="226"/>
                    </a:lnTo>
                    <a:lnTo>
                      <a:pt x="38" y="228"/>
                    </a:lnTo>
                    <a:lnTo>
                      <a:pt x="38" y="230"/>
                    </a:lnTo>
                    <a:lnTo>
                      <a:pt x="38" y="232"/>
                    </a:lnTo>
                    <a:lnTo>
                      <a:pt x="38" y="232"/>
                    </a:lnTo>
                    <a:lnTo>
                      <a:pt x="40" y="234"/>
                    </a:lnTo>
                    <a:lnTo>
                      <a:pt x="42" y="238"/>
                    </a:lnTo>
                    <a:lnTo>
                      <a:pt x="42" y="238"/>
                    </a:lnTo>
                    <a:lnTo>
                      <a:pt x="42" y="240"/>
                    </a:lnTo>
                    <a:lnTo>
                      <a:pt x="44" y="240"/>
                    </a:lnTo>
                    <a:lnTo>
                      <a:pt x="48" y="240"/>
                    </a:lnTo>
                    <a:lnTo>
                      <a:pt x="36" y="246"/>
                    </a:lnTo>
                    <a:lnTo>
                      <a:pt x="36" y="246"/>
                    </a:lnTo>
                    <a:lnTo>
                      <a:pt x="38" y="246"/>
                    </a:lnTo>
                    <a:lnTo>
                      <a:pt x="40" y="248"/>
                    </a:lnTo>
                    <a:lnTo>
                      <a:pt x="40" y="248"/>
                    </a:lnTo>
                    <a:lnTo>
                      <a:pt x="42" y="246"/>
                    </a:lnTo>
                    <a:lnTo>
                      <a:pt x="44" y="246"/>
                    </a:lnTo>
                    <a:lnTo>
                      <a:pt x="44" y="248"/>
                    </a:lnTo>
                    <a:lnTo>
                      <a:pt x="44" y="248"/>
                    </a:lnTo>
                    <a:lnTo>
                      <a:pt x="46" y="250"/>
                    </a:lnTo>
                    <a:lnTo>
                      <a:pt x="48" y="250"/>
                    </a:lnTo>
                    <a:lnTo>
                      <a:pt x="50" y="250"/>
                    </a:lnTo>
                    <a:lnTo>
                      <a:pt x="52" y="252"/>
                    </a:lnTo>
                    <a:lnTo>
                      <a:pt x="52" y="252"/>
                    </a:lnTo>
                    <a:lnTo>
                      <a:pt x="54" y="256"/>
                    </a:lnTo>
                    <a:lnTo>
                      <a:pt x="58" y="258"/>
                    </a:lnTo>
                    <a:lnTo>
                      <a:pt x="58" y="258"/>
                    </a:lnTo>
                    <a:lnTo>
                      <a:pt x="62" y="260"/>
                    </a:lnTo>
                    <a:lnTo>
                      <a:pt x="62" y="260"/>
                    </a:lnTo>
                    <a:lnTo>
                      <a:pt x="62" y="260"/>
                    </a:lnTo>
                    <a:lnTo>
                      <a:pt x="64" y="258"/>
                    </a:lnTo>
                    <a:lnTo>
                      <a:pt x="68" y="256"/>
                    </a:lnTo>
                    <a:lnTo>
                      <a:pt x="68" y="256"/>
                    </a:lnTo>
                    <a:lnTo>
                      <a:pt x="70" y="254"/>
                    </a:lnTo>
                    <a:lnTo>
                      <a:pt x="72" y="256"/>
                    </a:lnTo>
                    <a:lnTo>
                      <a:pt x="72" y="258"/>
                    </a:lnTo>
                    <a:lnTo>
                      <a:pt x="74" y="250"/>
                    </a:lnTo>
                    <a:lnTo>
                      <a:pt x="76" y="248"/>
                    </a:lnTo>
                    <a:lnTo>
                      <a:pt x="76" y="248"/>
                    </a:lnTo>
                    <a:lnTo>
                      <a:pt x="78" y="250"/>
                    </a:lnTo>
                    <a:lnTo>
                      <a:pt x="80" y="252"/>
                    </a:lnTo>
                    <a:lnTo>
                      <a:pt x="82" y="252"/>
                    </a:lnTo>
                    <a:lnTo>
                      <a:pt x="82" y="252"/>
                    </a:lnTo>
                    <a:lnTo>
                      <a:pt x="84" y="250"/>
                    </a:lnTo>
                    <a:lnTo>
                      <a:pt x="86" y="248"/>
                    </a:lnTo>
                    <a:lnTo>
                      <a:pt x="86" y="246"/>
                    </a:lnTo>
                    <a:lnTo>
                      <a:pt x="88" y="2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6" name="Freeform 142">
                <a:extLst>
                  <a:ext uri="{FF2B5EF4-FFF2-40B4-BE49-F238E27FC236}">
                    <a16:creationId xmlns:a16="http://schemas.microsoft.com/office/drawing/2014/main" id="{03553A66-5DC3-3A41-B4DB-76876773A85D}"/>
                  </a:ext>
                </a:extLst>
              </p:cNvPr>
              <p:cNvSpPr>
                <a:spLocks/>
              </p:cNvSpPr>
              <p:nvPr/>
            </p:nvSpPr>
            <p:spPr bwMode="auto">
              <a:xfrm>
                <a:off x="6744812" y="4700007"/>
                <a:ext cx="90018" cy="252296"/>
              </a:xfrm>
              <a:custGeom>
                <a:avLst/>
                <a:gdLst>
                  <a:gd name="T0" fmla="*/ 8 w 46"/>
                  <a:gd name="T1" fmla="*/ 0 h 126"/>
                  <a:gd name="T2" fmla="*/ 12 w 46"/>
                  <a:gd name="T3" fmla="*/ 6 h 126"/>
                  <a:gd name="T4" fmla="*/ 14 w 46"/>
                  <a:gd name="T5" fmla="*/ 12 h 126"/>
                  <a:gd name="T6" fmla="*/ 14 w 46"/>
                  <a:gd name="T7" fmla="*/ 16 h 126"/>
                  <a:gd name="T8" fmla="*/ 12 w 46"/>
                  <a:gd name="T9" fmla="*/ 24 h 126"/>
                  <a:gd name="T10" fmla="*/ 8 w 46"/>
                  <a:gd name="T11" fmla="*/ 28 h 126"/>
                  <a:gd name="T12" fmla="*/ 8 w 46"/>
                  <a:gd name="T13" fmla="*/ 34 h 126"/>
                  <a:gd name="T14" fmla="*/ 8 w 46"/>
                  <a:gd name="T15" fmla="*/ 42 h 126"/>
                  <a:gd name="T16" fmla="*/ 12 w 46"/>
                  <a:gd name="T17" fmla="*/ 44 h 126"/>
                  <a:gd name="T18" fmla="*/ 10 w 46"/>
                  <a:gd name="T19" fmla="*/ 48 h 126"/>
                  <a:gd name="T20" fmla="*/ 2 w 46"/>
                  <a:gd name="T21" fmla="*/ 54 h 126"/>
                  <a:gd name="T22" fmla="*/ 2 w 46"/>
                  <a:gd name="T23" fmla="*/ 64 h 126"/>
                  <a:gd name="T24" fmla="*/ 0 w 46"/>
                  <a:gd name="T25" fmla="*/ 72 h 126"/>
                  <a:gd name="T26" fmla="*/ 2 w 46"/>
                  <a:gd name="T27" fmla="*/ 80 h 126"/>
                  <a:gd name="T28" fmla="*/ 8 w 46"/>
                  <a:gd name="T29" fmla="*/ 86 h 126"/>
                  <a:gd name="T30" fmla="*/ 10 w 46"/>
                  <a:gd name="T31" fmla="*/ 90 h 126"/>
                  <a:gd name="T32" fmla="*/ 20 w 46"/>
                  <a:gd name="T33" fmla="*/ 88 h 126"/>
                  <a:gd name="T34" fmla="*/ 22 w 46"/>
                  <a:gd name="T35" fmla="*/ 94 h 126"/>
                  <a:gd name="T36" fmla="*/ 20 w 46"/>
                  <a:gd name="T37" fmla="*/ 104 h 126"/>
                  <a:gd name="T38" fmla="*/ 20 w 46"/>
                  <a:gd name="T39" fmla="*/ 110 h 126"/>
                  <a:gd name="T40" fmla="*/ 32 w 46"/>
                  <a:gd name="T41" fmla="*/ 120 h 126"/>
                  <a:gd name="T42" fmla="*/ 32 w 46"/>
                  <a:gd name="T43" fmla="*/ 126 h 126"/>
                  <a:gd name="T44" fmla="*/ 38 w 46"/>
                  <a:gd name="T45" fmla="*/ 124 h 126"/>
                  <a:gd name="T46" fmla="*/ 38 w 46"/>
                  <a:gd name="T47" fmla="*/ 120 h 126"/>
                  <a:gd name="T48" fmla="*/ 38 w 46"/>
                  <a:gd name="T49" fmla="*/ 106 h 126"/>
                  <a:gd name="T50" fmla="*/ 44 w 46"/>
                  <a:gd name="T51" fmla="*/ 106 h 126"/>
                  <a:gd name="T52" fmla="*/ 44 w 46"/>
                  <a:gd name="T53" fmla="*/ 100 h 126"/>
                  <a:gd name="T54" fmla="*/ 46 w 46"/>
                  <a:gd name="T55" fmla="*/ 90 h 126"/>
                  <a:gd name="T56" fmla="*/ 44 w 46"/>
                  <a:gd name="T57" fmla="*/ 86 h 126"/>
                  <a:gd name="T58" fmla="*/ 40 w 46"/>
                  <a:gd name="T59" fmla="*/ 80 h 126"/>
                  <a:gd name="T60" fmla="*/ 36 w 46"/>
                  <a:gd name="T61" fmla="*/ 70 h 126"/>
                  <a:gd name="T62" fmla="*/ 34 w 46"/>
                  <a:gd name="T63" fmla="*/ 70 h 126"/>
                  <a:gd name="T64" fmla="*/ 36 w 46"/>
                  <a:gd name="T65" fmla="*/ 72 h 126"/>
                  <a:gd name="T66" fmla="*/ 32 w 46"/>
                  <a:gd name="T67" fmla="*/ 74 h 126"/>
                  <a:gd name="T68" fmla="*/ 30 w 46"/>
                  <a:gd name="T69" fmla="*/ 74 h 126"/>
                  <a:gd name="T70" fmla="*/ 30 w 46"/>
                  <a:gd name="T71" fmla="*/ 66 h 126"/>
                  <a:gd name="T72" fmla="*/ 26 w 46"/>
                  <a:gd name="T73" fmla="*/ 64 h 126"/>
                  <a:gd name="T74" fmla="*/ 26 w 46"/>
                  <a:gd name="T75" fmla="*/ 58 h 126"/>
                  <a:gd name="T76" fmla="*/ 26 w 46"/>
                  <a:gd name="T77" fmla="*/ 54 h 126"/>
                  <a:gd name="T78" fmla="*/ 24 w 46"/>
                  <a:gd name="T79" fmla="*/ 48 h 126"/>
                  <a:gd name="T80" fmla="*/ 22 w 46"/>
                  <a:gd name="T81" fmla="*/ 42 h 126"/>
                  <a:gd name="T82" fmla="*/ 26 w 46"/>
                  <a:gd name="T83" fmla="*/ 32 h 126"/>
                  <a:gd name="T84" fmla="*/ 24 w 46"/>
                  <a:gd name="T85" fmla="*/ 10 h 126"/>
                  <a:gd name="T86" fmla="*/ 22 w 46"/>
                  <a:gd name="T87" fmla="*/ 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 h="126">
                    <a:moveTo>
                      <a:pt x="24" y="2"/>
                    </a:moveTo>
                    <a:lnTo>
                      <a:pt x="22" y="2"/>
                    </a:lnTo>
                    <a:lnTo>
                      <a:pt x="8" y="0"/>
                    </a:lnTo>
                    <a:lnTo>
                      <a:pt x="8" y="0"/>
                    </a:lnTo>
                    <a:lnTo>
                      <a:pt x="10" y="2"/>
                    </a:lnTo>
                    <a:lnTo>
                      <a:pt x="12" y="6"/>
                    </a:lnTo>
                    <a:lnTo>
                      <a:pt x="12" y="6"/>
                    </a:lnTo>
                    <a:lnTo>
                      <a:pt x="14" y="8"/>
                    </a:lnTo>
                    <a:lnTo>
                      <a:pt x="14" y="12"/>
                    </a:lnTo>
                    <a:lnTo>
                      <a:pt x="14" y="14"/>
                    </a:lnTo>
                    <a:lnTo>
                      <a:pt x="14" y="16"/>
                    </a:lnTo>
                    <a:lnTo>
                      <a:pt x="14" y="16"/>
                    </a:lnTo>
                    <a:lnTo>
                      <a:pt x="16" y="18"/>
                    </a:lnTo>
                    <a:lnTo>
                      <a:pt x="14" y="20"/>
                    </a:lnTo>
                    <a:lnTo>
                      <a:pt x="12" y="24"/>
                    </a:lnTo>
                    <a:lnTo>
                      <a:pt x="12" y="24"/>
                    </a:lnTo>
                    <a:lnTo>
                      <a:pt x="8" y="26"/>
                    </a:lnTo>
                    <a:lnTo>
                      <a:pt x="8" y="28"/>
                    </a:lnTo>
                    <a:lnTo>
                      <a:pt x="8" y="30"/>
                    </a:lnTo>
                    <a:lnTo>
                      <a:pt x="8" y="30"/>
                    </a:lnTo>
                    <a:lnTo>
                      <a:pt x="8" y="34"/>
                    </a:lnTo>
                    <a:lnTo>
                      <a:pt x="8" y="40"/>
                    </a:lnTo>
                    <a:lnTo>
                      <a:pt x="8" y="40"/>
                    </a:lnTo>
                    <a:lnTo>
                      <a:pt x="8" y="42"/>
                    </a:lnTo>
                    <a:lnTo>
                      <a:pt x="10" y="42"/>
                    </a:lnTo>
                    <a:lnTo>
                      <a:pt x="10" y="42"/>
                    </a:lnTo>
                    <a:lnTo>
                      <a:pt x="12" y="44"/>
                    </a:lnTo>
                    <a:lnTo>
                      <a:pt x="12" y="44"/>
                    </a:lnTo>
                    <a:lnTo>
                      <a:pt x="12" y="46"/>
                    </a:lnTo>
                    <a:lnTo>
                      <a:pt x="10" y="48"/>
                    </a:lnTo>
                    <a:lnTo>
                      <a:pt x="4" y="52"/>
                    </a:lnTo>
                    <a:lnTo>
                      <a:pt x="4" y="52"/>
                    </a:lnTo>
                    <a:lnTo>
                      <a:pt x="2" y="54"/>
                    </a:lnTo>
                    <a:lnTo>
                      <a:pt x="2" y="58"/>
                    </a:lnTo>
                    <a:lnTo>
                      <a:pt x="2" y="64"/>
                    </a:lnTo>
                    <a:lnTo>
                      <a:pt x="2" y="64"/>
                    </a:lnTo>
                    <a:lnTo>
                      <a:pt x="2" y="66"/>
                    </a:lnTo>
                    <a:lnTo>
                      <a:pt x="2" y="68"/>
                    </a:lnTo>
                    <a:lnTo>
                      <a:pt x="0" y="72"/>
                    </a:lnTo>
                    <a:lnTo>
                      <a:pt x="0" y="72"/>
                    </a:lnTo>
                    <a:lnTo>
                      <a:pt x="2" y="80"/>
                    </a:lnTo>
                    <a:lnTo>
                      <a:pt x="2" y="80"/>
                    </a:lnTo>
                    <a:lnTo>
                      <a:pt x="4" y="82"/>
                    </a:lnTo>
                    <a:lnTo>
                      <a:pt x="8" y="86"/>
                    </a:lnTo>
                    <a:lnTo>
                      <a:pt x="8" y="86"/>
                    </a:lnTo>
                    <a:lnTo>
                      <a:pt x="8" y="90"/>
                    </a:lnTo>
                    <a:lnTo>
                      <a:pt x="10" y="90"/>
                    </a:lnTo>
                    <a:lnTo>
                      <a:pt x="10" y="90"/>
                    </a:lnTo>
                    <a:lnTo>
                      <a:pt x="10" y="90"/>
                    </a:lnTo>
                    <a:lnTo>
                      <a:pt x="20" y="88"/>
                    </a:lnTo>
                    <a:lnTo>
                      <a:pt x="20" y="88"/>
                    </a:lnTo>
                    <a:lnTo>
                      <a:pt x="20" y="90"/>
                    </a:lnTo>
                    <a:lnTo>
                      <a:pt x="22" y="94"/>
                    </a:lnTo>
                    <a:lnTo>
                      <a:pt x="22" y="94"/>
                    </a:lnTo>
                    <a:lnTo>
                      <a:pt x="22" y="98"/>
                    </a:lnTo>
                    <a:lnTo>
                      <a:pt x="20" y="104"/>
                    </a:lnTo>
                    <a:lnTo>
                      <a:pt x="20" y="104"/>
                    </a:lnTo>
                    <a:lnTo>
                      <a:pt x="18" y="108"/>
                    </a:lnTo>
                    <a:lnTo>
                      <a:pt x="20" y="110"/>
                    </a:lnTo>
                    <a:lnTo>
                      <a:pt x="20" y="110"/>
                    </a:lnTo>
                    <a:lnTo>
                      <a:pt x="28" y="118"/>
                    </a:lnTo>
                    <a:lnTo>
                      <a:pt x="28" y="118"/>
                    </a:lnTo>
                    <a:lnTo>
                      <a:pt x="32" y="120"/>
                    </a:lnTo>
                    <a:lnTo>
                      <a:pt x="32" y="120"/>
                    </a:lnTo>
                    <a:lnTo>
                      <a:pt x="32" y="124"/>
                    </a:lnTo>
                    <a:lnTo>
                      <a:pt x="32" y="126"/>
                    </a:lnTo>
                    <a:lnTo>
                      <a:pt x="34" y="126"/>
                    </a:lnTo>
                    <a:lnTo>
                      <a:pt x="34" y="126"/>
                    </a:lnTo>
                    <a:lnTo>
                      <a:pt x="38" y="124"/>
                    </a:lnTo>
                    <a:lnTo>
                      <a:pt x="38" y="122"/>
                    </a:lnTo>
                    <a:lnTo>
                      <a:pt x="38" y="120"/>
                    </a:lnTo>
                    <a:lnTo>
                      <a:pt x="38" y="120"/>
                    </a:lnTo>
                    <a:lnTo>
                      <a:pt x="36" y="112"/>
                    </a:lnTo>
                    <a:lnTo>
                      <a:pt x="36" y="108"/>
                    </a:lnTo>
                    <a:lnTo>
                      <a:pt x="38" y="106"/>
                    </a:lnTo>
                    <a:lnTo>
                      <a:pt x="38" y="106"/>
                    </a:lnTo>
                    <a:lnTo>
                      <a:pt x="42" y="108"/>
                    </a:lnTo>
                    <a:lnTo>
                      <a:pt x="44" y="106"/>
                    </a:lnTo>
                    <a:lnTo>
                      <a:pt x="46" y="104"/>
                    </a:lnTo>
                    <a:lnTo>
                      <a:pt x="46" y="104"/>
                    </a:lnTo>
                    <a:lnTo>
                      <a:pt x="44" y="100"/>
                    </a:lnTo>
                    <a:lnTo>
                      <a:pt x="44" y="96"/>
                    </a:lnTo>
                    <a:lnTo>
                      <a:pt x="44" y="96"/>
                    </a:lnTo>
                    <a:lnTo>
                      <a:pt x="46" y="90"/>
                    </a:lnTo>
                    <a:lnTo>
                      <a:pt x="46" y="86"/>
                    </a:lnTo>
                    <a:lnTo>
                      <a:pt x="44" y="86"/>
                    </a:lnTo>
                    <a:lnTo>
                      <a:pt x="44" y="86"/>
                    </a:lnTo>
                    <a:lnTo>
                      <a:pt x="42" y="84"/>
                    </a:lnTo>
                    <a:lnTo>
                      <a:pt x="40" y="80"/>
                    </a:lnTo>
                    <a:lnTo>
                      <a:pt x="40" y="80"/>
                    </a:lnTo>
                    <a:lnTo>
                      <a:pt x="38" y="74"/>
                    </a:lnTo>
                    <a:lnTo>
                      <a:pt x="36" y="70"/>
                    </a:lnTo>
                    <a:lnTo>
                      <a:pt x="36" y="70"/>
                    </a:lnTo>
                    <a:lnTo>
                      <a:pt x="34" y="68"/>
                    </a:lnTo>
                    <a:lnTo>
                      <a:pt x="34" y="68"/>
                    </a:lnTo>
                    <a:lnTo>
                      <a:pt x="34" y="70"/>
                    </a:lnTo>
                    <a:lnTo>
                      <a:pt x="34" y="70"/>
                    </a:lnTo>
                    <a:lnTo>
                      <a:pt x="36" y="72"/>
                    </a:lnTo>
                    <a:lnTo>
                      <a:pt x="36" y="72"/>
                    </a:lnTo>
                    <a:lnTo>
                      <a:pt x="36" y="76"/>
                    </a:lnTo>
                    <a:lnTo>
                      <a:pt x="36" y="76"/>
                    </a:lnTo>
                    <a:lnTo>
                      <a:pt x="32" y="74"/>
                    </a:lnTo>
                    <a:lnTo>
                      <a:pt x="32" y="74"/>
                    </a:lnTo>
                    <a:lnTo>
                      <a:pt x="30" y="74"/>
                    </a:lnTo>
                    <a:lnTo>
                      <a:pt x="30" y="74"/>
                    </a:lnTo>
                    <a:lnTo>
                      <a:pt x="30" y="74"/>
                    </a:lnTo>
                    <a:lnTo>
                      <a:pt x="30" y="70"/>
                    </a:lnTo>
                    <a:lnTo>
                      <a:pt x="30" y="66"/>
                    </a:lnTo>
                    <a:lnTo>
                      <a:pt x="30" y="66"/>
                    </a:lnTo>
                    <a:lnTo>
                      <a:pt x="26" y="64"/>
                    </a:lnTo>
                    <a:lnTo>
                      <a:pt x="26" y="64"/>
                    </a:lnTo>
                    <a:lnTo>
                      <a:pt x="26" y="60"/>
                    </a:lnTo>
                    <a:lnTo>
                      <a:pt x="26" y="58"/>
                    </a:lnTo>
                    <a:lnTo>
                      <a:pt x="26" y="58"/>
                    </a:lnTo>
                    <a:lnTo>
                      <a:pt x="26" y="58"/>
                    </a:lnTo>
                    <a:lnTo>
                      <a:pt x="28" y="56"/>
                    </a:lnTo>
                    <a:lnTo>
                      <a:pt x="26" y="54"/>
                    </a:lnTo>
                    <a:lnTo>
                      <a:pt x="24" y="52"/>
                    </a:lnTo>
                    <a:lnTo>
                      <a:pt x="24" y="52"/>
                    </a:lnTo>
                    <a:lnTo>
                      <a:pt x="24" y="48"/>
                    </a:lnTo>
                    <a:lnTo>
                      <a:pt x="26" y="42"/>
                    </a:lnTo>
                    <a:lnTo>
                      <a:pt x="26" y="42"/>
                    </a:lnTo>
                    <a:lnTo>
                      <a:pt x="22" y="42"/>
                    </a:lnTo>
                    <a:lnTo>
                      <a:pt x="22" y="42"/>
                    </a:lnTo>
                    <a:lnTo>
                      <a:pt x="22" y="38"/>
                    </a:lnTo>
                    <a:lnTo>
                      <a:pt x="26" y="32"/>
                    </a:lnTo>
                    <a:lnTo>
                      <a:pt x="26" y="32"/>
                    </a:lnTo>
                    <a:lnTo>
                      <a:pt x="26" y="22"/>
                    </a:lnTo>
                    <a:lnTo>
                      <a:pt x="24" y="10"/>
                    </a:lnTo>
                    <a:lnTo>
                      <a:pt x="24" y="10"/>
                    </a:lnTo>
                    <a:lnTo>
                      <a:pt x="24" y="6"/>
                    </a:lnTo>
                    <a:lnTo>
                      <a:pt x="22" y="2"/>
                    </a:lnTo>
                    <a:lnTo>
                      <a:pt x="24" y="2"/>
                    </a:lnTo>
                    <a:lnTo>
                      <a:pt x="24"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7" name="Freeform 143">
                <a:extLst>
                  <a:ext uri="{FF2B5EF4-FFF2-40B4-BE49-F238E27FC236}">
                    <a16:creationId xmlns:a16="http://schemas.microsoft.com/office/drawing/2014/main" id="{885C3DAA-3DCC-0449-BA4B-8F0F78DFE2FD}"/>
                  </a:ext>
                </a:extLst>
              </p:cNvPr>
              <p:cNvSpPr>
                <a:spLocks/>
              </p:cNvSpPr>
              <p:nvPr/>
            </p:nvSpPr>
            <p:spPr bwMode="auto">
              <a:xfrm>
                <a:off x="7018778" y="4804128"/>
                <a:ext cx="199604" cy="444522"/>
              </a:xfrm>
              <a:custGeom>
                <a:avLst/>
                <a:gdLst>
                  <a:gd name="T0" fmla="*/ 78 w 102"/>
                  <a:gd name="T1" fmla="*/ 6 h 222"/>
                  <a:gd name="T2" fmla="*/ 72 w 102"/>
                  <a:gd name="T3" fmla="*/ 24 h 222"/>
                  <a:gd name="T4" fmla="*/ 68 w 102"/>
                  <a:gd name="T5" fmla="*/ 26 h 222"/>
                  <a:gd name="T6" fmla="*/ 66 w 102"/>
                  <a:gd name="T7" fmla="*/ 36 h 222"/>
                  <a:gd name="T8" fmla="*/ 66 w 102"/>
                  <a:gd name="T9" fmla="*/ 40 h 222"/>
                  <a:gd name="T10" fmla="*/ 62 w 102"/>
                  <a:gd name="T11" fmla="*/ 46 h 222"/>
                  <a:gd name="T12" fmla="*/ 56 w 102"/>
                  <a:gd name="T13" fmla="*/ 44 h 222"/>
                  <a:gd name="T14" fmla="*/ 54 w 102"/>
                  <a:gd name="T15" fmla="*/ 54 h 222"/>
                  <a:gd name="T16" fmla="*/ 46 w 102"/>
                  <a:gd name="T17" fmla="*/ 56 h 222"/>
                  <a:gd name="T18" fmla="*/ 36 w 102"/>
                  <a:gd name="T19" fmla="*/ 56 h 222"/>
                  <a:gd name="T20" fmla="*/ 34 w 102"/>
                  <a:gd name="T21" fmla="*/ 60 h 222"/>
                  <a:gd name="T22" fmla="*/ 24 w 102"/>
                  <a:gd name="T23" fmla="*/ 64 h 222"/>
                  <a:gd name="T24" fmla="*/ 20 w 102"/>
                  <a:gd name="T25" fmla="*/ 70 h 222"/>
                  <a:gd name="T26" fmla="*/ 16 w 102"/>
                  <a:gd name="T27" fmla="*/ 76 h 222"/>
                  <a:gd name="T28" fmla="*/ 10 w 102"/>
                  <a:gd name="T29" fmla="*/ 82 h 222"/>
                  <a:gd name="T30" fmla="*/ 14 w 102"/>
                  <a:gd name="T31" fmla="*/ 100 h 222"/>
                  <a:gd name="T32" fmla="*/ 18 w 102"/>
                  <a:gd name="T33" fmla="*/ 114 h 222"/>
                  <a:gd name="T34" fmla="*/ 18 w 102"/>
                  <a:gd name="T35" fmla="*/ 124 h 222"/>
                  <a:gd name="T36" fmla="*/ 14 w 102"/>
                  <a:gd name="T37" fmla="*/ 132 h 222"/>
                  <a:gd name="T38" fmla="*/ 8 w 102"/>
                  <a:gd name="T39" fmla="*/ 136 h 222"/>
                  <a:gd name="T40" fmla="*/ 2 w 102"/>
                  <a:gd name="T41" fmla="*/ 150 h 222"/>
                  <a:gd name="T42" fmla="*/ 2 w 102"/>
                  <a:gd name="T43" fmla="*/ 156 h 222"/>
                  <a:gd name="T44" fmla="*/ 4 w 102"/>
                  <a:gd name="T45" fmla="*/ 184 h 222"/>
                  <a:gd name="T46" fmla="*/ 8 w 102"/>
                  <a:gd name="T47" fmla="*/ 188 h 222"/>
                  <a:gd name="T48" fmla="*/ 12 w 102"/>
                  <a:gd name="T49" fmla="*/ 204 h 222"/>
                  <a:gd name="T50" fmla="*/ 20 w 102"/>
                  <a:gd name="T51" fmla="*/ 216 h 222"/>
                  <a:gd name="T52" fmla="*/ 30 w 102"/>
                  <a:gd name="T53" fmla="*/ 222 h 222"/>
                  <a:gd name="T54" fmla="*/ 40 w 102"/>
                  <a:gd name="T55" fmla="*/ 218 h 222"/>
                  <a:gd name="T56" fmla="*/ 52 w 102"/>
                  <a:gd name="T57" fmla="*/ 212 h 222"/>
                  <a:gd name="T58" fmla="*/ 54 w 102"/>
                  <a:gd name="T59" fmla="*/ 208 h 222"/>
                  <a:gd name="T60" fmla="*/ 60 w 102"/>
                  <a:gd name="T61" fmla="*/ 184 h 222"/>
                  <a:gd name="T62" fmla="*/ 68 w 102"/>
                  <a:gd name="T63" fmla="*/ 162 h 222"/>
                  <a:gd name="T64" fmla="*/ 70 w 102"/>
                  <a:gd name="T65" fmla="*/ 156 h 222"/>
                  <a:gd name="T66" fmla="*/ 74 w 102"/>
                  <a:gd name="T67" fmla="*/ 148 h 222"/>
                  <a:gd name="T68" fmla="*/ 76 w 102"/>
                  <a:gd name="T69" fmla="*/ 132 h 222"/>
                  <a:gd name="T70" fmla="*/ 80 w 102"/>
                  <a:gd name="T71" fmla="*/ 118 h 222"/>
                  <a:gd name="T72" fmla="*/ 84 w 102"/>
                  <a:gd name="T73" fmla="*/ 108 h 222"/>
                  <a:gd name="T74" fmla="*/ 88 w 102"/>
                  <a:gd name="T75" fmla="*/ 98 h 222"/>
                  <a:gd name="T76" fmla="*/ 88 w 102"/>
                  <a:gd name="T77" fmla="*/ 82 h 222"/>
                  <a:gd name="T78" fmla="*/ 92 w 102"/>
                  <a:gd name="T79" fmla="*/ 78 h 222"/>
                  <a:gd name="T80" fmla="*/ 94 w 102"/>
                  <a:gd name="T81" fmla="*/ 74 h 222"/>
                  <a:gd name="T82" fmla="*/ 90 w 102"/>
                  <a:gd name="T83" fmla="*/ 64 h 222"/>
                  <a:gd name="T84" fmla="*/ 90 w 102"/>
                  <a:gd name="T85" fmla="*/ 52 h 222"/>
                  <a:gd name="T86" fmla="*/ 98 w 102"/>
                  <a:gd name="T87" fmla="*/ 60 h 222"/>
                  <a:gd name="T88" fmla="*/ 102 w 102"/>
                  <a:gd name="T89" fmla="*/ 40 h 222"/>
                  <a:gd name="T90" fmla="*/ 98 w 102"/>
                  <a:gd name="T91" fmla="*/ 28 h 222"/>
                  <a:gd name="T92" fmla="*/ 96 w 102"/>
                  <a:gd name="T93" fmla="*/ 18 h 222"/>
                  <a:gd name="T94" fmla="*/ 92 w 102"/>
                  <a:gd name="T95" fmla="*/ 8 h 222"/>
                  <a:gd name="T96" fmla="*/ 86 w 102"/>
                  <a:gd name="T97" fmla="*/ 4 h 222"/>
                  <a:gd name="T98" fmla="*/ 84 w 102"/>
                  <a:gd name="T99" fmla="*/ 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222">
                    <a:moveTo>
                      <a:pt x="82" y="0"/>
                    </a:moveTo>
                    <a:lnTo>
                      <a:pt x="82" y="0"/>
                    </a:lnTo>
                    <a:lnTo>
                      <a:pt x="78" y="6"/>
                    </a:lnTo>
                    <a:lnTo>
                      <a:pt x="78" y="6"/>
                    </a:lnTo>
                    <a:lnTo>
                      <a:pt x="78" y="16"/>
                    </a:lnTo>
                    <a:lnTo>
                      <a:pt x="78" y="24"/>
                    </a:lnTo>
                    <a:lnTo>
                      <a:pt x="78" y="24"/>
                    </a:lnTo>
                    <a:lnTo>
                      <a:pt x="72" y="24"/>
                    </a:lnTo>
                    <a:lnTo>
                      <a:pt x="72" y="26"/>
                    </a:lnTo>
                    <a:lnTo>
                      <a:pt x="72" y="26"/>
                    </a:lnTo>
                    <a:lnTo>
                      <a:pt x="70" y="28"/>
                    </a:lnTo>
                    <a:lnTo>
                      <a:pt x="68" y="26"/>
                    </a:lnTo>
                    <a:lnTo>
                      <a:pt x="68" y="26"/>
                    </a:lnTo>
                    <a:lnTo>
                      <a:pt x="68" y="36"/>
                    </a:lnTo>
                    <a:lnTo>
                      <a:pt x="68" y="36"/>
                    </a:lnTo>
                    <a:lnTo>
                      <a:pt x="66" y="36"/>
                    </a:lnTo>
                    <a:lnTo>
                      <a:pt x="66" y="36"/>
                    </a:lnTo>
                    <a:lnTo>
                      <a:pt x="66" y="38"/>
                    </a:lnTo>
                    <a:lnTo>
                      <a:pt x="66" y="40"/>
                    </a:lnTo>
                    <a:lnTo>
                      <a:pt x="66" y="40"/>
                    </a:lnTo>
                    <a:lnTo>
                      <a:pt x="64" y="40"/>
                    </a:lnTo>
                    <a:lnTo>
                      <a:pt x="64" y="40"/>
                    </a:lnTo>
                    <a:lnTo>
                      <a:pt x="62" y="46"/>
                    </a:lnTo>
                    <a:lnTo>
                      <a:pt x="62" y="46"/>
                    </a:lnTo>
                    <a:lnTo>
                      <a:pt x="58" y="42"/>
                    </a:lnTo>
                    <a:lnTo>
                      <a:pt x="58" y="42"/>
                    </a:lnTo>
                    <a:lnTo>
                      <a:pt x="56" y="44"/>
                    </a:lnTo>
                    <a:lnTo>
                      <a:pt x="56" y="44"/>
                    </a:lnTo>
                    <a:lnTo>
                      <a:pt x="56" y="50"/>
                    </a:lnTo>
                    <a:lnTo>
                      <a:pt x="56" y="54"/>
                    </a:lnTo>
                    <a:lnTo>
                      <a:pt x="56" y="54"/>
                    </a:lnTo>
                    <a:lnTo>
                      <a:pt x="54" y="54"/>
                    </a:lnTo>
                    <a:lnTo>
                      <a:pt x="54" y="52"/>
                    </a:lnTo>
                    <a:lnTo>
                      <a:pt x="54" y="52"/>
                    </a:lnTo>
                    <a:lnTo>
                      <a:pt x="50" y="54"/>
                    </a:lnTo>
                    <a:lnTo>
                      <a:pt x="46" y="56"/>
                    </a:lnTo>
                    <a:lnTo>
                      <a:pt x="44" y="58"/>
                    </a:lnTo>
                    <a:lnTo>
                      <a:pt x="44" y="58"/>
                    </a:lnTo>
                    <a:lnTo>
                      <a:pt x="36" y="56"/>
                    </a:lnTo>
                    <a:lnTo>
                      <a:pt x="36" y="56"/>
                    </a:lnTo>
                    <a:lnTo>
                      <a:pt x="36" y="58"/>
                    </a:lnTo>
                    <a:lnTo>
                      <a:pt x="36" y="60"/>
                    </a:lnTo>
                    <a:lnTo>
                      <a:pt x="36" y="60"/>
                    </a:lnTo>
                    <a:lnTo>
                      <a:pt x="34" y="60"/>
                    </a:lnTo>
                    <a:lnTo>
                      <a:pt x="32" y="60"/>
                    </a:lnTo>
                    <a:lnTo>
                      <a:pt x="30" y="62"/>
                    </a:lnTo>
                    <a:lnTo>
                      <a:pt x="30" y="62"/>
                    </a:lnTo>
                    <a:lnTo>
                      <a:pt x="24" y="64"/>
                    </a:lnTo>
                    <a:lnTo>
                      <a:pt x="24" y="64"/>
                    </a:lnTo>
                    <a:lnTo>
                      <a:pt x="22" y="68"/>
                    </a:lnTo>
                    <a:lnTo>
                      <a:pt x="22" y="68"/>
                    </a:lnTo>
                    <a:lnTo>
                      <a:pt x="20" y="70"/>
                    </a:lnTo>
                    <a:lnTo>
                      <a:pt x="16" y="72"/>
                    </a:lnTo>
                    <a:lnTo>
                      <a:pt x="16" y="72"/>
                    </a:lnTo>
                    <a:lnTo>
                      <a:pt x="16" y="72"/>
                    </a:lnTo>
                    <a:lnTo>
                      <a:pt x="16" y="76"/>
                    </a:lnTo>
                    <a:lnTo>
                      <a:pt x="16" y="76"/>
                    </a:lnTo>
                    <a:lnTo>
                      <a:pt x="14" y="78"/>
                    </a:lnTo>
                    <a:lnTo>
                      <a:pt x="10" y="82"/>
                    </a:lnTo>
                    <a:lnTo>
                      <a:pt x="10" y="82"/>
                    </a:lnTo>
                    <a:lnTo>
                      <a:pt x="10" y="88"/>
                    </a:lnTo>
                    <a:lnTo>
                      <a:pt x="12" y="92"/>
                    </a:lnTo>
                    <a:lnTo>
                      <a:pt x="14" y="100"/>
                    </a:lnTo>
                    <a:lnTo>
                      <a:pt x="14" y="100"/>
                    </a:lnTo>
                    <a:lnTo>
                      <a:pt x="16" y="106"/>
                    </a:lnTo>
                    <a:lnTo>
                      <a:pt x="16" y="112"/>
                    </a:lnTo>
                    <a:lnTo>
                      <a:pt x="16" y="112"/>
                    </a:lnTo>
                    <a:lnTo>
                      <a:pt x="18" y="114"/>
                    </a:lnTo>
                    <a:lnTo>
                      <a:pt x="18" y="114"/>
                    </a:lnTo>
                    <a:lnTo>
                      <a:pt x="18" y="120"/>
                    </a:lnTo>
                    <a:lnTo>
                      <a:pt x="18" y="124"/>
                    </a:lnTo>
                    <a:lnTo>
                      <a:pt x="18" y="124"/>
                    </a:lnTo>
                    <a:lnTo>
                      <a:pt x="16" y="126"/>
                    </a:lnTo>
                    <a:lnTo>
                      <a:pt x="16" y="126"/>
                    </a:lnTo>
                    <a:lnTo>
                      <a:pt x="16" y="130"/>
                    </a:lnTo>
                    <a:lnTo>
                      <a:pt x="14" y="132"/>
                    </a:lnTo>
                    <a:lnTo>
                      <a:pt x="14" y="132"/>
                    </a:lnTo>
                    <a:lnTo>
                      <a:pt x="12" y="134"/>
                    </a:lnTo>
                    <a:lnTo>
                      <a:pt x="8" y="136"/>
                    </a:lnTo>
                    <a:lnTo>
                      <a:pt x="8" y="136"/>
                    </a:lnTo>
                    <a:lnTo>
                      <a:pt x="8" y="140"/>
                    </a:lnTo>
                    <a:lnTo>
                      <a:pt x="8" y="142"/>
                    </a:lnTo>
                    <a:lnTo>
                      <a:pt x="8" y="144"/>
                    </a:lnTo>
                    <a:lnTo>
                      <a:pt x="2" y="150"/>
                    </a:lnTo>
                    <a:lnTo>
                      <a:pt x="2" y="150"/>
                    </a:lnTo>
                    <a:lnTo>
                      <a:pt x="2" y="152"/>
                    </a:lnTo>
                    <a:lnTo>
                      <a:pt x="2" y="156"/>
                    </a:lnTo>
                    <a:lnTo>
                      <a:pt x="2" y="156"/>
                    </a:lnTo>
                    <a:lnTo>
                      <a:pt x="0" y="160"/>
                    </a:lnTo>
                    <a:lnTo>
                      <a:pt x="0" y="160"/>
                    </a:lnTo>
                    <a:lnTo>
                      <a:pt x="0" y="172"/>
                    </a:lnTo>
                    <a:lnTo>
                      <a:pt x="4" y="184"/>
                    </a:lnTo>
                    <a:lnTo>
                      <a:pt x="4" y="184"/>
                    </a:lnTo>
                    <a:lnTo>
                      <a:pt x="8" y="186"/>
                    </a:lnTo>
                    <a:lnTo>
                      <a:pt x="8" y="186"/>
                    </a:lnTo>
                    <a:lnTo>
                      <a:pt x="8" y="188"/>
                    </a:lnTo>
                    <a:lnTo>
                      <a:pt x="6" y="190"/>
                    </a:lnTo>
                    <a:lnTo>
                      <a:pt x="8" y="192"/>
                    </a:lnTo>
                    <a:lnTo>
                      <a:pt x="8" y="192"/>
                    </a:lnTo>
                    <a:lnTo>
                      <a:pt x="12" y="204"/>
                    </a:lnTo>
                    <a:lnTo>
                      <a:pt x="12" y="210"/>
                    </a:lnTo>
                    <a:lnTo>
                      <a:pt x="16" y="214"/>
                    </a:lnTo>
                    <a:lnTo>
                      <a:pt x="16" y="214"/>
                    </a:lnTo>
                    <a:lnTo>
                      <a:pt x="20" y="216"/>
                    </a:lnTo>
                    <a:lnTo>
                      <a:pt x="26" y="218"/>
                    </a:lnTo>
                    <a:lnTo>
                      <a:pt x="26" y="218"/>
                    </a:lnTo>
                    <a:lnTo>
                      <a:pt x="30" y="222"/>
                    </a:lnTo>
                    <a:lnTo>
                      <a:pt x="30" y="222"/>
                    </a:lnTo>
                    <a:lnTo>
                      <a:pt x="34" y="222"/>
                    </a:lnTo>
                    <a:lnTo>
                      <a:pt x="36" y="222"/>
                    </a:lnTo>
                    <a:lnTo>
                      <a:pt x="40" y="218"/>
                    </a:lnTo>
                    <a:lnTo>
                      <a:pt x="40" y="218"/>
                    </a:lnTo>
                    <a:lnTo>
                      <a:pt x="46" y="216"/>
                    </a:lnTo>
                    <a:lnTo>
                      <a:pt x="50" y="214"/>
                    </a:lnTo>
                    <a:lnTo>
                      <a:pt x="52" y="212"/>
                    </a:lnTo>
                    <a:lnTo>
                      <a:pt x="52" y="212"/>
                    </a:lnTo>
                    <a:lnTo>
                      <a:pt x="52" y="208"/>
                    </a:lnTo>
                    <a:lnTo>
                      <a:pt x="52" y="208"/>
                    </a:lnTo>
                    <a:lnTo>
                      <a:pt x="54" y="208"/>
                    </a:lnTo>
                    <a:lnTo>
                      <a:pt x="54" y="208"/>
                    </a:lnTo>
                    <a:lnTo>
                      <a:pt x="58" y="194"/>
                    </a:lnTo>
                    <a:lnTo>
                      <a:pt x="58" y="194"/>
                    </a:lnTo>
                    <a:lnTo>
                      <a:pt x="60" y="184"/>
                    </a:lnTo>
                    <a:lnTo>
                      <a:pt x="60" y="184"/>
                    </a:lnTo>
                    <a:lnTo>
                      <a:pt x="66" y="176"/>
                    </a:lnTo>
                    <a:lnTo>
                      <a:pt x="66" y="176"/>
                    </a:lnTo>
                    <a:lnTo>
                      <a:pt x="66" y="170"/>
                    </a:lnTo>
                    <a:lnTo>
                      <a:pt x="68" y="162"/>
                    </a:lnTo>
                    <a:lnTo>
                      <a:pt x="70" y="160"/>
                    </a:lnTo>
                    <a:lnTo>
                      <a:pt x="70" y="160"/>
                    </a:lnTo>
                    <a:lnTo>
                      <a:pt x="70" y="156"/>
                    </a:lnTo>
                    <a:lnTo>
                      <a:pt x="70" y="156"/>
                    </a:lnTo>
                    <a:lnTo>
                      <a:pt x="70" y="152"/>
                    </a:lnTo>
                    <a:lnTo>
                      <a:pt x="70" y="152"/>
                    </a:lnTo>
                    <a:lnTo>
                      <a:pt x="74" y="148"/>
                    </a:lnTo>
                    <a:lnTo>
                      <a:pt x="74" y="148"/>
                    </a:lnTo>
                    <a:lnTo>
                      <a:pt x="74" y="142"/>
                    </a:lnTo>
                    <a:lnTo>
                      <a:pt x="74" y="142"/>
                    </a:lnTo>
                    <a:lnTo>
                      <a:pt x="76" y="132"/>
                    </a:lnTo>
                    <a:lnTo>
                      <a:pt x="76" y="132"/>
                    </a:lnTo>
                    <a:lnTo>
                      <a:pt x="76" y="128"/>
                    </a:lnTo>
                    <a:lnTo>
                      <a:pt x="76" y="124"/>
                    </a:lnTo>
                    <a:lnTo>
                      <a:pt x="76" y="124"/>
                    </a:lnTo>
                    <a:lnTo>
                      <a:pt x="80" y="118"/>
                    </a:lnTo>
                    <a:lnTo>
                      <a:pt x="80" y="118"/>
                    </a:lnTo>
                    <a:lnTo>
                      <a:pt x="80" y="112"/>
                    </a:lnTo>
                    <a:lnTo>
                      <a:pt x="80" y="112"/>
                    </a:lnTo>
                    <a:lnTo>
                      <a:pt x="84" y="108"/>
                    </a:lnTo>
                    <a:lnTo>
                      <a:pt x="84" y="108"/>
                    </a:lnTo>
                    <a:lnTo>
                      <a:pt x="84" y="102"/>
                    </a:lnTo>
                    <a:lnTo>
                      <a:pt x="84" y="102"/>
                    </a:lnTo>
                    <a:lnTo>
                      <a:pt x="88" y="98"/>
                    </a:lnTo>
                    <a:lnTo>
                      <a:pt x="88" y="98"/>
                    </a:lnTo>
                    <a:lnTo>
                      <a:pt x="88" y="90"/>
                    </a:lnTo>
                    <a:lnTo>
                      <a:pt x="88" y="86"/>
                    </a:lnTo>
                    <a:lnTo>
                      <a:pt x="88" y="82"/>
                    </a:lnTo>
                    <a:lnTo>
                      <a:pt x="88" y="82"/>
                    </a:lnTo>
                    <a:lnTo>
                      <a:pt x="92" y="80"/>
                    </a:lnTo>
                    <a:lnTo>
                      <a:pt x="92" y="78"/>
                    </a:lnTo>
                    <a:lnTo>
                      <a:pt x="92" y="78"/>
                    </a:lnTo>
                    <a:lnTo>
                      <a:pt x="92" y="78"/>
                    </a:lnTo>
                    <a:lnTo>
                      <a:pt x="92" y="76"/>
                    </a:lnTo>
                    <a:lnTo>
                      <a:pt x="92" y="74"/>
                    </a:lnTo>
                    <a:lnTo>
                      <a:pt x="94" y="74"/>
                    </a:lnTo>
                    <a:lnTo>
                      <a:pt x="94" y="74"/>
                    </a:lnTo>
                    <a:lnTo>
                      <a:pt x="94" y="68"/>
                    </a:lnTo>
                    <a:lnTo>
                      <a:pt x="94" y="68"/>
                    </a:lnTo>
                    <a:lnTo>
                      <a:pt x="90" y="64"/>
                    </a:lnTo>
                    <a:lnTo>
                      <a:pt x="90" y="64"/>
                    </a:lnTo>
                    <a:lnTo>
                      <a:pt x="88" y="52"/>
                    </a:lnTo>
                    <a:lnTo>
                      <a:pt x="88" y="52"/>
                    </a:lnTo>
                    <a:lnTo>
                      <a:pt x="90" y="52"/>
                    </a:lnTo>
                    <a:lnTo>
                      <a:pt x="92" y="52"/>
                    </a:lnTo>
                    <a:lnTo>
                      <a:pt x="92" y="52"/>
                    </a:lnTo>
                    <a:lnTo>
                      <a:pt x="96" y="60"/>
                    </a:lnTo>
                    <a:lnTo>
                      <a:pt x="98" y="60"/>
                    </a:lnTo>
                    <a:lnTo>
                      <a:pt x="98" y="60"/>
                    </a:lnTo>
                    <a:lnTo>
                      <a:pt x="100" y="50"/>
                    </a:lnTo>
                    <a:lnTo>
                      <a:pt x="102" y="46"/>
                    </a:lnTo>
                    <a:lnTo>
                      <a:pt x="102" y="40"/>
                    </a:lnTo>
                    <a:lnTo>
                      <a:pt x="102" y="40"/>
                    </a:lnTo>
                    <a:lnTo>
                      <a:pt x="98" y="34"/>
                    </a:lnTo>
                    <a:lnTo>
                      <a:pt x="98" y="34"/>
                    </a:lnTo>
                    <a:lnTo>
                      <a:pt x="98" y="28"/>
                    </a:lnTo>
                    <a:lnTo>
                      <a:pt x="98" y="28"/>
                    </a:lnTo>
                    <a:lnTo>
                      <a:pt x="98" y="26"/>
                    </a:lnTo>
                    <a:lnTo>
                      <a:pt x="98" y="26"/>
                    </a:lnTo>
                    <a:lnTo>
                      <a:pt x="96" y="18"/>
                    </a:lnTo>
                    <a:lnTo>
                      <a:pt x="94" y="10"/>
                    </a:lnTo>
                    <a:lnTo>
                      <a:pt x="94" y="10"/>
                    </a:lnTo>
                    <a:lnTo>
                      <a:pt x="92" y="8"/>
                    </a:lnTo>
                    <a:lnTo>
                      <a:pt x="92" y="8"/>
                    </a:lnTo>
                    <a:lnTo>
                      <a:pt x="88" y="8"/>
                    </a:lnTo>
                    <a:lnTo>
                      <a:pt x="88" y="8"/>
                    </a:lnTo>
                    <a:lnTo>
                      <a:pt x="86" y="4"/>
                    </a:lnTo>
                    <a:lnTo>
                      <a:pt x="86" y="4"/>
                    </a:lnTo>
                    <a:lnTo>
                      <a:pt x="84" y="4"/>
                    </a:lnTo>
                    <a:lnTo>
                      <a:pt x="84" y="4"/>
                    </a:lnTo>
                    <a:lnTo>
                      <a:pt x="84" y="2"/>
                    </a:lnTo>
                    <a:lnTo>
                      <a:pt x="84" y="2"/>
                    </a:lnTo>
                    <a:lnTo>
                      <a:pt x="84" y="0"/>
                    </a:lnTo>
                    <a:lnTo>
                      <a:pt x="8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8" name="Freeform 148">
                <a:extLst>
                  <a:ext uri="{FF2B5EF4-FFF2-40B4-BE49-F238E27FC236}">
                    <a16:creationId xmlns:a16="http://schemas.microsoft.com/office/drawing/2014/main" id="{F7865C2E-6F18-5B43-AD19-DA81AA9EAA2A}"/>
                  </a:ext>
                </a:extLst>
              </p:cNvPr>
              <p:cNvSpPr>
                <a:spLocks/>
              </p:cNvSpPr>
              <p:nvPr/>
            </p:nvSpPr>
            <p:spPr bwMode="auto">
              <a:xfrm>
                <a:off x="6116646" y="3246298"/>
                <a:ext cx="444216" cy="476560"/>
              </a:xfrm>
              <a:custGeom>
                <a:avLst/>
                <a:gdLst>
                  <a:gd name="T0" fmla="*/ 37 w 227"/>
                  <a:gd name="T1" fmla="*/ 8 h 238"/>
                  <a:gd name="T2" fmla="*/ 35 w 227"/>
                  <a:gd name="T3" fmla="*/ 16 h 238"/>
                  <a:gd name="T4" fmla="*/ 28 w 227"/>
                  <a:gd name="T5" fmla="*/ 20 h 238"/>
                  <a:gd name="T6" fmla="*/ 20 w 227"/>
                  <a:gd name="T7" fmla="*/ 22 h 238"/>
                  <a:gd name="T8" fmla="*/ 18 w 227"/>
                  <a:gd name="T9" fmla="*/ 28 h 238"/>
                  <a:gd name="T10" fmla="*/ 20 w 227"/>
                  <a:gd name="T11" fmla="*/ 38 h 238"/>
                  <a:gd name="T12" fmla="*/ 16 w 227"/>
                  <a:gd name="T13" fmla="*/ 42 h 238"/>
                  <a:gd name="T14" fmla="*/ 12 w 227"/>
                  <a:gd name="T15" fmla="*/ 48 h 238"/>
                  <a:gd name="T16" fmla="*/ 6 w 227"/>
                  <a:gd name="T17" fmla="*/ 50 h 238"/>
                  <a:gd name="T18" fmla="*/ 8 w 227"/>
                  <a:gd name="T19" fmla="*/ 54 h 238"/>
                  <a:gd name="T20" fmla="*/ 12 w 227"/>
                  <a:gd name="T21" fmla="*/ 90 h 238"/>
                  <a:gd name="T22" fmla="*/ 8 w 227"/>
                  <a:gd name="T23" fmla="*/ 94 h 238"/>
                  <a:gd name="T24" fmla="*/ 8 w 227"/>
                  <a:gd name="T25" fmla="*/ 96 h 238"/>
                  <a:gd name="T26" fmla="*/ 8 w 227"/>
                  <a:gd name="T27" fmla="*/ 100 h 238"/>
                  <a:gd name="T28" fmla="*/ 8 w 227"/>
                  <a:gd name="T29" fmla="*/ 116 h 238"/>
                  <a:gd name="T30" fmla="*/ 0 w 227"/>
                  <a:gd name="T31" fmla="*/ 124 h 238"/>
                  <a:gd name="T32" fmla="*/ 4 w 227"/>
                  <a:gd name="T33" fmla="*/ 130 h 238"/>
                  <a:gd name="T34" fmla="*/ 10 w 227"/>
                  <a:gd name="T35" fmla="*/ 140 h 238"/>
                  <a:gd name="T36" fmla="*/ 12 w 227"/>
                  <a:gd name="T37" fmla="*/ 148 h 238"/>
                  <a:gd name="T38" fmla="*/ 18 w 227"/>
                  <a:gd name="T39" fmla="*/ 156 h 238"/>
                  <a:gd name="T40" fmla="*/ 28 w 227"/>
                  <a:gd name="T41" fmla="*/ 158 h 238"/>
                  <a:gd name="T42" fmla="*/ 35 w 227"/>
                  <a:gd name="T43" fmla="*/ 164 h 238"/>
                  <a:gd name="T44" fmla="*/ 39 w 227"/>
                  <a:gd name="T45" fmla="*/ 166 h 238"/>
                  <a:gd name="T46" fmla="*/ 75 w 227"/>
                  <a:gd name="T47" fmla="*/ 186 h 238"/>
                  <a:gd name="T48" fmla="*/ 215 w 227"/>
                  <a:gd name="T49" fmla="*/ 238 h 238"/>
                  <a:gd name="T50" fmla="*/ 227 w 227"/>
                  <a:gd name="T51" fmla="*/ 194 h 238"/>
                  <a:gd name="T52" fmla="*/ 223 w 227"/>
                  <a:gd name="T53" fmla="*/ 68 h 238"/>
                  <a:gd name="T54" fmla="*/ 221 w 227"/>
                  <a:gd name="T55" fmla="*/ 60 h 238"/>
                  <a:gd name="T56" fmla="*/ 223 w 227"/>
                  <a:gd name="T57" fmla="*/ 50 h 238"/>
                  <a:gd name="T58" fmla="*/ 225 w 227"/>
                  <a:gd name="T59" fmla="*/ 44 h 238"/>
                  <a:gd name="T60" fmla="*/ 221 w 227"/>
                  <a:gd name="T61" fmla="*/ 32 h 238"/>
                  <a:gd name="T62" fmla="*/ 215 w 227"/>
                  <a:gd name="T63" fmla="*/ 26 h 238"/>
                  <a:gd name="T64" fmla="*/ 215 w 227"/>
                  <a:gd name="T65" fmla="*/ 24 h 238"/>
                  <a:gd name="T66" fmla="*/ 201 w 227"/>
                  <a:gd name="T67" fmla="*/ 24 h 238"/>
                  <a:gd name="T68" fmla="*/ 201 w 227"/>
                  <a:gd name="T69" fmla="*/ 18 h 238"/>
                  <a:gd name="T70" fmla="*/ 197 w 227"/>
                  <a:gd name="T71" fmla="*/ 16 h 238"/>
                  <a:gd name="T72" fmla="*/ 191 w 227"/>
                  <a:gd name="T73" fmla="*/ 14 h 238"/>
                  <a:gd name="T74" fmla="*/ 181 w 227"/>
                  <a:gd name="T75" fmla="*/ 10 h 238"/>
                  <a:gd name="T76" fmla="*/ 175 w 227"/>
                  <a:gd name="T77" fmla="*/ 10 h 238"/>
                  <a:gd name="T78" fmla="*/ 167 w 227"/>
                  <a:gd name="T79" fmla="*/ 16 h 238"/>
                  <a:gd name="T80" fmla="*/ 163 w 227"/>
                  <a:gd name="T81" fmla="*/ 16 h 238"/>
                  <a:gd name="T82" fmla="*/ 159 w 227"/>
                  <a:gd name="T83" fmla="*/ 24 h 238"/>
                  <a:gd name="T84" fmla="*/ 159 w 227"/>
                  <a:gd name="T85" fmla="*/ 32 h 238"/>
                  <a:gd name="T86" fmla="*/ 153 w 227"/>
                  <a:gd name="T87" fmla="*/ 48 h 238"/>
                  <a:gd name="T88" fmla="*/ 151 w 227"/>
                  <a:gd name="T89" fmla="*/ 52 h 238"/>
                  <a:gd name="T90" fmla="*/ 121 w 227"/>
                  <a:gd name="T91" fmla="*/ 44 h 238"/>
                  <a:gd name="T92" fmla="*/ 117 w 227"/>
                  <a:gd name="T93" fmla="*/ 44 h 238"/>
                  <a:gd name="T94" fmla="*/ 109 w 227"/>
                  <a:gd name="T95" fmla="*/ 42 h 238"/>
                  <a:gd name="T96" fmla="*/ 103 w 227"/>
                  <a:gd name="T97" fmla="*/ 40 h 238"/>
                  <a:gd name="T98" fmla="*/ 91 w 227"/>
                  <a:gd name="T99" fmla="*/ 28 h 238"/>
                  <a:gd name="T100" fmla="*/ 91 w 227"/>
                  <a:gd name="T101" fmla="*/ 24 h 238"/>
                  <a:gd name="T102" fmla="*/ 87 w 227"/>
                  <a:gd name="T103" fmla="*/ 22 h 238"/>
                  <a:gd name="T104" fmla="*/ 81 w 227"/>
                  <a:gd name="T105" fmla="*/ 18 h 238"/>
                  <a:gd name="T106" fmla="*/ 77 w 227"/>
                  <a:gd name="T107" fmla="*/ 16 h 238"/>
                  <a:gd name="T108" fmla="*/ 67 w 227"/>
                  <a:gd name="T109" fmla="*/ 12 h 238"/>
                  <a:gd name="T110" fmla="*/ 67 w 227"/>
                  <a:gd name="T111" fmla="*/ 12 h 238"/>
                  <a:gd name="T112" fmla="*/ 53 w 227"/>
                  <a:gd name="T113" fmla="*/ 12 h 238"/>
                  <a:gd name="T114" fmla="*/ 49 w 227"/>
                  <a:gd name="T115" fmla="*/ 8 h 238"/>
                  <a:gd name="T116" fmla="*/ 43 w 227"/>
                  <a:gd name="T117" fmla="*/ 6 h 238"/>
                  <a:gd name="T118" fmla="*/ 41 w 227"/>
                  <a:gd name="T119"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7" h="238">
                    <a:moveTo>
                      <a:pt x="41" y="0"/>
                    </a:moveTo>
                    <a:lnTo>
                      <a:pt x="37" y="8"/>
                    </a:lnTo>
                    <a:lnTo>
                      <a:pt x="37" y="8"/>
                    </a:lnTo>
                    <a:lnTo>
                      <a:pt x="37" y="10"/>
                    </a:lnTo>
                    <a:lnTo>
                      <a:pt x="37" y="12"/>
                    </a:lnTo>
                    <a:lnTo>
                      <a:pt x="35" y="16"/>
                    </a:lnTo>
                    <a:lnTo>
                      <a:pt x="35" y="16"/>
                    </a:lnTo>
                    <a:lnTo>
                      <a:pt x="30" y="20"/>
                    </a:lnTo>
                    <a:lnTo>
                      <a:pt x="28" y="20"/>
                    </a:lnTo>
                    <a:lnTo>
                      <a:pt x="24" y="22"/>
                    </a:lnTo>
                    <a:lnTo>
                      <a:pt x="24" y="22"/>
                    </a:lnTo>
                    <a:lnTo>
                      <a:pt x="20" y="22"/>
                    </a:lnTo>
                    <a:lnTo>
                      <a:pt x="20" y="24"/>
                    </a:lnTo>
                    <a:lnTo>
                      <a:pt x="20" y="24"/>
                    </a:lnTo>
                    <a:lnTo>
                      <a:pt x="18" y="28"/>
                    </a:lnTo>
                    <a:lnTo>
                      <a:pt x="20" y="36"/>
                    </a:lnTo>
                    <a:lnTo>
                      <a:pt x="20" y="36"/>
                    </a:lnTo>
                    <a:lnTo>
                      <a:pt x="20" y="38"/>
                    </a:lnTo>
                    <a:lnTo>
                      <a:pt x="18" y="40"/>
                    </a:lnTo>
                    <a:lnTo>
                      <a:pt x="16" y="42"/>
                    </a:lnTo>
                    <a:lnTo>
                      <a:pt x="16" y="42"/>
                    </a:lnTo>
                    <a:lnTo>
                      <a:pt x="16" y="46"/>
                    </a:lnTo>
                    <a:lnTo>
                      <a:pt x="14" y="46"/>
                    </a:lnTo>
                    <a:lnTo>
                      <a:pt x="12" y="48"/>
                    </a:lnTo>
                    <a:lnTo>
                      <a:pt x="12" y="48"/>
                    </a:lnTo>
                    <a:lnTo>
                      <a:pt x="10" y="48"/>
                    </a:lnTo>
                    <a:lnTo>
                      <a:pt x="6" y="50"/>
                    </a:lnTo>
                    <a:lnTo>
                      <a:pt x="6" y="50"/>
                    </a:lnTo>
                    <a:lnTo>
                      <a:pt x="6" y="52"/>
                    </a:lnTo>
                    <a:lnTo>
                      <a:pt x="8" y="54"/>
                    </a:lnTo>
                    <a:lnTo>
                      <a:pt x="8" y="56"/>
                    </a:lnTo>
                    <a:lnTo>
                      <a:pt x="8" y="84"/>
                    </a:lnTo>
                    <a:lnTo>
                      <a:pt x="12" y="90"/>
                    </a:lnTo>
                    <a:lnTo>
                      <a:pt x="12" y="90"/>
                    </a:lnTo>
                    <a:lnTo>
                      <a:pt x="10" y="92"/>
                    </a:lnTo>
                    <a:lnTo>
                      <a:pt x="8" y="94"/>
                    </a:lnTo>
                    <a:lnTo>
                      <a:pt x="8" y="94"/>
                    </a:lnTo>
                    <a:lnTo>
                      <a:pt x="8" y="94"/>
                    </a:lnTo>
                    <a:lnTo>
                      <a:pt x="8" y="96"/>
                    </a:lnTo>
                    <a:lnTo>
                      <a:pt x="10" y="96"/>
                    </a:lnTo>
                    <a:lnTo>
                      <a:pt x="8" y="100"/>
                    </a:lnTo>
                    <a:lnTo>
                      <a:pt x="8" y="100"/>
                    </a:lnTo>
                    <a:lnTo>
                      <a:pt x="10" y="106"/>
                    </a:lnTo>
                    <a:lnTo>
                      <a:pt x="8" y="116"/>
                    </a:lnTo>
                    <a:lnTo>
                      <a:pt x="8" y="116"/>
                    </a:lnTo>
                    <a:lnTo>
                      <a:pt x="6" y="120"/>
                    </a:lnTo>
                    <a:lnTo>
                      <a:pt x="4" y="122"/>
                    </a:lnTo>
                    <a:lnTo>
                      <a:pt x="0" y="124"/>
                    </a:lnTo>
                    <a:lnTo>
                      <a:pt x="0" y="124"/>
                    </a:lnTo>
                    <a:lnTo>
                      <a:pt x="4" y="130"/>
                    </a:lnTo>
                    <a:lnTo>
                      <a:pt x="4" y="130"/>
                    </a:lnTo>
                    <a:lnTo>
                      <a:pt x="6" y="134"/>
                    </a:lnTo>
                    <a:lnTo>
                      <a:pt x="10" y="140"/>
                    </a:lnTo>
                    <a:lnTo>
                      <a:pt x="10" y="140"/>
                    </a:lnTo>
                    <a:lnTo>
                      <a:pt x="12" y="144"/>
                    </a:lnTo>
                    <a:lnTo>
                      <a:pt x="12" y="148"/>
                    </a:lnTo>
                    <a:lnTo>
                      <a:pt x="12" y="148"/>
                    </a:lnTo>
                    <a:lnTo>
                      <a:pt x="14" y="154"/>
                    </a:lnTo>
                    <a:lnTo>
                      <a:pt x="16" y="156"/>
                    </a:lnTo>
                    <a:lnTo>
                      <a:pt x="18" y="156"/>
                    </a:lnTo>
                    <a:lnTo>
                      <a:pt x="18" y="156"/>
                    </a:lnTo>
                    <a:lnTo>
                      <a:pt x="28" y="158"/>
                    </a:lnTo>
                    <a:lnTo>
                      <a:pt x="28" y="158"/>
                    </a:lnTo>
                    <a:lnTo>
                      <a:pt x="30" y="162"/>
                    </a:lnTo>
                    <a:lnTo>
                      <a:pt x="32" y="164"/>
                    </a:lnTo>
                    <a:lnTo>
                      <a:pt x="35" y="164"/>
                    </a:lnTo>
                    <a:lnTo>
                      <a:pt x="35" y="164"/>
                    </a:lnTo>
                    <a:lnTo>
                      <a:pt x="37" y="164"/>
                    </a:lnTo>
                    <a:lnTo>
                      <a:pt x="39" y="166"/>
                    </a:lnTo>
                    <a:lnTo>
                      <a:pt x="43" y="170"/>
                    </a:lnTo>
                    <a:lnTo>
                      <a:pt x="75" y="188"/>
                    </a:lnTo>
                    <a:lnTo>
                      <a:pt x="75" y="186"/>
                    </a:lnTo>
                    <a:lnTo>
                      <a:pt x="85" y="178"/>
                    </a:lnTo>
                    <a:lnTo>
                      <a:pt x="99" y="168"/>
                    </a:lnTo>
                    <a:lnTo>
                      <a:pt x="215" y="238"/>
                    </a:lnTo>
                    <a:lnTo>
                      <a:pt x="215" y="226"/>
                    </a:lnTo>
                    <a:lnTo>
                      <a:pt x="227" y="226"/>
                    </a:lnTo>
                    <a:lnTo>
                      <a:pt x="227" y="194"/>
                    </a:lnTo>
                    <a:lnTo>
                      <a:pt x="227" y="74"/>
                    </a:lnTo>
                    <a:lnTo>
                      <a:pt x="227" y="74"/>
                    </a:lnTo>
                    <a:lnTo>
                      <a:pt x="223" y="68"/>
                    </a:lnTo>
                    <a:lnTo>
                      <a:pt x="223" y="68"/>
                    </a:lnTo>
                    <a:lnTo>
                      <a:pt x="221" y="66"/>
                    </a:lnTo>
                    <a:lnTo>
                      <a:pt x="221" y="60"/>
                    </a:lnTo>
                    <a:lnTo>
                      <a:pt x="221" y="60"/>
                    </a:lnTo>
                    <a:lnTo>
                      <a:pt x="221" y="54"/>
                    </a:lnTo>
                    <a:lnTo>
                      <a:pt x="223" y="50"/>
                    </a:lnTo>
                    <a:lnTo>
                      <a:pt x="223" y="50"/>
                    </a:lnTo>
                    <a:lnTo>
                      <a:pt x="225" y="48"/>
                    </a:lnTo>
                    <a:lnTo>
                      <a:pt x="225" y="44"/>
                    </a:lnTo>
                    <a:lnTo>
                      <a:pt x="221" y="38"/>
                    </a:lnTo>
                    <a:lnTo>
                      <a:pt x="221" y="38"/>
                    </a:lnTo>
                    <a:lnTo>
                      <a:pt x="221" y="32"/>
                    </a:lnTo>
                    <a:lnTo>
                      <a:pt x="221" y="28"/>
                    </a:lnTo>
                    <a:lnTo>
                      <a:pt x="221" y="28"/>
                    </a:lnTo>
                    <a:lnTo>
                      <a:pt x="215" y="26"/>
                    </a:lnTo>
                    <a:lnTo>
                      <a:pt x="215" y="26"/>
                    </a:lnTo>
                    <a:lnTo>
                      <a:pt x="215" y="24"/>
                    </a:lnTo>
                    <a:lnTo>
                      <a:pt x="215" y="24"/>
                    </a:lnTo>
                    <a:lnTo>
                      <a:pt x="207" y="22"/>
                    </a:lnTo>
                    <a:lnTo>
                      <a:pt x="201" y="24"/>
                    </a:lnTo>
                    <a:lnTo>
                      <a:pt x="201" y="24"/>
                    </a:lnTo>
                    <a:lnTo>
                      <a:pt x="201" y="20"/>
                    </a:lnTo>
                    <a:lnTo>
                      <a:pt x="201" y="18"/>
                    </a:lnTo>
                    <a:lnTo>
                      <a:pt x="201" y="18"/>
                    </a:lnTo>
                    <a:lnTo>
                      <a:pt x="197" y="18"/>
                    </a:lnTo>
                    <a:lnTo>
                      <a:pt x="197" y="18"/>
                    </a:lnTo>
                    <a:lnTo>
                      <a:pt x="197" y="16"/>
                    </a:lnTo>
                    <a:lnTo>
                      <a:pt x="197" y="14"/>
                    </a:lnTo>
                    <a:lnTo>
                      <a:pt x="197" y="14"/>
                    </a:lnTo>
                    <a:lnTo>
                      <a:pt x="191" y="14"/>
                    </a:lnTo>
                    <a:lnTo>
                      <a:pt x="191" y="14"/>
                    </a:lnTo>
                    <a:lnTo>
                      <a:pt x="181" y="10"/>
                    </a:lnTo>
                    <a:lnTo>
                      <a:pt x="181" y="10"/>
                    </a:lnTo>
                    <a:lnTo>
                      <a:pt x="177" y="8"/>
                    </a:lnTo>
                    <a:lnTo>
                      <a:pt x="175" y="10"/>
                    </a:lnTo>
                    <a:lnTo>
                      <a:pt x="175" y="10"/>
                    </a:lnTo>
                    <a:lnTo>
                      <a:pt x="171" y="12"/>
                    </a:lnTo>
                    <a:lnTo>
                      <a:pt x="171" y="12"/>
                    </a:lnTo>
                    <a:lnTo>
                      <a:pt x="167" y="16"/>
                    </a:lnTo>
                    <a:lnTo>
                      <a:pt x="167" y="16"/>
                    </a:lnTo>
                    <a:lnTo>
                      <a:pt x="163" y="16"/>
                    </a:lnTo>
                    <a:lnTo>
                      <a:pt x="163" y="16"/>
                    </a:lnTo>
                    <a:lnTo>
                      <a:pt x="161" y="20"/>
                    </a:lnTo>
                    <a:lnTo>
                      <a:pt x="159" y="24"/>
                    </a:lnTo>
                    <a:lnTo>
                      <a:pt x="159" y="24"/>
                    </a:lnTo>
                    <a:lnTo>
                      <a:pt x="155" y="26"/>
                    </a:lnTo>
                    <a:lnTo>
                      <a:pt x="155" y="26"/>
                    </a:lnTo>
                    <a:lnTo>
                      <a:pt x="159" y="32"/>
                    </a:lnTo>
                    <a:lnTo>
                      <a:pt x="161" y="38"/>
                    </a:lnTo>
                    <a:lnTo>
                      <a:pt x="159" y="42"/>
                    </a:lnTo>
                    <a:lnTo>
                      <a:pt x="153" y="48"/>
                    </a:lnTo>
                    <a:lnTo>
                      <a:pt x="153" y="48"/>
                    </a:lnTo>
                    <a:lnTo>
                      <a:pt x="151" y="52"/>
                    </a:lnTo>
                    <a:lnTo>
                      <a:pt x="151" y="52"/>
                    </a:lnTo>
                    <a:lnTo>
                      <a:pt x="143" y="52"/>
                    </a:lnTo>
                    <a:lnTo>
                      <a:pt x="135" y="50"/>
                    </a:lnTo>
                    <a:lnTo>
                      <a:pt x="121" y="44"/>
                    </a:lnTo>
                    <a:lnTo>
                      <a:pt x="121" y="44"/>
                    </a:lnTo>
                    <a:lnTo>
                      <a:pt x="117" y="44"/>
                    </a:lnTo>
                    <a:lnTo>
                      <a:pt x="117" y="44"/>
                    </a:lnTo>
                    <a:lnTo>
                      <a:pt x="115" y="42"/>
                    </a:lnTo>
                    <a:lnTo>
                      <a:pt x="115" y="42"/>
                    </a:lnTo>
                    <a:lnTo>
                      <a:pt x="109" y="42"/>
                    </a:lnTo>
                    <a:lnTo>
                      <a:pt x="107" y="42"/>
                    </a:lnTo>
                    <a:lnTo>
                      <a:pt x="103" y="40"/>
                    </a:lnTo>
                    <a:lnTo>
                      <a:pt x="103" y="40"/>
                    </a:lnTo>
                    <a:lnTo>
                      <a:pt x="97" y="34"/>
                    </a:lnTo>
                    <a:lnTo>
                      <a:pt x="91" y="28"/>
                    </a:lnTo>
                    <a:lnTo>
                      <a:pt x="91" y="28"/>
                    </a:lnTo>
                    <a:lnTo>
                      <a:pt x="91" y="28"/>
                    </a:lnTo>
                    <a:lnTo>
                      <a:pt x="91" y="28"/>
                    </a:lnTo>
                    <a:lnTo>
                      <a:pt x="91" y="24"/>
                    </a:lnTo>
                    <a:lnTo>
                      <a:pt x="89" y="22"/>
                    </a:lnTo>
                    <a:lnTo>
                      <a:pt x="89" y="22"/>
                    </a:lnTo>
                    <a:lnTo>
                      <a:pt x="87" y="22"/>
                    </a:lnTo>
                    <a:lnTo>
                      <a:pt x="85" y="20"/>
                    </a:lnTo>
                    <a:lnTo>
                      <a:pt x="85" y="20"/>
                    </a:lnTo>
                    <a:lnTo>
                      <a:pt x="81" y="18"/>
                    </a:lnTo>
                    <a:lnTo>
                      <a:pt x="81" y="18"/>
                    </a:lnTo>
                    <a:lnTo>
                      <a:pt x="77" y="18"/>
                    </a:lnTo>
                    <a:lnTo>
                      <a:pt x="77" y="16"/>
                    </a:lnTo>
                    <a:lnTo>
                      <a:pt x="77" y="16"/>
                    </a:lnTo>
                    <a:lnTo>
                      <a:pt x="71" y="14"/>
                    </a:lnTo>
                    <a:lnTo>
                      <a:pt x="67" y="12"/>
                    </a:lnTo>
                    <a:lnTo>
                      <a:pt x="67" y="12"/>
                    </a:lnTo>
                    <a:lnTo>
                      <a:pt x="67" y="12"/>
                    </a:lnTo>
                    <a:lnTo>
                      <a:pt x="67" y="12"/>
                    </a:lnTo>
                    <a:lnTo>
                      <a:pt x="59" y="12"/>
                    </a:lnTo>
                    <a:lnTo>
                      <a:pt x="57" y="12"/>
                    </a:lnTo>
                    <a:lnTo>
                      <a:pt x="53" y="12"/>
                    </a:lnTo>
                    <a:lnTo>
                      <a:pt x="53" y="12"/>
                    </a:lnTo>
                    <a:lnTo>
                      <a:pt x="51" y="10"/>
                    </a:lnTo>
                    <a:lnTo>
                      <a:pt x="49" y="8"/>
                    </a:lnTo>
                    <a:lnTo>
                      <a:pt x="49" y="8"/>
                    </a:lnTo>
                    <a:lnTo>
                      <a:pt x="43" y="6"/>
                    </a:lnTo>
                    <a:lnTo>
                      <a:pt x="43" y="6"/>
                    </a:lnTo>
                    <a:lnTo>
                      <a:pt x="41" y="4"/>
                    </a:lnTo>
                    <a:lnTo>
                      <a:pt x="41" y="2"/>
                    </a:lnTo>
                    <a:lnTo>
                      <a:pt x="41"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9" name="Freeform 149">
                <a:extLst>
                  <a:ext uri="{FF2B5EF4-FFF2-40B4-BE49-F238E27FC236}">
                    <a16:creationId xmlns:a16="http://schemas.microsoft.com/office/drawing/2014/main" id="{A3E02A4F-ED70-4044-84F5-C6B0B7686876}"/>
                  </a:ext>
                </a:extLst>
              </p:cNvPr>
              <p:cNvSpPr>
                <a:spLocks/>
              </p:cNvSpPr>
              <p:nvPr/>
            </p:nvSpPr>
            <p:spPr bwMode="auto">
              <a:xfrm>
                <a:off x="5592197" y="4087287"/>
                <a:ext cx="113501" cy="152179"/>
              </a:xfrm>
              <a:custGeom>
                <a:avLst/>
                <a:gdLst>
                  <a:gd name="T0" fmla="*/ 2 w 58"/>
                  <a:gd name="T1" fmla="*/ 34 h 76"/>
                  <a:gd name="T2" fmla="*/ 6 w 58"/>
                  <a:gd name="T3" fmla="*/ 40 h 76"/>
                  <a:gd name="T4" fmla="*/ 10 w 58"/>
                  <a:gd name="T5" fmla="*/ 46 h 76"/>
                  <a:gd name="T6" fmla="*/ 12 w 58"/>
                  <a:gd name="T7" fmla="*/ 46 h 76"/>
                  <a:gd name="T8" fmla="*/ 12 w 58"/>
                  <a:gd name="T9" fmla="*/ 48 h 76"/>
                  <a:gd name="T10" fmla="*/ 24 w 58"/>
                  <a:gd name="T11" fmla="*/ 56 h 76"/>
                  <a:gd name="T12" fmla="*/ 26 w 58"/>
                  <a:gd name="T13" fmla="*/ 62 h 76"/>
                  <a:gd name="T14" fmla="*/ 38 w 58"/>
                  <a:gd name="T15" fmla="*/ 72 h 76"/>
                  <a:gd name="T16" fmla="*/ 44 w 58"/>
                  <a:gd name="T17" fmla="*/ 72 h 76"/>
                  <a:gd name="T18" fmla="*/ 48 w 58"/>
                  <a:gd name="T19" fmla="*/ 76 h 76"/>
                  <a:gd name="T20" fmla="*/ 52 w 58"/>
                  <a:gd name="T21" fmla="*/ 76 h 76"/>
                  <a:gd name="T22" fmla="*/ 54 w 58"/>
                  <a:gd name="T23" fmla="*/ 72 h 76"/>
                  <a:gd name="T24" fmla="*/ 52 w 58"/>
                  <a:gd name="T25" fmla="*/ 68 h 76"/>
                  <a:gd name="T26" fmla="*/ 54 w 58"/>
                  <a:gd name="T27" fmla="*/ 66 h 76"/>
                  <a:gd name="T28" fmla="*/ 56 w 58"/>
                  <a:gd name="T29" fmla="*/ 62 h 76"/>
                  <a:gd name="T30" fmla="*/ 56 w 58"/>
                  <a:gd name="T31" fmla="*/ 58 h 76"/>
                  <a:gd name="T32" fmla="*/ 56 w 58"/>
                  <a:gd name="T33" fmla="*/ 54 h 76"/>
                  <a:gd name="T34" fmla="*/ 54 w 58"/>
                  <a:gd name="T35" fmla="*/ 54 h 76"/>
                  <a:gd name="T36" fmla="*/ 50 w 58"/>
                  <a:gd name="T37" fmla="*/ 46 h 76"/>
                  <a:gd name="T38" fmla="*/ 48 w 58"/>
                  <a:gd name="T39" fmla="*/ 42 h 76"/>
                  <a:gd name="T40" fmla="*/ 46 w 58"/>
                  <a:gd name="T41" fmla="*/ 38 h 76"/>
                  <a:gd name="T42" fmla="*/ 36 w 58"/>
                  <a:gd name="T43" fmla="*/ 36 h 76"/>
                  <a:gd name="T44" fmla="*/ 44 w 58"/>
                  <a:gd name="T45" fmla="*/ 26 h 76"/>
                  <a:gd name="T46" fmla="*/ 44 w 58"/>
                  <a:gd name="T47" fmla="*/ 22 h 76"/>
                  <a:gd name="T48" fmla="*/ 42 w 58"/>
                  <a:gd name="T49" fmla="*/ 16 h 76"/>
                  <a:gd name="T50" fmla="*/ 42 w 58"/>
                  <a:gd name="T51" fmla="*/ 14 h 76"/>
                  <a:gd name="T52" fmla="*/ 38 w 58"/>
                  <a:gd name="T53" fmla="*/ 14 h 76"/>
                  <a:gd name="T54" fmla="*/ 32 w 58"/>
                  <a:gd name="T55" fmla="*/ 22 h 76"/>
                  <a:gd name="T56" fmla="*/ 28 w 58"/>
                  <a:gd name="T57" fmla="*/ 20 h 76"/>
                  <a:gd name="T58" fmla="*/ 32 w 58"/>
                  <a:gd name="T59" fmla="*/ 12 h 76"/>
                  <a:gd name="T60" fmla="*/ 32 w 58"/>
                  <a:gd name="T61" fmla="*/ 10 h 76"/>
                  <a:gd name="T62" fmla="*/ 28 w 58"/>
                  <a:gd name="T63" fmla="*/ 0 h 76"/>
                  <a:gd name="T64" fmla="*/ 26 w 58"/>
                  <a:gd name="T65" fmla="*/ 6 h 76"/>
                  <a:gd name="T66" fmla="*/ 22 w 58"/>
                  <a:gd name="T67" fmla="*/ 6 h 76"/>
                  <a:gd name="T68" fmla="*/ 20 w 58"/>
                  <a:gd name="T69" fmla="*/ 6 h 76"/>
                  <a:gd name="T70" fmla="*/ 18 w 58"/>
                  <a:gd name="T71" fmla="*/ 10 h 76"/>
                  <a:gd name="T72" fmla="*/ 16 w 58"/>
                  <a:gd name="T73" fmla="*/ 10 h 76"/>
                  <a:gd name="T74" fmla="*/ 12 w 58"/>
                  <a:gd name="T75" fmla="*/ 16 h 76"/>
                  <a:gd name="T76" fmla="*/ 4 w 58"/>
                  <a:gd name="T77" fmla="*/ 24 h 76"/>
                  <a:gd name="T78" fmla="*/ 2 w 58"/>
                  <a:gd name="T79" fmla="*/ 30 h 76"/>
                  <a:gd name="T80" fmla="*/ 2 w 58"/>
                  <a:gd name="T81" fmla="*/ 3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76">
                    <a:moveTo>
                      <a:pt x="2" y="34"/>
                    </a:moveTo>
                    <a:lnTo>
                      <a:pt x="2" y="34"/>
                    </a:lnTo>
                    <a:lnTo>
                      <a:pt x="4" y="38"/>
                    </a:lnTo>
                    <a:lnTo>
                      <a:pt x="6" y="40"/>
                    </a:lnTo>
                    <a:lnTo>
                      <a:pt x="10" y="46"/>
                    </a:lnTo>
                    <a:lnTo>
                      <a:pt x="10" y="46"/>
                    </a:lnTo>
                    <a:lnTo>
                      <a:pt x="12" y="46"/>
                    </a:lnTo>
                    <a:lnTo>
                      <a:pt x="12" y="46"/>
                    </a:lnTo>
                    <a:lnTo>
                      <a:pt x="12" y="48"/>
                    </a:lnTo>
                    <a:lnTo>
                      <a:pt x="12" y="48"/>
                    </a:lnTo>
                    <a:lnTo>
                      <a:pt x="22" y="56"/>
                    </a:lnTo>
                    <a:lnTo>
                      <a:pt x="24" y="56"/>
                    </a:lnTo>
                    <a:lnTo>
                      <a:pt x="24" y="56"/>
                    </a:lnTo>
                    <a:lnTo>
                      <a:pt x="26" y="62"/>
                    </a:lnTo>
                    <a:lnTo>
                      <a:pt x="38" y="72"/>
                    </a:lnTo>
                    <a:lnTo>
                      <a:pt x="38" y="72"/>
                    </a:lnTo>
                    <a:lnTo>
                      <a:pt x="44" y="72"/>
                    </a:lnTo>
                    <a:lnTo>
                      <a:pt x="44" y="72"/>
                    </a:lnTo>
                    <a:lnTo>
                      <a:pt x="46" y="74"/>
                    </a:lnTo>
                    <a:lnTo>
                      <a:pt x="48" y="76"/>
                    </a:lnTo>
                    <a:lnTo>
                      <a:pt x="48" y="76"/>
                    </a:lnTo>
                    <a:lnTo>
                      <a:pt x="52" y="76"/>
                    </a:lnTo>
                    <a:lnTo>
                      <a:pt x="52" y="76"/>
                    </a:lnTo>
                    <a:lnTo>
                      <a:pt x="54" y="72"/>
                    </a:lnTo>
                    <a:lnTo>
                      <a:pt x="54" y="72"/>
                    </a:lnTo>
                    <a:lnTo>
                      <a:pt x="52" y="68"/>
                    </a:lnTo>
                    <a:lnTo>
                      <a:pt x="52" y="68"/>
                    </a:lnTo>
                    <a:lnTo>
                      <a:pt x="54" y="66"/>
                    </a:lnTo>
                    <a:lnTo>
                      <a:pt x="54" y="66"/>
                    </a:lnTo>
                    <a:lnTo>
                      <a:pt x="56" y="62"/>
                    </a:lnTo>
                    <a:lnTo>
                      <a:pt x="56" y="58"/>
                    </a:lnTo>
                    <a:lnTo>
                      <a:pt x="56" y="58"/>
                    </a:lnTo>
                    <a:lnTo>
                      <a:pt x="58" y="54"/>
                    </a:lnTo>
                    <a:lnTo>
                      <a:pt x="56" y="54"/>
                    </a:lnTo>
                    <a:lnTo>
                      <a:pt x="56" y="54"/>
                    </a:lnTo>
                    <a:lnTo>
                      <a:pt x="54" y="54"/>
                    </a:lnTo>
                    <a:lnTo>
                      <a:pt x="52" y="52"/>
                    </a:lnTo>
                    <a:lnTo>
                      <a:pt x="50" y="46"/>
                    </a:lnTo>
                    <a:lnTo>
                      <a:pt x="50" y="46"/>
                    </a:lnTo>
                    <a:lnTo>
                      <a:pt x="48" y="42"/>
                    </a:lnTo>
                    <a:lnTo>
                      <a:pt x="46" y="38"/>
                    </a:lnTo>
                    <a:lnTo>
                      <a:pt x="46" y="38"/>
                    </a:lnTo>
                    <a:lnTo>
                      <a:pt x="36" y="36"/>
                    </a:lnTo>
                    <a:lnTo>
                      <a:pt x="36" y="36"/>
                    </a:lnTo>
                    <a:lnTo>
                      <a:pt x="40" y="32"/>
                    </a:lnTo>
                    <a:lnTo>
                      <a:pt x="44" y="26"/>
                    </a:lnTo>
                    <a:lnTo>
                      <a:pt x="44" y="26"/>
                    </a:lnTo>
                    <a:lnTo>
                      <a:pt x="44" y="22"/>
                    </a:lnTo>
                    <a:lnTo>
                      <a:pt x="44" y="20"/>
                    </a:lnTo>
                    <a:lnTo>
                      <a:pt x="42" y="16"/>
                    </a:lnTo>
                    <a:lnTo>
                      <a:pt x="42" y="16"/>
                    </a:lnTo>
                    <a:lnTo>
                      <a:pt x="42" y="14"/>
                    </a:lnTo>
                    <a:lnTo>
                      <a:pt x="40" y="12"/>
                    </a:lnTo>
                    <a:lnTo>
                      <a:pt x="38" y="14"/>
                    </a:lnTo>
                    <a:lnTo>
                      <a:pt x="38" y="14"/>
                    </a:lnTo>
                    <a:lnTo>
                      <a:pt x="32" y="22"/>
                    </a:lnTo>
                    <a:lnTo>
                      <a:pt x="28" y="20"/>
                    </a:lnTo>
                    <a:lnTo>
                      <a:pt x="28" y="20"/>
                    </a:lnTo>
                    <a:lnTo>
                      <a:pt x="30" y="16"/>
                    </a:lnTo>
                    <a:lnTo>
                      <a:pt x="32" y="12"/>
                    </a:lnTo>
                    <a:lnTo>
                      <a:pt x="32" y="10"/>
                    </a:lnTo>
                    <a:lnTo>
                      <a:pt x="32" y="10"/>
                    </a:lnTo>
                    <a:lnTo>
                      <a:pt x="28" y="0"/>
                    </a:lnTo>
                    <a:lnTo>
                      <a:pt x="28" y="0"/>
                    </a:lnTo>
                    <a:lnTo>
                      <a:pt x="28" y="2"/>
                    </a:lnTo>
                    <a:lnTo>
                      <a:pt x="26" y="6"/>
                    </a:lnTo>
                    <a:lnTo>
                      <a:pt x="26" y="6"/>
                    </a:lnTo>
                    <a:lnTo>
                      <a:pt x="22" y="6"/>
                    </a:lnTo>
                    <a:lnTo>
                      <a:pt x="20" y="6"/>
                    </a:lnTo>
                    <a:lnTo>
                      <a:pt x="20" y="6"/>
                    </a:lnTo>
                    <a:lnTo>
                      <a:pt x="18" y="8"/>
                    </a:lnTo>
                    <a:lnTo>
                      <a:pt x="18" y="10"/>
                    </a:lnTo>
                    <a:lnTo>
                      <a:pt x="16" y="10"/>
                    </a:lnTo>
                    <a:lnTo>
                      <a:pt x="16" y="10"/>
                    </a:lnTo>
                    <a:lnTo>
                      <a:pt x="12" y="12"/>
                    </a:lnTo>
                    <a:lnTo>
                      <a:pt x="12" y="16"/>
                    </a:lnTo>
                    <a:lnTo>
                      <a:pt x="12" y="16"/>
                    </a:lnTo>
                    <a:lnTo>
                      <a:pt x="4" y="24"/>
                    </a:lnTo>
                    <a:lnTo>
                      <a:pt x="4" y="24"/>
                    </a:lnTo>
                    <a:lnTo>
                      <a:pt x="2" y="30"/>
                    </a:lnTo>
                    <a:lnTo>
                      <a:pt x="0" y="34"/>
                    </a:lnTo>
                    <a:lnTo>
                      <a:pt x="2"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0" name="Freeform 155">
                <a:extLst>
                  <a:ext uri="{FF2B5EF4-FFF2-40B4-BE49-F238E27FC236}">
                    <a16:creationId xmlns:a16="http://schemas.microsoft.com/office/drawing/2014/main" id="{FB4B9BBE-B813-8348-A199-3623818E25CC}"/>
                  </a:ext>
                </a:extLst>
              </p:cNvPr>
              <p:cNvSpPr>
                <a:spLocks noEditPoints="1"/>
              </p:cNvSpPr>
              <p:nvPr/>
            </p:nvSpPr>
            <p:spPr bwMode="auto">
              <a:xfrm>
                <a:off x="6787864" y="4227452"/>
                <a:ext cx="227000" cy="308362"/>
              </a:xfrm>
              <a:custGeom>
                <a:avLst/>
                <a:gdLst>
                  <a:gd name="T0" fmla="*/ 6 w 116"/>
                  <a:gd name="T1" fmla="*/ 88 h 154"/>
                  <a:gd name="T2" fmla="*/ 10 w 116"/>
                  <a:gd name="T3" fmla="*/ 90 h 154"/>
                  <a:gd name="T4" fmla="*/ 14 w 116"/>
                  <a:gd name="T5" fmla="*/ 88 h 154"/>
                  <a:gd name="T6" fmla="*/ 12 w 116"/>
                  <a:gd name="T7" fmla="*/ 90 h 154"/>
                  <a:gd name="T8" fmla="*/ 12 w 116"/>
                  <a:gd name="T9" fmla="*/ 98 h 154"/>
                  <a:gd name="T10" fmla="*/ 8 w 116"/>
                  <a:gd name="T11" fmla="*/ 100 h 154"/>
                  <a:gd name="T12" fmla="*/ 48 w 116"/>
                  <a:gd name="T13" fmla="*/ 128 h 154"/>
                  <a:gd name="T14" fmla="*/ 52 w 116"/>
                  <a:gd name="T15" fmla="*/ 134 h 154"/>
                  <a:gd name="T16" fmla="*/ 52 w 116"/>
                  <a:gd name="T17" fmla="*/ 140 h 154"/>
                  <a:gd name="T18" fmla="*/ 56 w 116"/>
                  <a:gd name="T19" fmla="*/ 144 h 154"/>
                  <a:gd name="T20" fmla="*/ 74 w 116"/>
                  <a:gd name="T21" fmla="*/ 154 h 154"/>
                  <a:gd name="T22" fmla="*/ 76 w 116"/>
                  <a:gd name="T23" fmla="*/ 146 h 154"/>
                  <a:gd name="T24" fmla="*/ 80 w 116"/>
                  <a:gd name="T25" fmla="*/ 138 h 154"/>
                  <a:gd name="T26" fmla="*/ 86 w 116"/>
                  <a:gd name="T27" fmla="*/ 126 h 154"/>
                  <a:gd name="T28" fmla="*/ 92 w 116"/>
                  <a:gd name="T29" fmla="*/ 124 h 154"/>
                  <a:gd name="T30" fmla="*/ 98 w 116"/>
                  <a:gd name="T31" fmla="*/ 114 h 154"/>
                  <a:gd name="T32" fmla="*/ 104 w 116"/>
                  <a:gd name="T33" fmla="*/ 112 h 154"/>
                  <a:gd name="T34" fmla="*/ 106 w 116"/>
                  <a:gd name="T35" fmla="*/ 102 h 154"/>
                  <a:gd name="T36" fmla="*/ 112 w 116"/>
                  <a:gd name="T37" fmla="*/ 98 h 154"/>
                  <a:gd name="T38" fmla="*/ 110 w 116"/>
                  <a:gd name="T39" fmla="*/ 94 h 154"/>
                  <a:gd name="T40" fmla="*/ 102 w 116"/>
                  <a:gd name="T41" fmla="*/ 26 h 154"/>
                  <a:gd name="T42" fmla="*/ 116 w 116"/>
                  <a:gd name="T43" fmla="*/ 4 h 154"/>
                  <a:gd name="T44" fmla="*/ 102 w 116"/>
                  <a:gd name="T45" fmla="*/ 4 h 154"/>
                  <a:gd name="T46" fmla="*/ 98 w 116"/>
                  <a:gd name="T47" fmla="*/ 0 h 154"/>
                  <a:gd name="T48" fmla="*/ 92 w 116"/>
                  <a:gd name="T49" fmla="*/ 4 h 154"/>
                  <a:gd name="T50" fmla="*/ 86 w 116"/>
                  <a:gd name="T51" fmla="*/ 4 h 154"/>
                  <a:gd name="T52" fmla="*/ 84 w 116"/>
                  <a:gd name="T53" fmla="*/ 8 h 154"/>
                  <a:gd name="T54" fmla="*/ 72 w 116"/>
                  <a:gd name="T55" fmla="*/ 8 h 154"/>
                  <a:gd name="T56" fmla="*/ 62 w 116"/>
                  <a:gd name="T57" fmla="*/ 6 h 154"/>
                  <a:gd name="T58" fmla="*/ 54 w 116"/>
                  <a:gd name="T59" fmla="*/ 6 h 154"/>
                  <a:gd name="T60" fmla="*/ 48 w 116"/>
                  <a:gd name="T61" fmla="*/ 6 h 154"/>
                  <a:gd name="T62" fmla="*/ 40 w 116"/>
                  <a:gd name="T63" fmla="*/ 8 h 154"/>
                  <a:gd name="T64" fmla="*/ 22 w 116"/>
                  <a:gd name="T65" fmla="*/ 0 h 154"/>
                  <a:gd name="T66" fmla="*/ 10 w 116"/>
                  <a:gd name="T67" fmla="*/ 0 h 154"/>
                  <a:gd name="T68" fmla="*/ 0 w 116"/>
                  <a:gd name="T69" fmla="*/ 10 h 154"/>
                  <a:gd name="T70" fmla="*/ 4 w 116"/>
                  <a:gd name="T71" fmla="*/ 14 h 154"/>
                  <a:gd name="T72" fmla="*/ 6 w 116"/>
                  <a:gd name="T73" fmla="*/ 16 h 154"/>
                  <a:gd name="T74" fmla="*/ 6 w 116"/>
                  <a:gd name="T75" fmla="*/ 24 h 154"/>
                  <a:gd name="T76" fmla="*/ 8 w 116"/>
                  <a:gd name="T77" fmla="*/ 34 h 154"/>
                  <a:gd name="T78" fmla="*/ 10 w 116"/>
                  <a:gd name="T79" fmla="*/ 44 h 154"/>
                  <a:gd name="T80" fmla="*/ 8 w 116"/>
                  <a:gd name="T81" fmla="*/ 50 h 154"/>
                  <a:gd name="T82" fmla="*/ 4 w 116"/>
                  <a:gd name="T83" fmla="*/ 56 h 154"/>
                  <a:gd name="T84" fmla="*/ 2 w 116"/>
                  <a:gd name="T85" fmla="*/ 66 h 154"/>
                  <a:gd name="T86" fmla="*/ 2 w 116"/>
                  <a:gd name="T87" fmla="*/ 74 h 154"/>
                  <a:gd name="T88" fmla="*/ 4 w 116"/>
                  <a:gd name="T89" fmla="*/ 80 h 154"/>
                  <a:gd name="T90" fmla="*/ 4 w 116"/>
                  <a:gd name="T91" fmla="*/ 84 h 154"/>
                  <a:gd name="T92" fmla="*/ 30 w 116"/>
                  <a:gd name="T93" fmla="*/ 6 h 154"/>
                  <a:gd name="T94" fmla="*/ 34 w 116"/>
                  <a:gd name="T95" fmla="*/ 8 h 154"/>
                  <a:gd name="T96" fmla="*/ 34 w 116"/>
                  <a:gd name="T97" fmla="*/ 24 h 154"/>
                  <a:gd name="T98" fmla="*/ 40 w 116"/>
                  <a:gd name="T99" fmla="*/ 32 h 154"/>
                  <a:gd name="T100" fmla="*/ 38 w 116"/>
                  <a:gd name="T101" fmla="*/ 40 h 154"/>
                  <a:gd name="T102" fmla="*/ 32 w 116"/>
                  <a:gd name="T103" fmla="*/ 30 h 154"/>
                  <a:gd name="T104" fmla="*/ 30 w 116"/>
                  <a:gd name="T105" fmla="*/ 24 h 154"/>
                  <a:gd name="T106" fmla="*/ 28 w 116"/>
                  <a:gd name="T107" fmla="*/ 1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54">
                    <a:moveTo>
                      <a:pt x="4" y="86"/>
                    </a:moveTo>
                    <a:lnTo>
                      <a:pt x="4" y="86"/>
                    </a:lnTo>
                    <a:lnTo>
                      <a:pt x="6" y="88"/>
                    </a:lnTo>
                    <a:lnTo>
                      <a:pt x="8" y="90"/>
                    </a:lnTo>
                    <a:lnTo>
                      <a:pt x="10" y="90"/>
                    </a:lnTo>
                    <a:lnTo>
                      <a:pt x="10" y="90"/>
                    </a:lnTo>
                    <a:lnTo>
                      <a:pt x="12" y="88"/>
                    </a:lnTo>
                    <a:lnTo>
                      <a:pt x="12" y="88"/>
                    </a:lnTo>
                    <a:lnTo>
                      <a:pt x="14" y="88"/>
                    </a:lnTo>
                    <a:lnTo>
                      <a:pt x="16" y="88"/>
                    </a:lnTo>
                    <a:lnTo>
                      <a:pt x="16" y="88"/>
                    </a:lnTo>
                    <a:lnTo>
                      <a:pt x="12" y="90"/>
                    </a:lnTo>
                    <a:lnTo>
                      <a:pt x="12" y="90"/>
                    </a:lnTo>
                    <a:lnTo>
                      <a:pt x="12" y="94"/>
                    </a:lnTo>
                    <a:lnTo>
                      <a:pt x="12" y="98"/>
                    </a:lnTo>
                    <a:lnTo>
                      <a:pt x="12" y="98"/>
                    </a:lnTo>
                    <a:lnTo>
                      <a:pt x="8" y="100"/>
                    </a:lnTo>
                    <a:lnTo>
                      <a:pt x="8" y="100"/>
                    </a:lnTo>
                    <a:lnTo>
                      <a:pt x="8" y="104"/>
                    </a:lnTo>
                    <a:lnTo>
                      <a:pt x="8" y="108"/>
                    </a:lnTo>
                    <a:lnTo>
                      <a:pt x="48" y="128"/>
                    </a:lnTo>
                    <a:lnTo>
                      <a:pt x="48" y="128"/>
                    </a:lnTo>
                    <a:lnTo>
                      <a:pt x="50" y="130"/>
                    </a:lnTo>
                    <a:lnTo>
                      <a:pt x="52" y="134"/>
                    </a:lnTo>
                    <a:lnTo>
                      <a:pt x="52" y="134"/>
                    </a:lnTo>
                    <a:lnTo>
                      <a:pt x="52" y="140"/>
                    </a:lnTo>
                    <a:lnTo>
                      <a:pt x="52" y="140"/>
                    </a:lnTo>
                    <a:lnTo>
                      <a:pt x="54" y="142"/>
                    </a:lnTo>
                    <a:lnTo>
                      <a:pt x="54" y="142"/>
                    </a:lnTo>
                    <a:lnTo>
                      <a:pt x="56" y="144"/>
                    </a:lnTo>
                    <a:lnTo>
                      <a:pt x="58" y="144"/>
                    </a:lnTo>
                    <a:lnTo>
                      <a:pt x="74" y="154"/>
                    </a:lnTo>
                    <a:lnTo>
                      <a:pt x="74" y="154"/>
                    </a:lnTo>
                    <a:lnTo>
                      <a:pt x="78" y="152"/>
                    </a:lnTo>
                    <a:lnTo>
                      <a:pt x="78" y="152"/>
                    </a:lnTo>
                    <a:lnTo>
                      <a:pt x="76" y="146"/>
                    </a:lnTo>
                    <a:lnTo>
                      <a:pt x="76" y="142"/>
                    </a:lnTo>
                    <a:lnTo>
                      <a:pt x="78" y="138"/>
                    </a:lnTo>
                    <a:lnTo>
                      <a:pt x="80" y="138"/>
                    </a:lnTo>
                    <a:lnTo>
                      <a:pt x="80" y="138"/>
                    </a:lnTo>
                    <a:lnTo>
                      <a:pt x="82" y="132"/>
                    </a:lnTo>
                    <a:lnTo>
                      <a:pt x="86" y="126"/>
                    </a:lnTo>
                    <a:lnTo>
                      <a:pt x="86" y="126"/>
                    </a:lnTo>
                    <a:lnTo>
                      <a:pt x="88" y="126"/>
                    </a:lnTo>
                    <a:lnTo>
                      <a:pt x="92" y="124"/>
                    </a:lnTo>
                    <a:lnTo>
                      <a:pt x="92" y="124"/>
                    </a:lnTo>
                    <a:lnTo>
                      <a:pt x="96" y="120"/>
                    </a:lnTo>
                    <a:lnTo>
                      <a:pt x="98" y="114"/>
                    </a:lnTo>
                    <a:lnTo>
                      <a:pt x="98" y="114"/>
                    </a:lnTo>
                    <a:lnTo>
                      <a:pt x="100" y="114"/>
                    </a:lnTo>
                    <a:lnTo>
                      <a:pt x="104" y="112"/>
                    </a:lnTo>
                    <a:lnTo>
                      <a:pt x="104" y="112"/>
                    </a:lnTo>
                    <a:lnTo>
                      <a:pt x="104" y="108"/>
                    </a:lnTo>
                    <a:lnTo>
                      <a:pt x="106" y="102"/>
                    </a:lnTo>
                    <a:lnTo>
                      <a:pt x="106" y="102"/>
                    </a:lnTo>
                    <a:lnTo>
                      <a:pt x="112" y="98"/>
                    </a:lnTo>
                    <a:lnTo>
                      <a:pt x="112" y="98"/>
                    </a:lnTo>
                    <a:lnTo>
                      <a:pt x="110" y="96"/>
                    </a:lnTo>
                    <a:lnTo>
                      <a:pt x="110" y="94"/>
                    </a:lnTo>
                    <a:lnTo>
                      <a:pt x="110" y="94"/>
                    </a:lnTo>
                    <a:lnTo>
                      <a:pt x="112" y="92"/>
                    </a:lnTo>
                    <a:lnTo>
                      <a:pt x="102" y="82"/>
                    </a:lnTo>
                    <a:lnTo>
                      <a:pt x="102" y="26"/>
                    </a:lnTo>
                    <a:lnTo>
                      <a:pt x="108" y="20"/>
                    </a:lnTo>
                    <a:lnTo>
                      <a:pt x="116" y="4"/>
                    </a:lnTo>
                    <a:lnTo>
                      <a:pt x="116" y="4"/>
                    </a:lnTo>
                    <a:lnTo>
                      <a:pt x="110" y="4"/>
                    </a:lnTo>
                    <a:lnTo>
                      <a:pt x="106" y="6"/>
                    </a:lnTo>
                    <a:lnTo>
                      <a:pt x="102" y="4"/>
                    </a:lnTo>
                    <a:lnTo>
                      <a:pt x="102" y="4"/>
                    </a:lnTo>
                    <a:lnTo>
                      <a:pt x="98" y="2"/>
                    </a:lnTo>
                    <a:lnTo>
                      <a:pt x="98" y="0"/>
                    </a:lnTo>
                    <a:lnTo>
                      <a:pt x="98" y="0"/>
                    </a:lnTo>
                    <a:lnTo>
                      <a:pt x="94" y="2"/>
                    </a:lnTo>
                    <a:lnTo>
                      <a:pt x="92" y="4"/>
                    </a:lnTo>
                    <a:lnTo>
                      <a:pt x="88" y="4"/>
                    </a:lnTo>
                    <a:lnTo>
                      <a:pt x="88" y="4"/>
                    </a:lnTo>
                    <a:lnTo>
                      <a:pt x="86" y="4"/>
                    </a:lnTo>
                    <a:lnTo>
                      <a:pt x="84" y="4"/>
                    </a:lnTo>
                    <a:lnTo>
                      <a:pt x="84" y="8"/>
                    </a:lnTo>
                    <a:lnTo>
                      <a:pt x="84" y="8"/>
                    </a:lnTo>
                    <a:lnTo>
                      <a:pt x="76" y="8"/>
                    </a:lnTo>
                    <a:lnTo>
                      <a:pt x="76" y="8"/>
                    </a:lnTo>
                    <a:lnTo>
                      <a:pt x="72" y="8"/>
                    </a:lnTo>
                    <a:lnTo>
                      <a:pt x="68" y="8"/>
                    </a:lnTo>
                    <a:lnTo>
                      <a:pt x="68" y="8"/>
                    </a:lnTo>
                    <a:lnTo>
                      <a:pt x="62" y="6"/>
                    </a:lnTo>
                    <a:lnTo>
                      <a:pt x="58" y="6"/>
                    </a:lnTo>
                    <a:lnTo>
                      <a:pt x="58" y="6"/>
                    </a:lnTo>
                    <a:lnTo>
                      <a:pt x="54" y="6"/>
                    </a:lnTo>
                    <a:lnTo>
                      <a:pt x="50" y="8"/>
                    </a:lnTo>
                    <a:lnTo>
                      <a:pt x="48" y="6"/>
                    </a:lnTo>
                    <a:lnTo>
                      <a:pt x="48" y="6"/>
                    </a:lnTo>
                    <a:lnTo>
                      <a:pt x="46" y="6"/>
                    </a:lnTo>
                    <a:lnTo>
                      <a:pt x="44" y="6"/>
                    </a:lnTo>
                    <a:lnTo>
                      <a:pt x="40" y="8"/>
                    </a:lnTo>
                    <a:lnTo>
                      <a:pt x="40" y="8"/>
                    </a:lnTo>
                    <a:lnTo>
                      <a:pt x="28" y="6"/>
                    </a:lnTo>
                    <a:lnTo>
                      <a:pt x="22" y="0"/>
                    </a:lnTo>
                    <a:lnTo>
                      <a:pt x="16" y="0"/>
                    </a:lnTo>
                    <a:lnTo>
                      <a:pt x="16" y="0"/>
                    </a:lnTo>
                    <a:lnTo>
                      <a:pt x="10" y="0"/>
                    </a:lnTo>
                    <a:lnTo>
                      <a:pt x="6" y="4"/>
                    </a:lnTo>
                    <a:lnTo>
                      <a:pt x="0" y="6"/>
                    </a:lnTo>
                    <a:lnTo>
                      <a:pt x="0" y="10"/>
                    </a:lnTo>
                    <a:lnTo>
                      <a:pt x="0" y="10"/>
                    </a:lnTo>
                    <a:lnTo>
                      <a:pt x="4" y="14"/>
                    </a:lnTo>
                    <a:lnTo>
                      <a:pt x="4" y="14"/>
                    </a:lnTo>
                    <a:lnTo>
                      <a:pt x="6" y="14"/>
                    </a:lnTo>
                    <a:lnTo>
                      <a:pt x="6" y="16"/>
                    </a:lnTo>
                    <a:lnTo>
                      <a:pt x="6" y="16"/>
                    </a:lnTo>
                    <a:lnTo>
                      <a:pt x="8" y="18"/>
                    </a:lnTo>
                    <a:lnTo>
                      <a:pt x="8" y="20"/>
                    </a:lnTo>
                    <a:lnTo>
                      <a:pt x="6" y="24"/>
                    </a:lnTo>
                    <a:lnTo>
                      <a:pt x="6" y="24"/>
                    </a:lnTo>
                    <a:lnTo>
                      <a:pt x="4" y="30"/>
                    </a:lnTo>
                    <a:lnTo>
                      <a:pt x="8" y="34"/>
                    </a:lnTo>
                    <a:lnTo>
                      <a:pt x="8" y="34"/>
                    </a:lnTo>
                    <a:lnTo>
                      <a:pt x="10" y="38"/>
                    </a:lnTo>
                    <a:lnTo>
                      <a:pt x="10" y="44"/>
                    </a:lnTo>
                    <a:lnTo>
                      <a:pt x="10" y="44"/>
                    </a:lnTo>
                    <a:lnTo>
                      <a:pt x="8" y="50"/>
                    </a:lnTo>
                    <a:lnTo>
                      <a:pt x="8" y="50"/>
                    </a:lnTo>
                    <a:lnTo>
                      <a:pt x="6" y="52"/>
                    </a:lnTo>
                    <a:lnTo>
                      <a:pt x="4" y="54"/>
                    </a:lnTo>
                    <a:lnTo>
                      <a:pt x="4" y="56"/>
                    </a:lnTo>
                    <a:lnTo>
                      <a:pt x="4" y="56"/>
                    </a:lnTo>
                    <a:lnTo>
                      <a:pt x="4" y="62"/>
                    </a:lnTo>
                    <a:lnTo>
                      <a:pt x="2" y="66"/>
                    </a:lnTo>
                    <a:lnTo>
                      <a:pt x="2" y="66"/>
                    </a:lnTo>
                    <a:lnTo>
                      <a:pt x="2" y="70"/>
                    </a:lnTo>
                    <a:lnTo>
                      <a:pt x="2" y="74"/>
                    </a:lnTo>
                    <a:lnTo>
                      <a:pt x="4" y="78"/>
                    </a:lnTo>
                    <a:lnTo>
                      <a:pt x="4" y="80"/>
                    </a:lnTo>
                    <a:lnTo>
                      <a:pt x="4" y="80"/>
                    </a:lnTo>
                    <a:lnTo>
                      <a:pt x="2" y="82"/>
                    </a:lnTo>
                    <a:lnTo>
                      <a:pt x="4" y="84"/>
                    </a:lnTo>
                    <a:lnTo>
                      <a:pt x="4" y="84"/>
                    </a:lnTo>
                    <a:lnTo>
                      <a:pt x="4" y="86"/>
                    </a:lnTo>
                    <a:lnTo>
                      <a:pt x="4" y="86"/>
                    </a:lnTo>
                    <a:close/>
                    <a:moveTo>
                      <a:pt x="30" y="6"/>
                    </a:moveTo>
                    <a:lnTo>
                      <a:pt x="30" y="6"/>
                    </a:lnTo>
                    <a:lnTo>
                      <a:pt x="34" y="8"/>
                    </a:lnTo>
                    <a:lnTo>
                      <a:pt x="34" y="8"/>
                    </a:lnTo>
                    <a:lnTo>
                      <a:pt x="34" y="16"/>
                    </a:lnTo>
                    <a:lnTo>
                      <a:pt x="34" y="24"/>
                    </a:lnTo>
                    <a:lnTo>
                      <a:pt x="34" y="24"/>
                    </a:lnTo>
                    <a:lnTo>
                      <a:pt x="38" y="28"/>
                    </a:lnTo>
                    <a:lnTo>
                      <a:pt x="40" y="32"/>
                    </a:lnTo>
                    <a:lnTo>
                      <a:pt x="40" y="32"/>
                    </a:lnTo>
                    <a:lnTo>
                      <a:pt x="42" y="40"/>
                    </a:lnTo>
                    <a:lnTo>
                      <a:pt x="38" y="40"/>
                    </a:lnTo>
                    <a:lnTo>
                      <a:pt x="38" y="40"/>
                    </a:lnTo>
                    <a:lnTo>
                      <a:pt x="36" y="32"/>
                    </a:lnTo>
                    <a:lnTo>
                      <a:pt x="36" y="32"/>
                    </a:lnTo>
                    <a:lnTo>
                      <a:pt x="32" y="30"/>
                    </a:lnTo>
                    <a:lnTo>
                      <a:pt x="30" y="26"/>
                    </a:lnTo>
                    <a:lnTo>
                      <a:pt x="30" y="26"/>
                    </a:lnTo>
                    <a:lnTo>
                      <a:pt x="30" y="24"/>
                    </a:lnTo>
                    <a:lnTo>
                      <a:pt x="28" y="24"/>
                    </a:lnTo>
                    <a:lnTo>
                      <a:pt x="28" y="24"/>
                    </a:lnTo>
                    <a:lnTo>
                      <a:pt x="28" y="14"/>
                    </a:lnTo>
                    <a:lnTo>
                      <a:pt x="30" y="6"/>
                    </a:lnTo>
                    <a:lnTo>
                      <a:pt x="30"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1" name="Freeform 161">
                <a:extLst>
                  <a:ext uri="{FF2B5EF4-FFF2-40B4-BE49-F238E27FC236}">
                    <a16:creationId xmlns:a16="http://schemas.microsoft.com/office/drawing/2014/main" id="{1C061F17-F2B7-884A-A2AB-06C873B72219}"/>
                  </a:ext>
                </a:extLst>
              </p:cNvPr>
              <p:cNvSpPr>
                <a:spLocks/>
              </p:cNvSpPr>
              <p:nvPr/>
            </p:nvSpPr>
            <p:spPr bwMode="auto">
              <a:xfrm>
                <a:off x="5662645" y="4023211"/>
                <a:ext cx="172207" cy="216255"/>
              </a:xfrm>
              <a:custGeom>
                <a:avLst/>
                <a:gdLst>
                  <a:gd name="T0" fmla="*/ 18 w 88"/>
                  <a:gd name="T1" fmla="*/ 108 h 108"/>
                  <a:gd name="T2" fmla="*/ 36 w 88"/>
                  <a:gd name="T3" fmla="*/ 100 h 108"/>
                  <a:gd name="T4" fmla="*/ 40 w 88"/>
                  <a:gd name="T5" fmla="*/ 94 h 108"/>
                  <a:gd name="T6" fmla="*/ 50 w 88"/>
                  <a:gd name="T7" fmla="*/ 94 h 108"/>
                  <a:gd name="T8" fmla="*/ 60 w 88"/>
                  <a:gd name="T9" fmla="*/ 94 h 108"/>
                  <a:gd name="T10" fmla="*/ 70 w 88"/>
                  <a:gd name="T11" fmla="*/ 100 h 108"/>
                  <a:gd name="T12" fmla="*/ 74 w 88"/>
                  <a:gd name="T13" fmla="*/ 92 h 108"/>
                  <a:gd name="T14" fmla="*/ 74 w 88"/>
                  <a:gd name="T15" fmla="*/ 88 h 108"/>
                  <a:gd name="T16" fmla="*/ 72 w 88"/>
                  <a:gd name="T17" fmla="*/ 76 h 108"/>
                  <a:gd name="T18" fmla="*/ 74 w 88"/>
                  <a:gd name="T19" fmla="*/ 66 h 108"/>
                  <a:gd name="T20" fmla="*/ 78 w 88"/>
                  <a:gd name="T21" fmla="*/ 56 h 108"/>
                  <a:gd name="T22" fmla="*/ 82 w 88"/>
                  <a:gd name="T23" fmla="*/ 46 h 108"/>
                  <a:gd name="T24" fmla="*/ 86 w 88"/>
                  <a:gd name="T25" fmla="*/ 38 h 108"/>
                  <a:gd name="T26" fmla="*/ 88 w 88"/>
                  <a:gd name="T27" fmla="*/ 26 h 108"/>
                  <a:gd name="T28" fmla="*/ 86 w 88"/>
                  <a:gd name="T29" fmla="*/ 20 h 108"/>
                  <a:gd name="T30" fmla="*/ 84 w 88"/>
                  <a:gd name="T31" fmla="*/ 18 h 108"/>
                  <a:gd name="T32" fmla="*/ 84 w 88"/>
                  <a:gd name="T33" fmla="*/ 12 h 108"/>
                  <a:gd name="T34" fmla="*/ 84 w 88"/>
                  <a:gd name="T35" fmla="*/ 8 h 108"/>
                  <a:gd name="T36" fmla="*/ 74 w 88"/>
                  <a:gd name="T37" fmla="*/ 10 h 108"/>
                  <a:gd name="T38" fmla="*/ 72 w 88"/>
                  <a:gd name="T39" fmla="*/ 6 h 108"/>
                  <a:gd name="T40" fmla="*/ 66 w 88"/>
                  <a:gd name="T41" fmla="*/ 2 h 108"/>
                  <a:gd name="T42" fmla="*/ 56 w 88"/>
                  <a:gd name="T43" fmla="*/ 4 h 108"/>
                  <a:gd name="T44" fmla="*/ 44 w 88"/>
                  <a:gd name="T45" fmla="*/ 0 h 108"/>
                  <a:gd name="T46" fmla="*/ 42 w 88"/>
                  <a:gd name="T47" fmla="*/ 4 h 108"/>
                  <a:gd name="T48" fmla="*/ 40 w 88"/>
                  <a:gd name="T49" fmla="*/ 8 h 108"/>
                  <a:gd name="T50" fmla="*/ 38 w 88"/>
                  <a:gd name="T51" fmla="*/ 10 h 108"/>
                  <a:gd name="T52" fmla="*/ 34 w 88"/>
                  <a:gd name="T53" fmla="*/ 8 h 108"/>
                  <a:gd name="T54" fmla="*/ 30 w 88"/>
                  <a:gd name="T55" fmla="*/ 8 h 108"/>
                  <a:gd name="T56" fmla="*/ 28 w 88"/>
                  <a:gd name="T57" fmla="*/ 16 h 108"/>
                  <a:gd name="T58" fmla="*/ 26 w 88"/>
                  <a:gd name="T59" fmla="*/ 12 h 108"/>
                  <a:gd name="T60" fmla="*/ 24 w 88"/>
                  <a:gd name="T61" fmla="*/ 14 h 108"/>
                  <a:gd name="T62" fmla="*/ 18 w 88"/>
                  <a:gd name="T63" fmla="*/ 18 h 108"/>
                  <a:gd name="T64" fmla="*/ 16 w 88"/>
                  <a:gd name="T65" fmla="*/ 22 h 108"/>
                  <a:gd name="T66" fmla="*/ 14 w 88"/>
                  <a:gd name="T67" fmla="*/ 26 h 108"/>
                  <a:gd name="T68" fmla="*/ 18 w 88"/>
                  <a:gd name="T69" fmla="*/ 30 h 108"/>
                  <a:gd name="T70" fmla="*/ 18 w 88"/>
                  <a:gd name="T71" fmla="*/ 34 h 108"/>
                  <a:gd name="T72" fmla="*/ 16 w 88"/>
                  <a:gd name="T73" fmla="*/ 36 h 108"/>
                  <a:gd name="T74" fmla="*/ 10 w 88"/>
                  <a:gd name="T75" fmla="*/ 38 h 108"/>
                  <a:gd name="T76" fmla="*/ 10 w 88"/>
                  <a:gd name="T77" fmla="*/ 40 h 108"/>
                  <a:gd name="T78" fmla="*/ 6 w 88"/>
                  <a:gd name="T79" fmla="*/ 48 h 108"/>
                  <a:gd name="T80" fmla="*/ 8 w 88"/>
                  <a:gd name="T81" fmla="*/ 52 h 108"/>
                  <a:gd name="T82" fmla="*/ 8 w 88"/>
                  <a:gd name="T83" fmla="*/ 58 h 108"/>
                  <a:gd name="T84" fmla="*/ 4 w 88"/>
                  <a:gd name="T85" fmla="*/ 64 h 108"/>
                  <a:gd name="T86" fmla="*/ 0 w 88"/>
                  <a:gd name="T87" fmla="*/ 68 h 108"/>
                  <a:gd name="T88" fmla="*/ 10 w 88"/>
                  <a:gd name="T89" fmla="*/ 70 h 108"/>
                  <a:gd name="T90" fmla="*/ 14 w 88"/>
                  <a:gd name="T91" fmla="*/ 78 h 108"/>
                  <a:gd name="T92" fmla="*/ 16 w 88"/>
                  <a:gd name="T93" fmla="*/ 84 h 108"/>
                  <a:gd name="T94" fmla="*/ 20 w 88"/>
                  <a:gd name="T95" fmla="*/ 86 h 108"/>
                  <a:gd name="T96" fmla="*/ 22 w 88"/>
                  <a:gd name="T97" fmla="*/ 86 h 108"/>
                  <a:gd name="T98" fmla="*/ 20 w 88"/>
                  <a:gd name="T99" fmla="*/ 90 h 108"/>
                  <a:gd name="T100" fmla="*/ 18 w 88"/>
                  <a:gd name="T101" fmla="*/ 98 h 108"/>
                  <a:gd name="T102" fmla="*/ 16 w 88"/>
                  <a:gd name="T103" fmla="*/ 100 h 108"/>
                  <a:gd name="T104" fmla="*/ 18 w 88"/>
                  <a:gd name="T105" fmla="*/ 104 h 108"/>
                  <a:gd name="T106" fmla="*/ 16 w 88"/>
                  <a:gd name="T10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8" h="108">
                    <a:moveTo>
                      <a:pt x="18" y="108"/>
                    </a:moveTo>
                    <a:lnTo>
                      <a:pt x="18" y="108"/>
                    </a:lnTo>
                    <a:lnTo>
                      <a:pt x="28" y="104"/>
                    </a:lnTo>
                    <a:lnTo>
                      <a:pt x="36" y="100"/>
                    </a:lnTo>
                    <a:lnTo>
                      <a:pt x="36" y="100"/>
                    </a:lnTo>
                    <a:lnTo>
                      <a:pt x="40" y="94"/>
                    </a:lnTo>
                    <a:lnTo>
                      <a:pt x="40" y="94"/>
                    </a:lnTo>
                    <a:lnTo>
                      <a:pt x="50" y="94"/>
                    </a:lnTo>
                    <a:lnTo>
                      <a:pt x="60" y="94"/>
                    </a:lnTo>
                    <a:lnTo>
                      <a:pt x="60" y="94"/>
                    </a:lnTo>
                    <a:lnTo>
                      <a:pt x="66" y="96"/>
                    </a:lnTo>
                    <a:lnTo>
                      <a:pt x="70" y="100"/>
                    </a:lnTo>
                    <a:lnTo>
                      <a:pt x="70" y="100"/>
                    </a:lnTo>
                    <a:lnTo>
                      <a:pt x="74" y="92"/>
                    </a:lnTo>
                    <a:lnTo>
                      <a:pt x="74" y="92"/>
                    </a:lnTo>
                    <a:lnTo>
                      <a:pt x="74" y="88"/>
                    </a:lnTo>
                    <a:lnTo>
                      <a:pt x="72" y="86"/>
                    </a:lnTo>
                    <a:lnTo>
                      <a:pt x="72" y="76"/>
                    </a:lnTo>
                    <a:lnTo>
                      <a:pt x="74" y="66"/>
                    </a:lnTo>
                    <a:lnTo>
                      <a:pt x="74" y="66"/>
                    </a:lnTo>
                    <a:lnTo>
                      <a:pt x="78" y="56"/>
                    </a:lnTo>
                    <a:lnTo>
                      <a:pt x="78" y="56"/>
                    </a:lnTo>
                    <a:lnTo>
                      <a:pt x="82" y="46"/>
                    </a:lnTo>
                    <a:lnTo>
                      <a:pt x="82" y="46"/>
                    </a:lnTo>
                    <a:lnTo>
                      <a:pt x="84" y="40"/>
                    </a:lnTo>
                    <a:lnTo>
                      <a:pt x="86" y="38"/>
                    </a:lnTo>
                    <a:lnTo>
                      <a:pt x="86" y="38"/>
                    </a:lnTo>
                    <a:lnTo>
                      <a:pt x="88" y="26"/>
                    </a:lnTo>
                    <a:lnTo>
                      <a:pt x="88" y="26"/>
                    </a:lnTo>
                    <a:lnTo>
                      <a:pt x="86" y="20"/>
                    </a:lnTo>
                    <a:lnTo>
                      <a:pt x="84" y="20"/>
                    </a:lnTo>
                    <a:lnTo>
                      <a:pt x="84" y="18"/>
                    </a:lnTo>
                    <a:lnTo>
                      <a:pt x="84" y="18"/>
                    </a:lnTo>
                    <a:lnTo>
                      <a:pt x="84" y="12"/>
                    </a:lnTo>
                    <a:lnTo>
                      <a:pt x="84" y="8"/>
                    </a:lnTo>
                    <a:lnTo>
                      <a:pt x="84" y="8"/>
                    </a:lnTo>
                    <a:lnTo>
                      <a:pt x="74" y="10"/>
                    </a:lnTo>
                    <a:lnTo>
                      <a:pt x="74" y="10"/>
                    </a:lnTo>
                    <a:lnTo>
                      <a:pt x="72" y="8"/>
                    </a:lnTo>
                    <a:lnTo>
                      <a:pt x="72" y="6"/>
                    </a:lnTo>
                    <a:lnTo>
                      <a:pt x="72" y="2"/>
                    </a:lnTo>
                    <a:lnTo>
                      <a:pt x="66" y="2"/>
                    </a:lnTo>
                    <a:lnTo>
                      <a:pt x="62" y="6"/>
                    </a:lnTo>
                    <a:lnTo>
                      <a:pt x="56" y="4"/>
                    </a:lnTo>
                    <a:lnTo>
                      <a:pt x="56" y="0"/>
                    </a:lnTo>
                    <a:lnTo>
                      <a:pt x="44" y="0"/>
                    </a:lnTo>
                    <a:lnTo>
                      <a:pt x="42" y="4"/>
                    </a:lnTo>
                    <a:lnTo>
                      <a:pt x="42" y="4"/>
                    </a:lnTo>
                    <a:lnTo>
                      <a:pt x="42" y="6"/>
                    </a:lnTo>
                    <a:lnTo>
                      <a:pt x="40" y="8"/>
                    </a:lnTo>
                    <a:lnTo>
                      <a:pt x="38" y="10"/>
                    </a:lnTo>
                    <a:lnTo>
                      <a:pt x="38" y="10"/>
                    </a:lnTo>
                    <a:lnTo>
                      <a:pt x="36" y="10"/>
                    </a:lnTo>
                    <a:lnTo>
                      <a:pt x="34" y="8"/>
                    </a:lnTo>
                    <a:lnTo>
                      <a:pt x="32" y="6"/>
                    </a:lnTo>
                    <a:lnTo>
                      <a:pt x="30" y="8"/>
                    </a:lnTo>
                    <a:lnTo>
                      <a:pt x="28" y="16"/>
                    </a:lnTo>
                    <a:lnTo>
                      <a:pt x="28" y="16"/>
                    </a:lnTo>
                    <a:lnTo>
                      <a:pt x="28" y="14"/>
                    </a:lnTo>
                    <a:lnTo>
                      <a:pt x="26" y="12"/>
                    </a:lnTo>
                    <a:lnTo>
                      <a:pt x="24" y="14"/>
                    </a:lnTo>
                    <a:lnTo>
                      <a:pt x="24" y="14"/>
                    </a:lnTo>
                    <a:lnTo>
                      <a:pt x="20" y="16"/>
                    </a:lnTo>
                    <a:lnTo>
                      <a:pt x="18" y="18"/>
                    </a:lnTo>
                    <a:lnTo>
                      <a:pt x="18" y="18"/>
                    </a:lnTo>
                    <a:lnTo>
                      <a:pt x="16" y="22"/>
                    </a:lnTo>
                    <a:lnTo>
                      <a:pt x="14" y="24"/>
                    </a:lnTo>
                    <a:lnTo>
                      <a:pt x="14" y="26"/>
                    </a:lnTo>
                    <a:lnTo>
                      <a:pt x="14" y="26"/>
                    </a:lnTo>
                    <a:lnTo>
                      <a:pt x="18" y="30"/>
                    </a:lnTo>
                    <a:lnTo>
                      <a:pt x="18" y="32"/>
                    </a:lnTo>
                    <a:lnTo>
                      <a:pt x="18" y="34"/>
                    </a:lnTo>
                    <a:lnTo>
                      <a:pt x="18" y="34"/>
                    </a:lnTo>
                    <a:lnTo>
                      <a:pt x="16" y="36"/>
                    </a:lnTo>
                    <a:lnTo>
                      <a:pt x="12" y="38"/>
                    </a:lnTo>
                    <a:lnTo>
                      <a:pt x="10" y="38"/>
                    </a:lnTo>
                    <a:lnTo>
                      <a:pt x="10" y="40"/>
                    </a:lnTo>
                    <a:lnTo>
                      <a:pt x="10" y="40"/>
                    </a:lnTo>
                    <a:lnTo>
                      <a:pt x="10" y="44"/>
                    </a:lnTo>
                    <a:lnTo>
                      <a:pt x="6" y="48"/>
                    </a:lnTo>
                    <a:lnTo>
                      <a:pt x="6" y="48"/>
                    </a:lnTo>
                    <a:lnTo>
                      <a:pt x="8" y="52"/>
                    </a:lnTo>
                    <a:lnTo>
                      <a:pt x="8" y="54"/>
                    </a:lnTo>
                    <a:lnTo>
                      <a:pt x="8" y="58"/>
                    </a:lnTo>
                    <a:lnTo>
                      <a:pt x="8" y="58"/>
                    </a:lnTo>
                    <a:lnTo>
                      <a:pt x="4" y="64"/>
                    </a:lnTo>
                    <a:lnTo>
                      <a:pt x="0" y="68"/>
                    </a:lnTo>
                    <a:lnTo>
                      <a:pt x="0" y="68"/>
                    </a:lnTo>
                    <a:lnTo>
                      <a:pt x="10" y="70"/>
                    </a:lnTo>
                    <a:lnTo>
                      <a:pt x="10" y="70"/>
                    </a:lnTo>
                    <a:lnTo>
                      <a:pt x="12" y="74"/>
                    </a:lnTo>
                    <a:lnTo>
                      <a:pt x="14" y="78"/>
                    </a:lnTo>
                    <a:lnTo>
                      <a:pt x="14" y="78"/>
                    </a:lnTo>
                    <a:lnTo>
                      <a:pt x="16" y="84"/>
                    </a:lnTo>
                    <a:lnTo>
                      <a:pt x="18" y="86"/>
                    </a:lnTo>
                    <a:lnTo>
                      <a:pt x="20" y="86"/>
                    </a:lnTo>
                    <a:lnTo>
                      <a:pt x="20" y="86"/>
                    </a:lnTo>
                    <a:lnTo>
                      <a:pt x="22" y="86"/>
                    </a:lnTo>
                    <a:lnTo>
                      <a:pt x="20" y="90"/>
                    </a:lnTo>
                    <a:lnTo>
                      <a:pt x="20" y="90"/>
                    </a:lnTo>
                    <a:lnTo>
                      <a:pt x="20" y="94"/>
                    </a:lnTo>
                    <a:lnTo>
                      <a:pt x="18" y="98"/>
                    </a:lnTo>
                    <a:lnTo>
                      <a:pt x="18" y="98"/>
                    </a:lnTo>
                    <a:lnTo>
                      <a:pt x="16" y="100"/>
                    </a:lnTo>
                    <a:lnTo>
                      <a:pt x="16" y="100"/>
                    </a:lnTo>
                    <a:lnTo>
                      <a:pt x="18" y="104"/>
                    </a:lnTo>
                    <a:lnTo>
                      <a:pt x="18" y="104"/>
                    </a:lnTo>
                    <a:lnTo>
                      <a:pt x="16" y="108"/>
                    </a:lnTo>
                    <a:lnTo>
                      <a:pt x="18" y="1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2" name="Freeform 178">
                <a:extLst>
                  <a:ext uri="{FF2B5EF4-FFF2-40B4-BE49-F238E27FC236}">
                    <a16:creationId xmlns:a16="http://schemas.microsoft.com/office/drawing/2014/main" id="{451C581C-CEE2-5C4C-8B52-5EB64DA40A89}"/>
                  </a:ext>
                </a:extLst>
              </p:cNvPr>
              <p:cNvSpPr>
                <a:spLocks/>
              </p:cNvSpPr>
              <p:nvPr/>
            </p:nvSpPr>
            <p:spPr bwMode="auto">
              <a:xfrm>
                <a:off x="5466954" y="3955132"/>
                <a:ext cx="66534" cy="56066"/>
              </a:xfrm>
              <a:custGeom>
                <a:avLst/>
                <a:gdLst>
                  <a:gd name="T0" fmla="*/ 20 w 34"/>
                  <a:gd name="T1" fmla="*/ 28 h 28"/>
                  <a:gd name="T2" fmla="*/ 20 w 34"/>
                  <a:gd name="T3" fmla="*/ 28 h 28"/>
                  <a:gd name="T4" fmla="*/ 20 w 34"/>
                  <a:gd name="T5" fmla="*/ 24 h 28"/>
                  <a:gd name="T6" fmla="*/ 20 w 34"/>
                  <a:gd name="T7" fmla="*/ 24 h 28"/>
                  <a:gd name="T8" fmla="*/ 26 w 34"/>
                  <a:gd name="T9" fmla="*/ 24 h 28"/>
                  <a:gd name="T10" fmla="*/ 26 w 34"/>
                  <a:gd name="T11" fmla="*/ 24 h 28"/>
                  <a:gd name="T12" fmla="*/ 30 w 34"/>
                  <a:gd name="T13" fmla="*/ 22 h 28"/>
                  <a:gd name="T14" fmla="*/ 32 w 34"/>
                  <a:gd name="T15" fmla="*/ 20 h 28"/>
                  <a:gd name="T16" fmla="*/ 32 w 34"/>
                  <a:gd name="T17" fmla="*/ 20 h 28"/>
                  <a:gd name="T18" fmla="*/ 32 w 34"/>
                  <a:gd name="T19" fmla="*/ 18 h 28"/>
                  <a:gd name="T20" fmla="*/ 32 w 34"/>
                  <a:gd name="T21" fmla="*/ 14 h 28"/>
                  <a:gd name="T22" fmla="*/ 32 w 34"/>
                  <a:gd name="T23" fmla="*/ 14 h 28"/>
                  <a:gd name="T24" fmla="*/ 32 w 34"/>
                  <a:gd name="T25" fmla="*/ 14 h 28"/>
                  <a:gd name="T26" fmla="*/ 30 w 34"/>
                  <a:gd name="T27" fmla="*/ 12 h 28"/>
                  <a:gd name="T28" fmla="*/ 30 w 34"/>
                  <a:gd name="T29" fmla="*/ 10 h 28"/>
                  <a:gd name="T30" fmla="*/ 34 w 34"/>
                  <a:gd name="T31" fmla="*/ 8 h 28"/>
                  <a:gd name="T32" fmla="*/ 34 w 34"/>
                  <a:gd name="T33" fmla="*/ 8 h 28"/>
                  <a:gd name="T34" fmla="*/ 34 w 34"/>
                  <a:gd name="T35" fmla="*/ 8 h 28"/>
                  <a:gd name="T36" fmla="*/ 34 w 34"/>
                  <a:gd name="T37" fmla="*/ 4 h 28"/>
                  <a:gd name="T38" fmla="*/ 34 w 34"/>
                  <a:gd name="T39" fmla="*/ 0 h 28"/>
                  <a:gd name="T40" fmla="*/ 34 w 34"/>
                  <a:gd name="T41" fmla="*/ 0 h 28"/>
                  <a:gd name="T42" fmla="*/ 22 w 34"/>
                  <a:gd name="T43" fmla="*/ 0 h 28"/>
                  <a:gd name="T44" fmla="*/ 12 w 34"/>
                  <a:gd name="T45" fmla="*/ 0 h 28"/>
                  <a:gd name="T46" fmla="*/ 6 w 34"/>
                  <a:gd name="T47" fmla="*/ 4 h 28"/>
                  <a:gd name="T48" fmla="*/ 0 w 34"/>
                  <a:gd name="T49" fmla="*/ 6 h 28"/>
                  <a:gd name="T50" fmla="*/ 0 w 34"/>
                  <a:gd name="T51" fmla="*/ 6 h 28"/>
                  <a:gd name="T52" fmla="*/ 0 w 34"/>
                  <a:gd name="T53" fmla="*/ 6 h 28"/>
                  <a:gd name="T54" fmla="*/ 0 w 34"/>
                  <a:gd name="T55" fmla="*/ 8 h 28"/>
                  <a:gd name="T56" fmla="*/ 0 w 34"/>
                  <a:gd name="T57" fmla="*/ 8 h 28"/>
                  <a:gd name="T58" fmla="*/ 0 w 34"/>
                  <a:gd name="T59" fmla="*/ 8 h 28"/>
                  <a:gd name="T60" fmla="*/ 4 w 34"/>
                  <a:gd name="T61" fmla="*/ 12 h 28"/>
                  <a:gd name="T62" fmla="*/ 12 w 34"/>
                  <a:gd name="T63" fmla="*/ 16 h 28"/>
                  <a:gd name="T64" fmla="*/ 12 w 34"/>
                  <a:gd name="T65" fmla="*/ 16 h 28"/>
                  <a:gd name="T66" fmla="*/ 12 w 34"/>
                  <a:gd name="T67" fmla="*/ 24 h 28"/>
                  <a:gd name="T68" fmla="*/ 12 w 34"/>
                  <a:gd name="T69" fmla="*/ 24 h 28"/>
                  <a:gd name="T70" fmla="*/ 14 w 34"/>
                  <a:gd name="T71" fmla="*/ 24 h 28"/>
                  <a:gd name="T72" fmla="*/ 16 w 34"/>
                  <a:gd name="T73" fmla="*/ 26 h 28"/>
                  <a:gd name="T74" fmla="*/ 16 w 34"/>
                  <a:gd name="T75" fmla="*/ 26 h 28"/>
                  <a:gd name="T76" fmla="*/ 18 w 34"/>
                  <a:gd name="T77" fmla="*/ 28 h 28"/>
                  <a:gd name="T78" fmla="*/ 18 w 34"/>
                  <a:gd name="T79" fmla="*/ 28 h 28"/>
                  <a:gd name="T80" fmla="*/ 20 w 34"/>
                  <a:gd name="T81" fmla="*/ 28 h 28"/>
                  <a:gd name="T82" fmla="*/ 20 w 34"/>
                  <a:gd name="T8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 h="28">
                    <a:moveTo>
                      <a:pt x="20" y="28"/>
                    </a:moveTo>
                    <a:lnTo>
                      <a:pt x="20" y="28"/>
                    </a:lnTo>
                    <a:lnTo>
                      <a:pt x="20" y="24"/>
                    </a:lnTo>
                    <a:lnTo>
                      <a:pt x="20" y="24"/>
                    </a:lnTo>
                    <a:lnTo>
                      <a:pt x="26" y="24"/>
                    </a:lnTo>
                    <a:lnTo>
                      <a:pt x="26" y="24"/>
                    </a:lnTo>
                    <a:lnTo>
                      <a:pt x="30" y="22"/>
                    </a:lnTo>
                    <a:lnTo>
                      <a:pt x="32" y="20"/>
                    </a:lnTo>
                    <a:lnTo>
                      <a:pt x="32" y="20"/>
                    </a:lnTo>
                    <a:lnTo>
                      <a:pt x="32" y="18"/>
                    </a:lnTo>
                    <a:lnTo>
                      <a:pt x="32" y="14"/>
                    </a:lnTo>
                    <a:lnTo>
                      <a:pt x="32" y="14"/>
                    </a:lnTo>
                    <a:lnTo>
                      <a:pt x="32" y="14"/>
                    </a:lnTo>
                    <a:lnTo>
                      <a:pt x="30" y="12"/>
                    </a:lnTo>
                    <a:lnTo>
                      <a:pt x="30" y="10"/>
                    </a:lnTo>
                    <a:lnTo>
                      <a:pt x="34" y="8"/>
                    </a:lnTo>
                    <a:lnTo>
                      <a:pt x="34" y="8"/>
                    </a:lnTo>
                    <a:lnTo>
                      <a:pt x="34" y="8"/>
                    </a:lnTo>
                    <a:lnTo>
                      <a:pt x="34" y="4"/>
                    </a:lnTo>
                    <a:lnTo>
                      <a:pt x="34" y="0"/>
                    </a:lnTo>
                    <a:lnTo>
                      <a:pt x="34" y="0"/>
                    </a:lnTo>
                    <a:lnTo>
                      <a:pt x="22" y="0"/>
                    </a:lnTo>
                    <a:lnTo>
                      <a:pt x="12" y="0"/>
                    </a:lnTo>
                    <a:lnTo>
                      <a:pt x="6" y="4"/>
                    </a:lnTo>
                    <a:lnTo>
                      <a:pt x="0" y="6"/>
                    </a:lnTo>
                    <a:lnTo>
                      <a:pt x="0" y="6"/>
                    </a:lnTo>
                    <a:lnTo>
                      <a:pt x="0" y="6"/>
                    </a:lnTo>
                    <a:lnTo>
                      <a:pt x="0" y="8"/>
                    </a:lnTo>
                    <a:lnTo>
                      <a:pt x="0" y="8"/>
                    </a:lnTo>
                    <a:lnTo>
                      <a:pt x="0" y="8"/>
                    </a:lnTo>
                    <a:lnTo>
                      <a:pt x="4" y="12"/>
                    </a:lnTo>
                    <a:lnTo>
                      <a:pt x="12" y="16"/>
                    </a:lnTo>
                    <a:lnTo>
                      <a:pt x="12" y="16"/>
                    </a:lnTo>
                    <a:lnTo>
                      <a:pt x="12" y="24"/>
                    </a:lnTo>
                    <a:lnTo>
                      <a:pt x="12" y="24"/>
                    </a:lnTo>
                    <a:lnTo>
                      <a:pt x="14" y="24"/>
                    </a:lnTo>
                    <a:lnTo>
                      <a:pt x="16" y="26"/>
                    </a:lnTo>
                    <a:lnTo>
                      <a:pt x="16" y="26"/>
                    </a:lnTo>
                    <a:lnTo>
                      <a:pt x="18" y="28"/>
                    </a:lnTo>
                    <a:lnTo>
                      <a:pt x="18" y="28"/>
                    </a:lnTo>
                    <a:lnTo>
                      <a:pt x="20" y="28"/>
                    </a:lnTo>
                    <a:lnTo>
                      <a:pt x="20"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3" name="Freeform 179">
                <a:extLst>
                  <a:ext uri="{FF2B5EF4-FFF2-40B4-BE49-F238E27FC236}">
                    <a16:creationId xmlns:a16="http://schemas.microsoft.com/office/drawing/2014/main" id="{05B908C9-C6E6-2048-B603-A8A6F5BD190A}"/>
                  </a:ext>
                </a:extLst>
              </p:cNvPr>
              <p:cNvSpPr>
                <a:spLocks/>
              </p:cNvSpPr>
              <p:nvPr/>
            </p:nvSpPr>
            <p:spPr bwMode="auto">
              <a:xfrm>
                <a:off x="5506094" y="3955132"/>
                <a:ext cx="191776" cy="176207"/>
              </a:xfrm>
              <a:custGeom>
                <a:avLst/>
                <a:gdLst>
                  <a:gd name="T0" fmla="*/ 22 w 98"/>
                  <a:gd name="T1" fmla="*/ 62 h 88"/>
                  <a:gd name="T2" fmla="*/ 24 w 98"/>
                  <a:gd name="T3" fmla="*/ 58 h 88"/>
                  <a:gd name="T4" fmla="*/ 28 w 98"/>
                  <a:gd name="T5" fmla="*/ 54 h 88"/>
                  <a:gd name="T6" fmla="*/ 30 w 98"/>
                  <a:gd name="T7" fmla="*/ 46 h 88"/>
                  <a:gd name="T8" fmla="*/ 40 w 98"/>
                  <a:gd name="T9" fmla="*/ 44 h 88"/>
                  <a:gd name="T10" fmla="*/ 46 w 98"/>
                  <a:gd name="T11" fmla="*/ 44 h 88"/>
                  <a:gd name="T12" fmla="*/ 52 w 98"/>
                  <a:gd name="T13" fmla="*/ 46 h 88"/>
                  <a:gd name="T14" fmla="*/ 52 w 98"/>
                  <a:gd name="T15" fmla="*/ 54 h 88"/>
                  <a:gd name="T16" fmla="*/ 56 w 98"/>
                  <a:gd name="T17" fmla="*/ 58 h 88"/>
                  <a:gd name="T18" fmla="*/ 60 w 98"/>
                  <a:gd name="T19" fmla="*/ 64 h 88"/>
                  <a:gd name="T20" fmla="*/ 64 w 98"/>
                  <a:gd name="T21" fmla="*/ 72 h 88"/>
                  <a:gd name="T22" fmla="*/ 70 w 98"/>
                  <a:gd name="T23" fmla="*/ 72 h 88"/>
                  <a:gd name="T24" fmla="*/ 72 w 98"/>
                  <a:gd name="T25" fmla="*/ 66 h 88"/>
                  <a:gd name="T26" fmla="*/ 76 w 98"/>
                  <a:gd name="T27" fmla="*/ 76 h 88"/>
                  <a:gd name="T28" fmla="*/ 72 w 98"/>
                  <a:gd name="T29" fmla="*/ 86 h 88"/>
                  <a:gd name="T30" fmla="*/ 82 w 98"/>
                  <a:gd name="T31" fmla="*/ 80 h 88"/>
                  <a:gd name="T32" fmla="*/ 86 w 98"/>
                  <a:gd name="T33" fmla="*/ 80 h 88"/>
                  <a:gd name="T34" fmla="*/ 90 w 98"/>
                  <a:gd name="T35" fmla="*/ 78 h 88"/>
                  <a:gd name="T36" fmla="*/ 90 w 98"/>
                  <a:gd name="T37" fmla="*/ 72 h 88"/>
                  <a:gd name="T38" fmla="*/ 98 w 98"/>
                  <a:gd name="T39" fmla="*/ 68 h 88"/>
                  <a:gd name="T40" fmla="*/ 98 w 98"/>
                  <a:gd name="T41" fmla="*/ 64 h 88"/>
                  <a:gd name="T42" fmla="*/ 94 w 98"/>
                  <a:gd name="T43" fmla="*/ 58 h 88"/>
                  <a:gd name="T44" fmla="*/ 98 w 98"/>
                  <a:gd name="T45" fmla="*/ 52 h 88"/>
                  <a:gd name="T46" fmla="*/ 94 w 98"/>
                  <a:gd name="T47" fmla="*/ 50 h 88"/>
                  <a:gd name="T48" fmla="*/ 88 w 98"/>
                  <a:gd name="T49" fmla="*/ 44 h 88"/>
                  <a:gd name="T50" fmla="*/ 82 w 98"/>
                  <a:gd name="T51" fmla="*/ 42 h 88"/>
                  <a:gd name="T52" fmla="*/ 80 w 98"/>
                  <a:gd name="T53" fmla="*/ 38 h 88"/>
                  <a:gd name="T54" fmla="*/ 76 w 98"/>
                  <a:gd name="T55" fmla="*/ 40 h 88"/>
                  <a:gd name="T56" fmla="*/ 84 w 98"/>
                  <a:gd name="T57" fmla="*/ 32 h 88"/>
                  <a:gd name="T58" fmla="*/ 78 w 98"/>
                  <a:gd name="T59" fmla="*/ 32 h 88"/>
                  <a:gd name="T60" fmla="*/ 76 w 98"/>
                  <a:gd name="T61" fmla="*/ 26 h 88"/>
                  <a:gd name="T62" fmla="*/ 74 w 98"/>
                  <a:gd name="T63" fmla="*/ 22 h 88"/>
                  <a:gd name="T64" fmla="*/ 76 w 98"/>
                  <a:gd name="T65" fmla="*/ 14 h 88"/>
                  <a:gd name="T66" fmla="*/ 74 w 98"/>
                  <a:gd name="T67" fmla="*/ 8 h 88"/>
                  <a:gd name="T68" fmla="*/ 68 w 98"/>
                  <a:gd name="T69" fmla="*/ 6 h 88"/>
                  <a:gd name="T70" fmla="*/ 62 w 98"/>
                  <a:gd name="T71" fmla="*/ 4 h 88"/>
                  <a:gd name="T72" fmla="*/ 58 w 98"/>
                  <a:gd name="T73" fmla="*/ 8 h 88"/>
                  <a:gd name="T74" fmla="*/ 52 w 98"/>
                  <a:gd name="T75" fmla="*/ 6 h 88"/>
                  <a:gd name="T76" fmla="*/ 48 w 98"/>
                  <a:gd name="T77" fmla="*/ 8 h 88"/>
                  <a:gd name="T78" fmla="*/ 44 w 98"/>
                  <a:gd name="T79" fmla="*/ 2 h 88"/>
                  <a:gd name="T80" fmla="*/ 32 w 98"/>
                  <a:gd name="T81" fmla="*/ 4 h 88"/>
                  <a:gd name="T82" fmla="*/ 24 w 98"/>
                  <a:gd name="T83" fmla="*/ 2 h 88"/>
                  <a:gd name="T84" fmla="*/ 14 w 98"/>
                  <a:gd name="T85" fmla="*/ 0 h 88"/>
                  <a:gd name="T86" fmla="*/ 14 w 98"/>
                  <a:gd name="T87" fmla="*/ 8 h 88"/>
                  <a:gd name="T88" fmla="*/ 10 w 98"/>
                  <a:gd name="T89" fmla="*/ 10 h 88"/>
                  <a:gd name="T90" fmla="*/ 12 w 98"/>
                  <a:gd name="T91" fmla="*/ 14 h 88"/>
                  <a:gd name="T92" fmla="*/ 12 w 98"/>
                  <a:gd name="T93" fmla="*/ 20 h 88"/>
                  <a:gd name="T94" fmla="*/ 6 w 98"/>
                  <a:gd name="T95" fmla="*/ 24 h 88"/>
                  <a:gd name="T96" fmla="*/ 0 w 98"/>
                  <a:gd name="T97" fmla="*/ 24 h 88"/>
                  <a:gd name="T98" fmla="*/ 0 w 98"/>
                  <a:gd name="T99" fmla="*/ 30 h 88"/>
                  <a:gd name="T100" fmla="*/ 4 w 98"/>
                  <a:gd name="T101" fmla="*/ 34 h 88"/>
                  <a:gd name="T102" fmla="*/ 4 w 98"/>
                  <a:gd name="T103" fmla="*/ 38 h 88"/>
                  <a:gd name="T104" fmla="*/ 6 w 98"/>
                  <a:gd name="T105" fmla="*/ 42 h 88"/>
                  <a:gd name="T106" fmla="*/ 12 w 98"/>
                  <a:gd name="T107" fmla="*/ 44 h 88"/>
                  <a:gd name="T108" fmla="*/ 14 w 98"/>
                  <a:gd name="T109"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8" h="88">
                    <a:moveTo>
                      <a:pt x="20" y="60"/>
                    </a:moveTo>
                    <a:lnTo>
                      <a:pt x="20" y="60"/>
                    </a:lnTo>
                    <a:lnTo>
                      <a:pt x="22" y="62"/>
                    </a:lnTo>
                    <a:lnTo>
                      <a:pt x="22" y="62"/>
                    </a:lnTo>
                    <a:lnTo>
                      <a:pt x="24" y="60"/>
                    </a:lnTo>
                    <a:lnTo>
                      <a:pt x="24" y="58"/>
                    </a:lnTo>
                    <a:lnTo>
                      <a:pt x="26" y="56"/>
                    </a:lnTo>
                    <a:lnTo>
                      <a:pt x="26" y="56"/>
                    </a:lnTo>
                    <a:lnTo>
                      <a:pt x="28" y="54"/>
                    </a:lnTo>
                    <a:lnTo>
                      <a:pt x="30" y="52"/>
                    </a:lnTo>
                    <a:lnTo>
                      <a:pt x="30" y="46"/>
                    </a:lnTo>
                    <a:lnTo>
                      <a:pt x="30" y="46"/>
                    </a:lnTo>
                    <a:lnTo>
                      <a:pt x="32" y="42"/>
                    </a:lnTo>
                    <a:lnTo>
                      <a:pt x="34" y="42"/>
                    </a:lnTo>
                    <a:lnTo>
                      <a:pt x="40" y="44"/>
                    </a:lnTo>
                    <a:lnTo>
                      <a:pt x="40" y="44"/>
                    </a:lnTo>
                    <a:lnTo>
                      <a:pt x="44" y="44"/>
                    </a:lnTo>
                    <a:lnTo>
                      <a:pt x="46" y="44"/>
                    </a:lnTo>
                    <a:lnTo>
                      <a:pt x="48" y="44"/>
                    </a:lnTo>
                    <a:lnTo>
                      <a:pt x="48" y="44"/>
                    </a:lnTo>
                    <a:lnTo>
                      <a:pt x="52" y="46"/>
                    </a:lnTo>
                    <a:lnTo>
                      <a:pt x="52" y="52"/>
                    </a:lnTo>
                    <a:lnTo>
                      <a:pt x="52" y="52"/>
                    </a:lnTo>
                    <a:lnTo>
                      <a:pt x="52" y="54"/>
                    </a:lnTo>
                    <a:lnTo>
                      <a:pt x="54" y="54"/>
                    </a:lnTo>
                    <a:lnTo>
                      <a:pt x="56" y="56"/>
                    </a:lnTo>
                    <a:lnTo>
                      <a:pt x="56" y="58"/>
                    </a:lnTo>
                    <a:lnTo>
                      <a:pt x="56" y="58"/>
                    </a:lnTo>
                    <a:lnTo>
                      <a:pt x="60" y="64"/>
                    </a:lnTo>
                    <a:lnTo>
                      <a:pt x="60" y="64"/>
                    </a:lnTo>
                    <a:lnTo>
                      <a:pt x="58" y="68"/>
                    </a:lnTo>
                    <a:lnTo>
                      <a:pt x="58" y="72"/>
                    </a:lnTo>
                    <a:lnTo>
                      <a:pt x="64" y="72"/>
                    </a:lnTo>
                    <a:lnTo>
                      <a:pt x="64" y="72"/>
                    </a:lnTo>
                    <a:lnTo>
                      <a:pt x="66" y="72"/>
                    </a:lnTo>
                    <a:lnTo>
                      <a:pt x="70" y="72"/>
                    </a:lnTo>
                    <a:lnTo>
                      <a:pt x="70" y="72"/>
                    </a:lnTo>
                    <a:lnTo>
                      <a:pt x="72" y="68"/>
                    </a:lnTo>
                    <a:lnTo>
                      <a:pt x="72" y="66"/>
                    </a:lnTo>
                    <a:lnTo>
                      <a:pt x="72" y="66"/>
                    </a:lnTo>
                    <a:lnTo>
                      <a:pt x="76" y="76"/>
                    </a:lnTo>
                    <a:lnTo>
                      <a:pt x="76" y="76"/>
                    </a:lnTo>
                    <a:lnTo>
                      <a:pt x="76" y="78"/>
                    </a:lnTo>
                    <a:lnTo>
                      <a:pt x="74" y="82"/>
                    </a:lnTo>
                    <a:lnTo>
                      <a:pt x="72" y="86"/>
                    </a:lnTo>
                    <a:lnTo>
                      <a:pt x="76" y="88"/>
                    </a:lnTo>
                    <a:lnTo>
                      <a:pt x="76" y="88"/>
                    </a:lnTo>
                    <a:lnTo>
                      <a:pt x="82" y="80"/>
                    </a:lnTo>
                    <a:lnTo>
                      <a:pt x="82" y="80"/>
                    </a:lnTo>
                    <a:lnTo>
                      <a:pt x="84" y="78"/>
                    </a:lnTo>
                    <a:lnTo>
                      <a:pt x="86" y="80"/>
                    </a:lnTo>
                    <a:lnTo>
                      <a:pt x="86" y="82"/>
                    </a:lnTo>
                    <a:lnTo>
                      <a:pt x="90" y="78"/>
                    </a:lnTo>
                    <a:lnTo>
                      <a:pt x="90" y="78"/>
                    </a:lnTo>
                    <a:lnTo>
                      <a:pt x="90" y="74"/>
                    </a:lnTo>
                    <a:lnTo>
                      <a:pt x="90" y="74"/>
                    </a:lnTo>
                    <a:lnTo>
                      <a:pt x="90" y="72"/>
                    </a:lnTo>
                    <a:lnTo>
                      <a:pt x="92" y="72"/>
                    </a:lnTo>
                    <a:lnTo>
                      <a:pt x="96" y="70"/>
                    </a:lnTo>
                    <a:lnTo>
                      <a:pt x="98" y="68"/>
                    </a:lnTo>
                    <a:lnTo>
                      <a:pt x="98" y="68"/>
                    </a:lnTo>
                    <a:lnTo>
                      <a:pt x="98" y="66"/>
                    </a:lnTo>
                    <a:lnTo>
                      <a:pt x="98" y="64"/>
                    </a:lnTo>
                    <a:lnTo>
                      <a:pt x="94" y="60"/>
                    </a:lnTo>
                    <a:lnTo>
                      <a:pt x="94" y="60"/>
                    </a:lnTo>
                    <a:lnTo>
                      <a:pt x="94" y="58"/>
                    </a:lnTo>
                    <a:lnTo>
                      <a:pt x="96" y="56"/>
                    </a:lnTo>
                    <a:lnTo>
                      <a:pt x="98" y="52"/>
                    </a:lnTo>
                    <a:lnTo>
                      <a:pt x="98" y="52"/>
                    </a:lnTo>
                    <a:lnTo>
                      <a:pt x="98" y="52"/>
                    </a:lnTo>
                    <a:lnTo>
                      <a:pt x="94" y="50"/>
                    </a:lnTo>
                    <a:lnTo>
                      <a:pt x="94" y="50"/>
                    </a:lnTo>
                    <a:lnTo>
                      <a:pt x="90" y="48"/>
                    </a:lnTo>
                    <a:lnTo>
                      <a:pt x="88" y="44"/>
                    </a:lnTo>
                    <a:lnTo>
                      <a:pt x="88" y="44"/>
                    </a:lnTo>
                    <a:lnTo>
                      <a:pt x="86" y="42"/>
                    </a:lnTo>
                    <a:lnTo>
                      <a:pt x="84" y="42"/>
                    </a:lnTo>
                    <a:lnTo>
                      <a:pt x="82" y="42"/>
                    </a:lnTo>
                    <a:lnTo>
                      <a:pt x="80" y="40"/>
                    </a:lnTo>
                    <a:lnTo>
                      <a:pt x="80" y="40"/>
                    </a:lnTo>
                    <a:lnTo>
                      <a:pt x="80" y="38"/>
                    </a:lnTo>
                    <a:lnTo>
                      <a:pt x="78" y="38"/>
                    </a:lnTo>
                    <a:lnTo>
                      <a:pt x="76" y="40"/>
                    </a:lnTo>
                    <a:lnTo>
                      <a:pt x="76" y="40"/>
                    </a:lnTo>
                    <a:lnTo>
                      <a:pt x="74" y="38"/>
                    </a:lnTo>
                    <a:lnTo>
                      <a:pt x="72" y="38"/>
                    </a:lnTo>
                    <a:lnTo>
                      <a:pt x="84" y="32"/>
                    </a:lnTo>
                    <a:lnTo>
                      <a:pt x="84" y="32"/>
                    </a:lnTo>
                    <a:lnTo>
                      <a:pt x="80" y="32"/>
                    </a:lnTo>
                    <a:lnTo>
                      <a:pt x="78" y="32"/>
                    </a:lnTo>
                    <a:lnTo>
                      <a:pt x="78" y="30"/>
                    </a:lnTo>
                    <a:lnTo>
                      <a:pt x="78" y="30"/>
                    </a:lnTo>
                    <a:lnTo>
                      <a:pt x="76" y="26"/>
                    </a:lnTo>
                    <a:lnTo>
                      <a:pt x="74" y="24"/>
                    </a:lnTo>
                    <a:lnTo>
                      <a:pt x="74" y="24"/>
                    </a:lnTo>
                    <a:lnTo>
                      <a:pt x="74" y="22"/>
                    </a:lnTo>
                    <a:lnTo>
                      <a:pt x="74" y="20"/>
                    </a:lnTo>
                    <a:lnTo>
                      <a:pt x="76" y="18"/>
                    </a:lnTo>
                    <a:lnTo>
                      <a:pt x="76" y="14"/>
                    </a:lnTo>
                    <a:lnTo>
                      <a:pt x="76" y="14"/>
                    </a:lnTo>
                    <a:lnTo>
                      <a:pt x="74" y="8"/>
                    </a:lnTo>
                    <a:lnTo>
                      <a:pt x="74" y="8"/>
                    </a:lnTo>
                    <a:lnTo>
                      <a:pt x="74" y="6"/>
                    </a:lnTo>
                    <a:lnTo>
                      <a:pt x="68" y="6"/>
                    </a:lnTo>
                    <a:lnTo>
                      <a:pt x="68" y="6"/>
                    </a:lnTo>
                    <a:lnTo>
                      <a:pt x="66" y="6"/>
                    </a:lnTo>
                    <a:lnTo>
                      <a:pt x="64" y="6"/>
                    </a:lnTo>
                    <a:lnTo>
                      <a:pt x="62" y="4"/>
                    </a:lnTo>
                    <a:lnTo>
                      <a:pt x="62" y="4"/>
                    </a:lnTo>
                    <a:lnTo>
                      <a:pt x="60" y="6"/>
                    </a:lnTo>
                    <a:lnTo>
                      <a:pt x="58" y="8"/>
                    </a:lnTo>
                    <a:lnTo>
                      <a:pt x="58" y="8"/>
                    </a:lnTo>
                    <a:lnTo>
                      <a:pt x="56" y="8"/>
                    </a:lnTo>
                    <a:lnTo>
                      <a:pt x="52" y="6"/>
                    </a:lnTo>
                    <a:lnTo>
                      <a:pt x="52" y="6"/>
                    </a:lnTo>
                    <a:lnTo>
                      <a:pt x="48" y="6"/>
                    </a:lnTo>
                    <a:lnTo>
                      <a:pt x="48" y="8"/>
                    </a:lnTo>
                    <a:lnTo>
                      <a:pt x="44" y="8"/>
                    </a:lnTo>
                    <a:lnTo>
                      <a:pt x="44" y="2"/>
                    </a:lnTo>
                    <a:lnTo>
                      <a:pt x="44" y="2"/>
                    </a:lnTo>
                    <a:lnTo>
                      <a:pt x="38" y="4"/>
                    </a:lnTo>
                    <a:lnTo>
                      <a:pt x="34" y="4"/>
                    </a:lnTo>
                    <a:lnTo>
                      <a:pt x="32" y="4"/>
                    </a:lnTo>
                    <a:lnTo>
                      <a:pt x="32" y="4"/>
                    </a:lnTo>
                    <a:lnTo>
                      <a:pt x="28" y="2"/>
                    </a:lnTo>
                    <a:lnTo>
                      <a:pt x="24" y="2"/>
                    </a:lnTo>
                    <a:lnTo>
                      <a:pt x="24" y="2"/>
                    </a:lnTo>
                    <a:lnTo>
                      <a:pt x="18" y="2"/>
                    </a:lnTo>
                    <a:lnTo>
                      <a:pt x="14" y="0"/>
                    </a:lnTo>
                    <a:lnTo>
                      <a:pt x="14" y="0"/>
                    </a:lnTo>
                    <a:lnTo>
                      <a:pt x="14" y="4"/>
                    </a:lnTo>
                    <a:lnTo>
                      <a:pt x="14" y="8"/>
                    </a:lnTo>
                    <a:lnTo>
                      <a:pt x="14" y="8"/>
                    </a:lnTo>
                    <a:lnTo>
                      <a:pt x="14" y="8"/>
                    </a:lnTo>
                    <a:lnTo>
                      <a:pt x="10" y="10"/>
                    </a:lnTo>
                    <a:lnTo>
                      <a:pt x="10" y="12"/>
                    </a:lnTo>
                    <a:lnTo>
                      <a:pt x="12" y="14"/>
                    </a:lnTo>
                    <a:lnTo>
                      <a:pt x="12" y="14"/>
                    </a:lnTo>
                    <a:lnTo>
                      <a:pt x="12" y="14"/>
                    </a:lnTo>
                    <a:lnTo>
                      <a:pt x="12" y="18"/>
                    </a:lnTo>
                    <a:lnTo>
                      <a:pt x="12" y="20"/>
                    </a:lnTo>
                    <a:lnTo>
                      <a:pt x="12" y="20"/>
                    </a:lnTo>
                    <a:lnTo>
                      <a:pt x="10" y="22"/>
                    </a:lnTo>
                    <a:lnTo>
                      <a:pt x="6" y="24"/>
                    </a:lnTo>
                    <a:lnTo>
                      <a:pt x="6" y="24"/>
                    </a:lnTo>
                    <a:lnTo>
                      <a:pt x="0" y="24"/>
                    </a:lnTo>
                    <a:lnTo>
                      <a:pt x="0" y="24"/>
                    </a:lnTo>
                    <a:lnTo>
                      <a:pt x="0" y="28"/>
                    </a:lnTo>
                    <a:lnTo>
                      <a:pt x="0" y="28"/>
                    </a:lnTo>
                    <a:lnTo>
                      <a:pt x="0" y="30"/>
                    </a:lnTo>
                    <a:lnTo>
                      <a:pt x="0" y="30"/>
                    </a:lnTo>
                    <a:lnTo>
                      <a:pt x="4" y="34"/>
                    </a:lnTo>
                    <a:lnTo>
                      <a:pt x="4" y="34"/>
                    </a:lnTo>
                    <a:lnTo>
                      <a:pt x="4" y="36"/>
                    </a:lnTo>
                    <a:lnTo>
                      <a:pt x="4" y="38"/>
                    </a:lnTo>
                    <a:lnTo>
                      <a:pt x="4" y="38"/>
                    </a:lnTo>
                    <a:lnTo>
                      <a:pt x="6" y="40"/>
                    </a:lnTo>
                    <a:lnTo>
                      <a:pt x="6" y="42"/>
                    </a:lnTo>
                    <a:lnTo>
                      <a:pt x="6" y="42"/>
                    </a:lnTo>
                    <a:lnTo>
                      <a:pt x="10" y="44"/>
                    </a:lnTo>
                    <a:lnTo>
                      <a:pt x="12" y="44"/>
                    </a:lnTo>
                    <a:lnTo>
                      <a:pt x="12" y="44"/>
                    </a:lnTo>
                    <a:lnTo>
                      <a:pt x="12" y="52"/>
                    </a:lnTo>
                    <a:lnTo>
                      <a:pt x="12" y="56"/>
                    </a:lnTo>
                    <a:lnTo>
                      <a:pt x="14" y="58"/>
                    </a:lnTo>
                    <a:lnTo>
                      <a:pt x="20" y="60"/>
                    </a:lnTo>
                    <a:lnTo>
                      <a:pt x="20"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4" name="Freeform 182">
                <a:extLst>
                  <a:ext uri="{FF2B5EF4-FFF2-40B4-BE49-F238E27FC236}">
                    <a16:creationId xmlns:a16="http://schemas.microsoft.com/office/drawing/2014/main" id="{A4339384-1D7C-7944-A834-38752D023CC0}"/>
                  </a:ext>
                </a:extLst>
              </p:cNvPr>
              <p:cNvSpPr>
                <a:spLocks/>
              </p:cNvSpPr>
              <p:nvPr/>
            </p:nvSpPr>
            <p:spPr bwMode="auto">
              <a:xfrm>
                <a:off x="5799629" y="3987169"/>
                <a:ext cx="125241" cy="236278"/>
              </a:xfrm>
              <a:custGeom>
                <a:avLst/>
                <a:gdLst>
                  <a:gd name="T0" fmla="*/ 64 w 64"/>
                  <a:gd name="T1" fmla="*/ 100 h 118"/>
                  <a:gd name="T2" fmla="*/ 56 w 64"/>
                  <a:gd name="T3" fmla="*/ 84 h 118"/>
                  <a:gd name="T4" fmla="*/ 56 w 64"/>
                  <a:gd name="T5" fmla="*/ 82 h 118"/>
                  <a:gd name="T6" fmla="*/ 56 w 64"/>
                  <a:gd name="T7" fmla="*/ 80 h 118"/>
                  <a:gd name="T8" fmla="*/ 54 w 64"/>
                  <a:gd name="T9" fmla="*/ 78 h 118"/>
                  <a:gd name="T10" fmla="*/ 56 w 64"/>
                  <a:gd name="T11" fmla="*/ 74 h 118"/>
                  <a:gd name="T12" fmla="*/ 58 w 64"/>
                  <a:gd name="T13" fmla="*/ 60 h 118"/>
                  <a:gd name="T14" fmla="*/ 52 w 64"/>
                  <a:gd name="T15" fmla="*/ 52 h 118"/>
                  <a:gd name="T16" fmla="*/ 52 w 64"/>
                  <a:gd name="T17" fmla="*/ 48 h 118"/>
                  <a:gd name="T18" fmla="*/ 54 w 64"/>
                  <a:gd name="T19" fmla="*/ 40 h 118"/>
                  <a:gd name="T20" fmla="*/ 54 w 64"/>
                  <a:gd name="T21" fmla="*/ 38 h 118"/>
                  <a:gd name="T22" fmla="*/ 52 w 64"/>
                  <a:gd name="T23" fmla="*/ 36 h 118"/>
                  <a:gd name="T24" fmla="*/ 52 w 64"/>
                  <a:gd name="T25" fmla="*/ 34 h 118"/>
                  <a:gd name="T26" fmla="*/ 52 w 64"/>
                  <a:gd name="T27" fmla="*/ 22 h 118"/>
                  <a:gd name="T28" fmla="*/ 52 w 64"/>
                  <a:gd name="T29" fmla="*/ 16 h 118"/>
                  <a:gd name="T30" fmla="*/ 48 w 64"/>
                  <a:gd name="T31" fmla="*/ 14 h 118"/>
                  <a:gd name="T32" fmla="*/ 48 w 64"/>
                  <a:gd name="T33" fmla="*/ 6 h 118"/>
                  <a:gd name="T34" fmla="*/ 38 w 64"/>
                  <a:gd name="T35" fmla="*/ 0 h 118"/>
                  <a:gd name="T36" fmla="*/ 38 w 64"/>
                  <a:gd name="T37" fmla="*/ 2 h 118"/>
                  <a:gd name="T38" fmla="*/ 18 w 64"/>
                  <a:gd name="T39" fmla="*/ 2 h 118"/>
                  <a:gd name="T40" fmla="*/ 14 w 64"/>
                  <a:gd name="T41" fmla="*/ 4 h 118"/>
                  <a:gd name="T42" fmla="*/ 14 w 64"/>
                  <a:gd name="T43" fmla="*/ 8 h 118"/>
                  <a:gd name="T44" fmla="*/ 16 w 64"/>
                  <a:gd name="T45" fmla="*/ 18 h 118"/>
                  <a:gd name="T46" fmla="*/ 14 w 64"/>
                  <a:gd name="T47" fmla="*/ 26 h 118"/>
                  <a:gd name="T48" fmla="*/ 14 w 64"/>
                  <a:gd name="T49" fmla="*/ 30 h 118"/>
                  <a:gd name="T50" fmla="*/ 14 w 64"/>
                  <a:gd name="T51" fmla="*/ 36 h 118"/>
                  <a:gd name="T52" fmla="*/ 16 w 64"/>
                  <a:gd name="T53" fmla="*/ 38 h 118"/>
                  <a:gd name="T54" fmla="*/ 18 w 64"/>
                  <a:gd name="T55" fmla="*/ 44 h 118"/>
                  <a:gd name="T56" fmla="*/ 16 w 64"/>
                  <a:gd name="T57" fmla="*/ 56 h 118"/>
                  <a:gd name="T58" fmla="*/ 12 w 64"/>
                  <a:gd name="T59" fmla="*/ 64 h 118"/>
                  <a:gd name="T60" fmla="*/ 8 w 64"/>
                  <a:gd name="T61" fmla="*/ 74 h 118"/>
                  <a:gd name="T62" fmla="*/ 4 w 64"/>
                  <a:gd name="T63" fmla="*/ 84 h 118"/>
                  <a:gd name="T64" fmla="*/ 2 w 64"/>
                  <a:gd name="T65" fmla="*/ 104 h 118"/>
                  <a:gd name="T66" fmla="*/ 4 w 64"/>
                  <a:gd name="T67" fmla="*/ 106 h 118"/>
                  <a:gd name="T68" fmla="*/ 4 w 64"/>
                  <a:gd name="T69" fmla="*/ 110 h 118"/>
                  <a:gd name="T70" fmla="*/ 0 w 64"/>
                  <a:gd name="T71" fmla="*/ 118 h 118"/>
                  <a:gd name="T72" fmla="*/ 10 w 64"/>
                  <a:gd name="T73" fmla="*/ 118 h 118"/>
                  <a:gd name="T74" fmla="*/ 14 w 64"/>
                  <a:gd name="T75" fmla="*/ 116 h 118"/>
                  <a:gd name="T76" fmla="*/ 18 w 64"/>
                  <a:gd name="T77" fmla="*/ 112 h 118"/>
                  <a:gd name="T78" fmla="*/ 28 w 64"/>
                  <a:gd name="T79" fmla="*/ 112 h 118"/>
                  <a:gd name="T80" fmla="*/ 36 w 64"/>
                  <a:gd name="T81" fmla="*/ 106 h 118"/>
                  <a:gd name="T82" fmla="*/ 46 w 64"/>
                  <a:gd name="T83" fmla="*/ 106 h 118"/>
                  <a:gd name="T84" fmla="*/ 52 w 64"/>
                  <a:gd name="T85" fmla="*/ 104 h 118"/>
                  <a:gd name="T86" fmla="*/ 58 w 64"/>
                  <a:gd name="T87" fmla="*/ 104 h 118"/>
                  <a:gd name="T88" fmla="*/ 58 w 64"/>
                  <a:gd name="T89" fmla="*/ 98 h 118"/>
                  <a:gd name="T90" fmla="*/ 54 w 64"/>
                  <a:gd name="T91" fmla="*/ 94 h 118"/>
                  <a:gd name="T92" fmla="*/ 58 w 64"/>
                  <a:gd name="T93" fmla="*/ 94 h 118"/>
                  <a:gd name="T94" fmla="*/ 60 w 64"/>
                  <a:gd name="T95" fmla="*/ 100 h 118"/>
                  <a:gd name="T96" fmla="*/ 64 w 64"/>
                  <a:gd name="T97" fmla="*/ 10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118">
                    <a:moveTo>
                      <a:pt x="64" y="100"/>
                    </a:moveTo>
                    <a:lnTo>
                      <a:pt x="64" y="100"/>
                    </a:lnTo>
                    <a:lnTo>
                      <a:pt x="56" y="84"/>
                    </a:lnTo>
                    <a:lnTo>
                      <a:pt x="56" y="84"/>
                    </a:lnTo>
                    <a:lnTo>
                      <a:pt x="56" y="84"/>
                    </a:lnTo>
                    <a:lnTo>
                      <a:pt x="56" y="82"/>
                    </a:lnTo>
                    <a:lnTo>
                      <a:pt x="56" y="82"/>
                    </a:lnTo>
                    <a:lnTo>
                      <a:pt x="56" y="80"/>
                    </a:lnTo>
                    <a:lnTo>
                      <a:pt x="56" y="80"/>
                    </a:lnTo>
                    <a:lnTo>
                      <a:pt x="54" y="78"/>
                    </a:lnTo>
                    <a:lnTo>
                      <a:pt x="56" y="74"/>
                    </a:lnTo>
                    <a:lnTo>
                      <a:pt x="56" y="74"/>
                    </a:lnTo>
                    <a:lnTo>
                      <a:pt x="58" y="60"/>
                    </a:lnTo>
                    <a:lnTo>
                      <a:pt x="58" y="60"/>
                    </a:lnTo>
                    <a:lnTo>
                      <a:pt x="56" y="56"/>
                    </a:lnTo>
                    <a:lnTo>
                      <a:pt x="52" y="52"/>
                    </a:lnTo>
                    <a:lnTo>
                      <a:pt x="52" y="52"/>
                    </a:lnTo>
                    <a:lnTo>
                      <a:pt x="52" y="48"/>
                    </a:lnTo>
                    <a:lnTo>
                      <a:pt x="52" y="46"/>
                    </a:lnTo>
                    <a:lnTo>
                      <a:pt x="54" y="40"/>
                    </a:lnTo>
                    <a:lnTo>
                      <a:pt x="54" y="40"/>
                    </a:lnTo>
                    <a:lnTo>
                      <a:pt x="54" y="38"/>
                    </a:lnTo>
                    <a:lnTo>
                      <a:pt x="52" y="38"/>
                    </a:lnTo>
                    <a:lnTo>
                      <a:pt x="52" y="36"/>
                    </a:lnTo>
                    <a:lnTo>
                      <a:pt x="52" y="34"/>
                    </a:lnTo>
                    <a:lnTo>
                      <a:pt x="52" y="34"/>
                    </a:lnTo>
                    <a:lnTo>
                      <a:pt x="54" y="28"/>
                    </a:lnTo>
                    <a:lnTo>
                      <a:pt x="52" y="22"/>
                    </a:lnTo>
                    <a:lnTo>
                      <a:pt x="52" y="22"/>
                    </a:lnTo>
                    <a:lnTo>
                      <a:pt x="52" y="16"/>
                    </a:lnTo>
                    <a:lnTo>
                      <a:pt x="48" y="14"/>
                    </a:lnTo>
                    <a:lnTo>
                      <a:pt x="48" y="14"/>
                    </a:lnTo>
                    <a:lnTo>
                      <a:pt x="48" y="12"/>
                    </a:lnTo>
                    <a:lnTo>
                      <a:pt x="48" y="6"/>
                    </a:lnTo>
                    <a:lnTo>
                      <a:pt x="48" y="0"/>
                    </a:lnTo>
                    <a:lnTo>
                      <a:pt x="38" y="0"/>
                    </a:lnTo>
                    <a:lnTo>
                      <a:pt x="38" y="2"/>
                    </a:lnTo>
                    <a:lnTo>
                      <a:pt x="38" y="2"/>
                    </a:lnTo>
                    <a:lnTo>
                      <a:pt x="28" y="2"/>
                    </a:lnTo>
                    <a:lnTo>
                      <a:pt x="18" y="2"/>
                    </a:lnTo>
                    <a:lnTo>
                      <a:pt x="18" y="2"/>
                    </a:lnTo>
                    <a:lnTo>
                      <a:pt x="14" y="4"/>
                    </a:lnTo>
                    <a:lnTo>
                      <a:pt x="14" y="8"/>
                    </a:lnTo>
                    <a:lnTo>
                      <a:pt x="14" y="8"/>
                    </a:lnTo>
                    <a:lnTo>
                      <a:pt x="14" y="14"/>
                    </a:lnTo>
                    <a:lnTo>
                      <a:pt x="16" y="18"/>
                    </a:lnTo>
                    <a:lnTo>
                      <a:pt x="16" y="18"/>
                    </a:lnTo>
                    <a:lnTo>
                      <a:pt x="14" y="26"/>
                    </a:lnTo>
                    <a:lnTo>
                      <a:pt x="14" y="26"/>
                    </a:lnTo>
                    <a:lnTo>
                      <a:pt x="14" y="30"/>
                    </a:lnTo>
                    <a:lnTo>
                      <a:pt x="14" y="36"/>
                    </a:lnTo>
                    <a:lnTo>
                      <a:pt x="14" y="36"/>
                    </a:lnTo>
                    <a:lnTo>
                      <a:pt x="14" y="38"/>
                    </a:lnTo>
                    <a:lnTo>
                      <a:pt x="16" y="38"/>
                    </a:lnTo>
                    <a:lnTo>
                      <a:pt x="18" y="44"/>
                    </a:lnTo>
                    <a:lnTo>
                      <a:pt x="18" y="44"/>
                    </a:lnTo>
                    <a:lnTo>
                      <a:pt x="16" y="56"/>
                    </a:lnTo>
                    <a:lnTo>
                      <a:pt x="16" y="56"/>
                    </a:lnTo>
                    <a:lnTo>
                      <a:pt x="14" y="58"/>
                    </a:lnTo>
                    <a:lnTo>
                      <a:pt x="12" y="64"/>
                    </a:lnTo>
                    <a:lnTo>
                      <a:pt x="12" y="64"/>
                    </a:lnTo>
                    <a:lnTo>
                      <a:pt x="8" y="74"/>
                    </a:lnTo>
                    <a:lnTo>
                      <a:pt x="8" y="74"/>
                    </a:lnTo>
                    <a:lnTo>
                      <a:pt x="4" y="84"/>
                    </a:lnTo>
                    <a:lnTo>
                      <a:pt x="2" y="94"/>
                    </a:lnTo>
                    <a:lnTo>
                      <a:pt x="2" y="104"/>
                    </a:lnTo>
                    <a:lnTo>
                      <a:pt x="2" y="104"/>
                    </a:lnTo>
                    <a:lnTo>
                      <a:pt x="4" y="106"/>
                    </a:lnTo>
                    <a:lnTo>
                      <a:pt x="4" y="110"/>
                    </a:lnTo>
                    <a:lnTo>
                      <a:pt x="4" y="110"/>
                    </a:lnTo>
                    <a:lnTo>
                      <a:pt x="0" y="118"/>
                    </a:lnTo>
                    <a:lnTo>
                      <a:pt x="0" y="118"/>
                    </a:lnTo>
                    <a:lnTo>
                      <a:pt x="4" y="118"/>
                    </a:lnTo>
                    <a:lnTo>
                      <a:pt x="10" y="118"/>
                    </a:lnTo>
                    <a:lnTo>
                      <a:pt x="10" y="118"/>
                    </a:lnTo>
                    <a:lnTo>
                      <a:pt x="14" y="116"/>
                    </a:lnTo>
                    <a:lnTo>
                      <a:pt x="18" y="112"/>
                    </a:lnTo>
                    <a:lnTo>
                      <a:pt x="18" y="112"/>
                    </a:lnTo>
                    <a:lnTo>
                      <a:pt x="28" y="112"/>
                    </a:lnTo>
                    <a:lnTo>
                      <a:pt x="28" y="112"/>
                    </a:lnTo>
                    <a:lnTo>
                      <a:pt x="32" y="108"/>
                    </a:lnTo>
                    <a:lnTo>
                      <a:pt x="36" y="106"/>
                    </a:lnTo>
                    <a:lnTo>
                      <a:pt x="36" y="106"/>
                    </a:lnTo>
                    <a:lnTo>
                      <a:pt x="46" y="106"/>
                    </a:lnTo>
                    <a:lnTo>
                      <a:pt x="46" y="106"/>
                    </a:lnTo>
                    <a:lnTo>
                      <a:pt x="52" y="104"/>
                    </a:lnTo>
                    <a:lnTo>
                      <a:pt x="52" y="104"/>
                    </a:lnTo>
                    <a:lnTo>
                      <a:pt x="58" y="104"/>
                    </a:lnTo>
                    <a:lnTo>
                      <a:pt x="58" y="104"/>
                    </a:lnTo>
                    <a:lnTo>
                      <a:pt x="58" y="98"/>
                    </a:lnTo>
                    <a:lnTo>
                      <a:pt x="58" y="98"/>
                    </a:lnTo>
                    <a:lnTo>
                      <a:pt x="54" y="94"/>
                    </a:lnTo>
                    <a:lnTo>
                      <a:pt x="54" y="94"/>
                    </a:lnTo>
                    <a:lnTo>
                      <a:pt x="58" y="94"/>
                    </a:lnTo>
                    <a:lnTo>
                      <a:pt x="58" y="94"/>
                    </a:lnTo>
                    <a:lnTo>
                      <a:pt x="60" y="100"/>
                    </a:lnTo>
                    <a:lnTo>
                      <a:pt x="60" y="100"/>
                    </a:lnTo>
                    <a:lnTo>
                      <a:pt x="64" y="100"/>
                    </a:lnTo>
                    <a:lnTo>
                      <a:pt x="64"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5" name="Freeform 185">
                <a:extLst>
                  <a:ext uri="{FF2B5EF4-FFF2-40B4-BE49-F238E27FC236}">
                    <a16:creationId xmlns:a16="http://schemas.microsoft.com/office/drawing/2014/main" id="{AB9EE16D-8C80-2E44-A866-498C33670AB8}"/>
                  </a:ext>
                </a:extLst>
              </p:cNvPr>
              <p:cNvSpPr>
                <a:spLocks/>
              </p:cNvSpPr>
              <p:nvPr/>
            </p:nvSpPr>
            <p:spPr bwMode="auto">
              <a:xfrm>
                <a:off x="5459127" y="3919089"/>
                <a:ext cx="86104" cy="28033"/>
              </a:xfrm>
              <a:custGeom>
                <a:avLst/>
                <a:gdLst>
                  <a:gd name="T0" fmla="*/ 0 w 44"/>
                  <a:gd name="T1" fmla="*/ 14 h 14"/>
                  <a:gd name="T2" fmla="*/ 12 w 44"/>
                  <a:gd name="T3" fmla="*/ 12 h 14"/>
                  <a:gd name="T4" fmla="*/ 12 w 44"/>
                  <a:gd name="T5" fmla="*/ 12 h 14"/>
                  <a:gd name="T6" fmla="*/ 12 w 44"/>
                  <a:gd name="T7" fmla="*/ 10 h 14"/>
                  <a:gd name="T8" fmla="*/ 14 w 44"/>
                  <a:gd name="T9" fmla="*/ 10 h 14"/>
                  <a:gd name="T10" fmla="*/ 16 w 44"/>
                  <a:gd name="T11" fmla="*/ 10 h 14"/>
                  <a:gd name="T12" fmla="*/ 16 w 44"/>
                  <a:gd name="T13" fmla="*/ 10 h 14"/>
                  <a:gd name="T14" fmla="*/ 38 w 44"/>
                  <a:gd name="T15" fmla="*/ 8 h 14"/>
                  <a:gd name="T16" fmla="*/ 38 w 44"/>
                  <a:gd name="T17" fmla="*/ 8 h 14"/>
                  <a:gd name="T18" fmla="*/ 42 w 44"/>
                  <a:gd name="T19" fmla="*/ 8 h 14"/>
                  <a:gd name="T20" fmla="*/ 44 w 44"/>
                  <a:gd name="T21" fmla="*/ 2 h 14"/>
                  <a:gd name="T22" fmla="*/ 44 w 44"/>
                  <a:gd name="T23" fmla="*/ 2 h 14"/>
                  <a:gd name="T24" fmla="*/ 42 w 44"/>
                  <a:gd name="T25" fmla="*/ 0 h 14"/>
                  <a:gd name="T26" fmla="*/ 42 w 44"/>
                  <a:gd name="T27" fmla="*/ 0 h 14"/>
                  <a:gd name="T28" fmla="*/ 38 w 44"/>
                  <a:gd name="T29" fmla="*/ 0 h 14"/>
                  <a:gd name="T30" fmla="*/ 38 w 44"/>
                  <a:gd name="T31" fmla="*/ 0 h 14"/>
                  <a:gd name="T32" fmla="*/ 28 w 44"/>
                  <a:gd name="T33" fmla="*/ 0 h 14"/>
                  <a:gd name="T34" fmla="*/ 28 w 44"/>
                  <a:gd name="T35" fmla="*/ 0 h 14"/>
                  <a:gd name="T36" fmla="*/ 22 w 44"/>
                  <a:gd name="T37" fmla="*/ 2 h 14"/>
                  <a:gd name="T38" fmla="*/ 20 w 44"/>
                  <a:gd name="T39" fmla="*/ 2 h 14"/>
                  <a:gd name="T40" fmla="*/ 16 w 44"/>
                  <a:gd name="T41" fmla="*/ 0 h 14"/>
                  <a:gd name="T42" fmla="*/ 16 w 44"/>
                  <a:gd name="T43" fmla="*/ 0 h 14"/>
                  <a:gd name="T44" fmla="*/ 14 w 44"/>
                  <a:gd name="T45" fmla="*/ 0 h 14"/>
                  <a:gd name="T46" fmla="*/ 12 w 44"/>
                  <a:gd name="T47" fmla="*/ 2 h 14"/>
                  <a:gd name="T48" fmla="*/ 12 w 44"/>
                  <a:gd name="T49" fmla="*/ 2 h 14"/>
                  <a:gd name="T50" fmla="*/ 8 w 44"/>
                  <a:gd name="T51" fmla="*/ 2 h 14"/>
                  <a:gd name="T52" fmla="*/ 6 w 44"/>
                  <a:gd name="T53" fmla="*/ 2 h 14"/>
                  <a:gd name="T54" fmla="*/ 6 w 44"/>
                  <a:gd name="T55" fmla="*/ 2 h 14"/>
                  <a:gd name="T56" fmla="*/ 2 w 44"/>
                  <a:gd name="T57" fmla="*/ 2 h 14"/>
                  <a:gd name="T58" fmla="*/ 0 w 44"/>
                  <a:gd name="T59" fmla="*/ 4 h 14"/>
                  <a:gd name="T60" fmla="*/ 0 w 44"/>
                  <a:gd name="T61" fmla="*/ 6 h 14"/>
                  <a:gd name="T62" fmla="*/ 0 w 44"/>
                  <a:gd name="T63" fmla="*/ 6 h 14"/>
                  <a:gd name="T64" fmla="*/ 2 w 44"/>
                  <a:gd name="T65" fmla="*/ 8 h 14"/>
                  <a:gd name="T66" fmla="*/ 2 w 44"/>
                  <a:gd name="T67" fmla="*/ 8 h 14"/>
                  <a:gd name="T68" fmla="*/ 0 w 44"/>
                  <a:gd name="T69" fmla="*/ 10 h 14"/>
                  <a:gd name="T70" fmla="*/ 0 w 44"/>
                  <a:gd name="T71" fmla="*/ 10 h 14"/>
                  <a:gd name="T72" fmla="*/ 0 w 44"/>
                  <a:gd name="T73" fmla="*/ 10 h 14"/>
                  <a:gd name="T74" fmla="*/ 0 w 44"/>
                  <a:gd name="T75" fmla="*/ 14 h 14"/>
                  <a:gd name="T76" fmla="*/ 0 w 44"/>
                  <a:gd name="T7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14">
                    <a:moveTo>
                      <a:pt x="0" y="14"/>
                    </a:moveTo>
                    <a:lnTo>
                      <a:pt x="12" y="12"/>
                    </a:lnTo>
                    <a:lnTo>
                      <a:pt x="12" y="12"/>
                    </a:lnTo>
                    <a:lnTo>
                      <a:pt x="12" y="10"/>
                    </a:lnTo>
                    <a:lnTo>
                      <a:pt x="14" y="10"/>
                    </a:lnTo>
                    <a:lnTo>
                      <a:pt x="16" y="10"/>
                    </a:lnTo>
                    <a:lnTo>
                      <a:pt x="16" y="10"/>
                    </a:lnTo>
                    <a:lnTo>
                      <a:pt x="38" y="8"/>
                    </a:lnTo>
                    <a:lnTo>
                      <a:pt x="38" y="8"/>
                    </a:lnTo>
                    <a:lnTo>
                      <a:pt x="42" y="8"/>
                    </a:lnTo>
                    <a:lnTo>
                      <a:pt x="44" y="2"/>
                    </a:lnTo>
                    <a:lnTo>
                      <a:pt x="44" y="2"/>
                    </a:lnTo>
                    <a:lnTo>
                      <a:pt x="42" y="0"/>
                    </a:lnTo>
                    <a:lnTo>
                      <a:pt x="42" y="0"/>
                    </a:lnTo>
                    <a:lnTo>
                      <a:pt x="38" y="0"/>
                    </a:lnTo>
                    <a:lnTo>
                      <a:pt x="38" y="0"/>
                    </a:lnTo>
                    <a:lnTo>
                      <a:pt x="28" y="0"/>
                    </a:lnTo>
                    <a:lnTo>
                      <a:pt x="28" y="0"/>
                    </a:lnTo>
                    <a:lnTo>
                      <a:pt x="22" y="2"/>
                    </a:lnTo>
                    <a:lnTo>
                      <a:pt x="20" y="2"/>
                    </a:lnTo>
                    <a:lnTo>
                      <a:pt x="16" y="0"/>
                    </a:lnTo>
                    <a:lnTo>
                      <a:pt x="16" y="0"/>
                    </a:lnTo>
                    <a:lnTo>
                      <a:pt x="14" y="0"/>
                    </a:lnTo>
                    <a:lnTo>
                      <a:pt x="12" y="2"/>
                    </a:lnTo>
                    <a:lnTo>
                      <a:pt x="12" y="2"/>
                    </a:lnTo>
                    <a:lnTo>
                      <a:pt x="8" y="2"/>
                    </a:lnTo>
                    <a:lnTo>
                      <a:pt x="6" y="2"/>
                    </a:lnTo>
                    <a:lnTo>
                      <a:pt x="6" y="2"/>
                    </a:lnTo>
                    <a:lnTo>
                      <a:pt x="2" y="2"/>
                    </a:lnTo>
                    <a:lnTo>
                      <a:pt x="0" y="4"/>
                    </a:lnTo>
                    <a:lnTo>
                      <a:pt x="0" y="6"/>
                    </a:lnTo>
                    <a:lnTo>
                      <a:pt x="0" y="6"/>
                    </a:lnTo>
                    <a:lnTo>
                      <a:pt x="2" y="8"/>
                    </a:lnTo>
                    <a:lnTo>
                      <a:pt x="2" y="8"/>
                    </a:lnTo>
                    <a:lnTo>
                      <a:pt x="0" y="10"/>
                    </a:lnTo>
                    <a:lnTo>
                      <a:pt x="0" y="10"/>
                    </a:lnTo>
                    <a:lnTo>
                      <a:pt x="0" y="10"/>
                    </a:lnTo>
                    <a:lnTo>
                      <a:pt x="0" y="14"/>
                    </a:lnTo>
                    <a:lnTo>
                      <a:pt x="0"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6" name="Freeform 186">
                <a:extLst>
                  <a:ext uri="{FF2B5EF4-FFF2-40B4-BE49-F238E27FC236}">
                    <a16:creationId xmlns:a16="http://schemas.microsoft.com/office/drawing/2014/main" id="{EA8AAC5C-1875-7F48-958E-53606C9D7F89}"/>
                  </a:ext>
                </a:extLst>
              </p:cNvPr>
              <p:cNvSpPr>
                <a:spLocks/>
              </p:cNvSpPr>
              <p:nvPr/>
            </p:nvSpPr>
            <p:spPr bwMode="auto">
              <a:xfrm>
                <a:off x="6128387" y="4291526"/>
                <a:ext cx="158509" cy="216255"/>
              </a:xfrm>
              <a:custGeom>
                <a:avLst/>
                <a:gdLst>
                  <a:gd name="T0" fmla="*/ 31 w 81"/>
                  <a:gd name="T1" fmla="*/ 104 h 108"/>
                  <a:gd name="T2" fmla="*/ 35 w 81"/>
                  <a:gd name="T3" fmla="*/ 98 h 108"/>
                  <a:gd name="T4" fmla="*/ 43 w 81"/>
                  <a:gd name="T5" fmla="*/ 102 h 108"/>
                  <a:gd name="T6" fmla="*/ 45 w 81"/>
                  <a:gd name="T7" fmla="*/ 96 h 108"/>
                  <a:gd name="T8" fmla="*/ 43 w 81"/>
                  <a:gd name="T9" fmla="*/ 88 h 108"/>
                  <a:gd name="T10" fmla="*/ 45 w 81"/>
                  <a:gd name="T11" fmla="*/ 84 h 108"/>
                  <a:gd name="T12" fmla="*/ 43 w 81"/>
                  <a:gd name="T13" fmla="*/ 78 h 108"/>
                  <a:gd name="T14" fmla="*/ 51 w 81"/>
                  <a:gd name="T15" fmla="*/ 78 h 108"/>
                  <a:gd name="T16" fmla="*/ 51 w 81"/>
                  <a:gd name="T17" fmla="*/ 74 h 108"/>
                  <a:gd name="T18" fmla="*/ 57 w 81"/>
                  <a:gd name="T19" fmla="*/ 76 h 108"/>
                  <a:gd name="T20" fmla="*/ 61 w 81"/>
                  <a:gd name="T21" fmla="*/ 76 h 108"/>
                  <a:gd name="T22" fmla="*/ 69 w 81"/>
                  <a:gd name="T23" fmla="*/ 76 h 108"/>
                  <a:gd name="T24" fmla="*/ 73 w 81"/>
                  <a:gd name="T25" fmla="*/ 82 h 108"/>
                  <a:gd name="T26" fmla="*/ 77 w 81"/>
                  <a:gd name="T27" fmla="*/ 76 h 108"/>
                  <a:gd name="T28" fmla="*/ 73 w 81"/>
                  <a:gd name="T29" fmla="*/ 68 h 108"/>
                  <a:gd name="T30" fmla="*/ 73 w 81"/>
                  <a:gd name="T31" fmla="*/ 66 h 108"/>
                  <a:gd name="T32" fmla="*/ 75 w 81"/>
                  <a:gd name="T33" fmla="*/ 60 h 108"/>
                  <a:gd name="T34" fmla="*/ 73 w 81"/>
                  <a:gd name="T35" fmla="*/ 54 h 108"/>
                  <a:gd name="T36" fmla="*/ 73 w 81"/>
                  <a:gd name="T37" fmla="*/ 46 h 108"/>
                  <a:gd name="T38" fmla="*/ 67 w 81"/>
                  <a:gd name="T39" fmla="*/ 40 h 108"/>
                  <a:gd name="T40" fmla="*/ 69 w 81"/>
                  <a:gd name="T41" fmla="*/ 38 h 108"/>
                  <a:gd name="T42" fmla="*/ 67 w 81"/>
                  <a:gd name="T43" fmla="*/ 32 h 108"/>
                  <a:gd name="T44" fmla="*/ 73 w 81"/>
                  <a:gd name="T45" fmla="*/ 26 h 108"/>
                  <a:gd name="T46" fmla="*/ 81 w 81"/>
                  <a:gd name="T47" fmla="*/ 16 h 108"/>
                  <a:gd name="T48" fmla="*/ 73 w 81"/>
                  <a:gd name="T49" fmla="*/ 14 h 108"/>
                  <a:gd name="T50" fmla="*/ 65 w 81"/>
                  <a:gd name="T51" fmla="*/ 16 h 108"/>
                  <a:gd name="T52" fmla="*/ 63 w 81"/>
                  <a:gd name="T53" fmla="*/ 10 h 108"/>
                  <a:gd name="T54" fmla="*/ 63 w 81"/>
                  <a:gd name="T55" fmla="*/ 0 h 108"/>
                  <a:gd name="T56" fmla="*/ 53 w 81"/>
                  <a:gd name="T57" fmla="*/ 0 h 108"/>
                  <a:gd name="T58" fmla="*/ 45 w 81"/>
                  <a:gd name="T59" fmla="*/ 0 h 108"/>
                  <a:gd name="T60" fmla="*/ 39 w 81"/>
                  <a:gd name="T61" fmla="*/ 2 h 108"/>
                  <a:gd name="T62" fmla="*/ 10 w 81"/>
                  <a:gd name="T63" fmla="*/ 20 h 108"/>
                  <a:gd name="T64" fmla="*/ 8 w 81"/>
                  <a:gd name="T65" fmla="*/ 24 h 108"/>
                  <a:gd name="T66" fmla="*/ 8 w 81"/>
                  <a:gd name="T67" fmla="*/ 28 h 108"/>
                  <a:gd name="T68" fmla="*/ 12 w 81"/>
                  <a:gd name="T69" fmla="*/ 38 h 108"/>
                  <a:gd name="T70" fmla="*/ 6 w 81"/>
                  <a:gd name="T71" fmla="*/ 38 h 108"/>
                  <a:gd name="T72" fmla="*/ 8 w 81"/>
                  <a:gd name="T73" fmla="*/ 42 h 108"/>
                  <a:gd name="T74" fmla="*/ 6 w 81"/>
                  <a:gd name="T75" fmla="*/ 44 h 108"/>
                  <a:gd name="T76" fmla="*/ 8 w 81"/>
                  <a:gd name="T77" fmla="*/ 46 h 108"/>
                  <a:gd name="T78" fmla="*/ 4 w 81"/>
                  <a:gd name="T79" fmla="*/ 60 h 108"/>
                  <a:gd name="T80" fmla="*/ 0 w 81"/>
                  <a:gd name="T81" fmla="*/ 64 h 108"/>
                  <a:gd name="T82" fmla="*/ 4 w 81"/>
                  <a:gd name="T83" fmla="*/ 66 h 108"/>
                  <a:gd name="T84" fmla="*/ 4 w 81"/>
                  <a:gd name="T85" fmla="*/ 70 h 108"/>
                  <a:gd name="T86" fmla="*/ 8 w 81"/>
                  <a:gd name="T87" fmla="*/ 74 h 108"/>
                  <a:gd name="T88" fmla="*/ 10 w 81"/>
                  <a:gd name="T89" fmla="*/ 76 h 108"/>
                  <a:gd name="T90" fmla="*/ 6 w 81"/>
                  <a:gd name="T91" fmla="*/ 76 h 108"/>
                  <a:gd name="T92" fmla="*/ 26 w 81"/>
                  <a:gd name="T93" fmla="*/ 98 h 108"/>
                  <a:gd name="T94" fmla="*/ 26 w 81"/>
                  <a:gd name="T95" fmla="*/ 104 h 108"/>
                  <a:gd name="T96" fmla="*/ 31 w 81"/>
                  <a:gd name="T9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 h="108">
                    <a:moveTo>
                      <a:pt x="31" y="108"/>
                    </a:moveTo>
                    <a:lnTo>
                      <a:pt x="31" y="108"/>
                    </a:lnTo>
                    <a:lnTo>
                      <a:pt x="31" y="104"/>
                    </a:lnTo>
                    <a:lnTo>
                      <a:pt x="33" y="100"/>
                    </a:lnTo>
                    <a:lnTo>
                      <a:pt x="35" y="98"/>
                    </a:lnTo>
                    <a:lnTo>
                      <a:pt x="35" y="98"/>
                    </a:lnTo>
                    <a:lnTo>
                      <a:pt x="39" y="100"/>
                    </a:lnTo>
                    <a:lnTo>
                      <a:pt x="43" y="102"/>
                    </a:lnTo>
                    <a:lnTo>
                      <a:pt x="43" y="102"/>
                    </a:lnTo>
                    <a:lnTo>
                      <a:pt x="45" y="102"/>
                    </a:lnTo>
                    <a:lnTo>
                      <a:pt x="47" y="100"/>
                    </a:lnTo>
                    <a:lnTo>
                      <a:pt x="45" y="96"/>
                    </a:lnTo>
                    <a:lnTo>
                      <a:pt x="45" y="96"/>
                    </a:lnTo>
                    <a:lnTo>
                      <a:pt x="43" y="90"/>
                    </a:lnTo>
                    <a:lnTo>
                      <a:pt x="43" y="88"/>
                    </a:lnTo>
                    <a:lnTo>
                      <a:pt x="43" y="86"/>
                    </a:lnTo>
                    <a:lnTo>
                      <a:pt x="43" y="86"/>
                    </a:lnTo>
                    <a:lnTo>
                      <a:pt x="45" y="84"/>
                    </a:lnTo>
                    <a:lnTo>
                      <a:pt x="43" y="82"/>
                    </a:lnTo>
                    <a:lnTo>
                      <a:pt x="43" y="82"/>
                    </a:lnTo>
                    <a:lnTo>
                      <a:pt x="43" y="78"/>
                    </a:lnTo>
                    <a:lnTo>
                      <a:pt x="45" y="78"/>
                    </a:lnTo>
                    <a:lnTo>
                      <a:pt x="51" y="78"/>
                    </a:lnTo>
                    <a:lnTo>
                      <a:pt x="51" y="78"/>
                    </a:lnTo>
                    <a:lnTo>
                      <a:pt x="53" y="78"/>
                    </a:lnTo>
                    <a:lnTo>
                      <a:pt x="51" y="74"/>
                    </a:lnTo>
                    <a:lnTo>
                      <a:pt x="51" y="74"/>
                    </a:lnTo>
                    <a:lnTo>
                      <a:pt x="53" y="74"/>
                    </a:lnTo>
                    <a:lnTo>
                      <a:pt x="53" y="74"/>
                    </a:lnTo>
                    <a:lnTo>
                      <a:pt x="57" y="76"/>
                    </a:lnTo>
                    <a:lnTo>
                      <a:pt x="57" y="78"/>
                    </a:lnTo>
                    <a:lnTo>
                      <a:pt x="57" y="78"/>
                    </a:lnTo>
                    <a:lnTo>
                      <a:pt x="61" y="76"/>
                    </a:lnTo>
                    <a:lnTo>
                      <a:pt x="67" y="76"/>
                    </a:lnTo>
                    <a:lnTo>
                      <a:pt x="67" y="76"/>
                    </a:lnTo>
                    <a:lnTo>
                      <a:pt x="69" y="76"/>
                    </a:lnTo>
                    <a:lnTo>
                      <a:pt x="69" y="78"/>
                    </a:lnTo>
                    <a:lnTo>
                      <a:pt x="73" y="82"/>
                    </a:lnTo>
                    <a:lnTo>
                      <a:pt x="73" y="82"/>
                    </a:lnTo>
                    <a:lnTo>
                      <a:pt x="75" y="84"/>
                    </a:lnTo>
                    <a:lnTo>
                      <a:pt x="75" y="82"/>
                    </a:lnTo>
                    <a:lnTo>
                      <a:pt x="77" y="76"/>
                    </a:lnTo>
                    <a:lnTo>
                      <a:pt x="77" y="76"/>
                    </a:lnTo>
                    <a:lnTo>
                      <a:pt x="77" y="70"/>
                    </a:lnTo>
                    <a:lnTo>
                      <a:pt x="73" y="68"/>
                    </a:lnTo>
                    <a:lnTo>
                      <a:pt x="73" y="68"/>
                    </a:lnTo>
                    <a:lnTo>
                      <a:pt x="73" y="66"/>
                    </a:lnTo>
                    <a:lnTo>
                      <a:pt x="73" y="66"/>
                    </a:lnTo>
                    <a:lnTo>
                      <a:pt x="75" y="64"/>
                    </a:lnTo>
                    <a:lnTo>
                      <a:pt x="75" y="60"/>
                    </a:lnTo>
                    <a:lnTo>
                      <a:pt x="75" y="60"/>
                    </a:lnTo>
                    <a:lnTo>
                      <a:pt x="73" y="58"/>
                    </a:lnTo>
                    <a:lnTo>
                      <a:pt x="73" y="54"/>
                    </a:lnTo>
                    <a:lnTo>
                      <a:pt x="73" y="54"/>
                    </a:lnTo>
                    <a:lnTo>
                      <a:pt x="73" y="50"/>
                    </a:lnTo>
                    <a:lnTo>
                      <a:pt x="73" y="46"/>
                    </a:lnTo>
                    <a:lnTo>
                      <a:pt x="73" y="46"/>
                    </a:lnTo>
                    <a:lnTo>
                      <a:pt x="71" y="42"/>
                    </a:lnTo>
                    <a:lnTo>
                      <a:pt x="67" y="40"/>
                    </a:lnTo>
                    <a:lnTo>
                      <a:pt x="67" y="40"/>
                    </a:lnTo>
                    <a:lnTo>
                      <a:pt x="67" y="40"/>
                    </a:lnTo>
                    <a:lnTo>
                      <a:pt x="67" y="38"/>
                    </a:lnTo>
                    <a:lnTo>
                      <a:pt x="69" y="38"/>
                    </a:lnTo>
                    <a:lnTo>
                      <a:pt x="69" y="38"/>
                    </a:lnTo>
                    <a:lnTo>
                      <a:pt x="67" y="32"/>
                    </a:lnTo>
                    <a:lnTo>
                      <a:pt x="67" y="32"/>
                    </a:lnTo>
                    <a:lnTo>
                      <a:pt x="69" y="28"/>
                    </a:lnTo>
                    <a:lnTo>
                      <a:pt x="73" y="26"/>
                    </a:lnTo>
                    <a:lnTo>
                      <a:pt x="73" y="26"/>
                    </a:lnTo>
                    <a:lnTo>
                      <a:pt x="77" y="26"/>
                    </a:lnTo>
                    <a:lnTo>
                      <a:pt x="79" y="26"/>
                    </a:lnTo>
                    <a:lnTo>
                      <a:pt x="81" y="16"/>
                    </a:lnTo>
                    <a:lnTo>
                      <a:pt x="81" y="16"/>
                    </a:lnTo>
                    <a:lnTo>
                      <a:pt x="73" y="14"/>
                    </a:lnTo>
                    <a:lnTo>
                      <a:pt x="73" y="14"/>
                    </a:lnTo>
                    <a:lnTo>
                      <a:pt x="69" y="14"/>
                    </a:lnTo>
                    <a:lnTo>
                      <a:pt x="65" y="16"/>
                    </a:lnTo>
                    <a:lnTo>
                      <a:pt x="65" y="16"/>
                    </a:lnTo>
                    <a:lnTo>
                      <a:pt x="63" y="16"/>
                    </a:lnTo>
                    <a:lnTo>
                      <a:pt x="63" y="14"/>
                    </a:lnTo>
                    <a:lnTo>
                      <a:pt x="63" y="10"/>
                    </a:lnTo>
                    <a:lnTo>
                      <a:pt x="63" y="10"/>
                    </a:lnTo>
                    <a:lnTo>
                      <a:pt x="63" y="0"/>
                    </a:lnTo>
                    <a:lnTo>
                      <a:pt x="63" y="0"/>
                    </a:lnTo>
                    <a:lnTo>
                      <a:pt x="59" y="0"/>
                    </a:lnTo>
                    <a:lnTo>
                      <a:pt x="53" y="0"/>
                    </a:lnTo>
                    <a:lnTo>
                      <a:pt x="53" y="0"/>
                    </a:lnTo>
                    <a:lnTo>
                      <a:pt x="51" y="0"/>
                    </a:lnTo>
                    <a:lnTo>
                      <a:pt x="49" y="0"/>
                    </a:lnTo>
                    <a:lnTo>
                      <a:pt x="45" y="0"/>
                    </a:lnTo>
                    <a:lnTo>
                      <a:pt x="45" y="0"/>
                    </a:lnTo>
                    <a:lnTo>
                      <a:pt x="41" y="2"/>
                    </a:lnTo>
                    <a:lnTo>
                      <a:pt x="39" y="2"/>
                    </a:lnTo>
                    <a:lnTo>
                      <a:pt x="37" y="22"/>
                    </a:lnTo>
                    <a:lnTo>
                      <a:pt x="10" y="20"/>
                    </a:lnTo>
                    <a:lnTo>
                      <a:pt x="10" y="20"/>
                    </a:lnTo>
                    <a:lnTo>
                      <a:pt x="8" y="22"/>
                    </a:lnTo>
                    <a:lnTo>
                      <a:pt x="8" y="22"/>
                    </a:lnTo>
                    <a:lnTo>
                      <a:pt x="8" y="24"/>
                    </a:lnTo>
                    <a:lnTo>
                      <a:pt x="8" y="24"/>
                    </a:lnTo>
                    <a:lnTo>
                      <a:pt x="8" y="28"/>
                    </a:lnTo>
                    <a:lnTo>
                      <a:pt x="8" y="28"/>
                    </a:lnTo>
                    <a:lnTo>
                      <a:pt x="10" y="30"/>
                    </a:lnTo>
                    <a:lnTo>
                      <a:pt x="10" y="30"/>
                    </a:lnTo>
                    <a:lnTo>
                      <a:pt x="12" y="38"/>
                    </a:lnTo>
                    <a:lnTo>
                      <a:pt x="12" y="38"/>
                    </a:lnTo>
                    <a:lnTo>
                      <a:pt x="6" y="38"/>
                    </a:lnTo>
                    <a:lnTo>
                      <a:pt x="6" y="38"/>
                    </a:lnTo>
                    <a:lnTo>
                      <a:pt x="6" y="40"/>
                    </a:lnTo>
                    <a:lnTo>
                      <a:pt x="6" y="40"/>
                    </a:lnTo>
                    <a:lnTo>
                      <a:pt x="8" y="42"/>
                    </a:lnTo>
                    <a:lnTo>
                      <a:pt x="10" y="42"/>
                    </a:lnTo>
                    <a:lnTo>
                      <a:pt x="8" y="44"/>
                    </a:lnTo>
                    <a:lnTo>
                      <a:pt x="6" y="44"/>
                    </a:lnTo>
                    <a:lnTo>
                      <a:pt x="6" y="44"/>
                    </a:lnTo>
                    <a:lnTo>
                      <a:pt x="8" y="46"/>
                    </a:lnTo>
                    <a:lnTo>
                      <a:pt x="8" y="46"/>
                    </a:lnTo>
                    <a:lnTo>
                      <a:pt x="6" y="54"/>
                    </a:lnTo>
                    <a:lnTo>
                      <a:pt x="4" y="60"/>
                    </a:lnTo>
                    <a:lnTo>
                      <a:pt x="4" y="60"/>
                    </a:lnTo>
                    <a:lnTo>
                      <a:pt x="0" y="60"/>
                    </a:lnTo>
                    <a:lnTo>
                      <a:pt x="0" y="60"/>
                    </a:lnTo>
                    <a:lnTo>
                      <a:pt x="0" y="64"/>
                    </a:lnTo>
                    <a:lnTo>
                      <a:pt x="0" y="64"/>
                    </a:lnTo>
                    <a:lnTo>
                      <a:pt x="4" y="66"/>
                    </a:lnTo>
                    <a:lnTo>
                      <a:pt x="4" y="66"/>
                    </a:lnTo>
                    <a:lnTo>
                      <a:pt x="2" y="68"/>
                    </a:lnTo>
                    <a:lnTo>
                      <a:pt x="4" y="70"/>
                    </a:lnTo>
                    <a:lnTo>
                      <a:pt x="4" y="70"/>
                    </a:lnTo>
                    <a:lnTo>
                      <a:pt x="8" y="70"/>
                    </a:lnTo>
                    <a:lnTo>
                      <a:pt x="8" y="70"/>
                    </a:lnTo>
                    <a:lnTo>
                      <a:pt x="8" y="74"/>
                    </a:lnTo>
                    <a:lnTo>
                      <a:pt x="8" y="74"/>
                    </a:lnTo>
                    <a:lnTo>
                      <a:pt x="10" y="74"/>
                    </a:lnTo>
                    <a:lnTo>
                      <a:pt x="10" y="76"/>
                    </a:lnTo>
                    <a:lnTo>
                      <a:pt x="10" y="76"/>
                    </a:lnTo>
                    <a:lnTo>
                      <a:pt x="6" y="76"/>
                    </a:lnTo>
                    <a:lnTo>
                      <a:pt x="6" y="76"/>
                    </a:lnTo>
                    <a:lnTo>
                      <a:pt x="6" y="78"/>
                    </a:lnTo>
                    <a:lnTo>
                      <a:pt x="6" y="78"/>
                    </a:lnTo>
                    <a:lnTo>
                      <a:pt x="26" y="98"/>
                    </a:lnTo>
                    <a:lnTo>
                      <a:pt x="26" y="98"/>
                    </a:lnTo>
                    <a:lnTo>
                      <a:pt x="26" y="100"/>
                    </a:lnTo>
                    <a:lnTo>
                      <a:pt x="26" y="104"/>
                    </a:lnTo>
                    <a:lnTo>
                      <a:pt x="26" y="104"/>
                    </a:lnTo>
                    <a:lnTo>
                      <a:pt x="29" y="106"/>
                    </a:lnTo>
                    <a:lnTo>
                      <a:pt x="31" y="108"/>
                    </a:lnTo>
                    <a:lnTo>
                      <a:pt x="31" y="1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7" name="Freeform 193">
                <a:extLst>
                  <a:ext uri="{FF2B5EF4-FFF2-40B4-BE49-F238E27FC236}">
                    <a16:creationId xmlns:a16="http://schemas.microsoft.com/office/drawing/2014/main" id="{493A380F-5591-814A-A1FC-75B0DBAFB4C6}"/>
                  </a:ext>
                </a:extLst>
              </p:cNvPr>
              <p:cNvSpPr>
                <a:spLocks/>
              </p:cNvSpPr>
              <p:nvPr/>
            </p:nvSpPr>
            <p:spPr bwMode="auto">
              <a:xfrm>
                <a:off x="6870053" y="3999183"/>
                <a:ext cx="15656" cy="20024"/>
              </a:xfrm>
              <a:custGeom>
                <a:avLst/>
                <a:gdLst>
                  <a:gd name="T0" fmla="*/ 6 w 8"/>
                  <a:gd name="T1" fmla="*/ 0 h 10"/>
                  <a:gd name="T2" fmla="*/ 6 w 8"/>
                  <a:gd name="T3" fmla="*/ 0 h 10"/>
                  <a:gd name="T4" fmla="*/ 8 w 8"/>
                  <a:gd name="T5" fmla="*/ 2 h 10"/>
                  <a:gd name="T6" fmla="*/ 8 w 8"/>
                  <a:gd name="T7" fmla="*/ 2 h 10"/>
                  <a:gd name="T8" fmla="*/ 8 w 8"/>
                  <a:gd name="T9" fmla="*/ 6 h 10"/>
                  <a:gd name="T10" fmla="*/ 4 w 8"/>
                  <a:gd name="T11" fmla="*/ 10 h 10"/>
                  <a:gd name="T12" fmla="*/ 4 w 8"/>
                  <a:gd name="T13" fmla="*/ 10 h 10"/>
                  <a:gd name="T14" fmla="*/ 0 w 8"/>
                  <a:gd name="T15" fmla="*/ 6 h 10"/>
                  <a:gd name="T16" fmla="*/ 0 w 8"/>
                  <a:gd name="T17" fmla="*/ 2 h 10"/>
                  <a:gd name="T18" fmla="*/ 0 w 8"/>
                  <a:gd name="T19" fmla="*/ 0 h 10"/>
                  <a:gd name="T20" fmla="*/ 6 w 8"/>
                  <a:gd name="T21" fmla="*/ 0 h 10"/>
                  <a:gd name="T22" fmla="*/ 6 w 8"/>
                  <a:gd name="T2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10">
                    <a:moveTo>
                      <a:pt x="6" y="0"/>
                    </a:moveTo>
                    <a:lnTo>
                      <a:pt x="6" y="0"/>
                    </a:lnTo>
                    <a:lnTo>
                      <a:pt x="8" y="2"/>
                    </a:lnTo>
                    <a:lnTo>
                      <a:pt x="8" y="2"/>
                    </a:lnTo>
                    <a:lnTo>
                      <a:pt x="8" y="6"/>
                    </a:lnTo>
                    <a:lnTo>
                      <a:pt x="4" y="10"/>
                    </a:lnTo>
                    <a:lnTo>
                      <a:pt x="4" y="10"/>
                    </a:lnTo>
                    <a:lnTo>
                      <a:pt x="0" y="6"/>
                    </a:lnTo>
                    <a:lnTo>
                      <a:pt x="0" y="2"/>
                    </a:lnTo>
                    <a:lnTo>
                      <a:pt x="0" y="0"/>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8" name="Freeform 194">
                <a:extLst>
                  <a:ext uri="{FF2B5EF4-FFF2-40B4-BE49-F238E27FC236}">
                    <a16:creationId xmlns:a16="http://schemas.microsoft.com/office/drawing/2014/main" id="{C41DFCD9-6A18-2D4E-89E4-1F4B7B86CF56}"/>
                  </a:ext>
                </a:extLst>
              </p:cNvPr>
              <p:cNvSpPr>
                <a:spLocks/>
              </p:cNvSpPr>
              <p:nvPr/>
            </p:nvSpPr>
            <p:spPr bwMode="auto">
              <a:xfrm>
                <a:off x="6752639" y="3887051"/>
                <a:ext cx="407036" cy="356419"/>
              </a:xfrm>
              <a:custGeom>
                <a:avLst/>
                <a:gdLst>
                  <a:gd name="T0" fmla="*/ 134 w 208"/>
                  <a:gd name="T1" fmla="*/ 74 h 178"/>
                  <a:gd name="T2" fmla="*/ 142 w 208"/>
                  <a:gd name="T3" fmla="*/ 84 h 178"/>
                  <a:gd name="T4" fmla="*/ 148 w 208"/>
                  <a:gd name="T5" fmla="*/ 92 h 178"/>
                  <a:gd name="T6" fmla="*/ 190 w 208"/>
                  <a:gd name="T7" fmla="*/ 112 h 178"/>
                  <a:gd name="T8" fmla="*/ 156 w 208"/>
                  <a:gd name="T9" fmla="*/ 166 h 178"/>
                  <a:gd name="T10" fmla="*/ 134 w 208"/>
                  <a:gd name="T11" fmla="*/ 174 h 178"/>
                  <a:gd name="T12" fmla="*/ 124 w 208"/>
                  <a:gd name="T13" fmla="*/ 176 h 178"/>
                  <a:gd name="T14" fmla="*/ 116 w 208"/>
                  <a:gd name="T15" fmla="*/ 172 h 178"/>
                  <a:gd name="T16" fmla="*/ 112 w 208"/>
                  <a:gd name="T17" fmla="*/ 172 h 178"/>
                  <a:gd name="T18" fmla="*/ 106 w 208"/>
                  <a:gd name="T19" fmla="*/ 174 h 178"/>
                  <a:gd name="T20" fmla="*/ 102 w 208"/>
                  <a:gd name="T21" fmla="*/ 178 h 178"/>
                  <a:gd name="T22" fmla="*/ 94 w 208"/>
                  <a:gd name="T23" fmla="*/ 178 h 178"/>
                  <a:gd name="T24" fmla="*/ 86 w 208"/>
                  <a:gd name="T25" fmla="*/ 178 h 178"/>
                  <a:gd name="T26" fmla="*/ 76 w 208"/>
                  <a:gd name="T27" fmla="*/ 176 h 178"/>
                  <a:gd name="T28" fmla="*/ 66 w 208"/>
                  <a:gd name="T29" fmla="*/ 176 h 178"/>
                  <a:gd name="T30" fmla="*/ 62 w 208"/>
                  <a:gd name="T31" fmla="*/ 176 h 178"/>
                  <a:gd name="T32" fmla="*/ 48 w 208"/>
                  <a:gd name="T33" fmla="*/ 176 h 178"/>
                  <a:gd name="T34" fmla="*/ 46 w 208"/>
                  <a:gd name="T35" fmla="*/ 168 h 178"/>
                  <a:gd name="T36" fmla="*/ 44 w 208"/>
                  <a:gd name="T37" fmla="*/ 164 h 178"/>
                  <a:gd name="T38" fmla="*/ 34 w 208"/>
                  <a:gd name="T39" fmla="*/ 162 h 178"/>
                  <a:gd name="T40" fmla="*/ 32 w 208"/>
                  <a:gd name="T41" fmla="*/ 158 h 178"/>
                  <a:gd name="T42" fmla="*/ 26 w 208"/>
                  <a:gd name="T43" fmla="*/ 144 h 178"/>
                  <a:gd name="T44" fmla="*/ 22 w 208"/>
                  <a:gd name="T45" fmla="*/ 138 h 178"/>
                  <a:gd name="T46" fmla="*/ 16 w 208"/>
                  <a:gd name="T47" fmla="*/ 130 h 178"/>
                  <a:gd name="T48" fmla="*/ 10 w 208"/>
                  <a:gd name="T49" fmla="*/ 124 h 178"/>
                  <a:gd name="T50" fmla="*/ 0 w 208"/>
                  <a:gd name="T51" fmla="*/ 122 h 178"/>
                  <a:gd name="T52" fmla="*/ 2 w 208"/>
                  <a:gd name="T53" fmla="*/ 114 h 178"/>
                  <a:gd name="T54" fmla="*/ 12 w 208"/>
                  <a:gd name="T55" fmla="*/ 112 h 178"/>
                  <a:gd name="T56" fmla="*/ 14 w 208"/>
                  <a:gd name="T57" fmla="*/ 108 h 178"/>
                  <a:gd name="T58" fmla="*/ 16 w 208"/>
                  <a:gd name="T59" fmla="*/ 88 h 178"/>
                  <a:gd name="T60" fmla="*/ 20 w 208"/>
                  <a:gd name="T61" fmla="*/ 82 h 178"/>
                  <a:gd name="T62" fmla="*/ 22 w 208"/>
                  <a:gd name="T63" fmla="*/ 72 h 178"/>
                  <a:gd name="T64" fmla="*/ 28 w 208"/>
                  <a:gd name="T65" fmla="*/ 60 h 178"/>
                  <a:gd name="T66" fmla="*/ 34 w 208"/>
                  <a:gd name="T67" fmla="*/ 54 h 178"/>
                  <a:gd name="T68" fmla="*/ 38 w 208"/>
                  <a:gd name="T69" fmla="*/ 46 h 178"/>
                  <a:gd name="T70" fmla="*/ 42 w 208"/>
                  <a:gd name="T71" fmla="*/ 34 h 178"/>
                  <a:gd name="T72" fmla="*/ 50 w 208"/>
                  <a:gd name="T73" fmla="*/ 22 h 178"/>
                  <a:gd name="T74" fmla="*/ 64 w 208"/>
                  <a:gd name="T75" fmla="*/ 8 h 178"/>
                  <a:gd name="T76" fmla="*/ 68 w 208"/>
                  <a:gd name="T77" fmla="*/ 8 h 178"/>
                  <a:gd name="T78" fmla="*/ 72 w 208"/>
                  <a:gd name="T79" fmla="*/ 12 h 178"/>
                  <a:gd name="T80" fmla="*/ 76 w 208"/>
                  <a:gd name="T81" fmla="*/ 0 h 178"/>
                  <a:gd name="T82" fmla="*/ 84 w 208"/>
                  <a:gd name="T83" fmla="*/ 4 h 178"/>
                  <a:gd name="T84" fmla="*/ 88 w 208"/>
                  <a:gd name="T85" fmla="*/ 8 h 178"/>
                  <a:gd name="T86" fmla="*/ 94 w 208"/>
                  <a:gd name="T87" fmla="*/ 8 h 178"/>
                  <a:gd name="T88" fmla="*/ 102 w 208"/>
                  <a:gd name="T89" fmla="*/ 12 h 178"/>
                  <a:gd name="T90" fmla="*/ 114 w 208"/>
                  <a:gd name="T91" fmla="*/ 18 h 178"/>
                  <a:gd name="T92" fmla="*/ 122 w 208"/>
                  <a:gd name="T93" fmla="*/ 30 h 178"/>
                  <a:gd name="T94" fmla="*/ 130 w 208"/>
                  <a:gd name="T95" fmla="*/ 38 h 178"/>
                  <a:gd name="T96" fmla="*/ 124 w 208"/>
                  <a:gd name="T97" fmla="*/ 48 h 178"/>
                  <a:gd name="T98" fmla="*/ 122 w 208"/>
                  <a:gd name="T99" fmla="*/ 56 h 178"/>
                  <a:gd name="T100" fmla="*/ 120 w 208"/>
                  <a:gd name="T101" fmla="*/ 64 h 178"/>
                  <a:gd name="T102" fmla="*/ 128 w 208"/>
                  <a:gd name="T103" fmla="*/ 68 h 178"/>
                  <a:gd name="T104" fmla="*/ 138 w 208"/>
                  <a:gd name="T105" fmla="*/ 6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8" h="178">
                    <a:moveTo>
                      <a:pt x="138" y="68"/>
                    </a:moveTo>
                    <a:lnTo>
                      <a:pt x="134" y="74"/>
                    </a:lnTo>
                    <a:lnTo>
                      <a:pt x="134" y="74"/>
                    </a:lnTo>
                    <a:lnTo>
                      <a:pt x="140" y="80"/>
                    </a:lnTo>
                    <a:lnTo>
                      <a:pt x="140" y="80"/>
                    </a:lnTo>
                    <a:lnTo>
                      <a:pt x="142" y="84"/>
                    </a:lnTo>
                    <a:lnTo>
                      <a:pt x="144" y="88"/>
                    </a:lnTo>
                    <a:lnTo>
                      <a:pt x="144" y="88"/>
                    </a:lnTo>
                    <a:lnTo>
                      <a:pt x="148" y="92"/>
                    </a:lnTo>
                    <a:lnTo>
                      <a:pt x="154" y="96"/>
                    </a:lnTo>
                    <a:lnTo>
                      <a:pt x="154" y="96"/>
                    </a:lnTo>
                    <a:lnTo>
                      <a:pt x="190" y="112"/>
                    </a:lnTo>
                    <a:lnTo>
                      <a:pt x="208" y="112"/>
                    </a:lnTo>
                    <a:lnTo>
                      <a:pt x="172" y="166"/>
                    </a:lnTo>
                    <a:lnTo>
                      <a:pt x="156" y="166"/>
                    </a:lnTo>
                    <a:lnTo>
                      <a:pt x="150" y="170"/>
                    </a:lnTo>
                    <a:lnTo>
                      <a:pt x="138" y="170"/>
                    </a:lnTo>
                    <a:lnTo>
                      <a:pt x="134" y="174"/>
                    </a:lnTo>
                    <a:lnTo>
                      <a:pt x="134" y="174"/>
                    </a:lnTo>
                    <a:lnTo>
                      <a:pt x="128" y="174"/>
                    </a:lnTo>
                    <a:lnTo>
                      <a:pt x="124" y="176"/>
                    </a:lnTo>
                    <a:lnTo>
                      <a:pt x="120" y="174"/>
                    </a:lnTo>
                    <a:lnTo>
                      <a:pt x="120" y="174"/>
                    </a:lnTo>
                    <a:lnTo>
                      <a:pt x="116" y="172"/>
                    </a:lnTo>
                    <a:lnTo>
                      <a:pt x="116" y="170"/>
                    </a:lnTo>
                    <a:lnTo>
                      <a:pt x="116" y="170"/>
                    </a:lnTo>
                    <a:lnTo>
                      <a:pt x="112" y="172"/>
                    </a:lnTo>
                    <a:lnTo>
                      <a:pt x="110" y="174"/>
                    </a:lnTo>
                    <a:lnTo>
                      <a:pt x="106" y="174"/>
                    </a:lnTo>
                    <a:lnTo>
                      <a:pt x="106" y="174"/>
                    </a:lnTo>
                    <a:lnTo>
                      <a:pt x="104" y="174"/>
                    </a:lnTo>
                    <a:lnTo>
                      <a:pt x="102" y="174"/>
                    </a:lnTo>
                    <a:lnTo>
                      <a:pt x="102" y="178"/>
                    </a:lnTo>
                    <a:lnTo>
                      <a:pt x="102" y="178"/>
                    </a:lnTo>
                    <a:lnTo>
                      <a:pt x="94" y="178"/>
                    </a:lnTo>
                    <a:lnTo>
                      <a:pt x="94" y="178"/>
                    </a:lnTo>
                    <a:lnTo>
                      <a:pt x="90" y="178"/>
                    </a:lnTo>
                    <a:lnTo>
                      <a:pt x="86" y="178"/>
                    </a:lnTo>
                    <a:lnTo>
                      <a:pt x="86" y="178"/>
                    </a:lnTo>
                    <a:lnTo>
                      <a:pt x="80" y="176"/>
                    </a:lnTo>
                    <a:lnTo>
                      <a:pt x="76" y="176"/>
                    </a:lnTo>
                    <a:lnTo>
                      <a:pt x="76" y="176"/>
                    </a:lnTo>
                    <a:lnTo>
                      <a:pt x="72" y="176"/>
                    </a:lnTo>
                    <a:lnTo>
                      <a:pt x="68" y="178"/>
                    </a:lnTo>
                    <a:lnTo>
                      <a:pt x="66" y="176"/>
                    </a:lnTo>
                    <a:lnTo>
                      <a:pt x="66" y="176"/>
                    </a:lnTo>
                    <a:lnTo>
                      <a:pt x="64" y="176"/>
                    </a:lnTo>
                    <a:lnTo>
                      <a:pt x="62" y="176"/>
                    </a:lnTo>
                    <a:lnTo>
                      <a:pt x="58" y="178"/>
                    </a:lnTo>
                    <a:lnTo>
                      <a:pt x="58" y="178"/>
                    </a:lnTo>
                    <a:lnTo>
                      <a:pt x="48" y="176"/>
                    </a:lnTo>
                    <a:lnTo>
                      <a:pt x="46" y="172"/>
                    </a:lnTo>
                    <a:lnTo>
                      <a:pt x="46" y="172"/>
                    </a:lnTo>
                    <a:lnTo>
                      <a:pt x="46" y="168"/>
                    </a:lnTo>
                    <a:lnTo>
                      <a:pt x="46" y="166"/>
                    </a:lnTo>
                    <a:lnTo>
                      <a:pt x="44" y="164"/>
                    </a:lnTo>
                    <a:lnTo>
                      <a:pt x="44" y="164"/>
                    </a:lnTo>
                    <a:lnTo>
                      <a:pt x="40" y="164"/>
                    </a:lnTo>
                    <a:lnTo>
                      <a:pt x="40" y="164"/>
                    </a:lnTo>
                    <a:lnTo>
                      <a:pt x="34" y="162"/>
                    </a:lnTo>
                    <a:lnTo>
                      <a:pt x="32" y="162"/>
                    </a:lnTo>
                    <a:lnTo>
                      <a:pt x="32" y="158"/>
                    </a:lnTo>
                    <a:lnTo>
                      <a:pt x="32" y="158"/>
                    </a:lnTo>
                    <a:lnTo>
                      <a:pt x="28" y="152"/>
                    </a:lnTo>
                    <a:lnTo>
                      <a:pt x="26" y="144"/>
                    </a:lnTo>
                    <a:lnTo>
                      <a:pt x="26" y="144"/>
                    </a:lnTo>
                    <a:lnTo>
                      <a:pt x="26" y="140"/>
                    </a:lnTo>
                    <a:lnTo>
                      <a:pt x="22" y="138"/>
                    </a:lnTo>
                    <a:lnTo>
                      <a:pt x="22" y="138"/>
                    </a:lnTo>
                    <a:lnTo>
                      <a:pt x="20" y="134"/>
                    </a:lnTo>
                    <a:lnTo>
                      <a:pt x="16" y="130"/>
                    </a:lnTo>
                    <a:lnTo>
                      <a:pt x="16" y="130"/>
                    </a:lnTo>
                    <a:lnTo>
                      <a:pt x="14" y="126"/>
                    </a:lnTo>
                    <a:lnTo>
                      <a:pt x="10" y="124"/>
                    </a:lnTo>
                    <a:lnTo>
                      <a:pt x="10" y="124"/>
                    </a:lnTo>
                    <a:lnTo>
                      <a:pt x="4" y="124"/>
                    </a:lnTo>
                    <a:lnTo>
                      <a:pt x="2" y="124"/>
                    </a:lnTo>
                    <a:lnTo>
                      <a:pt x="0" y="122"/>
                    </a:lnTo>
                    <a:lnTo>
                      <a:pt x="0" y="122"/>
                    </a:lnTo>
                    <a:lnTo>
                      <a:pt x="2" y="114"/>
                    </a:lnTo>
                    <a:lnTo>
                      <a:pt x="2" y="114"/>
                    </a:lnTo>
                    <a:lnTo>
                      <a:pt x="8" y="114"/>
                    </a:lnTo>
                    <a:lnTo>
                      <a:pt x="8" y="114"/>
                    </a:lnTo>
                    <a:lnTo>
                      <a:pt x="12" y="112"/>
                    </a:lnTo>
                    <a:lnTo>
                      <a:pt x="12" y="112"/>
                    </a:lnTo>
                    <a:lnTo>
                      <a:pt x="12" y="112"/>
                    </a:lnTo>
                    <a:lnTo>
                      <a:pt x="14" y="108"/>
                    </a:lnTo>
                    <a:lnTo>
                      <a:pt x="16" y="104"/>
                    </a:lnTo>
                    <a:lnTo>
                      <a:pt x="16" y="104"/>
                    </a:lnTo>
                    <a:lnTo>
                      <a:pt x="16" y="88"/>
                    </a:lnTo>
                    <a:lnTo>
                      <a:pt x="16" y="88"/>
                    </a:lnTo>
                    <a:lnTo>
                      <a:pt x="16" y="86"/>
                    </a:lnTo>
                    <a:lnTo>
                      <a:pt x="20" y="82"/>
                    </a:lnTo>
                    <a:lnTo>
                      <a:pt x="22" y="76"/>
                    </a:lnTo>
                    <a:lnTo>
                      <a:pt x="22" y="72"/>
                    </a:lnTo>
                    <a:lnTo>
                      <a:pt x="22" y="72"/>
                    </a:lnTo>
                    <a:lnTo>
                      <a:pt x="22" y="64"/>
                    </a:lnTo>
                    <a:lnTo>
                      <a:pt x="22" y="64"/>
                    </a:lnTo>
                    <a:lnTo>
                      <a:pt x="28" y="60"/>
                    </a:lnTo>
                    <a:lnTo>
                      <a:pt x="28" y="60"/>
                    </a:lnTo>
                    <a:lnTo>
                      <a:pt x="32" y="58"/>
                    </a:lnTo>
                    <a:lnTo>
                      <a:pt x="34" y="54"/>
                    </a:lnTo>
                    <a:lnTo>
                      <a:pt x="34" y="54"/>
                    </a:lnTo>
                    <a:lnTo>
                      <a:pt x="38" y="46"/>
                    </a:lnTo>
                    <a:lnTo>
                      <a:pt x="38" y="46"/>
                    </a:lnTo>
                    <a:lnTo>
                      <a:pt x="40" y="40"/>
                    </a:lnTo>
                    <a:lnTo>
                      <a:pt x="42" y="34"/>
                    </a:lnTo>
                    <a:lnTo>
                      <a:pt x="42" y="34"/>
                    </a:lnTo>
                    <a:lnTo>
                      <a:pt x="44" y="30"/>
                    </a:lnTo>
                    <a:lnTo>
                      <a:pt x="46" y="26"/>
                    </a:lnTo>
                    <a:lnTo>
                      <a:pt x="50" y="22"/>
                    </a:lnTo>
                    <a:lnTo>
                      <a:pt x="50" y="22"/>
                    </a:lnTo>
                    <a:lnTo>
                      <a:pt x="56" y="10"/>
                    </a:lnTo>
                    <a:lnTo>
                      <a:pt x="64" y="8"/>
                    </a:lnTo>
                    <a:lnTo>
                      <a:pt x="64" y="8"/>
                    </a:lnTo>
                    <a:lnTo>
                      <a:pt x="66" y="8"/>
                    </a:lnTo>
                    <a:lnTo>
                      <a:pt x="68" y="8"/>
                    </a:lnTo>
                    <a:lnTo>
                      <a:pt x="70" y="8"/>
                    </a:lnTo>
                    <a:lnTo>
                      <a:pt x="70" y="8"/>
                    </a:lnTo>
                    <a:lnTo>
                      <a:pt x="72" y="12"/>
                    </a:lnTo>
                    <a:lnTo>
                      <a:pt x="76" y="0"/>
                    </a:lnTo>
                    <a:lnTo>
                      <a:pt x="76" y="0"/>
                    </a:lnTo>
                    <a:lnTo>
                      <a:pt x="76" y="0"/>
                    </a:lnTo>
                    <a:lnTo>
                      <a:pt x="80" y="0"/>
                    </a:lnTo>
                    <a:lnTo>
                      <a:pt x="80" y="0"/>
                    </a:lnTo>
                    <a:lnTo>
                      <a:pt x="84" y="4"/>
                    </a:lnTo>
                    <a:lnTo>
                      <a:pt x="86" y="6"/>
                    </a:lnTo>
                    <a:lnTo>
                      <a:pt x="88" y="8"/>
                    </a:lnTo>
                    <a:lnTo>
                      <a:pt x="88" y="8"/>
                    </a:lnTo>
                    <a:lnTo>
                      <a:pt x="92" y="6"/>
                    </a:lnTo>
                    <a:lnTo>
                      <a:pt x="94" y="6"/>
                    </a:lnTo>
                    <a:lnTo>
                      <a:pt x="94" y="8"/>
                    </a:lnTo>
                    <a:lnTo>
                      <a:pt x="94" y="8"/>
                    </a:lnTo>
                    <a:lnTo>
                      <a:pt x="98" y="10"/>
                    </a:lnTo>
                    <a:lnTo>
                      <a:pt x="102" y="12"/>
                    </a:lnTo>
                    <a:lnTo>
                      <a:pt x="110" y="14"/>
                    </a:lnTo>
                    <a:lnTo>
                      <a:pt x="110" y="14"/>
                    </a:lnTo>
                    <a:lnTo>
                      <a:pt x="114" y="18"/>
                    </a:lnTo>
                    <a:lnTo>
                      <a:pt x="118" y="22"/>
                    </a:lnTo>
                    <a:lnTo>
                      <a:pt x="118" y="22"/>
                    </a:lnTo>
                    <a:lnTo>
                      <a:pt x="122" y="30"/>
                    </a:lnTo>
                    <a:lnTo>
                      <a:pt x="124" y="34"/>
                    </a:lnTo>
                    <a:lnTo>
                      <a:pt x="124" y="34"/>
                    </a:lnTo>
                    <a:lnTo>
                      <a:pt x="130" y="38"/>
                    </a:lnTo>
                    <a:lnTo>
                      <a:pt x="130" y="38"/>
                    </a:lnTo>
                    <a:lnTo>
                      <a:pt x="126" y="44"/>
                    </a:lnTo>
                    <a:lnTo>
                      <a:pt x="124" y="48"/>
                    </a:lnTo>
                    <a:lnTo>
                      <a:pt x="124" y="52"/>
                    </a:lnTo>
                    <a:lnTo>
                      <a:pt x="124" y="52"/>
                    </a:lnTo>
                    <a:lnTo>
                      <a:pt x="122" y="56"/>
                    </a:lnTo>
                    <a:lnTo>
                      <a:pt x="122" y="58"/>
                    </a:lnTo>
                    <a:lnTo>
                      <a:pt x="120" y="62"/>
                    </a:lnTo>
                    <a:lnTo>
                      <a:pt x="120" y="64"/>
                    </a:lnTo>
                    <a:lnTo>
                      <a:pt x="120" y="64"/>
                    </a:lnTo>
                    <a:lnTo>
                      <a:pt x="124" y="68"/>
                    </a:lnTo>
                    <a:lnTo>
                      <a:pt x="128" y="68"/>
                    </a:lnTo>
                    <a:lnTo>
                      <a:pt x="128" y="68"/>
                    </a:lnTo>
                    <a:lnTo>
                      <a:pt x="132" y="66"/>
                    </a:lnTo>
                    <a:lnTo>
                      <a:pt x="138" y="6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9" name="Freeform 196">
                <a:extLst>
                  <a:ext uri="{FF2B5EF4-FFF2-40B4-BE49-F238E27FC236}">
                    <a16:creationId xmlns:a16="http://schemas.microsoft.com/office/drawing/2014/main" id="{B1C0089A-A16E-6346-8632-66D9C0387F7B}"/>
                  </a:ext>
                </a:extLst>
              </p:cNvPr>
              <p:cNvSpPr>
                <a:spLocks/>
              </p:cNvSpPr>
              <p:nvPr/>
            </p:nvSpPr>
            <p:spPr bwMode="auto">
              <a:xfrm>
                <a:off x="6862226" y="3770914"/>
                <a:ext cx="164380" cy="196231"/>
              </a:xfrm>
              <a:custGeom>
                <a:avLst/>
                <a:gdLst>
                  <a:gd name="T0" fmla="*/ 22 w 84"/>
                  <a:gd name="T1" fmla="*/ 6 h 98"/>
                  <a:gd name="T2" fmla="*/ 14 w 84"/>
                  <a:gd name="T3" fmla="*/ 4 h 98"/>
                  <a:gd name="T4" fmla="*/ 10 w 84"/>
                  <a:gd name="T5" fmla="*/ 6 h 98"/>
                  <a:gd name="T6" fmla="*/ 10 w 84"/>
                  <a:gd name="T7" fmla="*/ 10 h 98"/>
                  <a:gd name="T8" fmla="*/ 8 w 84"/>
                  <a:gd name="T9" fmla="*/ 12 h 98"/>
                  <a:gd name="T10" fmla="*/ 6 w 84"/>
                  <a:gd name="T11" fmla="*/ 12 h 98"/>
                  <a:gd name="T12" fmla="*/ 6 w 84"/>
                  <a:gd name="T13" fmla="*/ 18 h 98"/>
                  <a:gd name="T14" fmla="*/ 4 w 84"/>
                  <a:gd name="T15" fmla="*/ 24 h 98"/>
                  <a:gd name="T16" fmla="*/ 4 w 84"/>
                  <a:gd name="T17" fmla="*/ 30 h 98"/>
                  <a:gd name="T18" fmla="*/ 0 w 84"/>
                  <a:gd name="T19" fmla="*/ 42 h 98"/>
                  <a:gd name="T20" fmla="*/ 0 w 84"/>
                  <a:gd name="T21" fmla="*/ 48 h 98"/>
                  <a:gd name="T22" fmla="*/ 0 w 84"/>
                  <a:gd name="T23" fmla="*/ 52 h 98"/>
                  <a:gd name="T24" fmla="*/ 0 w 84"/>
                  <a:gd name="T25" fmla="*/ 68 h 98"/>
                  <a:gd name="T26" fmla="*/ 8 w 84"/>
                  <a:gd name="T27" fmla="*/ 66 h 98"/>
                  <a:gd name="T28" fmla="*/ 12 w 84"/>
                  <a:gd name="T29" fmla="*/ 64 h 98"/>
                  <a:gd name="T30" fmla="*/ 14 w 84"/>
                  <a:gd name="T31" fmla="*/ 66 h 98"/>
                  <a:gd name="T32" fmla="*/ 18 w 84"/>
                  <a:gd name="T33" fmla="*/ 58 h 98"/>
                  <a:gd name="T34" fmla="*/ 20 w 84"/>
                  <a:gd name="T35" fmla="*/ 56 h 98"/>
                  <a:gd name="T36" fmla="*/ 24 w 84"/>
                  <a:gd name="T37" fmla="*/ 58 h 98"/>
                  <a:gd name="T38" fmla="*/ 30 w 84"/>
                  <a:gd name="T39" fmla="*/ 64 h 98"/>
                  <a:gd name="T40" fmla="*/ 32 w 84"/>
                  <a:gd name="T41" fmla="*/ 66 h 98"/>
                  <a:gd name="T42" fmla="*/ 38 w 84"/>
                  <a:gd name="T43" fmla="*/ 64 h 98"/>
                  <a:gd name="T44" fmla="*/ 38 w 84"/>
                  <a:gd name="T45" fmla="*/ 66 h 98"/>
                  <a:gd name="T46" fmla="*/ 46 w 84"/>
                  <a:gd name="T47" fmla="*/ 70 h 98"/>
                  <a:gd name="T48" fmla="*/ 54 w 84"/>
                  <a:gd name="T49" fmla="*/ 72 h 98"/>
                  <a:gd name="T50" fmla="*/ 62 w 84"/>
                  <a:gd name="T51" fmla="*/ 82 h 98"/>
                  <a:gd name="T52" fmla="*/ 66 w 84"/>
                  <a:gd name="T53" fmla="*/ 88 h 98"/>
                  <a:gd name="T54" fmla="*/ 68 w 84"/>
                  <a:gd name="T55" fmla="*/ 92 h 98"/>
                  <a:gd name="T56" fmla="*/ 76 w 84"/>
                  <a:gd name="T57" fmla="*/ 94 h 98"/>
                  <a:gd name="T58" fmla="*/ 84 w 84"/>
                  <a:gd name="T59" fmla="*/ 92 h 98"/>
                  <a:gd name="T60" fmla="*/ 78 w 84"/>
                  <a:gd name="T61" fmla="*/ 86 h 98"/>
                  <a:gd name="T62" fmla="*/ 76 w 84"/>
                  <a:gd name="T63" fmla="*/ 86 h 98"/>
                  <a:gd name="T64" fmla="*/ 74 w 84"/>
                  <a:gd name="T65" fmla="*/ 76 h 98"/>
                  <a:gd name="T66" fmla="*/ 70 w 84"/>
                  <a:gd name="T67" fmla="*/ 74 h 98"/>
                  <a:gd name="T68" fmla="*/ 64 w 84"/>
                  <a:gd name="T69" fmla="*/ 72 h 98"/>
                  <a:gd name="T70" fmla="*/ 60 w 84"/>
                  <a:gd name="T71" fmla="*/ 60 h 98"/>
                  <a:gd name="T72" fmla="*/ 58 w 84"/>
                  <a:gd name="T73" fmla="*/ 58 h 98"/>
                  <a:gd name="T74" fmla="*/ 52 w 84"/>
                  <a:gd name="T75" fmla="*/ 52 h 98"/>
                  <a:gd name="T76" fmla="*/ 48 w 84"/>
                  <a:gd name="T77" fmla="*/ 52 h 98"/>
                  <a:gd name="T78" fmla="*/ 46 w 84"/>
                  <a:gd name="T79" fmla="*/ 52 h 98"/>
                  <a:gd name="T80" fmla="*/ 44 w 84"/>
                  <a:gd name="T81" fmla="*/ 46 h 98"/>
                  <a:gd name="T82" fmla="*/ 42 w 84"/>
                  <a:gd name="T83" fmla="*/ 46 h 98"/>
                  <a:gd name="T84" fmla="*/ 42 w 84"/>
                  <a:gd name="T85" fmla="*/ 48 h 98"/>
                  <a:gd name="T86" fmla="*/ 38 w 84"/>
                  <a:gd name="T87" fmla="*/ 44 h 98"/>
                  <a:gd name="T88" fmla="*/ 38 w 84"/>
                  <a:gd name="T89" fmla="*/ 38 h 98"/>
                  <a:gd name="T90" fmla="*/ 34 w 84"/>
                  <a:gd name="T91" fmla="*/ 22 h 98"/>
                  <a:gd name="T92" fmla="*/ 36 w 84"/>
                  <a:gd name="T93" fmla="*/ 16 h 98"/>
                  <a:gd name="T94" fmla="*/ 32 w 84"/>
                  <a:gd name="T95" fmla="*/ 10 h 98"/>
                  <a:gd name="T96" fmla="*/ 32 w 84"/>
                  <a:gd name="T97" fmla="*/ 4 h 98"/>
                  <a:gd name="T98" fmla="*/ 28 w 84"/>
                  <a:gd name="T99" fmla="*/ 2 h 98"/>
                  <a:gd name="T100" fmla="*/ 26 w 84"/>
                  <a:gd name="T10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4" h="98">
                    <a:moveTo>
                      <a:pt x="26" y="0"/>
                    </a:moveTo>
                    <a:lnTo>
                      <a:pt x="22" y="6"/>
                    </a:lnTo>
                    <a:lnTo>
                      <a:pt x="14" y="4"/>
                    </a:lnTo>
                    <a:lnTo>
                      <a:pt x="14" y="4"/>
                    </a:lnTo>
                    <a:lnTo>
                      <a:pt x="12" y="4"/>
                    </a:lnTo>
                    <a:lnTo>
                      <a:pt x="10" y="6"/>
                    </a:lnTo>
                    <a:lnTo>
                      <a:pt x="10" y="6"/>
                    </a:lnTo>
                    <a:lnTo>
                      <a:pt x="10" y="10"/>
                    </a:lnTo>
                    <a:lnTo>
                      <a:pt x="8" y="12"/>
                    </a:lnTo>
                    <a:lnTo>
                      <a:pt x="8" y="12"/>
                    </a:lnTo>
                    <a:lnTo>
                      <a:pt x="8" y="12"/>
                    </a:lnTo>
                    <a:lnTo>
                      <a:pt x="6" y="12"/>
                    </a:lnTo>
                    <a:lnTo>
                      <a:pt x="6" y="14"/>
                    </a:lnTo>
                    <a:lnTo>
                      <a:pt x="6" y="18"/>
                    </a:lnTo>
                    <a:lnTo>
                      <a:pt x="6" y="18"/>
                    </a:lnTo>
                    <a:lnTo>
                      <a:pt x="4" y="24"/>
                    </a:lnTo>
                    <a:lnTo>
                      <a:pt x="4" y="30"/>
                    </a:lnTo>
                    <a:lnTo>
                      <a:pt x="4" y="30"/>
                    </a:lnTo>
                    <a:lnTo>
                      <a:pt x="4" y="36"/>
                    </a:lnTo>
                    <a:lnTo>
                      <a:pt x="0" y="42"/>
                    </a:lnTo>
                    <a:lnTo>
                      <a:pt x="0" y="42"/>
                    </a:lnTo>
                    <a:lnTo>
                      <a:pt x="0" y="48"/>
                    </a:lnTo>
                    <a:lnTo>
                      <a:pt x="0" y="52"/>
                    </a:lnTo>
                    <a:lnTo>
                      <a:pt x="0" y="52"/>
                    </a:lnTo>
                    <a:lnTo>
                      <a:pt x="0" y="62"/>
                    </a:lnTo>
                    <a:lnTo>
                      <a:pt x="0" y="68"/>
                    </a:lnTo>
                    <a:lnTo>
                      <a:pt x="8" y="66"/>
                    </a:lnTo>
                    <a:lnTo>
                      <a:pt x="8" y="66"/>
                    </a:lnTo>
                    <a:lnTo>
                      <a:pt x="10" y="64"/>
                    </a:lnTo>
                    <a:lnTo>
                      <a:pt x="12" y="64"/>
                    </a:lnTo>
                    <a:lnTo>
                      <a:pt x="14" y="66"/>
                    </a:lnTo>
                    <a:lnTo>
                      <a:pt x="14" y="66"/>
                    </a:lnTo>
                    <a:lnTo>
                      <a:pt x="16" y="70"/>
                    </a:lnTo>
                    <a:lnTo>
                      <a:pt x="18" y="58"/>
                    </a:lnTo>
                    <a:lnTo>
                      <a:pt x="18" y="58"/>
                    </a:lnTo>
                    <a:lnTo>
                      <a:pt x="20" y="56"/>
                    </a:lnTo>
                    <a:lnTo>
                      <a:pt x="24" y="58"/>
                    </a:lnTo>
                    <a:lnTo>
                      <a:pt x="24" y="58"/>
                    </a:lnTo>
                    <a:lnTo>
                      <a:pt x="28" y="62"/>
                    </a:lnTo>
                    <a:lnTo>
                      <a:pt x="30" y="64"/>
                    </a:lnTo>
                    <a:lnTo>
                      <a:pt x="32" y="66"/>
                    </a:lnTo>
                    <a:lnTo>
                      <a:pt x="32" y="66"/>
                    </a:lnTo>
                    <a:lnTo>
                      <a:pt x="36" y="64"/>
                    </a:lnTo>
                    <a:lnTo>
                      <a:pt x="38" y="64"/>
                    </a:lnTo>
                    <a:lnTo>
                      <a:pt x="38" y="66"/>
                    </a:lnTo>
                    <a:lnTo>
                      <a:pt x="38" y="66"/>
                    </a:lnTo>
                    <a:lnTo>
                      <a:pt x="42" y="68"/>
                    </a:lnTo>
                    <a:lnTo>
                      <a:pt x="46" y="70"/>
                    </a:lnTo>
                    <a:lnTo>
                      <a:pt x="54" y="72"/>
                    </a:lnTo>
                    <a:lnTo>
                      <a:pt x="54" y="72"/>
                    </a:lnTo>
                    <a:lnTo>
                      <a:pt x="58" y="76"/>
                    </a:lnTo>
                    <a:lnTo>
                      <a:pt x="62" y="82"/>
                    </a:lnTo>
                    <a:lnTo>
                      <a:pt x="62" y="82"/>
                    </a:lnTo>
                    <a:lnTo>
                      <a:pt x="66" y="88"/>
                    </a:lnTo>
                    <a:lnTo>
                      <a:pt x="68" y="92"/>
                    </a:lnTo>
                    <a:lnTo>
                      <a:pt x="68" y="92"/>
                    </a:lnTo>
                    <a:lnTo>
                      <a:pt x="74" y="96"/>
                    </a:lnTo>
                    <a:lnTo>
                      <a:pt x="76" y="94"/>
                    </a:lnTo>
                    <a:lnTo>
                      <a:pt x="80" y="98"/>
                    </a:lnTo>
                    <a:lnTo>
                      <a:pt x="84" y="92"/>
                    </a:lnTo>
                    <a:lnTo>
                      <a:pt x="84" y="90"/>
                    </a:lnTo>
                    <a:lnTo>
                      <a:pt x="78" y="86"/>
                    </a:lnTo>
                    <a:lnTo>
                      <a:pt x="76" y="86"/>
                    </a:lnTo>
                    <a:lnTo>
                      <a:pt x="76" y="86"/>
                    </a:lnTo>
                    <a:lnTo>
                      <a:pt x="74" y="82"/>
                    </a:lnTo>
                    <a:lnTo>
                      <a:pt x="74" y="76"/>
                    </a:lnTo>
                    <a:lnTo>
                      <a:pt x="74" y="76"/>
                    </a:lnTo>
                    <a:lnTo>
                      <a:pt x="70" y="74"/>
                    </a:lnTo>
                    <a:lnTo>
                      <a:pt x="64" y="72"/>
                    </a:lnTo>
                    <a:lnTo>
                      <a:pt x="64" y="72"/>
                    </a:lnTo>
                    <a:lnTo>
                      <a:pt x="62" y="66"/>
                    </a:lnTo>
                    <a:lnTo>
                      <a:pt x="60" y="60"/>
                    </a:lnTo>
                    <a:lnTo>
                      <a:pt x="60" y="60"/>
                    </a:lnTo>
                    <a:lnTo>
                      <a:pt x="58" y="58"/>
                    </a:lnTo>
                    <a:lnTo>
                      <a:pt x="52" y="58"/>
                    </a:lnTo>
                    <a:lnTo>
                      <a:pt x="52" y="52"/>
                    </a:lnTo>
                    <a:lnTo>
                      <a:pt x="52" y="52"/>
                    </a:lnTo>
                    <a:lnTo>
                      <a:pt x="48" y="52"/>
                    </a:lnTo>
                    <a:lnTo>
                      <a:pt x="46" y="52"/>
                    </a:lnTo>
                    <a:lnTo>
                      <a:pt x="46" y="52"/>
                    </a:lnTo>
                    <a:lnTo>
                      <a:pt x="46" y="48"/>
                    </a:lnTo>
                    <a:lnTo>
                      <a:pt x="44" y="46"/>
                    </a:lnTo>
                    <a:lnTo>
                      <a:pt x="44" y="46"/>
                    </a:lnTo>
                    <a:lnTo>
                      <a:pt x="42" y="46"/>
                    </a:lnTo>
                    <a:lnTo>
                      <a:pt x="42" y="48"/>
                    </a:lnTo>
                    <a:lnTo>
                      <a:pt x="42" y="48"/>
                    </a:lnTo>
                    <a:lnTo>
                      <a:pt x="38" y="44"/>
                    </a:lnTo>
                    <a:lnTo>
                      <a:pt x="38" y="44"/>
                    </a:lnTo>
                    <a:lnTo>
                      <a:pt x="38" y="38"/>
                    </a:lnTo>
                    <a:lnTo>
                      <a:pt x="38" y="38"/>
                    </a:lnTo>
                    <a:lnTo>
                      <a:pt x="34" y="22"/>
                    </a:lnTo>
                    <a:lnTo>
                      <a:pt x="34" y="22"/>
                    </a:lnTo>
                    <a:lnTo>
                      <a:pt x="34" y="18"/>
                    </a:lnTo>
                    <a:lnTo>
                      <a:pt x="36" y="16"/>
                    </a:lnTo>
                    <a:lnTo>
                      <a:pt x="36" y="16"/>
                    </a:lnTo>
                    <a:lnTo>
                      <a:pt x="32" y="10"/>
                    </a:lnTo>
                    <a:lnTo>
                      <a:pt x="32" y="10"/>
                    </a:lnTo>
                    <a:lnTo>
                      <a:pt x="32" y="4"/>
                    </a:lnTo>
                    <a:lnTo>
                      <a:pt x="32" y="4"/>
                    </a:lnTo>
                    <a:lnTo>
                      <a:pt x="28" y="2"/>
                    </a:lnTo>
                    <a:lnTo>
                      <a:pt x="26" y="0"/>
                    </a:lnTo>
                    <a:lnTo>
                      <a:pt x="2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0" name="Freeform 197">
                <a:extLst>
                  <a:ext uri="{FF2B5EF4-FFF2-40B4-BE49-F238E27FC236}">
                    <a16:creationId xmlns:a16="http://schemas.microsoft.com/office/drawing/2014/main" id="{2F5D9314-9B4B-1F40-B14E-6B935D0A05B1}"/>
                  </a:ext>
                </a:extLst>
              </p:cNvPr>
              <p:cNvSpPr>
                <a:spLocks/>
              </p:cNvSpPr>
              <p:nvPr/>
            </p:nvSpPr>
            <p:spPr bwMode="auto">
              <a:xfrm>
                <a:off x="6147957" y="4295532"/>
                <a:ext cx="56750" cy="40047"/>
              </a:xfrm>
              <a:custGeom>
                <a:avLst/>
                <a:gdLst>
                  <a:gd name="T0" fmla="*/ 4 w 29"/>
                  <a:gd name="T1" fmla="*/ 0 h 20"/>
                  <a:gd name="T2" fmla="*/ 4 w 29"/>
                  <a:gd name="T3" fmla="*/ 0 h 20"/>
                  <a:gd name="T4" fmla="*/ 4 w 29"/>
                  <a:gd name="T5" fmla="*/ 4 h 20"/>
                  <a:gd name="T6" fmla="*/ 2 w 29"/>
                  <a:gd name="T7" fmla="*/ 4 h 20"/>
                  <a:gd name="T8" fmla="*/ 2 w 29"/>
                  <a:gd name="T9" fmla="*/ 4 h 20"/>
                  <a:gd name="T10" fmla="*/ 2 w 29"/>
                  <a:gd name="T11" fmla="*/ 8 h 20"/>
                  <a:gd name="T12" fmla="*/ 2 w 29"/>
                  <a:gd name="T13" fmla="*/ 14 h 20"/>
                  <a:gd name="T14" fmla="*/ 2 w 29"/>
                  <a:gd name="T15" fmla="*/ 14 h 20"/>
                  <a:gd name="T16" fmla="*/ 0 w 29"/>
                  <a:gd name="T17" fmla="*/ 18 h 20"/>
                  <a:gd name="T18" fmla="*/ 27 w 29"/>
                  <a:gd name="T19" fmla="*/ 20 h 20"/>
                  <a:gd name="T20" fmla="*/ 29 w 29"/>
                  <a:gd name="T21" fmla="*/ 0 h 20"/>
                  <a:gd name="T22" fmla="*/ 4 w 29"/>
                  <a:gd name="T23"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0">
                    <a:moveTo>
                      <a:pt x="4" y="0"/>
                    </a:moveTo>
                    <a:lnTo>
                      <a:pt x="4" y="0"/>
                    </a:lnTo>
                    <a:lnTo>
                      <a:pt x="4" y="4"/>
                    </a:lnTo>
                    <a:lnTo>
                      <a:pt x="2" y="4"/>
                    </a:lnTo>
                    <a:lnTo>
                      <a:pt x="2" y="4"/>
                    </a:lnTo>
                    <a:lnTo>
                      <a:pt x="2" y="8"/>
                    </a:lnTo>
                    <a:lnTo>
                      <a:pt x="2" y="14"/>
                    </a:lnTo>
                    <a:lnTo>
                      <a:pt x="2" y="14"/>
                    </a:lnTo>
                    <a:lnTo>
                      <a:pt x="0" y="18"/>
                    </a:lnTo>
                    <a:lnTo>
                      <a:pt x="27" y="20"/>
                    </a:lnTo>
                    <a:lnTo>
                      <a:pt x="29"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1" name="Freeform 199">
                <a:extLst>
                  <a:ext uri="{FF2B5EF4-FFF2-40B4-BE49-F238E27FC236}">
                    <a16:creationId xmlns:a16="http://schemas.microsoft.com/office/drawing/2014/main" id="{427C854A-8260-CA45-8AAD-A768E99CC688}"/>
                  </a:ext>
                </a:extLst>
              </p:cNvPr>
              <p:cNvSpPr>
                <a:spLocks/>
              </p:cNvSpPr>
              <p:nvPr/>
            </p:nvSpPr>
            <p:spPr bwMode="auto">
              <a:xfrm>
                <a:off x="6549122" y="3298360"/>
                <a:ext cx="289621" cy="344404"/>
              </a:xfrm>
              <a:custGeom>
                <a:avLst/>
                <a:gdLst>
                  <a:gd name="T0" fmla="*/ 146 w 148"/>
                  <a:gd name="T1" fmla="*/ 146 h 172"/>
                  <a:gd name="T2" fmla="*/ 144 w 148"/>
                  <a:gd name="T3" fmla="*/ 136 h 172"/>
                  <a:gd name="T4" fmla="*/ 144 w 148"/>
                  <a:gd name="T5" fmla="*/ 130 h 172"/>
                  <a:gd name="T6" fmla="*/ 144 w 148"/>
                  <a:gd name="T7" fmla="*/ 126 h 172"/>
                  <a:gd name="T8" fmla="*/ 132 w 148"/>
                  <a:gd name="T9" fmla="*/ 108 h 172"/>
                  <a:gd name="T10" fmla="*/ 128 w 148"/>
                  <a:gd name="T11" fmla="*/ 102 h 172"/>
                  <a:gd name="T12" fmla="*/ 124 w 148"/>
                  <a:gd name="T13" fmla="*/ 88 h 172"/>
                  <a:gd name="T14" fmla="*/ 122 w 148"/>
                  <a:gd name="T15" fmla="*/ 80 h 172"/>
                  <a:gd name="T16" fmla="*/ 118 w 148"/>
                  <a:gd name="T17" fmla="*/ 78 h 172"/>
                  <a:gd name="T18" fmla="*/ 118 w 148"/>
                  <a:gd name="T19" fmla="*/ 68 h 172"/>
                  <a:gd name="T20" fmla="*/ 110 w 148"/>
                  <a:gd name="T21" fmla="*/ 58 h 172"/>
                  <a:gd name="T22" fmla="*/ 108 w 148"/>
                  <a:gd name="T23" fmla="*/ 46 h 172"/>
                  <a:gd name="T24" fmla="*/ 114 w 148"/>
                  <a:gd name="T25" fmla="*/ 52 h 172"/>
                  <a:gd name="T26" fmla="*/ 116 w 148"/>
                  <a:gd name="T27" fmla="*/ 62 h 172"/>
                  <a:gd name="T28" fmla="*/ 124 w 148"/>
                  <a:gd name="T29" fmla="*/ 70 h 172"/>
                  <a:gd name="T30" fmla="*/ 136 w 148"/>
                  <a:gd name="T31" fmla="*/ 58 h 172"/>
                  <a:gd name="T32" fmla="*/ 138 w 148"/>
                  <a:gd name="T33" fmla="*/ 50 h 172"/>
                  <a:gd name="T34" fmla="*/ 132 w 148"/>
                  <a:gd name="T35" fmla="*/ 14 h 172"/>
                  <a:gd name="T36" fmla="*/ 126 w 148"/>
                  <a:gd name="T37" fmla="*/ 12 h 172"/>
                  <a:gd name="T38" fmla="*/ 118 w 148"/>
                  <a:gd name="T39" fmla="*/ 14 h 172"/>
                  <a:gd name="T40" fmla="*/ 112 w 148"/>
                  <a:gd name="T41" fmla="*/ 14 h 172"/>
                  <a:gd name="T42" fmla="*/ 108 w 148"/>
                  <a:gd name="T43" fmla="*/ 12 h 172"/>
                  <a:gd name="T44" fmla="*/ 100 w 148"/>
                  <a:gd name="T45" fmla="*/ 14 h 172"/>
                  <a:gd name="T46" fmla="*/ 96 w 148"/>
                  <a:gd name="T47" fmla="*/ 14 h 172"/>
                  <a:gd name="T48" fmla="*/ 96 w 148"/>
                  <a:gd name="T49" fmla="*/ 10 h 172"/>
                  <a:gd name="T50" fmla="*/ 92 w 148"/>
                  <a:gd name="T51" fmla="*/ 10 h 172"/>
                  <a:gd name="T52" fmla="*/ 90 w 148"/>
                  <a:gd name="T53" fmla="*/ 12 h 172"/>
                  <a:gd name="T54" fmla="*/ 90 w 148"/>
                  <a:gd name="T55" fmla="*/ 16 h 172"/>
                  <a:gd name="T56" fmla="*/ 86 w 148"/>
                  <a:gd name="T57" fmla="*/ 16 h 172"/>
                  <a:gd name="T58" fmla="*/ 88 w 148"/>
                  <a:gd name="T59" fmla="*/ 12 h 172"/>
                  <a:gd name="T60" fmla="*/ 76 w 148"/>
                  <a:gd name="T61" fmla="*/ 12 h 172"/>
                  <a:gd name="T62" fmla="*/ 72 w 148"/>
                  <a:gd name="T63" fmla="*/ 18 h 172"/>
                  <a:gd name="T64" fmla="*/ 64 w 148"/>
                  <a:gd name="T65" fmla="*/ 18 h 172"/>
                  <a:gd name="T66" fmla="*/ 54 w 148"/>
                  <a:gd name="T67" fmla="*/ 14 h 172"/>
                  <a:gd name="T68" fmla="*/ 38 w 148"/>
                  <a:gd name="T69" fmla="*/ 16 h 172"/>
                  <a:gd name="T70" fmla="*/ 30 w 148"/>
                  <a:gd name="T71" fmla="*/ 12 h 172"/>
                  <a:gd name="T72" fmla="*/ 28 w 148"/>
                  <a:gd name="T73" fmla="*/ 8 h 172"/>
                  <a:gd name="T74" fmla="*/ 10 w 148"/>
                  <a:gd name="T75" fmla="*/ 8 h 172"/>
                  <a:gd name="T76" fmla="*/ 4 w 148"/>
                  <a:gd name="T77" fmla="*/ 0 h 172"/>
                  <a:gd name="T78" fmla="*/ 0 w 148"/>
                  <a:gd name="T79" fmla="*/ 6 h 172"/>
                  <a:gd name="T80" fmla="*/ 4 w 148"/>
                  <a:gd name="T81" fmla="*/ 18 h 172"/>
                  <a:gd name="T82" fmla="*/ 2 w 148"/>
                  <a:gd name="T83" fmla="*/ 24 h 172"/>
                  <a:gd name="T84" fmla="*/ 0 w 148"/>
                  <a:gd name="T85" fmla="*/ 34 h 172"/>
                  <a:gd name="T86" fmla="*/ 2 w 148"/>
                  <a:gd name="T87" fmla="*/ 42 h 172"/>
                  <a:gd name="T88" fmla="*/ 102 w 148"/>
                  <a:gd name="T89" fmla="*/ 168 h 172"/>
                  <a:gd name="T90" fmla="*/ 118 w 148"/>
                  <a:gd name="T91" fmla="*/ 168 h 172"/>
                  <a:gd name="T92" fmla="*/ 126 w 148"/>
                  <a:gd name="T93" fmla="*/ 162 h 172"/>
                  <a:gd name="T94" fmla="*/ 140 w 148"/>
                  <a:gd name="T95" fmla="*/ 15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72">
                    <a:moveTo>
                      <a:pt x="148" y="148"/>
                    </a:moveTo>
                    <a:lnTo>
                      <a:pt x="148" y="148"/>
                    </a:lnTo>
                    <a:lnTo>
                      <a:pt x="146" y="146"/>
                    </a:lnTo>
                    <a:lnTo>
                      <a:pt x="146" y="146"/>
                    </a:lnTo>
                    <a:lnTo>
                      <a:pt x="144" y="136"/>
                    </a:lnTo>
                    <a:lnTo>
                      <a:pt x="144" y="136"/>
                    </a:lnTo>
                    <a:lnTo>
                      <a:pt x="148" y="134"/>
                    </a:lnTo>
                    <a:lnTo>
                      <a:pt x="148" y="134"/>
                    </a:lnTo>
                    <a:lnTo>
                      <a:pt x="144" y="130"/>
                    </a:lnTo>
                    <a:lnTo>
                      <a:pt x="144" y="130"/>
                    </a:lnTo>
                    <a:lnTo>
                      <a:pt x="144" y="126"/>
                    </a:lnTo>
                    <a:lnTo>
                      <a:pt x="144" y="126"/>
                    </a:lnTo>
                    <a:lnTo>
                      <a:pt x="136" y="110"/>
                    </a:lnTo>
                    <a:lnTo>
                      <a:pt x="136" y="110"/>
                    </a:lnTo>
                    <a:lnTo>
                      <a:pt x="132" y="108"/>
                    </a:lnTo>
                    <a:lnTo>
                      <a:pt x="132" y="108"/>
                    </a:lnTo>
                    <a:lnTo>
                      <a:pt x="128" y="102"/>
                    </a:lnTo>
                    <a:lnTo>
                      <a:pt x="128" y="102"/>
                    </a:lnTo>
                    <a:lnTo>
                      <a:pt x="126" y="94"/>
                    </a:lnTo>
                    <a:lnTo>
                      <a:pt x="124" y="88"/>
                    </a:lnTo>
                    <a:lnTo>
                      <a:pt x="124" y="88"/>
                    </a:lnTo>
                    <a:lnTo>
                      <a:pt x="122" y="82"/>
                    </a:lnTo>
                    <a:lnTo>
                      <a:pt x="122" y="82"/>
                    </a:lnTo>
                    <a:lnTo>
                      <a:pt x="122" y="80"/>
                    </a:lnTo>
                    <a:lnTo>
                      <a:pt x="122" y="80"/>
                    </a:lnTo>
                    <a:lnTo>
                      <a:pt x="118" y="78"/>
                    </a:lnTo>
                    <a:lnTo>
                      <a:pt x="118" y="78"/>
                    </a:lnTo>
                    <a:lnTo>
                      <a:pt x="118" y="72"/>
                    </a:lnTo>
                    <a:lnTo>
                      <a:pt x="118" y="68"/>
                    </a:lnTo>
                    <a:lnTo>
                      <a:pt x="118" y="68"/>
                    </a:lnTo>
                    <a:lnTo>
                      <a:pt x="114" y="64"/>
                    </a:lnTo>
                    <a:lnTo>
                      <a:pt x="114" y="64"/>
                    </a:lnTo>
                    <a:lnTo>
                      <a:pt x="110" y="58"/>
                    </a:lnTo>
                    <a:lnTo>
                      <a:pt x="106" y="50"/>
                    </a:lnTo>
                    <a:lnTo>
                      <a:pt x="106" y="50"/>
                    </a:lnTo>
                    <a:lnTo>
                      <a:pt x="108" y="46"/>
                    </a:lnTo>
                    <a:lnTo>
                      <a:pt x="108" y="46"/>
                    </a:lnTo>
                    <a:lnTo>
                      <a:pt x="112" y="48"/>
                    </a:lnTo>
                    <a:lnTo>
                      <a:pt x="114" y="52"/>
                    </a:lnTo>
                    <a:lnTo>
                      <a:pt x="114" y="52"/>
                    </a:lnTo>
                    <a:lnTo>
                      <a:pt x="116" y="58"/>
                    </a:lnTo>
                    <a:lnTo>
                      <a:pt x="116" y="62"/>
                    </a:lnTo>
                    <a:lnTo>
                      <a:pt x="116" y="62"/>
                    </a:lnTo>
                    <a:lnTo>
                      <a:pt x="124" y="70"/>
                    </a:lnTo>
                    <a:lnTo>
                      <a:pt x="124" y="70"/>
                    </a:lnTo>
                    <a:lnTo>
                      <a:pt x="130" y="70"/>
                    </a:lnTo>
                    <a:lnTo>
                      <a:pt x="130" y="70"/>
                    </a:lnTo>
                    <a:lnTo>
                      <a:pt x="136" y="58"/>
                    </a:lnTo>
                    <a:lnTo>
                      <a:pt x="136" y="58"/>
                    </a:lnTo>
                    <a:lnTo>
                      <a:pt x="138" y="50"/>
                    </a:lnTo>
                    <a:lnTo>
                      <a:pt x="138" y="50"/>
                    </a:lnTo>
                    <a:lnTo>
                      <a:pt x="136" y="44"/>
                    </a:lnTo>
                    <a:lnTo>
                      <a:pt x="134" y="22"/>
                    </a:lnTo>
                    <a:lnTo>
                      <a:pt x="132" y="14"/>
                    </a:lnTo>
                    <a:lnTo>
                      <a:pt x="130" y="12"/>
                    </a:lnTo>
                    <a:lnTo>
                      <a:pt x="130" y="12"/>
                    </a:lnTo>
                    <a:lnTo>
                      <a:pt x="126" y="12"/>
                    </a:lnTo>
                    <a:lnTo>
                      <a:pt x="122" y="12"/>
                    </a:lnTo>
                    <a:lnTo>
                      <a:pt x="122" y="12"/>
                    </a:lnTo>
                    <a:lnTo>
                      <a:pt x="118" y="14"/>
                    </a:lnTo>
                    <a:lnTo>
                      <a:pt x="112" y="16"/>
                    </a:lnTo>
                    <a:lnTo>
                      <a:pt x="112" y="16"/>
                    </a:lnTo>
                    <a:lnTo>
                      <a:pt x="112" y="14"/>
                    </a:lnTo>
                    <a:lnTo>
                      <a:pt x="112" y="12"/>
                    </a:lnTo>
                    <a:lnTo>
                      <a:pt x="108" y="12"/>
                    </a:lnTo>
                    <a:lnTo>
                      <a:pt x="108" y="12"/>
                    </a:lnTo>
                    <a:lnTo>
                      <a:pt x="104" y="14"/>
                    </a:lnTo>
                    <a:lnTo>
                      <a:pt x="102" y="16"/>
                    </a:lnTo>
                    <a:lnTo>
                      <a:pt x="100" y="14"/>
                    </a:lnTo>
                    <a:lnTo>
                      <a:pt x="100" y="14"/>
                    </a:lnTo>
                    <a:lnTo>
                      <a:pt x="96" y="14"/>
                    </a:lnTo>
                    <a:lnTo>
                      <a:pt x="96" y="14"/>
                    </a:lnTo>
                    <a:lnTo>
                      <a:pt x="94" y="12"/>
                    </a:lnTo>
                    <a:lnTo>
                      <a:pt x="96" y="12"/>
                    </a:lnTo>
                    <a:lnTo>
                      <a:pt x="96" y="10"/>
                    </a:lnTo>
                    <a:lnTo>
                      <a:pt x="96" y="10"/>
                    </a:lnTo>
                    <a:lnTo>
                      <a:pt x="92" y="10"/>
                    </a:lnTo>
                    <a:lnTo>
                      <a:pt x="92" y="10"/>
                    </a:lnTo>
                    <a:lnTo>
                      <a:pt x="90" y="10"/>
                    </a:lnTo>
                    <a:lnTo>
                      <a:pt x="88" y="12"/>
                    </a:lnTo>
                    <a:lnTo>
                      <a:pt x="90" y="12"/>
                    </a:lnTo>
                    <a:lnTo>
                      <a:pt x="90" y="12"/>
                    </a:lnTo>
                    <a:lnTo>
                      <a:pt x="90" y="14"/>
                    </a:lnTo>
                    <a:lnTo>
                      <a:pt x="90" y="16"/>
                    </a:lnTo>
                    <a:lnTo>
                      <a:pt x="90" y="18"/>
                    </a:lnTo>
                    <a:lnTo>
                      <a:pt x="86" y="16"/>
                    </a:lnTo>
                    <a:lnTo>
                      <a:pt x="86" y="16"/>
                    </a:lnTo>
                    <a:lnTo>
                      <a:pt x="86" y="14"/>
                    </a:lnTo>
                    <a:lnTo>
                      <a:pt x="88" y="12"/>
                    </a:lnTo>
                    <a:lnTo>
                      <a:pt x="88" y="12"/>
                    </a:lnTo>
                    <a:lnTo>
                      <a:pt x="82" y="14"/>
                    </a:lnTo>
                    <a:lnTo>
                      <a:pt x="76" y="12"/>
                    </a:lnTo>
                    <a:lnTo>
                      <a:pt x="76" y="12"/>
                    </a:lnTo>
                    <a:lnTo>
                      <a:pt x="74" y="18"/>
                    </a:lnTo>
                    <a:lnTo>
                      <a:pt x="74" y="18"/>
                    </a:lnTo>
                    <a:lnTo>
                      <a:pt x="72" y="18"/>
                    </a:lnTo>
                    <a:lnTo>
                      <a:pt x="68" y="16"/>
                    </a:lnTo>
                    <a:lnTo>
                      <a:pt x="68" y="16"/>
                    </a:lnTo>
                    <a:lnTo>
                      <a:pt x="64" y="18"/>
                    </a:lnTo>
                    <a:lnTo>
                      <a:pt x="58" y="18"/>
                    </a:lnTo>
                    <a:lnTo>
                      <a:pt x="58" y="18"/>
                    </a:lnTo>
                    <a:lnTo>
                      <a:pt x="54" y="14"/>
                    </a:lnTo>
                    <a:lnTo>
                      <a:pt x="54" y="14"/>
                    </a:lnTo>
                    <a:lnTo>
                      <a:pt x="46" y="16"/>
                    </a:lnTo>
                    <a:lnTo>
                      <a:pt x="38" y="16"/>
                    </a:lnTo>
                    <a:lnTo>
                      <a:pt x="38" y="14"/>
                    </a:lnTo>
                    <a:lnTo>
                      <a:pt x="38" y="14"/>
                    </a:lnTo>
                    <a:lnTo>
                      <a:pt x="30" y="12"/>
                    </a:lnTo>
                    <a:lnTo>
                      <a:pt x="30" y="12"/>
                    </a:lnTo>
                    <a:lnTo>
                      <a:pt x="28" y="8"/>
                    </a:lnTo>
                    <a:lnTo>
                      <a:pt x="28" y="8"/>
                    </a:lnTo>
                    <a:lnTo>
                      <a:pt x="22" y="6"/>
                    </a:lnTo>
                    <a:lnTo>
                      <a:pt x="18" y="6"/>
                    </a:lnTo>
                    <a:lnTo>
                      <a:pt x="10" y="8"/>
                    </a:lnTo>
                    <a:lnTo>
                      <a:pt x="6" y="2"/>
                    </a:lnTo>
                    <a:lnTo>
                      <a:pt x="6" y="2"/>
                    </a:lnTo>
                    <a:lnTo>
                      <a:pt x="4" y="0"/>
                    </a:lnTo>
                    <a:lnTo>
                      <a:pt x="0" y="2"/>
                    </a:lnTo>
                    <a:lnTo>
                      <a:pt x="0" y="2"/>
                    </a:lnTo>
                    <a:lnTo>
                      <a:pt x="0" y="6"/>
                    </a:lnTo>
                    <a:lnTo>
                      <a:pt x="0" y="12"/>
                    </a:lnTo>
                    <a:lnTo>
                      <a:pt x="0" y="12"/>
                    </a:lnTo>
                    <a:lnTo>
                      <a:pt x="4" y="18"/>
                    </a:lnTo>
                    <a:lnTo>
                      <a:pt x="4" y="22"/>
                    </a:lnTo>
                    <a:lnTo>
                      <a:pt x="2" y="24"/>
                    </a:lnTo>
                    <a:lnTo>
                      <a:pt x="2" y="24"/>
                    </a:lnTo>
                    <a:lnTo>
                      <a:pt x="0" y="28"/>
                    </a:lnTo>
                    <a:lnTo>
                      <a:pt x="0" y="34"/>
                    </a:lnTo>
                    <a:lnTo>
                      <a:pt x="0" y="34"/>
                    </a:lnTo>
                    <a:lnTo>
                      <a:pt x="0" y="40"/>
                    </a:lnTo>
                    <a:lnTo>
                      <a:pt x="2" y="42"/>
                    </a:lnTo>
                    <a:lnTo>
                      <a:pt x="2" y="42"/>
                    </a:lnTo>
                    <a:lnTo>
                      <a:pt x="6" y="48"/>
                    </a:lnTo>
                    <a:lnTo>
                      <a:pt x="6" y="168"/>
                    </a:lnTo>
                    <a:lnTo>
                      <a:pt x="102" y="168"/>
                    </a:lnTo>
                    <a:lnTo>
                      <a:pt x="106" y="166"/>
                    </a:lnTo>
                    <a:lnTo>
                      <a:pt x="106" y="168"/>
                    </a:lnTo>
                    <a:lnTo>
                      <a:pt x="118" y="168"/>
                    </a:lnTo>
                    <a:lnTo>
                      <a:pt x="120" y="172"/>
                    </a:lnTo>
                    <a:lnTo>
                      <a:pt x="126" y="170"/>
                    </a:lnTo>
                    <a:lnTo>
                      <a:pt x="126" y="162"/>
                    </a:lnTo>
                    <a:lnTo>
                      <a:pt x="132" y="160"/>
                    </a:lnTo>
                    <a:lnTo>
                      <a:pt x="136" y="152"/>
                    </a:lnTo>
                    <a:lnTo>
                      <a:pt x="140" y="152"/>
                    </a:lnTo>
                    <a:lnTo>
                      <a:pt x="148" y="14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2" name="Freeform 202">
                <a:extLst>
                  <a:ext uri="{FF2B5EF4-FFF2-40B4-BE49-F238E27FC236}">
                    <a16:creationId xmlns:a16="http://schemas.microsoft.com/office/drawing/2014/main" id="{AF1B13F5-120A-E94C-9C87-54AC80E75B64}"/>
                  </a:ext>
                </a:extLst>
              </p:cNvPr>
              <p:cNvSpPr>
                <a:spLocks/>
              </p:cNvSpPr>
              <p:nvPr/>
            </p:nvSpPr>
            <p:spPr bwMode="auto">
              <a:xfrm>
                <a:off x="6987467" y="3955132"/>
                <a:ext cx="50880" cy="68081"/>
              </a:xfrm>
              <a:custGeom>
                <a:avLst/>
                <a:gdLst>
                  <a:gd name="T0" fmla="*/ 24 w 26"/>
                  <a:gd name="T1" fmla="*/ 26 h 34"/>
                  <a:gd name="T2" fmla="*/ 24 w 26"/>
                  <a:gd name="T3" fmla="*/ 26 h 34"/>
                  <a:gd name="T4" fmla="*/ 22 w 26"/>
                  <a:gd name="T5" fmla="*/ 22 h 34"/>
                  <a:gd name="T6" fmla="*/ 22 w 26"/>
                  <a:gd name="T7" fmla="*/ 22 h 34"/>
                  <a:gd name="T8" fmla="*/ 20 w 26"/>
                  <a:gd name="T9" fmla="*/ 22 h 34"/>
                  <a:gd name="T10" fmla="*/ 20 w 26"/>
                  <a:gd name="T11" fmla="*/ 20 h 34"/>
                  <a:gd name="T12" fmla="*/ 20 w 26"/>
                  <a:gd name="T13" fmla="*/ 20 h 34"/>
                  <a:gd name="T14" fmla="*/ 26 w 26"/>
                  <a:gd name="T15" fmla="*/ 14 h 34"/>
                  <a:gd name="T16" fmla="*/ 26 w 26"/>
                  <a:gd name="T17" fmla="*/ 8 h 34"/>
                  <a:gd name="T18" fmla="*/ 26 w 26"/>
                  <a:gd name="T19" fmla="*/ 4 h 34"/>
                  <a:gd name="T20" fmla="*/ 22 w 26"/>
                  <a:gd name="T21" fmla="*/ 0 h 34"/>
                  <a:gd name="T22" fmla="*/ 16 w 26"/>
                  <a:gd name="T23" fmla="*/ 6 h 34"/>
                  <a:gd name="T24" fmla="*/ 12 w 26"/>
                  <a:gd name="T25" fmla="*/ 2 h 34"/>
                  <a:gd name="T26" fmla="*/ 10 w 26"/>
                  <a:gd name="T27" fmla="*/ 4 h 34"/>
                  <a:gd name="T28" fmla="*/ 10 w 26"/>
                  <a:gd name="T29" fmla="*/ 4 h 34"/>
                  <a:gd name="T30" fmla="*/ 6 w 26"/>
                  <a:gd name="T31" fmla="*/ 10 h 34"/>
                  <a:gd name="T32" fmla="*/ 4 w 26"/>
                  <a:gd name="T33" fmla="*/ 14 h 34"/>
                  <a:gd name="T34" fmla="*/ 4 w 26"/>
                  <a:gd name="T35" fmla="*/ 18 h 34"/>
                  <a:gd name="T36" fmla="*/ 4 w 26"/>
                  <a:gd name="T37" fmla="*/ 18 h 34"/>
                  <a:gd name="T38" fmla="*/ 2 w 26"/>
                  <a:gd name="T39" fmla="*/ 22 h 34"/>
                  <a:gd name="T40" fmla="*/ 2 w 26"/>
                  <a:gd name="T41" fmla="*/ 24 h 34"/>
                  <a:gd name="T42" fmla="*/ 0 w 26"/>
                  <a:gd name="T43" fmla="*/ 28 h 34"/>
                  <a:gd name="T44" fmla="*/ 0 w 26"/>
                  <a:gd name="T45" fmla="*/ 30 h 34"/>
                  <a:gd name="T46" fmla="*/ 0 w 26"/>
                  <a:gd name="T47" fmla="*/ 30 h 34"/>
                  <a:gd name="T48" fmla="*/ 4 w 26"/>
                  <a:gd name="T49" fmla="*/ 34 h 34"/>
                  <a:gd name="T50" fmla="*/ 8 w 26"/>
                  <a:gd name="T51" fmla="*/ 34 h 34"/>
                  <a:gd name="T52" fmla="*/ 8 w 26"/>
                  <a:gd name="T53" fmla="*/ 34 h 34"/>
                  <a:gd name="T54" fmla="*/ 12 w 26"/>
                  <a:gd name="T55" fmla="*/ 32 h 34"/>
                  <a:gd name="T56" fmla="*/ 18 w 26"/>
                  <a:gd name="T57" fmla="*/ 34 h 34"/>
                  <a:gd name="T58" fmla="*/ 24 w 26"/>
                  <a:gd name="T59"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 h="34">
                    <a:moveTo>
                      <a:pt x="24" y="26"/>
                    </a:moveTo>
                    <a:lnTo>
                      <a:pt x="24" y="26"/>
                    </a:lnTo>
                    <a:lnTo>
                      <a:pt x="22" y="22"/>
                    </a:lnTo>
                    <a:lnTo>
                      <a:pt x="22" y="22"/>
                    </a:lnTo>
                    <a:lnTo>
                      <a:pt x="20" y="22"/>
                    </a:lnTo>
                    <a:lnTo>
                      <a:pt x="20" y="20"/>
                    </a:lnTo>
                    <a:lnTo>
                      <a:pt x="20" y="20"/>
                    </a:lnTo>
                    <a:lnTo>
                      <a:pt x="26" y="14"/>
                    </a:lnTo>
                    <a:lnTo>
                      <a:pt x="26" y="8"/>
                    </a:lnTo>
                    <a:lnTo>
                      <a:pt x="26" y="4"/>
                    </a:lnTo>
                    <a:lnTo>
                      <a:pt x="22" y="0"/>
                    </a:lnTo>
                    <a:lnTo>
                      <a:pt x="16" y="6"/>
                    </a:lnTo>
                    <a:lnTo>
                      <a:pt x="12" y="2"/>
                    </a:lnTo>
                    <a:lnTo>
                      <a:pt x="10" y="4"/>
                    </a:lnTo>
                    <a:lnTo>
                      <a:pt x="10" y="4"/>
                    </a:lnTo>
                    <a:lnTo>
                      <a:pt x="6" y="10"/>
                    </a:lnTo>
                    <a:lnTo>
                      <a:pt x="4" y="14"/>
                    </a:lnTo>
                    <a:lnTo>
                      <a:pt x="4" y="18"/>
                    </a:lnTo>
                    <a:lnTo>
                      <a:pt x="4" y="18"/>
                    </a:lnTo>
                    <a:lnTo>
                      <a:pt x="2" y="22"/>
                    </a:lnTo>
                    <a:lnTo>
                      <a:pt x="2" y="24"/>
                    </a:lnTo>
                    <a:lnTo>
                      <a:pt x="0" y="28"/>
                    </a:lnTo>
                    <a:lnTo>
                      <a:pt x="0" y="30"/>
                    </a:lnTo>
                    <a:lnTo>
                      <a:pt x="0" y="30"/>
                    </a:lnTo>
                    <a:lnTo>
                      <a:pt x="4" y="34"/>
                    </a:lnTo>
                    <a:lnTo>
                      <a:pt x="8" y="34"/>
                    </a:lnTo>
                    <a:lnTo>
                      <a:pt x="8" y="34"/>
                    </a:lnTo>
                    <a:lnTo>
                      <a:pt x="12" y="32"/>
                    </a:lnTo>
                    <a:lnTo>
                      <a:pt x="18" y="34"/>
                    </a:lnTo>
                    <a:lnTo>
                      <a:pt x="24"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3" name="Freeform 490">
                <a:extLst>
                  <a:ext uri="{FF2B5EF4-FFF2-40B4-BE49-F238E27FC236}">
                    <a16:creationId xmlns:a16="http://schemas.microsoft.com/office/drawing/2014/main" id="{3986A086-CA07-A349-BF6D-639153609178}"/>
                  </a:ext>
                </a:extLst>
              </p:cNvPr>
              <p:cNvSpPr>
                <a:spLocks/>
              </p:cNvSpPr>
              <p:nvPr/>
            </p:nvSpPr>
            <p:spPr bwMode="auto">
              <a:xfrm>
                <a:off x="6187977" y="4251479"/>
                <a:ext cx="196876" cy="280329"/>
              </a:xfrm>
              <a:custGeom>
                <a:avLst/>
                <a:gdLst>
                  <a:gd name="T0" fmla="*/ 12 w 100"/>
                  <a:gd name="T1" fmla="*/ 136 h 140"/>
                  <a:gd name="T2" fmla="*/ 20 w 100"/>
                  <a:gd name="T3" fmla="*/ 136 h 140"/>
                  <a:gd name="T4" fmla="*/ 20 w 100"/>
                  <a:gd name="T5" fmla="*/ 132 h 140"/>
                  <a:gd name="T6" fmla="*/ 26 w 100"/>
                  <a:gd name="T7" fmla="*/ 134 h 140"/>
                  <a:gd name="T8" fmla="*/ 30 w 100"/>
                  <a:gd name="T9" fmla="*/ 134 h 140"/>
                  <a:gd name="T10" fmla="*/ 34 w 100"/>
                  <a:gd name="T11" fmla="*/ 132 h 140"/>
                  <a:gd name="T12" fmla="*/ 40 w 100"/>
                  <a:gd name="T13" fmla="*/ 132 h 140"/>
                  <a:gd name="T14" fmla="*/ 40 w 100"/>
                  <a:gd name="T15" fmla="*/ 126 h 140"/>
                  <a:gd name="T16" fmla="*/ 48 w 100"/>
                  <a:gd name="T17" fmla="*/ 128 h 140"/>
                  <a:gd name="T18" fmla="*/ 52 w 100"/>
                  <a:gd name="T19" fmla="*/ 140 h 140"/>
                  <a:gd name="T20" fmla="*/ 70 w 100"/>
                  <a:gd name="T21" fmla="*/ 130 h 140"/>
                  <a:gd name="T22" fmla="*/ 74 w 100"/>
                  <a:gd name="T23" fmla="*/ 114 h 140"/>
                  <a:gd name="T24" fmla="*/ 76 w 100"/>
                  <a:gd name="T25" fmla="*/ 100 h 140"/>
                  <a:gd name="T26" fmla="*/ 80 w 100"/>
                  <a:gd name="T27" fmla="*/ 84 h 140"/>
                  <a:gd name="T28" fmla="*/ 86 w 100"/>
                  <a:gd name="T29" fmla="*/ 74 h 140"/>
                  <a:gd name="T30" fmla="*/ 92 w 100"/>
                  <a:gd name="T31" fmla="*/ 56 h 140"/>
                  <a:gd name="T32" fmla="*/ 92 w 100"/>
                  <a:gd name="T33" fmla="*/ 36 h 140"/>
                  <a:gd name="T34" fmla="*/ 94 w 100"/>
                  <a:gd name="T35" fmla="*/ 20 h 140"/>
                  <a:gd name="T36" fmla="*/ 100 w 100"/>
                  <a:gd name="T37" fmla="*/ 0 h 140"/>
                  <a:gd name="T38" fmla="*/ 90 w 100"/>
                  <a:gd name="T39" fmla="*/ 4 h 140"/>
                  <a:gd name="T40" fmla="*/ 84 w 100"/>
                  <a:gd name="T41" fmla="*/ 2 h 140"/>
                  <a:gd name="T42" fmla="*/ 80 w 100"/>
                  <a:gd name="T43" fmla="*/ 8 h 140"/>
                  <a:gd name="T44" fmla="*/ 74 w 100"/>
                  <a:gd name="T45" fmla="*/ 12 h 140"/>
                  <a:gd name="T46" fmla="*/ 70 w 100"/>
                  <a:gd name="T47" fmla="*/ 20 h 140"/>
                  <a:gd name="T48" fmla="*/ 72 w 100"/>
                  <a:gd name="T49" fmla="*/ 26 h 140"/>
                  <a:gd name="T50" fmla="*/ 58 w 100"/>
                  <a:gd name="T51" fmla="*/ 24 h 140"/>
                  <a:gd name="T52" fmla="*/ 52 w 100"/>
                  <a:gd name="T53" fmla="*/ 22 h 140"/>
                  <a:gd name="T54" fmla="*/ 42 w 100"/>
                  <a:gd name="T55" fmla="*/ 20 h 140"/>
                  <a:gd name="T56" fmla="*/ 32 w 100"/>
                  <a:gd name="T57" fmla="*/ 30 h 140"/>
                  <a:gd name="T58" fmla="*/ 32 w 100"/>
                  <a:gd name="T59" fmla="*/ 36 h 140"/>
                  <a:gd name="T60" fmla="*/ 38 w 100"/>
                  <a:gd name="T61" fmla="*/ 34 h 140"/>
                  <a:gd name="T62" fmla="*/ 50 w 100"/>
                  <a:gd name="T63" fmla="*/ 36 h 140"/>
                  <a:gd name="T64" fmla="*/ 46 w 100"/>
                  <a:gd name="T65" fmla="*/ 46 h 140"/>
                  <a:gd name="T66" fmla="*/ 38 w 100"/>
                  <a:gd name="T67" fmla="*/ 48 h 140"/>
                  <a:gd name="T68" fmla="*/ 38 w 100"/>
                  <a:gd name="T69" fmla="*/ 58 h 140"/>
                  <a:gd name="T70" fmla="*/ 36 w 100"/>
                  <a:gd name="T71" fmla="*/ 60 h 140"/>
                  <a:gd name="T72" fmla="*/ 40 w 100"/>
                  <a:gd name="T73" fmla="*/ 62 h 140"/>
                  <a:gd name="T74" fmla="*/ 42 w 100"/>
                  <a:gd name="T75" fmla="*/ 70 h 140"/>
                  <a:gd name="T76" fmla="*/ 42 w 100"/>
                  <a:gd name="T77" fmla="*/ 78 h 140"/>
                  <a:gd name="T78" fmla="*/ 44 w 100"/>
                  <a:gd name="T79" fmla="*/ 84 h 140"/>
                  <a:gd name="T80" fmla="*/ 42 w 100"/>
                  <a:gd name="T81" fmla="*/ 88 h 140"/>
                  <a:gd name="T82" fmla="*/ 46 w 100"/>
                  <a:gd name="T83" fmla="*/ 96 h 140"/>
                  <a:gd name="T84" fmla="*/ 44 w 100"/>
                  <a:gd name="T85" fmla="*/ 104 h 140"/>
                  <a:gd name="T86" fmla="*/ 38 w 100"/>
                  <a:gd name="T87" fmla="*/ 98 h 140"/>
                  <a:gd name="T88" fmla="*/ 36 w 100"/>
                  <a:gd name="T89" fmla="*/ 96 h 140"/>
                  <a:gd name="T90" fmla="*/ 26 w 100"/>
                  <a:gd name="T91" fmla="*/ 98 h 140"/>
                  <a:gd name="T92" fmla="*/ 22 w 100"/>
                  <a:gd name="T93" fmla="*/ 94 h 140"/>
                  <a:gd name="T94" fmla="*/ 22 w 100"/>
                  <a:gd name="T95" fmla="*/ 98 h 140"/>
                  <a:gd name="T96" fmla="*/ 14 w 100"/>
                  <a:gd name="T97" fmla="*/ 98 h 140"/>
                  <a:gd name="T98" fmla="*/ 12 w 100"/>
                  <a:gd name="T99" fmla="*/ 102 h 140"/>
                  <a:gd name="T100" fmla="*/ 12 w 100"/>
                  <a:gd name="T101" fmla="*/ 106 h 140"/>
                  <a:gd name="T102" fmla="*/ 14 w 100"/>
                  <a:gd name="T103" fmla="*/ 116 h 140"/>
                  <a:gd name="T104" fmla="*/ 14 w 100"/>
                  <a:gd name="T105" fmla="*/ 122 h 140"/>
                  <a:gd name="T106" fmla="*/ 8 w 100"/>
                  <a:gd name="T107" fmla="*/ 120 h 140"/>
                  <a:gd name="T108" fmla="*/ 2 w 100"/>
                  <a:gd name="T109" fmla="*/ 120 h 140"/>
                  <a:gd name="T110" fmla="*/ 0 w 100"/>
                  <a:gd name="T111" fmla="*/ 128 h 140"/>
                  <a:gd name="T112" fmla="*/ 6 w 100"/>
                  <a:gd name="T113" fmla="*/ 134 h 140"/>
                  <a:gd name="T114" fmla="*/ 8 w 100"/>
                  <a:gd name="T115" fmla="*/ 13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0" h="140">
                    <a:moveTo>
                      <a:pt x="12" y="138"/>
                    </a:moveTo>
                    <a:lnTo>
                      <a:pt x="12" y="138"/>
                    </a:lnTo>
                    <a:lnTo>
                      <a:pt x="12" y="136"/>
                    </a:lnTo>
                    <a:lnTo>
                      <a:pt x="16" y="136"/>
                    </a:lnTo>
                    <a:lnTo>
                      <a:pt x="16" y="136"/>
                    </a:lnTo>
                    <a:lnTo>
                      <a:pt x="20" y="136"/>
                    </a:lnTo>
                    <a:lnTo>
                      <a:pt x="18" y="134"/>
                    </a:lnTo>
                    <a:lnTo>
                      <a:pt x="20" y="132"/>
                    </a:lnTo>
                    <a:lnTo>
                      <a:pt x="20" y="132"/>
                    </a:lnTo>
                    <a:lnTo>
                      <a:pt x="22" y="132"/>
                    </a:lnTo>
                    <a:lnTo>
                      <a:pt x="24" y="132"/>
                    </a:lnTo>
                    <a:lnTo>
                      <a:pt x="26" y="134"/>
                    </a:lnTo>
                    <a:lnTo>
                      <a:pt x="26" y="134"/>
                    </a:lnTo>
                    <a:lnTo>
                      <a:pt x="28" y="134"/>
                    </a:lnTo>
                    <a:lnTo>
                      <a:pt x="30" y="134"/>
                    </a:lnTo>
                    <a:lnTo>
                      <a:pt x="30" y="134"/>
                    </a:lnTo>
                    <a:lnTo>
                      <a:pt x="32" y="132"/>
                    </a:lnTo>
                    <a:lnTo>
                      <a:pt x="34" y="132"/>
                    </a:lnTo>
                    <a:lnTo>
                      <a:pt x="38" y="134"/>
                    </a:lnTo>
                    <a:lnTo>
                      <a:pt x="38" y="134"/>
                    </a:lnTo>
                    <a:lnTo>
                      <a:pt x="40" y="132"/>
                    </a:lnTo>
                    <a:lnTo>
                      <a:pt x="40" y="130"/>
                    </a:lnTo>
                    <a:lnTo>
                      <a:pt x="40" y="126"/>
                    </a:lnTo>
                    <a:lnTo>
                      <a:pt x="40" y="126"/>
                    </a:lnTo>
                    <a:lnTo>
                      <a:pt x="44" y="128"/>
                    </a:lnTo>
                    <a:lnTo>
                      <a:pt x="44" y="128"/>
                    </a:lnTo>
                    <a:lnTo>
                      <a:pt x="48" y="128"/>
                    </a:lnTo>
                    <a:lnTo>
                      <a:pt x="50" y="126"/>
                    </a:lnTo>
                    <a:lnTo>
                      <a:pt x="50" y="136"/>
                    </a:lnTo>
                    <a:lnTo>
                      <a:pt x="52" y="140"/>
                    </a:lnTo>
                    <a:lnTo>
                      <a:pt x="56" y="138"/>
                    </a:lnTo>
                    <a:lnTo>
                      <a:pt x="64" y="136"/>
                    </a:lnTo>
                    <a:lnTo>
                      <a:pt x="70" y="130"/>
                    </a:lnTo>
                    <a:lnTo>
                      <a:pt x="70" y="126"/>
                    </a:lnTo>
                    <a:lnTo>
                      <a:pt x="74" y="120"/>
                    </a:lnTo>
                    <a:lnTo>
                      <a:pt x="74" y="114"/>
                    </a:lnTo>
                    <a:lnTo>
                      <a:pt x="76" y="110"/>
                    </a:lnTo>
                    <a:lnTo>
                      <a:pt x="76" y="106"/>
                    </a:lnTo>
                    <a:lnTo>
                      <a:pt x="76" y="100"/>
                    </a:lnTo>
                    <a:lnTo>
                      <a:pt x="78" y="96"/>
                    </a:lnTo>
                    <a:lnTo>
                      <a:pt x="80" y="90"/>
                    </a:lnTo>
                    <a:lnTo>
                      <a:pt x="80" y="84"/>
                    </a:lnTo>
                    <a:lnTo>
                      <a:pt x="84" y="80"/>
                    </a:lnTo>
                    <a:lnTo>
                      <a:pt x="84" y="82"/>
                    </a:lnTo>
                    <a:lnTo>
                      <a:pt x="86" y="74"/>
                    </a:lnTo>
                    <a:lnTo>
                      <a:pt x="86" y="68"/>
                    </a:lnTo>
                    <a:lnTo>
                      <a:pt x="90" y="62"/>
                    </a:lnTo>
                    <a:lnTo>
                      <a:pt x="92" y="56"/>
                    </a:lnTo>
                    <a:lnTo>
                      <a:pt x="92" y="48"/>
                    </a:lnTo>
                    <a:lnTo>
                      <a:pt x="92" y="42"/>
                    </a:lnTo>
                    <a:lnTo>
                      <a:pt x="92" y="36"/>
                    </a:lnTo>
                    <a:lnTo>
                      <a:pt x="92" y="30"/>
                    </a:lnTo>
                    <a:lnTo>
                      <a:pt x="94" y="24"/>
                    </a:lnTo>
                    <a:lnTo>
                      <a:pt x="94" y="20"/>
                    </a:lnTo>
                    <a:lnTo>
                      <a:pt x="98" y="16"/>
                    </a:lnTo>
                    <a:lnTo>
                      <a:pt x="100" y="10"/>
                    </a:lnTo>
                    <a:lnTo>
                      <a:pt x="100" y="0"/>
                    </a:lnTo>
                    <a:lnTo>
                      <a:pt x="100" y="0"/>
                    </a:lnTo>
                    <a:lnTo>
                      <a:pt x="90" y="4"/>
                    </a:lnTo>
                    <a:lnTo>
                      <a:pt x="90" y="4"/>
                    </a:lnTo>
                    <a:lnTo>
                      <a:pt x="88" y="4"/>
                    </a:lnTo>
                    <a:lnTo>
                      <a:pt x="84" y="2"/>
                    </a:lnTo>
                    <a:lnTo>
                      <a:pt x="84" y="2"/>
                    </a:lnTo>
                    <a:lnTo>
                      <a:pt x="80" y="4"/>
                    </a:lnTo>
                    <a:lnTo>
                      <a:pt x="80" y="8"/>
                    </a:lnTo>
                    <a:lnTo>
                      <a:pt x="80" y="8"/>
                    </a:lnTo>
                    <a:lnTo>
                      <a:pt x="78" y="10"/>
                    </a:lnTo>
                    <a:lnTo>
                      <a:pt x="76" y="12"/>
                    </a:lnTo>
                    <a:lnTo>
                      <a:pt x="74" y="12"/>
                    </a:lnTo>
                    <a:lnTo>
                      <a:pt x="74" y="12"/>
                    </a:lnTo>
                    <a:lnTo>
                      <a:pt x="72" y="14"/>
                    </a:lnTo>
                    <a:lnTo>
                      <a:pt x="70" y="20"/>
                    </a:lnTo>
                    <a:lnTo>
                      <a:pt x="70" y="20"/>
                    </a:lnTo>
                    <a:lnTo>
                      <a:pt x="72" y="26"/>
                    </a:lnTo>
                    <a:lnTo>
                      <a:pt x="72" y="26"/>
                    </a:lnTo>
                    <a:lnTo>
                      <a:pt x="66" y="24"/>
                    </a:lnTo>
                    <a:lnTo>
                      <a:pt x="66" y="24"/>
                    </a:lnTo>
                    <a:lnTo>
                      <a:pt x="58" y="24"/>
                    </a:lnTo>
                    <a:lnTo>
                      <a:pt x="58" y="24"/>
                    </a:lnTo>
                    <a:lnTo>
                      <a:pt x="54" y="24"/>
                    </a:lnTo>
                    <a:lnTo>
                      <a:pt x="52" y="22"/>
                    </a:lnTo>
                    <a:lnTo>
                      <a:pt x="52" y="22"/>
                    </a:lnTo>
                    <a:lnTo>
                      <a:pt x="48" y="20"/>
                    </a:lnTo>
                    <a:lnTo>
                      <a:pt x="42" y="20"/>
                    </a:lnTo>
                    <a:lnTo>
                      <a:pt x="32" y="20"/>
                    </a:lnTo>
                    <a:lnTo>
                      <a:pt x="32" y="20"/>
                    </a:lnTo>
                    <a:lnTo>
                      <a:pt x="32" y="30"/>
                    </a:lnTo>
                    <a:lnTo>
                      <a:pt x="32" y="30"/>
                    </a:lnTo>
                    <a:lnTo>
                      <a:pt x="32" y="34"/>
                    </a:lnTo>
                    <a:lnTo>
                      <a:pt x="32" y="36"/>
                    </a:lnTo>
                    <a:lnTo>
                      <a:pt x="34" y="36"/>
                    </a:lnTo>
                    <a:lnTo>
                      <a:pt x="34" y="36"/>
                    </a:lnTo>
                    <a:lnTo>
                      <a:pt x="38" y="34"/>
                    </a:lnTo>
                    <a:lnTo>
                      <a:pt x="42" y="34"/>
                    </a:lnTo>
                    <a:lnTo>
                      <a:pt x="42" y="34"/>
                    </a:lnTo>
                    <a:lnTo>
                      <a:pt x="50" y="36"/>
                    </a:lnTo>
                    <a:lnTo>
                      <a:pt x="48" y="46"/>
                    </a:lnTo>
                    <a:lnTo>
                      <a:pt x="48" y="46"/>
                    </a:lnTo>
                    <a:lnTo>
                      <a:pt x="46" y="46"/>
                    </a:lnTo>
                    <a:lnTo>
                      <a:pt x="42" y="46"/>
                    </a:lnTo>
                    <a:lnTo>
                      <a:pt x="42" y="46"/>
                    </a:lnTo>
                    <a:lnTo>
                      <a:pt x="38" y="48"/>
                    </a:lnTo>
                    <a:lnTo>
                      <a:pt x="36" y="52"/>
                    </a:lnTo>
                    <a:lnTo>
                      <a:pt x="36" y="52"/>
                    </a:lnTo>
                    <a:lnTo>
                      <a:pt x="38" y="58"/>
                    </a:lnTo>
                    <a:lnTo>
                      <a:pt x="38" y="58"/>
                    </a:lnTo>
                    <a:lnTo>
                      <a:pt x="36" y="58"/>
                    </a:lnTo>
                    <a:lnTo>
                      <a:pt x="36" y="60"/>
                    </a:lnTo>
                    <a:lnTo>
                      <a:pt x="36" y="60"/>
                    </a:lnTo>
                    <a:lnTo>
                      <a:pt x="36" y="60"/>
                    </a:lnTo>
                    <a:lnTo>
                      <a:pt x="40" y="62"/>
                    </a:lnTo>
                    <a:lnTo>
                      <a:pt x="42" y="66"/>
                    </a:lnTo>
                    <a:lnTo>
                      <a:pt x="42" y="66"/>
                    </a:lnTo>
                    <a:lnTo>
                      <a:pt x="42" y="70"/>
                    </a:lnTo>
                    <a:lnTo>
                      <a:pt x="42" y="74"/>
                    </a:lnTo>
                    <a:lnTo>
                      <a:pt x="42" y="74"/>
                    </a:lnTo>
                    <a:lnTo>
                      <a:pt x="42" y="78"/>
                    </a:lnTo>
                    <a:lnTo>
                      <a:pt x="44" y="80"/>
                    </a:lnTo>
                    <a:lnTo>
                      <a:pt x="44" y="80"/>
                    </a:lnTo>
                    <a:lnTo>
                      <a:pt x="44" y="84"/>
                    </a:lnTo>
                    <a:lnTo>
                      <a:pt x="42" y="86"/>
                    </a:lnTo>
                    <a:lnTo>
                      <a:pt x="42" y="86"/>
                    </a:lnTo>
                    <a:lnTo>
                      <a:pt x="42" y="88"/>
                    </a:lnTo>
                    <a:lnTo>
                      <a:pt x="42" y="88"/>
                    </a:lnTo>
                    <a:lnTo>
                      <a:pt x="46" y="90"/>
                    </a:lnTo>
                    <a:lnTo>
                      <a:pt x="46" y="96"/>
                    </a:lnTo>
                    <a:lnTo>
                      <a:pt x="46" y="96"/>
                    </a:lnTo>
                    <a:lnTo>
                      <a:pt x="44" y="102"/>
                    </a:lnTo>
                    <a:lnTo>
                      <a:pt x="44" y="104"/>
                    </a:lnTo>
                    <a:lnTo>
                      <a:pt x="42" y="102"/>
                    </a:lnTo>
                    <a:lnTo>
                      <a:pt x="42" y="102"/>
                    </a:lnTo>
                    <a:lnTo>
                      <a:pt x="38" y="98"/>
                    </a:lnTo>
                    <a:lnTo>
                      <a:pt x="38" y="96"/>
                    </a:lnTo>
                    <a:lnTo>
                      <a:pt x="36" y="96"/>
                    </a:lnTo>
                    <a:lnTo>
                      <a:pt x="36" y="96"/>
                    </a:lnTo>
                    <a:lnTo>
                      <a:pt x="30" y="96"/>
                    </a:lnTo>
                    <a:lnTo>
                      <a:pt x="26" y="98"/>
                    </a:lnTo>
                    <a:lnTo>
                      <a:pt x="26" y="98"/>
                    </a:lnTo>
                    <a:lnTo>
                      <a:pt x="26" y="96"/>
                    </a:lnTo>
                    <a:lnTo>
                      <a:pt x="22" y="94"/>
                    </a:lnTo>
                    <a:lnTo>
                      <a:pt x="22" y="94"/>
                    </a:lnTo>
                    <a:lnTo>
                      <a:pt x="20" y="94"/>
                    </a:lnTo>
                    <a:lnTo>
                      <a:pt x="20" y="94"/>
                    </a:lnTo>
                    <a:lnTo>
                      <a:pt x="22" y="98"/>
                    </a:lnTo>
                    <a:lnTo>
                      <a:pt x="20" y="98"/>
                    </a:lnTo>
                    <a:lnTo>
                      <a:pt x="20" y="98"/>
                    </a:lnTo>
                    <a:lnTo>
                      <a:pt x="14" y="98"/>
                    </a:lnTo>
                    <a:lnTo>
                      <a:pt x="12" y="98"/>
                    </a:lnTo>
                    <a:lnTo>
                      <a:pt x="12" y="102"/>
                    </a:lnTo>
                    <a:lnTo>
                      <a:pt x="12" y="102"/>
                    </a:lnTo>
                    <a:lnTo>
                      <a:pt x="14" y="104"/>
                    </a:lnTo>
                    <a:lnTo>
                      <a:pt x="12" y="106"/>
                    </a:lnTo>
                    <a:lnTo>
                      <a:pt x="12" y="106"/>
                    </a:lnTo>
                    <a:lnTo>
                      <a:pt x="12" y="108"/>
                    </a:lnTo>
                    <a:lnTo>
                      <a:pt x="12" y="110"/>
                    </a:lnTo>
                    <a:lnTo>
                      <a:pt x="14" y="116"/>
                    </a:lnTo>
                    <a:lnTo>
                      <a:pt x="14" y="116"/>
                    </a:lnTo>
                    <a:lnTo>
                      <a:pt x="16" y="120"/>
                    </a:lnTo>
                    <a:lnTo>
                      <a:pt x="14" y="122"/>
                    </a:lnTo>
                    <a:lnTo>
                      <a:pt x="12" y="122"/>
                    </a:lnTo>
                    <a:lnTo>
                      <a:pt x="12" y="122"/>
                    </a:lnTo>
                    <a:lnTo>
                      <a:pt x="8" y="120"/>
                    </a:lnTo>
                    <a:lnTo>
                      <a:pt x="4" y="118"/>
                    </a:lnTo>
                    <a:lnTo>
                      <a:pt x="4" y="118"/>
                    </a:lnTo>
                    <a:lnTo>
                      <a:pt x="2" y="120"/>
                    </a:lnTo>
                    <a:lnTo>
                      <a:pt x="0" y="124"/>
                    </a:lnTo>
                    <a:lnTo>
                      <a:pt x="0" y="128"/>
                    </a:lnTo>
                    <a:lnTo>
                      <a:pt x="0" y="128"/>
                    </a:lnTo>
                    <a:lnTo>
                      <a:pt x="2" y="130"/>
                    </a:lnTo>
                    <a:lnTo>
                      <a:pt x="6" y="132"/>
                    </a:lnTo>
                    <a:lnTo>
                      <a:pt x="6" y="134"/>
                    </a:lnTo>
                    <a:lnTo>
                      <a:pt x="8" y="134"/>
                    </a:lnTo>
                    <a:lnTo>
                      <a:pt x="8" y="134"/>
                    </a:lnTo>
                    <a:lnTo>
                      <a:pt x="8" y="138"/>
                    </a:lnTo>
                    <a:lnTo>
                      <a:pt x="12" y="13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4" name="Freeform 216">
                <a:extLst>
                  <a:ext uri="{FF2B5EF4-FFF2-40B4-BE49-F238E27FC236}">
                    <a16:creationId xmlns:a16="http://schemas.microsoft.com/office/drawing/2014/main" id="{D536A1B1-3DEF-7544-B9CD-FA8CB70A24C5}"/>
                  </a:ext>
                </a:extLst>
              </p:cNvPr>
              <p:cNvSpPr>
                <a:spLocks noEditPoints="1"/>
              </p:cNvSpPr>
              <p:nvPr/>
            </p:nvSpPr>
            <p:spPr bwMode="auto">
              <a:xfrm>
                <a:off x="6258419" y="3582693"/>
                <a:ext cx="278155" cy="548645"/>
              </a:xfrm>
              <a:custGeom>
                <a:avLst/>
                <a:gdLst>
                  <a:gd name="T0" fmla="*/ 18 w 142"/>
                  <a:gd name="T1" fmla="*/ 182 h 274"/>
                  <a:gd name="T2" fmla="*/ 18 w 142"/>
                  <a:gd name="T3" fmla="*/ 188 h 274"/>
                  <a:gd name="T4" fmla="*/ 22 w 142"/>
                  <a:gd name="T5" fmla="*/ 194 h 274"/>
                  <a:gd name="T6" fmla="*/ 22 w 142"/>
                  <a:gd name="T7" fmla="*/ 202 h 274"/>
                  <a:gd name="T8" fmla="*/ 18 w 142"/>
                  <a:gd name="T9" fmla="*/ 208 h 274"/>
                  <a:gd name="T10" fmla="*/ 22 w 142"/>
                  <a:gd name="T11" fmla="*/ 218 h 274"/>
                  <a:gd name="T12" fmla="*/ 24 w 142"/>
                  <a:gd name="T13" fmla="*/ 226 h 274"/>
                  <a:gd name="T14" fmla="*/ 24 w 142"/>
                  <a:gd name="T15" fmla="*/ 232 h 274"/>
                  <a:gd name="T16" fmla="*/ 12 w 142"/>
                  <a:gd name="T17" fmla="*/ 232 h 274"/>
                  <a:gd name="T18" fmla="*/ 6 w 142"/>
                  <a:gd name="T19" fmla="*/ 238 h 274"/>
                  <a:gd name="T20" fmla="*/ 6 w 142"/>
                  <a:gd name="T21" fmla="*/ 242 h 274"/>
                  <a:gd name="T22" fmla="*/ 18 w 142"/>
                  <a:gd name="T23" fmla="*/ 260 h 274"/>
                  <a:gd name="T24" fmla="*/ 22 w 142"/>
                  <a:gd name="T25" fmla="*/ 274 h 274"/>
                  <a:gd name="T26" fmla="*/ 32 w 142"/>
                  <a:gd name="T27" fmla="*/ 268 h 274"/>
                  <a:gd name="T28" fmla="*/ 38 w 142"/>
                  <a:gd name="T29" fmla="*/ 270 h 274"/>
                  <a:gd name="T30" fmla="*/ 60 w 142"/>
                  <a:gd name="T31" fmla="*/ 266 h 274"/>
                  <a:gd name="T32" fmla="*/ 70 w 142"/>
                  <a:gd name="T33" fmla="*/ 256 h 274"/>
                  <a:gd name="T34" fmla="*/ 74 w 142"/>
                  <a:gd name="T35" fmla="*/ 254 h 274"/>
                  <a:gd name="T36" fmla="*/ 72 w 142"/>
                  <a:gd name="T37" fmla="*/ 246 h 274"/>
                  <a:gd name="T38" fmla="*/ 78 w 142"/>
                  <a:gd name="T39" fmla="*/ 242 h 274"/>
                  <a:gd name="T40" fmla="*/ 86 w 142"/>
                  <a:gd name="T41" fmla="*/ 240 h 274"/>
                  <a:gd name="T42" fmla="*/ 94 w 142"/>
                  <a:gd name="T43" fmla="*/ 236 h 274"/>
                  <a:gd name="T44" fmla="*/ 100 w 142"/>
                  <a:gd name="T45" fmla="*/ 230 h 274"/>
                  <a:gd name="T46" fmla="*/ 108 w 142"/>
                  <a:gd name="T47" fmla="*/ 226 h 274"/>
                  <a:gd name="T48" fmla="*/ 112 w 142"/>
                  <a:gd name="T49" fmla="*/ 220 h 274"/>
                  <a:gd name="T50" fmla="*/ 118 w 142"/>
                  <a:gd name="T51" fmla="*/ 216 h 274"/>
                  <a:gd name="T52" fmla="*/ 118 w 142"/>
                  <a:gd name="T53" fmla="*/ 210 h 274"/>
                  <a:gd name="T54" fmla="*/ 116 w 142"/>
                  <a:gd name="T55" fmla="*/ 204 h 274"/>
                  <a:gd name="T56" fmla="*/ 116 w 142"/>
                  <a:gd name="T57" fmla="*/ 198 h 274"/>
                  <a:gd name="T58" fmla="*/ 114 w 142"/>
                  <a:gd name="T59" fmla="*/ 192 h 274"/>
                  <a:gd name="T60" fmla="*/ 118 w 142"/>
                  <a:gd name="T61" fmla="*/ 186 h 274"/>
                  <a:gd name="T62" fmla="*/ 112 w 142"/>
                  <a:gd name="T63" fmla="*/ 182 h 274"/>
                  <a:gd name="T64" fmla="*/ 106 w 142"/>
                  <a:gd name="T65" fmla="*/ 184 h 274"/>
                  <a:gd name="T66" fmla="*/ 106 w 142"/>
                  <a:gd name="T67" fmla="*/ 178 h 274"/>
                  <a:gd name="T68" fmla="*/ 110 w 142"/>
                  <a:gd name="T69" fmla="*/ 174 h 274"/>
                  <a:gd name="T70" fmla="*/ 112 w 142"/>
                  <a:gd name="T71" fmla="*/ 168 h 274"/>
                  <a:gd name="T72" fmla="*/ 116 w 142"/>
                  <a:gd name="T73" fmla="*/ 160 h 274"/>
                  <a:gd name="T74" fmla="*/ 118 w 142"/>
                  <a:gd name="T75" fmla="*/ 152 h 274"/>
                  <a:gd name="T76" fmla="*/ 122 w 142"/>
                  <a:gd name="T77" fmla="*/ 146 h 274"/>
                  <a:gd name="T78" fmla="*/ 122 w 142"/>
                  <a:gd name="T79" fmla="*/ 140 h 274"/>
                  <a:gd name="T80" fmla="*/ 126 w 142"/>
                  <a:gd name="T81" fmla="*/ 134 h 274"/>
                  <a:gd name="T82" fmla="*/ 132 w 142"/>
                  <a:gd name="T83" fmla="*/ 132 h 274"/>
                  <a:gd name="T84" fmla="*/ 142 w 142"/>
                  <a:gd name="T85" fmla="*/ 132 h 274"/>
                  <a:gd name="T86" fmla="*/ 12 w 142"/>
                  <a:gd name="T87" fmla="*/ 10 h 274"/>
                  <a:gd name="T88" fmla="*/ 24 w 142"/>
                  <a:gd name="T89" fmla="*/ 50 h 274"/>
                  <a:gd name="T90" fmla="*/ 26 w 142"/>
                  <a:gd name="T91" fmla="*/ 58 h 274"/>
                  <a:gd name="T92" fmla="*/ 22 w 142"/>
                  <a:gd name="T93" fmla="*/ 72 h 274"/>
                  <a:gd name="T94" fmla="*/ 0 w 142"/>
                  <a:gd name="T95" fmla="*/ 146 h 274"/>
                  <a:gd name="T96" fmla="*/ 2 w 142"/>
                  <a:gd name="T97" fmla="*/ 160 h 274"/>
                  <a:gd name="T98" fmla="*/ 6 w 142"/>
                  <a:gd name="T99" fmla="*/ 160 h 274"/>
                  <a:gd name="T100" fmla="*/ 14 w 142"/>
                  <a:gd name="T101" fmla="*/ 168 h 274"/>
                  <a:gd name="T102" fmla="*/ 24 w 142"/>
                  <a:gd name="T103" fmla="*/ 168 h 274"/>
                  <a:gd name="T104" fmla="*/ 24 w 142"/>
                  <a:gd name="T105" fmla="*/ 174 h 274"/>
                  <a:gd name="T106" fmla="*/ 20 w 142"/>
                  <a:gd name="T107" fmla="*/ 172 h 274"/>
                  <a:gd name="T108" fmla="*/ 10 w 142"/>
                  <a:gd name="T109" fmla="*/ 174 h 274"/>
                  <a:gd name="T110" fmla="*/ 2 w 142"/>
                  <a:gd name="T111" fmla="*/ 16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2" h="274">
                    <a:moveTo>
                      <a:pt x="8" y="174"/>
                    </a:moveTo>
                    <a:lnTo>
                      <a:pt x="8" y="174"/>
                    </a:lnTo>
                    <a:lnTo>
                      <a:pt x="18" y="182"/>
                    </a:lnTo>
                    <a:lnTo>
                      <a:pt x="18" y="182"/>
                    </a:lnTo>
                    <a:lnTo>
                      <a:pt x="18" y="186"/>
                    </a:lnTo>
                    <a:lnTo>
                      <a:pt x="18" y="188"/>
                    </a:lnTo>
                    <a:lnTo>
                      <a:pt x="18" y="190"/>
                    </a:lnTo>
                    <a:lnTo>
                      <a:pt x="18" y="190"/>
                    </a:lnTo>
                    <a:lnTo>
                      <a:pt x="22" y="194"/>
                    </a:lnTo>
                    <a:lnTo>
                      <a:pt x="22" y="198"/>
                    </a:lnTo>
                    <a:lnTo>
                      <a:pt x="22" y="198"/>
                    </a:lnTo>
                    <a:lnTo>
                      <a:pt x="22" y="202"/>
                    </a:lnTo>
                    <a:lnTo>
                      <a:pt x="22" y="202"/>
                    </a:lnTo>
                    <a:lnTo>
                      <a:pt x="20" y="204"/>
                    </a:lnTo>
                    <a:lnTo>
                      <a:pt x="18" y="208"/>
                    </a:lnTo>
                    <a:lnTo>
                      <a:pt x="18" y="208"/>
                    </a:lnTo>
                    <a:lnTo>
                      <a:pt x="20" y="214"/>
                    </a:lnTo>
                    <a:lnTo>
                      <a:pt x="22" y="218"/>
                    </a:lnTo>
                    <a:lnTo>
                      <a:pt x="22" y="218"/>
                    </a:lnTo>
                    <a:lnTo>
                      <a:pt x="22" y="222"/>
                    </a:lnTo>
                    <a:lnTo>
                      <a:pt x="24" y="226"/>
                    </a:lnTo>
                    <a:lnTo>
                      <a:pt x="24" y="226"/>
                    </a:lnTo>
                    <a:lnTo>
                      <a:pt x="24" y="230"/>
                    </a:lnTo>
                    <a:lnTo>
                      <a:pt x="24" y="232"/>
                    </a:lnTo>
                    <a:lnTo>
                      <a:pt x="24" y="232"/>
                    </a:lnTo>
                    <a:lnTo>
                      <a:pt x="18" y="232"/>
                    </a:lnTo>
                    <a:lnTo>
                      <a:pt x="12" y="232"/>
                    </a:lnTo>
                    <a:lnTo>
                      <a:pt x="8" y="234"/>
                    </a:lnTo>
                    <a:lnTo>
                      <a:pt x="8" y="234"/>
                    </a:lnTo>
                    <a:lnTo>
                      <a:pt x="6" y="238"/>
                    </a:lnTo>
                    <a:lnTo>
                      <a:pt x="6" y="240"/>
                    </a:lnTo>
                    <a:lnTo>
                      <a:pt x="6" y="242"/>
                    </a:lnTo>
                    <a:lnTo>
                      <a:pt x="6" y="242"/>
                    </a:lnTo>
                    <a:lnTo>
                      <a:pt x="16" y="254"/>
                    </a:lnTo>
                    <a:lnTo>
                      <a:pt x="16" y="254"/>
                    </a:lnTo>
                    <a:lnTo>
                      <a:pt x="18" y="260"/>
                    </a:lnTo>
                    <a:lnTo>
                      <a:pt x="20" y="266"/>
                    </a:lnTo>
                    <a:lnTo>
                      <a:pt x="16" y="274"/>
                    </a:lnTo>
                    <a:lnTo>
                      <a:pt x="22" y="274"/>
                    </a:lnTo>
                    <a:lnTo>
                      <a:pt x="28" y="274"/>
                    </a:lnTo>
                    <a:lnTo>
                      <a:pt x="32" y="268"/>
                    </a:lnTo>
                    <a:lnTo>
                      <a:pt x="32" y="268"/>
                    </a:lnTo>
                    <a:lnTo>
                      <a:pt x="34" y="270"/>
                    </a:lnTo>
                    <a:lnTo>
                      <a:pt x="38" y="270"/>
                    </a:lnTo>
                    <a:lnTo>
                      <a:pt x="38" y="270"/>
                    </a:lnTo>
                    <a:lnTo>
                      <a:pt x="54" y="268"/>
                    </a:lnTo>
                    <a:lnTo>
                      <a:pt x="54" y="268"/>
                    </a:lnTo>
                    <a:lnTo>
                      <a:pt x="60" y="266"/>
                    </a:lnTo>
                    <a:lnTo>
                      <a:pt x="64" y="260"/>
                    </a:lnTo>
                    <a:lnTo>
                      <a:pt x="64" y="260"/>
                    </a:lnTo>
                    <a:lnTo>
                      <a:pt x="70" y="256"/>
                    </a:lnTo>
                    <a:lnTo>
                      <a:pt x="74" y="254"/>
                    </a:lnTo>
                    <a:lnTo>
                      <a:pt x="74" y="254"/>
                    </a:lnTo>
                    <a:lnTo>
                      <a:pt x="74" y="254"/>
                    </a:lnTo>
                    <a:lnTo>
                      <a:pt x="72" y="252"/>
                    </a:lnTo>
                    <a:lnTo>
                      <a:pt x="70" y="250"/>
                    </a:lnTo>
                    <a:lnTo>
                      <a:pt x="72" y="246"/>
                    </a:lnTo>
                    <a:lnTo>
                      <a:pt x="72" y="246"/>
                    </a:lnTo>
                    <a:lnTo>
                      <a:pt x="74" y="244"/>
                    </a:lnTo>
                    <a:lnTo>
                      <a:pt x="78" y="242"/>
                    </a:lnTo>
                    <a:lnTo>
                      <a:pt x="84" y="242"/>
                    </a:lnTo>
                    <a:lnTo>
                      <a:pt x="86" y="240"/>
                    </a:lnTo>
                    <a:lnTo>
                      <a:pt x="86" y="240"/>
                    </a:lnTo>
                    <a:lnTo>
                      <a:pt x="90" y="238"/>
                    </a:lnTo>
                    <a:lnTo>
                      <a:pt x="94" y="236"/>
                    </a:lnTo>
                    <a:lnTo>
                      <a:pt x="94" y="236"/>
                    </a:lnTo>
                    <a:lnTo>
                      <a:pt x="96" y="236"/>
                    </a:lnTo>
                    <a:lnTo>
                      <a:pt x="98" y="234"/>
                    </a:lnTo>
                    <a:lnTo>
                      <a:pt x="100" y="230"/>
                    </a:lnTo>
                    <a:lnTo>
                      <a:pt x="100" y="230"/>
                    </a:lnTo>
                    <a:lnTo>
                      <a:pt x="108" y="226"/>
                    </a:lnTo>
                    <a:lnTo>
                      <a:pt x="108" y="226"/>
                    </a:lnTo>
                    <a:lnTo>
                      <a:pt x="110" y="224"/>
                    </a:lnTo>
                    <a:lnTo>
                      <a:pt x="112" y="220"/>
                    </a:lnTo>
                    <a:lnTo>
                      <a:pt x="112" y="220"/>
                    </a:lnTo>
                    <a:lnTo>
                      <a:pt x="114" y="218"/>
                    </a:lnTo>
                    <a:lnTo>
                      <a:pt x="116" y="216"/>
                    </a:lnTo>
                    <a:lnTo>
                      <a:pt x="118" y="216"/>
                    </a:lnTo>
                    <a:lnTo>
                      <a:pt x="118" y="216"/>
                    </a:lnTo>
                    <a:lnTo>
                      <a:pt x="118" y="214"/>
                    </a:lnTo>
                    <a:lnTo>
                      <a:pt x="118" y="210"/>
                    </a:lnTo>
                    <a:lnTo>
                      <a:pt x="118" y="210"/>
                    </a:lnTo>
                    <a:lnTo>
                      <a:pt x="114" y="206"/>
                    </a:lnTo>
                    <a:lnTo>
                      <a:pt x="116" y="204"/>
                    </a:lnTo>
                    <a:lnTo>
                      <a:pt x="116" y="204"/>
                    </a:lnTo>
                    <a:lnTo>
                      <a:pt x="116" y="198"/>
                    </a:lnTo>
                    <a:lnTo>
                      <a:pt x="116" y="198"/>
                    </a:lnTo>
                    <a:lnTo>
                      <a:pt x="114" y="194"/>
                    </a:lnTo>
                    <a:lnTo>
                      <a:pt x="114" y="194"/>
                    </a:lnTo>
                    <a:lnTo>
                      <a:pt x="114" y="192"/>
                    </a:lnTo>
                    <a:lnTo>
                      <a:pt x="116" y="190"/>
                    </a:lnTo>
                    <a:lnTo>
                      <a:pt x="118" y="188"/>
                    </a:lnTo>
                    <a:lnTo>
                      <a:pt x="118" y="186"/>
                    </a:lnTo>
                    <a:lnTo>
                      <a:pt x="118" y="186"/>
                    </a:lnTo>
                    <a:lnTo>
                      <a:pt x="114" y="184"/>
                    </a:lnTo>
                    <a:lnTo>
                      <a:pt x="112" y="182"/>
                    </a:lnTo>
                    <a:lnTo>
                      <a:pt x="112" y="182"/>
                    </a:lnTo>
                    <a:lnTo>
                      <a:pt x="108" y="184"/>
                    </a:lnTo>
                    <a:lnTo>
                      <a:pt x="106" y="184"/>
                    </a:lnTo>
                    <a:lnTo>
                      <a:pt x="106" y="182"/>
                    </a:lnTo>
                    <a:lnTo>
                      <a:pt x="106" y="182"/>
                    </a:lnTo>
                    <a:lnTo>
                      <a:pt x="106" y="178"/>
                    </a:lnTo>
                    <a:lnTo>
                      <a:pt x="106" y="176"/>
                    </a:lnTo>
                    <a:lnTo>
                      <a:pt x="106" y="176"/>
                    </a:lnTo>
                    <a:lnTo>
                      <a:pt x="110" y="174"/>
                    </a:lnTo>
                    <a:lnTo>
                      <a:pt x="110" y="170"/>
                    </a:lnTo>
                    <a:lnTo>
                      <a:pt x="110" y="170"/>
                    </a:lnTo>
                    <a:lnTo>
                      <a:pt x="112" y="168"/>
                    </a:lnTo>
                    <a:lnTo>
                      <a:pt x="114" y="166"/>
                    </a:lnTo>
                    <a:lnTo>
                      <a:pt x="114" y="166"/>
                    </a:lnTo>
                    <a:lnTo>
                      <a:pt x="116" y="160"/>
                    </a:lnTo>
                    <a:lnTo>
                      <a:pt x="118" y="156"/>
                    </a:lnTo>
                    <a:lnTo>
                      <a:pt x="118" y="156"/>
                    </a:lnTo>
                    <a:lnTo>
                      <a:pt x="118" y="152"/>
                    </a:lnTo>
                    <a:lnTo>
                      <a:pt x="120" y="150"/>
                    </a:lnTo>
                    <a:lnTo>
                      <a:pt x="120" y="150"/>
                    </a:lnTo>
                    <a:lnTo>
                      <a:pt x="122" y="146"/>
                    </a:lnTo>
                    <a:lnTo>
                      <a:pt x="122" y="142"/>
                    </a:lnTo>
                    <a:lnTo>
                      <a:pt x="122" y="142"/>
                    </a:lnTo>
                    <a:lnTo>
                      <a:pt x="122" y="140"/>
                    </a:lnTo>
                    <a:lnTo>
                      <a:pt x="122" y="138"/>
                    </a:lnTo>
                    <a:lnTo>
                      <a:pt x="126" y="134"/>
                    </a:lnTo>
                    <a:lnTo>
                      <a:pt x="126" y="134"/>
                    </a:lnTo>
                    <a:lnTo>
                      <a:pt x="126" y="132"/>
                    </a:lnTo>
                    <a:lnTo>
                      <a:pt x="128" y="132"/>
                    </a:lnTo>
                    <a:lnTo>
                      <a:pt x="132" y="132"/>
                    </a:lnTo>
                    <a:lnTo>
                      <a:pt x="132" y="132"/>
                    </a:lnTo>
                    <a:lnTo>
                      <a:pt x="138" y="134"/>
                    </a:lnTo>
                    <a:lnTo>
                      <a:pt x="142" y="132"/>
                    </a:lnTo>
                    <a:lnTo>
                      <a:pt x="142" y="70"/>
                    </a:lnTo>
                    <a:lnTo>
                      <a:pt x="26" y="0"/>
                    </a:lnTo>
                    <a:lnTo>
                      <a:pt x="12" y="10"/>
                    </a:lnTo>
                    <a:lnTo>
                      <a:pt x="20" y="44"/>
                    </a:lnTo>
                    <a:lnTo>
                      <a:pt x="20" y="44"/>
                    </a:lnTo>
                    <a:lnTo>
                      <a:pt x="24" y="50"/>
                    </a:lnTo>
                    <a:lnTo>
                      <a:pt x="26" y="54"/>
                    </a:lnTo>
                    <a:lnTo>
                      <a:pt x="26" y="58"/>
                    </a:lnTo>
                    <a:lnTo>
                      <a:pt x="26" y="58"/>
                    </a:lnTo>
                    <a:lnTo>
                      <a:pt x="22" y="64"/>
                    </a:lnTo>
                    <a:lnTo>
                      <a:pt x="22" y="72"/>
                    </a:lnTo>
                    <a:lnTo>
                      <a:pt x="22" y="72"/>
                    </a:lnTo>
                    <a:lnTo>
                      <a:pt x="20" y="102"/>
                    </a:lnTo>
                    <a:lnTo>
                      <a:pt x="22" y="128"/>
                    </a:lnTo>
                    <a:lnTo>
                      <a:pt x="0" y="146"/>
                    </a:lnTo>
                    <a:lnTo>
                      <a:pt x="0" y="160"/>
                    </a:lnTo>
                    <a:lnTo>
                      <a:pt x="8" y="174"/>
                    </a:lnTo>
                    <a:close/>
                    <a:moveTo>
                      <a:pt x="2" y="160"/>
                    </a:moveTo>
                    <a:lnTo>
                      <a:pt x="2" y="160"/>
                    </a:lnTo>
                    <a:lnTo>
                      <a:pt x="6" y="160"/>
                    </a:lnTo>
                    <a:lnTo>
                      <a:pt x="6" y="160"/>
                    </a:lnTo>
                    <a:lnTo>
                      <a:pt x="6" y="164"/>
                    </a:lnTo>
                    <a:lnTo>
                      <a:pt x="6" y="164"/>
                    </a:lnTo>
                    <a:lnTo>
                      <a:pt x="14" y="168"/>
                    </a:lnTo>
                    <a:lnTo>
                      <a:pt x="14" y="168"/>
                    </a:lnTo>
                    <a:lnTo>
                      <a:pt x="24" y="168"/>
                    </a:lnTo>
                    <a:lnTo>
                      <a:pt x="24" y="168"/>
                    </a:lnTo>
                    <a:lnTo>
                      <a:pt x="24" y="174"/>
                    </a:lnTo>
                    <a:lnTo>
                      <a:pt x="24" y="174"/>
                    </a:lnTo>
                    <a:lnTo>
                      <a:pt x="24" y="174"/>
                    </a:lnTo>
                    <a:lnTo>
                      <a:pt x="22" y="174"/>
                    </a:lnTo>
                    <a:lnTo>
                      <a:pt x="22" y="174"/>
                    </a:lnTo>
                    <a:lnTo>
                      <a:pt x="20" y="172"/>
                    </a:lnTo>
                    <a:lnTo>
                      <a:pt x="20" y="172"/>
                    </a:lnTo>
                    <a:lnTo>
                      <a:pt x="14" y="172"/>
                    </a:lnTo>
                    <a:lnTo>
                      <a:pt x="10" y="174"/>
                    </a:lnTo>
                    <a:lnTo>
                      <a:pt x="10" y="174"/>
                    </a:lnTo>
                    <a:lnTo>
                      <a:pt x="2" y="160"/>
                    </a:lnTo>
                    <a:lnTo>
                      <a:pt x="2"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5" name="Freeform 217">
                <a:extLst>
                  <a:ext uri="{FF2B5EF4-FFF2-40B4-BE49-F238E27FC236}">
                    <a16:creationId xmlns:a16="http://schemas.microsoft.com/office/drawing/2014/main" id="{061F0331-905C-0447-A9E9-D095C93BD912}"/>
                  </a:ext>
                </a:extLst>
              </p:cNvPr>
              <p:cNvSpPr>
                <a:spLocks/>
              </p:cNvSpPr>
              <p:nvPr/>
            </p:nvSpPr>
            <p:spPr bwMode="auto">
              <a:xfrm>
                <a:off x="6262031" y="4015201"/>
                <a:ext cx="348598" cy="260305"/>
              </a:xfrm>
              <a:custGeom>
                <a:avLst/>
                <a:gdLst>
                  <a:gd name="T0" fmla="*/ 64 w 178"/>
                  <a:gd name="T1" fmla="*/ 106 h 130"/>
                  <a:gd name="T2" fmla="*/ 70 w 178"/>
                  <a:gd name="T3" fmla="*/ 98 h 130"/>
                  <a:gd name="T4" fmla="*/ 76 w 178"/>
                  <a:gd name="T5" fmla="*/ 90 h 130"/>
                  <a:gd name="T6" fmla="*/ 86 w 178"/>
                  <a:gd name="T7" fmla="*/ 92 h 130"/>
                  <a:gd name="T8" fmla="*/ 94 w 178"/>
                  <a:gd name="T9" fmla="*/ 98 h 130"/>
                  <a:gd name="T10" fmla="*/ 106 w 178"/>
                  <a:gd name="T11" fmla="*/ 100 h 130"/>
                  <a:gd name="T12" fmla="*/ 114 w 178"/>
                  <a:gd name="T13" fmla="*/ 102 h 130"/>
                  <a:gd name="T14" fmla="*/ 122 w 178"/>
                  <a:gd name="T15" fmla="*/ 100 h 130"/>
                  <a:gd name="T16" fmla="*/ 126 w 178"/>
                  <a:gd name="T17" fmla="*/ 96 h 130"/>
                  <a:gd name="T18" fmla="*/ 132 w 178"/>
                  <a:gd name="T19" fmla="*/ 100 h 130"/>
                  <a:gd name="T20" fmla="*/ 142 w 178"/>
                  <a:gd name="T21" fmla="*/ 98 h 130"/>
                  <a:gd name="T22" fmla="*/ 142 w 178"/>
                  <a:gd name="T23" fmla="*/ 94 h 130"/>
                  <a:gd name="T24" fmla="*/ 146 w 178"/>
                  <a:gd name="T25" fmla="*/ 94 h 130"/>
                  <a:gd name="T26" fmla="*/ 150 w 178"/>
                  <a:gd name="T27" fmla="*/ 94 h 130"/>
                  <a:gd name="T28" fmla="*/ 156 w 178"/>
                  <a:gd name="T29" fmla="*/ 88 h 130"/>
                  <a:gd name="T30" fmla="*/ 166 w 178"/>
                  <a:gd name="T31" fmla="*/ 88 h 130"/>
                  <a:gd name="T32" fmla="*/ 170 w 178"/>
                  <a:gd name="T33" fmla="*/ 90 h 130"/>
                  <a:gd name="T34" fmla="*/ 178 w 178"/>
                  <a:gd name="T35" fmla="*/ 88 h 130"/>
                  <a:gd name="T36" fmla="*/ 174 w 178"/>
                  <a:gd name="T37" fmla="*/ 84 h 130"/>
                  <a:gd name="T38" fmla="*/ 174 w 178"/>
                  <a:gd name="T39" fmla="*/ 76 h 130"/>
                  <a:gd name="T40" fmla="*/ 166 w 178"/>
                  <a:gd name="T41" fmla="*/ 68 h 130"/>
                  <a:gd name="T42" fmla="*/ 160 w 178"/>
                  <a:gd name="T43" fmla="*/ 58 h 130"/>
                  <a:gd name="T44" fmla="*/ 154 w 178"/>
                  <a:gd name="T45" fmla="*/ 56 h 130"/>
                  <a:gd name="T46" fmla="*/ 148 w 178"/>
                  <a:gd name="T47" fmla="*/ 52 h 130"/>
                  <a:gd name="T48" fmla="*/ 140 w 178"/>
                  <a:gd name="T49" fmla="*/ 50 h 130"/>
                  <a:gd name="T50" fmla="*/ 138 w 178"/>
                  <a:gd name="T51" fmla="*/ 48 h 130"/>
                  <a:gd name="T52" fmla="*/ 130 w 178"/>
                  <a:gd name="T53" fmla="*/ 38 h 130"/>
                  <a:gd name="T54" fmla="*/ 130 w 178"/>
                  <a:gd name="T55" fmla="*/ 32 h 130"/>
                  <a:gd name="T56" fmla="*/ 126 w 178"/>
                  <a:gd name="T57" fmla="*/ 22 h 130"/>
                  <a:gd name="T58" fmla="*/ 124 w 178"/>
                  <a:gd name="T59" fmla="*/ 16 h 130"/>
                  <a:gd name="T60" fmla="*/ 116 w 178"/>
                  <a:gd name="T61" fmla="*/ 0 h 130"/>
                  <a:gd name="T62" fmla="*/ 112 w 178"/>
                  <a:gd name="T63" fmla="*/ 2 h 130"/>
                  <a:gd name="T64" fmla="*/ 108 w 178"/>
                  <a:gd name="T65" fmla="*/ 8 h 130"/>
                  <a:gd name="T66" fmla="*/ 98 w 178"/>
                  <a:gd name="T67" fmla="*/ 14 h 130"/>
                  <a:gd name="T68" fmla="*/ 94 w 178"/>
                  <a:gd name="T69" fmla="*/ 20 h 130"/>
                  <a:gd name="T70" fmla="*/ 88 w 178"/>
                  <a:gd name="T71" fmla="*/ 22 h 130"/>
                  <a:gd name="T72" fmla="*/ 82 w 178"/>
                  <a:gd name="T73" fmla="*/ 26 h 130"/>
                  <a:gd name="T74" fmla="*/ 70 w 178"/>
                  <a:gd name="T75" fmla="*/ 30 h 130"/>
                  <a:gd name="T76" fmla="*/ 70 w 178"/>
                  <a:gd name="T77" fmla="*/ 36 h 130"/>
                  <a:gd name="T78" fmla="*/ 72 w 178"/>
                  <a:gd name="T79" fmla="*/ 38 h 130"/>
                  <a:gd name="T80" fmla="*/ 62 w 178"/>
                  <a:gd name="T81" fmla="*/ 44 h 130"/>
                  <a:gd name="T82" fmla="*/ 52 w 178"/>
                  <a:gd name="T83" fmla="*/ 52 h 130"/>
                  <a:gd name="T84" fmla="*/ 32 w 178"/>
                  <a:gd name="T85" fmla="*/ 54 h 130"/>
                  <a:gd name="T86" fmla="*/ 20 w 178"/>
                  <a:gd name="T87" fmla="*/ 58 h 130"/>
                  <a:gd name="T88" fmla="*/ 10 w 178"/>
                  <a:gd name="T89" fmla="*/ 66 h 130"/>
                  <a:gd name="T90" fmla="*/ 4 w 178"/>
                  <a:gd name="T91" fmla="*/ 76 h 130"/>
                  <a:gd name="T92" fmla="*/ 2 w 178"/>
                  <a:gd name="T93" fmla="*/ 82 h 130"/>
                  <a:gd name="T94" fmla="*/ 6 w 178"/>
                  <a:gd name="T95" fmla="*/ 88 h 130"/>
                  <a:gd name="T96" fmla="*/ 12 w 178"/>
                  <a:gd name="T97" fmla="*/ 102 h 130"/>
                  <a:gd name="T98" fmla="*/ 18 w 178"/>
                  <a:gd name="T99" fmla="*/ 112 h 130"/>
                  <a:gd name="T100" fmla="*/ 26 w 178"/>
                  <a:gd name="T101" fmla="*/ 120 h 130"/>
                  <a:gd name="T102" fmla="*/ 36 w 178"/>
                  <a:gd name="T103" fmla="*/ 130 h 130"/>
                  <a:gd name="T104" fmla="*/ 42 w 178"/>
                  <a:gd name="T105" fmla="*/ 126 h 130"/>
                  <a:gd name="T106" fmla="*/ 46 w 178"/>
                  <a:gd name="T107" fmla="*/ 120 h 130"/>
                  <a:gd name="T108" fmla="*/ 52 w 178"/>
                  <a:gd name="T109" fmla="*/ 122 h 130"/>
                  <a:gd name="T110" fmla="*/ 62 w 178"/>
                  <a:gd name="T111" fmla="*/ 11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8" h="130">
                    <a:moveTo>
                      <a:pt x="62" y="118"/>
                    </a:moveTo>
                    <a:lnTo>
                      <a:pt x="64" y="106"/>
                    </a:lnTo>
                    <a:lnTo>
                      <a:pt x="64" y="106"/>
                    </a:lnTo>
                    <a:lnTo>
                      <a:pt x="66" y="104"/>
                    </a:lnTo>
                    <a:lnTo>
                      <a:pt x="70" y="102"/>
                    </a:lnTo>
                    <a:lnTo>
                      <a:pt x="70" y="98"/>
                    </a:lnTo>
                    <a:lnTo>
                      <a:pt x="70" y="98"/>
                    </a:lnTo>
                    <a:lnTo>
                      <a:pt x="72" y="94"/>
                    </a:lnTo>
                    <a:lnTo>
                      <a:pt x="76" y="90"/>
                    </a:lnTo>
                    <a:lnTo>
                      <a:pt x="76" y="90"/>
                    </a:lnTo>
                    <a:lnTo>
                      <a:pt x="80" y="90"/>
                    </a:lnTo>
                    <a:lnTo>
                      <a:pt x="86" y="92"/>
                    </a:lnTo>
                    <a:lnTo>
                      <a:pt x="86" y="92"/>
                    </a:lnTo>
                    <a:lnTo>
                      <a:pt x="90" y="96"/>
                    </a:lnTo>
                    <a:lnTo>
                      <a:pt x="94" y="98"/>
                    </a:lnTo>
                    <a:lnTo>
                      <a:pt x="94" y="98"/>
                    </a:lnTo>
                    <a:lnTo>
                      <a:pt x="100" y="100"/>
                    </a:lnTo>
                    <a:lnTo>
                      <a:pt x="106" y="100"/>
                    </a:lnTo>
                    <a:lnTo>
                      <a:pt x="106" y="100"/>
                    </a:lnTo>
                    <a:lnTo>
                      <a:pt x="114" y="102"/>
                    </a:lnTo>
                    <a:lnTo>
                      <a:pt x="114" y="102"/>
                    </a:lnTo>
                    <a:lnTo>
                      <a:pt x="122" y="104"/>
                    </a:lnTo>
                    <a:lnTo>
                      <a:pt x="122" y="104"/>
                    </a:lnTo>
                    <a:lnTo>
                      <a:pt x="122" y="100"/>
                    </a:lnTo>
                    <a:lnTo>
                      <a:pt x="124" y="96"/>
                    </a:lnTo>
                    <a:lnTo>
                      <a:pt x="126" y="96"/>
                    </a:lnTo>
                    <a:lnTo>
                      <a:pt x="126" y="96"/>
                    </a:lnTo>
                    <a:lnTo>
                      <a:pt x="128" y="96"/>
                    </a:lnTo>
                    <a:lnTo>
                      <a:pt x="130" y="98"/>
                    </a:lnTo>
                    <a:lnTo>
                      <a:pt x="132" y="100"/>
                    </a:lnTo>
                    <a:lnTo>
                      <a:pt x="134" y="98"/>
                    </a:lnTo>
                    <a:lnTo>
                      <a:pt x="134" y="98"/>
                    </a:lnTo>
                    <a:lnTo>
                      <a:pt x="142" y="98"/>
                    </a:lnTo>
                    <a:lnTo>
                      <a:pt x="142" y="98"/>
                    </a:lnTo>
                    <a:lnTo>
                      <a:pt x="142" y="96"/>
                    </a:lnTo>
                    <a:lnTo>
                      <a:pt x="142" y="94"/>
                    </a:lnTo>
                    <a:lnTo>
                      <a:pt x="144" y="92"/>
                    </a:lnTo>
                    <a:lnTo>
                      <a:pt x="144" y="92"/>
                    </a:lnTo>
                    <a:lnTo>
                      <a:pt x="146" y="94"/>
                    </a:lnTo>
                    <a:lnTo>
                      <a:pt x="146" y="94"/>
                    </a:lnTo>
                    <a:lnTo>
                      <a:pt x="148" y="96"/>
                    </a:lnTo>
                    <a:lnTo>
                      <a:pt x="150" y="94"/>
                    </a:lnTo>
                    <a:lnTo>
                      <a:pt x="150" y="94"/>
                    </a:lnTo>
                    <a:lnTo>
                      <a:pt x="152" y="90"/>
                    </a:lnTo>
                    <a:lnTo>
                      <a:pt x="156" y="88"/>
                    </a:lnTo>
                    <a:lnTo>
                      <a:pt x="156" y="88"/>
                    </a:lnTo>
                    <a:lnTo>
                      <a:pt x="166" y="88"/>
                    </a:lnTo>
                    <a:lnTo>
                      <a:pt x="166" y="88"/>
                    </a:lnTo>
                    <a:lnTo>
                      <a:pt x="170" y="90"/>
                    </a:lnTo>
                    <a:lnTo>
                      <a:pt x="170" y="90"/>
                    </a:lnTo>
                    <a:lnTo>
                      <a:pt x="170" y="90"/>
                    </a:lnTo>
                    <a:lnTo>
                      <a:pt x="178" y="90"/>
                    </a:lnTo>
                    <a:lnTo>
                      <a:pt x="178" y="90"/>
                    </a:lnTo>
                    <a:lnTo>
                      <a:pt x="178" y="88"/>
                    </a:lnTo>
                    <a:lnTo>
                      <a:pt x="176" y="84"/>
                    </a:lnTo>
                    <a:lnTo>
                      <a:pt x="176" y="84"/>
                    </a:lnTo>
                    <a:lnTo>
                      <a:pt x="174" y="84"/>
                    </a:lnTo>
                    <a:lnTo>
                      <a:pt x="174" y="82"/>
                    </a:lnTo>
                    <a:lnTo>
                      <a:pt x="174" y="76"/>
                    </a:lnTo>
                    <a:lnTo>
                      <a:pt x="174" y="76"/>
                    </a:lnTo>
                    <a:lnTo>
                      <a:pt x="170" y="70"/>
                    </a:lnTo>
                    <a:lnTo>
                      <a:pt x="166" y="68"/>
                    </a:lnTo>
                    <a:lnTo>
                      <a:pt x="166" y="68"/>
                    </a:lnTo>
                    <a:lnTo>
                      <a:pt x="162" y="66"/>
                    </a:lnTo>
                    <a:lnTo>
                      <a:pt x="160" y="64"/>
                    </a:lnTo>
                    <a:lnTo>
                      <a:pt x="160" y="58"/>
                    </a:lnTo>
                    <a:lnTo>
                      <a:pt x="160" y="58"/>
                    </a:lnTo>
                    <a:lnTo>
                      <a:pt x="156" y="56"/>
                    </a:lnTo>
                    <a:lnTo>
                      <a:pt x="154" y="56"/>
                    </a:lnTo>
                    <a:lnTo>
                      <a:pt x="154" y="56"/>
                    </a:lnTo>
                    <a:lnTo>
                      <a:pt x="150" y="54"/>
                    </a:lnTo>
                    <a:lnTo>
                      <a:pt x="148" y="52"/>
                    </a:lnTo>
                    <a:lnTo>
                      <a:pt x="148" y="52"/>
                    </a:lnTo>
                    <a:lnTo>
                      <a:pt x="144" y="50"/>
                    </a:lnTo>
                    <a:lnTo>
                      <a:pt x="140" y="50"/>
                    </a:lnTo>
                    <a:lnTo>
                      <a:pt x="140" y="50"/>
                    </a:lnTo>
                    <a:lnTo>
                      <a:pt x="140" y="48"/>
                    </a:lnTo>
                    <a:lnTo>
                      <a:pt x="138" y="48"/>
                    </a:lnTo>
                    <a:lnTo>
                      <a:pt x="136" y="44"/>
                    </a:lnTo>
                    <a:lnTo>
                      <a:pt x="136" y="44"/>
                    </a:lnTo>
                    <a:lnTo>
                      <a:pt x="130" y="38"/>
                    </a:lnTo>
                    <a:lnTo>
                      <a:pt x="130" y="36"/>
                    </a:lnTo>
                    <a:lnTo>
                      <a:pt x="130" y="32"/>
                    </a:lnTo>
                    <a:lnTo>
                      <a:pt x="130" y="32"/>
                    </a:lnTo>
                    <a:lnTo>
                      <a:pt x="130" y="26"/>
                    </a:lnTo>
                    <a:lnTo>
                      <a:pt x="126" y="22"/>
                    </a:lnTo>
                    <a:lnTo>
                      <a:pt x="126" y="22"/>
                    </a:lnTo>
                    <a:lnTo>
                      <a:pt x="124" y="20"/>
                    </a:lnTo>
                    <a:lnTo>
                      <a:pt x="124" y="16"/>
                    </a:lnTo>
                    <a:lnTo>
                      <a:pt x="124" y="16"/>
                    </a:lnTo>
                    <a:lnTo>
                      <a:pt x="124" y="10"/>
                    </a:lnTo>
                    <a:lnTo>
                      <a:pt x="124" y="8"/>
                    </a:lnTo>
                    <a:lnTo>
                      <a:pt x="116" y="0"/>
                    </a:lnTo>
                    <a:lnTo>
                      <a:pt x="116" y="0"/>
                    </a:lnTo>
                    <a:lnTo>
                      <a:pt x="114" y="0"/>
                    </a:lnTo>
                    <a:lnTo>
                      <a:pt x="112" y="2"/>
                    </a:lnTo>
                    <a:lnTo>
                      <a:pt x="110" y="4"/>
                    </a:lnTo>
                    <a:lnTo>
                      <a:pt x="110" y="4"/>
                    </a:lnTo>
                    <a:lnTo>
                      <a:pt x="108" y="8"/>
                    </a:lnTo>
                    <a:lnTo>
                      <a:pt x="106" y="10"/>
                    </a:lnTo>
                    <a:lnTo>
                      <a:pt x="106" y="10"/>
                    </a:lnTo>
                    <a:lnTo>
                      <a:pt x="98" y="14"/>
                    </a:lnTo>
                    <a:lnTo>
                      <a:pt x="98" y="14"/>
                    </a:lnTo>
                    <a:lnTo>
                      <a:pt x="96" y="18"/>
                    </a:lnTo>
                    <a:lnTo>
                      <a:pt x="94" y="20"/>
                    </a:lnTo>
                    <a:lnTo>
                      <a:pt x="92" y="20"/>
                    </a:lnTo>
                    <a:lnTo>
                      <a:pt x="92" y="20"/>
                    </a:lnTo>
                    <a:lnTo>
                      <a:pt x="88" y="22"/>
                    </a:lnTo>
                    <a:lnTo>
                      <a:pt x="84" y="24"/>
                    </a:lnTo>
                    <a:lnTo>
                      <a:pt x="84" y="24"/>
                    </a:lnTo>
                    <a:lnTo>
                      <a:pt x="82" y="26"/>
                    </a:lnTo>
                    <a:lnTo>
                      <a:pt x="76" y="26"/>
                    </a:lnTo>
                    <a:lnTo>
                      <a:pt x="72" y="28"/>
                    </a:lnTo>
                    <a:lnTo>
                      <a:pt x="70" y="30"/>
                    </a:lnTo>
                    <a:lnTo>
                      <a:pt x="70" y="30"/>
                    </a:lnTo>
                    <a:lnTo>
                      <a:pt x="68" y="34"/>
                    </a:lnTo>
                    <a:lnTo>
                      <a:pt x="70" y="36"/>
                    </a:lnTo>
                    <a:lnTo>
                      <a:pt x="72" y="38"/>
                    </a:lnTo>
                    <a:lnTo>
                      <a:pt x="72" y="38"/>
                    </a:lnTo>
                    <a:lnTo>
                      <a:pt x="72" y="38"/>
                    </a:lnTo>
                    <a:lnTo>
                      <a:pt x="68" y="40"/>
                    </a:lnTo>
                    <a:lnTo>
                      <a:pt x="62" y="44"/>
                    </a:lnTo>
                    <a:lnTo>
                      <a:pt x="62" y="44"/>
                    </a:lnTo>
                    <a:lnTo>
                      <a:pt x="58" y="50"/>
                    </a:lnTo>
                    <a:lnTo>
                      <a:pt x="52" y="52"/>
                    </a:lnTo>
                    <a:lnTo>
                      <a:pt x="52" y="52"/>
                    </a:lnTo>
                    <a:lnTo>
                      <a:pt x="36" y="54"/>
                    </a:lnTo>
                    <a:lnTo>
                      <a:pt x="36" y="54"/>
                    </a:lnTo>
                    <a:lnTo>
                      <a:pt x="32" y="54"/>
                    </a:lnTo>
                    <a:lnTo>
                      <a:pt x="30" y="52"/>
                    </a:lnTo>
                    <a:lnTo>
                      <a:pt x="26" y="58"/>
                    </a:lnTo>
                    <a:lnTo>
                      <a:pt x="20" y="58"/>
                    </a:lnTo>
                    <a:lnTo>
                      <a:pt x="14" y="58"/>
                    </a:lnTo>
                    <a:lnTo>
                      <a:pt x="14" y="58"/>
                    </a:lnTo>
                    <a:lnTo>
                      <a:pt x="10" y="66"/>
                    </a:lnTo>
                    <a:lnTo>
                      <a:pt x="8" y="72"/>
                    </a:lnTo>
                    <a:lnTo>
                      <a:pt x="4" y="76"/>
                    </a:lnTo>
                    <a:lnTo>
                      <a:pt x="4" y="76"/>
                    </a:lnTo>
                    <a:lnTo>
                      <a:pt x="0" y="80"/>
                    </a:lnTo>
                    <a:lnTo>
                      <a:pt x="0" y="80"/>
                    </a:lnTo>
                    <a:lnTo>
                      <a:pt x="2" y="82"/>
                    </a:lnTo>
                    <a:lnTo>
                      <a:pt x="2" y="82"/>
                    </a:lnTo>
                    <a:lnTo>
                      <a:pt x="4" y="84"/>
                    </a:lnTo>
                    <a:lnTo>
                      <a:pt x="6" y="88"/>
                    </a:lnTo>
                    <a:lnTo>
                      <a:pt x="6" y="88"/>
                    </a:lnTo>
                    <a:lnTo>
                      <a:pt x="12" y="102"/>
                    </a:lnTo>
                    <a:lnTo>
                      <a:pt x="12" y="102"/>
                    </a:lnTo>
                    <a:lnTo>
                      <a:pt x="16" y="106"/>
                    </a:lnTo>
                    <a:lnTo>
                      <a:pt x="18" y="112"/>
                    </a:lnTo>
                    <a:lnTo>
                      <a:pt x="18" y="112"/>
                    </a:lnTo>
                    <a:lnTo>
                      <a:pt x="24" y="116"/>
                    </a:lnTo>
                    <a:lnTo>
                      <a:pt x="26" y="120"/>
                    </a:lnTo>
                    <a:lnTo>
                      <a:pt x="26" y="120"/>
                    </a:lnTo>
                    <a:lnTo>
                      <a:pt x="32" y="126"/>
                    </a:lnTo>
                    <a:lnTo>
                      <a:pt x="36" y="130"/>
                    </a:lnTo>
                    <a:lnTo>
                      <a:pt x="36" y="130"/>
                    </a:lnTo>
                    <a:lnTo>
                      <a:pt x="38" y="130"/>
                    </a:lnTo>
                    <a:lnTo>
                      <a:pt x="40" y="128"/>
                    </a:lnTo>
                    <a:lnTo>
                      <a:pt x="42" y="126"/>
                    </a:lnTo>
                    <a:lnTo>
                      <a:pt x="42" y="126"/>
                    </a:lnTo>
                    <a:lnTo>
                      <a:pt x="42" y="122"/>
                    </a:lnTo>
                    <a:lnTo>
                      <a:pt x="46" y="120"/>
                    </a:lnTo>
                    <a:lnTo>
                      <a:pt x="46" y="120"/>
                    </a:lnTo>
                    <a:lnTo>
                      <a:pt x="50" y="122"/>
                    </a:lnTo>
                    <a:lnTo>
                      <a:pt x="52" y="122"/>
                    </a:lnTo>
                    <a:lnTo>
                      <a:pt x="52" y="122"/>
                    </a:lnTo>
                    <a:lnTo>
                      <a:pt x="62" y="118"/>
                    </a:lnTo>
                    <a:lnTo>
                      <a:pt x="62" y="1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6" name="Freeform 238">
                <a:extLst>
                  <a:ext uri="{FF2B5EF4-FFF2-40B4-BE49-F238E27FC236}">
                    <a16:creationId xmlns:a16="http://schemas.microsoft.com/office/drawing/2014/main" id="{85F585A5-271C-0540-BE35-0E15EAC45812}"/>
                  </a:ext>
                </a:extLst>
              </p:cNvPr>
              <p:cNvSpPr>
                <a:spLocks/>
              </p:cNvSpPr>
              <p:nvPr/>
            </p:nvSpPr>
            <p:spPr bwMode="auto">
              <a:xfrm>
                <a:off x="6115729" y="3931102"/>
                <a:ext cx="216744" cy="372437"/>
              </a:xfrm>
              <a:custGeom>
                <a:avLst/>
                <a:gdLst>
                  <a:gd name="T0" fmla="*/ 2 w 111"/>
                  <a:gd name="T1" fmla="*/ 148 h 186"/>
                  <a:gd name="T2" fmla="*/ 8 w 111"/>
                  <a:gd name="T3" fmla="*/ 148 h 186"/>
                  <a:gd name="T4" fmla="*/ 8 w 111"/>
                  <a:gd name="T5" fmla="*/ 150 h 186"/>
                  <a:gd name="T6" fmla="*/ 10 w 111"/>
                  <a:gd name="T7" fmla="*/ 156 h 186"/>
                  <a:gd name="T8" fmla="*/ 16 w 111"/>
                  <a:gd name="T9" fmla="*/ 158 h 186"/>
                  <a:gd name="T10" fmla="*/ 22 w 111"/>
                  <a:gd name="T11" fmla="*/ 170 h 186"/>
                  <a:gd name="T12" fmla="*/ 45 w 111"/>
                  <a:gd name="T13" fmla="*/ 182 h 186"/>
                  <a:gd name="T14" fmla="*/ 51 w 111"/>
                  <a:gd name="T15" fmla="*/ 180 h 186"/>
                  <a:gd name="T16" fmla="*/ 57 w 111"/>
                  <a:gd name="T17" fmla="*/ 180 h 186"/>
                  <a:gd name="T18" fmla="*/ 65 w 111"/>
                  <a:gd name="T19" fmla="*/ 180 h 186"/>
                  <a:gd name="T20" fmla="*/ 79 w 111"/>
                  <a:gd name="T21" fmla="*/ 180 h 186"/>
                  <a:gd name="T22" fmla="*/ 89 w 111"/>
                  <a:gd name="T23" fmla="*/ 182 h 186"/>
                  <a:gd name="T24" fmla="*/ 95 w 111"/>
                  <a:gd name="T25" fmla="*/ 184 h 186"/>
                  <a:gd name="T26" fmla="*/ 109 w 111"/>
                  <a:gd name="T27" fmla="*/ 186 h 186"/>
                  <a:gd name="T28" fmla="*/ 107 w 111"/>
                  <a:gd name="T29" fmla="*/ 180 h 186"/>
                  <a:gd name="T30" fmla="*/ 111 w 111"/>
                  <a:gd name="T31" fmla="*/ 172 h 186"/>
                  <a:gd name="T32" fmla="*/ 101 w 111"/>
                  <a:gd name="T33" fmla="*/ 162 h 186"/>
                  <a:gd name="T34" fmla="*/ 93 w 111"/>
                  <a:gd name="T35" fmla="*/ 154 h 186"/>
                  <a:gd name="T36" fmla="*/ 87 w 111"/>
                  <a:gd name="T37" fmla="*/ 144 h 186"/>
                  <a:gd name="T38" fmla="*/ 79 w 111"/>
                  <a:gd name="T39" fmla="*/ 126 h 186"/>
                  <a:gd name="T40" fmla="*/ 75 w 111"/>
                  <a:gd name="T41" fmla="*/ 122 h 186"/>
                  <a:gd name="T42" fmla="*/ 79 w 111"/>
                  <a:gd name="T43" fmla="*/ 118 h 186"/>
                  <a:gd name="T44" fmla="*/ 89 w 111"/>
                  <a:gd name="T45" fmla="*/ 100 h 186"/>
                  <a:gd name="T46" fmla="*/ 91 w 111"/>
                  <a:gd name="T47" fmla="*/ 86 h 186"/>
                  <a:gd name="T48" fmla="*/ 79 w 111"/>
                  <a:gd name="T49" fmla="*/ 68 h 186"/>
                  <a:gd name="T50" fmla="*/ 79 w 111"/>
                  <a:gd name="T51" fmla="*/ 64 h 186"/>
                  <a:gd name="T52" fmla="*/ 85 w 111"/>
                  <a:gd name="T53" fmla="*/ 58 h 186"/>
                  <a:gd name="T54" fmla="*/ 97 w 111"/>
                  <a:gd name="T55" fmla="*/ 58 h 186"/>
                  <a:gd name="T56" fmla="*/ 97 w 111"/>
                  <a:gd name="T57" fmla="*/ 52 h 186"/>
                  <a:gd name="T58" fmla="*/ 95 w 111"/>
                  <a:gd name="T59" fmla="*/ 44 h 186"/>
                  <a:gd name="T60" fmla="*/ 91 w 111"/>
                  <a:gd name="T61" fmla="*/ 34 h 186"/>
                  <a:gd name="T62" fmla="*/ 95 w 111"/>
                  <a:gd name="T63" fmla="*/ 28 h 186"/>
                  <a:gd name="T64" fmla="*/ 95 w 111"/>
                  <a:gd name="T65" fmla="*/ 20 h 186"/>
                  <a:gd name="T66" fmla="*/ 91 w 111"/>
                  <a:gd name="T67" fmla="*/ 14 h 186"/>
                  <a:gd name="T68" fmla="*/ 91 w 111"/>
                  <a:gd name="T69" fmla="*/ 8 h 186"/>
                  <a:gd name="T70" fmla="*/ 81 w 111"/>
                  <a:gd name="T71" fmla="*/ 12 h 186"/>
                  <a:gd name="T72" fmla="*/ 85 w 111"/>
                  <a:gd name="T73" fmla="*/ 16 h 186"/>
                  <a:gd name="T74" fmla="*/ 79 w 111"/>
                  <a:gd name="T75" fmla="*/ 28 h 186"/>
                  <a:gd name="T76" fmla="*/ 75 w 111"/>
                  <a:gd name="T77" fmla="*/ 32 h 186"/>
                  <a:gd name="T78" fmla="*/ 69 w 111"/>
                  <a:gd name="T79" fmla="*/ 40 h 186"/>
                  <a:gd name="T80" fmla="*/ 69 w 111"/>
                  <a:gd name="T81" fmla="*/ 42 h 186"/>
                  <a:gd name="T82" fmla="*/ 67 w 111"/>
                  <a:gd name="T83" fmla="*/ 50 h 186"/>
                  <a:gd name="T84" fmla="*/ 63 w 111"/>
                  <a:gd name="T85" fmla="*/ 56 h 186"/>
                  <a:gd name="T86" fmla="*/ 65 w 111"/>
                  <a:gd name="T87" fmla="*/ 62 h 186"/>
                  <a:gd name="T88" fmla="*/ 63 w 111"/>
                  <a:gd name="T89" fmla="*/ 66 h 186"/>
                  <a:gd name="T90" fmla="*/ 51 w 111"/>
                  <a:gd name="T91" fmla="*/ 72 h 186"/>
                  <a:gd name="T92" fmla="*/ 49 w 111"/>
                  <a:gd name="T93" fmla="*/ 80 h 186"/>
                  <a:gd name="T94" fmla="*/ 45 w 111"/>
                  <a:gd name="T95" fmla="*/ 88 h 186"/>
                  <a:gd name="T96" fmla="*/ 41 w 111"/>
                  <a:gd name="T97" fmla="*/ 96 h 186"/>
                  <a:gd name="T98" fmla="*/ 37 w 111"/>
                  <a:gd name="T99" fmla="*/ 102 h 186"/>
                  <a:gd name="T100" fmla="*/ 37 w 111"/>
                  <a:gd name="T101" fmla="*/ 112 h 186"/>
                  <a:gd name="T102" fmla="*/ 35 w 111"/>
                  <a:gd name="T103" fmla="*/ 114 h 186"/>
                  <a:gd name="T104" fmla="*/ 28 w 111"/>
                  <a:gd name="T105" fmla="*/ 122 h 186"/>
                  <a:gd name="T106" fmla="*/ 26 w 111"/>
                  <a:gd name="T107" fmla="*/ 116 h 186"/>
                  <a:gd name="T108" fmla="*/ 24 w 111"/>
                  <a:gd name="T109" fmla="*/ 114 h 186"/>
                  <a:gd name="T110" fmla="*/ 18 w 111"/>
                  <a:gd name="T111" fmla="*/ 112 h 186"/>
                  <a:gd name="T112" fmla="*/ 8 w 111"/>
                  <a:gd name="T113" fmla="*/ 116 h 186"/>
                  <a:gd name="T114" fmla="*/ 4 w 111"/>
                  <a:gd name="T115" fmla="*/ 118 h 186"/>
                  <a:gd name="T116" fmla="*/ 0 w 111"/>
                  <a:gd name="T117" fmla="*/ 128 h 186"/>
                  <a:gd name="T118" fmla="*/ 0 w 111"/>
                  <a:gd name="T119" fmla="*/ 132 h 186"/>
                  <a:gd name="T120" fmla="*/ 2 w 111"/>
                  <a:gd name="T121" fmla="*/ 13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1" h="186">
                    <a:moveTo>
                      <a:pt x="0" y="146"/>
                    </a:moveTo>
                    <a:lnTo>
                      <a:pt x="0" y="146"/>
                    </a:lnTo>
                    <a:lnTo>
                      <a:pt x="2" y="148"/>
                    </a:lnTo>
                    <a:lnTo>
                      <a:pt x="2" y="150"/>
                    </a:lnTo>
                    <a:lnTo>
                      <a:pt x="2" y="150"/>
                    </a:lnTo>
                    <a:lnTo>
                      <a:pt x="8" y="148"/>
                    </a:lnTo>
                    <a:lnTo>
                      <a:pt x="8" y="148"/>
                    </a:lnTo>
                    <a:lnTo>
                      <a:pt x="8" y="148"/>
                    </a:lnTo>
                    <a:lnTo>
                      <a:pt x="8" y="150"/>
                    </a:lnTo>
                    <a:lnTo>
                      <a:pt x="8" y="150"/>
                    </a:lnTo>
                    <a:lnTo>
                      <a:pt x="8" y="154"/>
                    </a:lnTo>
                    <a:lnTo>
                      <a:pt x="10" y="156"/>
                    </a:lnTo>
                    <a:lnTo>
                      <a:pt x="18" y="154"/>
                    </a:lnTo>
                    <a:lnTo>
                      <a:pt x="18" y="154"/>
                    </a:lnTo>
                    <a:lnTo>
                      <a:pt x="16" y="158"/>
                    </a:lnTo>
                    <a:lnTo>
                      <a:pt x="16" y="158"/>
                    </a:lnTo>
                    <a:lnTo>
                      <a:pt x="20" y="170"/>
                    </a:lnTo>
                    <a:lnTo>
                      <a:pt x="22" y="170"/>
                    </a:lnTo>
                    <a:lnTo>
                      <a:pt x="22" y="170"/>
                    </a:lnTo>
                    <a:lnTo>
                      <a:pt x="20" y="182"/>
                    </a:lnTo>
                    <a:lnTo>
                      <a:pt x="45" y="182"/>
                    </a:lnTo>
                    <a:lnTo>
                      <a:pt x="45" y="182"/>
                    </a:lnTo>
                    <a:lnTo>
                      <a:pt x="47" y="182"/>
                    </a:lnTo>
                    <a:lnTo>
                      <a:pt x="51" y="180"/>
                    </a:lnTo>
                    <a:lnTo>
                      <a:pt x="51" y="180"/>
                    </a:lnTo>
                    <a:lnTo>
                      <a:pt x="55" y="180"/>
                    </a:lnTo>
                    <a:lnTo>
                      <a:pt x="57" y="180"/>
                    </a:lnTo>
                    <a:lnTo>
                      <a:pt x="59" y="180"/>
                    </a:lnTo>
                    <a:lnTo>
                      <a:pt x="59" y="180"/>
                    </a:lnTo>
                    <a:lnTo>
                      <a:pt x="65" y="180"/>
                    </a:lnTo>
                    <a:lnTo>
                      <a:pt x="69" y="180"/>
                    </a:lnTo>
                    <a:lnTo>
                      <a:pt x="79" y="180"/>
                    </a:lnTo>
                    <a:lnTo>
                      <a:pt x="79" y="180"/>
                    </a:lnTo>
                    <a:lnTo>
                      <a:pt x="85" y="180"/>
                    </a:lnTo>
                    <a:lnTo>
                      <a:pt x="89" y="182"/>
                    </a:lnTo>
                    <a:lnTo>
                      <a:pt x="89" y="182"/>
                    </a:lnTo>
                    <a:lnTo>
                      <a:pt x="91" y="184"/>
                    </a:lnTo>
                    <a:lnTo>
                      <a:pt x="95" y="184"/>
                    </a:lnTo>
                    <a:lnTo>
                      <a:pt x="95" y="184"/>
                    </a:lnTo>
                    <a:lnTo>
                      <a:pt x="103" y="184"/>
                    </a:lnTo>
                    <a:lnTo>
                      <a:pt x="103" y="184"/>
                    </a:lnTo>
                    <a:lnTo>
                      <a:pt x="109" y="186"/>
                    </a:lnTo>
                    <a:lnTo>
                      <a:pt x="109" y="186"/>
                    </a:lnTo>
                    <a:lnTo>
                      <a:pt x="107" y="180"/>
                    </a:lnTo>
                    <a:lnTo>
                      <a:pt x="107" y="180"/>
                    </a:lnTo>
                    <a:lnTo>
                      <a:pt x="109" y="174"/>
                    </a:lnTo>
                    <a:lnTo>
                      <a:pt x="111" y="172"/>
                    </a:lnTo>
                    <a:lnTo>
                      <a:pt x="111" y="172"/>
                    </a:lnTo>
                    <a:lnTo>
                      <a:pt x="107" y="168"/>
                    </a:lnTo>
                    <a:lnTo>
                      <a:pt x="101" y="162"/>
                    </a:lnTo>
                    <a:lnTo>
                      <a:pt x="101" y="162"/>
                    </a:lnTo>
                    <a:lnTo>
                      <a:pt x="99" y="158"/>
                    </a:lnTo>
                    <a:lnTo>
                      <a:pt x="93" y="154"/>
                    </a:lnTo>
                    <a:lnTo>
                      <a:pt x="93" y="154"/>
                    </a:lnTo>
                    <a:lnTo>
                      <a:pt x="91" y="148"/>
                    </a:lnTo>
                    <a:lnTo>
                      <a:pt x="87" y="144"/>
                    </a:lnTo>
                    <a:lnTo>
                      <a:pt x="87" y="144"/>
                    </a:lnTo>
                    <a:lnTo>
                      <a:pt x="81" y="130"/>
                    </a:lnTo>
                    <a:lnTo>
                      <a:pt x="81" y="130"/>
                    </a:lnTo>
                    <a:lnTo>
                      <a:pt x="79" y="126"/>
                    </a:lnTo>
                    <a:lnTo>
                      <a:pt x="77" y="124"/>
                    </a:lnTo>
                    <a:lnTo>
                      <a:pt x="77" y="124"/>
                    </a:lnTo>
                    <a:lnTo>
                      <a:pt x="75" y="122"/>
                    </a:lnTo>
                    <a:lnTo>
                      <a:pt x="75" y="122"/>
                    </a:lnTo>
                    <a:lnTo>
                      <a:pt x="79" y="118"/>
                    </a:lnTo>
                    <a:lnTo>
                      <a:pt x="79" y="118"/>
                    </a:lnTo>
                    <a:lnTo>
                      <a:pt x="83" y="114"/>
                    </a:lnTo>
                    <a:lnTo>
                      <a:pt x="85" y="108"/>
                    </a:lnTo>
                    <a:lnTo>
                      <a:pt x="89" y="100"/>
                    </a:lnTo>
                    <a:lnTo>
                      <a:pt x="93" y="92"/>
                    </a:lnTo>
                    <a:lnTo>
                      <a:pt x="93" y="92"/>
                    </a:lnTo>
                    <a:lnTo>
                      <a:pt x="91" y="86"/>
                    </a:lnTo>
                    <a:lnTo>
                      <a:pt x="89" y="80"/>
                    </a:lnTo>
                    <a:lnTo>
                      <a:pt x="89" y="80"/>
                    </a:lnTo>
                    <a:lnTo>
                      <a:pt x="79" y="68"/>
                    </a:lnTo>
                    <a:lnTo>
                      <a:pt x="79" y="68"/>
                    </a:lnTo>
                    <a:lnTo>
                      <a:pt x="79" y="66"/>
                    </a:lnTo>
                    <a:lnTo>
                      <a:pt x="79" y="64"/>
                    </a:lnTo>
                    <a:lnTo>
                      <a:pt x="81" y="60"/>
                    </a:lnTo>
                    <a:lnTo>
                      <a:pt x="81" y="60"/>
                    </a:lnTo>
                    <a:lnTo>
                      <a:pt x="85" y="58"/>
                    </a:lnTo>
                    <a:lnTo>
                      <a:pt x="91" y="58"/>
                    </a:lnTo>
                    <a:lnTo>
                      <a:pt x="97" y="58"/>
                    </a:lnTo>
                    <a:lnTo>
                      <a:pt x="97" y="58"/>
                    </a:lnTo>
                    <a:lnTo>
                      <a:pt x="97" y="56"/>
                    </a:lnTo>
                    <a:lnTo>
                      <a:pt x="97" y="52"/>
                    </a:lnTo>
                    <a:lnTo>
                      <a:pt x="97" y="52"/>
                    </a:lnTo>
                    <a:lnTo>
                      <a:pt x="95" y="48"/>
                    </a:lnTo>
                    <a:lnTo>
                      <a:pt x="95" y="44"/>
                    </a:lnTo>
                    <a:lnTo>
                      <a:pt x="95" y="44"/>
                    </a:lnTo>
                    <a:lnTo>
                      <a:pt x="93" y="40"/>
                    </a:lnTo>
                    <a:lnTo>
                      <a:pt x="91" y="34"/>
                    </a:lnTo>
                    <a:lnTo>
                      <a:pt x="91" y="34"/>
                    </a:lnTo>
                    <a:lnTo>
                      <a:pt x="93" y="30"/>
                    </a:lnTo>
                    <a:lnTo>
                      <a:pt x="95" y="28"/>
                    </a:lnTo>
                    <a:lnTo>
                      <a:pt x="95" y="28"/>
                    </a:lnTo>
                    <a:lnTo>
                      <a:pt x="95" y="24"/>
                    </a:lnTo>
                    <a:lnTo>
                      <a:pt x="95" y="24"/>
                    </a:lnTo>
                    <a:lnTo>
                      <a:pt x="95" y="20"/>
                    </a:lnTo>
                    <a:lnTo>
                      <a:pt x="91" y="16"/>
                    </a:lnTo>
                    <a:lnTo>
                      <a:pt x="91" y="16"/>
                    </a:lnTo>
                    <a:lnTo>
                      <a:pt x="91" y="14"/>
                    </a:lnTo>
                    <a:lnTo>
                      <a:pt x="91" y="12"/>
                    </a:lnTo>
                    <a:lnTo>
                      <a:pt x="91" y="8"/>
                    </a:lnTo>
                    <a:lnTo>
                      <a:pt x="91" y="8"/>
                    </a:lnTo>
                    <a:lnTo>
                      <a:pt x="81" y="0"/>
                    </a:lnTo>
                    <a:lnTo>
                      <a:pt x="81" y="12"/>
                    </a:lnTo>
                    <a:lnTo>
                      <a:pt x="81" y="12"/>
                    </a:lnTo>
                    <a:lnTo>
                      <a:pt x="83" y="14"/>
                    </a:lnTo>
                    <a:lnTo>
                      <a:pt x="85" y="16"/>
                    </a:lnTo>
                    <a:lnTo>
                      <a:pt x="85" y="16"/>
                    </a:lnTo>
                    <a:lnTo>
                      <a:pt x="83" y="24"/>
                    </a:lnTo>
                    <a:lnTo>
                      <a:pt x="81" y="28"/>
                    </a:lnTo>
                    <a:lnTo>
                      <a:pt x="79" y="28"/>
                    </a:lnTo>
                    <a:lnTo>
                      <a:pt x="79" y="28"/>
                    </a:lnTo>
                    <a:lnTo>
                      <a:pt x="77" y="30"/>
                    </a:lnTo>
                    <a:lnTo>
                      <a:pt x="75" y="32"/>
                    </a:lnTo>
                    <a:lnTo>
                      <a:pt x="75" y="32"/>
                    </a:lnTo>
                    <a:lnTo>
                      <a:pt x="73" y="36"/>
                    </a:lnTo>
                    <a:lnTo>
                      <a:pt x="69" y="40"/>
                    </a:lnTo>
                    <a:lnTo>
                      <a:pt x="69" y="40"/>
                    </a:lnTo>
                    <a:lnTo>
                      <a:pt x="69" y="42"/>
                    </a:lnTo>
                    <a:lnTo>
                      <a:pt x="69" y="42"/>
                    </a:lnTo>
                    <a:lnTo>
                      <a:pt x="69" y="46"/>
                    </a:lnTo>
                    <a:lnTo>
                      <a:pt x="69" y="46"/>
                    </a:lnTo>
                    <a:lnTo>
                      <a:pt x="67" y="50"/>
                    </a:lnTo>
                    <a:lnTo>
                      <a:pt x="65" y="52"/>
                    </a:lnTo>
                    <a:lnTo>
                      <a:pt x="65" y="52"/>
                    </a:lnTo>
                    <a:lnTo>
                      <a:pt x="63" y="56"/>
                    </a:lnTo>
                    <a:lnTo>
                      <a:pt x="63" y="58"/>
                    </a:lnTo>
                    <a:lnTo>
                      <a:pt x="63" y="58"/>
                    </a:lnTo>
                    <a:lnTo>
                      <a:pt x="65" y="62"/>
                    </a:lnTo>
                    <a:lnTo>
                      <a:pt x="65" y="64"/>
                    </a:lnTo>
                    <a:lnTo>
                      <a:pt x="63" y="66"/>
                    </a:lnTo>
                    <a:lnTo>
                      <a:pt x="63" y="66"/>
                    </a:lnTo>
                    <a:lnTo>
                      <a:pt x="53" y="70"/>
                    </a:lnTo>
                    <a:lnTo>
                      <a:pt x="53" y="70"/>
                    </a:lnTo>
                    <a:lnTo>
                      <a:pt x="51" y="72"/>
                    </a:lnTo>
                    <a:lnTo>
                      <a:pt x="49" y="76"/>
                    </a:lnTo>
                    <a:lnTo>
                      <a:pt x="49" y="76"/>
                    </a:lnTo>
                    <a:lnTo>
                      <a:pt x="49" y="80"/>
                    </a:lnTo>
                    <a:lnTo>
                      <a:pt x="47" y="84"/>
                    </a:lnTo>
                    <a:lnTo>
                      <a:pt x="47" y="84"/>
                    </a:lnTo>
                    <a:lnTo>
                      <a:pt x="45" y="88"/>
                    </a:lnTo>
                    <a:lnTo>
                      <a:pt x="45" y="92"/>
                    </a:lnTo>
                    <a:lnTo>
                      <a:pt x="45" y="92"/>
                    </a:lnTo>
                    <a:lnTo>
                      <a:pt x="41" y="96"/>
                    </a:lnTo>
                    <a:lnTo>
                      <a:pt x="39" y="98"/>
                    </a:lnTo>
                    <a:lnTo>
                      <a:pt x="39" y="98"/>
                    </a:lnTo>
                    <a:lnTo>
                      <a:pt x="37" y="102"/>
                    </a:lnTo>
                    <a:lnTo>
                      <a:pt x="35" y="108"/>
                    </a:lnTo>
                    <a:lnTo>
                      <a:pt x="35" y="108"/>
                    </a:lnTo>
                    <a:lnTo>
                      <a:pt x="37" y="112"/>
                    </a:lnTo>
                    <a:lnTo>
                      <a:pt x="37" y="112"/>
                    </a:lnTo>
                    <a:lnTo>
                      <a:pt x="35" y="114"/>
                    </a:lnTo>
                    <a:lnTo>
                      <a:pt x="35" y="114"/>
                    </a:lnTo>
                    <a:lnTo>
                      <a:pt x="32" y="116"/>
                    </a:lnTo>
                    <a:lnTo>
                      <a:pt x="30" y="120"/>
                    </a:lnTo>
                    <a:lnTo>
                      <a:pt x="28" y="122"/>
                    </a:lnTo>
                    <a:lnTo>
                      <a:pt x="24" y="122"/>
                    </a:lnTo>
                    <a:lnTo>
                      <a:pt x="24" y="122"/>
                    </a:lnTo>
                    <a:lnTo>
                      <a:pt x="26" y="116"/>
                    </a:lnTo>
                    <a:lnTo>
                      <a:pt x="24" y="114"/>
                    </a:lnTo>
                    <a:lnTo>
                      <a:pt x="24" y="114"/>
                    </a:lnTo>
                    <a:lnTo>
                      <a:pt x="24" y="114"/>
                    </a:lnTo>
                    <a:lnTo>
                      <a:pt x="18" y="112"/>
                    </a:lnTo>
                    <a:lnTo>
                      <a:pt x="18" y="112"/>
                    </a:lnTo>
                    <a:lnTo>
                      <a:pt x="18" y="112"/>
                    </a:lnTo>
                    <a:lnTo>
                      <a:pt x="14" y="114"/>
                    </a:lnTo>
                    <a:lnTo>
                      <a:pt x="14" y="114"/>
                    </a:lnTo>
                    <a:lnTo>
                      <a:pt x="8" y="116"/>
                    </a:lnTo>
                    <a:lnTo>
                      <a:pt x="6" y="116"/>
                    </a:lnTo>
                    <a:lnTo>
                      <a:pt x="4" y="118"/>
                    </a:lnTo>
                    <a:lnTo>
                      <a:pt x="4" y="118"/>
                    </a:lnTo>
                    <a:lnTo>
                      <a:pt x="2" y="124"/>
                    </a:lnTo>
                    <a:lnTo>
                      <a:pt x="2" y="126"/>
                    </a:lnTo>
                    <a:lnTo>
                      <a:pt x="0" y="128"/>
                    </a:lnTo>
                    <a:lnTo>
                      <a:pt x="0" y="128"/>
                    </a:lnTo>
                    <a:lnTo>
                      <a:pt x="0" y="128"/>
                    </a:lnTo>
                    <a:lnTo>
                      <a:pt x="0" y="132"/>
                    </a:lnTo>
                    <a:lnTo>
                      <a:pt x="0" y="132"/>
                    </a:lnTo>
                    <a:lnTo>
                      <a:pt x="0" y="134"/>
                    </a:lnTo>
                    <a:lnTo>
                      <a:pt x="2" y="136"/>
                    </a:lnTo>
                    <a:lnTo>
                      <a:pt x="0" y="142"/>
                    </a:lnTo>
                    <a:lnTo>
                      <a:pt x="0" y="1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7" name="Freeform 240">
                <a:extLst>
                  <a:ext uri="{FF2B5EF4-FFF2-40B4-BE49-F238E27FC236}">
                    <a16:creationId xmlns:a16="http://schemas.microsoft.com/office/drawing/2014/main" id="{14EF171F-61D2-D648-B1BE-9B2FB50BA184}"/>
                  </a:ext>
                </a:extLst>
              </p:cNvPr>
              <p:cNvSpPr>
                <a:spLocks/>
              </p:cNvSpPr>
              <p:nvPr/>
            </p:nvSpPr>
            <p:spPr bwMode="auto">
              <a:xfrm>
                <a:off x="6661202" y="4479748"/>
                <a:ext cx="59605" cy="68081"/>
              </a:xfrm>
              <a:custGeom>
                <a:avLst/>
                <a:gdLst>
                  <a:gd name="T0" fmla="*/ 0 w 30"/>
                  <a:gd name="T1" fmla="*/ 2 h 34"/>
                  <a:gd name="T2" fmla="*/ 0 w 30"/>
                  <a:gd name="T3" fmla="*/ 2 h 34"/>
                  <a:gd name="T4" fmla="*/ 2 w 30"/>
                  <a:gd name="T5" fmla="*/ 2 h 34"/>
                  <a:gd name="T6" fmla="*/ 4 w 30"/>
                  <a:gd name="T7" fmla="*/ 0 h 34"/>
                  <a:gd name="T8" fmla="*/ 6 w 30"/>
                  <a:gd name="T9" fmla="*/ 2 h 34"/>
                  <a:gd name="T10" fmla="*/ 6 w 30"/>
                  <a:gd name="T11" fmla="*/ 2 h 34"/>
                  <a:gd name="T12" fmla="*/ 8 w 30"/>
                  <a:gd name="T13" fmla="*/ 8 h 34"/>
                  <a:gd name="T14" fmla="*/ 8 w 30"/>
                  <a:gd name="T15" fmla="*/ 8 h 34"/>
                  <a:gd name="T16" fmla="*/ 12 w 30"/>
                  <a:gd name="T17" fmla="*/ 6 h 34"/>
                  <a:gd name="T18" fmla="*/ 12 w 30"/>
                  <a:gd name="T19" fmla="*/ 6 h 34"/>
                  <a:gd name="T20" fmla="*/ 14 w 30"/>
                  <a:gd name="T21" fmla="*/ 4 h 34"/>
                  <a:gd name="T22" fmla="*/ 14 w 30"/>
                  <a:gd name="T23" fmla="*/ 2 h 34"/>
                  <a:gd name="T24" fmla="*/ 14 w 30"/>
                  <a:gd name="T25" fmla="*/ 0 h 34"/>
                  <a:gd name="T26" fmla="*/ 16 w 30"/>
                  <a:gd name="T27" fmla="*/ 0 h 34"/>
                  <a:gd name="T28" fmla="*/ 16 w 30"/>
                  <a:gd name="T29" fmla="*/ 0 h 34"/>
                  <a:gd name="T30" fmla="*/ 22 w 30"/>
                  <a:gd name="T31" fmla="*/ 2 h 34"/>
                  <a:gd name="T32" fmla="*/ 24 w 30"/>
                  <a:gd name="T33" fmla="*/ 2 h 34"/>
                  <a:gd name="T34" fmla="*/ 24 w 30"/>
                  <a:gd name="T35" fmla="*/ 2 h 34"/>
                  <a:gd name="T36" fmla="*/ 24 w 30"/>
                  <a:gd name="T37" fmla="*/ 6 h 34"/>
                  <a:gd name="T38" fmla="*/ 24 w 30"/>
                  <a:gd name="T39" fmla="*/ 8 h 34"/>
                  <a:gd name="T40" fmla="*/ 26 w 30"/>
                  <a:gd name="T41" fmla="*/ 12 h 34"/>
                  <a:gd name="T42" fmla="*/ 26 w 30"/>
                  <a:gd name="T43" fmla="*/ 12 h 34"/>
                  <a:gd name="T44" fmla="*/ 30 w 30"/>
                  <a:gd name="T45" fmla="*/ 12 h 34"/>
                  <a:gd name="T46" fmla="*/ 30 w 30"/>
                  <a:gd name="T47" fmla="*/ 12 h 34"/>
                  <a:gd name="T48" fmla="*/ 30 w 30"/>
                  <a:gd name="T49" fmla="*/ 12 h 34"/>
                  <a:gd name="T50" fmla="*/ 28 w 30"/>
                  <a:gd name="T51" fmla="*/ 18 h 34"/>
                  <a:gd name="T52" fmla="*/ 28 w 30"/>
                  <a:gd name="T53" fmla="*/ 18 h 34"/>
                  <a:gd name="T54" fmla="*/ 22 w 30"/>
                  <a:gd name="T55" fmla="*/ 22 h 34"/>
                  <a:gd name="T56" fmla="*/ 20 w 30"/>
                  <a:gd name="T57" fmla="*/ 30 h 34"/>
                  <a:gd name="T58" fmla="*/ 20 w 30"/>
                  <a:gd name="T59" fmla="*/ 30 h 34"/>
                  <a:gd name="T60" fmla="*/ 14 w 30"/>
                  <a:gd name="T61" fmla="*/ 34 h 34"/>
                  <a:gd name="T62" fmla="*/ 14 w 30"/>
                  <a:gd name="T63" fmla="*/ 34 h 34"/>
                  <a:gd name="T64" fmla="*/ 8 w 30"/>
                  <a:gd name="T65" fmla="*/ 32 h 34"/>
                  <a:gd name="T66" fmla="*/ 8 w 30"/>
                  <a:gd name="T67" fmla="*/ 32 h 34"/>
                  <a:gd name="T68" fmla="*/ 8 w 30"/>
                  <a:gd name="T69" fmla="*/ 10 h 34"/>
                  <a:gd name="T70" fmla="*/ 8 w 30"/>
                  <a:gd name="T71" fmla="*/ 10 h 34"/>
                  <a:gd name="T72" fmla="*/ 2 w 30"/>
                  <a:gd name="T73" fmla="*/ 8 h 34"/>
                  <a:gd name="T74" fmla="*/ 2 w 30"/>
                  <a:gd name="T75" fmla="*/ 8 h 34"/>
                  <a:gd name="T76" fmla="*/ 0 w 30"/>
                  <a:gd name="T77" fmla="*/ 4 h 34"/>
                  <a:gd name="T78" fmla="*/ 0 w 30"/>
                  <a:gd name="T79"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0" h="34">
                    <a:moveTo>
                      <a:pt x="0" y="2"/>
                    </a:moveTo>
                    <a:lnTo>
                      <a:pt x="0" y="2"/>
                    </a:lnTo>
                    <a:lnTo>
                      <a:pt x="2" y="2"/>
                    </a:lnTo>
                    <a:lnTo>
                      <a:pt x="4" y="0"/>
                    </a:lnTo>
                    <a:lnTo>
                      <a:pt x="6" y="2"/>
                    </a:lnTo>
                    <a:lnTo>
                      <a:pt x="6" y="2"/>
                    </a:lnTo>
                    <a:lnTo>
                      <a:pt x="8" y="8"/>
                    </a:lnTo>
                    <a:lnTo>
                      <a:pt x="8" y="8"/>
                    </a:lnTo>
                    <a:lnTo>
                      <a:pt x="12" y="6"/>
                    </a:lnTo>
                    <a:lnTo>
                      <a:pt x="12" y="6"/>
                    </a:lnTo>
                    <a:lnTo>
                      <a:pt x="14" y="4"/>
                    </a:lnTo>
                    <a:lnTo>
                      <a:pt x="14" y="2"/>
                    </a:lnTo>
                    <a:lnTo>
                      <a:pt x="14" y="0"/>
                    </a:lnTo>
                    <a:lnTo>
                      <a:pt x="16" y="0"/>
                    </a:lnTo>
                    <a:lnTo>
                      <a:pt x="16" y="0"/>
                    </a:lnTo>
                    <a:lnTo>
                      <a:pt x="22" y="2"/>
                    </a:lnTo>
                    <a:lnTo>
                      <a:pt x="24" y="2"/>
                    </a:lnTo>
                    <a:lnTo>
                      <a:pt x="24" y="2"/>
                    </a:lnTo>
                    <a:lnTo>
                      <a:pt x="24" y="6"/>
                    </a:lnTo>
                    <a:lnTo>
                      <a:pt x="24" y="8"/>
                    </a:lnTo>
                    <a:lnTo>
                      <a:pt x="26" y="12"/>
                    </a:lnTo>
                    <a:lnTo>
                      <a:pt x="26" y="12"/>
                    </a:lnTo>
                    <a:lnTo>
                      <a:pt x="30" y="12"/>
                    </a:lnTo>
                    <a:lnTo>
                      <a:pt x="30" y="12"/>
                    </a:lnTo>
                    <a:lnTo>
                      <a:pt x="30" y="12"/>
                    </a:lnTo>
                    <a:lnTo>
                      <a:pt x="28" y="18"/>
                    </a:lnTo>
                    <a:lnTo>
                      <a:pt x="28" y="18"/>
                    </a:lnTo>
                    <a:lnTo>
                      <a:pt x="22" y="22"/>
                    </a:lnTo>
                    <a:lnTo>
                      <a:pt x="20" y="30"/>
                    </a:lnTo>
                    <a:lnTo>
                      <a:pt x="20" y="30"/>
                    </a:lnTo>
                    <a:lnTo>
                      <a:pt x="14" y="34"/>
                    </a:lnTo>
                    <a:lnTo>
                      <a:pt x="14" y="34"/>
                    </a:lnTo>
                    <a:lnTo>
                      <a:pt x="8" y="32"/>
                    </a:lnTo>
                    <a:lnTo>
                      <a:pt x="8" y="32"/>
                    </a:lnTo>
                    <a:lnTo>
                      <a:pt x="8" y="10"/>
                    </a:lnTo>
                    <a:lnTo>
                      <a:pt x="8" y="10"/>
                    </a:lnTo>
                    <a:lnTo>
                      <a:pt x="2" y="8"/>
                    </a:lnTo>
                    <a:lnTo>
                      <a:pt x="2" y="8"/>
                    </a:lnTo>
                    <a:lnTo>
                      <a:pt x="0" y="4"/>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8" name="Freeform 242">
                <a:extLst>
                  <a:ext uri="{FF2B5EF4-FFF2-40B4-BE49-F238E27FC236}">
                    <a16:creationId xmlns:a16="http://schemas.microsoft.com/office/drawing/2014/main" id="{3ECD59D0-4F7C-3044-9874-D5D72F273C3C}"/>
                  </a:ext>
                </a:extLst>
              </p:cNvPr>
              <p:cNvSpPr>
                <a:spLocks/>
              </p:cNvSpPr>
              <p:nvPr/>
            </p:nvSpPr>
            <p:spPr bwMode="auto">
              <a:xfrm>
                <a:off x="5749069" y="3847004"/>
                <a:ext cx="191457" cy="196231"/>
              </a:xfrm>
              <a:custGeom>
                <a:avLst/>
                <a:gdLst>
                  <a:gd name="T0" fmla="*/ 64 w 98"/>
                  <a:gd name="T1" fmla="*/ 70 h 98"/>
                  <a:gd name="T2" fmla="*/ 64 w 98"/>
                  <a:gd name="T3" fmla="*/ 72 h 98"/>
                  <a:gd name="T4" fmla="*/ 44 w 98"/>
                  <a:gd name="T5" fmla="*/ 72 h 98"/>
                  <a:gd name="T6" fmla="*/ 40 w 98"/>
                  <a:gd name="T7" fmla="*/ 74 h 98"/>
                  <a:gd name="T8" fmla="*/ 40 w 98"/>
                  <a:gd name="T9" fmla="*/ 78 h 98"/>
                  <a:gd name="T10" fmla="*/ 42 w 98"/>
                  <a:gd name="T11" fmla="*/ 88 h 98"/>
                  <a:gd name="T12" fmla="*/ 40 w 98"/>
                  <a:gd name="T13" fmla="*/ 96 h 98"/>
                  <a:gd name="T14" fmla="*/ 30 w 98"/>
                  <a:gd name="T15" fmla="*/ 98 h 98"/>
                  <a:gd name="T16" fmla="*/ 28 w 98"/>
                  <a:gd name="T17" fmla="*/ 96 h 98"/>
                  <a:gd name="T18" fmla="*/ 28 w 98"/>
                  <a:gd name="T19" fmla="*/ 90 h 98"/>
                  <a:gd name="T20" fmla="*/ 18 w 98"/>
                  <a:gd name="T21" fmla="*/ 94 h 98"/>
                  <a:gd name="T22" fmla="*/ 12 w 98"/>
                  <a:gd name="T23" fmla="*/ 88 h 98"/>
                  <a:gd name="T24" fmla="*/ 0 w 98"/>
                  <a:gd name="T25" fmla="*/ 88 h 98"/>
                  <a:gd name="T26" fmla="*/ 0 w 98"/>
                  <a:gd name="T27" fmla="*/ 78 h 98"/>
                  <a:gd name="T28" fmla="*/ 2 w 98"/>
                  <a:gd name="T29" fmla="*/ 76 h 98"/>
                  <a:gd name="T30" fmla="*/ 4 w 98"/>
                  <a:gd name="T31" fmla="*/ 72 h 98"/>
                  <a:gd name="T32" fmla="*/ 4 w 98"/>
                  <a:gd name="T33" fmla="*/ 68 h 98"/>
                  <a:gd name="T34" fmla="*/ 4 w 98"/>
                  <a:gd name="T35" fmla="*/ 62 h 98"/>
                  <a:gd name="T36" fmla="*/ 6 w 98"/>
                  <a:gd name="T37" fmla="*/ 60 h 98"/>
                  <a:gd name="T38" fmla="*/ 10 w 98"/>
                  <a:gd name="T39" fmla="*/ 56 h 98"/>
                  <a:gd name="T40" fmla="*/ 12 w 98"/>
                  <a:gd name="T41" fmla="*/ 58 h 98"/>
                  <a:gd name="T42" fmla="*/ 16 w 98"/>
                  <a:gd name="T43" fmla="*/ 48 h 98"/>
                  <a:gd name="T44" fmla="*/ 18 w 98"/>
                  <a:gd name="T45" fmla="*/ 42 h 98"/>
                  <a:gd name="T46" fmla="*/ 20 w 98"/>
                  <a:gd name="T47" fmla="*/ 40 h 98"/>
                  <a:gd name="T48" fmla="*/ 32 w 98"/>
                  <a:gd name="T49" fmla="*/ 36 h 98"/>
                  <a:gd name="T50" fmla="*/ 34 w 98"/>
                  <a:gd name="T51" fmla="*/ 34 h 98"/>
                  <a:gd name="T52" fmla="*/ 36 w 98"/>
                  <a:gd name="T53" fmla="*/ 30 h 98"/>
                  <a:gd name="T54" fmla="*/ 42 w 98"/>
                  <a:gd name="T55" fmla="*/ 22 h 98"/>
                  <a:gd name="T56" fmla="*/ 46 w 98"/>
                  <a:gd name="T57" fmla="*/ 20 h 98"/>
                  <a:gd name="T58" fmla="*/ 48 w 98"/>
                  <a:gd name="T59" fmla="*/ 18 h 98"/>
                  <a:gd name="T60" fmla="*/ 50 w 98"/>
                  <a:gd name="T61" fmla="*/ 12 h 98"/>
                  <a:gd name="T62" fmla="*/ 54 w 98"/>
                  <a:gd name="T63" fmla="*/ 8 h 98"/>
                  <a:gd name="T64" fmla="*/ 58 w 98"/>
                  <a:gd name="T65" fmla="*/ 8 h 98"/>
                  <a:gd name="T66" fmla="*/ 60 w 98"/>
                  <a:gd name="T67" fmla="*/ 4 h 98"/>
                  <a:gd name="T68" fmla="*/ 64 w 98"/>
                  <a:gd name="T69" fmla="*/ 0 h 98"/>
                  <a:gd name="T70" fmla="*/ 66 w 98"/>
                  <a:gd name="T71" fmla="*/ 2 h 98"/>
                  <a:gd name="T72" fmla="*/ 68 w 98"/>
                  <a:gd name="T73" fmla="*/ 2 h 98"/>
                  <a:gd name="T74" fmla="*/ 70 w 98"/>
                  <a:gd name="T75" fmla="*/ 2 h 98"/>
                  <a:gd name="T76" fmla="*/ 74 w 98"/>
                  <a:gd name="T77" fmla="*/ 6 h 98"/>
                  <a:gd name="T78" fmla="*/ 76 w 98"/>
                  <a:gd name="T79" fmla="*/ 18 h 98"/>
                  <a:gd name="T80" fmla="*/ 86 w 98"/>
                  <a:gd name="T81" fmla="*/ 28 h 98"/>
                  <a:gd name="T82" fmla="*/ 92 w 98"/>
                  <a:gd name="T83" fmla="*/ 42 h 98"/>
                  <a:gd name="T84" fmla="*/ 96 w 98"/>
                  <a:gd name="T85" fmla="*/ 42 h 98"/>
                  <a:gd name="T86" fmla="*/ 96 w 98"/>
                  <a:gd name="T87" fmla="*/ 42 h 98"/>
                  <a:gd name="T88" fmla="*/ 94 w 98"/>
                  <a:gd name="T89" fmla="*/ 48 h 98"/>
                  <a:gd name="T90" fmla="*/ 98 w 98"/>
                  <a:gd name="T91" fmla="*/ 62 h 98"/>
                  <a:gd name="T92" fmla="*/ 98 w 98"/>
                  <a:gd name="T93" fmla="*/ 66 h 98"/>
                  <a:gd name="T94" fmla="*/ 92 w 98"/>
                  <a:gd name="T95" fmla="*/ 68 h 98"/>
                  <a:gd name="T96" fmla="*/ 92 w 98"/>
                  <a:gd name="T97" fmla="*/ 70 h 98"/>
                  <a:gd name="T98" fmla="*/ 90 w 98"/>
                  <a:gd name="T99" fmla="*/ 72 h 98"/>
                  <a:gd name="T100" fmla="*/ 86 w 98"/>
                  <a:gd name="T101" fmla="*/ 72 h 98"/>
                  <a:gd name="T102" fmla="*/ 80 w 98"/>
                  <a:gd name="T103" fmla="*/ 72 h 98"/>
                  <a:gd name="T104" fmla="*/ 74 w 98"/>
                  <a:gd name="T105"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8" h="98">
                    <a:moveTo>
                      <a:pt x="74" y="70"/>
                    </a:moveTo>
                    <a:lnTo>
                      <a:pt x="64" y="70"/>
                    </a:lnTo>
                    <a:lnTo>
                      <a:pt x="64" y="72"/>
                    </a:lnTo>
                    <a:lnTo>
                      <a:pt x="64" y="72"/>
                    </a:lnTo>
                    <a:lnTo>
                      <a:pt x="54" y="72"/>
                    </a:lnTo>
                    <a:lnTo>
                      <a:pt x="44" y="72"/>
                    </a:lnTo>
                    <a:lnTo>
                      <a:pt x="44" y="72"/>
                    </a:lnTo>
                    <a:lnTo>
                      <a:pt x="40" y="74"/>
                    </a:lnTo>
                    <a:lnTo>
                      <a:pt x="40" y="78"/>
                    </a:lnTo>
                    <a:lnTo>
                      <a:pt x="40" y="78"/>
                    </a:lnTo>
                    <a:lnTo>
                      <a:pt x="40" y="84"/>
                    </a:lnTo>
                    <a:lnTo>
                      <a:pt x="42" y="88"/>
                    </a:lnTo>
                    <a:lnTo>
                      <a:pt x="42" y="88"/>
                    </a:lnTo>
                    <a:lnTo>
                      <a:pt x="40" y="96"/>
                    </a:lnTo>
                    <a:lnTo>
                      <a:pt x="40" y="96"/>
                    </a:lnTo>
                    <a:lnTo>
                      <a:pt x="30" y="98"/>
                    </a:lnTo>
                    <a:lnTo>
                      <a:pt x="30" y="98"/>
                    </a:lnTo>
                    <a:lnTo>
                      <a:pt x="28" y="96"/>
                    </a:lnTo>
                    <a:lnTo>
                      <a:pt x="28" y="94"/>
                    </a:lnTo>
                    <a:lnTo>
                      <a:pt x="28" y="90"/>
                    </a:lnTo>
                    <a:lnTo>
                      <a:pt x="22" y="90"/>
                    </a:lnTo>
                    <a:lnTo>
                      <a:pt x="18" y="94"/>
                    </a:lnTo>
                    <a:lnTo>
                      <a:pt x="12" y="92"/>
                    </a:lnTo>
                    <a:lnTo>
                      <a:pt x="12" y="88"/>
                    </a:lnTo>
                    <a:lnTo>
                      <a:pt x="0" y="88"/>
                    </a:lnTo>
                    <a:lnTo>
                      <a:pt x="0" y="88"/>
                    </a:lnTo>
                    <a:lnTo>
                      <a:pt x="0" y="82"/>
                    </a:lnTo>
                    <a:lnTo>
                      <a:pt x="0" y="78"/>
                    </a:lnTo>
                    <a:lnTo>
                      <a:pt x="2" y="76"/>
                    </a:lnTo>
                    <a:lnTo>
                      <a:pt x="2" y="76"/>
                    </a:lnTo>
                    <a:lnTo>
                      <a:pt x="4" y="74"/>
                    </a:lnTo>
                    <a:lnTo>
                      <a:pt x="4" y="72"/>
                    </a:lnTo>
                    <a:lnTo>
                      <a:pt x="4" y="68"/>
                    </a:lnTo>
                    <a:lnTo>
                      <a:pt x="4" y="68"/>
                    </a:lnTo>
                    <a:lnTo>
                      <a:pt x="4" y="64"/>
                    </a:lnTo>
                    <a:lnTo>
                      <a:pt x="4" y="62"/>
                    </a:lnTo>
                    <a:lnTo>
                      <a:pt x="4" y="62"/>
                    </a:lnTo>
                    <a:lnTo>
                      <a:pt x="6" y="60"/>
                    </a:lnTo>
                    <a:lnTo>
                      <a:pt x="10" y="56"/>
                    </a:lnTo>
                    <a:lnTo>
                      <a:pt x="10" y="56"/>
                    </a:lnTo>
                    <a:lnTo>
                      <a:pt x="12" y="58"/>
                    </a:lnTo>
                    <a:lnTo>
                      <a:pt x="12" y="58"/>
                    </a:lnTo>
                    <a:lnTo>
                      <a:pt x="12" y="58"/>
                    </a:lnTo>
                    <a:lnTo>
                      <a:pt x="16" y="48"/>
                    </a:lnTo>
                    <a:lnTo>
                      <a:pt x="16" y="48"/>
                    </a:lnTo>
                    <a:lnTo>
                      <a:pt x="18" y="42"/>
                    </a:lnTo>
                    <a:lnTo>
                      <a:pt x="20" y="40"/>
                    </a:lnTo>
                    <a:lnTo>
                      <a:pt x="20" y="40"/>
                    </a:lnTo>
                    <a:lnTo>
                      <a:pt x="26" y="38"/>
                    </a:lnTo>
                    <a:lnTo>
                      <a:pt x="32" y="36"/>
                    </a:lnTo>
                    <a:lnTo>
                      <a:pt x="32" y="36"/>
                    </a:lnTo>
                    <a:lnTo>
                      <a:pt x="34" y="34"/>
                    </a:lnTo>
                    <a:lnTo>
                      <a:pt x="36" y="30"/>
                    </a:lnTo>
                    <a:lnTo>
                      <a:pt x="36" y="30"/>
                    </a:lnTo>
                    <a:lnTo>
                      <a:pt x="38" y="26"/>
                    </a:lnTo>
                    <a:lnTo>
                      <a:pt x="42" y="22"/>
                    </a:lnTo>
                    <a:lnTo>
                      <a:pt x="42" y="22"/>
                    </a:lnTo>
                    <a:lnTo>
                      <a:pt x="46" y="20"/>
                    </a:lnTo>
                    <a:lnTo>
                      <a:pt x="48" y="18"/>
                    </a:lnTo>
                    <a:lnTo>
                      <a:pt x="48" y="18"/>
                    </a:lnTo>
                    <a:lnTo>
                      <a:pt x="48" y="18"/>
                    </a:lnTo>
                    <a:lnTo>
                      <a:pt x="50" y="12"/>
                    </a:lnTo>
                    <a:lnTo>
                      <a:pt x="50" y="10"/>
                    </a:lnTo>
                    <a:lnTo>
                      <a:pt x="54" y="8"/>
                    </a:lnTo>
                    <a:lnTo>
                      <a:pt x="54" y="8"/>
                    </a:lnTo>
                    <a:lnTo>
                      <a:pt x="58" y="8"/>
                    </a:lnTo>
                    <a:lnTo>
                      <a:pt x="60" y="4"/>
                    </a:lnTo>
                    <a:lnTo>
                      <a:pt x="60" y="4"/>
                    </a:lnTo>
                    <a:lnTo>
                      <a:pt x="62" y="0"/>
                    </a:lnTo>
                    <a:lnTo>
                      <a:pt x="64" y="0"/>
                    </a:lnTo>
                    <a:lnTo>
                      <a:pt x="66" y="2"/>
                    </a:lnTo>
                    <a:lnTo>
                      <a:pt x="66" y="2"/>
                    </a:lnTo>
                    <a:lnTo>
                      <a:pt x="66" y="2"/>
                    </a:lnTo>
                    <a:lnTo>
                      <a:pt x="68" y="2"/>
                    </a:lnTo>
                    <a:lnTo>
                      <a:pt x="70" y="0"/>
                    </a:lnTo>
                    <a:lnTo>
                      <a:pt x="70" y="2"/>
                    </a:lnTo>
                    <a:lnTo>
                      <a:pt x="70" y="2"/>
                    </a:lnTo>
                    <a:lnTo>
                      <a:pt x="74" y="6"/>
                    </a:lnTo>
                    <a:lnTo>
                      <a:pt x="72" y="12"/>
                    </a:lnTo>
                    <a:lnTo>
                      <a:pt x="76" y="18"/>
                    </a:lnTo>
                    <a:lnTo>
                      <a:pt x="86" y="24"/>
                    </a:lnTo>
                    <a:lnTo>
                      <a:pt x="86" y="28"/>
                    </a:lnTo>
                    <a:lnTo>
                      <a:pt x="92" y="42"/>
                    </a:lnTo>
                    <a:lnTo>
                      <a:pt x="92" y="42"/>
                    </a:lnTo>
                    <a:lnTo>
                      <a:pt x="94" y="40"/>
                    </a:lnTo>
                    <a:lnTo>
                      <a:pt x="96" y="42"/>
                    </a:lnTo>
                    <a:lnTo>
                      <a:pt x="96" y="42"/>
                    </a:lnTo>
                    <a:lnTo>
                      <a:pt x="96" y="42"/>
                    </a:lnTo>
                    <a:lnTo>
                      <a:pt x="96" y="46"/>
                    </a:lnTo>
                    <a:lnTo>
                      <a:pt x="94" y="48"/>
                    </a:lnTo>
                    <a:lnTo>
                      <a:pt x="98" y="62"/>
                    </a:lnTo>
                    <a:lnTo>
                      <a:pt x="98" y="62"/>
                    </a:lnTo>
                    <a:lnTo>
                      <a:pt x="98" y="62"/>
                    </a:lnTo>
                    <a:lnTo>
                      <a:pt x="98" y="66"/>
                    </a:lnTo>
                    <a:lnTo>
                      <a:pt x="98" y="66"/>
                    </a:lnTo>
                    <a:lnTo>
                      <a:pt x="92" y="68"/>
                    </a:lnTo>
                    <a:lnTo>
                      <a:pt x="92" y="68"/>
                    </a:lnTo>
                    <a:lnTo>
                      <a:pt x="92" y="70"/>
                    </a:lnTo>
                    <a:lnTo>
                      <a:pt x="92" y="72"/>
                    </a:lnTo>
                    <a:lnTo>
                      <a:pt x="90" y="72"/>
                    </a:lnTo>
                    <a:lnTo>
                      <a:pt x="90" y="72"/>
                    </a:lnTo>
                    <a:lnTo>
                      <a:pt x="86" y="72"/>
                    </a:lnTo>
                    <a:lnTo>
                      <a:pt x="86" y="72"/>
                    </a:lnTo>
                    <a:lnTo>
                      <a:pt x="80" y="72"/>
                    </a:lnTo>
                    <a:lnTo>
                      <a:pt x="80" y="72"/>
                    </a:lnTo>
                    <a:lnTo>
                      <a:pt x="74" y="70"/>
                    </a:lnTo>
                    <a:lnTo>
                      <a:pt x="74"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9" name="Freeform 249">
                <a:extLst>
                  <a:ext uri="{FF2B5EF4-FFF2-40B4-BE49-F238E27FC236}">
                    <a16:creationId xmlns:a16="http://schemas.microsoft.com/office/drawing/2014/main" id="{6394BBC3-6937-1647-8C41-FAE6A8A4B0D1}"/>
                  </a:ext>
                </a:extLst>
              </p:cNvPr>
              <p:cNvSpPr>
                <a:spLocks/>
              </p:cNvSpPr>
              <p:nvPr/>
            </p:nvSpPr>
            <p:spPr bwMode="auto">
              <a:xfrm>
                <a:off x="6411946" y="4984340"/>
                <a:ext cx="258288" cy="308362"/>
              </a:xfrm>
              <a:custGeom>
                <a:avLst/>
                <a:gdLst>
                  <a:gd name="T0" fmla="*/ 4 w 132"/>
                  <a:gd name="T1" fmla="*/ 128 h 154"/>
                  <a:gd name="T2" fmla="*/ 10 w 132"/>
                  <a:gd name="T3" fmla="*/ 134 h 154"/>
                  <a:gd name="T4" fmla="*/ 10 w 132"/>
                  <a:gd name="T5" fmla="*/ 146 h 154"/>
                  <a:gd name="T6" fmla="*/ 14 w 132"/>
                  <a:gd name="T7" fmla="*/ 154 h 154"/>
                  <a:gd name="T8" fmla="*/ 16 w 132"/>
                  <a:gd name="T9" fmla="*/ 154 h 154"/>
                  <a:gd name="T10" fmla="*/ 20 w 132"/>
                  <a:gd name="T11" fmla="*/ 152 h 154"/>
                  <a:gd name="T12" fmla="*/ 32 w 132"/>
                  <a:gd name="T13" fmla="*/ 146 h 154"/>
                  <a:gd name="T14" fmla="*/ 46 w 132"/>
                  <a:gd name="T15" fmla="*/ 136 h 154"/>
                  <a:gd name="T16" fmla="*/ 48 w 132"/>
                  <a:gd name="T17" fmla="*/ 130 h 154"/>
                  <a:gd name="T18" fmla="*/ 54 w 132"/>
                  <a:gd name="T19" fmla="*/ 128 h 154"/>
                  <a:gd name="T20" fmla="*/ 58 w 132"/>
                  <a:gd name="T21" fmla="*/ 132 h 154"/>
                  <a:gd name="T22" fmla="*/ 64 w 132"/>
                  <a:gd name="T23" fmla="*/ 132 h 154"/>
                  <a:gd name="T24" fmla="*/ 70 w 132"/>
                  <a:gd name="T25" fmla="*/ 132 h 154"/>
                  <a:gd name="T26" fmla="*/ 78 w 132"/>
                  <a:gd name="T27" fmla="*/ 134 h 154"/>
                  <a:gd name="T28" fmla="*/ 82 w 132"/>
                  <a:gd name="T29" fmla="*/ 132 h 154"/>
                  <a:gd name="T30" fmla="*/ 84 w 132"/>
                  <a:gd name="T31" fmla="*/ 112 h 154"/>
                  <a:gd name="T32" fmla="*/ 90 w 132"/>
                  <a:gd name="T33" fmla="*/ 108 h 154"/>
                  <a:gd name="T34" fmla="*/ 94 w 132"/>
                  <a:gd name="T35" fmla="*/ 96 h 154"/>
                  <a:gd name="T36" fmla="*/ 100 w 132"/>
                  <a:gd name="T37" fmla="*/ 90 h 154"/>
                  <a:gd name="T38" fmla="*/ 106 w 132"/>
                  <a:gd name="T39" fmla="*/ 86 h 154"/>
                  <a:gd name="T40" fmla="*/ 118 w 132"/>
                  <a:gd name="T41" fmla="*/ 80 h 154"/>
                  <a:gd name="T42" fmla="*/ 122 w 132"/>
                  <a:gd name="T43" fmla="*/ 78 h 154"/>
                  <a:gd name="T44" fmla="*/ 128 w 132"/>
                  <a:gd name="T45" fmla="*/ 76 h 154"/>
                  <a:gd name="T46" fmla="*/ 132 w 132"/>
                  <a:gd name="T47" fmla="*/ 72 h 154"/>
                  <a:gd name="T48" fmla="*/ 126 w 132"/>
                  <a:gd name="T49" fmla="*/ 68 h 154"/>
                  <a:gd name="T50" fmla="*/ 122 w 132"/>
                  <a:gd name="T51" fmla="*/ 66 h 154"/>
                  <a:gd name="T52" fmla="*/ 116 w 132"/>
                  <a:gd name="T53" fmla="*/ 64 h 154"/>
                  <a:gd name="T54" fmla="*/ 116 w 132"/>
                  <a:gd name="T55" fmla="*/ 62 h 154"/>
                  <a:gd name="T56" fmla="*/ 116 w 132"/>
                  <a:gd name="T57" fmla="*/ 52 h 154"/>
                  <a:gd name="T58" fmla="*/ 112 w 132"/>
                  <a:gd name="T59" fmla="*/ 48 h 154"/>
                  <a:gd name="T60" fmla="*/ 110 w 132"/>
                  <a:gd name="T61" fmla="*/ 44 h 154"/>
                  <a:gd name="T62" fmla="*/ 106 w 132"/>
                  <a:gd name="T63" fmla="*/ 36 h 154"/>
                  <a:gd name="T64" fmla="*/ 100 w 132"/>
                  <a:gd name="T65" fmla="*/ 32 h 154"/>
                  <a:gd name="T66" fmla="*/ 98 w 132"/>
                  <a:gd name="T67" fmla="*/ 28 h 154"/>
                  <a:gd name="T68" fmla="*/ 94 w 132"/>
                  <a:gd name="T69" fmla="*/ 30 h 154"/>
                  <a:gd name="T70" fmla="*/ 92 w 132"/>
                  <a:gd name="T71" fmla="*/ 28 h 154"/>
                  <a:gd name="T72" fmla="*/ 90 w 132"/>
                  <a:gd name="T73" fmla="*/ 26 h 154"/>
                  <a:gd name="T74" fmla="*/ 82 w 132"/>
                  <a:gd name="T75" fmla="*/ 16 h 154"/>
                  <a:gd name="T76" fmla="*/ 78 w 132"/>
                  <a:gd name="T77" fmla="*/ 8 h 154"/>
                  <a:gd name="T78" fmla="*/ 76 w 132"/>
                  <a:gd name="T79" fmla="*/ 4 h 154"/>
                  <a:gd name="T80" fmla="*/ 72 w 132"/>
                  <a:gd name="T81" fmla="*/ 0 h 154"/>
                  <a:gd name="T82" fmla="*/ 68 w 132"/>
                  <a:gd name="T83" fmla="*/ 2 h 154"/>
                  <a:gd name="T84" fmla="*/ 62 w 132"/>
                  <a:gd name="T85" fmla="*/ 2 h 154"/>
                  <a:gd name="T86" fmla="*/ 60 w 132"/>
                  <a:gd name="T87" fmla="*/ 6 h 154"/>
                  <a:gd name="T88" fmla="*/ 26 w 132"/>
                  <a:gd name="T89" fmla="*/ 8 h 154"/>
                  <a:gd name="T90" fmla="*/ 0 w 132"/>
                  <a:gd name="T91" fmla="*/ 6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 h="154">
                    <a:moveTo>
                      <a:pt x="0" y="126"/>
                    </a:moveTo>
                    <a:lnTo>
                      <a:pt x="0" y="126"/>
                    </a:lnTo>
                    <a:lnTo>
                      <a:pt x="4" y="128"/>
                    </a:lnTo>
                    <a:lnTo>
                      <a:pt x="6" y="130"/>
                    </a:lnTo>
                    <a:lnTo>
                      <a:pt x="10" y="134"/>
                    </a:lnTo>
                    <a:lnTo>
                      <a:pt x="10" y="134"/>
                    </a:lnTo>
                    <a:lnTo>
                      <a:pt x="12" y="142"/>
                    </a:lnTo>
                    <a:lnTo>
                      <a:pt x="10" y="146"/>
                    </a:lnTo>
                    <a:lnTo>
                      <a:pt x="10" y="146"/>
                    </a:lnTo>
                    <a:lnTo>
                      <a:pt x="10" y="152"/>
                    </a:lnTo>
                    <a:lnTo>
                      <a:pt x="12" y="154"/>
                    </a:lnTo>
                    <a:lnTo>
                      <a:pt x="14" y="154"/>
                    </a:lnTo>
                    <a:lnTo>
                      <a:pt x="14" y="154"/>
                    </a:lnTo>
                    <a:lnTo>
                      <a:pt x="16" y="154"/>
                    </a:lnTo>
                    <a:lnTo>
                      <a:pt x="16" y="154"/>
                    </a:lnTo>
                    <a:lnTo>
                      <a:pt x="18" y="152"/>
                    </a:lnTo>
                    <a:lnTo>
                      <a:pt x="20" y="152"/>
                    </a:lnTo>
                    <a:lnTo>
                      <a:pt x="20" y="152"/>
                    </a:lnTo>
                    <a:lnTo>
                      <a:pt x="28" y="148"/>
                    </a:lnTo>
                    <a:lnTo>
                      <a:pt x="32" y="146"/>
                    </a:lnTo>
                    <a:lnTo>
                      <a:pt x="32" y="146"/>
                    </a:lnTo>
                    <a:lnTo>
                      <a:pt x="40" y="142"/>
                    </a:lnTo>
                    <a:lnTo>
                      <a:pt x="44" y="138"/>
                    </a:lnTo>
                    <a:lnTo>
                      <a:pt x="46" y="136"/>
                    </a:lnTo>
                    <a:lnTo>
                      <a:pt x="46" y="136"/>
                    </a:lnTo>
                    <a:lnTo>
                      <a:pt x="46" y="132"/>
                    </a:lnTo>
                    <a:lnTo>
                      <a:pt x="48" y="130"/>
                    </a:lnTo>
                    <a:lnTo>
                      <a:pt x="50" y="128"/>
                    </a:lnTo>
                    <a:lnTo>
                      <a:pt x="50" y="128"/>
                    </a:lnTo>
                    <a:lnTo>
                      <a:pt x="54" y="128"/>
                    </a:lnTo>
                    <a:lnTo>
                      <a:pt x="56" y="132"/>
                    </a:lnTo>
                    <a:lnTo>
                      <a:pt x="56" y="132"/>
                    </a:lnTo>
                    <a:lnTo>
                      <a:pt x="58" y="132"/>
                    </a:lnTo>
                    <a:lnTo>
                      <a:pt x="60" y="130"/>
                    </a:lnTo>
                    <a:lnTo>
                      <a:pt x="62" y="130"/>
                    </a:lnTo>
                    <a:lnTo>
                      <a:pt x="64" y="132"/>
                    </a:lnTo>
                    <a:lnTo>
                      <a:pt x="64" y="132"/>
                    </a:lnTo>
                    <a:lnTo>
                      <a:pt x="66" y="132"/>
                    </a:lnTo>
                    <a:lnTo>
                      <a:pt x="70" y="132"/>
                    </a:lnTo>
                    <a:lnTo>
                      <a:pt x="74" y="132"/>
                    </a:lnTo>
                    <a:lnTo>
                      <a:pt x="74" y="132"/>
                    </a:lnTo>
                    <a:lnTo>
                      <a:pt x="78" y="134"/>
                    </a:lnTo>
                    <a:lnTo>
                      <a:pt x="80" y="134"/>
                    </a:lnTo>
                    <a:lnTo>
                      <a:pt x="82" y="132"/>
                    </a:lnTo>
                    <a:lnTo>
                      <a:pt x="82" y="132"/>
                    </a:lnTo>
                    <a:lnTo>
                      <a:pt x="82" y="112"/>
                    </a:lnTo>
                    <a:lnTo>
                      <a:pt x="82" y="112"/>
                    </a:lnTo>
                    <a:lnTo>
                      <a:pt x="84" y="112"/>
                    </a:lnTo>
                    <a:lnTo>
                      <a:pt x="90" y="110"/>
                    </a:lnTo>
                    <a:lnTo>
                      <a:pt x="90" y="110"/>
                    </a:lnTo>
                    <a:lnTo>
                      <a:pt x="90" y="108"/>
                    </a:lnTo>
                    <a:lnTo>
                      <a:pt x="92" y="104"/>
                    </a:lnTo>
                    <a:lnTo>
                      <a:pt x="92" y="98"/>
                    </a:lnTo>
                    <a:lnTo>
                      <a:pt x="94" y="96"/>
                    </a:lnTo>
                    <a:lnTo>
                      <a:pt x="94" y="96"/>
                    </a:lnTo>
                    <a:lnTo>
                      <a:pt x="98" y="94"/>
                    </a:lnTo>
                    <a:lnTo>
                      <a:pt x="100" y="90"/>
                    </a:lnTo>
                    <a:lnTo>
                      <a:pt x="102" y="88"/>
                    </a:lnTo>
                    <a:lnTo>
                      <a:pt x="106" y="86"/>
                    </a:lnTo>
                    <a:lnTo>
                      <a:pt x="106" y="86"/>
                    </a:lnTo>
                    <a:lnTo>
                      <a:pt x="112" y="84"/>
                    </a:lnTo>
                    <a:lnTo>
                      <a:pt x="118" y="80"/>
                    </a:lnTo>
                    <a:lnTo>
                      <a:pt x="118" y="80"/>
                    </a:lnTo>
                    <a:lnTo>
                      <a:pt x="120" y="80"/>
                    </a:lnTo>
                    <a:lnTo>
                      <a:pt x="120" y="78"/>
                    </a:lnTo>
                    <a:lnTo>
                      <a:pt x="122" y="78"/>
                    </a:lnTo>
                    <a:lnTo>
                      <a:pt x="124" y="78"/>
                    </a:lnTo>
                    <a:lnTo>
                      <a:pt x="124" y="78"/>
                    </a:lnTo>
                    <a:lnTo>
                      <a:pt x="128" y="76"/>
                    </a:lnTo>
                    <a:lnTo>
                      <a:pt x="130" y="74"/>
                    </a:lnTo>
                    <a:lnTo>
                      <a:pt x="132" y="72"/>
                    </a:lnTo>
                    <a:lnTo>
                      <a:pt x="132" y="72"/>
                    </a:lnTo>
                    <a:lnTo>
                      <a:pt x="130" y="70"/>
                    </a:lnTo>
                    <a:lnTo>
                      <a:pt x="126" y="68"/>
                    </a:lnTo>
                    <a:lnTo>
                      <a:pt x="126" y="68"/>
                    </a:lnTo>
                    <a:lnTo>
                      <a:pt x="124" y="66"/>
                    </a:lnTo>
                    <a:lnTo>
                      <a:pt x="124" y="66"/>
                    </a:lnTo>
                    <a:lnTo>
                      <a:pt x="122" y="66"/>
                    </a:lnTo>
                    <a:lnTo>
                      <a:pt x="120" y="66"/>
                    </a:lnTo>
                    <a:lnTo>
                      <a:pt x="120" y="66"/>
                    </a:lnTo>
                    <a:lnTo>
                      <a:pt x="116" y="64"/>
                    </a:lnTo>
                    <a:lnTo>
                      <a:pt x="116" y="64"/>
                    </a:lnTo>
                    <a:lnTo>
                      <a:pt x="116" y="62"/>
                    </a:lnTo>
                    <a:lnTo>
                      <a:pt x="116" y="62"/>
                    </a:lnTo>
                    <a:lnTo>
                      <a:pt x="114" y="56"/>
                    </a:lnTo>
                    <a:lnTo>
                      <a:pt x="116" y="52"/>
                    </a:lnTo>
                    <a:lnTo>
                      <a:pt x="116" y="52"/>
                    </a:lnTo>
                    <a:lnTo>
                      <a:pt x="116" y="50"/>
                    </a:lnTo>
                    <a:lnTo>
                      <a:pt x="114" y="50"/>
                    </a:lnTo>
                    <a:lnTo>
                      <a:pt x="112" y="48"/>
                    </a:lnTo>
                    <a:lnTo>
                      <a:pt x="112" y="48"/>
                    </a:lnTo>
                    <a:lnTo>
                      <a:pt x="112" y="48"/>
                    </a:lnTo>
                    <a:lnTo>
                      <a:pt x="110" y="44"/>
                    </a:lnTo>
                    <a:lnTo>
                      <a:pt x="108" y="42"/>
                    </a:lnTo>
                    <a:lnTo>
                      <a:pt x="108" y="42"/>
                    </a:lnTo>
                    <a:lnTo>
                      <a:pt x="106" y="36"/>
                    </a:lnTo>
                    <a:lnTo>
                      <a:pt x="106" y="36"/>
                    </a:lnTo>
                    <a:lnTo>
                      <a:pt x="102" y="34"/>
                    </a:lnTo>
                    <a:lnTo>
                      <a:pt x="100" y="32"/>
                    </a:lnTo>
                    <a:lnTo>
                      <a:pt x="98" y="30"/>
                    </a:lnTo>
                    <a:lnTo>
                      <a:pt x="98" y="30"/>
                    </a:lnTo>
                    <a:lnTo>
                      <a:pt x="98" y="28"/>
                    </a:lnTo>
                    <a:lnTo>
                      <a:pt x="98" y="30"/>
                    </a:lnTo>
                    <a:lnTo>
                      <a:pt x="96" y="30"/>
                    </a:lnTo>
                    <a:lnTo>
                      <a:pt x="94" y="30"/>
                    </a:lnTo>
                    <a:lnTo>
                      <a:pt x="94" y="30"/>
                    </a:lnTo>
                    <a:lnTo>
                      <a:pt x="92" y="30"/>
                    </a:lnTo>
                    <a:lnTo>
                      <a:pt x="92" y="28"/>
                    </a:lnTo>
                    <a:lnTo>
                      <a:pt x="90" y="26"/>
                    </a:lnTo>
                    <a:lnTo>
                      <a:pt x="90" y="26"/>
                    </a:lnTo>
                    <a:lnTo>
                      <a:pt x="90" y="26"/>
                    </a:lnTo>
                    <a:lnTo>
                      <a:pt x="84" y="20"/>
                    </a:lnTo>
                    <a:lnTo>
                      <a:pt x="82" y="16"/>
                    </a:lnTo>
                    <a:lnTo>
                      <a:pt x="82" y="16"/>
                    </a:lnTo>
                    <a:lnTo>
                      <a:pt x="82" y="12"/>
                    </a:lnTo>
                    <a:lnTo>
                      <a:pt x="80" y="10"/>
                    </a:lnTo>
                    <a:lnTo>
                      <a:pt x="78" y="8"/>
                    </a:lnTo>
                    <a:lnTo>
                      <a:pt x="78" y="8"/>
                    </a:lnTo>
                    <a:lnTo>
                      <a:pt x="76" y="6"/>
                    </a:lnTo>
                    <a:lnTo>
                      <a:pt x="76" y="4"/>
                    </a:lnTo>
                    <a:lnTo>
                      <a:pt x="74" y="0"/>
                    </a:lnTo>
                    <a:lnTo>
                      <a:pt x="74" y="0"/>
                    </a:lnTo>
                    <a:lnTo>
                      <a:pt x="72" y="0"/>
                    </a:lnTo>
                    <a:lnTo>
                      <a:pt x="70" y="0"/>
                    </a:lnTo>
                    <a:lnTo>
                      <a:pt x="68" y="2"/>
                    </a:lnTo>
                    <a:lnTo>
                      <a:pt x="68" y="2"/>
                    </a:lnTo>
                    <a:lnTo>
                      <a:pt x="66" y="4"/>
                    </a:lnTo>
                    <a:lnTo>
                      <a:pt x="64" y="4"/>
                    </a:lnTo>
                    <a:lnTo>
                      <a:pt x="62" y="2"/>
                    </a:lnTo>
                    <a:lnTo>
                      <a:pt x="60" y="4"/>
                    </a:lnTo>
                    <a:lnTo>
                      <a:pt x="60" y="4"/>
                    </a:lnTo>
                    <a:lnTo>
                      <a:pt x="60" y="6"/>
                    </a:lnTo>
                    <a:lnTo>
                      <a:pt x="58" y="6"/>
                    </a:lnTo>
                    <a:lnTo>
                      <a:pt x="56" y="6"/>
                    </a:lnTo>
                    <a:lnTo>
                      <a:pt x="26" y="8"/>
                    </a:lnTo>
                    <a:lnTo>
                      <a:pt x="16" y="8"/>
                    </a:lnTo>
                    <a:lnTo>
                      <a:pt x="16" y="66"/>
                    </a:lnTo>
                    <a:lnTo>
                      <a:pt x="0" y="66"/>
                    </a:lnTo>
                    <a:lnTo>
                      <a:pt x="0" y="1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0" name="Freeform 253">
                <a:extLst>
                  <a:ext uri="{FF2B5EF4-FFF2-40B4-BE49-F238E27FC236}">
                    <a16:creationId xmlns:a16="http://schemas.microsoft.com/office/drawing/2014/main" id="{9AE14963-810B-6A46-AFA3-A9537A99C791}"/>
                  </a:ext>
                </a:extLst>
              </p:cNvPr>
              <p:cNvSpPr>
                <a:spLocks/>
              </p:cNvSpPr>
              <p:nvPr/>
            </p:nvSpPr>
            <p:spPr bwMode="auto">
              <a:xfrm>
                <a:off x="5917046" y="3955131"/>
                <a:ext cx="74055" cy="228269"/>
              </a:xfrm>
              <a:custGeom>
                <a:avLst/>
                <a:gdLst>
                  <a:gd name="T0" fmla="*/ 26 w 38"/>
                  <a:gd name="T1" fmla="*/ 106 h 114"/>
                  <a:gd name="T2" fmla="*/ 28 w 38"/>
                  <a:gd name="T3" fmla="*/ 96 h 114"/>
                  <a:gd name="T4" fmla="*/ 26 w 38"/>
                  <a:gd name="T5" fmla="*/ 86 h 114"/>
                  <a:gd name="T6" fmla="*/ 24 w 38"/>
                  <a:gd name="T7" fmla="*/ 82 h 114"/>
                  <a:gd name="T8" fmla="*/ 26 w 38"/>
                  <a:gd name="T9" fmla="*/ 72 h 114"/>
                  <a:gd name="T10" fmla="*/ 26 w 38"/>
                  <a:gd name="T11" fmla="*/ 68 h 114"/>
                  <a:gd name="T12" fmla="*/ 26 w 38"/>
                  <a:gd name="T13" fmla="*/ 62 h 114"/>
                  <a:gd name="T14" fmla="*/ 28 w 38"/>
                  <a:gd name="T15" fmla="*/ 62 h 114"/>
                  <a:gd name="T16" fmla="*/ 30 w 38"/>
                  <a:gd name="T17" fmla="*/ 62 h 114"/>
                  <a:gd name="T18" fmla="*/ 30 w 38"/>
                  <a:gd name="T19" fmla="*/ 58 h 114"/>
                  <a:gd name="T20" fmla="*/ 32 w 38"/>
                  <a:gd name="T21" fmla="*/ 52 h 114"/>
                  <a:gd name="T22" fmla="*/ 34 w 38"/>
                  <a:gd name="T23" fmla="*/ 48 h 114"/>
                  <a:gd name="T24" fmla="*/ 34 w 38"/>
                  <a:gd name="T25" fmla="*/ 44 h 114"/>
                  <a:gd name="T26" fmla="*/ 36 w 38"/>
                  <a:gd name="T27" fmla="*/ 38 h 114"/>
                  <a:gd name="T28" fmla="*/ 38 w 38"/>
                  <a:gd name="T29" fmla="*/ 38 h 114"/>
                  <a:gd name="T30" fmla="*/ 36 w 38"/>
                  <a:gd name="T31" fmla="*/ 34 h 114"/>
                  <a:gd name="T32" fmla="*/ 36 w 38"/>
                  <a:gd name="T33" fmla="*/ 30 h 114"/>
                  <a:gd name="T34" fmla="*/ 36 w 38"/>
                  <a:gd name="T35" fmla="*/ 22 h 114"/>
                  <a:gd name="T36" fmla="*/ 32 w 38"/>
                  <a:gd name="T37" fmla="*/ 20 h 114"/>
                  <a:gd name="T38" fmla="*/ 34 w 38"/>
                  <a:gd name="T39" fmla="*/ 18 h 114"/>
                  <a:gd name="T40" fmla="*/ 34 w 38"/>
                  <a:gd name="T41" fmla="*/ 12 h 114"/>
                  <a:gd name="T42" fmla="*/ 26 w 38"/>
                  <a:gd name="T43" fmla="*/ 6 h 114"/>
                  <a:gd name="T44" fmla="*/ 26 w 38"/>
                  <a:gd name="T45" fmla="*/ 4 h 114"/>
                  <a:gd name="T46" fmla="*/ 24 w 38"/>
                  <a:gd name="T47" fmla="*/ 2 h 114"/>
                  <a:gd name="T48" fmla="*/ 18 w 38"/>
                  <a:gd name="T49" fmla="*/ 0 h 114"/>
                  <a:gd name="T50" fmla="*/ 12 w 38"/>
                  <a:gd name="T51" fmla="*/ 8 h 114"/>
                  <a:gd name="T52" fmla="*/ 12 w 38"/>
                  <a:gd name="T53" fmla="*/ 12 h 114"/>
                  <a:gd name="T54" fmla="*/ 6 w 38"/>
                  <a:gd name="T55" fmla="*/ 14 h 114"/>
                  <a:gd name="T56" fmla="*/ 6 w 38"/>
                  <a:gd name="T57" fmla="*/ 16 h 114"/>
                  <a:gd name="T58" fmla="*/ 4 w 38"/>
                  <a:gd name="T59" fmla="*/ 18 h 114"/>
                  <a:gd name="T60" fmla="*/ 0 w 38"/>
                  <a:gd name="T61" fmla="*/ 18 h 114"/>
                  <a:gd name="T62" fmla="*/ 10 w 38"/>
                  <a:gd name="T63" fmla="*/ 36 h 114"/>
                  <a:gd name="T64" fmla="*/ 10 w 38"/>
                  <a:gd name="T65" fmla="*/ 38 h 114"/>
                  <a:gd name="T66" fmla="*/ 10 w 38"/>
                  <a:gd name="T67" fmla="*/ 44 h 114"/>
                  <a:gd name="T68" fmla="*/ 12 w 38"/>
                  <a:gd name="T69" fmla="*/ 52 h 114"/>
                  <a:gd name="T70" fmla="*/ 12 w 38"/>
                  <a:gd name="T71" fmla="*/ 54 h 114"/>
                  <a:gd name="T72" fmla="*/ 12 w 38"/>
                  <a:gd name="T73" fmla="*/ 62 h 114"/>
                  <a:gd name="T74" fmla="*/ 12 w 38"/>
                  <a:gd name="T75" fmla="*/ 74 h 114"/>
                  <a:gd name="T76" fmla="*/ 12 w 38"/>
                  <a:gd name="T77" fmla="*/ 80 h 114"/>
                  <a:gd name="T78" fmla="*/ 12 w 38"/>
                  <a:gd name="T79" fmla="*/ 84 h 114"/>
                  <a:gd name="T80" fmla="*/ 10 w 38"/>
                  <a:gd name="T81" fmla="*/ 94 h 114"/>
                  <a:gd name="T82" fmla="*/ 12 w 38"/>
                  <a:gd name="T83" fmla="*/ 100 h 114"/>
                  <a:gd name="T84" fmla="*/ 12 w 38"/>
                  <a:gd name="T85" fmla="*/ 102 h 114"/>
                  <a:gd name="T86" fmla="*/ 12 w 38"/>
                  <a:gd name="T87" fmla="*/ 106 h 114"/>
                  <a:gd name="T88" fmla="*/ 14 w 38"/>
                  <a:gd name="T89" fmla="*/ 114 h 114"/>
                  <a:gd name="T90" fmla="*/ 16 w 38"/>
                  <a:gd name="T91" fmla="*/ 114 h 114"/>
                  <a:gd name="T92" fmla="*/ 18 w 38"/>
                  <a:gd name="T93" fmla="*/ 108 h 114"/>
                  <a:gd name="T94" fmla="*/ 26 w 38"/>
                  <a:gd name="T95" fmla="*/ 10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8" h="114">
                    <a:moveTo>
                      <a:pt x="26" y="106"/>
                    </a:moveTo>
                    <a:lnTo>
                      <a:pt x="26" y="106"/>
                    </a:lnTo>
                    <a:lnTo>
                      <a:pt x="28" y="96"/>
                    </a:lnTo>
                    <a:lnTo>
                      <a:pt x="28" y="96"/>
                    </a:lnTo>
                    <a:lnTo>
                      <a:pt x="28" y="90"/>
                    </a:lnTo>
                    <a:lnTo>
                      <a:pt x="26" y="86"/>
                    </a:lnTo>
                    <a:lnTo>
                      <a:pt x="26" y="86"/>
                    </a:lnTo>
                    <a:lnTo>
                      <a:pt x="24" y="82"/>
                    </a:lnTo>
                    <a:lnTo>
                      <a:pt x="26" y="76"/>
                    </a:lnTo>
                    <a:lnTo>
                      <a:pt x="26" y="72"/>
                    </a:lnTo>
                    <a:lnTo>
                      <a:pt x="26" y="68"/>
                    </a:lnTo>
                    <a:lnTo>
                      <a:pt x="26" y="68"/>
                    </a:lnTo>
                    <a:lnTo>
                      <a:pt x="26" y="64"/>
                    </a:lnTo>
                    <a:lnTo>
                      <a:pt x="26" y="62"/>
                    </a:lnTo>
                    <a:lnTo>
                      <a:pt x="28" y="62"/>
                    </a:lnTo>
                    <a:lnTo>
                      <a:pt x="28" y="62"/>
                    </a:lnTo>
                    <a:lnTo>
                      <a:pt x="30" y="62"/>
                    </a:lnTo>
                    <a:lnTo>
                      <a:pt x="30" y="62"/>
                    </a:lnTo>
                    <a:lnTo>
                      <a:pt x="30" y="58"/>
                    </a:lnTo>
                    <a:lnTo>
                      <a:pt x="30" y="58"/>
                    </a:lnTo>
                    <a:lnTo>
                      <a:pt x="30" y="54"/>
                    </a:lnTo>
                    <a:lnTo>
                      <a:pt x="32" y="52"/>
                    </a:lnTo>
                    <a:lnTo>
                      <a:pt x="32" y="52"/>
                    </a:lnTo>
                    <a:lnTo>
                      <a:pt x="34" y="48"/>
                    </a:lnTo>
                    <a:lnTo>
                      <a:pt x="34" y="44"/>
                    </a:lnTo>
                    <a:lnTo>
                      <a:pt x="34" y="44"/>
                    </a:lnTo>
                    <a:lnTo>
                      <a:pt x="34" y="40"/>
                    </a:lnTo>
                    <a:lnTo>
                      <a:pt x="36" y="38"/>
                    </a:lnTo>
                    <a:lnTo>
                      <a:pt x="36" y="38"/>
                    </a:lnTo>
                    <a:lnTo>
                      <a:pt x="38" y="38"/>
                    </a:lnTo>
                    <a:lnTo>
                      <a:pt x="36" y="36"/>
                    </a:lnTo>
                    <a:lnTo>
                      <a:pt x="36" y="34"/>
                    </a:lnTo>
                    <a:lnTo>
                      <a:pt x="36" y="30"/>
                    </a:lnTo>
                    <a:lnTo>
                      <a:pt x="36" y="30"/>
                    </a:lnTo>
                    <a:lnTo>
                      <a:pt x="38" y="26"/>
                    </a:lnTo>
                    <a:lnTo>
                      <a:pt x="36" y="22"/>
                    </a:lnTo>
                    <a:lnTo>
                      <a:pt x="36" y="22"/>
                    </a:lnTo>
                    <a:lnTo>
                      <a:pt x="32" y="20"/>
                    </a:lnTo>
                    <a:lnTo>
                      <a:pt x="34" y="18"/>
                    </a:lnTo>
                    <a:lnTo>
                      <a:pt x="34" y="18"/>
                    </a:lnTo>
                    <a:lnTo>
                      <a:pt x="34" y="16"/>
                    </a:lnTo>
                    <a:lnTo>
                      <a:pt x="34" y="12"/>
                    </a:lnTo>
                    <a:lnTo>
                      <a:pt x="34" y="10"/>
                    </a:lnTo>
                    <a:lnTo>
                      <a:pt x="26" y="6"/>
                    </a:lnTo>
                    <a:lnTo>
                      <a:pt x="26" y="6"/>
                    </a:lnTo>
                    <a:lnTo>
                      <a:pt x="26" y="4"/>
                    </a:lnTo>
                    <a:lnTo>
                      <a:pt x="24" y="2"/>
                    </a:lnTo>
                    <a:lnTo>
                      <a:pt x="24" y="2"/>
                    </a:lnTo>
                    <a:lnTo>
                      <a:pt x="20" y="0"/>
                    </a:lnTo>
                    <a:lnTo>
                      <a:pt x="18" y="0"/>
                    </a:lnTo>
                    <a:lnTo>
                      <a:pt x="12" y="8"/>
                    </a:lnTo>
                    <a:lnTo>
                      <a:pt x="12" y="8"/>
                    </a:lnTo>
                    <a:lnTo>
                      <a:pt x="12" y="8"/>
                    </a:lnTo>
                    <a:lnTo>
                      <a:pt x="12" y="12"/>
                    </a:lnTo>
                    <a:lnTo>
                      <a:pt x="12" y="12"/>
                    </a:lnTo>
                    <a:lnTo>
                      <a:pt x="6" y="14"/>
                    </a:lnTo>
                    <a:lnTo>
                      <a:pt x="6" y="14"/>
                    </a:lnTo>
                    <a:lnTo>
                      <a:pt x="6" y="16"/>
                    </a:lnTo>
                    <a:lnTo>
                      <a:pt x="6" y="18"/>
                    </a:lnTo>
                    <a:lnTo>
                      <a:pt x="4" y="18"/>
                    </a:lnTo>
                    <a:lnTo>
                      <a:pt x="4" y="18"/>
                    </a:lnTo>
                    <a:lnTo>
                      <a:pt x="0" y="18"/>
                    </a:lnTo>
                    <a:lnTo>
                      <a:pt x="0" y="32"/>
                    </a:lnTo>
                    <a:lnTo>
                      <a:pt x="10" y="36"/>
                    </a:lnTo>
                    <a:lnTo>
                      <a:pt x="10" y="36"/>
                    </a:lnTo>
                    <a:lnTo>
                      <a:pt x="10" y="38"/>
                    </a:lnTo>
                    <a:lnTo>
                      <a:pt x="10" y="44"/>
                    </a:lnTo>
                    <a:lnTo>
                      <a:pt x="10" y="44"/>
                    </a:lnTo>
                    <a:lnTo>
                      <a:pt x="10" y="50"/>
                    </a:lnTo>
                    <a:lnTo>
                      <a:pt x="12" y="52"/>
                    </a:lnTo>
                    <a:lnTo>
                      <a:pt x="12" y="52"/>
                    </a:lnTo>
                    <a:lnTo>
                      <a:pt x="12" y="54"/>
                    </a:lnTo>
                    <a:lnTo>
                      <a:pt x="12" y="62"/>
                    </a:lnTo>
                    <a:lnTo>
                      <a:pt x="12" y="62"/>
                    </a:lnTo>
                    <a:lnTo>
                      <a:pt x="10" y="68"/>
                    </a:lnTo>
                    <a:lnTo>
                      <a:pt x="12" y="74"/>
                    </a:lnTo>
                    <a:lnTo>
                      <a:pt x="12" y="74"/>
                    </a:lnTo>
                    <a:lnTo>
                      <a:pt x="12" y="80"/>
                    </a:lnTo>
                    <a:lnTo>
                      <a:pt x="12" y="84"/>
                    </a:lnTo>
                    <a:lnTo>
                      <a:pt x="12" y="84"/>
                    </a:lnTo>
                    <a:lnTo>
                      <a:pt x="10" y="90"/>
                    </a:lnTo>
                    <a:lnTo>
                      <a:pt x="10" y="94"/>
                    </a:lnTo>
                    <a:lnTo>
                      <a:pt x="10" y="94"/>
                    </a:lnTo>
                    <a:lnTo>
                      <a:pt x="12" y="100"/>
                    </a:lnTo>
                    <a:lnTo>
                      <a:pt x="12" y="102"/>
                    </a:lnTo>
                    <a:lnTo>
                      <a:pt x="12" y="102"/>
                    </a:lnTo>
                    <a:lnTo>
                      <a:pt x="12" y="106"/>
                    </a:lnTo>
                    <a:lnTo>
                      <a:pt x="12" y="106"/>
                    </a:lnTo>
                    <a:lnTo>
                      <a:pt x="14" y="112"/>
                    </a:lnTo>
                    <a:lnTo>
                      <a:pt x="14" y="114"/>
                    </a:lnTo>
                    <a:lnTo>
                      <a:pt x="16" y="114"/>
                    </a:lnTo>
                    <a:lnTo>
                      <a:pt x="16" y="114"/>
                    </a:lnTo>
                    <a:lnTo>
                      <a:pt x="18" y="108"/>
                    </a:lnTo>
                    <a:lnTo>
                      <a:pt x="18" y="108"/>
                    </a:lnTo>
                    <a:lnTo>
                      <a:pt x="26" y="106"/>
                    </a:lnTo>
                    <a:lnTo>
                      <a:pt x="26" y="10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1" name="Freeform 263">
                <a:extLst>
                  <a:ext uri="{FF2B5EF4-FFF2-40B4-BE49-F238E27FC236}">
                    <a16:creationId xmlns:a16="http://schemas.microsoft.com/office/drawing/2014/main" id="{20621E11-CFAB-9142-968E-70970CEA34B4}"/>
                  </a:ext>
                </a:extLst>
              </p:cNvPr>
              <p:cNvSpPr>
                <a:spLocks noEditPoints="1"/>
              </p:cNvSpPr>
              <p:nvPr/>
            </p:nvSpPr>
            <p:spPr bwMode="auto">
              <a:xfrm>
                <a:off x="6207846" y="4515789"/>
                <a:ext cx="328729" cy="472555"/>
              </a:xfrm>
              <a:custGeom>
                <a:avLst/>
                <a:gdLst>
                  <a:gd name="T0" fmla="*/ 12 w 168"/>
                  <a:gd name="T1" fmla="*/ 12 h 236"/>
                  <a:gd name="T2" fmla="*/ 14 w 168"/>
                  <a:gd name="T3" fmla="*/ 4 h 236"/>
                  <a:gd name="T4" fmla="*/ 12 w 168"/>
                  <a:gd name="T5" fmla="*/ 0 h 236"/>
                  <a:gd name="T6" fmla="*/ 10 w 168"/>
                  <a:gd name="T7" fmla="*/ 4 h 236"/>
                  <a:gd name="T8" fmla="*/ 2 w 168"/>
                  <a:gd name="T9" fmla="*/ 4 h 236"/>
                  <a:gd name="T10" fmla="*/ 2 w 168"/>
                  <a:gd name="T11" fmla="*/ 14 h 236"/>
                  <a:gd name="T12" fmla="*/ 10 w 168"/>
                  <a:gd name="T13" fmla="*/ 32 h 236"/>
                  <a:gd name="T14" fmla="*/ 14 w 168"/>
                  <a:gd name="T15" fmla="*/ 48 h 236"/>
                  <a:gd name="T16" fmla="*/ 18 w 168"/>
                  <a:gd name="T17" fmla="*/ 56 h 236"/>
                  <a:gd name="T18" fmla="*/ 22 w 168"/>
                  <a:gd name="T19" fmla="*/ 64 h 236"/>
                  <a:gd name="T20" fmla="*/ 24 w 168"/>
                  <a:gd name="T21" fmla="*/ 74 h 236"/>
                  <a:gd name="T22" fmla="*/ 22 w 168"/>
                  <a:gd name="T23" fmla="*/ 76 h 236"/>
                  <a:gd name="T24" fmla="*/ 20 w 168"/>
                  <a:gd name="T25" fmla="*/ 82 h 236"/>
                  <a:gd name="T26" fmla="*/ 22 w 168"/>
                  <a:gd name="T27" fmla="*/ 96 h 236"/>
                  <a:gd name="T28" fmla="*/ 26 w 168"/>
                  <a:gd name="T29" fmla="*/ 110 h 236"/>
                  <a:gd name="T30" fmla="*/ 26 w 168"/>
                  <a:gd name="T31" fmla="*/ 138 h 236"/>
                  <a:gd name="T32" fmla="*/ 18 w 168"/>
                  <a:gd name="T33" fmla="*/ 146 h 236"/>
                  <a:gd name="T34" fmla="*/ 16 w 168"/>
                  <a:gd name="T35" fmla="*/ 156 h 236"/>
                  <a:gd name="T36" fmla="*/ 10 w 168"/>
                  <a:gd name="T37" fmla="*/ 168 h 236"/>
                  <a:gd name="T38" fmla="*/ 8 w 168"/>
                  <a:gd name="T39" fmla="*/ 180 h 236"/>
                  <a:gd name="T40" fmla="*/ 2 w 168"/>
                  <a:gd name="T41" fmla="*/ 192 h 236"/>
                  <a:gd name="T42" fmla="*/ 2 w 168"/>
                  <a:gd name="T43" fmla="*/ 210 h 236"/>
                  <a:gd name="T44" fmla="*/ 0 w 168"/>
                  <a:gd name="T45" fmla="*/ 214 h 236"/>
                  <a:gd name="T46" fmla="*/ 10 w 168"/>
                  <a:gd name="T47" fmla="*/ 220 h 236"/>
                  <a:gd name="T48" fmla="*/ 16 w 168"/>
                  <a:gd name="T49" fmla="*/ 218 h 236"/>
                  <a:gd name="T50" fmla="*/ 26 w 168"/>
                  <a:gd name="T51" fmla="*/ 220 h 236"/>
                  <a:gd name="T52" fmla="*/ 88 w 168"/>
                  <a:gd name="T53" fmla="*/ 226 h 236"/>
                  <a:gd name="T54" fmla="*/ 92 w 168"/>
                  <a:gd name="T55" fmla="*/ 230 h 236"/>
                  <a:gd name="T56" fmla="*/ 100 w 168"/>
                  <a:gd name="T57" fmla="*/ 230 h 236"/>
                  <a:gd name="T58" fmla="*/ 106 w 168"/>
                  <a:gd name="T59" fmla="*/ 232 h 236"/>
                  <a:gd name="T60" fmla="*/ 112 w 168"/>
                  <a:gd name="T61" fmla="*/ 232 h 236"/>
                  <a:gd name="T62" fmla="*/ 154 w 168"/>
                  <a:gd name="T63" fmla="*/ 230 h 236"/>
                  <a:gd name="T64" fmla="*/ 150 w 168"/>
                  <a:gd name="T65" fmla="*/ 224 h 236"/>
                  <a:gd name="T66" fmla="*/ 140 w 168"/>
                  <a:gd name="T67" fmla="*/ 210 h 236"/>
                  <a:gd name="T68" fmla="*/ 136 w 168"/>
                  <a:gd name="T69" fmla="*/ 142 h 236"/>
                  <a:gd name="T70" fmla="*/ 166 w 168"/>
                  <a:gd name="T71" fmla="*/ 138 h 236"/>
                  <a:gd name="T72" fmla="*/ 168 w 168"/>
                  <a:gd name="T73" fmla="*/ 122 h 236"/>
                  <a:gd name="T74" fmla="*/ 166 w 168"/>
                  <a:gd name="T75" fmla="*/ 112 h 236"/>
                  <a:gd name="T76" fmla="*/ 150 w 168"/>
                  <a:gd name="T77" fmla="*/ 114 h 236"/>
                  <a:gd name="T78" fmla="*/ 144 w 168"/>
                  <a:gd name="T79" fmla="*/ 112 h 236"/>
                  <a:gd name="T80" fmla="*/ 142 w 168"/>
                  <a:gd name="T81" fmla="*/ 100 h 236"/>
                  <a:gd name="T82" fmla="*/ 142 w 168"/>
                  <a:gd name="T83" fmla="*/ 88 h 236"/>
                  <a:gd name="T84" fmla="*/ 138 w 168"/>
                  <a:gd name="T85" fmla="*/ 80 h 236"/>
                  <a:gd name="T86" fmla="*/ 136 w 168"/>
                  <a:gd name="T87" fmla="*/ 72 h 236"/>
                  <a:gd name="T88" fmla="*/ 136 w 168"/>
                  <a:gd name="T89" fmla="*/ 64 h 236"/>
                  <a:gd name="T90" fmla="*/ 134 w 168"/>
                  <a:gd name="T91" fmla="*/ 54 h 236"/>
                  <a:gd name="T92" fmla="*/ 122 w 168"/>
                  <a:gd name="T93" fmla="*/ 46 h 236"/>
                  <a:gd name="T94" fmla="*/ 114 w 168"/>
                  <a:gd name="T95" fmla="*/ 46 h 236"/>
                  <a:gd name="T96" fmla="*/ 106 w 168"/>
                  <a:gd name="T97" fmla="*/ 46 h 236"/>
                  <a:gd name="T98" fmla="*/ 106 w 168"/>
                  <a:gd name="T99" fmla="*/ 56 h 236"/>
                  <a:gd name="T100" fmla="*/ 100 w 168"/>
                  <a:gd name="T101" fmla="*/ 58 h 236"/>
                  <a:gd name="T102" fmla="*/ 96 w 168"/>
                  <a:gd name="T103" fmla="*/ 62 h 236"/>
                  <a:gd name="T104" fmla="*/ 84 w 168"/>
                  <a:gd name="T105" fmla="*/ 60 h 236"/>
                  <a:gd name="T106" fmla="*/ 80 w 168"/>
                  <a:gd name="T107" fmla="*/ 52 h 236"/>
                  <a:gd name="T108" fmla="*/ 78 w 168"/>
                  <a:gd name="T109" fmla="*/ 38 h 236"/>
                  <a:gd name="T110" fmla="*/ 48 w 168"/>
                  <a:gd name="T111" fmla="*/ 26 h 236"/>
                  <a:gd name="T112" fmla="*/ 26 w 168"/>
                  <a:gd name="T113" fmla="*/ 24 h 236"/>
                  <a:gd name="T114" fmla="*/ 12 w 168"/>
                  <a:gd name="T115" fmla="*/ 3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8" h="236">
                    <a:moveTo>
                      <a:pt x="6" y="16"/>
                    </a:moveTo>
                    <a:lnTo>
                      <a:pt x="12" y="12"/>
                    </a:lnTo>
                    <a:lnTo>
                      <a:pt x="12" y="12"/>
                    </a:lnTo>
                    <a:lnTo>
                      <a:pt x="12" y="12"/>
                    </a:lnTo>
                    <a:lnTo>
                      <a:pt x="12" y="8"/>
                    </a:lnTo>
                    <a:lnTo>
                      <a:pt x="12" y="8"/>
                    </a:lnTo>
                    <a:lnTo>
                      <a:pt x="12" y="6"/>
                    </a:lnTo>
                    <a:lnTo>
                      <a:pt x="14" y="4"/>
                    </a:lnTo>
                    <a:lnTo>
                      <a:pt x="16" y="2"/>
                    </a:lnTo>
                    <a:lnTo>
                      <a:pt x="16" y="2"/>
                    </a:lnTo>
                    <a:lnTo>
                      <a:pt x="14" y="0"/>
                    </a:lnTo>
                    <a:lnTo>
                      <a:pt x="12" y="0"/>
                    </a:lnTo>
                    <a:lnTo>
                      <a:pt x="10" y="0"/>
                    </a:lnTo>
                    <a:lnTo>
                      <a:pt x="10" y="0"/>
                    </a:lnTo>
                    <a:lnTo>
                      <a:pt x="8" y="4"/>
                    </a:lnTo>
                    <a:lnTo>
                      <a:pt x="10" y="4"/>
                    </a:lnTo>
                    <a:lnTo>
                      <a:pt x="10" y="4"/>
                    </a:lnTo>
                    <a:lnTo>
                      <a:pt x="6" y="4"/>
                    </a:lnTo>
                    <a:lnTo>
                      <a:pt x="6" y="4"/>
                    </a:lnTo>
                    <a:lnTo>
                      <a:pt x="2" y="4"/>
                    </a:lnTo>
                    <a:lnTo>
                      <a:pt x="2" y="6"/>
                    </a:lnTo>
                    <a:lnTo>
                      <a:pt x="2" y="6"/>
                    </a:lnTo>
                    <a:lnTo>
                      <a:pt x="2" y="10"/>
                    </a:lnTo>
                    <a:lnTo>
                      <a:pt x="2" y="14"/>
                    </a:lnTo>
                    <a:lnTo>
                      <a:pt x="2" y="14"/>
                    </a:lnTo>
                    <a:lnTo>
                      <a:pt x="6" y="16"/>
                    </a:lnTo>
                    <a:lnTo>
                      <a:pt x="6" y="16"/>
                    </a:lnTo>
                    <a:close/>
                    <a:moveTo>
                      <a:pt x="10" y="32"/>
                    </a:moveTo>
                    <a:lnTo>
                      <a:pt x="10" y="32"/>
                    </a:lnTo>
                    <a:lnTo>
                      <a:pt x="10" y="38"/>
                    </a:lnTo>
                    <a:lnTo>
                      <a:pt x="10" y="38"/>
                    </a:lnTo>
                    <a:lnTo>
                      <a:pt x="14" y="48"/>
                    </a:lnTo>
                    <a:lnTo>
                      <a:pt x="14" y="48"/>
                    </a:lnTo>
                    <a:lnTo>
                      <a:pt x="18" y="52"/>
                    </a:lnTo>
                    <a:lnTo>
                      <a:pt x="18" y="52"/>
                    </a:lnTo>
                    <a:lnTo>
                      <a:pt x="18" y="56"/>
                    </a:lnTo>
                    <a:lnTo>
                      <a:pt x="18" y="60"/>
                    </a:lnTo>
                    <a:lnTo>
                      <a:pt x="18" y="60"/>
                    </a:lnTo>
                    <a:lnTo>
                      <a:pt x="22" y="64"/>
                    </a:lnTo>
                    <a:lnTo>
                      <a:pt x="22" y="64"/>
                    </a:lnTo>
                    <a:lnTo>
                      <a:pt x="22" y="66"/>
                    </a:lnTo>
                    <a:lnTo>
                      <a:pt x="20" y="70"/>
                    </a:lnTo>
                    <a:lnTo>
                      <a:pt x="20" y="70"/>
                    </a:lnTo>
                    <a:lnTo>
                      <a:pt x="24" y="74"/>
                    </a:lnTo>
                    <a:lnTo>
                      <a:pt x="24" y="74"/>
                    </a:lnTo>
                    <a:lnTo>
                      <a:pt x="24" y="76"/>
                    </a:lnTo>
                    <a:lnTo>
                      <a:pt x="22" y="76"/>
                    </a:lnTo>
                    <a:lnTo>
                      <a:pt x="22" y="76"/>
                    </a:lnTo>
                    <a:lnTo>
                      <a:pt x="22" y="78"/>
                    </a:lnTo>
                    <a:lnTo>
                      <a:pt x="22" y="80"/>
                    </a:lnTo>
                    <a:lnTo>
                      <a:pt x="22" y="80"/>
                    </a:lnTo>
                    <a:lnTo>
                      <a:pt x="20" y="82"/>
                    </a:lnTo>
                    <a:lnTo>
                      <a:pt x="20" y="82"/>
                    </a:lnTo>
                    <a:lnTo>
                      <a:pt x="20" y="92"/>
                    </a:lnTo>
                    <a:lnTo>
                      <a:pt x="22" y="96"/>
                    </a:lnTo>
                    <a:lnTo>
                      <a:pt x="22" y="96"/>
                    </a:lnTo>
                    <a:lnTo>
                      <a:pt x="22" y="100"/>
                    </a:lnTo>
                    <a:lnTo>
                      <a:pt x="20" y="102"/>
                    </a:lnTo>
                    <a:lnTo>
                      <a:pt x="20" y="102"/>
                    </a:lnTo>
                    <a:lnTo>
                      <a:pt x="26" y="110"/>
                    </a:lnTo>
                    <a:lnTo>
                      <a:pt x="26" y="110"/>
                    </a:lnTo>
                    <a:lnTo>
                      <a:pt x="28" y="116"/>
                    </a:lnTo>
                    <a:lnTo>
                      <a:pt x="28" y="124"/>
                    </a:lnTo>
                    <a:lnTo>
                      <a:pt x="26" y="138"/>
                    </a:lnTo>
                    <a:lnTo>
                      <a:pt x="26" y="138"/>
                    </a:lnTo>
                    <a:lnTo>
                      <a:pt x="22" y="144"/>
                    </a:lnTo>
                    <a:lnTo>
                      <a:pt x="18" y="146"/>
                    </a:lnTo>
                    <a:lnTo>
                      <a:pt x="18" y="146"/>
                    </a:lnTo>
                    <a:lnTo>
                      <a:pt x="18" y="150"/>
                    </a:lnTo>
                    <a:lnTo>
                      <a:pt x="18" y="152"/>
                    </a:lnTo>
                    <a:lnTo>
                      <a:pt x="18" y="152"/>
                    </a:lnTo>
                    <a:lnTo>
                      <a:pt x="16" y="156"/>
                    </a:lnTo>
                    <a:lnTo>
                      <a:pt x="12" y="158"/>
                    </a:lnTo>
                    <a:lnTo>
                      <a:pt x="12" y="158"/>
                    </a:lnTo>
                    <a:lnTo>
                      <a:pt x="10" y="164"/>
                    </a:lnTo>
                    <a:lnTo>
                      <a:pt x="10" y="168"/>
                    </a:lnTo>
                    <a:lnTo>
                      <a:pt x="10" y="178"/>
                    </a:lnTo>
                    <a:lnTo>
                      <a:pt x="10" y="178"/>
                    </a:lnTo>
                    <a:lnTo>
                      <a:pt x="8" y="180"/>
                    </a:lnTo>
                    <a:lnTo>
                      <a:pt x="8" y="180"/>
                    </a:lnTo>
                    <a:lnTo>
                      <a:pt x="6" y="182"/>
                    </a:lnTo>
                    <a:lnTo>
                      <a:pt x="6" y="186"/>
                    </a:lnTo>
                    <a:lnTo>
                      <a:pt x="6" y="186"/>
                    </a:lnTo>
                    <a:lnTo>
                      <a:pt x="2" y="192"/>
                    </a:lnTo>
                    <a:lnTo>
                      <a:pt x="0" y="198"/>
                    </a:lnTo>
                    <a:lnTo>
                      <a:pt x="0" y="198"/>
                    </a:lnTo>
                    <a:lnTo>
                      <a:pt x="0" y="204"/>
                    </a:lnTo>
                    <a:lnTo>
                      <a:pt x="2" y="210"/>
                    </a:lnTo>
                    <a:lnTo>
                      <a:pt x="2" y="210"/>
                    </a:lnTo>
                    <a:lnTo>
                      <a:pt x="0" y="212"/>
                    </a:lnTo>
                    <a:lnTo>
                      <a:pt x="0" y="214"/>
                    </a:lnTo>
                    <a:lnTo>
                      <a:pt x="0" y="214"/>
                    </a:lnTo>
                    <a:lnTo>
                      <a:pt x="0" y="220"/>
                    </a:lnTo>
                    <a:lnTo>
                      <a:pt x="0" y="220"/>
                    </a:lnTo>
                    <a:lnTo>
                      <a:pt x="4" y="220"/>
                    </a:lnTo>
                    <a:lnTo>
                      <a:pt x="10" y="220"/>
                    </a:lnTo>
                    <a:lnTo>
                      <a:pt x="10" y="220"/>
                    </a:lnTo>
                    <a:lnTo>
                      <a:pt x="12" y="220"/>
                    </a:lnTo>
                    <a:lnTo>
                      <a:pt x="14" y="218"/>
                    </a:lnTo>
                    <a:lnTo>
                      <a:pt x="16" y="218"/>
                    </a:lnTo>
                    <a:lnTo>
                      <a:pt x="18" y="216"/>
                    </a:lnTo>
                    <a:lnTo>
                      <a:pt x="18" y="216"/>
                    </a:lnTo>
                    <a:lnTo>
                      <a:pt x="22" y="218"/>
                    </a:lnTo>
                    <a:lnTo>
                      <a:pt x="26" y="220"/>
                    </a:lnTo>
                    <a:lnTo>
                      <a:pt x="84" y="222"/>
                    </a:lnTo>
                    <a:lnTo>
                      <a:pt x="84" y="222"/>
                    </a:lnTo>
                    <a:lnTo>
                      <a:pt x="86" y="224"/>
                    </a:lnTo>
                    <a:lnTo>
                      <a:pt x="88" y="226"/>
                    </a:lnTo>
                    <a:lnTo>
                      <a:pt x="90" y="228"/>
                    </a:lnTo>
                    <a:lnTo>
                      <a:pt x="90" y="228"/>
                    </a:lnTo>
                    <a:lnTo>
                      <a:pt x="92" y="228"/>
                    </a:lnTo>
                    <a:lnTo>
                      <a:pt x="92" y="230"/>
                    </a:lnTo>
                    <a:lnTo>
                      <a:pt x="94" y="230"/>
                    </a:lnTo>
                    <a:lnTo>
                      <a:pt x="96" y="230"/>
                    </a:lnTo>
                    <a:lnTo>
                      <a:pt x="96" y="230"/>
                    </a:lnTo>
                    <a:lnTo>
                      <a:pt x="100" y="230"/>
                    </a:lnTo>
                    <a:lnTo>
                      <a:pt x="102" y="232"/>
                    </a:lnTo>
                    <a:lnTo>
                      <a:pt x="104" y="232"/>
                    </a:lnTo>
                    <a:lnTo>
                      <a:pt x="106" y="232"/>
                    </a:lnTo>
                    <a:lnTo>
                      <a:pt x="106" y="232"/>
                    </a:lnTo>
                    <a:lnTo>
                      <a:pt x="110" y="232"/>
                    </a:lnTo>
                    <a:lnTo>
                      <a:pt x="110" y="232"/>
                    </a:lnTo>
                    <a:lnTo>
                      <a:pt x="112" y="232"/>
                    </a:lnTo>
                    <a:lnTo>
                      <a:pt x="112" y="232"/>
                    </a:lnTo>
                    <a:lnTo>
                      <a:pt x="118" y="234"/>
                    </a:lnTo>
                    <a:lnTo>
                      <a:pt x="122" y="236"/>
                    </a:lnTo>
                    <a:lnTo>
                      <a:pt x="122" y="236"/>
                    </a:lnTo>
                    <a:lnTo>
                      <a:pt x="154" y="230"/>
                    </a:lnTo>
                    <a:lnTo>
                      <a:pt x="154" y="230"/>
                    </a:lnTo>
                    <a:lnTo>
                      <a:pt x="152" y="230"/>
                    </a:lnTo>
                    <a:lnTo>
                      <a:pt x="150" y="226"/>
                    </a:lnTo>
                    <a:lnTo>
                      <a:pt x="150" y="224"/>
                    </a:lnTo>
                    <a:lnTo>
                      <a:pt x="146" y="220"/>
                    </a:lnTo>
                    <a:lnTo>
                      <a:pt x="146" y="220"/>
                    </a:lnTo>
                    <a:lnTo>
                      <a:pt x="142" y="214"/>
                    </a:lnTo>
                    <a:lnTo>
                      <a:pt x="140" y="210"/>
                    </a:lnTo>
                    <a:lnTo>
                      <a:pt x="140" y="210"/>
                    </a:lnTo>
                    <a:lnTo>
                      <a:pt x="138" y="204"/>
                    </a:lnTo>
                    <a:lnTo>
                      <a:pt x="136" y="202"/>
                    </a:lnTo>
                    <a:lnTo>
                      <a:pt x="136" y="142"/>
                    </a:lnTo>
                    <a:lnTo>
                      <a:pt x="166" y="142"/>
                    </a:lnTo>
                    <a:lnTo>
                      <a:pt x="166" y="142"/>
                    </a:lnTo>
                    <a:lnTo>
                      <a:pt x="166" y="138"/>
                    </a:lnTo>
                    <a:lnTo>
                      <a:pt x="166" y="138"/>
                    </a:lnTo>
                    <a:lnTo>
                      <a:pt x="166" y="130"/>
                    </a:lnTo>
                    <a:lnTo>
                      <a:pt x="166" y="130"/>
                    </a:lnTo>
                    <a:lnTo>
                      <a:pt x="166" y="126"/>
                    </a:lnTo>
                    <a:lnTo>
                      <a:pt x="168" y="122"/>
                    </a:lnTo>
                    <a:lnTo>
                      <a:pt x="168" y="122"/>
                    </a:lnTo>
                    <a:lnTo>
                      <a:pt x="168" y="116"/>
                    </a:lnTo>
                    <a:lnTo>
                      <a:pt x="166" y="112"/>
                    </a:lnTo>
                    <a:lnTo>
                      <a:pt x="166" y="112"/>
                    </a:lnTo>
                    <a:lnTo>
                      <a:pt x="156" y="112"/>
                    </a:lnTo>
                    <a:lnTo>
                      <a:pt x="156" y="112"/>
                    </a:lnTo>
                    <a:lnTo>
                      <a:pt x="154" y="112"/>
                    </a:lnTo>
                    <a:lnTo>
                      <a:pt x="150" y="114"/>
                    </a:lnTo>
                    <a:lnTo>
                      <a:pt x="150" y="114"/>
                    </a:lnTo>
                    <a:lnTo>
                      <a:pt x="148" y="116"/>
                    </a:lnTo>
                    <a:lnTo>
                      <a:pt x="144" y="112"/>
                    </a:lnTo>
                    <a:lnTo>
                      <a:pt x="144" y="112"/>
                    </a:lnTo>
                    <a:lnTo>
                      <a:pt x="142" y="108"/>
                    </a:lnTo>
                    <a:lnTo>
                      <a:pt x="142" y="104"/>
                    </a:lnTo>
                    <a:lnTo>
                      <a:pt x="142" y="104"/>
                    </a:lnTo>
                    <a:lnTo>
                      <a:pt x="142" y="100"/>
                    </a:lnTo>
                    <a:lnTo>
                      <a:pt x="142" y="96"/>
                    </a:lnTo>
                    <a:lnTo>
                      <a:pt x="142" y="96"/>
                    </a:lnTo>
                    <a:lnTo>
                      <a:pt x="144" y="92"/>
                    </a:lnTo>
                    <a:lnTo>
                      <a:pt x="142" y="88"/>
                    </a:lnTo>
                    <a:lnTo>
                      <a:pt x="142" y="88"/>
                    </a:lnTo>
                    <a:lnTo>
                      <a:pt x="140" y="86"/>
                    </a:lnTo>
                    <a:lnTo>
                      <a:pt x="140" y="84"/>
                    </a:lnTo>
                    <a:lnTo>
                      <a:pt x="138" y="80"/>
                    </a:lnTo>
                    <a:lnTo>
                      <a:pt x="138" y="80"/>
                    </a:lnTo>
                    <a:lnTo>
                      <a:pt x="136" y="76"/>
                    </a:lnTo>
                    <a:lnTo>
                      <a:pt x="136" y="72"/>
                    </a:lnTo>
                    <a:lnTo>
                      <a:pt x="136" y="72"/>
                    </a:lnTo>
                    <a:lnTo>
                      <a:pt x="136" y="66"/>
                    </a:lnTo>
                    <a:lnTo>
                      <a:pt x="136" y="64"/>
                    </a:lnTo>
                    <a:lnTo>
                      <a:pt x="136" y="64"/>
                    </a:lnTo>
                    <a:lnTo>
                      <a:pt x="136" y="64"/>
                    </a:lnTo>
                    <a:lnTo>
                      <a:pt x="134" y="62"/>
                    </a:lnTo>
                    <a:lnTo>
                      <a:pt x="134" y="60"/>
                    </a:lnTo>
                    <a:lnTo>
                      <a:pt x="134" y="54"/>
                    </a:lnTo>
                    <a:lnTo>
                      <a:pt x="134" y="54"/>
                    </a:lnTo>
                    <a:lnTo>
                      <a:pt x="132" y="50"/>
                    </a:lnTo>
                    <a:lnTo>
                      <a:pt x="128" y="50"/>
                    </a:lnTo>
                    <a:lnTo>
                      <a:pt x="122" y="50"/>
                    </a:lnTo>
                    <a:lnTo>
                      <a:pt x="122" y="46"/>
                    </a:lnTo>
                    <a:lnTo>
                      <a:pt x="122" y="46"/>
                    </a:lnTo>
                    <a:lnTo>
                      <a:pt x="122" y="46"/>
                    </a:lnTo>
                    <a:lnTo>
                      <a:pt x="120" y="46"/>
                    </a:lnTo>
                    <a:lnTo>
                      <a:pt x="114" y="46"/>
                    </a:lnTo>
                    <a:lnTo>
                      <a:pt x="114" y="46"/>
                    </a:lnTo>
                    <a:lnTo>
                      <a:pt x="108" y="44"/>
                    </a:lnTo>
                    <a:lnTo>
                      <a:pt x="106" y="46"/>
                    </a:lnTo>
                    <a:lnTo>
                      <a:pt x="106" y="46"/>
                    </a:lnTo>
                    <a:lnTo>
                      <a:pt x="104" y="48"/>
                    </a:lnTo>
                    <a:lnTo>
                      <a:pt x="104" y="52"/>
                    </a:lnTo>
                    <a:lnTo>
                      <a:pt x="106" y="56"/>
                    </a:lnTo>
                    <a:lnTo>
                      <a:pt x="106" y="56"/>
                    </a:lnTo>
                    <a:lnTo>
                      <a:pt x="106" y="58"/>
                    </a:lnTo>
                    <a:lnTo>
                      <a:pt x="104" y="60"/>
                    </a:lnTo>
                    <a:lnTo>
                      <a:pt x="102" y="60"/>
                    </a:lnTo>
                    <a:lnTo>
                      <a:pt x="100" y="58"/>
                    </a:lnTo>
                    <a:lnTo>
                      <a:pt x="100" y="58"/>
                    </a:lnTo>
                    <a:lnTo>
                      <a:pt x="100" y="58"/>
                    </a:lnTo>
                    <a:lnTo>
                      <a:pt x="98" y="60"/>
                    </a:lnTo>
                    <a:lnTo>
                      <a:pt x="96" y="62"/>
                    </a:lnTo>
                    <a:lnTo>
                      <a:pt x="94" y="62"/>
                    </a:lnTo>
                    <a:lnTo>
                      <a:pt x="94" y="62"/>
                    </a:lnTo>
                    <a:lnTo>
                      <a:pt x="88" y="62"/>
                    </a:lnTo>
                    <a:lnTo>
                      <a:pt x="84" y="60"/>
                    </a:lnTo>
                    <a:lnTo>
                      <a:pt x="84" y="60"/>
                    </a:lnTo>
                    <a:lnTo>
                      <a:pt x="82" y="58"/>
                    </a:lnTo>
                    <a:lnTo>
                      <a:pt x="80" y="52"/>
                    </a:lnTo>
                    <a:lnTo>
                      <a:pt x="80" y="52"/>
                    </a:lnTo>
                    <a:lnTo>
                      <a:pt x="80" y="46"/>
                    </a:lnTo>
                    <a:lnTo>
                      <a:pt x="78" y="42"/>
                    </a:lnTo>
                    <a:lnTo>
                      <a:pt x="78" y="42"/>
                    </a:lnTo>
                    <a:lnTo>
                      <a:pt x="78" y="38"/>
                    </a:lnTo>
                    <a:lnTo>
                      <a:pt x="78" y="34"/>
                    </a:lnTo>
                    <a:lnTo>
                      <a:pt x="78" y="34"/>
                    </a:lnTo>
                    <a:lnTo>
                      <a:pt x="76" y="24"/>
                    </a:lnTo>
                    <a:lnTo>
                      <a:pt x="48" y="26"/>
                    </a:lnTo>
                    <a:lnTo>
                      <a:pt x="48" y="26"/>
                    </a:lnTo>
                    <a:lnTo>
                      <a:pt x="32" y="24"/>
                    </a:lnTo>
                    <a:lnTo>
                      <a:pt x="32" y="24"/>
                    </a:lnTo>
                    <a:lnTo>
                      <a:pt x="26" y="24"/>
                    </a:lnTo>
                    <a:lnTo>
                      <a:pt x="22" y="26"/>
                    </a:lnTo>
                    <a:lnTo>
                      <a:pt x="18" y="28"/>
                    </a:lnTo>
                    <a:lnTo>
                      <a:pt x="18" y="28"/>
                    </a:lnTo>
                    <a:lnTo>
                      <a:pt x="12" y="32"/>
                    </a:lnTo>
                    <a:lnTo>
                      <a:pt x="10" y="32"/>
                    </a:lnTo>
                    <a:lnTo>
                      <a:pt x="10" y="3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2" name="Freeform 265">
                <a:extLst>
                  <a:ext uri="{FF2B5EF4-FFF2-40B4-BE49-F238E27FC236}">
                    <a16:creationId xmlns:a16="http://schemas.microsoft.com/office/drawing/2014/main" id="{43119139-17EC-DD4C-B449-C42E34DFB4E8}"/>
                  </a:ext>
                </a:extLst>
              </p:cNvPr>
              <p:cNvSpPr>
                <a:spLocks/>
              </p:cNvSpPr>
              <p:nvPr/>
            </p:nvSpPr>
            <p:spPr bwMode="auto">
              <a:xfrm>
                <a:off x="5685852" y="3110139"/>
                <a:ext cx="514767" cy="624734"/>
              </a:xfrm>
              <a:custGeom>
                <a:avLst/>
                <a:gdLst>
                  <a:gd name="T0" fmla="*/ 162 w 263"/>
                  <a:gd name="T1" fmla="*/ 310 h 312"/>
                  <a:gd name="T2" fmla="*/ 150 w 263"/>
                  <a:gd name="T3" fmla="*/ 312 h 312"/>
                  <a:gd name="T4" fmla="*/ 148 w 263"/>
                  <a:gd name="T5" fmla="*/ 304 h 312"/>
                  <a:gd name="T6" fmla="*/ 148 w 263"/>
                  <a:gd name="T7" fmla="*/ 294 h 312"/>
                  <a:gd name="T8" fmla="*/ 140 w 263"/>
                  <a:gd name="T9" fmla="*/ 288 h 312"/>
                  <a:gd name="T10" fmla="*/ 130 w 263"/>
                  <a:gd name="T11" fmla="*/ 278 h 312"/>
                  <a:gd name="T12" fmla="*/ 0 w 263"/>
                  <a:gd name="T13" fmla="*/ 154 h 312"/>
                  <a:gd name="T14" fmla="*/ 4 w 263"/>
                  <a:gd name="T15" fmla="*/ 150 h 312"/>
                  <a:gd name="T16" fmla="*/ 20 w 263"/>
                  <a:gd name="T17" fmla="*/ 138 h 312"/>
                  <a:gd name="T18" fmla="*/ 34 w 263"/>
                  <a:gd name="T19" fmla="*/ 132 h 312"/>
                  <a:gd name="T20" fmla="*/ 42 w 263"/>
                  <a:gd name="T21" fmla="*/ 128 h 312"/>
                  <a:gd name="T22" fmla="*/ 56 w 263"/>
                  <a:gd name="T23" fmla="*/ 120 h 312"/>
                  <a:gd name="T24" fmla="*/ 64 w 263"/>
                  <a:gd name="T25" fmla="*/ 108 h 312"/>
                  <a:gd name="T26" fmla="*/ 74 w 263"/>
                  <a:gd name="T27" fmla="*/ 96 h 312"/>
                  <a:gd name="T28" fmla="*/ 78 w 263"/>
                  <a:gd name="T29" fmla="*/ 90 h 312"/>
                  <a:gd name="T30" fmla="*/ 84 w 263"/>
                  <a:gd name="T31" fmla="*/ 84 h 312"/>
                  <a:gd name="T32" fmla="*/ 90 w 263"/>
                  <a:gd name="T33" fmla="*/ 76 h 312"/>
                  <a:gd name="T34" fmla="*/ 86 w 263"/>
                  <a:gd name="T35" fmla="*/ 62 h 312"/>
                  <a:gd name="T36" fmla="*/ 82 w 263"/>
                  <a:gd name="T37" fmla="*/ 58 h 312"/>
                  <a:gd name="T38" fmla="*/ 82 w 263"/>
                  <a:gd name="T39" fmla="*/ 44 h 312"/>
                  <a:gd name="T40" fmla="*/ 78 w 263"/>
                  <a:gd name="T41" fmla="*/ 34 h 312"/>
                  <a:gd name="T42" fmla="*/ 88 w 263"/>
                  <a:gd name="T43" fmla="*/ 32 h 312"/>
                  <a:gd name="T44" fmla="*/ 94 w 263"/>
                  <a:gd name="T45" fmla="*/ 24 h 312"/>
                  <a:gd name="T46" fmla="*/ 108 w 263"/>
                  <a:gd name="T47" fmla="*/ 20 h 312"/>
                  <a:gd name="T48" fmla="*/ 114 w 263"/>
                  <a:gd name="T49" fmla="*/ 14 h 312"/>
                  <a:gd name="T50" fmla="*/ 124 w 263"/>
                  <a:gd name="T51" fmla="*/ 10 h 312"/>
                  <a:gd name="T52" fmla="*/ 132 w 263"/>
                  <a:gd name="T53" fmla="*/ 8 h 312"/>
                  <a:gd name="T54" fmla="*/ 146 w 263"/>
                  <a:gd name="T55" fmla="*/ 6 h 312"/>
                  <a:gd name="T56" fmla="*/ 162 w 263"/>
                  <a:gd name="T57" fmla="*/ 2 h 312"/>
                  <a:gd name="T58" fmla="*/ 178 w 263"/>
                  <a:gd name="T59" fmla="*/ 2 h 312"/>
                  <a:gd name="T60" fmla="*/ 184 w 263"/>
                  <a:gd name="T61" fmla="*/ 2 h 312"/>
                  <a:gd name="T62" fmla="*/ 192 w 263"/>
                  <a:gd name="T63" fmla="*/ 2 h 312"/>
                  <a:gd name="T64" fmla="*/ 202 w 263"/>
                  <a:gd name="T65" fmla="*/ 2 h 312"/>
                  <a:gd name="T66" fmla="*/ 208 w 263"/>
                  <a:gd name="T67" fmla="*/ 0 h 312"/>
                  <a:gd name="T68" fmla="*/ 214 w 263"/>
                  <a:gd name="T69" fmla="*/ 8 h 312"/>
                  <a:gd name="T70" fmla="*/ 218 w 263"/>
                  <a:gd name="T71" fmla="*/ 18 h 312"/>
                  <a:gd name="T72" fmla="*/ 220 w 263"/>
                  <a:gd name="T73" fmla="*/ 36 h 312"/>
                  <a:gd name="T74" fmla="*/ 218 w 263"/>
                  <a:gd name="T75" fmla="*/ 42 h 312"/>
                  <a:gd name="T76" fmla="*/ 210 w 263"/>
                  <a:gd name="T77" fmla="*/ 52 h 312"/>
                  <a:gd name="T78" fmla="*/ 206 w 263"/>
                  <a:gd name="T79" fmla="*/ 56 h 312"/>
                  <a:gd name="T80" fmla="*/ 212 w 263"/>
                  <a:gd name="T81" fmla="*/ 70 h 312"/>
                  <a:gd name="T82" fmla="*/ 224 w 263"/>
                  <a:gd name="T83" fmla="*/ 86 h 312"/>
                  <a:gd name="T84" fmla="*/ 226 w 263"/>
                  <a:gd name="T85" fmla="*/ 118 h 312"/>
                  <a:gd name="T86" fmla="*/ 228 w 263"/>
                  <a:gd name="T87" fmla="*/ 152 h 312"/>
                  <a:gd name="T88" fmla="*/ 228 w 263"/>
                  <a:gd name="T89" fmla="*/ 162 h 312"/>
                  <a:gd name="T90" fmla="*/ 230 w 263"/>
                  <a:gd name="T91" fmla="*/ 164 h 312"/>
                  <a:gd name="T92" fmla="*/ 228 w 263"/>
                  <a:gd name="T93" fmla="*/ 184 h 312"/>
                  <a:gd name="T94" fmla="*/ 220 w 263"/>
                  <a:gd name="T95" fmla="*/ 192 h 312"/>
                  <a:gd name="T96" fmla="*/ 226 w 263"/>
                  <a:gd name="T97" fmla="*/ 202 h 312"/>
                  <a:gd name="T98" fmla="*/ 232 w 263"/>
                  <a:gd name="T99" fmla="*/ 216 h 312"/>
                  <a:gd name="T100" fmla="*/ 238 w 263"/>
                  <a:gd name="T101" fmla="*/ 224 h 312"/>
                  <a:gd name="T102" fmla="*/ 250 w 263"/>
                  <a:gd name="T103" fmla="*/ 230 h 312"/>
                  <a:gd name="T104" fmla="*/ 257 w 263"/>
                  <a:gd name="T105" fmla="*/ 23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3" h="312">
                    <a:moveTo>
                      <a:pt x="263" y="238"/>
                    </a:moveTo>
                    <a:lnTo>
                      <a:pt x="190" y="292"/>
                    </a:lnTo>
                    <a:lnTo>
                      <a:pt x="182" y="306"/>
                    </a:lnTo>
                    <a:lnTo>
                      <a:pt x="162" y="310"/>
                    </a:lnTo>
                    <a:lnTo>
                      <a:pt x="162" y="310"/>
                    </a:lnTo>
                    <a:lnTo>
                      <a:pt x="156" y="312"/>
                    </a:lnTo>
                    <a:lnTo>
                      <a:pt x="150" y="312"/>
                    </a:lnTo>
                    <a:lnTo>
                      <a:pt x="150" y="312"/>
                    </a:lnTo>
                    <a:lnTo>
                      <a:pt x="150" y="312"/>
                    </a:lnTo>
                    <a:lnTo>
                      <a:pt x="150" y="310"/>
                    </a:lnTo>
                    <a:lnTo>
                      <a:pt x="148" y="304"/>
                    </a:lnTo>
                    <a:lnTo>
                      <a:pt x="148" y="304"/>
                    </a:lnTo>
                    <a:lnTo>
                      <a:pt x="148" y="302"/>
                    </a:lnTo>
                    <a:lnTo>
                      <a:pt x="148" y="298"/>
                    </a:lnTo>
                    <a:lnTo>
                      <a:pt x="148" y="298"/>
                    </a:lnTo>
                    <a:lnTo>
                      <a:pt x="148" y="294"/>
                    </a:lnTo>
                    <a:lnTo>
                      <a:pt x="148" y="292"/>
                    </a:lnTo>
                    <a:lnTo>
                      <a:pt x="144" y="290"/>
                    </a:lnTo>
                    <a:lnTo>
                      <a:pt x="144" y="290"/>
                    </a:lnTo>
                    <a:lnTo>
                      <a:pt x="140" y="288"/>
                    </a:lnTo>
                    <a:lnTo>
                      <a:pt x="134" y="284"/>
                    </a:lnTo>
                    <a:lnTo>
                      <a:pt x="134" y="284"/>
                    </a:lnTo>
                    <a:lnTo>
                      <a:pt x="130" y="280"/>
                    </a:lnTo>
                    <a:lnTo>
                      <a:pt x="130" y="278"/>
                    </a:lnTo>
                    <a:lnTo>
                      <a:pt x="46" y="214"/>
                    </a:lnTo>
                    <a:lnTo>
                      <a:pt x="0" y="180"/>
                    </a:lnTo>
                    <a:lnTo>
                      <a:pt x="0" y="168"/>
                    </a:lnTo>
                    <a:lnTo>
                      <a:pt x="0" y="154"/>
                    </a:lnTo>
                    <a:lnTo>
                      <a:pt x="0" y="154"/>
                    </a:lnTo>
                    <a:lnTo>
                      <a:pt x="0" y="154"/>
                    </a:lnTo>
                    <a:lnTo>
                      <a:pt x="4" y="150"/>
                    </a:lnTo>
                    <a:lnTo>
                      <a:pt x="4" y="150"/>
                    </a:lnTo>
                    <a:lnTo>
                      <a:pt x="10" y="142"/>
                    </a:lnTo>
                    <a:lnTo>
                      <a:pt x="10" y="142"/>
                    </a:lnTo>
                    <a:lnTo>
                      <a:pt x="14" y="140"/>
                    </a:lnTo>
                    <a:lnTo>
                      <a:pt x="20" y="138"/>
                    </a:lnTo>
                    <a:lnTo>
                      <a:pt x="20" y="138"/>
                    </a:lnTo>
                    <a:lnTo>
                      <a:pt x="28" y="136"/>
                    </a:lnTo>
                    <a:lnTo>
                      <a:pt x="32" y="134"/>
                    </a:lnTo>
                    <a:lnTo>
                      <a:pt x="34" y="132"/>
                    </a:lnTo>
                    <a:lnTo>
                      <a:pt x="34" y="132"/>
                    </a:lnTo>
                    <a:lnTo>
                      <a:pt x="38" y="128"/>
                    </a:lnTo>
                    <a:lnTo>
                      <a:pt x="42" y="128"/>
                    </a:lnTo>
                    <a:lnTo>
                      <a:pt x="42" y="128"/>
                    </a:lnTo>
                    <a:lnTo>
                      <a:pt x="48" y="126"/>
                    </a:lnTo>
                    <a:lnTo>
                      <a:pt x="52" y="124"/>
                    </a:lnTo>
                    <a:lnTo>
                      <a:pt x="52" y="124"/>
                    </a:lnTo>
                    <a:lnTo>
                      <a:pt x="56" y="120"/>
                    </a:lnTo>
                    <a:lnTo>
                      <a:pt x="58" y="114"/>
                    </a:lnTo>
                    <a:lnTo>
                      <a:pt x="62" y="108"/>
                    </a:lnTo>
                    <a:lnTo>
                      <a:pt x="62" y="108"/>
                    </a:lnTo>
                    <a:lnTo>
                      <a:pt x="64" y="108"/>
                    </a:lnTo>
                    <a:lnTo>
                      <a:pt x="70" y="104"/>
                    </a:lnTo>
                    <a:lnTo>
                      <a:pt x="70" y="104"/>
                    </a:lnTo>
                    <a:lnTo>
                      <a:pt x="74" y="100"/>
                    </a:lnTo>
                    <a:lnTo>
                      <a:pt x="74" y="96"/>
                    </a:lnTo>
                    <a:lnTo>
                      <a:pt x="74" y="96"/>
                    </a:lnTo>
                    <a:lnTo>
                      <a:pt x="74" y="94"/>
                    </a:lnTo>
                    <a:lnTo>
                      <a:pt x="76" y="92"/>
                    </a:lnTo>
                    <a:lnTo>
                      <a:pt x="78" y="90"/>
                    </a:lnTo>
                    <a:lnTo>
                      <a:pt x="80" y="88"/>
                    </a:lnTo>
                    <a:lnTo>
                      <a:pt x="80" y="88"/>
                    </a:lnTo>
                    <a:lnTo>
                      <a:pt x="82" y="86"/>
                    </a:lnTo>
                    <a:lnTo>
                      <a:pt x="84" y="84"/>
                    </a:lnTo>
                    <a:lnTo>
                      <a:pt x="90" y="80"/>
                    </a:lnTo>
                    <a:lnTo>
                      <a:pt x="90" y="80"/>
                    </a:lnTo>
                    <a:lnTo>
                      <a:pt x="92" y="78"/>
                    </a:lnTo>
                    <a:lnTo>
                      <a:pt x="90" y="76"/>
                    </a:lnTo>
                    <a:lnTo>
                      <a:pt x="88" y="72"/>
                    </a:lnTo>
                    <a:lnTo>
                      <a:pt x="88" y="72"/>
                    </a:lnTo>
                    <a:lnTo>
                      <a:pt x="86" y="68"/>
                    </a:lnTo>
                    <a:lnTo>
                      <a:pt x="86" y="62"/>
                    </a:lnTo>
                    <a:lnTo>
                      <a:pt x="86" y="62"/>
                    </a:lnTo>
                    <a:lnTo>
                      <a:pt x="84" y="60"/>
                    </a:lnTo>
                    <a:lnTo>
                      <a:pt x="82" y="58"/>
                    </a:lnTo>
                    <a:lnTo>
                      <a:pt x="82" y="58"/>
                    </a:lnTo>
                    <a:lnTo>
                      <a:pt x="80" y="54"/>
                    </a:lnTo>
                    <a:lnTo>
                      <a:pt x="80" y="54"/>
                    </a:lnTo>
                    <a:lnTo>
                      <a:pt x="82" y="48"/>
                    </a:lnTo>
                    <a:lnTo>
                      <a:pt x="82" y="44"/>
                    </a:lnTo>
                    <a:lnTo>
                      <a:pt x="82" y="44"/>
                    </a:lnTo>
                    <a:lnTo>
                      <a:pt x="82" y="40"/>
                    </a:lnTo>
                    <a:lnTo>
                      <a:pt x="80" y="38"/>
                    </a:lnTo>
                    <a:lnTo>
                      <a:pt x="78" y="34"/>
                    </a:lnTo>
                    <a:lnTo>
                      <a:pt x="78" y="34"/>
                    </a:lnTo>
                    <a:lnTo>
                      <a:pt x="82" y="32"/>
                    </a:lnTo>
                    <a:lnTo>
                      <a:pt x="82" y="32"/>
                    </a:lnTo>
                    <a:lnTo>
                      <a:pt x="88" y="32"/>
                    </a:lnTo>
                    <a:lnTo>
                      <a:pt x="88" y="32"/>
                    </a:lnTo>
                    <a:lnTo>
                      <a:pt x="90" y="30"/>
                    </a:lnTo>
                    <a:lnTo>
                      <a:pt x="92" y="26"/>
                    </a:lnTo>
                    <a:lnTo>
                      <a:pt x="94" y="24"/>
                    </a:lnTo>
                    <a:lnTo>
                      <a:pt x="98" y="20"/>
                    </a:lnTo>
                    <a:lnTo>
                      <a:pt x="98" y="20"/>
                    </a:lnTo>
                    <a:lnTo>
                      <a:pt x="104" y="20"/>
                    </a:lnTo>
                    <a:lnTo>
                      <a:pt x="108" y="20"/>
                    </a:lnTo>
                    <a:lnTo>
                      <a:pt x="108" y="20"/>
                    </a:lnTo>
                    <a:lnTo>
                      <a:pt x="112" y="16"/>
                    </a:lnTo>
                    <a:lnTo>
                      <a:pt x="114" y="14"/>
                    </a:lnTo>
                    <a:lnTo>
                      <a:pt x="114" y="14"/>
                    </a:lnTo>
                    <a:lnTo>
                      <a:pt x="118" y="14"/>
                    </a:lnTo>
                    <a:lnTo>
                      <a:pt x="122" y="14"/>
                    </a:lnTo>
                    <a:lnTo>
                      <a:pt x="122" y="14"/>
                    </a:lnTo>
                    <a:lnTo>
                      <a:pt x="124" y="10"/>
                    </a:lnTo>
                    <a:lnTo>
                      <a:pt x="124" y="10"/>
                    </a:lnTo>
                    <a:lnTo>
                      <a:pt x="128" y="10"/>
                    </a:lnTo>
                    <a:lnTo>
                      <a:pt x="132" y="8"/>
                    </a:lnTo>
                    <a:lnTo>
                      <a:pt x="132" y="8"/>
                    </a:lnTo>
                    <a:lnTo>
                      <a:pt x="134" y="4"/>
                    </a:lnTo>
                    <a:lnTo>
                      <a:pt x="134" y="4"/>
                    </a:lnTo>
                    <a:lnTo>
                      <a:pt x="140" y="6"/>
                    </a:lnTo>
                    <a:lnTo>
                      <a:pt x="146" y="6"/>
                    </a:lnTo>
                    <a:lnTo>
                      <a:pt x="146" y="6"/>
                    </a:lnTo>
                    <a:lnTo>
                      <a:pt x="150" y="6"/>
                    </a:lnTo>
                    <a:lnTo>
                      <a:pt x="154" y="4"/>
                    </a:lnTo>
                    <a:lnTo>
                      <a:pt x="162" y="2"/>
                    </a:lnTo>
                    <a:lnTo>
                      <a:pt x="162" y="2"/>
                    </a:lnTo>
                    <a:lnTo>
                      <a:pt x="170" y="2"/>
                    </a:lnTo>
                    <a:lnTo>
                      <a:pt x="178" y="2"/>
                    </a:lnTo>
                    <a:lnTo>
                      <a:pt x="178" y="2"/>
                    </a:lnTo>
                    <a:lnTo>
                      <a:pt x="178" y="4"/>
                    </a:lnTo>
                    <a:lnTo>
                      <a:pt x="178" y="4"/>
                    </a:lnTo>
                    <a:lnTo>
                      <a:pt x="182" y="4"/>
                    </a:lnTo>
                    <a:lnTo>
                      <a:pt x="184" y="2"/>
                    </a:lnTo>
                    <a:lnTo>
                      <a:pt x="184" y="2"/>
                    </a:lnTo>
                    <a:lnTo>
                      <a:pt x="188" y="4"/>
                    </a:lnTo>
                    <a:lnTo>
                      <a:pt x="192" y="4"/>
                    </a:lnTo>
                    <a:lnTo>
                      <a:pt x="192" y="2"/>
                    </a:lnTo>
                    <a:lnTo>
                      <a:pt x="192" y="2"/>
                    </a:lnTo>
                    <a:lnTo>
                      <a:pt x="198" y="0"/>
                    </a:lnTo>
                    <a:lnTo>
                      <a:pt x="198" y="0"/>
                    </a:lnTo>
                    <a:lnTo>
                      <a:pt x="202" y="2"/>
                    </a:lnTo>
                    <a:lnTo>
                      <a:pt x="204" y="6"/>
                    </a:lnTo>
                    <a:lnTo>
                      <a:pt x="206" y="6"/>
                    </a:lnTo>
                    <a:lnTo>
                      <a:pt x="206" y="6"/>
                    </a:lnTo>
                    <a:lnTo>
                      <a:pt x="208" y="0"/>
                    </a:lnTo>
                    <a:lnTo>
                      <a:pt x="208" y="0"/>
                    </a:lnTo>
                    <a:lnTo>
                      <a:pt x="214" y="2"/>
                    </a:lnTo>
                    <a:lnTo>
                      <a:pt x="214" y="2"/>
                    </a:lnTo>
                    <a:lnTo>
                      <a:pt x="214" y="8"/>
                    </a:lnTo>
                    <a:lnTo>
                      <a:pt x="214" y="12"/>
                    </a:lnTo>
                    <a:lnTo>
                      <a:pt x="216" y="14"/>
                    </a:lnTo>
                    <a:lnTo>
                      <a:pt x="216" y="14"/>
                    </a:lnTo>
                    <a:lnTo>
                      <a:pt x="218" y="18"/>
                    </a:lnTo>
                    <a:lnTo>
                      <a:pt x="218" y="22"/>
                    </a:lnTo>
                    <a:lnTo>
                      <a:pt x="218" y="22"/>
                    </a:lnTo>
                    <a:lnTo>
                      <a:pt x="218" y="28"/>
                    </a:lnTo>
                    <a:lnTo>
                      <a:pt x="220" y="36"/>
                    </a:lnTo>
                    <a:lnTo>
                      <a:pt x="220" y="36"/>
                    </a:lnTo>
                    <a:lnTo>
                      <a:pt x="220" y="38"/>
                    </a:lnTo>
                    <a:lnTo>
                      <a:pt x="218" y="40"/>
                    </a:lnTo>
                    <a:lnTo>
                      <a:pt x="218" y="42"/>
                    </a:lnTo>
                    <a:lnTo>
                      <a:pt x="216" y="42"/>
                    </a:lnTo>
                    <a:lnTo>
                      <a:pt x="216" y="42"/>
                    </a:lnTo>
                    <a:lnTo>
                      <a:pt x="214" y="48"/>
                    </a:lnTo>
                    <a:lnTo>
                      <a:pt x="210" y="52"/>
                    </a:lnTo>
                    <a:lnTo>
                      <a:pt x="210" y="52"/>
                    </a:lnTo>
                    <a:lnTo>
                      <a:pt x="206" y="52"/>
                    </a:lnTo>
                    <a:lnTo>
                      <a:pt x="206" y="56"/>
                    </a:lnTo>
                    <a:lnTo>
                      <a:pt x="206" y="56"/>
                    </a:lnTo>
                    <a:lnTo>
                      <a:pt x="208" y="70"/>
                    </a:lnTo>
                    <a:lnTo>
                      <a:pt x="208" y="70"/>
                    </a:lnTo>
                    <a:lnTo>
                      <a:pt x="210" y="70"/>
                    </a:lnTo>
                    <a:lnTo>
                      <a:pt x="212" y="70"/>
                    </a:lnTo>
                    <a:lnTo>
                      <a:pt x="214" y="72"/>
                    </a:lnTo>
                    <a:lnTo>
                      <a:pt x="214" y="72"/>
                    </a:lnTo>
                    <a:lnTo>
                      <a:pt x="216" y="84"/>
                    </a:lnTo>
                    <a:lnTo>
                      <a:pt x="224" y="86"/>
                    </a:lnTo>
                    <a:lnTo>
                      <a:pt x="228" y="116"/>
                    </a:lnTo>
                    <a:lnTo>
                      <a:pt x="228" y="116"/>
                    </a:lnTo>
                    <a:lnTo>
                      <a:pt x="226" y="118"/>
                    </a:lnTo>
                    <a:lnTo>
                      <a:pt x="226" y="118"/>
                    </a:lnTo>
                    <a:lnTo>
                      <a:pt x="226" y="120"/>
                    </a:lnTo>
                    <a:lnTo>
                      <a:pt x="228" y="122"/>
                    </a:lnTo>
                    <a:lnTo>
                      <a:pt x="228" y="124"/>
                    </a:lnTo>
                    <a:lnTo>
                      <a:pt x="228" y="152"/>
                    </a:lnTo>
                    <a:lnTo>
                      <a:pt x="232" y="158"/>
                    </a:lnTo>
                    <a:lnTo>
                      <a:pt x="232" y="158"/>
                    </a:lnTo>
                    <a:lnTo>
                      <a:pt x="230" y="160"/>
                    </a:lnTo>
                    <a:lnTo>
                      <a:pt x="228" y="162"/>
                    </a:lnTo>
                    <a:lnTo>
                      <a:pt x="228" y="162"/>
                    </a:lnTo>
                    <a:lnTo>
                      <a:pt x="228" y="162"/>
                    </a:lnTo>
                    <a:lnTo>
                      <a:pt x="228" y="164"/>
                    </a:lnTo>
                    <a:lnTo>
                      <a:pt x="230" y="164"/>
                    </a:lnTo>
                    <a:lnTo>
                      <a:pt x="228" y="168"/>
                    </a:lnTo>
                    <a:lnTo>
                      <a:pt x="228" y="168"/>
                    </a:lnTo>
                    <a:lnTo>
                      <a:pt x="230" y="174"/>
                    </a:lnTo>
                    <a:lnTo>
                      <a:pt x="228" y="184"/>
                    </a:lnTo>
                    <a:lnTo>
                      <a:pt x="228" y="184"/>
                    </a:lnTo>
                    <a:lnTo>
                      <a:pt x="226" y="188"/>
                    </a:lnTo>
                    <a:lnTo>
                      <a:pt x="224" y="190"/>
                    </a:lnTo>
                    <a:lnTo>
                      <a:pt x="220" y="192"/>
                    </a:lnTo>
                    <a:lnTo>
                      <a:pt x="220" y="192"/>
                    </a:lnTo>
                    <a:lnTo>
                      <a:pt x="224" y="198"/>
                    </a:lnTo>
                    <a:lnTo>
                      <a:pt x="224" y="198"/>
                    </a:lnTo>
                    <a:lnTo>
                      <a:pt x="226" y="202"/>
                    </a:lnTo>
                    <a:lnTo>
                      <a:pt x="230" y="208"/>
                    </a:lnTo>
                    <a:lnTo>
                      <a:pt x="230" y="208"/>
                    </a:lnTo>
                    <a:lnTo>
                      <a:pt x="232" y="212"/>
                    </a:lnTo>
                    <a:lnTo>
                      <a:pt x="232" y="216"/>
                    </a:lnTo>
                    <a:lnTo>
                      <a:pt x="232" y="216"/>
                    </a:lnTo>
                    <a:lnTo>
                      <a:pt x="234" y="222"/>
                    </a:lnTo>
                    <a:lnTo>
                      <a:pt x="236" y="224"/>
                    </a:lnTo>
                    <a:lnTo>
                      <a:pt x="238" y="224"/>
                    </a:lnTo>
                    <a:lnTo>
                      <a:pt x="238" y="224"/>
                    </a:lnTo>
                    <a:lnTo>
                      <a:pt x="248" y="226"/>
                    </a:lnTo>
                    <a:lnTo>
                      <a:pt x="248" y="226"/>
                    </a:lnTo>
                    <a:lnTo>
                      <a:pt x="250" y="230"/>
                    </a:lnTo>
                    <a:lnTo>
                      <a:pt x="252" y="232"/>
                    </a:lnTo>
                    <a:lnTo>
                      <a:pt x="255" y="232"/>
                    </a:lnTo>
                    <a:lnTo>
                      <a:pt x="255" y="232"/>
                    </a:lnTo>
                    <a:lnTo>
                      <a:pt x="257" y="232"/>
                    </a:lnTo>
                    <a:lnTo>
                      <a:pt x="259" y="234"/>
                    </a:lnTo>
                    <a:lnTo>
                      <a:pt x="263" y="238"/>
                    </a:lnTo>
                    <a:lnTo>
                      <a:pt x="263" y="23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73" name="Group 672">
              <a:extLst>
                <a:ext uri="{FF2B5EF4-FFF2-40B4-BE49-F238E27FC236}">
                  <a16:creationId xmlns:a16="http://schemas.microsoft.com/office/drawing/2014/main" id="{B2588A79-C958-4149-A324-B85C32792843}"/>
                </a:ext>
              </a:extLst>
            </p:cNvPr>
            <p:cNvGrpSpPr/>
            <p:nvPr/>
          </p:nvGrpSpPr>
          <p:grpSpPr>
            <a:xfrm>
              <a:off x="3590164" y="291259"/>
              <a:ext cx="4919631" cy="2498858"/>
              <a:chOff x="4120606" y="1123805"/>
              <a:chExt cx="4084054" cy="2074438"/>
            </a:xfrm>
            <a:solidFill>
              <a:schemeClr val="bg2"/>
            </a:solidFill>
          </p:grpSpPr>
          <p:grpSp>
            <p:nvGrpSpPr>
              <p:cNvPr id="674" name="Group 673">
                <a:extLst>
                  <a:ext uri="{FF2B5EF4-FFF2-40B4-BE49-F238E27FC236}">
                    <a16:creationId xmlns:a16="http://schemas.microsoft.com/office/drawing/2014/main" id="{661F7202-9DF8-DB41-A702-24767B7EF80F}"/>
                  </a:ext>
                </a:extLst>
              </p:cNvPr>
              <p:cNvGrpSpPr/>
              <p:nvPr/>
            </p:nvGrpSpPr>
            <p:grpSpPr>
              <a:xfrm>
                <a:off x="4120606" y="1123805"/>
                <a:ext cx="1358091" cy="905063"/>
                <a:chOff x="4120606" y="1123805"/>
                <a:chExt cx="1358091" cy="905063"/>
              </a:xfrm>
              <a:grpFill/>
            </p:grpSpPr>
            <p:sp>
              <p:nvSpPr>
                <p:cNvPr id="722" name="Freeform 122">
                  <a:extLst>
                    <a:ext uri="{FF2B5EF4-FFF2-40B4-BE49-F238E27FC236}">
                      <a16:creationId xmlns:a16="http://schemas.microsoft.com/office/drawing/2014/main" id="{8AC62ECE-AC8F-3E45-8DB0-E903C4E0FF07}"/>
                    </a:ext>
                  </a:extLst>
                </p:cNvPr>
                <p:cNvSpPr>
                  <a:spLocks noEditPoints="1"/>
                </p:cNvSpPr>
                <p:nvPr/>
              </p:nvSpPr>
              <p:spPr bwMode="auto">
                <a:xfrm>
                  <a:off x="4120606" y="1123805"/>
                  <a:ext cx="1115433" cy="893049"/>
                </a:xfrm>
                <a:custGeom>
                  <a:avLst/>
                  <a:gdLst>
                    <a:gd name="T0" fmla="*/ 482 w 570"/>
                    <a:gd name="T1" fmla="*/ 190 h 446"/>
                    <a:gd name="T2" fmla="*/ 192 w 570"/>
                    <a:gd name="T3" fmla="*/ 334 h 446"/>
                    <a:gd name="T4" fmla="*/ 214 w 570"/>
                    <a:gd name="T5" fmla="*/ 316 h 446"/>
                    <a:gd name="T6" fmla="*/ 458 w 570"/>
                    <a:gd name="T7" fmla="*/ 210 h 446"/>
                    <a:gd name="T8" fmla="*/ 464 w 570"/>
                    <a:gd name="T9" fmla="*/ 224 h 446"/>
                    <a:gd name="T10" fmla="*/ 478 w 570"/>
                    <a:gd name="T11" fmla="*/ 220 h 446"/>
                    <a:gd name="T12" fmla="*/ 498 w 570"/>
                    <a:gd name="T13" fmla="*/ 186 h 446"/>
                    <a:gd name="T14" fmla="*/ 520 w 570"/>
                    <a:gd name="T15" fmla="*/ 176 h 446"/>
                    <a:gd name="T16" fmla="*/ 0 w 570"/>
                    <a:gd name="T17" fmla="*/ 132 h 446"/>
                    <a:gd name="T18" fmla="*/ 500 w 570"/>
                    <a:gd name="T19" fmla="*/ 44 h 446"/>
                    <a:gd name="T20" fmla="*/ 350 w 570"/>
                    <a:gd name="T21" fmla="*/ 22 h 446"/>
                    <a:gd name="T22" fmla="*/ 380 w 570"/>
                    <a:gd name="T23" fmla="*/ 18 h 446"/>
                    <a:gd name="T24" fmla="*/ 474 w 570"/>
                    <a:gd name="T25" fmla="*/ 24 h 446"/>
                    <a:gd name="T26" fmla="*/ 442 w 570"/>
                    <a:gd name="T27" fmla="*/ 6 h 446"/>
                    <a:gd name="T28" fmla="*/ 330 w 570"/>
                    <a:gd name="T29" fmla="*/ 6 h 446"/>
                    <a:gd name="T30" fmla="*/ 294 w 570"/>
                    <a:gd name="T31" fmla="*/ 12 h 446"/>
                    <a:gd name="T32" fmla="*/ 290 w 570"/>
                    <a:gd name="T33" fmla="*/ 30 h 446"/>
                    <a:gd name="T34" fmla="*/ 266 w 570"/>
                    <a:gd name="T35" fmla="*/ 50 h 446"/>
                    <a:gd name="T36" fmla="*/ 214 w 570"/>
                    <a:gd name="T37" fmla="*/ 42 h 446"/>
                    <a:gd name="T38" fmla="*/ 178 w 570"/>
                    <a:gd name="T39" fmla="*/ 40 h 446"/>
                    <a:gd name="T40" fmla="*/ 118 w 570"/>
                    <a:gd name="T41" fmla="*/ 52 h 446"/>
                    <a:gd name="T42" fmla="*/ 56 w 570"/>
                    <a:gd name="T43" fmla="*/ 78 h 446"/>
                    <a:gd name="T44" fmla="*/ 16 w 570"/>
                    <a:gd name="T45" fmla="*/ 108 h 446"/>
                    <a:gd name="T46" fmla="*/ 66 w 570"/>
                    <a:gd name="T47" fmla="*/ 132 h 446"/>
                    <a:gd name="T48" fmla="*/ 26 w 570"/>
                    <a:gd name="T49" fmla="*/ 156 h 446"/>
                    <a:gd name="T50" fmla="*/ 90 w 570"/>
                    <a:gd name="T51" fmla="*/ 152 h 446"/>
                    <a:gd name="T52" fmla="*/ 156 w 570"/>
                    <a:gd name="T53" fmla="*/ 184 h 446"/>
                    <a:gd name="T54" fmla="*/ 170 w 570"/>
                    <a:gd name="T55" fmla="*/ 222 h 446"/>
                    <a:gd name="T56" fmla="*/ 200 w 570"/>
                    <a:gd name="T57" fmla="*/ 244 h 446"/>
                    <a:gd name="T58" fmla="*/ 190 w 570"/>
                    <a:gd name="T59" fmla="*/ 258 h 446"/>
                    <a:gd name="T60" fmla="*/ 174 w 570"/>
                    <a:gd name="T61" fmla="*/ 284 h 446"/>
                    <a:gd name="T62" fmla="*/ 208 w 570"/>
                    <a:gd name="T63" fmla="*/ 272 h 446"/>
                    <a:gd name="T64" fmla="*/ 206 w 570"/>
                    <a:gd name="T65" fmla="*/ 304 h 446"/>
                    <a:gd name="T66" fmla="*/ 184 w 570"/>
                    <a:gd name="T67" fmla="*/ 314 h 446"/>
                    <a:gd name="T68" fmla="*/ 186 w 570"/>
                    <a:gd name="T69" fmla="*/ 320 h 446"/>
                    <a:gd name="T70" fmla="*/ 184 w 570"/>
                    <a:gd name="T71" fmla="*/ 350 h 446"/>
                    <a:gd name="T72" fmla="*/ 210 w 570"/>
                    <a:gd name="T73" fmla="*/ 366 h 446"/>
                    <a:gd name="T74" fmla="*/ 204 w 570"/>
                    <a:gd name="T75" fmla="*/ 392 h 446"/>
                    <a:gd name="T76" fmla="*/ 228 w 570"/>
                    <a:gd name="T77" fmla="*/ 410 h 446"/>
                    <a:gd name="T78" fmla="*/ 238 w 570"/>
                    <a:gd name="T79" fmla="*/ 430 h 446"/>
                    <a:gd name="T80" fmla="*/ 266 w 570"/>
                    <a:gd name="T81" fmla="*/ 428 h 446"/>
                    <a:gd name="T82" fmla="*/ 280 w 570"/>
                    <a:gd name="T83" fmla="*/ 434 h 446"/>
                    <a:gd name="T84" fmla="*/ 292 w 570"/>
                    <a:gd name="T85" fmla="*/ 398 h 446"/>
                    <a:gd name="T86" fmla="*/ 302 w 570"/>
                    <a:gd name="T87" fmla="*/ 358 h 446"/>
                    <a:gd name="T88" fmla="*/ 338 w 570"/>
                    <a:gd name="T89" fmla="*/ 350 h 446"/>
                    <a:gd name="T90" fmla="*/ 382 w 570"/>
                    <a:gd name="T91" fmla="*/ 310 h 446"/>
                    <a:gd name="T92" fmla="*/ 428 w 570"/>
                    <a:gd name="T93" fmla="*/ 298 h 446"/>
                    <a:gd name="T94" fmla="*/ 480 w 570"/>
                    <a:gd name="T95" fmla="*/ 270 h 446"/>
                    <a:gd name="T96" fmla="*/ 448 w 570"/>
                    <a:gd name="T97" fmla="*/ 260 h 446"/>
                    <a:gd name="T98" fmla="*/ 426 w 570"/>
                    <a:gd name="T99" fmla="*/ 242 h 446"/>
                    <a:gd name="T100" fmla="*/ 484 w 570"/>
                    <a:gd name="T101" fmla="*/ 260 h 446"/>
                    <a:gd name="T102" fmla="*/ 452 w 570"/>
                    <a:gd name="T103" fmla="*/ 230 h 446"/>
                    <a:gd name="T104" fmla="*/ 446 w 570"/>
                    <a:gd name="T105" fmla="*/ 214 h 446"/>
                    <a:gd name="T106" fmla="*/ 486 w 570"/>
                    <a:gd name="T107" fmla="*/ 198 h 446"/>
                    <a:gd name="T108" fmla="*/ 490 w 570"/>
                    <a:gd name="T109" fmla="*/ 186 h 446"/>
                    <a:gd name="T110" fmla="*/ 498 w 570"/>
                    <a:gd name="T111" fmla="*/ 154 h 446"/>
                    <a:gd name="T112" fmla="*/ 508 w 570"/>
                    <a:gd name="T113" fmla="*/ 132 h 446"/>
                    <a:gd name="T114" fmla="*/ 500 w 570"/>
                    <a:gd name="T115" fmla="*/ 114 h 446"/>
                    <a:gd name="T116" fmla="*/ 520 w 570"/>
                    <a:gd name="T117" fmla="*/ 78 h 446"/>
                    <a:gd name="T118" fmla="*/ 554 w 570"/>
                    <a:gd name="T119" fmla="*/ 62 h 446"/>
                    <a:gd name="T120" fmla="*/ 496 w 570"/>
                    <a:gd name="T121" fmla="*/ 46 h 446"/>
                    <a:gd name="T122" fmla="*/ 460 w 570"/>
                    <a:gd name="T123" fmla="*/ 42 h 446"/>
                    <a:gd name="T124" fmla="*/ 378 w 570"/>
                    <a:gd name="T125" fmla="*/ 46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70" h="446">
                      <a:moveTo>
                        <a:pt x="504" y="148"/>
                      </a:moveTo>
                      <a:lnTo>
                        <a:pt x="506" y="148"/>
                      </a:lnTo>
                      <a:lnTo>
                        <a:pt x="506" y="148"/>
                      </a:lnTo>
                      <a:lnTo>
                        <a:pt x="506" y="148"/>
                      </a:lnTo>
                      <a:lnTo>
                        <a:pt x="504" y="148"/>
                      </a:lnTo>
                      <a:lnTo>
                        <a:pt x="504" y="148"/>
                      </a:lnTo>
                      <a:close/>
                      <a:moveTo>
                        <a:pt x="272" y="442"/>
                      </a:moveTo>
                      <a:lnTo>
                        <a:pt x="270" y="444"/>
                      </a:lnTo>
                      <a:lnTo>
                        <a:pt x="270" y="444"/>
                      </a:lnTo>
                      <a:lnTo>
                        <a:pt x="272" y="444"/>
                      </a:lnTo>
                      <a:lnTo>
                        <a:pt x="274" y="446"/>
                      </a:lnTo>
                      <a:lnTo>
                        <a:pt x="274" y="446"/>
                      </a:lnTo>
                      <a:lnTo>
                        <a:pt x="274" y="444"/>
                      </a:lnTo>
                      <a:lnTo>
                        <a:pt x="274" y="442"/>
                      </a:lnTo>
                      <a:lnTo>
                        <a:pt x="274" y="442"/>
                      </a:lnTo>
                      <a:lnTo>
                        <a:pt x="272" y="442"/>
                      </a:lnTo>
                      <a:lnTo>
                        <a:pt x="272" y="442"/>
                      </a:lnTo>
                      <a:close/>
                      <a:moveTo>
                        <a:pt x="258" y="426"/>
                      </a:moveTo>
                      <a:lnTo>
                        <a:pt x="258" y="426"/>
                      </a:lnTo>
                      <a:lnTo>
                        <a:pt x="258" y="428"/>
                      </a:lnTo>
                      <a:lnTo>
                        <a:pt x="258" y="428"/>
                      </a:lnTo>
                      <a:lnTo>
                        <a:pt x="258" y="428"/>
                      </a:lnTo>
                      <a:lnTo>
                        <a:pt x="258" y="426"/>
                      </a:lnTo>
                      <a:lnTo>
                        <a:pt x="258" y="426"/>
                      </a:lnTo>
                      <a:lnTo>
                        <a:pt x="258" y="426"/>
                      </a:lnTo>
                      <a:close/>
                      <a:moveTo>
                        <a:pt x="482" y="190"/>
                      </a:moveTo>
                      <a:lnTo>
                        <a:pt x="482" y="190"/>
                      </a:lnTo>
                      <a:lnTo>
                        <a:pt x="482" y="196"/>
                      </a:lnTo>
                      <a:lnTo>
                        <a:pt x="482" y="196"/>
                      </a:lnTo>
                      <a:lnTo>
                        <a:pt x="484" y="196"/>
                      </a:lnTo>
                      <a:lnTo>
                        <a:pt x="484" y="196"/>
                      </a:lnTo>
                      <a:lnTo>
                        <a:pt x="490" y="196"/>
                      </a:lnTo>
                      <a:lnTo>
                        <a:pt x="490" y="196"/>
                      </a:lnTo>
                      <a:lnTo>
                        <a:pt x="492" y="194"/>
                      </a:lnTo>
                      <a:lnTo>
                        <a:pt x="492" y="194"/>
                      </a:lnTo>
                      <a:lnTo>
                        <a:pt x="490" y="192"/>
                      </a:lnTo>
                      <a:lnTo>
                        <a:pt x="482" y="190"/>
                      </a:lnTo>
                      <a:lnTo>
                        <a:pt x="482" y="190"/>
                      </a:lnTo>
                      <a:close/>
                      <a:moveTo>
                        <a:pt x="430" y="70"/>
                      </a:moveTo>
                      <a:lnTo>
                        <a:pt x="430" y="70"/>
                      </a:lnTo>
                      <a:lnTo>
                        <a:pt x="432" y="68"/>
                      </a:lnTo>
                      <a:lnTo>
                        <a:pt x="430" y="70"/>
                      </a:lnTo>
                      <a:lnTo>
                        <a:pt x="428" y="72"/>
                      </a:lnTo>
                      <a:lnTo>
                        <a:pt x="428" y="72"/>
                      </a:lnTo>
                      <a:lnTo>
                        <a:pt x="426" y="74"/>
                      </a:lnTo>
                      <a:lnTo>
                        <a:pt x="426" y="74"/>
                      </a:lnTo>
                      <a:lnTo>
                        <a:pt x="424" y="74"/>
                      </a:lnTo>
                      <a:lnTo>
                        <a:pt x="424" y="72"/>
                      </a:lnTo>
                      <a:lnTo>
                        <a:pt x="426" y="70"/>
                      </a:lnTo>
                      <a:lnTo>
                        <a:pt x="430" y="70"/>
                      </a:lnTo>
                      <a:lnTo>
                        <a:pt x="430" y="70"/>
                      </a:lnTo>
                      <a:close/>
                      <a:moveTo>
                        <a:pt x="294" y="34"/>
                      </a:moveTo>
                      <a:lnTo>
                        <a:pt x="294" y="34"/>
                      </a:lnTo>
                      <a:lnTo>
                        <a:pt x="296" y="36"/>
                      </a:lnTo>
                      <a:lnTo>
                        <a:pt x="298" y="36"/>
                      </a:lnTo>
                      <a:lnTo>
                        <a:pt x="296" y="36"/>
                      </a:lnTo>
                      <a:lnTo>
                        <a:pt x="296" y="36"/>
                      </a:lnTo>
                      <a:lnTo>
                        <a:pt x="294" y="34"/>
                      </a:lnTo>
                      <a:lnTo>
                        <a:pt x="294" y="34"/>
                      </a:lnTo>
                      <a:lnTo>
                        <a:pt x="294" y="34"/>
                      </a:lnTo>
                      <a:lnTo>
                        <a:pt x="294" y="34"/>
                      </a:lnTo>
                      <a:close/>
                      <a:moveTo>
                        <a:pt x="334" y="338"/>
                      </a:moveTo>
                      <a:lnTo>
                        <a:pt x="334" y="338"/>
                      </a:lnTo>
                      <a:lnTo>
                        <a:pt x="340" y="338"/>
                      </a:lnTo>
                      <a:lnTo>
                        <a:pt x="340" y="338"/>
                      </a:lnTo>
                      <a:lnTo>
                        <a:pt x="336" y="342"/>
                      </a:lnTo>
                      <a:lnTo>
                        <a:pt x="336" y="342"/>
                      </a:lnTo>
                      <a:lnTo>
                        <a:pt x="334" y="342"/>
                      </a:lnTo>
                      <a:lnTo>
                        <a:pt x="334" y="342"/>
                      </a:lnTo>
                      <a:lnTo>
                        <a:pt x="332" y="338"/>
                      </a:lnTo>
                      <a:lnTo>
                        <a:pt x="332" y="338"/>
                      </a:lnTo>
                      <a:lnTo>
                        <a:pt x="334" y="338"/>
                      </a:lnTo>
                      <a:lnTo>
                        <a:pt x="334" y="338"/>
                      </a:lnTo>
                      <a:close/>
                      <a:moveTo>
                        <a:pt x="192" y="332"/>
                      </a:moveTo>
                      <a:lnTo>
                        <a:pt x="192" y="332"/>
                      </a:lnTo>
                      <a:lnTo>
                        <a:pt x="192" y="334"/>
                      </a:lnTo>
                      <a:lnTo>
                        <a:pt x="192" y="334"/>
                      </a:lnTo>
                      <a:lnTo>
                        <a:pt x="192" y="334"/>
                      </a:lnTo>
                      <a:lnTo>
                        <a:pt x="192" y="334"/>
                      </a:lnTo>
                      <a:lnTo>
                        <a:pt x="190" y="332"/>
                      </a:lnTo>
                      <a:lnTo>
                        <a:pt x="190" y="332"/>
                      </a:lnTo>
                      <a:lnTo>
                        <a:pt x="192" y="332"/>
                      </a:lnTo>
                      <a:lnTo>
                        <a:pt x="192" y="332"/>
                      </a:lnTo>
                      <a:close/>
                      <a:moveTo>
                        <a:pt x="218" y="330"/>
                      </a:moveTo>
                      <a:lnTo>
                        <a:pt x="218" y="330"/>
                      </a:lnTo>
                      <a:lnTo>
                        <a:pt x="218" y="330"/>
                      </a:lnTo>
                      <a:lnTo>
                        <a:pt x="218" y="330"/>
                      </a:lnTo>
                      <a:lnTo>
                        <a:pt x="218" y="330"/>
                      </a:lnTo>
                      <a:lnTo>
                        <a:pt x="218" y="332"/>
                      </a:lnTo>
                      <a:lnTo>
                        <a:pt x="218" y="332"/>
                      </a:lnTo>
                      <a:lnTo>
                        <a:pt x="210" y="336"/>
                      </a:lnTo>
                      <a:lnTo>
                        <a:pt x="210" y="336"/>
                      </a:lnTo>
                      <a:lnTo>
                        <a:pt x="208" y="336"/>
                      </a:lnTo>
                      <a:lnTo>
                        <a:pt x="210" y="334"/>
                      </a:lnTo>
                      <a:lnTo>
                        <a:pt x="210" y="334"/>
                      </a:lnTo>
                      <a:lnTo>
                        <a:pt x="212" y="332"/>
                      </a:lnTo>
                      <a:lnTo>
                        <a:pt x="212" y="332"/>
                      </a:lnTo>
                      <a:lnTo>
                        <a:pt x="218" y="330"/>
                      </a:lnTo>
                      <a:lnTo>
                        <a:pt x="218" y="330"/>
                      </a:lnTo>
                      <a:close/>
                      <a:moveTo>
                        <a:pt x="214" y="318"/>
                      </a:moveTo>
                      <a:lnTo>
                        <a:pt x="214" y="318"/>
                      </a:lnTo>
                      <a:lnTo>
                        <a:pt x="214" y="318"/>
                      </a:lnTo>
                      <a:lnTo>
                        <a:pt x="214" y="318"/>
                      </a:lnTo>
                      <a:lnTo>
                        <a:pt x="214" y="318"/>
                      </a:lnTo>
                      <a:lnTo>
                        <a:pt x="214" y="318"/>
                      </a:lnTo>
                      <a:lnTo>
                        <a:pt x="212" y="318"/>
                      </a:lnTo>
                      <a:lnTo>
                        <a:pt x="214" y="318"/>
                      </a:lnTo>
                      <a:lnTo>
                        <a:pt x="214" y="318"/>
                      </a:lnTo>
                      <a:close/>
                      <a:moveTo>
                        <a:pt x="214" y="314"/>
                      </a:moveTo>
                      <a:lnTo>
                        <a:pt x="214" y="314"/>
                      </a:lnTo>
                      <a:lnTo>
                        <a:pt x="216" y="314"/>
                      </a:lnTo>
                      <a:lnTo>
                        <a:pt x="216" y="316"/>
                      </a:lnTo>
                      <a:lnTo>
                        <a:pt x="216" y="316"/>
                      </a:lnTo>
                      <a:lnTo>
                        <a:pt x="214" y="316"/>
                      </a:lnTo>
                      <a:lnTo>
                        <a:pt x="214" y="314"/>
                      </a:lnTo>
                      <a:lnTo>
                        <a:pt x="214" y="314"/>
                      </a:lnTo>
                      <a:lnTo>
                        <a:pt x="214" y="314"/>
                      </a:lnTo>
                      <a:close/>
                      <a:moveTo>
                        <a:pt x="434" y="266"/>
                      </a:moveTo>
                      <a:lnTo>
                        <a:pt x="434" y="266"/>
                      </a:lnTo>
                      <a:lnTo>
                        <a:pt x="434" y="266"/>
                      </a:lnTo>
                      <a:lnTo>
                        <a:pt x="436" y="268"/>
                      </a:lnTo>
                      <a:lnTo>
                        <a:pt x="434" y="270"/>
                      </a:lnTo>
                      <a:lnTo>
                        <a:pt x="434" y="270"/>
                      </a:lnTo>
                      <a:lnTo>
                        <a:pt x="428" y="268"/>
                      </a:lnTo>
                      <a:lnTo>
                        <a:pt x="428" y="268"/>
                      </a:lnTo>
                      <a:lnTo>
                        <a:pt x="430" y="268"/>
                      </a:lnTo>
                      <a:lnTo>
                        <a:pt x="430" y="268"/>
                      </a:lnTo>
                      <a:lnTo>
                        <a:pt x="434" y="266"/>
                      </a:lnTo>
                      <a:lnTo>
                        <a:pt x="434" y="266"/>
                      </a:lnTo>
                      <a:close/>
                      <a:moveTo>
                        <a:pt x="192" y="248"/>
                      </a:moveTo>
                      <a:lnTo>
                        <a:pt x="192" y="248"/>
                      </a:lnTo>
                      <a:lnTo>
                        <a:pt x="190" y="248"/>
                      </a:lnTo>
                      <a:lnTo>
                        <a:pt x="190" y="248"/>
                      </a:lnTo>
                      <a:lnTo>
                        <a:pt x="194" y="248"/>
                      </a:lnTo>
                      <a:lnTo>
                        <a:pt x="194" y="248"/>
                      </a:lnTo>
                      <a:lnTo>
                        <a:pt x="194" y="248"/>
                      </a:lnTo>
                      <a:lnTo>
                        <a:pt x="192" y="248"/>
                      </a:lnTo>
                      <a:lnTo>
                        <a:pt x="192" y="248"/>
                      </a:lnTo>
                      <a:close/>
                      <a:moveTo>
                        <a:pt x="182" y="244"/>
                      </a:moveTo>
                      <a:lnTo>
                        <a:pt x="182" y="244"/>
                      </a:lnTo>
                      <a:lnTo>
                        <a:pt x="180" y="246"/>
                      </a:lnTo>
                      <a:lnTo>
                        <a:pt x="180" y="248"/>
                      </a:lnTo>
                      <a:lnTo>
                        <a:pt x="180" y="248"/>
                      </a:lnTo>
                      <a:lnTo>
                        <a:pt x="180" y="250"/>
                      </a:lnTo>
                      <a:lnTo>
                        <a:pt x="180" y="250"/>
                      </a:lnTo>
                      <a:lnTo>
                        <a:pt x="184" y="250"/>
                      </a:lnTo>
                      <a:lnTo>
                        <a:pt x="184" y="250"/>
                      </a:lnTo>
                      <a:lnTo>
                        <a:pt x="184" y="246"/>
                      </a:lnTo>
                      <a:lnTo>
                        <a:pt x="182" y="244"/>
                      </a:lnTo>
                      <a:lnTo>
                        <a:pt x="182" y="244"/>
                      </a:lnTo>
                      <a:close/>
                      <a:moveTo>
                        <a:pt x="458" y="210"/>
                      </a:moveTo>
                      <a:lnTo>
                        <a:pt x="458" y="210"/>
                      </a:lnTo>
                      <a:lnTo>
                        <a:pt x="458" y="210"/>
                      </a:lnTo>
                      <a:lnTo>
                        <a:pt x="452" y="212"/>
                      </a:lnTo>
                      <a:lnTo>
                        <a:pt x="452" y="212"/>
                      </a:lnTo>
                      <a:lnTo>
                        <a:pt x="452" y="214"/>
                      </a:lnTo>
                      <a:lnTo>
                        <a:pt x="452" y="214"/>
                      </a:lnTo>
                      <a:lnTo>
                        <a:pt x="454" y="216"/>
                      </a:lnTo>
                      <a:lnTo>
                        <a:pt x="454" y="216"/>
                      </a:lnTo>
                      <a:lnTo>
                        <a:pt x="446" y="214"/>
                      </a:lnTo>
                      <a:lnTo>
                        <a:pt x="444" y="214"/>
                      </a:lnTo>
                      <a:lnTo>
                        <a:pt x="440" y="216"/>
                      </a:lnTo>
                      <a:lnTo>
                        <a:pt x="440" y="216"/>
                      </a:lnTo>
                      <a:lnTo>
                        <a:pt x="438" y="218"/>
                      </a:lnTo>
                      <a:lnTo>
                        <a:pt x="438" y="218"/>
                      </a:lnTo>
                      <a:lnTo>
                        <a:pt x="438" y="222"/>
                      </a:lnTo>
                      <a:lnTo>
                        <a:pt x="438" y="222"/>
                      </a:lnTo>
                      <a:lnTo>
                        <a:pt x="442" y="222"/>
                      </a:lnTo>
                      <a:lnTo>
                        <a:pt x="442" y="222"/>
                      </a:lnTo>
                      <a:lnTo>
                        <a:pt x="444" y="224"/>
                      </a:lnTo>
                      <a:lnTo>
                        <a:pt x="444" y="224"/>
                      </a:lnTo>
                      <a:lnTo>
                        <a:pt x="446" y="224"/>
                      </a:lnTo>
                      <a:lnTo>
                        <a:pt x="446" y="224"/>
                      </a:lnTo>
                      <a:lnTo>
                        <a:pt x="450" y="222"/>
                      </a:lnTo>
                      <a:lnTo>
                        <a:pt x="450" y="222"/>
                      </a:lnTo>
                      <a:lnTo>
                        <a:pt x="452" y="222"/>
                      </a:lnTo>
                      <a:lnTo>
                        <a:pt x="452" y="222"/>
                      </a:lnTo>
                      <a:lnTo>
                        <a:pt x="454" y="220"/>
                      </a:lnTo>
                      <a:lnTo>
                        <a:pt x="454" y="218"/>
                      </a:lnTo>
                      <a:lnTo>
                        <a:pt x="454" y="218"/>
                      </a:lnTo>
                      <a:lnTo>
                        <a:pt x="456" y="218"/>
                      </a:lnTo>
                      <a:lnTo>
                        <a:pt x="456" y="218"/>
                      </a:lnTo>
                      <a:lnTo>
                        <a:pt x="458" y="220"/>
                      </a:lnTo>
                      <a:lnTo>
                        <a:pt x="458" y="220"/>
                      </a:lnTo>
                      <a:lnTo>
                        <a:pt x="466" y="222"/>
                      </a:lnTo>
                      <a:lnTo>
                        <a:pt x="466" y="222"/>
                      </a:lnTo>
                      <a:lnTo>
                        <a:pt x="468" y="222"/>
                      </a:lnTo>
                      <a:lnTo>
                        <a:pt x="468" y="222"/>
                      </a:lnTo>
                      <a:lnTo>
                        <a:pt x="466" y="224"/>
                      </a:lnTo>
                      <a:lnTo>
                        <a:pt x="464" y="224"/>
                      </a:lnTo>
                      <a:lnTo>
                        <a:pt x="466" y="224"/>
                      </a:lnTo>
                      <a:lnTo>
                        <a:pt x="466" y="224"/>
                      </a:lnTo>
                      <a:lnTo>
                        <a:pt x="466" y="226"/>
                      </a:lnTo>
                      <a:lnTo>
                        <a:pt x="466" y="226"/>
                      </a:lnTo>
                      <a:lnTo>
                        <a:pt x="466" y="226"/>
                      </a:lnTo>
                      <a:lnTo>
                        <a:pt x="466" y="228"/>
                      </a:lnTo>
                      <a:lnTo>
                        <a:pt x="466" y="230"/>
                      </a:lnTo>
                      <a:lnTo>
                        <a:pt x="468" y="232"/>
                      </a:lnTo>
                      <a:lnTo>
                        <a:pt x="476" y="236"/>
                      </a:lnTo>
                      <a:lnTo>
                        <a:pt x="476" y="236"/>
                      </a:lnTo>
                      <a:lnTo>
                        <a:pt x="480" y="238"/>
                      </a:lnTo>
                      <a:lnTo>
                        <a:pt x="480" y="238"/>
                      </a:lnTo>
                      <a:lnTo>
                        <a:pt x="486" y="238"/>
                      </a:lnTo>
                      <a:lnTo>
                        <a:pt x="486" y="238"/>
                      </a:lnTo>
                      <a:lnTo>
                        <a:pt x="486" y="238"/>
                      </a:lnTo>
                      <a:lnTo>
                        <a:pt x="486" y="236"/>
                      </a:lnTo>
                      <a:lnTo>
                        <a:pt x="486" y="236"/>
                      </a:lnTo>
                      <a:lnTo>
                        <a:pt x="482" y="234"/>
                      </a:lnTo>
                      <a:lnTo>
                        <a:pt x="480" y="234"/>
                      </a:lnTo>
                      <a:lnTo>
                        <a:pt x="484" y="232"/>
                      </a:lnTo>
                      <a:lnTo>
                        <a:pt x="484" y="230"/>
                      </a:lnTo>
                      <a:lnTo>
                        <a:pt x="484" y="230"/>
                      </a:lnTo>
                      <a:lnTo>
                        <a:pt x="478" y="228"/>
                      </a:lnTo>
                      <a:lnTo>
                        <a:pt x="478" y="228"/>
                      </a:lnTo>
                      <a:lnTo>
                        <a:pt x="474" y="226"/>
                      </a:lnTo>
                      <a:lnTo>
                        <a:pt x="474" y="226"/>
                      </a:lnTo>
                      <a:lnTo>
                        <a:pt x="474" y="226"/>
                      </a:lnTo>
                      <a:lnTo>
                        <a:pt x="474" y="226"/>
                      </a:lnTo>
                      <a:lnTo>
                        <a:pt x="478" y="226"/>
                      </a:lnTo>
                      <a:lnTo>
                        <a:pt x="478" y="226"/>
                      </a:lnTo>
                      <a:lnTo>
                        <a:pt x="480" y="228"/>
                      </a:lnTo>
                      <a:lnTo>
                        <a:pt x="480" y="228"/>
                      </a:lnTo>
                      <a:lnTo>
                        <a:pt x="482" y="228"/>
                      </a:lnTo>
                      <a:lnTo>
                        <a:pt x="484" y="228"/>
                      </a:lnTo>
                      <a:lnTo>
                        <a:pt x="484" y="228"/>
                      </a:lnTo>
                      <a:lnTo>
                        <a:pt x="484" y="222"/>
                      </a:lnTo>
                      <a:lnTo>
                        <a:pt x="484" y="222"/>
                      </a:lnTo>
                      <a:lnTo>
                        <a:pt x="478" y="220"/>
                      </a:lnTo>
                      <a:lnTo>
                        <a:pt x="472" y="222"/>
                      </a:lnTo>
                      <a:lnTo>
                        <a:pt x="472" y="222"/>
                      </a:lnTo>
                      <a:lnTo>
                        <a:pt x="474" y="220"/>
                      </a:lnTo>
                      <a:lnTo>
                        <a:pt x="474" y="220"/>
                      </a:lnTo>
                      <a:lnTo>
                        <a:pt x="476" y="220"/>
                      </a:lnTo>
                      <a:lnTo>
                        <a:pt x="476" y="220"/>
                      </a:lnTo>
                      <a:lnTo>
                        <a:pt x="478" y="216"/>
                      </a:lnTo>
                      <a:lnTo>
                        <a:pt x="470" y="216"/>
                      </a:lnTo>
                      <a:lnTo>
                        <a:pt x="470" y="216"/>
                      </a:lnTo>
                      <a:lnTo>
                        <a:pt x="472" y="214"/>
                      </a:lnTo>
                      <a:lnTo>
                        <a:pt x="472" y="214"/>
                      </a:lnTo>
                      <a:lnTo>
                        <a:pt x="464" y="212"/>
                      </a:lnTo>
                      <a:lnTo>
                        <a:pt x="458" y="210"/>
                      </a:lnTo>
                      <a:lnTo>
                        <a:pt x="458" y="210"/>
                      </a:lnTo>
                      <a:close/>
                      <a:moveTo>
                        <a:pt x="148" y="186"/>
                      </a:moveTo>
                      <a:lnTo>
                        <a:pt x="148" y="186"/>
                      </a:lnTo>
                      <a:lnTo>
                        <a:pt x="146" y="188"/>
                      </a:lnTo>
                      <a:lnTo>
                        <a:pt x="146" y="188"/>
                      </a:lnTo>
                      <a:lnTo>
                        <a:pt x="148" y="188"/>
                      </a:lnTo>
                      <a:lnTo>
                        <a:pt x="148" y="188"/>
                      </a:lnTo>
                      <a:lnTo>
                        <a:pt x="150" y="188"/>
                      </a:lnTo>
                      <a:lnTo>
                        <a:pt x="152" y="186"/>
                      </a:lnTo>
                      <a:lnTo>
                        <a:pt x="152" y="186"/>
                      </a:lnTo>
                      <a:lnTo>
                        <a:pt x="148" y="186"/>
                      </a:lnTo>
                      <a:lnTo>
                        <a:pt x="148" y="186"/>
                      </a:lnTo>
                      <a:close/>
                      <a:moveTo>
                        <a:pt x="512" y="184"/>
                      </a:moveTo>
                      <a:lnTo>
                        <a:pt x="512" y="184"/>
                      </a:lnTo>
                      <a:lnTo>
                        <a:pt x="510" y="186"/>
                      </a:lnTo>
                      <a:lnTo>
                        <a:pt x="510" y="186"/>
                      </a:lnTo>
                      <a:lnTo>
                        <a:pt x="512" y="186"/>
                      </a:lnTo>
                      <a:lnTo>
                        <a:pt x="512" y="186"/>
                      </a:lnTo>
                      <a:lnTo>
                        <a:pt x="512" y="186"/>
                      </a:lnTo>
                      <a:lnTo>
                        <a:pt x="512" y="184"/>
                      </a:lnTo>
                      <a:lnTo>
                        <a:pt x="512" y="184"/>
                      </a:lnTo>
                      <a:close/>
                      <a:moveTo>
                        <a:pt x="498" y="180"/>
                      </a:moveTo>
                      <a:lnTo>
                        <a:pt x="498" y="180"/>
                      </a:lnTo>
                      <a:lnTo>
                        <a:pt x="498" y="182"/>
                      </a:lnTo>
                      <a:lnTo>
                        <a:pt x="498" y="186"/>
                      </a:lnTo>
                      <a:lnTo>
                        <a:pt x="498" y="186"/>
                      </a:lnTo>
                      <a:lnTo>
                        <a:pt x="500" y="186"/>
                      </a:lnTo>
                      <a:lnTo>
                        <a:pt x="500" y="186"/>
                      </a:lnTo>
                      <a:lnTo>
                        <a:pt x="504" y="186"/>
                      </a:lnTo>
                      <a:lnTo>
                        <a:pt x="504" y="186"/>
                      </a:lnTo>
                      <a:lnTo>
                        <a:pt x="504" y="182"/>
                      </a:lnTo>
                      <a:lnTo>
                        <a:pt x="504" y="182"/>
                      </a:lnTo>
                      <a:lnTo>
                        <a:pt x="500" y="182"/>
                      </a:lnTo>
                      <a:lnTo>
                        <a:pt x="500" y="182"/>
                      </a:lnTo>
                      <a:lnTo>
                        <a:pt x="500" y="180"/>
                      </a:lnTo>
                      <a:lnTo>
                        <a:pt x="500" y="180"/>
                      </a:lnTo>
                      <a:lnTo>
                        <a:pt x="498" y="180"/>
                      </a:lnTo>
                      <a:lnTo>
                        <a:pt x="498" y="180"/>
                      </a:lnTo>
                      <a:close/>
                      <a:moveTo>
                        <a:pt x="478" y="174"/>
                      </a:moveTo>
                      <a:lnTo>
                        <a:pt x="478" y="174"/>
                      </a:lnTo>
                      <a:lnTo>
                        <a:pt x="480" y="174"/>
                      </a:lnTo>
                      <a:lnTo>
                        <a:pt x="480" y="176"/>
                      </a:lnTo>
                      <a:lnTo>
                        <a:pt x="480" y="180"/>
                      </a:lnTo>
                      <a:lnTo>
                        <a:pt x="480" y="180"/>
                      </a:lnTo>
                      <a:lnTo>
                        <a:pt x="478" y="180"/>
                      </a:lnTo>
                      <a:lnTo>
                        <a:pt x="478" y="180"/>
                      </a:lnTo>
                      <a:lnTo>
                        <a:pt x="478" y="176"/>
                      </a:lnTo>
                      <a:lnTo>
                        <a:pt x="478" y="174"/>
                      </a:lnTo>
                      <a:lnTo>
                        <a:pt x="478" y="174"/>
                      </a:lnTo>
                      <a:lnTo>
                        <a:pt x="478" y="174"/>
                      </a:lnTo>
                      <a:close/>
                      <a:moveTo>
                        <a:pt x="512" y="166"/>
                      </a:moveTo>
                      <a:lnTo>
                        <a:pt x="512" y="166"/>
                      </a:lnTo>
                      <a:lnTo>
                        <a:pt x="512" y="168"/>
                      </a:lnTo>
                      <a:lnTo>
                        <a:pt x="512" y="168"/>
                      </a:lnTo>
                      <a:lnTo>
                        <a:pt x="508" y="168"/>
                      </a:lnTo>
                      <a:lnTo>
                        <a:pt x="508" y="168"/>
                      </a:lnTo>
                      <a:lnTo>
                        <a:pt x="510" y="176"/>
                      </a:lnTo>
                      <a:lnTo>
                        <a:pt x="512" y="178"/>
                      </a:lnTo>
                      <a:lnTo>
                        <a:pt x="516" y="178"/>
                      </a:lnTo>
                      <a:lnTo>
                        <a:pt x="516" y="178"/>
                      </a:lnTo>
                      <a:lnTo>
                        <a:pt x="518" y="176"/>
                      </a:lnTo>
                      <a:lnTo>
                        <a:pt x="518" y="176"/>
                      </a:lnTo>
                      <a:lnTo>
                        <a:pt x="520" y="176"/>
                      </a:lnTo>
                      <a:lnTo>
                        <a:pt x="520" y="176"/>
                      </a:lnTo>
                      <a:lnTo>
                        <a:pt x="520" y="176"/>
                      </a:lnTo>
                      <a:lnTo>
                        <a:pt x="520" y="176"/>
                      </a:lnTo>
                      <a:lnTo>
                        <a:pt x="522" y="176"/>
                      </a:lnTo>
                      <a:lnTo>
                        <a:pt x="522" y="176"/>
                      </a:lnTo>
                      <a:lnTo>
                        <a:pt x="522" y="172"/>
                      </a:lnTo>
                      <a:lnTo>
                        <a:pt x="522" y="172"/>
                      </a:lnTo>
                      <a:lnTo>
                        <a:pt x="520" y="174"/>
                      </a:lnTo>
                      <a:lnTo>
                        <a:pt x="520" y="174"/>
                      </a:lnTo>
                      <a:lnTo>
                        <a:pt x="516" y="172"/>
                      </a:lnTo>
                      <a:lnTo>
                        <a:pt x="516" y="172"/>
                      </a:lnTo>
                      <a:lnTo>
                        <a:pt x="514" y="166"/>
                      </a:lnTo>
                      <a:lnTo>
                        <a:pt x="512" y="166"/>
                      </a:lnTo>
                      <a:close/>
                      <a:moveTo>
                        <a:pt x="506" y="150"/>
                      </a:moveTo>
                      <a:lnTo>
                        <a:pt x="506" y="150"/>
                      </a:lnTo>
                      <a:lnTo>
                        <a:pt x="504" y="152"/>
                      </a:lnTo>
                      <a:lnTo>
                        <a:pt x="504" y="152"/>
                      </a:lnTo>
                      <a:lnTo>
                        <a:pt x="508" y="156"/>
                      </a:lnTo>
                      <a:lnTo>
                        <a:pt x="510" y="160"/>
                      </a:lnTo>
                      <a:lnTo>
                        <a:pt x="508" y="158"/>
                      </a:lnTo>
                      <a:lnTo>
                        <a:pt x="508" y="158"/>
                      </a:lnTo>
                      <a:lnTo>
                        <a:pt x="508" y="154"/>
                      </a:lnTo>
                      <a:lnTo>
                        <a:pt x="508" y="154"/>
                      </a:lnTo>
                      <a:lnTo>
                        <a:pt x="506" y="152"/>
                      </a:lnTo>
                      <a:lnTo>
                        <a:pt x="506" y="152"/>
                      </a:lnTo>
                      <a:lnTo>
                        <a:pt x="508" y="150"/>
                      </a:lnTo>
                      <a:lnTo>
                        <a:pt x="506" y="150"/>
                      </a:lnTo>
                      <a:close/>
                      <a:moveTo>
                        <a:pt x="12" y="132"/>
                      </a:moveTo>
                      <a:lnTo>
                        <a:pt x="12" y="132"/>
                      </a:lnTo>
                      <a:lnTo>
                        <a:pt x="12" y="132"/>
                      </a:lnTo>
                      <a:lnTo>
                        <a:pt x="14" y="132"/>
                      </a:lnTo>
                      <a:lnTo>
                        <a:pt x="12" y="132"/>
                      </a:lnTo>
                      <a:lnTo>
                        <a:pt x="12" y="132"/>
                      </a:lnTo>
                      <a:lnTo>
                        <a:pt x="12" y="132"/>
                      </a:lnTo>
                      <a:lnTo>
                        <a:pt x="12" y="132"/>
                      </a:lnTo>
                      <a:close/>
                      <a:moveTo>
                        <a:pt x="2" y="130"/>
                      </a:moveTo>
                      <a:lnTo>
                        <a:pt x="2" y="130"/>
                      </a:lnTo>
                      <a:lnTo>
                        <a:pt x="0" y="132"/>
                      </a:lnTo>
                      <a:lnTo>
                        <a:pt x="0" y="132"/>
                      </a:lnTo>
                      <a:lnTo>
                        <a:pt x="2" y="132"/>
                      </a:lnTo>
                      <a:lnTo>
                        <a:pt x="2" y="132"/>
                      </a:lnTo>
                      <a:lnTo>
                        <a:pt x="4" y="132"/>
                      </a:lnTo>
                      <a:lnTo>
                        <a:pt x="6" y="130"/>
                      </a:lnTo>
                      <a:lnTo>
                        <a:pt x="6" y="130"/>
                      </a:lnTo>
                      <a:lnTo>
                        <a:pt x="2" y="130"/>
                      </a:lnTo>
                      <a:lnTo>
                        <a:pt x="2" y="130"/>
                      </a:lnTo>
                      <a:close/>
                      <a:moveTo>
                        <a:pt x="500" y="76"/>
                      </a:moveTo>
                      <a:lnTo>
                        <a:pt x="500" y="76"/>
                      </a:lnTo>
                      <a:lnTo>
                        <a:pt x="500" y="80"/>
                      </a:lnTo>
                      <a:lnTo>
                        <a:pt x="500" y="80"/>
                      </a:lnTo>
                      <a:lnTo>
                        <a:pt x="504" y="78"/>
                      </a:lnTo>
                      <a:lnTo>
                        <a:pt x="500" y="76"/>
                      </a:lnTo>
                      <a:lnTo>
                        <a:pt x="500" y="76"/>
                      </a:lnTo>
                      <a:close/>
                      <a:moveTo>
                        <a:pt x="438" y="66"/>
                      </a:moveTo>
                      <a:lnTo>
                        <a:pt x="438" y="66"/>
                      </a:lnTo>
                      <a:lnTo>
                        <a:pt x="442" y="66"/>
                      </a:lnTo>
                      <a:lnTo>
                        <a:pt x="440" y="66"/>
                      </a:lnTo>
                      <a:lnTo>
                        <a:pt x="434" y="70"/>
                      </a:lnTo>
                      <a:lnTo>
                        <a:pt x="434" y="70"/>
                      </a:lnTo>
                      <a:lnTo>
                        <a:pt x="430" y="68"/>
                      </a:lnTo>
                      <a:lnTo>
                        <a:pt x="430" y="68"/>
                      </a:lnTo>
                      <a:lnTo>
                        <a:pt x="434" y="68"/>
                      </a:lnTo>
                      <a:lnTo>
                        <a:pt x="434" y="68"/>
                      </a:lnTo>
                      <a:lnTo>
                        <a:pt x="438" y="66"/>
                      </a:lnTo>
                      <a:lnTo>
                        <a:pt x="438" y="66"/>
                      </a:lnTo>
                      <a:close/>
                      <a:moveTo>
                        <a:pt x="508" y="40"/>
                      </a:moveTo>
                      <a:lnTo>
                        <a:pt x="508" y="40"/>
                      </a:lnTo>
                      <a:lnTo>
                        <a:pt x="508" y="42"/>
                      </a:lnTo>
                      <a:lnTo>
                        <a:pt x="508" y="42"/>
                      </a:lnTo>
                      <a:lnTo>
                        <a:pt x="508" y="42"/>
                      </a:lnTo>
                      <a:lnTo>
                        <a:pt x="508" y="42"/>
                      </a:lnTo>
                      <a:lnTo>
                        <a:pt x="508" y="40"/>
                      </a:lnTo>
                      <a:lnTo>
                        <a:pt x="508" y="40"/>
                      </a:lnTo>
                      <a:close/>
                      <a:moveTo>
                        <a:pt x="500" y="40"/>
                      </a:moveTo>
                      <a:lnTo>
                        <a:pt x="500" y="40"/>
                      </a:lnTo>
                      <a:lnTo>
                        <a:pt x="500" y="44"/>
                      </a:lnTo>
                      <a:lnTo>
                        <a:pt x="500" y="44"/>
                      </a:lnTo>
                      <a:lnTo>
                        <a:pt x="500" y="44"/>
                      </a:lnTo>
                      <a:lnTo>
                        <a:pt x="500" y="40"/>
                      </a:lnTo>
                      <a:lnTo>
                        <a:pt x="500" y="40"/>
                      </a:lnTo>
                      <a:close/>
                      <a:moveTo>
                        <a:pt x="182" y="32"/>
                      </a:moveTo>
                      <a:lnTo>
                        <a:pt x="182" y="32"/>
                      </a:lnTo>
                      <a:lnTo>
                        <a:pt x="184" y="38"/>
                      </a:lnTo>
                      <a:lnTo>
                        <a:pt x="184" y="38"/>
                      </a:lnTo>
                      <a:lnTo>
                        <a:pt x="186" y="40"/>
                      </a:lnTo>
                      <a:lnTo>
                        <a:pt x="192" y="44"/>
                      </a:lnTo>
                      <a:lnTo>
                        <a:pt x="204" y="46"/>
                      </a:lnTo>
                      <a:lnTo>
                        <a:pt x="204" y="46"/>
                      </a:lnTo>
                      <a:lnTo>
                        <a:pt x="206" y="46"/>
                      </a:lnTo>
                      <a:lnTo>
                        <a:pt x="206" y="46"/>
                      </a:lnTo>
                      <a:lnTo>
                        <a:pt x="206" y="44"/>
                      </a:lnTo>
                      <a:lnTo>
                        <a:pt x="206" y="44"/>
                      </a:lnTo>
                      <a:lnTo>
                        <a:pt x="204" y="42"/>
                      </a:lnTo>
                      <a:lnTo>
                        <a:pt x="204" y="42"/>
                      </a:lnTo>
                      <a:lnTo>
                        <a:pt x="198" y="40"/>
                      </a:lnTo>
                      <a:lnTo>
                        <a:pt x="198" y="40"/>
                      </a:lnTo>
                      <a:lnTo>
                        <a:pt x="194" y="40"/>
                      </a:lnTo>
                      <a:lnTo>
                        <a:pt x="194" y="40"/>
                      </a:lnTo>
                      <a:lnTo>
                        <a:pt x="192" y="36"/>
                      </a:lnTo>
                      <a:lnTo>
                        <a:pt x="192" y="36"/>
                      </a:lnTo>
                      <a:lnTo>
                        <a:pt x="188" y="36"/>
                      </a:lnTo>
                      <a:lnTo>
                        <a:pt x="188" y="36"/>
                      </a:lnTo>
                      <a:lnTo>
                        <a:pt x="182" y="32"/>
                      </a:lnTo>
                      <a:lnTo>
                        <a:pt x="182" y="32"/>
                      </a:lnTo>
                      <a:close/>
                      <a:moveTo>
                        <a:pt x="358" y="18"/>
                      </a:moveTo>
                      <a:lnTo>
                        <a:pt x="358" y="18"/>
                      </a:lnTo>
                      <a:lnTo>
                        <a:pt x="360" y="20"/>
                      </a:lnTo>
                      <a:lnTo>
                        <a:pt x="360" y="20"/>
                      </a:lnTo>
                      <a:lnTo>
                        <a:pt x="356" y="22"/>
                      </a:lnTo>
                      <a:lnTo>
                        <a:pt x="356" y="22"/>
                      </a:lnTo>
                      <a:lnTo>
                        <a:pt x="356" y="24"/>
                      </a:lnTo>
                      <a:lnTo>
                        <a:pt x="356" y="24"/>
                      </a:lnTo>
                      <a:lnTo>
                        <a:pt x="350" y="22"/>
                      </a:lnTo>
                      <a:lnTo>
                        <a:pt x="350" y="22"/>
                      </a:lnTo>
                      <a:lnTo>
                        <a:pt x="350" y="24"/>
                      </a:lnTo>
                      <a:lnTo>
                        <a:pt x="350" y="24"/>
                      </a:lnTo>
                      <a:lnTo>
                        <a:pt x="350" y="24"/>
                      </a:lnTo>
                      <a:lnTo>
                        <a:pt x="350" y="22"/>
                      </a:lnTo>
                      <a:lnTo>
                        <a:pt x="350" y="20"/>
                      </a:lnTo>
                      <a:lnTo>
                        <a:pt x="350" y="20"/>
                      </a:lnTo>
                      <a:lnTo>
                        <a:pt x="358" y="18"/>
                      </a:lnTo>
                      <a:lnTo>
                        <a:pt x="358" y="18"/>
                      </a:lnTo>
                      <a:close/>
                      <a:moveTo>
                        <a:pt x="402" y="16"/>
                      </a:moveTo>
                      <a:lnTo>
                        <a:pt x="402" y="16"/>
                      </a:lnTo>
                      <a:lnTo>
                        <a:pt x="410" y="16"/>
                      </a:lnTo>
                      <a:lnTo>
                        <a:pt x="410" y="16"/>
                      </a:lnTo>
                      <a:lnTo>
                        <a:pt x="420" y="16"/>
                      </a:lnTo>
                      <a:lnTo>
                        <a:pt x="420" y="16"/>
                      </a:lnTo>
                      <a:lnTo>
                        <a:pt x="430" y="16"/>
                      </a:lnTo>
                      <a:lnTo>
                        <a:pt x="430" y="16"/>
                      </a:lnTo>
                      <a:lnTo>
                        <a:pt x="410" y="18"/>
                      </a:lnTo>
                      <a:lnTo>
                        <a:pt x="410" y="18"/>
                      </a:lnTo>
                      <a:lnTo>
                        <a:pt x="404" y="18"/>
                      </a:lnTo>
                      <a:lnTo>
                        <a:pt x="398" y="18"/>
                      </a:lnTo>
                      <a:lnTo>
                        <a:pt x="398" y="20"/>
                      </a:lnTo>
                      <a:lnTo>
                        <a:pt x="398" y="20"/>
                      </a:lnTo>
                      <a:lnTo>
                        <a:pt x="392" y="20"/>
                      </a:lnTo>
                      <a:lnTo>
                        <a:pt x="388" y="20"/>
                      </a:lnTo>
                      <a:lnTo>
                        <a:pt x="388" y="18"/>
                      </a:lnTo>
                      <a:lnTo>
                        <a:pt x="388" y="18"/>
                      </a:lnTo>
                      <a:lnTo>
                        <a:pt x="390" y="18"/>
                      </a:lnTo>
                      <a:lnTo>
                        <a:pt x="390" y="18"/>
                      </a:lnTo>
                      <a:lnTo>
                        <a:pt x="402" y="16"/>
                      </a:lnTo>
                      <a:lnTo>
                        <a:pt x="402" y="16"/>
                      </a:lnTo>
                      <a:close/>
                      <a:moveTo>
                        <a:pt x="368" y="12"/>
                      </a:moveTo>
                      <a:lnTo>
                        <a:pt x="370" y="12"/>
                      </a:lnTo>
                      <a:lnTo>
                        <a:pt x="370" y="12"/>
                      </a:lnTo>
                      <a:lnTo>
                        <a:pt x="370" y="16"/>
                      </a:lnTo>
                      <a:lnTo>
                        <a:pt x="370" y="16"/>
                      </a:lnTo>
                      <a:lnTo>
                        <a:pt x="372" y="18"/>
                      </a:lnTo>
                      <a:lnTo>
                        <a:pt x="372" y="18"/>
                      </a:lnTo>
                      <a:lnTo>
                        <a:pt x="380" y="18"/>
                      </a:lnTo>
                      <a:lnTo>
                        <a:pt x="386" y="20"/>
                      </a:lnTo>
                      <a:lnTo>
                        <a:pt x="386" y="20"/>
                      </a:lnTo>
                      <a:lnTo>
                        <a:pt x="380" y="18"/>
                      </a:lnTo>
                      <a:lnTo>
                        <a:pt x="380" y="18"/>
                      </a:lnTo>
                      <a:lnTo>
                        <a:pt x="372" y="20"/>
                      </a:lnTo>
                      <a:lnTo>
                        <a:pt x="372" y="20"/>
                      </a:lnTo>
                      <a:lnTo>
                        <a:pt x="372" y="22"/>
                      </a:lnTo>
                      <a:lnTo>
                        <a:pt x="372" y="22"/>
                      </a:lnTo>
                      <a:lnTo>
                        <a:pt x="372" y="22"/>
                      </a:lnTo>
                      <a:lnTo>
                        <a:pt x="370" y="22"/>
                      </a:lnTo>
                      <a:lnTo>
                        <a:pt x="370" y="22"/>
                      </a:lnTo>
                      <a:lnTo>
                        <a:pt x="370" y="20"/>
                      </a:lnTo>
                      <a:lnTo>
                        <a:pt x="370" y="20"/>
                      </a:lnTo>
                      <a:lnTo>
                        <a:pt x="366" y="20"/>
                      </a:lnTo>
                      <a:lnTo>
                        <a:pt x="366" y="18"/>
                      </a:lnTo>
                      <a:lnTo>
                        <a:pt x="366" y="18"/>
                      </a:lnTo>
                      <a:lnTo>
                        <a:pt x="368" y="18"/>
                      </a:lnTo>
                      <a:lnTo>
                        <a:pt x="368" y="14"/>
                      </a:lnTo>
                      <a:lnTo>
                        <a:pt x="368" y="12"/>
                      </a:lnTo>
                      <a:lnTo>
                        <a:pt x="368" y="12"/>
                      </a:lnTo>
                      <a:close/>
                      <a:moveTo>
                        <a:pt x="482" y="36"/>
                      </a:moveTo>
                      <a:lnTo>
                        <a:pt x="482" y="36"/>
                      </a:lnTo>
                      <a:lnTo>
                        <a:pt x="486" y="34"/>
                      </a:lnTo>
                      <a:lnTo>
                        <a:pt x="488" y="32"/>
                      </a:lnTo>
                      <a:lnTo>
                        <a:pt x="488" y="32"/>
                      </a:lnTo>
                      <a:lnTo>
                        <a:pt x="490" y="32"/>
                      </a:lnTo>
                      <a:lnTo>
                        <a:pt x="490" y="32"/>
                      </a:lnTo>
                      <a:lnTo>
                        <a:pt x="496" y="30"/>
                      </a:lnTo>
                      <a:lnTo>
                        <a:pt x="496" y="30"/>
                      </a:lnTo>
                      <a:lnTo>
                        <a:pt x="494" y="28"/>
                      </a:lnTo>
                      <a:lnTo>
                        <a:pt x="494" y="28"/>
                      </a:lnTo>
                      <a:lnTo>
                        <a:pt x="492" y="26"/>
                      </a:lnTo>
                      <a:lnTo>
                        <a:pt x="488" y="26"/>
                      </a:lnTo>
                      <a:lnTo>
                        <a:pt x="488" y="26"/>
                      </a:lnTo>
                      <a:lnTo>
                        <a:pt x="486" y="24"/>
                      </a:lnTo>
                      <a:lnTo>
                        <a:pt x="486" y="24"/>
                      </a:lnTo>
                      <a:lnTo>
                        <a:pt x="480" y="24"/>
                      </a:lnTo>
                      <a:lnTo>
                        <a:pt x="474" y="24"/>
                      </a:lnTo>
                      <a:lnTo>
                        <a:pt x="474" y="24"/>
                      </a:lnTo>
                      <a:lnTo>
                        <a:pt x="474" y="22"/>
                      </a:lnTo>
                      <a:lnTo>
                        <a:pt x="474" y="22"/>
                      </a:lnTo>
                      <a:lnTo>
                        <a:pt x="470" y="20"/>
                      </a:lnTo>
                      <a:lnTo>
                        <a:pt x="470" y="20"/>
                      </a:lnTo>
                      <a:lnTo>
                        <a:pt x="468" y="20"/>
                      </a:lnTo>
                      <a:lnTo>
                        <a:pt x="468" y="20"/>
                      </a:lnTo>
                      <a:lnTo>
                        <a:pt x="466" y="22"/>
                      </a:lnTo>
                      <a:lnTo>
                        <a:pt x="466" y="22"/>
                      </a:lnTo>
                      <a:lnTo>
                        <a:pt x="466" y="18"/>
                      </a:lnTo>
                      <a:lnTo>
                        <a:pt x="466" y="18"/>
                      </a:lnTo>
                      <a:lnTo>
                        <a:pt x="464" y="18"/>
                      </a:lnTo>
                      <a:lnTo>
                        <a:pt x="464" y="18"/>
                      </a:lnTo>
                      <a:lnTo>
                        <a:pt x="458" y="22"/>
                      </a:lnTo>
                      <a:lnTo>
                        <a:pt x="450" y="24"/>
                      </a:lnTo>
                      <a:lnTo>
                        <a:pt x="450" y="22"/>
                      </a:lnTo>
                      <a:lnTo>
                        <a:pt x="450" y="22"/>
                      </a:lnTo>
                      <a:lnTo>
                        <a:pt x="458" y="20"/>
                      </a:lnTo>
                      <a:lnTo>
                        <a:pt x="458" y="20"/>
                      </a:lnTo>
                      <a:lnTo>
                        <a:pt x="458" y="18"/>
                      </a:lnTo>
                      <a:lnTo>
                        <a:pt x="458" y="18"/>
                      </a:lnTo>
                      <a:lnTo>
                        <a:pt x="458" y="16"/>
                      </a:lnTo>
                      <a:lnTo>
                        <a:pt x="458" y="16"/>
                      </a:lnTo>
                      <a:lnTo>
                        <a:pt x="454" y="12"/>
                      </a:lnTo>
                      <a:lnTo>
                        <a:pt x="450" y="10"/>
                      </a:lnTo>
                      <a:lnTo>
                        <a:pt x="450" y="10"/>
                      </a:lnTo>
                      <a:lnTo>
                        <a:pt x="448" y="12"/>
                      </a:lnTo>
                      <a:lnTo>
                        <a:pt x="446" y="14"/>
                      </a:lnTo>
                      <a:lnTo>
                        <a:pt x="446" y="14"/>
                      </a:lnTo>
                      <a:lnTo>
                        <a:pt x="440" y="16"/>
                      </a:lnTo>
                      <a:lnTo>
                        <a:pt x="432" y="16"/>
                      </a:lnTo>
                      <a:lnTo>
                        <a:pt x="432" y="16"/>
                      </a:lnTo>
                      <a:lnTo>
                        <a:pt x="436" y="10"/>
                      </a:lnTo>
                      <a:lnTo>
                        <a:pt x="436" y="10"/>
                      </a:lnTo>
                      <a:lnTo>
                        <a:pt x="442" y="10"/>
                      </a:lnTo>
                      <a:lnTo>
                        <a:pt x="442" y="10"/>
                      </a:lnTo>
                      <a:lnTo>
                        <a:pt x="442" y="6"/>
                      </a:lnTo>
                      <a:lnTo>
                        <a:pt x="442" y="6"/>
                      </a:lnTo>
                      <a:lnTo>
                        <a:pt x="438" y="4"/>
                      </a:lnTo>
                      <a:lnTo>
                        <a:pt x="438" y="4"/>
                      </a:lnTo>
                      <a:lnTo>
                        <a:pt x="422" y="4"/>
                      </a:lnTo>
                      <a:lnTo>
                        <a:pt x="422" y="4"/>
                      </a:lnTo>
                      <a:lnTo>
                        <a:pt x="418" y="4"/>
                      </a:lnTo>
                      <a:lnTo>
                        <a:pt x="412" y="2"/>
                      </a:lnTo>
                      <a:lnTo>
                        <a:pt x="412" y="2"/>
                      </a:lnTo>
                      <a:lnTo>
                        <a:pt x="412" y="4"/>
                      </a:lnTo>
                      <a:lnTo>
                        <a:pt x="412" y="4"/>
                      </a:lnTo>
                      <a:lnTo>
                        <a:pt x="406" y="4"/>
                      </a:lnTo>
                      <a:lnTo>
                        <a:pt x="406" y="4"/>
                      </a:lnTo>
                      <a:lnTo>
                        <a:pt x="404" y="4"/>
                      </a:lnTo>
                      <a:lnTo>
                        <a:pt x="398" y="6"/>
                      </a:lnTo>
                      <a:lnTo>
                        <a:pt x="398" y="6"/>
                      </a:lnTo>
                      <a:lnTo>
                        <a:pt x="392" y="2"/>
                      </a:lnTo>
                      <a:lnTo>
                        <a:pt x="388" y="2"/>
                      </a:lnTo>
                      <a:lnTo>
                        <a:pt x="386" y="0"/>
                      </a:lnTo>
                      <a:lnTo>
                        <a:pt x="386" y="0"/>
                      </a:lnTo>
                      <a:lnTo>
                        <a:pt x="382" y="2"/>
                      </a:lnTo>
                      <a:lnTo>
                        <a:pt x="382" y="2"/>
                      </a:lnTo>
                      <a:lnTo>
                        <a:pt x="378" y="2"/>
                      </a:lnTo>
                      <a:lnTo>
                        <a:pt x="374" y="2"/>
                      </a:lnTo>
                      <a:lnTo>
                        <a:pt x="374" y="2"/>
                      </a:lnTo>
                      <a:lnTo>
                        <a:pt x="366" y="2"/>
                      </a:lnTo>
                      <a:lnTo>
                        <a:pt x="358" y="2"/>
                      </a:lnTo>
                      <a:lnTo>
                        <a:pt x="358" y="2"/>
                      </a:lnTo>
                      <a:lnTo>
                        <a:pt x="348" y="2"/>
                      </a:lnTo>
                      <a:lnTo>
                        <a:pt x="338" y="0"/>
                      </a:lnTo>
                      <a:lnTo>
                        <a:pt x="338" y="0"/>
                      </a:lnTo>
                      <a:lnTo>
                        <a:pt x="338" y="2"/>
                      </a:lnTo>
                      <a:lnTo>
                        <a:pt x="338" y="4"/>
                      </a:lnTo>
                      <a:lnTo>
                        <a:pt x="338" y="4"/>
                      </a:lnTo>
                      <a:lnTo>
                        <a:pt x="328" y="2"/>
                      </a:lnTo>
                      <a:lnTo>
                        <a:pt x="328" y="2"/>
                      </a:lnTo>
                      <a:lnTo>
                        <a:pt x="328" y="4"/>
                      </a:lnTo>
                      <a:lnTo>
                        <a:pt x="328" y="4"/>
                      </a:lnTo>
                      <a:lnTo>
                        <a:pt x="330" y="6"/>
                      </a:lnTo>
                      <a:lnTo>
                        <a:pt x="330" y="6"/>
                      </a:lnTo>
                      <a:lnTo>
                        <a:pt x="326" y="6"/>
                      </a:lnTo>
                      <a:lnTo>
                        <a:pt x="320" y="6"/>
                      </a:lnTo>
                      <a:lnTo>
                        <a:pt x="320" y="6"/>
                      </a:lnTo>
                      <a:lnTo>
                        <a:pt x="320" y="4"/>
                      </a:lnTo>
                      <a:lnTo>
                        <a:pt x="318" y="4"/>
                      </a:lnTo>
                      <a:lnTo>
                        <a:pt x="318" y="4"/>
                      </a:lnTo>
                      <a:lnTo>
                        <a:pt x="318" y="8"/>
                      </a:lnTo>
                      <a:lnTo>
                        <a:pt x="318" y="8"/>
                      </a:lnTo>
                      <a:lnTo>
                        <a:pt x="316" y="8"/>
                      </a:lnTo>
                      <a:lnTo>
                        <a:pt x="316" y="10"/>
                      </a:lnTo>
                      <a:lnTo>
                        <a:pt x="316" y="10"/>
                      </a:lnTo>
                      <a:lnTo>
                        <a:pt x="316" y="10"/>
                      </a:lnTo>
                      <a:lnTo>
                        <a:pt x="320" y="10"/>
                      </a:lnTo>
                      <a:lnTo>
                        <a:pt x="320" y="12"/>
                      </a:lnTo>
                      <a:lnTo>
                        <a:pt x="320" y="12"/>
                      </a:lnTo>
                      <a:lnTo>
                        <a:pt x="312" y="12"/>
                      </a:lnTo>
                      <a:lnTo>
                        <a:pt x="310" y="14"/>
                      </a:lnTo>
                      <a:lnTo>
                        <a:pt x="312" y="16"/>
                      </a:lnTo>
                      <a:lnTo>
                        <a:pt x="316" y="20"/>
                      </a:lnTo>
                      <a:lnTo>
                        <a:pt x="316" y="20"/>
                      </a:lnTo>
                      <a:lnTo>
                        <a:pt x="312" y="20"/>
                      </a:lnTo>
                      <a:lnTo>
                        <a:pt x="312" y="20"/>
                      </a:lnTo>
                      <a:lnTo>
                        <a:pt x="308" y="14"/>
                      </a:lnTo>
                      <a:lnTo>
                        <a:pt x="308" y="14"/>
                      </a:lnTo>
                      <a:lnTo>
                        <a:pt x="304" y="14"/>
                      </a:lnTo>
                      <a:lnTo>
                        <a:pt x="304" y="14"/>
                      </a:lnTo>
                      <a:lnTo>
                        <a:pt x="304" y="16"/>
                      </a:lnTo>
                      <a:lnTo>
                        <a:pt x="306" y="16"/>
                      </a:lnTo>
                      <a:lnTo>
                        <a:pt x="306" y="16"/>
                      </a:lnTo>
                      <a:lnTo>
                        <a:pt x="308" y="18"/>
                      </a:lnTo>
                      <a:lnTo>
                        <a:pt x="308" y="18"/>
                      </a:lnTo>
                      <a:lnTo>
                        <a:pt x="304" y="16"/>
                      </a:lnTo>
                      <a:lnTo>
                        <a:pt x="302" y="22"/>
                      </a:lnTo>
                      <a:lnTo>
                        <a:pt x="302" y="22"/>
                      </a:lnTo>
                      <a:lnTo>
                        <a:pt x="296" y="20"/>
                      </a:lnTo>
                      <a:lnTo>
                        <a:pt x="294" y="16"/>
                      </a:lnTo>
                      <a:lnTo>
                        <a:pt x="294" y="16"/>
                      </a:lnTo>
                      <a:lnTo>
                        <a:pt x="294" y="12"/>
                      </a:lnTo>
                      <a:lnTo>
                        <a:pt x="294" y="12"/>
                      </a:lnTo>
                      <a:lnTo>
                        <a:pt x="288" y="10"/>
                      </a:lnTo>
                      <a:lnTo>
                        <a:pt x="280" y="10"/>
                      </a:lnTo>
                      <a:lnTo>
                        <a:pt x="280" y="10"/>
                      </a:lnTo>
                      <a:lnTo>
                        <a:pt x="280" y="12"/>
                      </a:lnTo>
                      <a:lnTo>
                        <a:pt x="280" y="12"/>
                      </a:lnTo>
                      <a:lnTo>
                        <a:pt x="280" y="14"/>
                      </a:lnTo>
                      <a:lnTo>
                        <a:pt x="280" y="14"/>
                      </a:lnTo>
                      <a:lnTo>
                        <a:pt x="280" y="14"/>
                      </a:lnTo>
                      <a:lnTo>
                        <a:pt x="272" y="14"/>
                      </a:lnTo>
                      <a:lnTo>
                        <a:pt x="272" y="14"/>
                      </a:lnTo>
                      <a:lnTo>
                        <a:pt x="272" y="14"/>
                      </a:lnTo>
                      <a:lnTo>
                        <a:pt x="272" y="14"/>
                      </a:lnTo>
                      <a:lnTo>
                        <a:pt x="272" y="14"/>
                      </a:lnTo>
                      <a:lnTo>
                        <a:pt x="272" y="14"/>
                      </a:lnTo>
                      <a:lnTo>
                        <a:pt x="272" y="16"/>
                      </a:lnTo>
                      <a:lnTo>
                        <a:pt x="272" y="16"/>
                      </a:lnTo>
                      <a:lnTo>
                        <a:pt x="274" y="18"/>
                      </a:lnTo>
                      <a:lnTo>
                        <a:pt x="274" y="18"/>
                      </a:lnTo>
                      <a:lnTo>
                        <a:pt x="274" y="18"/>
                      </a:lnTo>
                      <a:lnTo>
                        <a:pt x="274" y="18"/>
                      </a:lnTo>
                      <a:lnTo>
                        <a:pt x="272" y="18"/>
                      </a:lnTo>
                      <a:lnTo>
                        <a:pt x="272" y="18"/>
                      </a:lnTo>
                      <a:lnTo>
                        <a:pt x="272" y="22"/>
                      </a:lnTo>
                      <a:lnTo>
                        <a:pt x="272" y="22"/>
                      </a:lnTo>
                      <a:lnTo>
                        <a:pt x="278" y="24"/>
                      </a:lnTo>
                      <a:lnTo>
                        <a:pt x="280" y="24"/>
                      </a:lnTo>
                      <a:lnTo>
                        <a:pt x="280" y="24"/>
                      </a:lnTo>
                      <a:lnTo>
                        <a:pt x="284" y="24"/>
                      </a:lnTo>
                      <a:lnTo>
                        <a:pt x="286" y="24"/>
                      </a:lnTo>
                      <a:lnTo>
                        <a:pt x="288" y="24"/>
                      </a:lnTo>
                      <a:lnTo>
                        <a:pt x="288" y="24"/>
                      </a:lnTo>
                      <a:lnTo>
                        <a:pt x="290" y="28"/>
                      </a:lnTo>
                      <a:lnTo>
                        <a:pt x="290" y="30"/>
                      </a:lnTo>
                      <a:lnTo>
                        <a:pt x="290" y="30"/>
                      </a:lnTo>
                      <a:lnTo>
                        <a:pt x="294" y="34"/>
                      </a:lnTo>
                      <a:lnTo>
                        <a:pt x="294" y="34"/>
                      </a:lnTo>
                      <a:lnTo>
                        <a:pt x="290" y="30"/>
                      </a:lnTo>
                      <a:lnTo>
                        <a:pt x="290" y="30"/>
                      </a:lnTo>
                      <a:lnTo>
                        <a:pt x="290" y="30"/>
                      </a:lnTo>
                      <a:lnTo>
                        <a:pt x="288" y="28"/>
                      </a:lnTo>
                      <a:lnTo>
                        <a:pt x="284" y="26"/>
                      </a:lnTo>
                      <a:lnTo>
                        <a:pt x="278" y="24"/>
                      </a:lnTo>
                      <a:lnTo>
                        <a:pt x="278" y="24"/>
                      </a:lnTo>
                      <a:lnTo>
                        <a:pt x="268" y="24"/>
                      </a:lnTo>
                      <a:lnTo>
                        <a:pt x="264" y="26"/>
                      </a:lnTo>
                      <a:lnTo>
                        <a:pt x="264" y="26"/>
                      </a:lnTo>
                      <a:lnTo>
                        <a:pt x="266" y="30"/>
                      </a:lnTo>
                      <a:lnTo>
                        <a:pt x="266" y="30"/>
                      </a:lnTo>
                      <a:lnTo>
                        <a:pt x="268" y="30"/>
                      </a:lnTo>
                      <a:lnTo>
                        <a:pt x="268" y="30"/>
                      </a:lnTo>
                      <a:lnTo>
                        <a:pt x="270" y="34"/>
                      </a:lnTo>
                      <a:lnTo>
                        <a:pt x="270" y="34"/>
                      </a:lnTo>
                      <a:lnTo>
                        <a:pt x="262" y="28"/>
                      </a:lnTo>
                      <a:lnTo>
                        <a:pt x="262" y="28"/>
                      </a:lnTo>
                      <a:lnTo>
                        <a:pt x="258" y="26"/>
                      </a:lnTo>
                      <a:lnTo>
                        <a:pt x="256" y="26"/>
                      </a:lnTo>
                      <a:lnTo>
                        <a:pt x="250" y="28"/>
                      </a:lnTo>
                      <a:lnTo>
                        <a:pt x="250" y="28"/>
                      </a:lnTo>
                      <a:lnTo>
                        <a:pt x="242" y="28"/>
                      </a:lnTo>
                      <a:lnTo>
                        <a:pt x="242" y="28"/>
                      </a:lnTo>
                      <a:lnTo>
                        <a:pt x="242" y="30"/>
                      </a:lnTo>
                      <a:lnTo>
                        <a:pt x="242" y="30"/>
                      </a:lnTo>
                      <a:lnTo>
                        <a:pt x="244" y="32"/>
                      </a:lnTo>
                      <a:lnTo>
                        <a:pt x="244" y="32"/>
                      </a:lnTo>
                      <a:lnTo>
                        <a:pt x="246" y="36"/>
                      </a:lnTo>
                      <a:lnTo>
                        <a:pt x="246" y="36"/>
                      </a:lnTo>
                      <a:lnTo>
                        <a:pt x="248" y="36"/>
                      </a:lnTo>
                      <a:lnTo>
                        <a:pt x="248" y="36"/>
                      </a:lnTo>
                      <a:lnTo>
                        <a:pt x="250" y="40"/>
                      </a:lnTo>
                      <a:lnTo>
                        <a:pt x="250" y="40"/>
                      </a:lnTo>
                      <a:lnTo>
                        <a:pt x="256" y="44"/>
                      </a:lnTo>
                      <a:lnTo>
                        <a:pt x="256" y="44"/>
                      </a:lnTo>
                      <a:lnTo>
                        <a:pt x="260" y="48"/>
                      </a:lnTo>
                      <a:lnTo>
                        <a:pt x="260" y="48"/>
                      </a:lnTo>
                      <a:lnTo>
                        <a:pt x="266" y="50"/>
                      </a:lnTo>
                      <a:lnTo>
                        <a:pt x="272" y="52"/>
                      </a:lnTo>
                      <a:lnTo>
                        <a:pt x="272" y="52"/>
                      </a:lnTo>
                      <a:lnTo>
                        <a:pt x="274" y="56"/>
                      </a:lnTo>
                      <a:lnTo>
                        <a:pt x="274" y="56"/>
                      </a:lnTo>
                      <a:lnTo>
                        <a:pt x="270" y="52"/>
                      </a:lnTo>
                      <a:lnTo>
                        <a:pt x="270" y="52"/>
                      </a:lnTo>
                      <a:lnTo>
                        <a:pt x="266" y="54"/>
                      </a:lnTo>
                      <a:lnTo>
                        <a:pt x="264" y="52"/>
                      </a:lnTo>
                      <a:lnTo>
                        <a:pt x="264" y="52"/>
                      </a:lnTo>
                      <a:lnTo>
                        <a:pt x="262" y="52"/>
                      </a:lnTo>
                      <a:lnTo>
                        <a:pt x="260" y="52"/>
                      </a:lnTo>
                      <a:lnTo>
                        <a:pt x="256" y="58"/>
                      </a:lnTo>
                      <a:lnTo>
                        <a:pt x="256" y="58"/>
                      </a:lnTo>
                      <a:lnTo>
                        <a:pt x="252" y="56"/>
                      </a:lnTo>
                      <a:lnTo>
                        <a:pt x="252" y="56"/>
                      </a:lnTo>
                      <a:lnTo>
                        <a:pt x="250" y="54"/>
                      </a:lnTo>
                      <a:lnTo>
                        <a:pt x="250" y="54"/>
                      </a:lnTo>
                      <a:lnTo>
                        <a:pt x="248" y="54"/>
                      </a:lnTo>
                      <a:lnTo>
                        <a:pt x="246" y="54"/>
                      </a:lnTo>
                      <a:lnTo>
                        <a:pt x="246" y="54"/>
                      </a:lnTo>
                      <a:lnTo>
                        <a:pt x="238" y="46"/>
                      </a:lnTo>
                      <a:lnTo>
                        <a:pt x="238" y="46"/>
                      </a:lnTo>
                      <a:lnTo>
                        <a:pt x="238" y="40"/>
                      </a:lnTo>
                      <a:lnTo>
                        <a:pt x="236" y="40"/>
                      </a:lnTo>
                      <a:lnTo>
                        <a:pt x="236" y="40"/>
                      </a:lnTo>
                      <a:lnTo>
                        <a:pt x="232" y="36"/>
                      </a:lnTo>
                      <a:lnTo>
                        <a:pt x="226" y="30"/>
                      </a:lnTo>
                      <a:lnTo>
                        <a:pt x="226" y="30"/>
                      </a:lnTo>
                      <a:lnTo>
                        <a:pt x="216" y="28"/>
                      </a:lnTo>
                      <a:lnTo>
                        <a:pt x="216" y="28"/>
                      </a:lnTo>
                      <a:lnTo>
                        <a:pt x="214" y="28"/>
                      </a:lnTo>
                      <a:lnTo>
                        <a:pt x="214" y="28"/>
                      </a:lnTo>
                      <a:lnTo>
                        <a:pt x="214" y="36"/>
                      </a:lnTo>
                      <a:lnTo>
                        <a:pt x="214" y="36"/>
                      </a:lnTo>
                      <a:lnTo>
                        <a:pt x="216" y="40"/>
                      </a:lnTo>
                      <a:lnTo>
                        <a:pt x="216" y="40"/>
                      </a:lnTo>
                      <a:lnTo>
                        <a:pt x="216" y="42"/>
                      </a:lnTo>
                      <a:lnTo>
                        <a:pt x="214" y="42"/>
                      </a:lnTo>
                      <a:lnTo>
                        <a:pt x="214" y="42"/>
                      </a:lnTo>
                      <a:lnTo>
                        <a:pt x="214" y="42"/>
                      </a:lnTo>
                      <a:lnTo>
                        <a:pt x="214" y="40"/>
                      </a:lnTo>
                      <a:lnTo>
                        <a:pt x="212" y="40"/>
                      </a:lnTo>
                      <a:lnTo>
                        <a:pt x="212" y="40"/>
                      </a:lnTo>
                      <a:lnTo>
                        <a:pt x="212" y="44"/>
                      </a:lnTo>
                      <a:lnTo>
                        <a:pt x="212" y="44"/>
                      </a:lnTo>
                      <a:lnTo>
                        <a:pt x="214" y="46"/>
                      </a:lnTo>
                      <a:lnTo>
                        <a:pt x="214" y="46"/>
                      </a:lnTo>
                      <a:lnTo>
                        <a:pt x="214" y="50"/>
                      </a:lnTo>
                      <a:lnTo>
                        <a:pt x="214" y="52"/>
                      </a:lnTo>
                      <a:lnTo>
                        <a:pt x="214" y="52"/>
                      </a:lnTo>
                      <a:lnTo>
                        <a:pt x="212" y="54"/>
                      </a:lnTo>
                      <a:lnTo>
                        <a:pt x="212" y="54"/>
                      </a:lnTo>
                      <a:lnTo>
                        <a:pt x="210" y="54"/>
                      </a:lnTo>
                      <a:lnTo>
                        <a:pt x="210" y="54"/>
                      </a:lnTo>
                      <a:lnTo>
                        <a:pt x="206" y="50"/>
                      </a:lnTo>
                      <a:lnTo>
                        <a:pt x="200" y="48"/>
                      </a:lnTo>
                      <a:lnTo>
                        <a:pt x="200" y="48"/>
                      </a:lnTo>
                      <a:lnTo>
                        <a:pt x="198" y="48"/>
                      </a:lnTo>
                      <a:lnTo>
                        <a:pt x="198" y="46"/>
                      </a:lnTo>
                      <a:lnTo>
                        <a:pt x="198" y="46"/>
                      </a:lnTo>
                      <a:lnTo>
                        <a:pt x="196" y="46"/>
                      </a:lnTo>
                      <a:lnTo>
                        <a:pt x="196" y="48"/>
                      </a:lnTo>
                      <a:lnTo>
                        <a:pt x="196" y="48"/>
                      </a:lnTo>
                      <a:lnTo>
                        <a:pt x="194" y="48"/>
                      </a:lnTo>
                      <a:lnTo>
                        <a:pt x="192" y="46"/>
                      </a:lnTo>
                      <a:lnTo>
                        <a:pt x="188" y="44"/>
                      </a:lnTo>
                      <a:lnTo>
                        <a:pt x="188" y="44"/>
                      </a:lnTo>
                      <a:lnTo>
                        <a:pt x="186" y="46"/>
                      </a:lnTo>
                      <a:lnTo>
                        <a:pt x="186" y="46"/>
                      </a:lnTo>
                      <a:lnTo>
                        <a:pt x="180" y="52"/>
                      </a:lnTo>
                      <a:lnTo>
                        <a:pt x="180" y="52"/>
                      </a:lnTo>
                      <a:lnTo>
                        <a:pt x="180" y="52"/>
                      </a:lnTo>
                      <a:lnTo>
                        <a:pt x="180" y="54"/>
                      </a:lnTo>
                      <a:lnTo>
                        <a:pt x="180" y="54"/>
                      </a:lnTo>
                      <a:lnTo>
                        <a:pt x="180" y="54"/>
                      </a:lnTo>
                      <a:lnTo>
                        <a:pt x="178" y="40"/>
                      </a:lnTo>
                      <a:lnTo>
                        <a:pt x="176" y="36"/>
                      </a:lnTo>
                      <a:lnTo>
                        <a:pt x="174" y="34"/>
                      </a:lnTo>
                      <a:lnTo>
                        <a:pt x="170" y="32"/>
                      </a:lnTo>
                      <a:lnTo>
                        <a:pt x="170" y="32"/>
                      </a:lnTo>
                      <a:lnTo>
                        <a:pt x="164" y="36"/>
                      </a:lnTo>
                      <a:lnTo>
                        <a:pt x="164" y="40"/>
                      </a:lnTo>
                      <a:lnTo>
                        <a:pt x="164" y="40"/>
                      </a:lnTo>
                      <a:lnTo>
                        <a:pt x="160" y="36"/>
                      </a:lnTo>
                      <a:lnTo>
                        <a:pt x="160" y="36"/>
                      </a:lnTo>
                      <a:lnTo>
                        <a:pt x="158" y="36"/>
                      </a:lnTo>
                      <a:lnTo>
                        <a:pt x="158" y="36"/>
                      </a:lnTo>
                      <a:lnTo>
                        <a:pt x="158" y="36"/>
                      </a:lnTo>
                      <a:lnTo>
                        <a:pt x="156" y="40"/>
                      </a:lnTo>
                      <a:lnTo>
                        <a:pt x="156" y="40"/>
                      </a:lnTo>
                      <a:lnTo>
                        <a:pt x="154" y="40"/>
                      </a:lnTo>
                      <a:lnTo>
                        <a:pt x="154" y="40"/>
                      </a:lnTo>
                      <a:lnTo>
                        <a:pt x="154" y="38"/>
                      </a:lnTo>
                      <a:lnTo>
                        <a:pt x="152" y="36"/>
                      </a:lnTo>
                      <a:lnTo>
                        <a:pt x="152" y="36"/>
                      </a:lnTo>
                      <a:lnTo>
                        <a:pt x="146" y="38"/>
                      </a:lnTo>
                      <a:lnTo>
                        <a:pt x="140" y="38"/>
                      </a:lnTo>
                      <a:lnTo>
                        <a:pt x="140" y="38"/>
                      </a:lnTo>
                      <a:lnTo>
                        <a:pt x="134" y="40"/>
                      </a:lnTo>
                      <a:lnTo>
                        <a:pt x="126" y="40"/>
                      </a:lnTo>
                      <a:lnTo>
                        <a:pt x="126" y="40"/>
                      </a:lnTo>
                      <a:lnTo>
                        <a:pt x="120" y="44"/>
                      </a:lnTo>
                      <a:lnTo>
                        <a:pt x="120" y="44"/>
                      </a:lnTo>
                      <a:lnTo>
                        <a:pt x="116" y="44"/>
                      </a:lnTo>
                      <a:lnTo>
                        <a:pt x="116" y="44"/>
                      </a:lnTo>
                      <a:lnTo>
                        <a:pt x="118" y="46"/>
                      </a:lnTo>
                      <a:lnTo>
                        <a:pt x="118" y="46"/>
                      </a:lnTo>
                      <a:lnTo>
                        <a:pt x="120" y="50"/>
                      </a:lnTo>
                      <a:lnTo>
                        <a:pt x="120" y="54"/>
                      </a:lnTo>
                      <a:lnTo>
                        <a:pt x="120" y="54"/>
                      </a:lnTo>
                      <a:lnTo>
                        <a:pt x="122" y="56"/>
                      </a:lnTo>
                      <a:lnTo>
                        <a:pt x="122" y="56"/>
                      </a:lnTo>
                      <a:lnTo>
                        <a:pt x="118" y="52"/>
                      </a:lnTo>
                      <a:lnTo>
                        <a:pt x="118" y="52"/>
                      </a:lnTo>
                      <a:lnTo>
                        <a:pt x="116" y="48"/>
                      </a:lnTo>
                      <a:lnTo>
                        <a:pt x="114" y="46"/>
                      </a:lnTo>
                      <a:lnTo>
                        <a:pt x="114" y="46"/>
                      </a:lnTo>
                      <a:lnTo>
                        <a:pt x="110" y="44"/>
                      </a:lnTo>
                      <a:lnTo>
                        <a:pt x="110" y="44"/>
                      </a:lnTo>
                      <a:lnTo>
                        <a:pt x="108" y="44"/>
                      </a:lnTo>
                      <a:lnTo>
                        <a:pt x="106" y="46"/>
                      </a:lnTo>
                      <a:lnTo>
                        <a:pt x="106" y="46"/>
                      </a:lnTo>
                      <a:lnTo>
                        <a:pt x="102" y="54"/>
                      </a:lnTo>
                      <a:lnTo>
                        <a:pt x="102" y="54"/>
                      </a:lnTo>
                      <a:lnTo>
                        <a:pt x="102" y="54"/>
                      </a:lnTo>
                      <a:lnTo>
                        <a:pt x="102" y="56"/>
                      </a:lnTo>
                      <a:lnTo>
                        <a:pt x="102" y="56"/>
                      </a:lnTo>
                      <a:lnTo>
                        <a:pt x="106" y="60"/>
                      </a:lnTo>
                      <a:lnTo>
                        <a:pt x="106" y="60"/>
                      </a:lnTo>
                      <a:lnTo>
                        <a:pt x="104" y="62"/>
                      </a:lnTo>
                      <a:lnTo>
                        <a:pt x="104" y="62"/>
                      </a:lnTo>
                      <a:lnTo>
                        <a:pt x="102" y="62"/>
                      </a:lnTo>
                      <a:lnTo>
                        <a:pt x="102" y="62"/>
                      </a:lnTo>
                      <a:lnTo>
                        <a:pt x="102" y="60"/>
                      </a:lnTo>
                      <a:lnTo>
                        <a:pt x="100" y="58"/>
                      </a:lnTo>
                      <a:lnTo>
                        <a:pt x="100" y="58"/>
                      </a:lnTo>
                      <a:lnTo>
                        <a:pt x="90" y="56"/>
                      </a:lnTo>
                      <a:lnTo>
                        <a:pt x="90" y="56"/>
                      </a:lnTo>
                      <a:lnTo>
                        <a:pt x="84" y="58"/>
                      </a:lnTo>
                      <a:lnTo>
                        <a:pt x="78" y="60"/>
                      </a:lnTo>
                      <a:lnTo>
                        <a:pt x="68" y="66"/>
                      </a:lnTo>
                      <a:lnTo>
                        <a:pt x="68" y="66"/>
                      </a:lnTo>
                      <a:lnTo>
                        <a:pt x="58" y="68"/>
                      </a:lnTo>
                      <a:lnTo>
                        <a:pt x="54" y="68"/>
                      </a:lnTo>
                      <a:lnTo>
                        <a:pt x="52" y="70"/>
                      </a:lnTo>
                      <a:lnTo>
                        <a:pt x="52" y="70"/>
                      </a:lnTo>
                      <a:lnTo>
                        <a:pt x="50" y="74"/>
                      </a:lnTo>
                      <a:lnTo>
                        <a:pt x="50" y="74"/>
                      </a:lnTo>
                      <a:lnTo>
                        <a:pt x="48" y="78"/>
                      </a:lnTo>
                      <a:lnTo>
                        <a:pt x="50" y="80"/>
                      </a:lnTo>
                      <a:lnTo>
                        <a:pt x="50" y="80"/>
                      </a:lnTo>
                      <a:lnTo>
                        <a:pt x="56" y="78"/>
                      </a:lnTo>
                      <a:lnTo>
                        <a:pt x="62" y="78"/>
                      </a:lnTo>
                      <a:lnTo>
                        <a:pt x="62" y="78"/>
                      </a:lnTo>
                      <a:lnTo>
                        <a:pt x="66" y="82"/>
                      </a:lnTo>
                      <a:lnTo>
                        <a:pt x="66" y="82"/>
                      </a:lnTo>
                      <a:lnTo>
                        <a:pt x="70" y="78"/>
                      </a:lnTo>
                      <a:lnTo>
                        <a:pt x="70" y="78"/>
                      </a:lnTo>
                      <a:lnTo>
                        <a:pt x="74" y="80"/>
                      </a:lnTo>
                      <a:lnTo>
                        <a:pt x="74" y="80"/>
                      </a:lnTo>
                      <a:lnTo>
                        <a:pt x="82" y="78"/>
                      </a:lnTo>
                      <a:lnTo>
                        <a:pt x="82" y="78"/>
                      </a:lnTo>
                      <a:lnTo>
                        <a:pt x="80" y="80"/>
                      </a:lnTo>
                      <a:lnTo>
                        <a:pt x="82" y="84"/>
                      </a:lnTo>
                      <a:lnTo>
                        <a:pt x="82" y="84"/>
                      </a:lnTo>
                      <a:lnTo>
                        <a:pt x="80" y="86"/>
                      </a:lnTo>
                      <a:lnTo>
                        <a:pt x="78" y="86"/>
                      </a:lnTo>
                      <a:lnTo>
                        <a:pt x="78" y="86"/>
                      </a:lnTo>
                      <a:lnTo>
                        <a:pt x="80" y="88"/>
                      </a:lnTo>
                      <a:lnTo>
                        <a:pt x="80" y="92"/>
                      </a:lnTo>
                      <a:lnTo>
                        <a:pt x="70" y="100"/>
                      </a:lnTo>
                      <a:lnTo>
                        <a:pt x="70" y="100"/>
                      </a:lnTo>
                      <a:lnTo>
                        <a:pt x="68" y="100"/>
                      </a:lnTo>
                      <a:lnTo>
                        <a:pt x="68" y="100"/>
                      </a:lnTo>
                      <a:lnTo>
                        <a:pt x="66" y="104"/>
                      </a:lnTo>
                      <a:lnTo>
                        <a:pt x="66" y="104"/>
                      </a:lnTo>
                      <a:lnTo>
                        <a:pt x="64" y="102"/>
                      </a:lnTo>
                      <a:lnTo>
                        <a:pt x="62" y="100"/>
                      </a:lnTo>
                      <a:lnTo>
                        <a:pt x="62" y="100"/>
                      </a:lnTo>
                      <a:lnTo>
                        <a:pt x="50" y="100"/>
                      </a:lnTo>
                      <a:lnTo>
                        <a:pt x="50" y="100"/>
                      </a:lnTo>
                      <a:lnTo>
                        <a:pt x="44" y="104"/>
                      </a:lnTo>
                      <a:lnTo>
                        <a:pt x="38" y="106"/>
                      </a:lnTo>
                      <a:lnTo>
                        <a:pt x="38" y="106"/>
                      </a:lnTo>
                      <a:lnTo>
                        <a:pt x="32" y="104"/>
                      </a:lnTo>
                      <a:lnTo>
                        <a:pt x="32" y="104"/>
                      </a:lnTo>
                      <a:lnTo>
                        <a:pt x="22" y="106"/>
                      </a:lnTo>
                      <a:lnTo>
                        <a:pt x="22" y="106"/>
                      </a:lnTo>
                      <a:lnTo>
                        <a:pt x="16" y="106"/>
                      </a:lnTo>
                      <a:lnTo>
                        <a:pt x="16" y="108"/>
                      </a:lnTo>
                      <a:lnTo>
                        <a:pt x="16" y="108"/>
                      </a:lnTo>
                      <a:lnTo>
                        <a:pt x="12" y="108"/>
                      </a:lnTo>
                      <a:lnTo>
                        <a:pt x="6" y="108"/>
                      </a:lnTo>
                      <a:lnTo>
                        <a:pt x="6" y="108"/>
                      </a:lnTo>
                      <a:lnTo>
                        <a:pt x="2" y="114"/>
                      </a:lnTo>
                      <a:lnTo>
                        <a:pt x="2" y="114"/>
                      </a:lnTo>
                      <a:lnTo>
                        <a:pt x="2" y="116"/>
                      </a:lnTo>
                      <a:lnTo>
                        <a:pt x="2" y="116"/>
                      </a:lnTo>
                      <a:lnTo>
                        <a:pt x="4" y="116"/>
                      </a:lnTo>
                      <a:lnTo>
                        <a:pt x="4" y="116"/>
                      </a:lnTo>
                      <a:lnTo>
                        <a:pt x="6" y="120"/>
                      </a:lnTo>
                      <a:lnTo>
                        <a:pt x="6" y="120"/>
                      </a:lnTo>
                      <a:lnTo>
                        <a:pt x="8" y="122"/>
                      </a:lnTo>
                      <a:lnTo>
                        <a:pt x="8" y="122"/>
                      </a:lnTo>
                      <a:lnTo>
                        <a:pt x="8" y="124"/>
                      </a:lnTo>
                      <a:lnTo>
                        <a:pt x="8" y="124"/>
                      </a:lnTo>
                      <a:lnTo>
                        <a:pt x="14" y="124"/>
                      </a:lnTo>
                      <a:lnTo>
                        <a:pt x="14" y="126"/>
                      </a:lnTo>
                      <a:lnTo>
                        <a:pt x="14" y="126"/>
                      </a:lnTo>
                      <a:lnTo>
                        <a:pt x="14" y="126"/>
                      </a:lnTo>
                      <a:lnTo>
                        <a:pt x="16" y="126"/>
                      </a:lnTo>
                      <a:lnTo>
                        <a:pt x="16" y="126"/>
                      </a:lnTo>
                      <a:lnTo>
                        <a:pt x="16" y="128"/>
                      </a:lnTo>
                      <a:lnTo>
                        <a:pt x="16" y="128"/>
                      </a:lnTo>
                      <a:lnTo>
                        <a:pt x="22" y="128"/>
                      </a:lnTo>
                      <a:lnTo>
                        <a:pt x="22" y="128"/>
                      </a:lnTo>
                      <a:lnTo>
                        <a:pt x="30" y="130"/>
                      </a:lnTo>
                      <a:lnTo>
                        <a:pt x="30" y="128"/>
                      </a:lnTo>
                      <a:lnTo>
                        <a:pt x="32" y="124"/>
                      </a:lnTo>
                      <a:lnTo>
                        <a:pt x="32" y="124"/>
                      </a:lnTo>
                      <a:lnTo>
                        <a:pt x="36" y="124"/>
                      </a:lnTo>
                      <a:lnTo>
                        <a:pt x="36" y="124"/>
                      </a:lnTo>
                      <a:lnTo>
                        <a:pt x="38" y="130"/>
                      </a:lnTo>
                      <a:lnTo>
                        <a:pt x="38" y="130"/>
                      </a:lnTo>
                      <a:lnTo>
                        <a:pt x="50" y="128"/>
                      </a:lnTo>
                      <a:lnTo>
                        <a:pt x="64" y="128"/>
                      </a:lnTo>
                      <a:lnTo>
                        <a:pt x="64" y="128"/>
                      </a:lnTo>
                      <a:lnTo>
                        <a:pt x="66" y="132"/>
                      </a:lnTo>
                      <a:lnTo>
                        <a:pt x="66" y="132"/>
                      </a:lnTo>
                      <a:lnTo>
                        <a:pt x="62" y="132"/>
                      </a:lnTo>
                      <a:lnTo>
                        <a:pt x="62" y="134"/>
                      </a:lnTo>
                      <a:lnTo>
                        <a:pt x="60" y="134"/>
                      </a:lnTo>
                      <a:lnTo>
                        <a:pt x="60" y="134"/>
                      </a:lnTo>
                      <a:lnTo>
                        <a:pt x="58" y="132"/>
                      </a:lnTo>
                      <a:lnTo>
                        <a:pt x="58" y="132"/>
                      </a:lnTo>
                      <a:lnTo>
                        <a:pt x="46" y="132"/>
                      </a:lnTo>
                      <a:lnTo>
                        <a:pt x="46" y="134"/>
                      </a:lnTo>
                      <a:lnTo>
                        <a:pt x="46" y="134"/>
                      </a:lnTo>
                      <a:lnTo>
                        <a:pt x="38" y="132"/>
                      </a:lnTo>
                      <a:lnTo>
                        <a:pt x="38" y="132"/>
                      </a:lnTo>
                      <a:lnTo>
                        <a:pt x="24" y="138"/>
                      </a:lnTo>
                      <a:lnTo>
                        <a:pt x="24" y="138"/>
                      </a:lnTo>
                      <a:lnTo>
                        <a:pt x="24" y="140"/>
                      </a:lnTo>
                      <a:lnTo>
                        <a:pt x="24" y="140"/>
                      </a:lnTo>
                      <a:lnTo>
                        <a:pt x="28" y="140"/>
                      </a:lnTo>
                      <a:lnTo>
                        <a:pt x="28" y="140"/>
                      </a:lnTo>
                      <a:lnTo>
                        <a:pt x="20" y="140"/>
                      </a:lnTo>
                      <a:lnTo>
                        <a:pt x="20" y="140"/>
                      </a:lnTo>
                      <a:lnTo>
                        <a:pt x="16" y="140"/>
                      </a:lnTo>
                      <a:lnTo>
                        <a:pt x="16" y="138"/>
                      </a:lnTo>
                      <a:lnTo>
                        <a:pt x="14" y="138"/>
                      </a:lnTo>
                      <a:lnTo>
                        <a:pt x="8" y="140"/>
                      </a:lnTo>
                      <a:lnTo>
                        <a:pt x="8" y="140"/>
                      </a:lnTo>
                      <a:lnTo>
                        <a:pt x="12" y="146"/>
                      </a:lnTo>
                      <a:lnTo>
                        <a:pt x="12" y="146"/>
                      </a:lnTo>
                      <a:lnTo>
                        <a:pt x="14" y="146"/>
                      </a:lnTo>
                      <a:lnTo>
                        <a:pt x="16" y="146"/>
                      </a:lnTo>
                      <a:lnTo>
                        <a:pt x="16" y="146"/>
                      </a:lnTo>
                      <a:lnTo>
                        <a:pt x="18" y="148"/>
                      </a:lnTo>
                      <a:lnTo>
                        <a:pt x="18" y="148"/>
                      </a:lnTo>
                      <a:lnTo>
                        <a:pt x="22" y="148"/>
                      </a:lnTo>
                      <a:lnTo>
                        <a:pt x="26" y="148"/>
                      </a:lnTo>
                      <a:lnTo>
                        <a:pt x="26" y="148"/>
                      </a:lnTo>
                      <a:lnTo>
                        <a:pt x="22" y="152"/>
                      </a:lnTo>
                      <a:lnTo>
                        <a:pt x="22" y="152"/>
                      </a:lnTo>
                      <a:lnTo>
                        <a:pt x="26" y="156"/>
                      </a:lnTo>
                      <a:lnTo>
                        <a:pt x="28" y="158"/>
                      </a:lnTo>
                      <a:lnTo>
                        <a:pt x="30" y="160"/>
                      </a:lnTo>
                      <a:lnTo>
                        <a:pt x="30" y="160"/>
                      </a:lnTo>
                      <a:lnTo>
                        <a:pt x="32" y="160"/>
                      </a:lnTo>
                      <a:lnTo>
                        <a:pt x="36" y="160"/>
                      </a:lnTo>
                      <a:lnTo>
                        <a:pt x="36" y="160"/>
                      </a:lnTo>
                      <a:lnTo>
                        <a:pt x="46" y="162"/>
                      </a:lnTo>
                      <a:lnTo>
                        <a:pt x="46" y="162"/>
                      </a:lnTo>
                      <a:lnTo>
                        <a:pt x="44" y="156"/>
                      </a:lnTo>
                      <a:lnTo>
                        <a:pt x="46" y="152"/>
                      </a:lnTo>
                      <a:lnTo>
                        <a:pt x="46" y="152"/>
                      </a:lnTo>
                      <a:lnTo>
                        <a:pt x="54" y="156"/>
                      </a:lnTo>
                      <a:lnTo>
                        <a:pt x="54" y="156"/>
                      </a:lnTo>
                      <a:lnTo>
                        <a:pt x="54" y="154"/>
                      </a:lnTo>
                      <a:lnTo>
                        <a:pt x="54" y="154"/>
                      </a:lnTo>
                      <a:lnTo>
                        <a:pt x="58" y="152"/>
                      </a:lnTo>
                      <a:lnTo>
                        <a:pt x="64" y="152"/>
                      </a:lnTo>
                      <a:lnTo>
                        <a:pt x="64" y="152"/>
                      </a:lnTo>
                      <a:lnTo>
                        <a:pt x="64" y="154"/>
                      </a:lnTo>
                      <a:lnTo>
                        <a:pt x="64" y="154"/>
                      </a:lnTo>
                      <a:lnTo>
                        <a:pt x="66" y="156"/>
                      </a:lnTo>
                      <a:lnTo>
                        <a:pt x="68" y="158"/>
                      </a:lnTo>
                      <a:lnTo>
                        <a:pt x="68" y="158"/>
                      </a:lnTo>
                      <a:lnTo>
                        <a:pt x="70" y="154"/>
                      </a:lnTo>
                      <a:lnTo>
                        <a:pt x="70" y="154"/>
                      </a:lnTo>
                      <a:lnTo>
                        <a:pt x="74" y="154"/>
                      </a:lnTo>
                      <a:lnTo>
                        <a:pt x="74" y="154"/>
                      </a:lnTo>
                      <a:lnTo>
                        <a:pt x="76" y="154"/>
                      </a:lnTo>
                      <a:lnTo>
                        <a:pt x="76" y="154"/>
                      </a:lnTo>
                      <a:lnTo>
                        <a:pt x="80" y="154"/>
                      </a:lnTo>
                      <a:lnTo>
                        <a:pt x="84" y="154"/>
                      </a:lnTo>
                      <a:lnTo>
                        <a:pt x="84" y="154"/>
                      </a:lnTo>
                      <a:lnTo>
                        <a:pt x="84" y="152"/>
                      </a:lnTo>
                      <a:lnTo>
                        <a:pt x="84" y="152"/>
                      </a:lnTo>
                      <a:lnTo>
                        <a:pt x="90" y="148"/>
                      </a:lnTo>
                      <a:lnTo>
                        <a:pt x="90" y="148"/>
                      </a:lnTo>
                      <a:lnTo>
                        <a:pt x="90" y="152"/>
                      </a:lnTo>
                      <a:lnTo>
                        <a:pt x="90" y="152"/>
                      </a:lnTo>
                      <a:lnTo>
                        <a:pt x="90" y="156"/>
                      </a:lnTo>
                      <a:lnTo>
                        <a:pt x="90" y="156"/>
                      </a:lnTo>
                      <a:lnTo>
                        <a:pt x="96" y="150"/>
                      </a:lnTo>
                      <a:lnTo>
                        <a:pt x="96" y="150"/>
                      </a:lnTo>
                      <a:lnTo>
                        <a:pt x="100" y="150"/>
                      </a:lnTo>
                      <a:lnTo>
                        <a:pt x="102" y="154"/>
                      </a:lnTo>
                      <a:lnTo>
                        <a:pt x="102" y="154"/>
                      </a:lnTo>
                      <a:lnTo>
                        <a:pt x="108" y="154"/>
                      </a:lnTo>
                      <a:lnTo>
                        <a:pt x="116" y="156"/>
                      </a:lnTo>
                      <a:lnTo>
                        <a:pt x="116" y="156"/>
                      </a:lnTo>
                      <a:lnTo>
                        <a:pt x="116" y="158"/>
                      </a:lnTo>
                      <a:lnTo>
                        <a:pt x="116" y="158"/>
                      </a:lnTo>
                      <a:lnTo>
                        <a:pt x="122" y="162"/>
                      </a:lnTo>
                      <a:lnTo>
                        <a:pt x="122" y="162"/>
                      </a:lnTo>
                      <a:lnTo>
                        <a:pt x="124" y="164"/>
                      </a:lnTo>
                      <a:lnTo>
                        <a:pt x="124" y="164"/>
                      </a:lnTo>
                      <a:lnTo>
                        <a:pt x="128" y="164"/>
                      </a:lnTo>
                      <a:lnTo>
                        <a:pt x="132" y="164"/>
                      </a:lnTo>
                      <a:lnTo>
                        <a:pt x="132" y="164"/>
                      </a:lnTo>
                      <a:lnTo>
                        <a:pt x="138" y="168"/>
                      </a:lnTo>
                      <a:lnTo>
                        <a:pt x="138" y="168"/>
                      </a:lnTo>
                      <a:lnTo>
                        <a:pt x="138" y="170"/>
                      </a:lnTo>
                      <a:lnTo>
                        <a:pt x="138" y="172"/>
                      </a:lnTo>
                      <a:lnTo>
                        <a:pt x="138" y="172"/>
                      </a:lnTo>
                      <a:lnTo>
                        <a:pt x="140" y="172"/>
                      </a:lnTo>
                      <a:lnTo>
                        <a:pt x="140" y="172"/>
                      </a:lnTo>
                      <a:lnTo>
                        <a:pt x="146" y="176"/>
                      </a:lnTo>
                      <a:lnTo>
                        <a:pt x="146" y="176"/>
                      </a:lnTo>
                      <a:lnTo>
                        <a:pt x="150" y="182"/>
                      </a:lnTo>
                      <a:lnTo>
                        <a:pt x="150" y="182"/>
                      </a:lnTo>
                      <a:lnTo>
                        <a:pt x="154" y="182"/>
                      </a:lnTo>
                      <a:lnTo>
                        <a:pt x="154" y="182"/>
                      </a:lnTo>
                      <a:lnTo>
                        <a:pt x="156" y="184"/>
                      </a:lnTo>
                      <a:lnTo>
                        <a:pt x="156" y="184"/>
                      </a:lnTo>
                      <a:lnTo>
                        <a:pt x="156" y="184"/>
                      </a:lnTo>
                      <a:lnTo>
                        <a:pt x="156" y="184"/>
                      </a:lnTo>
                      <a:lnTo>
                        <a:pt x="156" y="184"/>
                      </a:lnTo>
                      <a:lnTo>
                        <a:pt x="156" y="184"/>
                      </a:lnTo>
                      <a:lnTo>
                        <a:pt x="156" y="186"/>
                      </a:lnTo>
                      <a:lnTo>
                        <a:pt x="156" y="186"/>
                      </a:lnTo>
                      <a:lnTo>
                        <a:pt x="154" y="186"/>
                      </a:lnTo>
                      <a:lnTo>
                        <a:pt x="154" y="186"/>
                      </a:lnTo>
                      <a:lnTo>
                        <a:pt x="156" y="190"/>
                      </a:lnTo>
                      <a:lnTo>
                        <a:pt x="156" y="190"/>
                      </a:lnTo>
                      <a:lnTo>
                        <a:pt x="154" y="192"/>
                      </a:lnTo>
                      <a:lnTo>
                        <a:pt x="154" y="192"/>
                      </a:lnTo>
                      <a:lnTo>
                        <a:pt x="150" y="192"/>
                      </a:lnTo>
                      <a:lnTo>
                        <a:pt x="150" y="192"/>
                      </a:lnTo>
                      <a:lnTo>
                        <a:pt x="150" y="194"/>
                      </a:lnTo>
                      <a:lnTo>
                        <a:pt x="150" y="194"/>
                      </a:lnTo>
                      <a:lnTo>
                        <a:pt x="156" y="192"/>
                      </a:lnTo>
                      <a:lnTo>
                        <a:pt x="156" y="192"/>
                      </a:lnTo>
                      <a:lnTo>
                        <a:pt x="156" y="194"/>
                      </a:lnTo>
                      <a:lnTo>
                        <a:pt x="156" y="194"/>
                      </a:lnTo>
                      <a:lnTo>
                        <a:pt x="164" y="202"/>
                      </a:lnTo>
                      <a:lnTo>
                        <a:pt x="164" y="202"/>
                      </a:lnTo>
                      <a:lnTo>
                        <a:pt x="164" y="204"/>
                      </a:lnTo>
                      <a:lnTo>
                        <a:pt x="162" y="204"/>
                      </a:lnTo>
                      <a:lnTo>
                        <a:pt x="162" y="206"/>
                      </a:lnTo>
                      <a:lnTo>
                        <a:pt x="162" y="206"/>
                      </a:lnTo>
                      <a:lnTo>
                        <a:pt x="166" y="208"/>
                      </a:lnTo>
                      <a:lnTo>
                        <a:pt x="168" y="210"/>
                      </a:lnTo>
                      <a:lnTo>
                        <a:pt x="168" y="210"/>
                      </a:lnTo>
                      <a:lnTo>
                        <a:pt x="166" y="214"/>
                      </a:lnTo>
                      <a:lnTo>
                        <a:pt x="166" y="214"/>
                      </a:lnTo>
                      <a:lnTo>
                        <a:pt x="170" y="214"/>
                      </a:lnTo>
                      <a:lnTo>
                        <a:pt x="170" y="214"/>
                      </a:lnTo>
                      <a:lnTo>
                        <a:pt x="170" y="214"/>
                      </a:lnTo>
                      <a:lnTo>
                        <a:pt x="170" y="216"/>
                      </a:lnTo>
                      <a:lnTo>
                        <a:pt x="170" y="216"/>
                      </a:lnTo>
                      <a:lnTo>
                        <a:pt x="170" y="216"/>
                      </a:lnTo>
                      <a:lnTo>
                        <a:pt x="170" y="218"/>
                      </a:lnTo>
                      <a:lnTo>
                        <a:pt x="170" y="218"/>
                      </a:lnTo>
                      <a:lnTo>
                        <a:pt x="168" y="220"/>
                      </a:lnTo>
                      <a:lnTo>
                        <a:pt x="170" y="222"/>
                      </a:lnTo>
                      <a:lnTo>
                        <a:pt x="170" y="222"/>
                      </a:lnTo>
                      <a:lnTo>
                        <a:pt x="170" y="222"/>
                      </a:lnTo>
                      <a:lnTo>
                        <a:pt x="162" y="224"/>
                      </a:lnTo>
                      <a:lnTo>
                        <a:pt x="162" y="224"/>
                      </a:lnTo>
                      <a:lnTo>
                        <a:pt x="162" y="224"/>
                      </a:lnTo>
                      <a:lnTo>
                        <a:pt x="164" y="224"/>
                      </a:lnTo>
                      <a:lnTo>
                        <a:pt x="164" y="224"/>
                      </a:lnTo>
                      <a:lnTo>
                        <a:pt x="164" y="228"/>
                      </a:lnTo>
                      <a:lnTo>
                        <a:pt x="162" y="230"/>
                      </a:lnTo>
                      <a:lnTo>
                        <a:pt x="162" y="230"/>
                      </a:lnTo>
                      <a:lnTo>
                        <a:pt x="160" y="232"/>
                      </a:lnTo>
                      <a:lnTo>
                        <a:pt x="160" y="232"/>
                      </a:lnTo>
                      <a:lnTo>
                        <a:pt x="160" y="234"/>
                      </a:lnTo>
                      <a:lnTo>
                        <a:pt x="160" y="234"/>
                      </a:lnTo>
                      <a:lnTo>
                        <a:pt x="164" y="234"/>
                      </a:lnTo>
                      <a:lnTo>
                        <a:pt x="164" y="234"/>
                      </a:lnTo>
                      <a:lnTo>
                        <a:pt x="162" y="238"/>
                      </a:lnTo>
                      <a:lnTo>
                        <a:pt x="162" y="238"/>
                      </a:lnTo>
                      <a:lnTo>
                        <a:pt x="160" y="238"/>
                      </a:lnTo>
                      <a:lnTo>
                        <a:pt x="160" y="240"/>
                      </a:lnTo>
                      <a:lnTo>
                        <a:pt x="160" y="240"/>
                      </a:lnTo>
                      <a:lnTo>
                        <a:pt x="166" y="244"/>
                      </a:lnTo>
                      <a:lnTo>
                        <a:pt x="168" y="244"/>
                      </a:lnTo>
                      <a:lnTo>
                        <a:pt x="172" y="242"/>
                      </a:lnTo>
                      <a:lnTo>
                        <a:pt x="172" y="242"/>
                      </a:lnTo>
                      <a:lnTo>
                        <a:pt x="174" y="236"/>
                      </a:lnTo>
                      <a:lnTo>
                        <a:pt x="176" y="236"/>
                      </a:lnTo>
                      <a:lnTo>
                        <a:pt x="176" y="236"/>
                      </a:lnTo>
                      <a:lnTo>
                        <a:pt x="176" y="240"/>
                      </a:lnTo>
                      <a:lnTo>
                        <a:pt x="176" y="240"/>
                      </a:lnTo>
                      <a:lnTo>
                        <a:pt x="184" y="240"/>
                      </a:lnTo>
                      <a:lnTo>
                        <a:pt x="192" y="242"/>
                      </a:lnTo>
                      <a:lnTo>
                        <a:pt x="192" y="242"/>
                      </a:lnTo>
                      <a:lnTo>
                        <a:pt x="192" y="242"/>
                      </a:lnTo>
                      <a:lnTo>
                        <a:pt x="192" y="242"/>
                      </a:lnTo>
                      <a:lnTo>
                        <a:pt x="192" y="244"/>
                      </a:lnTo>
                      <a:lnTo>
                        <a:pt x="192" y="244"/>
                      </a:lnTo>
                      <a:lnTo>
                        <a:pt x="200" y="244"/>
                      </a:lnTo>
                      <a:lnTo>
                        <a:pt x="200" y="244"/>
                      </a:lnTo>
                      <a:lnTo>
                        <a:pt x="202" y="242"/>
                      </a:lnTo>
                      <a:lnTo>
                        <a:pt x="202" y="242"/>
                      </a:lnTo>
                      <a:lnTo>
                        <a:pt x="204" y="242"/>
                      </a:lnTo>
                      <a:lnTo>
                        <a:pt x="204" y="242"/>
                      </a:lnTo>
                      <a:lnTo>
                        <a:pt x="200" y="246"/>
                      </a:lnTo>
                      <a:lnTo>
                        <a:pt x="200" y="246"/>
                      </a:lnTo>
                      <a:lnTo>
                        <a:pt x="198" y="246"/>
                      </a:lnTo>
                      <a:lnTo>
                        <a:pt x="202" y="248"/>
                      </a:lnTo>
                      <a:lnTo>
                        <a:pt x="208" y="248"/>
                      </a:lnTo>
                      <a:lnTo>
                        <a:pt x="208" y="248"/>
                      </a:lnTo>
                      <a:lnTo>
                        <a:pt x="208" y="250"/>
                      </a:lnTo>
                      <a:lnTo>
                        <a:pt x="208" y="250"/>
                      </a:lnTo>
                      <a:lnTo>
                        <a:pt x="202" y="250"/>
                      </a:lnTo>
                      <a:lnTo>
                        <a:pt x="202" y="250"/>
                      </a:lnTo>
                      <a:lnTo>
                        <a:pt x="206" y="252"/>
                      </a:lnTo>
                      <a:lnTo>
                        <a:pt x="206" y="252"/>
                      </a:lnTo>
                      <a:lnTo>
                        <a:pt x="208" y="254"/>
                      </a:lnTo>
                      <a:lnTo>
                        <a:pt x="206" y="254"/>
                      </a:lnTo>
                      <a:lnTo>
                        <a:pt x="202" y="254"/>
                      </a:lnTo>
                      <a:lnTo>
                        <a:pt x="202" y="256"/>
                      </a:lnTo>
                      <a:lnTo>
                        <a:pt x="202" y="256"/>
                      </a:lnTo>
                      <a:lnTo>
                        <a:pt x="202" y="256"/>
                      </a:lnTo>
                      <a:lnTo>
                        <a:pt x="202" y="256"/>
                      </a:lnTo>
                      <a:lnTo>
                        <a:pt x="206" y="256"/>
                      </a:lnTo>
                      <a:lnTo>
                        <a:pt x="206" y="256"/>
                      </a:lnTo>
                      <a:lnTo>
                        <a:pt x="208" y="258"/>
                      </a:lnTo>
                      <a:lnTo>
                        <a:pt x="208" y="258"/>
                      </a:lnTo>
                      <a:lnTo>
                        <a:pt x="208" y="258"/>
                      </a:lnTo>
                      <a:lnTo>
                        <a:pt x="204" y="260"/>
                      </a:lnTo>
                      <a:lnTo>
                        <a:pt x="202" y="260"/>
                      </a:lnTo>
                      <a:lnTo>
                        <a:pt x="208" y="264"/>
                      </a:lnTo>
                      <a:lnTo>
                        <a:pt x="208" y="264"/>
                      </a:lnTo>
                      <a:lnTo>
                        <a:pt x="208" y="266"/>
                      </a:lnTo>
                      <a:lnTo>
                        <a:pt x="208" y="266"/>
                      </a:lnTo>
                      <a:lnTo>
                        <a:pt x="200" y="264"/>
                      </a:lnTo>
                      <a:lnTo>
                        <a:pt x="194" y="260"/>
                      </a:lnTo>
                      <a:lnTo>
                        <a:pt x="194" y="260"/>
                      </a:lnTo>
                      <a:lnTo>
                        <a:pt x="190" y="258"/>
                      </a:lnTo>
                      <a:lnTo>
                        <a:pt x="190" y="258"/>
                      </a:lnTo>
                      <a:lnTo>
                        <a:pt x="180" y="256"/>
                      </a:lnTo>
                      <a:lnTo>
                        <a:pt x="170" y="256"/>
                      </a:lnTo>
                      <a:lnTo>
                        <a:pt x="170" y="256"/>
                      </a:lnTo>
                      <a:lnTo>
                        <a:pt x="168" y="258"/>
                      </a:lnTo>
                      <a:lnTo>
                        <a:pt x="168" y="258"/>
                      </a:lnTo>
                      <a:lnTo>
                        <a:pt x="170" y="262"/>
                      </a:lnTo>
                      <a:lnTo>
                        <a:pt x="170" y="262"/>
                      </a:lnTo>
                      <a:lnTo>
                        <a:pt x="174" y="262"/>
                      </a:lnTo>
                      <a:lnTo>
                        <a:pt x="174" y="262"/>
                      </a:lnTo>
                      <a:lnTo>
                        <a:pt x="174" y="262"/>
                      </a:lnTo>
                      <a:lnTo>
                        <a:pt x="178" y="264"/>
                      </a:lnTo>
                      <a:lnTo>
                        <a:pt x="178" y="266"/>
                      </a:lnTo>
                      <a:lnTo>
                        <a:pt x="178" y="266"/>
                      </a:lnTo>
                      <a:lnTo>
                        <a:pt x="178" y="266"/>
                      </a:lnTo>
                      <a:lnTo>
                        <a:pt x="176" y="268"/>
                      </a:lnTo>
                      <a:lnTo>
                        <a:pt x="172" y="266"/>
                      </a:lnTo>
                      <a:lnTo>
                        <a:pt x="172" y="266"/>
                      </a:lnTo>
                      <a:lnTo>
                        <a:pt x="168" y="266"/>
                      </a:lnTo>
                      <a:lnTo>
                        <a:pt x="168" y="266"/>
                      </a:lnTo>
                      <a:lnTo>
                        <a:pt x="166" y="268"/>
                      </a:lnTo>
                      <a:lnTo>
                        <a:pt x="166" y="268"/>
                      </a:lnTo>
                      <a:lnTo>
                        <a:pt x="168" y="274"/>
                      </a:lnTo>
                      <a:lnTo>
                        <a:pt x="164" y="276"/>
                      </a:lnTo>
                      <a:lnTo>
                        <a:pt x="164" y="276"/>
                      </a:lnTo>
                      <a:lnTo>
                        <a:pt x="164" y="280"/>
                      </a:lnTo>
                      <a:lnTo>
                        <a:pt x="164" y="280"/>
                      </a:lnTo>
                      <a:lnTo>
                        <a:pt x="162" y="280"/>
                      </a:lnTo>
                      <a:lnTo>
                        <a:pt x="162" y="282"/>
                      </a:lnTo>
                      <a:lnTo>
                        <a:pt x="162" y="282"/>
                      </a:lnTo>
                      <a:lnTo>
                        <a:pt x="164" y="284"/>
                      </a:lnTo>
                      <a:lnTo>
                        <a:pt x="164" y="284"/>
                      </a:lnTo>
                      <a:lnTo>
                        <a:pt x="168" y="284"/>
                      </a:lnTo>
                      <a:lnTo>
                        <a:pt x="170" y="284"/>
                      </a:lnTo>
                      <a:lnTo>
                        <a:pt x="170" y="284"/>
                      </a:lnTo>
                      <a:lnTo>
                        <a:pt x="172" y="284"/>
                      </a:lnTo>
                      <a:lnTo>
                        <a:pt x="174" y="284"/>
                      </a:lnTo>
                      <a:lnTo>
                        <a:pt x="174" y="284"/>
                      </a:lnTo>
                      <a:lnTo>
                        <a:pt x="174" y="284"/>
                      </a:lnTo>
                      <a:lnTo>
                        <a:pt x="176" y="284"/>
                      </a:lnTo>
                      <a:lnTo>
                        <a:pt x="176" y="284"/>
                      </a:lnTo>
                      <a:lnTo>
                        <a:pt x="176" y="286"/>
                      </a:lnTo>
                      <a:lnTo>
                        <a:pt x="168" y="286"/>
                      </a:lnTo>
                      <a:lnTo>
                        <a:pt x="168" y="288"/>
                      </a:lnTo>
                      <a:lnTo>
                        <a:pt x="168" y="288"/>
                      </a:lnTo>
                      <a:lnTo>
                        <a:pt x="172" y="292"/>
                      </a:lnTo>
                      <a:lnTo>
                        <a:pt x="172" y="292"/>
                      </a:lnTo>
                      <a:lnTo>
                        <a:pt x="178" y="290"/>
                      </a:lnTo>
                      <a:lnTo>
                        <a:pt x="180" y="290"/>
                      </a:lnTo>
                      <a:lnTo>
                        <a:pt x="180" y="290"/>
                      </a:lnTo>
                      <a:lnTo>
                        <a:pt x="186" y="288"/>
                      </a:lnTo>
                      <a:lnTo>
                        <a:pt x="194" y="284"/>
                      </a:lnTo>
                      <a:lnTo>
                        <a:pt x="194" y="284"/>
                      </a:lnTo>
                      <a:lnTo>
                        <a:pt x="194" y="280"/>
                      </a:lnTo>
                      <a:lnTo>
                        <a:pt x="194" y="280"/>
                      </a:lnTo>
                      <a:lnTo>
                        <a:pt x="188" y="276"/>
                      </a:lnTo>
                      <a:lnTo>
                        <a:pt x="188" y="276"/>
                      </a:lnTo>
                      <a:lnTo>
                        <a:pt x="186" y="270"/>
                      </a:lnTo>
                      <a:lnTo>
                        <a:pt x="186" y="270"/>
                      </a:lnTo>
                      <a:lnTo>
                        <a:pt x="180" y="268"/>
                      </a:lnTo>
                      <a:lnTo>
                        <a:pt x="180" y="268"/>
                      </a:lnTo>
                      <a:lnTo>
                        <a:pt x="180" y="266"/>
                      </a:lnTo>
                      <a:lnTo>
                        <a:pt x="178" y="264"/>
                      </a:lnTo>
                      <a:lnTo>
                        <a:pt x="178" y="264"/>
                      </a:lnTo>
                      <a:lnTo>
                        <a:pt x="184" y="266"/>
                      </a:lnTo>
                      <a:lnTo>
                        <a:pt x="188" y="268"/>
                      </a:lnTo>
                      <a:lnTo>
                        <a:pt x="188" y="268"/>
                      </a:lnTo>
                      <a:lnTo>
                        <a:pt x="192" y="272"/>
                      </a:lnTo>
                      <a:lnTo>
                        <a:pt x="194" y="272"/>
                      </a:lnTo>
                      <a:lnTo>
                        <a:pt x="198" y="272"/>
                      </a:lnTo>
                      <a:lnTo>
                        <a:pt x="198" y="272"/>
                      </a:lnTo>
                      <a:lnTo>
                        <a:pt x="200" y="270"/>
                      </a:lnTo>
                      <a:lnTo>
                        <a:pt x="202" y="272"/>
                      </a:lnTo>
                      <a:lnTo>
                        <a:pt x="202" y="272"/>
                      </a:lnTo>
                      <a:lnTo>
                        <a:pt x="208" y="272"/>
                      </a:lnTo>
                      <a:lnTo>
                        <a:pt x="208" y="272"/>
                      </a:lnTo>
                      <a:lnTo>
                        <a:pt x="208" y="272"/>
                      </a:lnTo>
                      <a:lnTo>
                        <a:pt x="208" y="274"/>
                      </a:lnTo>
                      <a:lnTo>
                        <a:pt x="208" y="274"/>
                      </a:lnTo>
                      <a:lnTo>
                        <a:pt x="208" y="276"/>
                      </a:lnTo>
                      <a:lnTo>
                        <a:pt x="208" y="278"/>
                      </a:lnTo>
                      <a:lnTo>
                        <a:pt x="208" y="278"/>
                      </a:lnTo>
                      <a:lnTo>
                        <a:pt x="206" y="278"/>
                      </a:lnTo>
                      <a:lnTo>
                        <a:pt x="206" y="278"/>
                      </a:lnTo>
                      <a:lnTo>
                        <a:pt x="206" y="282"/>
                      </a:lnTo>
                      <a:lnTo>
                        <a:pt x="206" y="282"/>
                      </a:lnTo>
                      <a:lnTo>
                        <a:pt x="208" y="282"/>
                      </a:lnTo>
                      <a:lnTo>
                        <a:pt x="208" y="282"/>
                      </a:lnTo>
                      <a:lnTo>
                        <a:pt x="206" y="284"/>
                      </a:lnTo>
                      <a:lnTo>
                        <a:pt x="206" y="286"/>
                      </a:lnTo>
                      <a:lnTo>
                        <a:pt x="206" y="286"/>
                      </a:lnTo>
                      <a:lnTo>
                        <a:pt x="210" y="286"/>
                      </a:lnTo>
                      <a:lnTo>
                        <a:pt x="210" y="290"/>
                      </a:lnTo>
                      <a:lnTo>
                        <a:pt x="210" y="290"/>
                      </a:lnTo>
                      <a:lnTo>
                        <a:pt x="212" y="290"/>
                      </a:lnTo>
                      <a:lnTo>
                        <a:pt x="212" y="290"/>
                      </a:lnTo>
                      <a:lnTo>
                        <a:pt x="212" y="292"/>
                      </a:lnTo>
                      <a:lnTo>
                        <a:pt x="212" y="292"/>
                      </a:lnTo>
                      <a:lnTo>
                        <a:pt x="210" y="294"/>
                      </a:lnTo>
                      <a:lnTo>
                        <a:pt x="210" y="296"/>
                      </a:lnTo>
                      <a:lnTo>
                        <a:pt x="208" y="294"/>
                      </a:lnTo>
                      <a:lnTo>
                        <a:pt x="208" y="294"/>
                      </a:lnTo>
                      <a:lnTo>
                        <a:pt x="208" y="292"/>
                      </a:lnTo>
                      <a:lnTo>
                        <a:pt x="208" y="290"/>
                      </a:lnTo>
                      <a:lnTo>
                        <a:pt x="208" y="290"/>
                      </a:lnTo>
                      <a:lnTo>
                        <a:pt x="204" y="290"/>
                      </a:lnTo>
                      <a:lnTo>
                        <a:pt x="204" y="290"/>
                      </a:lnTo>
                      <a:lnTo>
                        <a:pt x="204" y="298"/>
                      </a:lnTo>
                      <a:lnTo>
                        <a:pt x="204" y="298"/>
                      </a:lnTo>
                      <a:lnTo>
                        <a:pt x="204" y="298"/>
                      </a:lnTo>
                      <a:lnTo>
                        <a:pt x="206" y="300"/>
                      </a:lnTo>
                      <a:lnTo>
                        <a:pt x="206" y="300"/>
                      </a:lnTo>
                      <a:lnTo>
                        <a:pt x="206" y="304"/>
                      </a:lnTo>
                      <a:lnTo>
                        <a:pt x="206" y="304"/>
                      </a:lnTo>
                      <a:lnTo>
                        <a:pt x="202" y="304"/>
                      </a:lnTo>
                      <a:lnTo>
                        <a:pt x="196" y="304"/>
                      </a:lnTo>
                      <a:lnTo>
                        <a:pt x="196" y="304"/>
                      </a:lnTo>
                      <a:lnTo>
                        <a:pt x="194" y="304"/>
                      </a:lnTo>
                      <a:lnTo>
                        <a:pt x="194" y="304"/>
                      </a:lnTo>
                      <a:lnTo>
                        <a:pt x="194" y="304"/>
                      </a:lnTo>
                      <a:lnTo>
                        <a:pt x="194" y="306"/>
                      </a:lnTo>
                      <a:lnTo>
                        <a:pt x="194" y="306"/>
                      </a:lnTo>
                      <a:lnTo>
                        <a:pt x="190" y="308"/>
                      </a:lnTo>
                      <a:lnTo>
                        <a:pt x="190" y="308"/>
                      </a:lnTo>
                      <a:lnTo>
                        <a:pt x="186" y="308"/>
                      </a:lnTo>
                      <a:lnTo>
                        <a:pt x="186" y="310"/>
                      </a:lnTo>
                      <a:lnTo>
                        <a:pt x="186" y="310"/>
                      </a:lnTo>
                      <a:lnTo>
                        <a:pt x="198" y="310"/>
                      </a:lnTo>
                      <a:lnTo>
                        <a:pt x="202" y="308"/>
                      </a:lnTo>
                      <a:lnTo>
                        <a:pt x="206" y="306"/>
                      </a:lnTo>
                      <a:lnTo>
                        <a:pt x="206" y="306"/>
                      </a:lnTo>
                      <a:lnTo>
                        <a:pt x="208" y="312"/>
                      </a:lnTo>
                      <a:lnTo>
                        <a:pt x="202" y="312"/>
                      </a:lnTo>
                      <a:lnTo>
                        <a:pt x="202" y="312"/>
                      </a:lnTo>
                      <a:lnTo>
                        <a:pt x="198" y="312"/>
                      </a:lnTo>
                      <a:lnTo>
                        <a:pt x="194" y="312"/>
                      </a:lnTo>
                      <a:lnTo>
                        <a:pt x="194" y="312"/>
                      </a:lnTo>
                      <a:lnTo>
                        <a:pt x="192" y="310"/>
                      </a:lnTo>
                      <a:lnTo>
                        <a:pt x="192" y="310"/>
                      </a:lnTo>
                      <a:lnTo>
                        <a:pt x="188" y="310"/>
                      </a:lnTo>
                      <a:lnTo>
                        <a:pt x="188" y="312"/>
                      </a:lnTo>
                      <a:lnTo>
                        <a:pt x="188" y="312"/>
                      </a:lnTo>
                      <a:lnTo>
                        <a:pt x="192" y="314"/>
                      </a:lnTo>
                      <a:lnTo>
                        <a:pt x="194" y="316"/>
                      </a:lnTo>
                      <a:lnTo>
                        <a:pt x="194" y="316"/>
                      </a:lnTo>
                      <a:lnTo>
                        <a:pt x="194" y="316"/>
                      </a:lnTo>
                      <a:lnTo>
                        <a:pt x="192" y="316"/>
                      </a:lnTo>
                      <a:lnTo>
                        <a:pt x="192" y="316"/>
                      </a:lnTo>
                      <a:lnTo>
                        <a:pt x="188" y="314"/>
                      </a:lnTo>
                      <a:lnTo>
                        <a:pt x="188" y="314"/>
                      </a:lnTo>
                      <a:lnTo>
                        <a:pt x="186" y="314"/>
                      </a:lnTo>
                      <a:lnTo>
                        <a:pt x="184" y="314"/>
                      </a:lnTo>
                      <a:lnTo>
                        <a:pt x="182" y="318"/>
                      </a:lnTo>
                      <a:lnTo>
                        <a:pt x="182" y="318"/>
                      </a:lnTo>
                      <a:lnTo>
                        <a:pt x="180" y="320"/>
                      </a:lnTo>
                      <a:lnTo>
                        <a:pt x="180" y="320"/>
                      </a:lnTo>
                      <a:lnTo>
                        <a:pt x="180" y="324"/>
                      </a:lnTo>
                      <a:lnTo>
                        <a:pt x="180" y="324"/>
                      </a:lnTo>
                      <a:lnTo>
                        <a:pt x="186" y="320"/>
                      </a:lnTo>
                      <a:lnTo>
                        <a:pt x="186" y="318"/>
                      </a:lnTo>
                      <a:lnTo>
                        <a:pt x="186" y="318"/>
                      </a:lnTo>
                      <a:lnTo>
                        <a:pt x="190" y="320"/>
                      </a:lnTo>
                      <a:lnTo>
                        <a:pt x="190" y="320"/>
                      </a:lnTo>
                      <a:lnTo>
                        <a:pt x="198" y="316"/>
                      </a:lnTo>
                      <a:lnTo>
                        <a:pt x="198" y="316"/>
                      </a:lnTo>
                      <a:lnTo>
                        <a:pt x="196" y="318"/>
                      </a:lnTo>
                      <a:lnTo>
                        <a:pt x="200" y="320"/>
                      </a:lnTo>
                      <a:lnTo>
                        <a:pt x="200" y="322"/>
                      </a:lnTo>
                      <a:lnTo>
                        <a:pt x="200" y="322"/>
                      </a:lnTo>
                      <a:lnTo>
                        <a:pt x="206" y="320"/>
                      </a:lnTo>
                      <a:lnTo>
                        <a:pt x="206" y="320"/>
                      </a:lnTo>
                      <a:lnTo>
                        <a:pt x="204" y="316"/>
                      </a:lnTo>
                      <a:lnTo>
                        <a:pt x="204" y="316"/>
                      </a:lnTo>
                      <a:lnTo>
                        <a:pt x="210" y="316"/>
                      </a:lnTo>
                      <a:lnTo>
                        <a:pt x="210" y="316"/>
                      </a:lnTo>
                      <a:lnTo>
                        <a:pt x="208" y="318"/>
                      </a:lnTo>
                      <a:lnTo>
                        <a:pt x="208" y="320"/>
                      </a:lnTo>
                      <a:lnTo>
                        <a:pt x="208" y="318"/>
                      </a:lnTo>
                      <a:lnTo>
                        <a:pt x="208" y="318"/>
                      </a:lnTo>
                      <a:lnTo>
                        <a:pt x="208" y="320"/>
                      </a:lnTo>
                      <a:lnTo>
                        <a:pt x="208" y="320"/>
                      </a:lnTo>
                      <a:lnTo>
                        <a:pt x="208" y="320"/>
                      </a:lnTo>
                      <a:lnTo>
                        <a:pt x="206" y="324"/>
                      </a:lnTo>
                      <a:lnTo>
                        <a:pt x="206" y="324"/>
                      </a:lnTo>
                      <a:lnTo>
                        <a:pt x="200" y="324"/>
                      </a:lnTo>
                      <a:lnTo>
                        <a:pt x="200" y="324"/>
                      </a:lnTo>
                      <a:lnTo>
                        <a:pt x="194" y="322"/>
                      </a:lnTo>
                      <a:lnTo>
                        <a:pt x="190" y="320"/>
                      </a:lnTo>
                      <a:lnTo>
                        <a:pt x="186" y="320"/>
                      </a:lnTo>
                      <a:lnTo>
                        <a:pt x="186" y="320"/>
                      </a:lnTo>
                      <a:lnTo>
                        <a:pt x="186" y="320"/>
                      </a:lnTo>
                      <a:lnTo>
                        <a:pt x="184" y="324"/>
                      </a:lnTo>
                      <a:lnTo>
                        <a:pt x="184" y="326"/>
                      </a:lnTo>
                      <a:lnTo>
                        <a:pt x="184" y="326"/>
                      </a:lnTo>
                      <a:lnTo>
                        <a:pt x="180" y="326"/>
                      </a:lnTo>
                      <a:lnTo>
                        <a:pt x="180" y="326"/>
                      </a:lnTo>
                      <a:lnTo>
                        <a:pt x="178" y="328"/>
                      </a:lnTo>
                      <a:lnTo>
                        <a:pt x="178" y="328"/>
                      </a:lnTo>
                      <a:lnTo>
                        <a:pt x="180" y="330"/>
                      </a:lnTo>
                      <a:lnTo>
                        <a:pt x="180" y="330"/>
                      </a:lnTo>
                      <a:lnTo>
                        <a:pt x="180" y="332"/>
                      </a:lnTo>
                      <a:lnTo>
                        <a:pt x="180" y="332"/>
                      </a:lnTo>
                      <a:lnTo>
                        <a:pt x="182" y="334"/>
                      </a:lnTo>
                      <a:lnTo>
                        <a:pt x="184" y="334"/>
                      </a:lnTo>
                      <a:lnTo>
                        <a:pt x="184" y="334"/>
                      </a:lnTo>
                      <a:lnTo>
                        <a:pt x="184" y="336"/>
                      </a:lnTo>
                      <a:lnTo>
                        <a:pt x="186" y="336"/>
                      </a:lnTo>
                      <a:lnTo>
                        <a:pt x="186" y="336"/>
                      </a:lnTo>
                      <a:lnTo>
                        <a:pt x="184" y="340"/>
                      </a:lnTo>
                      <a:lnTo>
                        <a:pt x="184" y="340"/>
                      </a:lnTo>
                      <a:lnTo>
                        <a:pt x="182" y="340"/>
                      </a:lnTo>
                      <a:lnTo>
                        <a:pt x="182" y="340"/>
                      </a:lnTo>
                      <a:lnTo>
                        <a:pt x="182" y="342"/>
                      </a:lnTo>
                      <a:lnTo>
                        <a:pt x="182" y="344"/>
                      </a:lnTo>
                      <a:lnTo>
                        <a:pt x="182" y="344"/>
                      </a:lnTo>
                      <a:lnTo>
                        <a:pt x="184" y="342"/>
                      </a:lnTo>
                      <a:lnTo>
                        <a:pt x="184" y="342"/>
                      </a:lnTo>
                      <a:lnTo>
                        <a:pt x="184" y="344"/>
                      </a:lnTo>
                      <a:lnTo>
                        <a:pt x="184" y="344"/>
                      </a:lnTo>
                      <a:lnTo>
                        <a:pt x="180" y="344"/>
                      </a:lnTo>
                      <a:lnTo>
                        <a:pt x="180" y="346"/>
                      </a:lnTo>
                      <a:lnTo>
                        <a:pt x="180" y="346"/>
                      </a:lnTo>
                      <a:lnTo>
                        <a:pt x="182" y="350"/>
                      </a:lnTo>
                      <a:lnTo>
                        <a:pt x="182" y="350"/>
                      </a:lnTo>
                      <a:lnTo>
                        <a:pt x="188" y="348"/>
                      </a:lnTo>
                      <a:lnTo>
                        <a:pt x="188" y="348"/>
                      </a:lnTo>
                      <a:lnTo>
                        <a:pt x="184" y="350"/>
                      </a:lnTo>
                      <a:lnTo>
                        <a:pt x="184" y="350"/>
                      </a:lnTo>
                      <a:lnTo>
                        <a:pt x="184" y="354"/>
                      </a:lnTo>
                      <a:lnTo>
                        <a:pt x="184" y="354"/>
                      </a:lnTo>
                      <a:lnTo>
                        <a:pt x="188" y="352"/>
                      </a:lnTo>
                      <a:lnTo>
                        <a:pt x="188" y="352"/>
                      </a:lnTo>
                      <a:lnTo>
                        <a:pt x="190" y="354"/>
                      </a:lnTo>
                      <a:lnTo>
                        <a:pt x="192" y="354"/>
                      </a:lnTo>
                      <a:lnTo>
                        <a:pt x="192" y="354"/>
                      </a:lnTo>
                      <a:lnTo>
                        <a:pt x="192" y="352"/>
                      </a:lnTo>
                      <a:lnTo>
                        <a:pt x="192" y="352"/>
                      </a:lnTo>
                      <a:lnTo>
                        <a:pt x="196" y="350"/>
                      </a:lnTo>
                      <a:lnTo>
                        <a:pt x="196" y="350"/>
                      </a:lnTo>
                      <a:lnTo>
                        <a:pt x="190" y="356"/>
                      </a:lnTo>
                      <a:lnTo>
                        <a:pt x="190" y="356"/>
                      </a:lnTo>
                      <a:lnTo>
                        <a:pt x="194" y="358"/>
                      </a:lnTo>
                      <a:lnTo>
                        <a:pt x="194" y="360"/>
                      </a:lnTo>
                      <a:lnTo>
                        <a:pt x="194" y="360"/>
                      </a:lnTo>
                      <a:lnTo>
                        <a:pt x="192" y="360"/>
                      </a:lnTo>
                      <a:lnTo>
                        <a:pt x="192" y="360"/>
                      </a:lnTo>
                      <a:lnTo>
                        <a:pt x="192" y="364"/>
                      </a:lnTo>
                      <a:lnTo>
                        <a:pt x="192" y="364"/>
                      </a:lnTo>
                      <a:lnTo>
                        <a:pt x="196" y="364"/>
                      </a:lnTo>
                      <a:lnTo>
                        <a:pt x="196" y="364"/>
                      </a:lnTo>
                      <a:lnTo>
                        <a:pt x="196" y="366"/>
                      </a:lnTo>
                      <a:lnTo>
                        <a:pt x="196" y="366"/>
                      </a:lnTo>
                      <a:lnTo>
                        <a:pt x="198" y="366"/>
                      </a:lnTo>
                      <a:lnTo>
                        <a:pt x="198" y="366"/>
                      </a:lnTo>
                      <a:lnTo>
                        <a:pt x="196" y="370"/>
                      </a:lnTo>
                      <a:lnTo>
                        <a:pt x="196" y="374"/>
                      </a:lnTo>
                      <a:lnTo>
                        <a:pt x="202" y="368"/>
                      </a:lnTo>
                      <a:lnTo>
                        <a:pt x="202" y="368"/>
                      </a:lnTo>
                      <a:lnTo>
                        <a:pt x="204" y="368"/>
                      </a:lnTo>
                      <a:lnTo>
                        <a:pt x="206" y="368"/>
                      </a:lnTo>
                      <a:lnTo>
                        <a:pt x="206" y="368"/>
                      </a:lnTo>
                      <a:lnTo>
                        <a:pt x="206" y="366"/>
                      </a:lnTo>
                      <a:lnTo>
                        <a:pt x="206" y="366"/>
                      </a:lnTo>
                      <a:lnTo>
                        <a:pt x="208" y="366"/>
                      </a:lnTo>
                      <a:lnTo>
                        <a:pt x="210" y="366"/>
                      </a:lnTo>
                      <a:lnTo>
                        <a:pt x="210" y="366"/>
                      </a:lnTo>
                      <a:lnTo>
                        <a:pt x="210" y="370"/>
                      </a:lnTo>
                      <a:lnTo>
                        <a:pt x="210" y="372"/>
                      </a:lnTo>
                      <a:lnTo>
                        <a:pt x="210" y="372"/>
                      </a:lnTo>
                      <a:lnTo>
                        <a:pt x="208" y="372"/>
                      </a:lnTo>
                      <a:lnTo>
                        <a:pt x="206" y="370"/>
                      </a:lnTo>
                      <a:lnTo>
                        <a:pt x="206" y="370"/>
                      </a:lnTo>
                      <a:lnTo>
                        <a:pt x="206" y="372"/>
                      </a:lnTo>
                      <a:lnTo>
                        <a:pt x="206" y="372"/>
                      </a:lnTo>
                      <a:lnTo>
                        <a:pt x="208" y="374"/>
                      </a:lnTo>
                      <a:lnTo>
                        <a:pt x="208" y="374"/>
                      </a:lnTo>
                      <a:lnTo>
                        <a:pt x="208" y="374"/>
                      </a:lnTo>
                      <a:lnTo>
                        <a:pt x="198" y="376"/>
                      </a:lnTo>
                      <a:lnTo>
                        <a:pt x="198" y="378"/>
                      </a:lnTo>
                      <a:lnTo>
                        <a:pt x="198" y="378"/>
                      </a:lnTo>
                      <a:lnTo>
                        <a:pt x="204" y="378"/>
                      </a:lnTo>
                      <a:lnTo>
                        <a:pt x="204" y="380"/>
                      </a:lnTo>
                      <a:lnTo>
                        <a:pt x="204" y="380"/>
                      </a:lnTo>
                      <a:lnTo>
                        <a:pt x="200" y="380"/>
                      </a:lnTo>
                      <a:lnTo>
                        <a:pt x="200" y="380"/>
                      </a:lnTo>
                      <a:lnTo>
                        <a:pt x="198" y="380"/>
                      </a:lnTo>
                      <a:lnTo>
                        <a:pt x="198" y="380"/>
                      </a:lnTo>
                      <a:lnTo>
                        <a:pt x="198" y="380"/>
                      </a:lnTo>
                      <a:lnTo>
                        <a:pt x="198" y="380"/>
                      </a:lnTo>
                      <a:lnTo>
                        <a:pt x="200" y="382"/>
                      </a:lnTo>
                      <a:lnTo>
                        <a:pt x="200" y="382"/>
                      </a:lnTo>
                      <a:lnTo>
                        <a:pt x="200" y="382"/>
                      </a:lnTo>
                      <a:lnTo>
                        <a:pt x="202" y="382"/>
                      </a:lnTo>
                      <a:lnTo>
                        <a:pt x="200" y="386"/>
                      </a:lnTo>
                      <a:lnTo>
                        <a:pt x="200" y="386"/>
                      </a:lnTo>
                      <a:lnTo>
                        <a:pt x="200" y="386"/>
                      </a:lnTo>
                      <a:lnTo>
                        <a:pt x="202" y="388"/>
                      </a:lnTo>
                      <a:lnTo>
                        <a:pt x="206" y="386"/>
                      </a:lnTo>
                      <a:lnTo>
                        <a:pt x="206" y="386"/>
                      </a:lnTo>
                      <a:lnTo>
                        <a:pt x="206" y="390"/>
                      </a:lnTo>
                      <a:lnTo>
                        <a:pt x="206" y="390"/>
                      </a:lnTo>
                      <a:lnTo>
                        <a:pt x="204" y="390"/>
                      </a:lnTo>
                      <a:lnTo>
                        <a:pt x="204" y="392"/>
                      </a:lnTo>
                      <a:lnTo>
                        <a:pt x="204" y="392"/>
                      </a:lnTo>
                      <a:lnTo>
                        <a:pt x="204" y="392"/>
                      </a:lnTo>
                      <a:lnTo>
                        <a:pt x="208" y="392"/>
                      </a:lnTo>
                      <a:lnTo>
                        <a:pt x="208" y="392"/>
                      </a:lnTo>
                      <a:lnTo>
                        <a:pt x="206" y="394"/>
                      </a:lnTo>
                      <a:lnTo>
                        <a:pt x="206" y="394"/>
                      </a:lnTo>
                      <a:lnTo>
                        <a:pt x="206" y="398"/>
                      </a:lnTo>
                      <a:lnTo>
                        <a:pt x="206" y="398"/>
                      </a:lnTo>
                      <a:lnTo>
                        <a:pt x="208" y="396"/>
                      </a:lnTo>
                      <a:lnTo>
                        <a:pt x="208" y="396"/>
                      </a:lnTo>
                      <a:lnTo>
                        <a:pt x="208" y="396"/>
                      </a:lnTo>
                      <a:lnTo>
                        <a:pt x="208" y="396"/>
                      </a:lnTo>
                      <a:lnTo>
                        <a:pt x="208" y="394"/>
                      </a:lnTo>
                      <a:lnTo>
                        <a:pt x="208" y="394"/>
                      </a:lnTo>
                      <a:lnTo>
                        <a:pt x="212" y="394"/>
                      </a:lnTo>
                      <a:lnTo>
                        <a:pt x="212" y="394"/>
                      </a:lnTo>
                      <a:lnTo>
                        <a:pt x="212" y="400"/>
                      </a:lnTo>
                      <a:lnTo>
                        <a:pt x="212" y="402"/>
                      </a:lnTo>
                      <a:lnTo>
                        <a:pt x="216" y="400"/>
                      </a:lnTo>
                      <a:lnTo>
                        <a:pt x="216" y="400"/>
                      </a:lnTo>
                      <a:lnTo>
                        <a:pt x="216" y="404"/>
                      </a:lnTo>
                      <a:lnTo>
                        <a:pt x="216" y="406"/>
                      </a:lnTo>
                      <a:lnTo>
                        <a:pt x="216" y="406"/>
                      </a:lnTo>
                      <a:lnTo>
                        <a:pt x="218" y="406"/>
                      </a:lnTo>
                      <a:lnTo>
                        <a:pt x="222" y="404"/>
                      </a:lnTo>
                      <a:lnTo>
                        <a:pt x="222" y="404"/>
                      </a:lnTo>
                      <a:lnTo>
                        <a:pt x="224" y="404"/>
                      </a:lnTo>
                      <a:lnTo>
                        <a:pt x="224" y="404"/>
                      </a:lnTo>
                      <a:lnTo>
                        <a:pt x="224" y="406"/>
                      </a:lnTo>
                      <a:lnTo>
                        <a:pt x="224" y="408"/>
                      </a:lnTo>
                      <a:lnTo>
                        <a:pt x="224" y="408"/>
                      </a:lnTo>
                      <a:lnTo>
                        <a:pt x="224" y="408"/>
                      </a:lnTo>
                      <a:lnTo>
                        <a:pt x="224" y="408"/>
                      </a:lnTo>
                      <a:lnTo>
                        <a:pt x="224" y="410"/>
                      </a:lnTo>
                      <a:lnTo>
                        <a:pt x="224" y="410"/>
                      </a:lnTo>
                      <a:lnTo>
                        <a:pt x="228" y="408"/>
                      </a:lnTo>
                      <a:lnTo>
                        <a:pt x="228" y="408"/>
                      </a:lnTo>
                      <a:lnTo>
                        <a:pt x="228" y="410"/>
                      </a:lnTo>
                      <a:lnTo>
                        <a:pt x="228" y="410"/>
                      </a:lnTo>
                      <a:lnTo>
                        <a:pt x="226" y="412"/>
                      </a:lnTo>
                      <a:lnTo>
                        <a:pt x="226" y="412"/>
                      </a:lnTo>
                      <a:lnTo>
                        <a:pt x="226" y="412"/>
                      </a:lnTo>
                      <a:lnTo>
                        <a:pt x="228" y="412"/>
                      </a:lnTo>
                      <a:lnTo>
                        <a:pt x="230" y="412"/>
                      </a:lnTo>
                      <a:lnTo>
                        <a:pt x="230" y="416"/>
                      </a:lnTo>
                      <a:lnTo>
                        <a:pt x="230" y="416"/>
                      </a:lnTo>
                      <a:lnTo>
                        <a:pt x="228" y="418"/>
                      </a:lnTo>
                      <a:lnTo>
                        <a:pt x="228" y="418"/>
                      </a:lnTo>
                      <a:lnTo>
                        <a:pt x="230" y="420"/>
                      </a:lnTo>
                      <a:lnTo>
                        <a:pt x="230" y="420"/>
                      </a:lnTo>
                      <a:lnTo>
                        <a:pt x="232" y="416"/>
                      </a:lnTo>
                      <a:lnTo>
                        <a:pt x="232" y="416"/>
                      </a:lnTo>
                      <a:lnTo>
                        <a:pt x="234" y="418"/>
                      </a:lnTo>
                      <a:lnTo>
                        <a:pt x="234" y="418"/>
                      </a:lnTo>
                      <a:lnTo>
                        <a:pt x="234" y="418"/>
                      </a:lnTo>
                      <a:lnTo>
                        <a:pt x="234" y="418"/>
                      </a:lnTo>
                      <a:lnTo>
                        <a:pt x="234" y="418"/>
                      </a:lnTo>
                      <a:lnTo>
                        <a:pt x="234" y="418"/>
                      </a:lnTo>
                      <a:lnTo>
                        <a:pt x="232" y="418"/>
                      </a:lnTo>
                      <a:lnTo>
                        <a:pt x="234" y="420"/>
                      </a:lnTo>
                      <a:lnTo>
                        <a:pt x="234" y="420"/>
                      </a:lnTo>
                      <a:lnTo>
                        <a:pt x="232" y="420"/>
                      </a:lnTo>
                      <a:lnTo>
                        <a:pt x="230" y="420"/>
                      </a:lnTo>
                      <a:lnTo>
                        <a:pt x="230" y="422"/>
                      </a:lnTo>
                      <a:lnTo>
                        <a:pt x="230" y="422"/>
                      </a:lnTo>
                      <a:lnTo>
                        <a:pt x="234" y="422"/>
                      </a:lnTo>
                      <a:lnTo>
                        <a:pt x="234" y="422"/>
                      </a:lnTo>
                      <a:lnTo>
                        <a:pt x="234" y="422"/>
                      </a:lnTo>
                      <a:lnTo>
                        <a:pt x="232" y="424"/>
                      </a:lnTo>
                      <a:lnTo>
                        <a:pt x="232" y="424"/>
                      </a:lnTo>
                      <a:lnTo>
                        <a:pt x="232" y="426"/>
                      </a:lnTo>
                      <a:lnTo>
                        <a:pt x="232" y="426"/>
                      </a:lnTo>
                      <a:lnTo>
                        <a:pt x="236" y="426"/>
                      </a:lnTo>
                      <a:lnTo>
                        <a:pt x="236" y="430"/>
                      </a:lnTo>
                      <a:lnTo>
                        <a:pt x="236" y="430"/>
                      </a:lnTo>
                      <a:lnTo>
                        <a:pt x="238" y="430"/>
                      </a:lnTo>
                      <a:lnTo>
                        <a:pt x="238" y="430"/>
                      </a:lnTo>
                      <a:lnTo>
                        <a:pt x="240" y="430"/>
                      </a:lnTo>
                      <a:lnTo>
                        <a:pt x="240" y="428"/>
                      </a:lnTo>
                      <a:lnTo>
                        <a:pt x="240" y="426"/>
                      </a:lnTo>
                      <a:lnTo>
                        <a:pt x="240" y="426"/>
                      </a:lnTo>
                      <a:lnTo>
                        <a:pt x="242" y="428"/>
                      </a:lnTo>
                      <a:lnTo>
                        <a:pt x="242" y="428"/>
                      </a:lnTo>
                      <a:lnTo>
                        <a:pt x="242" y="428"/>
                      </a:lnTo>
                      <a:lnTo>
                        <a:pt x="248" y="426"/>
                      </a:lnTo>
                      <a:lnTo>
                        <a:pt x="248" y="426"/>
                      </a:lnTo>
                      <a:lnTo>
                        <a:pt x="252" y="420"/>
                      </a:lnTo>
                      <a:lnTo>
                        <a:pt x="252" y="420"/>
                      </a:lnTo>
                      <a:lnTo>
                        <a:pt x="254" y="420"/>
                      </a:lnTo>
                      <a:lnTo>
                        <a:pt x="254" y="420"/>
                      </a:lnTo>
                      <a:lnTo>
                        <a:pt x="252" y="426"/>
                      </a:lnTo>
                      <a:lnTo>
                        <a:pt x="252" y="426"/>
                      </a:lnTo>
                      <a:lnTo>
                        <a:pt x="254" y="426"/>
                      </a:lnTo>
                      <a:lnTo>
                        <a:pt x="254" y="428"/>
                      </a:lnTo>
                      <a:lnTo>
                        <a:pt x="254" y="428"/>
                      </a:lnTo>
                      <a:lnTo>
                        <a:pt x="252" y="428"/>
                      </a:lnTo>
                      <a:lnTo>
                        <a:pt x="252" y="428"/>
                      </a:lnTo>
                      <a:lnTo>
                        <a:pt x="256" y="428"/>
                      </a:lnTo>
                      <a:lnTo>
                        <a:pt x="256" y="428"/>
                      </a:lnTo>
                      <a:lnTo>
                        <a:pt x="258" y="428"/>
                      </a:lnTo>
                      <a:lnTo>
                        <a:pt x="258" y="428"/>
                      </a:lnTo>
                      <a:lnTo>
                        <a:pt x="256" y="432"/>
                      </a:lnTo>
                      <a:lnTo>
                        <a:pt x="256" y="432"/>
                      </a:lnTo>
                      <a:lnTo>
                        <a:pt x="258" y="432"/>
                      </a:lnTo>
                      <a:lnTo>
                        <a:pt x="258" y="432"/>
                      </a:lnTo>
                      <a:lnTo>
                        <a:pt x="260" y="432"/>
                      </a:lnTo>
                      <a:lnTo>
                        <a:pt x="260" y="432"/>
                      </a:lnTo>
                      <a:lnTo>
                        <a:pt x="262" y="428"/>
                      </a:lnTo>
                      <a:lnTo>
                        <a:pt x="262" y="428"/>
                      </a:lnTo>
                      <a:lnTo>
                        <a:pt x="262" y="428"/>
                      </a:lnTo>
                      <a:lnTo>
                        <a:pt x="264" y="430"/>
                      </a:lnTo>
                      <a:lnTo>
                        <a:pt x="264" y="430"/>
                      </a:lnTo>
                      <a:lnTo>
                        <a:pt x="264" y="430"/>
                      </a:lnTo>
                      <a:lnTo>
                        <a:pt x="266" y="428"/>
                      </a:lnTo>
                      <a:lnTo>
                        <a:pt x="266" y="428"/>
                      </a:lnTo>
                      <a:lnTo>
                        <a:pt x="266" y="432"/>
                      </a:lnTo>
                      <a:lnTo>
                        <a:pt x="266" y="432"/>
                      </a:lnTo>
                      <a:lnTo>
                        <a:pt x="264" y="434"/>
                      </a:lnTo>
                      <a:lnTo>
                        <a:pt x="264" y="434"/>
                      </a:lnTo>
                      <a:lnTo>
                        <a:pt x="264" y="436"/>
                      </a:lnTo>
                      <a:lnTo>
                        <a:pt x="264" y="436"/>
                      </a:lnTo>
                      <a:lnTo>
                        <a:pt x="268" y="432"/>
                      </a:lnTo>
                      <a:lnTo>
                        <a:pt x="268" y="432"/>
                      </a:lnTo>
                      <a:lnTo>
                        <a:pt x="268" y="436"/>
                      </a:lnTo>
                      <a:lnTo>
                        <a:pt x="268" y="438"/>
                      </a:lnTo>
                      <a:lnTo>
                        <a:pt x="268" y="438"/>
                      </a:lnTo>
                      <a:lnTo>
                        <a:pt x="268" y="438"/>
                      </a:lnTo>
                      <a:lnTo>
                        <a:pt x="270" y="438"/>
                      </a:lnTo>
                      <a:lnTo>
                        <a:pt x="270" y="438"/>
                      </a:lnTo>
                      <a:lnTo>
                        <a:pt x="272" y="434"/>
                      </a:lnTo>
                      <a:lnTo>
                        <a:pt x="272" y="434"/>
                      </a:lnTo>
                      <a:lnTo>
                        <a:pt x="272" y="434"/>
                      </a:lnTo>
                      <a:lnTo>
                        <a:pt x="274" y="436"/>
                      </a:lnTo>
                      <a:lnTo>
                        <a:pt x="274" y="436"/>
                      </a:lnTo>
                      <a:lnTo>
                        <a:pt x="272" y="436"/>
                      </a:lnTo>
                      <a:lnTo>
                        <a:pt x="272" y="436"/>
                      </a:lnTo>
                      <a:lnTo>
                        <a:pt x="272" y="440"/>
                      </a:lnTo>
                      <a:lnTo>
                        <a:pt x="272" y="440"/>
                      </a:lnTo>
                      <a:lnTo>
                        <a:pt x="278" y="442"/>
                      </a:lnTo>
                      <a:lnTo>
                        <a:pt x="278" y="442"/>
                      </a:lnTo>
                      <a:lnTo>
                        <a:pt x="280" y="440"/>
                      </a:lnTo>
                      <a:lnTo>
                        <a:pt x="280" y="440"/>
                      </a:lnTo>
                      <a:lnTo>
                        <a:pt x="282" y="440"/>
                      </a:lnTo>
                      <a:lnTo>
                        <a:pt x="282" y="440"/>
                      </a:lnTo>
                      <a:lnTo>
                        <a:pt x="280" y="440"/>
                      </a:lnTo>
                      <a:lnTo>
                        <a:pt x="280" y="440"/>
                      </a:lnTo>
                      <a:lnTo>
                        <a:pt x="284" y="438"/>
                      </a:lnTo>
                      <a:lnTo>
                        <a:pt x="284" y="438"/>
                      </a:lnTo>
                      <a:lnTo>
                        <a:pt x="282" y="436"/>
                      </a:lnTo>
                      <a:lnTo>
                        <a:pt x="282" y="436"/>
                      </a:lnTo>
                      <a:lnTo>
                        <a:pt x="280" y="436"/>
                      </a:lnTo>
                      <a:lnTo>
                        <a:pt x="280" y="434"/>
                      </a:lnTo>
                      <a:lnTo>
                        <a:pt x="280" y="434"/>
                      </a:lnTo>
                      <a:lnTo>
                        <a:pt x="280" y="434"/>
                      </a:lnTo>
                      <a:lnTo>
                        <a:pt x="282" y="432"/>
                      </a:lnTo>
                      <a:lnTo>
                        <a:pt x="280" y="430"/>
                      </a:lnTo>
                      <a:lnTo>
                        <a:pt x="280" y="430"/>
                      </a:lnTo>
                      <a:lnTo>
                        <a:pt x="280" y="430"/>
                      </a:lnTo>
                      <a:lnTo>
                        <a:pt x="276" y="430"/>
                      </a:lnTo>
                      <a:lnTo>
                        <a:pt x="276" y="428"/>
                      </a:lnTo>
                      <a:lnTo>
                        <a:pt x="276" y="428"/>
                      </a:lnTo>
                      <a:lnTo>
                        <a:pt x="280" y="428"/>
                      </a:lnTo>
                      <a:lnTo>
                        <a:pt x="280" y="428"/>
                      </a:lnTo>
                      <a:lnTo>
                        <a:pt x="282" y="426"/>
                      </a:lnTo>
                      <a:lnTo>
                        <a:pt x="280" y="426"/>
                      </a:lnTo>
                      <a:lnTo>
                        <a:pt x="282" y="426"/>
                      </a:lnTo>
                      <a:lnTo>
                        <a:pt x="282" y="426"/>
                      </a:lnTo>
                      <a:lnTo>
                        <a:pt x="282" y="422"/>
                      </a:lnTo>
                      <a:lnTo>
                        <a:pt x="282" y="420"/>
                      </a:lnTo>
                      <a:lnTo>
                        <a:pt x="286" y="418"/>
                      </a:lnTo>
                      <a:lnTo>
                        <a:pt x="286" y="418"/>
                      </a:lnTo>
                      <a:lnTo>
                        <a:pt x="286" y="416"/>
                      </a:lnTo>
                      <a:lnTo>
                        <a:pt x="284" y="414"/>
                      </a:lnTo>
                      <a:lnTo>
                        <a:pt x="284" y="414"/>
                      </a:lnTo>
                      <a:lnTo>
                        <a:pt x="288" y="412"/>
                      </a:lnTo>
                      <a:lnTo>
                        <a:pt x="288" y="412"/>
                      </a:lnTo>
                      <a:lnTo>
                        <a:pt x="290" y="408"/>
                      </a:lnTo>
                      <a:lnTo>
                        <a:pt x="290" y="408"/>
                      </a:lnTo>
                      <a:lnTo>
                        <a:pt x="288" y="406"/>
                      </a:lnTo>
                      <a:lnTo>
                        <a:pt x="288" y="406"/>
                      </a:lnTo>
                      <a:lnTo>
                        <a:pt x="288" y="406"/>
                      </a:lnTo>
                      <a:lnTo>
                        <a:pt x="288" y="400"/>
                      </a:lnTo>
                      <a:lnTo>
                        <a:pt x="288" y="400"/>
                      </a:lnTo>
                      <a:lnTo>
                        <a:pt x="290" y="400"/>
                      </a:lnTo>
                      <a:lnTo>
                        <a:pt x="290" y="400"/>
                      </a:lnTo>
                      <a:lnTo>
                        <a:pt x="290" y="402"/>
                      </a:lnTo>
                      <a:lnTo>
                        <a:pt x="292" y="402"/>
                      </a:lnTo>
                      <a:lnTo>
                        <a:pt x="292" y="402"/>
                      </a:lnTo>
                      <a:lnTo>
                        <a:pt x="292" y="400"/>
                      </a:lnTo>
                      <a:lnTo>
                        <a:pt x="292" y="398"/>
                      </a:lnTo>
                      <a:lnTo>
                        <a:pt x="292" y="398"/>
                      </a:lnTo>
                      <a:lnTo>
                        <a:pt x="292" y="396"/>
                      </a:lnTo>
                      <a:lnTo>
                        <a:pt x="292" y="396"/>
                      </a:lnTo>
                      <a:lnTo>
                        <a:pt x="290" y="396"/>
                      </a:lnTo>
                      <a:lnTo>
                        <a:pt x="290" y="396"/>
                      </a:lnTo>
                      <a:lnTo>
                        <a:pt x="290" y="394"/>
                      </a:lnTo>
                      <a:lnTo>
                        <a:pt x="290" y="394"/>
                      </a:lnTo>
                      <a:lnTo>
                        <a:pt x="292" y="394"/>
                      </a:lnTo>
                      <a:lnTo>
                        <a:pt x="292" y="392"/>
                      </a:lnTo>
                      <a:lnTo>
                        <a:pt x="292" y="392"/>
                      </a:lnTo>
                      <a:lnTo>
                        <a:pt x="298" y="394"/>
                      </a:lnTo>
                      <a:lnTo>
                        <a:pt x="298" y="394"/>
                      </a:lnTo>
                      <a:lnTo>
                        <a:pt x="296" y="390"/>
                      </a:lnTo>
                      <a:lnTo>
                        <a:pt x="298" y="390"/>
                      </a:lnTo>
                      <a:lnTo>
                        <a:pt x="298" y="390"/>
                      </a:lnTo>
                      <a:lnTo>
                        <a:pt x="298" y="386"/>
                      </a:lnTo>
                      <a:lnTo>
                        <a:pt x="296" y="382"/>
                      </a:lnTo>
                      <a:lnTo>
                        <a:pt x="296" y="382"/>
                      </a:lnTo>
                      <a:lnTo>
                        <a:pt x="298" y="382"/>
                      </a:lnTo>
                      <a:lnTo>
                        <a:pt x="298" y="382"/>
                      </a:lnTo>
                      <a:lnTo>
                        <a:pt x="300" y="386"/>
                      </a:lnTo>
                      <a:lnTo>
                        <a:pt x="300" y="386"/>
                      </a:lnTo>
                      <a:lnTo>
                        <a:pt x="302" y="386"/>
                      </a:lnTo>
                      <a:lnTo>
                        <a:pt x="302" y="384"/>
                      </a:lnTo>
                      <a:lnTo>
                        <a:pt x="302" y="382"/>
                      </a:lnTo>
                      <a:lnTo>
                        <a:pt x="302" y="382"/>
                      </a:lnTo>
                      <a:lnTo>
                        <a:pt x="302" y="378"/>
                      </a:lnTo>
                      <a:lnTo>
                        <a:pt x="304" y="374"/>
                      </a:lnTo>
                      <a:lnTo>
                        <a:pt x="304" y="374"/>
                      </a:lnTo>
                      <a:lnTo>
                        <a:pt x="296" y="372"/>
                      </a:lnTo>
                      <a:lnTo>
                        <a:pt x="296" y="370"/>
                      </a:lnTo>
                      <a:lnTo>
                        <a:pt x="296" y="370"/>
                      </a:lnTo>
                      <a:lnTo>
                        <a:pt x="300" y="372"/>
                      </a:lnTo>
                      <a:lnTo>
                        <a:pt x="300" y="372"/>
                      </a:lnTo>
                      <a:lnTo>
                        <a:pt x="306" y="372"/>
                      </a:lnTo>
                      <a:lnTo>
                        <a:pt x="306" y="372"/>
                      </a:lnTo>
                      <a:lnTo>
                        <a:pt x="306" y="364"/>
                      </a:lnTo>
                      <a:lnTo>
                        <a:pt x="304" y="360"/>
                      </a:lnTo>
                      <a:lnTo>
                        <a:pt x="302" y="358"/>
                      </a:lnTo>
                      <a:lnTo>
                        <a:pt x="302" y="356"/>
                      </a:lnTo>
                      <a:lnTo>
                        <a:pt x="302" y="356"/>
                      </a:lnTo>
                      <a:lnTo>
                        <a:pt x="304" y="356"/>
                      </a:lnTo>
                      <a:lnTo>
                        <a:pt x="304" y="356"/>
                      </a:lnTo>
                      <a:lnTo>
                        <a:pt x="304" y="356"/>
                      </a:lnTo>
                      <a:lnTo>
                        <a:pt x="306" y="356"/>
                      </a:lnTo>
                      <a:lnTo>
                        <a:pt x="306" y="356"/>
                      </a:lnTo>
                      <a:lnTo>
                        <a:pt x="308" y="356"/>
                      </a:lnTo>
                      <a:lnTo>
                        <a:pt x="308" y="356"/>
                      </a:lnTo>
                      <a:lnTo>
                        <a:pt x="310" y="354"/>
                      </a:lnTo>
                      <a:lnTo>
                        <a:pt x="310" y="354"/>
                      </a:lnTo>
                      <a:lnTo>
                        <a:pt x="310" y="350"/>
                      </a:lnTo>
                      <a:lnTo>
                        <a:pt x="310" y="350"/>
                      </a:lnTo>
                      <a:lnTo>
                        <a:pt x="310" y="350"/>
                      </a:lnTo>
                      <a:lnTo>
                        <a:pt x="314" y="350"/>
                      </a:lnTo>
                      <a:lnTo>
                        <a:pt x="316" y="350"/>
                      </a:lnTo>
                      <a:lnTo>
                        <a:pt x="316" y="350"/>
                      </a:lnTo>
                      <a:lnTo>
                        <a:pt x="318" y="350"/>
                      </a:lnTo>
                      <a:lnTo>
                        <a:pt x="318" y="350"/>
                      </a:lnTo>
                      <a:lnTo>
                        <a:pt x="316" y="350"/>
                      </a:lnTo>
                      <a:lnTo>
                        <a:pt x="318" y="348"/>
                      </a:lnTo>
                      <a:lnTo>
                        <a:pt x="318" y="348"/>
                      </a:lnTo>
                      <a:lnTo>
                        <a:pt x="322" y="348"/>
                      </a:lnTo>
                      <a:lnTo>
                        <a:pt x="326" y="350"/>
                      </a:lnTo>
                      <a:lnTo>
                        <a:pt x="326" y="350"/>
                      </a:lnTo>
                      <a:lnTo>
                        <a:pt x="328" y="348"/>
                      </a:lnTo>
                      <a:lnTo>
                        <a:pt x="330" y="346"/>
                      </a:lnTo>
                      <a:lnTo>
                        <a:pt x="330" y="346"/>
                      </a:lnTo>
                      <a:lnTo>
                        <a:pt x="334" y="344"/>
                      </a:lnTo>
                      <a:lnTo>
                        <a:pt x="334" y="344"/>
                      </a:lnTo>
                      <a:lnTo>
                        <a:pt x="336" y="350"/>
                      </a:lnTo>
                      <a:lnTo>
                        <a:pt x="336" y="352"/>
                      </a:lnTo>
                      <a:lnTo>
                        <a:pt x="336" y="352"/>
                      </a:lnTo>
                      <a:lnTo>
                        <a:pt x="338" y="352"/>
                      </a:lnTo>
                      <a:lnTo>
                        <a:pt x="336" y="350"/>
                      </a:lnTo>
                      <a:lnTo>
                        <a:pt x="336" y="350"/>
                      </a:lnTo>
                      <a:lnTo>
                        <a:pt x="338" y="350"/>
                      </a:lnTo>
                      <a:lnTo>
                        <a:pt x="338" y="350"/>
                      </a:lnTo>
                      <a:lnTo>
                        <a:pt x="338" y="350"/>
                      </a:lnTo>
                      <a:lnTo>
                        <a:pt x="340" y="348"/>
                      </a:lnTo>
                      <a:lnTo>
                        <a:pt x="340" y="348"/>
                      </a:lnTo>
                      <a:lnTo>
                        <a:pt x="342" y="344"/>
                      </a:lnTo>
                      <a:lnTo>
                        <a:pt x="342" y="344"/>
                      </a:lnTo>
                      <a:lnTo>
                        <a:pt x="346" y="344"/>
                      </a:lnTo>
                      <a:lnTo>
                        <a:pt x="346" y="344"/>
                      </a:lnTo>
                      <a:lnTo>
                        <a:pt x="346" y="344"/>
                      </a:lnTo>
                      <a:lnTo>
                        <a:pt x="348" y="346"/>
                      </a:lnTo>
                      <a:lnTo>
                        <a:pt x="348" y="346"/>
                      </a:lnTo>
                      <a:lnTo>
                        <a:pt x="348" y="346"/>
                      </a:lnTo>
                      <a:lnTo>
                        <a:pt x="348" y="346"/>
                      </a:lnTo>
                      <a:lnTo>
                        <a:pt x="350" y="344"/>
                      </a:lnTo>
                      <a:lnTo>
                        <a:pt x="350" y="344"/>
                      </a:lnTo>
                      <a:lnTo>
                        <a:pt x="350" y="340"/>
                      </a:lnTo>
                      <a:lnTo>
                        <a:pt x="350" y="340"/>
                      </a:lnTo>
                      <a:lnTo>
                        <a:pt x="354" y="338"/>
                      </a:lnTo>
                      <a:lnTo>
                        <a:pt x="354" y="338"/>
                      </a:lnTo>
                      <a:lnTo>
                        <a:pt x="356" y="336"/>
                      </a:lnTo>
                      <a:lnTo>
                        <a:pt x="356" y="332"/>
                      </a:lnTo>
                      <a:lnTo>
                        <a:pt x="356" y="332"/>
                      </a:lnTo>
                      <a:lnTo>
                        <a:pt x="360" y="332"/>
                      </a:lnTo>
                      <a:lnTo>
                        <a:pt x="360" y="332"/>
                      </a:lnTo>
                      <a:lnTo>
                        <a:pt x="364" y="328"/>
                      </a:lnTo>
                      <a:lnTo>
                        <a:pt x="364" y="328"/>
                      </a:lnTo>
                      <a:lnTo>
                        <a:pt x="370" y="326"/>
                      </a:lnTo>
                      <a:lnTo>
                        <a:pt x="370" y="326"/>
                      </a:lnTo>
                      <a:lnTo>
                        <a:pt x="374" y="322"/>
                      </a:lnTo>
                      <a:lnTo>
                        <a:pt x="374" y="318"/>
                      </a:lnTo>
                      <a:lnTo>
                        <a:pt x="378" y="316"/>
                      </a:lnTo>
                      <a:lnTo>
                        <a:pt x="378" y="316"/>
                      </a:lnTo>
                      <a:lnTo>
                        <a:pt x="378" y="316"/>
                      </a:lnTo>
                      <a:lnTo>
                        <a:pt x="380" y="318"/>
                      </a:lnTo>
                      <a:lnTo>
                        <a:pt x="382" y="316"/>
                      </a:lnTo>
                      <a:lnTo>
                        <a:pt x="382" y="314"/>
                      </a:lnTo>
                      <a:lnTo>
                        <a:pt x="382" y="314"/>
                      </a:lnTo>
                      <a:lnTo>
                        <a:pt x="382" y="310"/>
                      </a:lnTo>
                      <a:lnTo>
                        <a:pt x="382" y="310"/>
                      </a:lnTo>
                      <a:lnTo>
                        <a:pt x="380" y="308"/>
                      </a:lnTo>
                      <a:lnTo>
                        <a:pt x="380" y="308"/>
                      </a:lnTo>
                      <a:lnTo>
                        <a:pt x="378" y="304"/>
                      </a:lnTo>
                      <a:lnTo>
                        <a:pt x="378" y="298"/>
                      </a:lnTo>
                      <a:lnTo>
                        <a:pt x="378" y="298"/>
                      </a:lnTo>
                      <a:lnTo>
                        <a:pt x="380" y="304"/>
                      </a:lnTo>
                      <a:lnTo>
                        <a:pt x="384" y="306"/>
                      </a:lnTo>
                      <a:lnTo>
                        <a:pt x="390" y="308"/>
                      </a:lnTo>
                      <a:lnTo>
                        <a:pt x="396" y="308"/>
                      </a:lnTo>
                      <a:lnTo>
                        <a:pt x="396" y="306"/>
                      </a:lnTo>
                      <a:lnTo>
                        <a:pt x="396" y="306"/>
                      </a:lnTo>
                      <a:lnTo>
                        <a:pt x="400" y="306"/>
                      </a:lnTo>
                      <a:lnTo>
                        <a:pt x="400" y="306"/>
                      </a:lnTo>
                      <a:lnTo>
                        <a:pt x="400" y="304"/>
                      </a:lnTo>
                      <a:lnTo>
                        <a:pt x="400" y="302"/>
                      </a:lnTo>
                      <a:lnTo>
                        <a:pt x="400" y="302"/>
                      </a:lnTo>
                      <a:lnTo>
                        <a:pt x="402" y="302"/>
                      </a:lnTo>
                      <a:lnTo>
                        <a:pt x="402" y="302"/>
                      </a:lnTo>
                      <a:lnTo>
                        <a:pt x="402" y="306"/>
                      </a:lnTo>
                      <a:lnTo>
                        <a:pt x="402" y="306"/>
                      </a:lnTo>
                      <a:lnTo>
                        <a:pt x="406" y="304"/>
                      </a:lnTo>
                      <a:lnTo>
                        <a:pt x="406" y="304"/>
                      </a:lnTo>
                      <a:lnTo>
                        <a:pt x="408" y="304"/>
                      </a:lnTo>
                      <a:lnTo>
                        <a:pt x="408" y="304"/>
                      </a:lnTo>
                      <a:lnTo>
                        <a:pt x="410" y="302"/>
                      </a:lnTo>
                      <a:lnTo>
                        <a:pt x="410" y="302"/>
                      </a:lnTo>
                      <a:lnTo>
                        <a:pt x="412" y="302"/>
                      </a:lnTo>
                      <a:lnTo>
                        <a:pt x="412" y="302"/>
                      </a:lnTo>
                      <a:lnTo>
                        <a:pt x="412" y="304"/>
                      </a:lnTo>
                      <a:lnTo>
                        <a:pt x="412" y="304"/>
                      </a:lnTo>
                      <a:lnTo>
                        <a:pt x="416" y="302"/>
                      </a:lnTo>
                      <a:lnTo>
                        <a:pt x="420" y="302"/>
                      </a:lnTo>
                      <a:lnTo>
                        <a:pt x="420" y="300"/>
                      </a:lnTo>
                      <a:lnTo>
                        <a:pt x="420" y="300"/>
                      </a:lnTo>
                      <a:lnTo>
                        <a:pt x="422" y="300"/>
                      </a:lnTo>
                      <a:lnTo>
                        <a:pt x="424" y="302"/>
                      </a:lnTo>
                      <a:lnTo>
                        <a:pt x="424" y="302"/>
                      </a:lnTo>
                      <a:lnTo>
                        <a:pt x="428" y="298"/>
                      </a:lnTo>
                      <a:lnTo>
                        <a:pt x="428" y="298"/>
                      </a:lnTo>
                      <a:lnTo>
                        <a:pt x="430" y="298"/>
                      </a:lnTo>
                      <a:lnTo>
                        <a:pt x="430" y="298"/>
                      </a:lnTo>
                      <a:lnTo>
                        <a:pt x="438" y="296"/>
                      </a:lnTo>
                      <a:lnTo>
                        <a:pt x="438" y="290"/>
                      </a:lnTo>
                      <a:lnTo>
                        <a:pt x="438" y="290"/>
                      </a:lnTo>
                      <a:lnTo>
                        <a:pt x="440" y="290"/>
                      </a:lnTo>
                      <a:lnTo>
                        <a:pt x="442" y="292"/>
                      </a:lnTo>
                      <a:lnTo>
                        <a:pt x="442" y="292"/>
                      </a:lnTo>
                      <a:lnTo>
                        <a:pt x="444" y="292"/>
                      </a:lnTo>
                      <a:lnTo>
                        <a:pt x="444" y="292"/>
                      </a:lnTo>
                      <a:lnTo>
                        <a:pt x="448" y="286"/>
                      </a:lnTo>
                      <a:lnTo>
                        <a:pt x="448" y="286"/>
                      </a:lnTo>
                      <a:lnTo>
                        <a:pt x="452" y="286"/>
                      </a:lnTo>
                      <a:lnTo>
                        <a:pt x="452" y="286"/>
                      </a:lnTo>
                      <a:lnTo>
                        <a:pt x="452" y="288"/>
                      </a:lnTo>
                      <a:lnTo>
                        <a:pt x="452" y="288"/>
                      </a:lnTo>
                      <a:lnTo>
                        <a:pt x="454" y="286"/>
                      </a:lnTo>
                      <a:lnTo>
                        <a:pt x="454" y="286"/>
                      </a:lnTo>
                      <a:lnTo>
                        <a:pt x="456" y="286"/>
                      </a:lnTo>
                      <a:lnTo>
                        <a:pt x="456" y="286"/>
                      </a:lnTo>
                      <a:lnTo>
                        <a:pt x="458" y="284"/>
                      </a:lnTo>
                      <a:lnTo>
                        <a:pt x="458" y="284"/>
                      </a:lnTo>
                      <a:lnTo>
                        <a:pt x="460" y="284"/>
                      </a:lnTo>
                      <a:lnTo>
                        <a:pt x="462" y="284"/>
                      </a:lnTo>
                      <a:lnTo>
                        <a:pt x="462" y="284"/>
                      </a:lnTo>
                      <a:lnTo>
                        <a:pt x="466" y="282"/>
                      </a:lnTo>
                      <a:lnTo>
                        <a:pt x="466" y="282"/>
                      </a:lnTo>
                      <a:lnTo>
                        <a:pt x="470" y="282"/>
                      </a:lnTo>
                      <a:lnTo>
                        <a:pt x="470" y="282"/>
                      </a:lnTo>
                      <a:lnTo>
                        <a:pt x="470" y="278"/>
                      </a:lnTo>
                      <a:lnTo>
                        <a:pt x="474" y="278"/>
                      </a:lnTo>
                      <a:lnTo>
                        <a:pt x="474" y="278"/>
                      </a:lnTo>
                      <a:lnTo>
                        <a:pt x="474" y="274"/>
                      </a:lnTo>
                      <a:lnTo>
                        <a:pt x="474" y="274"/>
                      </a:lnTo>
                      <a:lnTo>
                        <a:pt x="476" y="270"/>
                      </a:lnTo>
                      <a:lnTo>
                        <a:pt x="476" y="270"/>
                      </a:lnTo>
                      <a:lnTo>
                        <a:pt x="480" y="270"/>
                      </a:lnTo>
                      <a:lnTo>
                        <a:pt x="480" y="270"/>
                      </a:lnTo>
                      <a:lnTo>
                        <a:pt x="482" y="268"/>
                      </a:lnTo>
                      <a:lnTo>
                        <a:pt x="482" y="268"/>
                      </a:lnTo>
                      <a:lnTo>
                        <a:pt x="482" y="268"/>
                      </a:lnTo>
                      <a:lnTo>
                        <a:pt x="474" y="268"/>
                      </a:lnTo>
                      <a:lnTo>
                        <a:pt x="466" y="266"/>
                      </a:lnTo>
                      <a:lnTo>
                        <a:pt x="466" y="266"/>
                      </a:lnTo>
                      <a:lnTo>
                        <a:pt x="462" y="264"/>
                      </a:lnTo>
                      <a:lnTo>
                        <a:pt x="462" y="264"/>
                      </a:lnTo>
                      <a:lnTo>
                        <a:pt x="460" y="264"/>
                      </a:lnTo>
                      <a:lnTo>
                        <a:pt x="458" y="264"/>
                      </a:lnTo>
                      <a:lnTo>
                        <a:pt x="458" y="262"/>
                      </a:lnTo>
                      <a:lnTo>
                        <a:pt x="458" y="262"/>
                      </a:lnTo>
                      <a:lnTo>
                        <a:pt x="454" y="264"/>
                      </a:lnTo>
                      <a:lnTo>
                        <a:pt x="450" y="266"/>
                      </a:lnTo>
                      <a:lnTo>
                        <a:pt x="450" y="266"/>
                      </a:lnTo>
                      <a:lnTo>
                        <a:pt x="438" y="266"/>
                      </a:lnTo>
                      <a:lnTo>
                        <a:pt x="438" y="266"/>
                      </a:lnTo>
                      <a:lnTo>
                        <a:pt x="440" y="264"/>
                      </a:lnTo>
                      <a:lnTo>
                        <a:pt x="442" y="262"/>
                      </a:lnTo>
                      <a:lnTo>
                        <a:pt x="436" y="260"/>
                      </a:lnTo>
                      <a:lnTo>
                        <a:pt x="422" y="262"/>
                      </a:lnTo>
                      <a:lnTo>
                        <a:pt x="422" y="262"/>
                      </a:lnTo>
                      <a:lnTo>
                        <a:pt x="420" y="258"/>
                      </a:lnTo>
                      <a:lnTo>
                        <a:pt x="420" y="258"/>
                      </a:lnTo>
                      <a:lnTo>
                        <a:pt x="420" y="258"/>
                      </a:lnTo>
                      <a:lnTo>
                        <a:pt x="420" y="256"/>
                      </a:lnTo>
                      <a:lnTo>
                        <a:pt x="420" y="256"/>
                      </a:lnTo>
                      <a:lnTo>
                        <a:pt x="422" y="256"/>
                      </a:lnTo>
                      <a:lnTo>
                        <a:pt x="422" y="256"/>
                      </a:lnTo>
                      <a:lnTo>
                        <a:pt x="422" y="256"/>
                      </a:lnTo>
                      <a:lnTo>
                        <a:pt x="422" y="262"/>
                      </a:lnTo>
                      <a:lnTo>
                        <a:pt x="422" y="262"/>
                      </a:lnTo>
                      <a:lnTo>
                        <a:pt x="432" y="260"/>
                      </a:lnTo>
                      <a:lnTo>
                        <a:pt x="442" y="258"/>
                      </a:lnTo>
                      <a:lnTo>
                        <a:pt x="442" y="258"/>
                      </a:lnTo>
                      <a:lnTo>
                        <a:pt x="444" y="260"/>
                      </a:lnTo>
                      <a:lnTo>
                        <a:pt x="448" y="260"/>
                      </a:lnTo>
                      <a:lnTo>
                        <a:pt x="448" y="260"/>
                      </a:lnTo>
                      <a:lnTo>
                        <a:pt x="450" y="258"/>
                      </a:lnTo>
                      <a:lnTo>
                        <a:pt x="450" y="258"/>
                      </a:lnTo>
                      <a:lnTo>
                        <a:pt x="448" y="254"/>
                      </a:lnTo>
                      <a:lnTo>
                        <a:pt x="448" y="254"/>
                      </a:lnTo>
                      <a:lnTo>
                        <a:pt x="440" y="254"/>
                      </a:lnTo>
                      <a:lnTo>
                        <a:pt x="430" y="254"/>
                      </a:lnTo>
                      <a:lnTo>
                        <a:pt x="430" y="254"/>
                      </a:lnTo>
                      <a:lnTo>
                        <a:pt x="426" y="256"/>
                      </a:lnTo>
                      <a:lnTo>
                        <a:pt x="422" y="256"/>
                      </a:lnTo>
                      <a:lnTo>
                        <a:pt x="424" y="254"/>
                      </a:lnTo>
                      <a:lnTo>
                        <a:pt x="424" y="254"/>
                      </a:lnTo>
                      <a:lnTo>
                        <a:pt x="426" y="252"/>
                      </a:lnTo>
                      <a:lnTo>
                        <a:pt x="426" y="250"/>
                      </a:lnTo>
                      <a:lnTo>
                        <a:pt x="426" y="250"/>
                      </a:lnTo>
                      <a:lnTo>
                        <a:pt x="428" y="252"/>
                      </a:lnTo>
                      <a:lnTo>
                        <a:pt x="428" y="252"/>
                      </a:lnTo>
                      <a:lnTo>
                        <a:pt x="428" y="252"/>
                      </a:lnTo>
                      <a:lnTo>
                        <a:pt x="442" y="254"/>
                      </a:lnTo>
                      <a:lnTo>
                        <a:pt x="442" y="254"/>
                      </a:lnTo>
                      <a:lnTo>
                        <a:pt x="444" y="250"/>
                      </a:lnTo>
                      <a:lnTo>
                        <a:pt x="444" y="250"/>
                      </a:lnTo>
                      <a:lnTo>
                        <a:pt x="450" y="250"/>
                      </a:lnTo>
                      <a:lnTo>
                        <a:pt x="450" y="250"/>
                      </a:lnTo>
                      <a:lnTo>
                        <a:pt x="450" y="250"/>
                      </a:lnTo>
                      <a:lnTo>
                        <a:pt x="450" y="248"/>
                      </a:lnTo>
                      <a:lnTo>
                        <a:pt x="450" y="246"/>
                      </a:lnTo>
                      <a:lnTo>
                        <a:pt x="450" y="246"/>
                      </a:lnTo>
                      <a:lnTo>
                        <a:pt x="442" y="244"/>
                      </a:lnTo>
                      <a:lnTo>
                        <a:pt x="442" y="242"/>
                      </a:lnTo>
                      <a:lnTo>
                        <a:pt x="442" y="242"/>
                      </a:lnTo>
                      <a:lnTo>
                        <a:pt x="432" y="244"/>
                      </a:lnTo>
                      <a:lnTo>
                        <a:pt x="422" y="244"/>
                      </a:lnTo>
                      <a:lnTo>
                        <a:pt x="420" y="244"/>
                      </a:lnTo>
                      <a:lnTo>
                        <a:pt x="420" y="244"/>
                      </a:lnTo>
                      <a:lnTo>
                        <a:pt x="426" y="242"/>
                      </a:lnTo>
                      <a:lnTo>
                        <a:pt x="426" y="242"/>
                      </a:lnTo>
                      <a:lnTo>
                        <a:pt x="426" y="242"/>
                      </a:lnTo>
                      <a:lnTo>
                        <a:pt x="426" y="240"/>
                      </a:lnTo>
                      <a:lnTo>
                        <a:pt x="422" y="238"/>
                      </a:lnTo>
                      <a:lnTo>
                        <a:pt x="422" y="238"/>
                      </a:lnTo>
                      <a:lnTo>
                        <a:pt x="424" y="238"/>
                      </a:lnTo>
                      <a:lnTo>
                        <a:pt x="424" y="236"/>
                      </a:lnTo>
                      <a:lnTo>
                        <a:pt x="424" y="236"/>
                      </a:lnTo>
                      <a:lnTo>
                        <a:pt x="428" y="240"/>
                      </a:lnTo>
                      <a:lnTo>
                        <a:pt x="428" y="240"/>
                      </a:lnTo>
                      <a:lnTo>
                        <a:pt x="434" y="240"/>
                      </a:lnTo>
                      <a:lnTo>
                        <a:pt x="442" y="240"/>
                      </a:lnTo>
                      <a:lnTo>
                        <a:pt x="442" y="242"/>
                      </a:lnTo>
                      <a:lnTo>
                        <a:pt x="442" y="242"/>
                      </a:lnTo>
                      <a:lnTo>
                        <a:pt x="446" y="242"/>
                      </a:lnTo>
                      <a:lnTo>
                        <a:pt x="446" y="242"/>
                      </a:lnTo>
                      <a:lnTo>
                        <a:pt x="450" y="244"/>
                      </a:lnTo>
                      <a:lnTo>
                        <a:pt x="450" y="244"/>
                      </a:lnTo>
                      <a:lnTo>
                        <a:pt x="454" y="246"/>
                      </a:lnTo>
                      <a:lnTo>
                        <a:pt x="458" y="246"/>
                      </a:lnTo>
                      <a:lnTo>
                        <a:pt x="458" y="246"/>
                      </a:lnTo>
                      <a:lnTo>
                        <a:pt x="458" y="250"/>
                      </a:lnTo>
                      <a:lnTo>
                        <a:pt x="458" y="250"/>
                      </a:lnTo>
                      <a:lnTo>
                        <a:pt x="462" y="256"/>
                      </a:lnTo>
                      <a:lnTo>
                        <a:pt x="468" y="262"/>
                      </a:lnTo>
                      <a:lnTo>
                        <a:pt x="468" y="262"/>
                      </a:lnTo>
                      <a:lnTo>
                        <a:pt x="474" y="264"/>
                      </a:lnTo>
                      <a:lnTo>
                        <a:pt x="474" y="264"/>
                      </a:lnTo>
                      <a:lnTo>
                        <a:pt x="474" y="264"/>
                      </a:lnTo>
                      <a:lnTo>
                        <a:pt x="476" y="264"/>
                      </a:lnTo>
                      <a:lnTo>
                        <a:pt x="476" y="262"/>
                      </a:lnTo>
                      <a:lnTo>
                        <a:pt x="476" y="262"/>
                      </a:lnTo>
                      <a:lnTo>
                        <a:pt x="480" y="264"/>
                      </a:lnTo>
                      <a:lnTo>
                        <a:pt x="484" y="266"/>
                      </a:lnTo>
                      <a:lnTo>
                        <a:pt x="486" y="266"/>
                      </a:lnTo>
                      <a:lnTo>
                        <a:pt x="486" y="266"/>
                      </a:lnTo>
                      <a:lnTo>
                        <a:pt x="488" y="264"/>
                      </a:lnTo>
                      <a:lnTo>
                        <a:pt x="488" y="262"/>
                      </a:lnTo>
                      <a:lnTo>
                        <a:pt x="484" y="260"/>
                      </a:lnTo>
                      <a:lnTo>
                        <a:pt x="484" y="260"/>
                      </a:lnTo>
                      <a:lnTo>
                        <a:pt x="486" y="258"/>
                      </a:lnTo>
                      <a:lnTo>
                        <a:pt x="486" y="258"/>
                      </a:lnTo>
                      <a:lnTo>
                        <a:pt x="486" y="258"/>
                      </a:lnTo>
                      <a:lnTo>
                        <a:pt x="486" y="258"/>
                      </a:lnTo>
                      <a:lnTo>
                        <a:pt x="486" y="258"/>
                      </a:lnTo>
                      <a:lnTo>
                        <a:pt x="486" y="256"/>
                      </a:lnTo>
                      <a:lnTo>
                        <a:pt x="486" y="252"/>
                      </a:lnTo>
                      <a:lnTo>
                        <a:pt x="484" y="248"/>
                      </a:lnTo>
                      <a:lnTo>
                        <a:pt x="482" y="248"/>
                      </a:lnTo>
                      <a:lnTo>
                        <a:pt x="482" y="248"/>
                      </a:lnTo>
                      <a:lnTo>
                        <a:pt x="482" y="244"/>
                      </a:lnTo>
                      <a:lnTo>
                        <a:pt x="482" y="244"/>
                      </a:lnTo>
                      <a:lnTo>
                        <a:pt x="480" y="244"/>
                      </a:lnTo>
                      <a:lnTo>
                        <a:pt x="480" y="244"/>
                      </a:lnTo>
                      <a:lnTo>
                        <a:pt x="480" y="246"/>
                      </a:lnTo>
                      <a:lnTo>
                        <a:pt x="478" y="246"/>
                      </a:lnTo>
                      <a:lnTo>
                        <a:pt x="478" y="246"/>
                      </a:lnTo>
                      <a:lnTo>
                        <a:pt x="478" y="242"/>
                      </a:lnTo>
                      <a:lnTo>
                        <a:pt x="478" y="242"/>
                      </a:lnTo>
                      <a:lnTo>
                        <a:pt x="480" y="242"/>
                      </a:lnTo>
                      <a:lnTo>
                        <a:pt x="480" y="242"/>
                      </a:lnTo>
                      <a:lnTo>
                        <a:pt x="480" y="242"/>
                      </a:lnTo>
                      <a:lnTo>
                        <a:pt x="476" y="242"/>
                      </a:lnTo>
                      <a:lnTo>
                        <a:pt x="476" y="242"/>
                      </a:lnTo>
                      <a:lnTo>
                        <a:pt x="476" y="240"/>
                      </a:lnTo>
                      <a:lnTo>
                        <a:pt x="476" y="238"/>
                      </a:lnTo>
                      <a:lnTo>
                        <a:pt x="476" y="238"/>
                      </a:lnTo>
                      <a:lnTo>
                        <a:pt x="472" y="236"/>
                      </a:lnTo>
                      <a:lnTo>
                        <a:pt x="472" y="236"/>
                      </a:lnTo>
                      <a:lnTo>
                        <a:pt x="468" y="234"/>
                      </a:lnTo>
                      <a:lnTo>
                        <a:pt x="468" y="234"/>
                      </a:lnTo>
                      <a:lnTo>
                        <a:pt x="466" y="232"/>
                      </a:lnTo>
                      <a:lnTo>
                        <a:pt x="462" y="230"/>
                      </a:lnTo>
                      <a:lnTo>
                        <a:pt x="462" y="230"/>
                      </a:lnTo>
                      <a:lnTo>
                        <a:pt x="456" y="230"/>
                      </a:lnTo>
                      <a:lnTo>
                        <a:pt x="452" y="230"/>
                      </a:lnTo>
                      <a:lnTo>
                        <a:pt x="452" y="230"/>
                      </a:lnTo>
                      <a:lnTo>
                        <a:pt x="452" y="230"/>
                      </a:lnTo>
                      <a:lnTo>
                        <a:pt x="458" y="228"/>
                      </a:lnTo>
                      <a:lnTo>
                        <a:pt x="458" y="228"/>
                      </a:lnTo>
                      <a:lnTo>
                        <a:pt x="456" y="224"/>
                      </a:lnTo>
                      <a:lnTo>
                        <a:pt x="452" y="222"/>
                      </a:lnTo>
                      <a:lnTo>
                        <a:pt x="452" y="222"/>
                      </a:lnTo>
                      <a:lnTo>
                        <a:pt x="452" y="224"/>
                      </a:lnTo>
                      <a:lnTo>
                        <a:pt x="452" y="224"/>
                      </a:lnTo>
                      <a:lnTo>
                        <a:pt x="450" y="226"/>
                      </a:lnTo>
                      <a:lnTo>
                        <a:pt x="450" y="226"/>
                      </a:lnTo>
                      <a:lnTo>
                        <a:pt x="444" y="226"/>
                      </a:lnTo>
                      <a:lnTo>
                        <a:pt x="444" y="226"/>
                      </a:lnTo>
                      <a:lnTo>
                        <a:pt x="444" y="228"/>
                      </a:lnTo>
                      <a:lnTo>
                        <a:pt x="444" y="228"/>
                      </a:lnTo>
                      <a:lnTo>
                        <a:pt x="440" y="228"/>
                      </a:lnTo>
                      <a:lnTo>
                        <a:pt x="440" y="228"/>
                      </a:lnTo>
                      <a:lnTo>
                        <a:pt x="442" y="224"/>
                      </a:lnTo>
                      <a:lnTo>
                        <a:pt x="442" y="224"/>
                      </a:lnTo>
                      <a:lnTo>
                        <a:pt x="438" y="224"/>
                      </a:lnTo>
                      <a:lnTo>
                        <a:pt x="438" y="224"/>
                      </a:lnTo>
                      <a:lnTo>
                        <a:pt x="436" y="224"/>
                      </a:lnTo>
                      <a:lnTo>
                        <a:pt x="436" y="224"/>
                      </a:lnTo>
                      <a:lnTo>
                        <a:pt x="436" y="222"/>
                      </a:lnTo>
                      <a:lnTo>
                        <a:pt x="436" y="222"/>
                      </a:lnTo>
                      <a:lnTo>
                        <a:pt x="434" y="220"/>
                      </a:lnTo>
                      <a:lnTo>
                        <a:pt x="434" y="220"/>
                      </a:lnTo>
                      <a:lnTo>
                        <a:pt x="434" y="220"/>
                      </a:lnTo>
                      <a:lnTo>
                        <a:pt x="434" y="218"/>
                      </a:lnTo>
                      <a:lnTo>
                        <a:pt x="434" y="218"/>
                      </a:lnTo>
                      <a:lnTo>
                        <a:pt x="434" y="218"/>
                      </a:lnTo>
                      <a:lnTo>
                        <a:pt x="436" y="216"/>
                      </a:lnTo>
                      <a:lnTo>
                        <a:pt x="436" y="216"/>
                      </a:lnTo>
                      <a:lnTo>
                        <a:pt x="438" y="216"/>
                      </a:lnTo>
                      <a:lnTo>
                        <a:pt x="438" y="214"/>
                      </a:lnTo>
                      <a:lnTo>
                        <a:pt x="438" y="214"/>
                      </a:lnTo>
                      <a:lnTo>
                        <a:pt x="436" y="214"/>
                      </a:lnTo>
                      <a:lnTo>
                        <a:pt x="436" y="214"/>
                      </a:lnTo>
                      <a:lnTo>
                        <a:pt x="436" y="214"/>
                      </a:lnTo>
                      <a:lnTo>
                        <a:pt x="446" y="214"/>
                      </a:lnTo>
                      <a:lnTo>
                        <a:pt x="446" y="214"/>
                      </a:lnTo>
                      <a:lnTo>
                        <a:pt x="450" y="210"/>
                      </a:lnTo>
                      <a:lnTo>
                        <a:pt x="450" y="210"/>
                      </a:lnTo>
                      <a:lnTo>
                        <a:pt x="452" y="210"/>
                      </a:lnTo>
                      <a:lnTo>
                        <a:pt x="452" y="210"/>
                      </a:lnTo>
                      <a:lnTo>
                        <a:pt x="454" y="208"/>
                      </a:lnTo>
                      <a:lnTo>
                        <a:pt x="454" y="208"/>
                      </a:lnTo>
                      <a:lnTo>
                        <a:pt x="458" y="208"/>
                      </a:lnTo>
                      <a:lnTo>
                        <a:pt x="458" y="208"/>
                      </a:lnTo>
                      <a:lnTo>
                        <a:pt x="458" y="202"/>
                      </a:lnTo>
                      <a:lnTo>
                        <a:pt x="458" y="202"/>
                      </a:lnTo>
                      <a:lnTo>
                        <a:pt x="462" y="202"/>
                      </a:lnTo>
                      <a:lnTo>
                        <a:pt x="462" y="202"/>
                      </a:lnTo>
                      <a:lnTo>
                        <a:pt x="460" y="206"/>
                      </a:lnTo>
                      <a:lnTo>
                        <a:pt x="460" y="208"/>
                      </a:lnTo>
                      <a:lnTo>
                        <a:pt x="462" y="208"/>
                      </a:lnTo>
                      <a:lnTo>
                        <a:pt x="462" y="208"/>
                      </a:lnTo>
                      <a:lnTo>
                        <a:pt x="464" y="210"/>
                      </a:lnTo>
                      <a:lnTo>
                        <a:pt x="468" y="210"/>
                      </a:lnTo>
                      <a:lnTo>
                        <a:pt x="470" y="210"/>
                      </a:lnTo>
                      <a:lnTo>
                        <a:pt x="470" y="210"/>
                      </a:lnTo>
                      <a:lnTo>
                        <a:pt x="476" y="210"/>
                      </a:lnTo>
                      <a:lnTo>
                        <a:pt x="476" y="210"/>
                      </a:lnTo>
                      <a:lnTo>
                        <a:pt x="478" y="214"/>
                      </a:lnTo>
                      <a:lnTo>
                        <a:pt x="478" y="214"/>
                      </a:lnTo>
                      <a:lnTo>
                        <a:pt x="484" y="212"/>
                      </a:lnTo>
                      <a:lnTo>
                        <a:pt x="488" y="210"/>
                      </a:lnTo>
                      <a:lnTo>
                        <a:pt x="488" y="210"/>
                      </a:lnTo>
                      <a:lnTo>
                        <a:pt x="488" y="208"/>
                      </a:lnTo>
                      <a:lnTo>
                        <a:pt x="488" y="208"/>
                      </a:lnTo>
                      <a:lnTo>
                        <a:pt x="496" y="206"/>
                      </a:lnTo>
                      <a:lnTo>
                        <a:pt x="496" y="206"/>
                      </a:lnTo>
                      <a:lnTo>
                        <a:pt x="496" y="202"/>
                      </a:lnTo>
                      <a:lnTo>
                        <a:pt x="496" y="200"/>
                      </a:lnTo>
                      <a:lnTo>
                        <a:pt x="496" y="200"/>
                      </a:lnTo>
                      <a:lnTo>
                        <a:pt x="492" y="200"/>
                      </a:lnTo>
                      <a:lnTo>
                        <a:pt x="492" y="200"/>
                      </a:lnTo>
                      <a:lnTo>
                        <a:pt x="486" y="198"/>
                      </a:lnTo>
                      <a:lnTo>
                        <a:pt x="486" y="200"/>
                      </a:lnTo>
                      <a:lnTo>
                        <a:pt x="484" y="202"/>
                      </a:lnTo>
                      <a:lnTo>
                        <a:pt x="484" y="202"/>
                      </a:lnTo>
                      <a:lnTo>
                        <a:pt x="482" y="198"/>
                      </a:lnTo>
                      <a:lnTo>
                        <a:pt x="482" y="198"/>
                      </a:lnTo>
                      <a:lnTo>
                        <a:pt x="480" y="198"/>
                      </a:lnTo>
                      <a:lnTo>
                        <a:pt x="480" y="198"/>
                      </a:lnTo>
                      <a:lnTo>
                        <a:pt x="478" y="198"/>
                      </a:lnTo>
                      <a:lnTo>
                        <a:pt x="478" y="196"/>
                      </a:lnTo>
                      <a:lnTo>
                        <a:pt x="480" y="192"/>
                      </a:lnTo>
                      <a:lnTo>
                        <a:pt x="480" y="192"/>
                      </a:lnTo>
                      <a:lnTo>
                        <a:pt x="480" y="188"/>
                      </a:lnTo>
                      <a:lnTo>
                        <a:pt x="480" y="188"/>
                      </a:lnTo>
                      <a:lnTo>
                        <a:pt x="486" y="190"/>
                      </a:lnTo>
                      <a:lnTo>
                        <a:pt x="486" y="190"/>
                      </a:lnTo>
                      <a:lnTo>
                        <a:pt x="492" y="190"/>
                      </a:lnTo>
                      <a:lnTo>
                        <a:pt x="498" y="192"/>
                      </a:lnTo>
                      <a:lnTo>
                        <a:pt x="498" y="192"/>
                      </a:lnTo>
                      <a:lnTo>
                        <a:pt x="502" y="194"/>
                      </a:lnTo>
                      <a:lnTo>
                        <a:pt x="504" y="194"/>
                      </a:lnTo>
                      <a:lnTo>
                        <a:pt x="506" y="194"/>
                      </a:lnTo>
                      <a:lnTo>
                        <a:pt x="506" y="194"/>
                      </a:lnTo>
                      <a:lnTo>
                        <a:pt x="508" y="192"/>
                      </a:lnTo>
                      <a:lnTo>
                        <a:pt x="508" y="192"/>
                      </a:lnTo>
                      <a:lnTo>
                        <a:pt x="510" y="192"/>
                      </a:lnTo>
                      <a:lnTo>
                        <a:pt x="510" y="190"/>
                      </a:lnTo>
                      <a:lnTo>
                        <a:pt x="510" y="190"/>
                      </a:lnTo>
                      <a:lnTo>
                        <a:pt x="504" y="188"/>
                      </a:lnTo>
                      <a:lnTo>
                        <a:pt x="502" y="190"/>
                      </a:lnTo>
                      <a:lnTo>
                        <a:pt x="502" y="190"/>
                      </a:lnTo>
                      <a:lnTo>
                        <a:pt x="492" y="190"/>
                      </a:lnTo>
                      <a:lnTo>
                        <a:pt x="494" y="188"/>
                      </a:lnTo>
                      <a:lnTo>
                        <a:pt x="494" y="188"/>
                      </a:lnTo>
                      <a:lnTo>
                        <a:pt x="494" y="186"/>
                      </a:lnTo>
                      <a:lnTo>
                        <a:pt x="496" y="184"/>
                      </a:lnTo>
                      <a:lnTo>
                        <a:pt x="494" y="184"/>
                      </a:lnTo>
                      <a:lnTo>
                        <a:pt x="490" y="184"/>
                      </a:lnTo>
                      <a:lnTo>
                        <a:pt x="490" y="186"/>
                      </a:lnTo>
                      <a:lnTo>
                        <a:pt x="490" y="186"/>
                      </a:lnTo>
                      <a:lnTo>
                        <a:pt x="486" y="186"/>
                      </a:lnTo>
                      <a:lnTo>
                        <a:pt x="486" y="186"/>
                      </a:lnTo>
                      <a:lnTo>
                        <a:pt x="488" y="184"/>
                      </a:lnTo>
                      <a:lnTo>
                        <a:pt x="490" y="182"/>
                      </a:lnTo>
                      <a:lnTo>
                        <a:pt x="490" y="182"/>
                      </a:lnTo>
                      <a:lnTo>
                        <a:pt x="492" y="180"/>
                      </a:lnTo>
                      <a:lnTo>
                        <a:pt x="492" y="180"/>
                      </a:lnTo>
                      <a:lnTo>
                        <a:pt x="488" y="176"/>
                      </a:lnTo>
                      <a:lnTo>
                        <a:pt x="482" y="174"/>
                      </a:lnTo>
                      <a:lnTo>
                        <a:pt x="484" y="172"/>
                      </a:lnTo>
                      <a:lnTo>
                        <a:pt x="484" y="172"/>
                      </a:lnTo>
                      <a:lnTo>
                        <a:pt x="484" y="172"/>
                      </a:lnTo>
                      <a:lnTo>
                        <a:pt x="486" y="172"/>
                      </a:lnTo>
                      <a:lnTo>
                        <a:pt x="486" y="172"/>
                      </a:lnTo>
                      <a:lnTo>
                        <a:pt x="488" y="174"/>
                      </a:lnTo>
                      <a:lnTo>
                        <a:pt x="488" y="174"/>
                      </a:lnTo>
                      <a:lnTo>
                        <a:pt x="494" y="174"/>
                      </a:lnTo>
                      <a:lnTo>
                        <a:pt x="494" y="174"/>
                      </a:lnTo>
                      <a:lnTo>
                        <a:pt x="496" y="172"/>
                      </a:lnTo>
                      <a:lnTo>
                        <a:pt x="498" y="172"/>
                      </a:lnTo>
                      <a:lnTo>
                        <a:pt x="498" y="172"/>
                      </a:lnTo>
                      <a:lnTo>
                        <a:pt x="498" y="174"/>
                      </a:lnTo>
                      <a:lnTo>
                        <a:pt x="498" y="176"/>
                      </a:lnTo>
                      <a:lnTo>
                        <a:pt x="498" y="176"/>
                      </a:lnTo>
                      <a:lnTo>
                        <a:pt x="498" y="176"/>
                      </a:lnTo>
                      <a:lnTo>
                        <a:pt x="502" y="176"/>
                      </a:lnTo>
                      <a:lnTo>
                        <a:pt x="502" y="176"/>
                      </a:lnTo>
                      <a:lnTo>
                        <a:pt x="502" y="168"/>
                      </a:lnTo>
                      <a:lnTo>
                        <a:pt x="500" y="160"/>
                      </a:lnTo>
                      <a:lnTo>
                        <a:pt x="498" y="160"/>
                      </a:lnTo>
                      <a:lnTo>
                        <a:pt x="498" y="160"/>
                      </a:lnTo>
                      <a:lnTo>
                        <a:pt x="498" y="158"/>
                      </a:lnTo>
                      <a:lnTo>
                        <a:pt x="500" y="158"/>
                      </a:lnTo>
                      <a:lnTo>
                        <a:pt x="500" y="158"/>
                      </a:lnTo>
                      <a:lnTo>
                        <a:pt x="500" y="156"/>
                      </a:lnTo>
                      <a:lnTo>
                        <a:pt x="498" y="154"/>
                      </a:lnTo>
                      <a:lnTo>
                        <a:pt x="498" y="154"/>
                      </a:lnTo>
                      <a:lnTo>
                        <a:pt x="494" y="154"/>
                      </a:lnTo>
                      <a:lnTo>
                        <a:pt x="490" y="158"/>
                      </a:lnTo>
                      <a:lnTo>
                        <a:pt x="490" y="158"/>
                      </a:lnTo>
                      <a:lnTo>
                        <a:pt x="488" y="156"/>
                      </a:lnTo>
                      <a:lnTo>
                        <a:pt x="488" y="156"/>
                      </a:lnTo>
                      <a:lnTo>
                        <a:pt x="488" y="156"/>
                      </a:lnTo>
                      <a:lnTo>
                        <a:pt x="484" y="156"/>
                      </a:lnTo>
                      <a:lnTo>
                        <a:pt x="484" y="156"/>
                      </a:lnTo>
                      <a:lnTo>
                        <a:pt x="484" y="152"/>
                      </a:lnTo>
                      <a:lnTo>
                        <a:pt x="484" y="152"/>
                      </a:lnTo>
                      <a:lnTo>
                        <a:pt x="488" y="154"/>
                      </a:lnTo>
                      <a:lnTo>
                        <a:pt x="488" y="154"/>
                      </a:lnTo>
                      <a:lnTo>
                        <a:pt x="490" y="152"/>
                      </a:lnTo>
                      <a:lnTo>
                        <a:pt x="490" y="152"/>
                      </a:lnTo>
                      <a:lnTo>
                        <a:pt x="492" y="150"/>
                      </a:lnTo>
                      <a:lnTo>
                        <a:pt x="490" y="146"/>
                      </a:lnTo>
                      <a:lnTo>
                        <a:pt x="490" y="146"/>
                      </a:lnTo>
                      <a:lnTo>
                        <a:pt x="492" y="146"/>
                      </a:lnTo>
                      <a:lnTo>
                        <a:pt x="490" y="146"/>
                      </a:lnTo>
                      <a:lnTo>
                        <a:pt x="490" y="146"/>
                      </a:lnTo>
                      <a:lnTo>
                        <a:pt x="490" y="142"/>
                      </a:lnTo>
                      <a:lnTo>
                        <a:pt x="490" y="142"/>
                      </a:lnTo>
                      <a:lnTo>
                        <a:pt x="498" y="144"/>
                      </a:lnTo>
                      <a:lnTo>
                        <a:pt x="504" y="144"/>
                      </a:lnTo>
                      <a:lnTo>
                        <a:pt x="504" y="144"/>
                      </a:lnTo>
                      <a:lnTo>
                        <a:pt x="508" y="148"/>
                      </a:lnTo>
                      <a:lnTo>
                        <a:pt x="508" y="148"/>
                      </a:lnTo>
                      <a:lnTo>
                        <a:pt x="516" y="146"/>
                      </a:lnTo>
                      <a:lnTo>
                        <a:pt x="514" y="146"/>
                      </a:lnTo>
                      <a:lnTo>
                        <a:pt x="514" y="146"/>
                      </a:lnTo>
                      <a:lnTo>
                        <a:pt x="514" y="142"/>
                      </a:lnTo>
                      <a:lnTo>
                        <a:pt x="514" y="140"/>
                      </a:lnTo>
                      <a:lnTo>
                        <a:pt x="514" y="140"/>
                      </a:lnTo>
                      <a:lnTo>
                        <a:pt x="512" y="136"/>
                      </a:lnTo>
                      <a:lnTo>
                        <a:pt x="512" y="136"/>
                      </a:lnTo>
                      <a:lnTo>
                        <a:pt x="510" y="134"/>
                      </a:lnTo>
                      <a:lnTo>
                        <a:pt x="510" y="134"/>
                      </a:lnTo>
                      <a:lnTo>
                        <a:pt x="508" y="132"/>
                      </a:lnTo>
                      <a:lnTo>
                        <a:pt x="508" y="132"/>
                      </a:lnTo>
                      <a:lnTo>
                        <a:pt x="506" y="132"/>
                      </a:lnTo>
                      <a:lnTo>
                        <a:pt x="506" y="132"/>
                      </a:lnTo>
                      <a:lnTo>
                        <a:pt x="506" y="136"/>
                      </a:lnTo>
                      <a:lnTo>
                        <a:pt x="506" y="136"/>
                      </a:lnTo>
                      <a:lnTo>
                        <a:pt x="504" y="136"/>
                      </a:lnTo>
                      <a:lnTo>
                        <a:pt x="502" y="134"/>
                      </a:lnTo>
                      <a:lnTo>
                        <a:pt x="502" y="134"/>
                      </a:lnTo>
                      <a:lnTo>
                        <a:pt x="496" y="136"/>
                      </a:lnTo>
                      <a:lnTo>
                        <a:pt x="496" y="136"/>
                      </a:lnTo>
                      <a:lnTo>
                        <a:pt x="496" y="128"/>
                      </a:lnTo>
                      <a:lnTo>
                        <a:pt x="496" y="128"/>
                      </a:lnTo>
                      <a:lnTo>
                        <a:pt x="504" y="128"/>
                      </a:lnTo>
                      <a:lnTo>
                        <a:pt x="504" y="128"/>
                      </a:lnTo>
                      <a:lnTo>
                        <a:pt x="506" y="128"/>
                      </a:lnTo>
                      <a:lnTo>
                        <a:pt x="506" y="126"/>
                      </a:lnTo>
                      <a:lnTo>
                        <a:pt x="500" y="124"/>
                      </a:lnTo>
                      <a:lnTo>
                        <a:pt x="500" y="124"/>
                      </a:lnTo>
                      <a:lnTo>
                        <a:pt x="498" y="122"/>
                      </a:lnTo>
                      <a:lnTo>
                        <a:pt x="498" y="122"/>
                      </a:lnTo>
                      <a:lnTo>
                        <a:pt x="496" y="122"/>
                      </a:lnTo>
                      <a:lnTo>
                        <a:pt x="494" y="124"/>
                      </a:lnTo>
                      <a:lnTo>
                        <a:pt x="494" y="124"/>
                      </a:lnTo>
                      <a:lnTo>
                        <a:pt x="490" y="122"/>
                      </a:lnTo>
                      <a:lnTo>
                        <a:pt x="486" y="120"/>
                      </a:lnTo>
                      <a:lnTo>
                        <a:pt x="486" y="120"/>
                      </a:lnTo>
                      <a:lnTo>
                        <a:pt x="484" y="122"/>
                      </a:lnTo>
                      <a:lnTo>
                        <a:pt x="484" y="122"/>
                      </a:lnTo>
                      <a:lnTo>
                        <a:pt x="482" y="120"/>
                      </a:lnTo>
                      <a:lnTo>
                        <a:pt x="484" y="120"/>
                      </a:lnTo>
                      <a:lnTo>
                        <a:pt x="484" y="120"/>
                      </a:lnTo>
                      <a:lnTo>
                        <a:pt x="484" y="116"/>
                      </a:lnTo>
                      <a:lnTo>
                        <a:pt x="484" y="116"/>
                      </a:lnTo>
                      <a:lnTo>
                        <a:pt x="492" y="118"/>
                      </a:lnTo>
                      <a:lnTo>
                        <a:pt x="498" y="120"/>
                      </a:lnTo>
                      <a:lnTo>
                        <a:pt x="498" y="120"/>
                      </a:lnTo>
                      <a:lnTo>
                        <a:pt x="500" y="114"/>
                      </a:lnTo>
                      <a:lnTo>
                        <a:pt x="500" y="114"/>
                      </a:lnTo>
                      <a:lnTo>
                        <a:pt x="502" y="112"/>
                      </a:lnTo>
                      <a:lnTo>
                        <a:pt x="506" y="110"/>
                      </a:lnTo>
                      <a:lnTo>
                        <a:pt x="506" y="110"/>
                      </a:lnTo>
                      <a:lnTo>
                        <a:pt x="506" y="108"/>
                      </a:lnTo>
                      <a:lnTo>
                        <a:pt x="506" y="106"/>
                      </a:lnTo>
                      <a:lnTo>
                        <a:pt x="506" y="106"/>
                      </a:lnTo>
                      <a:lnTo>
                        <a:pt x="506" y="106"/>
                      </a:lnTo>
                      <a:lnTo>
                        <a:pt x="506" y="104"/>
                      </a:lnTo>
                      <a:lnTo>
                        <a:pt x="506" y="104"/>
                      </a:lnTo>
                      <a:lnTo>
                        <a:pt x="510" y="98"/>
                      </a:lnTo>
                      <a:lnTo>
                        <a:pt x="508" y="98"/>
                      </a:lnTo>
                      <a:lnTo>
                        <a:pt x="506" y="94"/>
                      </a:lnTo>
                      <a:lnTo>
                        <a:pt x="506" y="94"/>
                      </a:lnTo>
                      <a:lnTo>
                        <a:pt x="520" y="94"/>
                      </a:lnTo>
                      <a:lnTo>
                        <a:pt x="520" y="94"/>
                      </a:lnTo>
                      <a:lnTo>
                        <a:pt x="520" y="90"/>
                      </a:lnTo>
                      <a:lnTo>
                        <a:pt x="520" y="90"/>
                      </a:lnTo>
                      <a:lnTo>
                        <a:pt x="524" y="86"/>
                      </a:lnTo>
                      <a:lnTo>
                        <a:pt x="524" y="84"/>
                      </a:lnTo>
                      <a:lnTo>
                        <a:pt x="524" y="82"/>
                      </a:lnTo>
                      <a:lnTo>
                        <a:pt x="518" y="80"/>
                      </a:lnTo>
                      <a:lnTo>
                        <a:pt x="518" y="80"/>
                      </a:lnTo>
                      <a:lnTo>
                        <a:pt x="514" y="80"/>
                      </a:lnTo>
                      <a:lnTo>
                        <a:pt x="508" y="80"/>
                      </a:lnTo>
                      <a:lnTo>
                        <a:pt x="508" y="80"/>
                      </a:lnTo>
                      <a:lnTo>
                        <a:pt x="506" y="82"/>
                      </a:lnTo>
                      <a:lnTo>
                        <a:pt x="506" y="82"/>
                      </a:lnTo>
                      <a:lnTo>
                        <a:pt x="498" y="86"/>
                      </a:lnTo>
                      <a:lnTo>
                        <a:pt x="498" y="86"/>
                      </a:lnTo>
                      <a:lnTo>
                        <a:pt x="498" y="82"/>
                      </a:lnTo>
                      <a:lnTo>
                        <a:pt x="498" y="82"/>
                      </a:lnTo>
                      <a:lnTo>
                        <a:pt x="496" y="80"/>
                      </a:lnTo>
                      <a:lnTo>
                        <a:pt x="496" y="78"/>
                      </a:lnTo>
                      <a:lnTo>
                        <a:pt x="498" y="76"/>
                      </a:lnTo>
                      <a:lnTo>
                        <a:pt x="498" y="76"/>
                      </a:lnTo>
                      <a:lnTo>
                        <a:pt x="502" y="74"/>
                      </a:lnTo>
                      <a:lnTo>
                        <a:pt x="508" y="76"/>
                      </a:lnTo>
                      <a:lnTo>
                        <a:pt x="520" y="78"/>
                      </a:lnTo>
                      <a:lnTo>
                        <a:pt x="520" y="78"/>
                      </a:lnTo>
                      <a:lnTo>
                        <a:pt x="528" y="78"/>
                      </a:lnTo>
                      <a:lnTo>
                        <a:pt x="528" y="78"/>
                      </a:lnTo>
                      <a:lnTo>
                        <a:pt x="530" y="78"/>
                      </a:lnTo>
                      <a:lnTo>
                        <a:pt x="530" y="78"/>
                      </a:lnTo>
                      <a:lnTo>
                        <a:pt x="540" y="70"/>
                      </a:lnTo>
                      <a:lnTo>
                        <a:pt x="540" y="70"/>
                      </a:lnTo>
                      <a:lnTo>
                        <a:pt x="540" y="68"/>
                      </a:lnTo>
                      <a:lnTo>
                        <a:pt x="540" y="66"/>
                      </a:lnTo>
                      <a:lnTo>
                        <a:pt x="540" y="66"/>
                      </a:lnTo>
                      <a:lnTo>
                        <a:pt x="532" y="66"/>
                      </a:lnTo>
                      <a:lnTo>
                        <a:pt x="532" y="66"/>
                      </a:lnTo>
                      <a:lnTo>
                        <a:pt x="530" y="70"/>
                      </a:lnTo>
                      <a:lnTo>
                        <a:pt x="530" y="70"/>
                      </a:lnTo>
                      <a:lnTo>
                        <a:pt x="524" y="68"/>
                      </a:lnTo>
                      <a:lnTo>
                        <a:pt x="524" y="68"/>
                      </a:lnTo>
                      <a:lnTo>
                        <a:pt x="520" y="70"/>
                      </a:lnTo>
                      <a:lnTo>
                        <a:pt x="514" y="70"/>
                      </a:lnTo>
                      <a:lnTo>
                        <a:pt x="514" y="70"/>
                      </a:lnTo>
                      <a:lnTo>
                        <a:pt x="508" y="66"/>
                      </a:lnTo>
                      <a:lnTo>
                        <a:pt x="508" y="66"/>
                      </a:lnTo>
                      <a:lnTo>
                        <a:pt x="514" y="66"/>
                      </a:lnTo>
                      <a:lnTo>
                        <a:pt x="518" y="66"/>
                      </a:lnTo>
                      <a:lnTo>
                        <a:pt x="518" y="66"/>
                      </a:lnTo>
                      <a:lnTo>
                        <a:pt x="520" y="64"/>
                      </a:lnTo>
                      <a:lnTo>
                        <a:pt x="520" y="64"/>
                      </a:lnTo>
                      <a:lnTo>
                        <a:pt x="526" y="64"/>
                      </a:lnTo>
                      <a:lnTo>
                        <a:pt x="532" y="66"/>
                      </a:lnTo>
                      <a:lnTo>
                        <a:pt x="532" y="66"/>
                      </a:lnTo>
                      <a:lnTo>
                        <a:pt x="536" y="64"/>
                      </a:lnTo>
                      <a:lnTo>
                        <a:pt x="536" y="64"/>
                      </a:lnTo>
                      <a:lnTo>
                        <a:pt x="540" y="64"/>
                      </a:lnTo>
                      <a:lnTo>
                        <a:pt x="544" y="66"/>
                      </a:lnTo>
                      <a:lnTo>
                        <a:pt x="544" y="66"/>
                      </a:lnTo>
                      <a:lnTo>
                        <a:pt x="544" y="62"/>
                      </a:lnTo>
                      <a:lnTo>
                        <a:pt x="544" y="62"/>
                      </a:lnTo>
                      <a:lnTo>
                        <a:pt x="554" y="62"/>
                      </a:lnTo>
                      <a:lnTo>
                        <a:pt x="554" y="62"/>
                      </a:lnTo>
                      <a:lnTo>
                        <a:pt x="554" y="58"/>
                      </a:lnTo>
                      <a:lnTo>
                        <a:pt x="554" y="58"/>
                      </a:lnTo>
                      <a:lnTo>
                        <a:pt x="554" y="58"/>
                      </a:lnTo>
                      <a:lnTo>
                        <a:pt x="558" y="58"/>
                      </a:lnTo>
                      <a:lnTo>
                        <a:pt x="558" y="58"/>
                      </a:lnTo>
                      <a:lnTo>
                        <a:pt x="562" y="54"/>
                      </a:lnTo>
                      <a:lnTo>
                        <a:pt x="562" y="54"/>
                      </a:lnTo>
                      <a:lnTo>
                        <a:pt x="566" y="54"/>
                      </a:lnTo>
                      <a:lnTo>
                        <a:pt x="568" y="54"/>
                      </a:lnTo>
                      <a:lnTo>
                        <a:pt x="568" y="54"/>
                      </a:lnTo>
                      <a:lnTo>
                        <a:pt x="570" y="52"/>
                      </a:lnTo>
                      <a:lnTo>
                        <a:pt x="570" y="52"/>
                      </a:lnTo>
                      <a:lnTo>
                        <a:pt x="568" y="50"/>
                      </a:lnTo>
                      <a:lnTo>
                        <a:pt x="566" y="46"/>
                      </a:lnTo>
                      <a:lnTo>
                        <a:pt x="566" y="46"/>
                      </a:lnTo>
                      <a:lnTo>
                        <a:pt x="560" y="48"/>
                      </a:lnTo>
                      <a:lnTo>
                        <a:pt x="554" y="48"/>
                      </a:lnTo>
                      <a:lnTo>
                        <a:pt x="554" y="48"/>
                      </a:lnTo>
                      <a:lnTo>
                        <a:pt x="538" y="44"/>
                      </a:lnTo>
                      <a:lnTo>
                        <a:pt x="538" y="44"/>
                      </a:lnTo>
                      <a:lnTo>
                        <a:pt x="534" y="44"/>
                      </a:lnTo>
                      <a:lnTo>
                        <a:pt x="528" y="46"/>
                      </a:lnTo>
                      <a:lnTo>
                        <a:pt x="528" y="46"/>
                      </a:lnTo>
                      <a:lnTo>
                        <a:pt x="524" y="44"/>
                      </a:lnTo>
                      <a:lnTo>
                        <a:pt x="520" y="44"/>
                      </a:lnTo>
                      <a:lnTo>
                        <a:pt x="520" y="48"/>
                      </a:lnTo>
                      <a:lnTo>
                        <a:pt x="520" y="48"/>
                      </a:lnTo>
                      <a:lnTo>
                        <a:pt x="510" y="50"/>
                      </a:lnTo>
                      <a:lnTo>
                        <a:pt x="510" y="50"/>
                      </a:lnTo>
                      <a:lnTo>
                        <a:pt x="510" y="52"/>
                      </a:lnTo>
                      <a:lnTo>
                        <a:pt x="510" y="52"/>
                      </a:lnTo>
                      <a:lnTo>
                        <a:pt x="508" y="52"/>
                      </a:lnTo>
                      <a:lnTo>
                        <a:pt x="506" y="52"/>
                      </a:lnTo>
                      <a:lnTo>
                        <a:pt x="506" y="52"/>
                      </a:lnTo>
                      <a:lnTo>
                        <a:pt x="502" y="50"/>
                      </a:lnTo>
                      <a:lnTo>
                        <a:pt x="500" y="52"/>
                      </a:lnTo>
                      <a:lnTo>
                        <a:pt x="500" y="52"/>
                      </a:lnTo>
                      <a:lnTo>
                        <a:pt x="496" y="46"/>
                      </a:lnTo>
                      <a:lnTo>
                        <a:pt x="496" y="46"/>
                      </a:lnTo>
                      <a:lnTo>
                        <a:pt x="492" y="52"/>
                      </a:lnTo>
                      <a:lnTo>
                        <a:pt x="488" y="54"/>
                      </a:lnTo>
                      <a:lnTo>
                        <a:pt x="488" y="54"/>
                      </a:lnTo>
                      <a:lnTo>
                        <a:pt x="484" y="54"/>
                      </a:lnTo>
                      <a:lnTo>
                        <a:pt x="484" y="54"/>
                      </a:lnTo>
                      <a:lnTo>
                        <a:pt x="480" y="58"/>
                      </a:lnTo>
                      <a:lnTo>
                        <a:pt x="480" y="58"/>
                      </a:lnTo>
                      <a:lnTo>
                        <a:pt x="474" y="60"/>
                      </a:lnTo>
                      <a:lnTo>
                        <a:pt x="466" y="62"/>
                      </a:lnTo>
                      <a:lnTo>
                        <a:pt x="466" y="62"/>
                      </a:lnTo>
                      <a:lnTo>
                        <a:pt x="462" y="60"/>
                      </a:lnTo>
                      <a:lnTo>
                        <a:pt x="462" y="60"/>
                      </a:lnTo>
                      <a:lnTo>
                        <a:pt x="460" y="62"/>
                      </a:lnTo>
                      <a:lnTo>
                        <a:pt x="460" y="62"/>
                      </a:lnTo>
                      <a:lnTo>
                        <a:pt x="456" y="60"/>
                      </a:lnTo>
                      <a:lnTo>
                        <a:pt x="456" y="60"/>
                      </a:lnTo>
                      <a:lnTo>
                        <a:pt x="460" y="58"/>
                      </a:lnTo>
                      <a:lnTo>
                        <a:pt x="464" y="56"/>
                      </a:lnTo>
                      <a:lnTo>
                        <a:pt x="464" y="56"/>
                      </a:lnTo>
                      <a:lnTo>
                        <a:pt x="468" y="56"/>
                      </a:lnTo>
                      <a:lnTo>
                        <a:pt x="468" y="56"/>
                      </a:lnTo>
                      <a:lnTo>
                        <a:pt x="468" y="54"/>
                      </a:lnTo>
                      <a:lnTo>
                        <a:pt x="468" y="54"/>
                      </a:lnTo>
                      <a:lnTo>
                        <a:pt x="474" y="52"/>
                      </a:lnTo>
                      <a:lnTo>
                        <a:pt x="474" y="52"/>
                      </a:lnTo>
                      <a:lnTo>
                        <a:pt x="480" y="44"/>
                      </a:lnTo>
                      <a:lnTo>
                        <a:pt x="480" y="44"/>
                      </a:lnTo>
                      <a:lnTo>
                        <a:pt x="480" y="42"/>
                      </a:lnTo>
                      <a:lnTo>
                        <a:pt x="480" y="40"/>
                      </a:lnTo>
                      <a:lnTo>
                        <a:pt x="480" y="40"/>
                      </a:lnTo>
                      <a:lnTo>
                        <a:pt x="468" y="42"/>
                      </a:lnTo>
                      <a:lnTo>
                        <a:pt x="468" y="42"/>
                      </a:lnTo>
                      <a:lnTo>
                        <a:pt x="466" y="40"/>
                      </a:lnTo>
                      <a:lnTo>
                        <a:pt x="462" y="40"/>
                      </a:lnTo>
                      <a:lnTo>
                        <a:pt x="462" y="40"/>
                      </a:lnTo>
                      <a:lnTo>
                        <a:pt x="460" y="42"/>
                      </a:lnTo>
                      <a:lnTo>
                        <a:pt x="460" y="42"/>
                      </a:lnTo>
                      <a:lnTo>
                        <a:pt x="460" y="48"/>
                      </a:lnTo>
                      <a:lnTo>
                        <a:pt x="460" y="48"/>
                      </a:lnTo>
                      <a:lnTo>
                        <a:pt x="438" y="48"/>
                      </a:lnTo>
                      <a:lnTo>
                        <a:pt x="438" y="48"/>
                      </a:lnTo>
                      <a:lnTo>
                        <a:pt x="440" y="46"/>
                      </a:lnTo>
                      <a:lnTo>
                        <a:pt x="440" y="46"/>
                      </a:lnTo>
                      <a:lnTo>
                        <a:pt x="440" y="42"/>
                      </a:lnTo>
                      <a:lnTo>
                        <a:pt x="440" y="42"/>
                      </a:lnTo>
                      <a:lnTo>
                        <a:pt x="440" y="42"/>
                      </a:lnTo>
                      <a:lnTo>
                        <a:pt x="438" y="40"/>
                      </a:lnTo>
                      <a:lnTo>
                        <a:pt x="438" y="40"/>
                      </a:lnTo>
                      <a:lnTo>
                        <a:pt x="414" y="42"/>
                      </a:lnTo>
                      <a:lnTo>
                        <a:pt x="414" y="42"/>
                      </a:lnTo>
                      <a:lnTo>
                        <a:pt x="410" y="42"/>
                      </a:lnTo>
                      <a:lnTo>
                        <a:pt x="410" y="42"/>
                      </a:lnTo>
                      <a:lnTo>
                        <a:pt x="406" y="42"/>
                      </a:lnTo>
                      <a:lnTo>
                        <a:pt x="404" y="42"/>
                      </a:lnTo>
                      <a:lnTo>
                        <a:pt x="404" y="42"/>
                      </a:lnTo>
                      <a:lnTo>
                        <a:pt x="400" y="42"/>
                      </a:lnTo>
                      <a:lnTo>
                        <a:pt x="398" y="42"/>
                      </a:lnTo>
                      <a:lnTo>
                        <a:pt x="398" y="42"/>
                      </a:lnTo>
                      <a:lnTo>
                        <a:pt x="398" y="42"/>
                      </a:lnTo>
                      <a:lnTo>
                        <a:pt x="396" y="42"/>
                      </a:lnTo>
                      <a:lnTo>
                        <a:pt x="396" y="42"/>
                      </a:lnTo>
                      <a:lnTo>
                        <a:pt x="390" y="44"/>
                      </a:lnTo>
                      <a:lnTo>
                        <a:pt x="384" y="46"/>
                      </a:lnTo>
                      <a:lnTo>
                        <a:pt x="384" y="46"/>
                      </a:lnTo>
                      <a:lnTo>
                        <a:pt x="380" y="46"/>
                      </a:lnTo>
                      <a:lnTo>
                        <a:pt x="376" y="46"/>
                      </a:lnTo>
                      <a:lnTo>
                        <a:pt x="376" y="46"/>
                      </a:lnTo>
                      <a:lnTo>
                        <a:pt x="374" y="48"/>
                      </a:lnTo>
                      <a:lnTo>
                        <a:pt x="374" y="50"/>
                      </a:lnTo>
                      <a:lnTo>
                        <a:pt x="374" y="50"/>
                      </a:lnTo>
                      <a:lnTo>
                        <a:pt x="370" y="50"/>
                      </a:lnTo>
                      <a:lnTo>
                        <a:pt x="370" y="50"/>
                      </a:lnTo>
                      <a:lnTo>
                        <a:pt x="372" y="46"/>
                      </a:lnTo>
                      <a:lnTo>
                        <a:pt x="372" y="46"/>
                      </a:lnTo>
                      <a:lnTo>
                        <a:pt x="378" y="46"/>
                      </a:lnTo>
                      <a:lnTo>
                        <a:pt x="384" y="44"/>
                      </a:lnTo>
                      <a:lnTo>
                        <a:pt x="384" y="44"/>
                      </a:lnTo>
                      <a:lnTo>
                        <a:pt x="386" y="42"/>
                      </a:lnTo>
                      <a:lnTo>
                        <a:pt x="386" y="42"/>
                      </a:lnTo>
                      <a:lnTo>
                        <a:pt x="386" y="42"/>
                      </a:lnTo>
                      <a:lnTo>
                        <a:pt x="390" y="42"/>
                      </a:lnTo>
                      <a:lnTo>
                        <a:pt x="394" y="42"/>
                      </a:lnTo>
                      <a:lnTo>
                        <a:pt x="394" y="42"/>
                      </a:lnTo>
                      <a:lnTo>
                        <a:pt x="394" y="38"/>
                      </a:lnTo>
                      <a:lnTo>
                        <a:pt x="394" y="38"/>
                      </a:lnTo>
                      <a:lnTo>
                        <a:pt x="400" y="36"/>
                      </a:lnTo>
                      <a:lnTo>
                        <a:pt x="400" y="36"/>
                      </a:lnTo>
                      <a:lnTo>
                        <a:pt x="408" y="36"/>
                      </a:lnTo>
                      <a:lnTo>
                        <a:pt x="408" y="36"/>
                      </a:lnTo>
                      <a:lnTo>
                        <a:pt x="424" y="36"/>
                      </a:lnTo>
                      <a:lnTo>
                        <a:pt x="428" y="38"/>
                      </a:lnTo>
                      <a:lnTo>
                        <a:pt x="428" y="38"/>
                      </a:lnTo>
                      <a:lnTo>
                        <a:pt x="440" y="36"/>
                      </a:lnTo>
                      <a:lnTo>
                        <a:pt x="454" y="36"/>
                      </a:lnTo>
                      <a:lnTo>
                        <a:pt x="454" y="36"/>
                      </a:lnTo>
                      <a:lnTo>
                        <a:pt x="458" y="38"/>
                      </a:lnTo>
                      <a:lnTo>
                        <a:pt x="464" y="38"/>
                      </a:lnTo>
                      <a:lnTo>
                        <a:pt x="464" y="38"/>
                      </a:lnTo>
                      <a:lnTo>
                        <a:pt x="472" y="36"/>
                      </a:lnTo>
                      <a:lnTo>
                        <a:pt x="472" y="36"/>
                      </a:lnTo>
                      <a:lnTo>
                        <a:pt x="478" y="36"/>
                      </a:lnTo>
                      <a:lnTo>
                        <a:pt x="482" y="36"/>
                      </a:lnTo>
                      <a:lnTo>
                        <a:pt x="482"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3" name="Freeform 172">
                  <a:extLst>
                    <a:ext uri="{FF2B5EF4-FFF2-40B4-BE49-F238E27FC236}">
                      <a16:creationId xmlns:a16="http://schemas.microsoft.com/office/drawing/2014/main" id="{C110EA82-7CFE-694F-B57B-737F8E2BAF46}"/>
                    </a:ext>
                  </a:extLst>
                </p:cNvPr>
                <p:cNvSpPr>
                  <a:spLocks/>
                </p:cNvSpPr>
                <p:nvPr/>
              </p:nvSpPr>
              <p:spPr bwMode="auto">
                <a:xfrm>
                  <a:off x="5275179" y="1884699"/>
                  <a:ext cx="203518" cy="144169"/>
                </a:xfrm>
                <a:custGeom>
                  <a:avLst/>
                  <a:gdLst>
                    <a:gd name="T0" fmla="*/ 76 w 104"/>
                    <a:gd name="T1" fmla="*/ 8 h 72"/>
                    <a:gd name="T2" fmla="*/ 72 w 104"/>
                    <a:gd name="T3" fmla="*/ 8 h 72"/>
                    <a:gd name="T4" fmla="*/ 68 w 104"/>
                    <a:gd name="T5" fmla="*/ 10 h 72"/>
                    <a:gd name="T6" fmla="*/ 58 w 104"/>
                    <a:gd name="T7" fmla="*/ 8 h 72"/>
                    <a:gd name="T8" fmla="*/ 54 w 104"/>
                    <a:gd name="T9" fmla="*/ 10 h 72"/>
                    <a:gd name="T10" fmla="*/ 54 w 104"/>
                    <a:gd name="T11" fmla="*/ 6 h 72"/>
                    <a:gd name="T12" fmla="*/ 48 w 104"/>
                    <a:gd name="T13" fmla="*/ 10 h 72"/>
                    <a:gd name="T14" fmla="*/ 44 w 104"/>
                    <a:gd name="T15" fmla="*/ 16 h 72"/>
                    <a:gd name="T16" fmla="*/ 40 w 104"/>
                    <a:gd name="T17" fmla="*/ 8 h 72"/>
                    <a:gd name="T18" fmla="*/ 38 w 104"/>
                    <a:gd name="T19" fmla="*/ 24 h 72"/>
                    <a:gd name="T20" fmla="*/ 32 w 104"/>
                    <a:gd name="T21" fmla="*/ 28 h 72"/>
                    <a:gd name="T22" fmla="*/ 28 w 104"/>
                    <a:gd name="T23" fmla="*/ 26 h 72"/>
                    <a:gd name="T24" fmla="*/ 28 w 104"/>
                    <a:gd name="T25" fmla="*/ 14 h 72"/>
                    <a:gd name="T26" fmla="*/ 26 w 104"/>
                    <a:gd name="T27" fmla="*/ 10 h 72"/>
                    <a:gd name="T28" fmla="*/ 16 w 104"/>
                    <a:gd name="T29" fmla="*/ 8 h 72"/>
                    <a:gd name="T30" fmla="*/ 20 w 104"/>
                    <a:gd name="T31" fmla="*/ 16 h 72"/>
                    <a:gd name="T32" fmla="*/ 12 w 104"/>
                    <a:gd name="T33" fmla="*/ 8 h 72"/>
                    <a:gd name="T34" fmla="*/ 10 w 104"/>
                    <a:gd name="T35" fmla="*/ 10 h 72"/>
                    <a:gd name="T36" fmla="*/ 10 w 104"/>
                    <a:gd name="T37" fmla="*/ 10 h 72"/>
                    <a:gd name="T38" fmla="*/ 10 w 104"/>
                    <a:gd name="T39" fmla="*/ 12 h 72"/>
                    <a:gd name="T40" fmla="*/ 4 w 104"/>
                    <a:gd name="T41" fmla="*/ 26 h 72"/>
                    <a:gd name="T42" fmla="*/ 0 w 104"/>
                    <a:gd name="T43" fmla="*/ 28 h 72"/>
                    <a:gd name="T44" fmla="*/ 6 w 104"/>
                    <a:gd name="T45" fmla="*/ 28 h 72"/>
                    <a:gd name="T46" fmla="*/ 18 w 104"/>
                    <a:gd name="T47" fmla="*/ 24 h 72"/>
                    <a:gd name="T48" fmla="*/ 16 w 104"/>
                    <a:gd name="T49" fmla="*/ 26 h 72"/>
                    <a:gd name="T50" fmla="*/ 20 w 104"/>
                    <a:gd name="T51" fmla="*/ 30 h 72"/>
                    <a:gd name="T52" fmla="*/ 14 w 104"/>
                    <a:gd name="T53" fmla="*/ 32 h 72"/>
                    <a:gd name="T54" fmla="*/ 4 w 104"/>
                    <a:gd name="T55" fmla="*/ 38 h 72"/>
                    <a:gd name="T56" fmla="*/ 10 w 104"/>
                    <a:gd name="T57" fmla="*/ 40 h 72"/>
                    <a:gd name="T58" fmla="*/ 20 w 104"/>
                    <a:gd name="T59" fmla="*/ 46 h 72"/>
                    <a:gd name="T60" fmla="*/ 22 w 104"/>
                    <a:gd name="T61" fmla="*/ 52 h 72"/>
                    <a:gd name="T62" fmla="*/ 14 w 104"/>
                    <a:gd name="T63" fmla="*/ 58 h 72"/>
                    <a:gd name="T64" fmla="*/ 30 w 104"/>
                    <a:gd name="T65" fmla="*/ 60 h 72"/>
                    <a:gd name="T66" fmla="*/ 34 w 104"/>
                    <a:gd name="T67" fmla="*/ 62 h 72"/>
                    <a:gd name="T68" fmla="*/ 38 w 104"/>
                    <a:gd name="T69" fmla="*/ 70 h 72"/>
                    <a:gd name="T70" fmla="*/ 54 w 104"/>
                    <a:gd name="T71" fmla="*/ 70 h 72"/>
                    <a:gd name="T72" fmla="*/ 56 w 104"/>
                    <a:gd name="T73" fmla="*/ 70 h 72"/>
                    <a:gd name="T74" fmla="*/ 60 w 104"/>
                    <a:gd name="T75" fmla="*/ 64 h 72"/>
                    <a:gd name="T76" fmla="*/ 64 w 104"/>
                    <a:gd name="T77" fmla="*/ 60 h 72"/>
                    <a:gd name="T78" fmla="*/ 70 w 104"/>
                    <a:gd name="T79" fmla="*/ 58 h 72"/>
                    <a:gd name="T80" fmla="*/ 80 w 104"/>
                    <a:gd name="T81" fmla="*/ 54 h 72"/>
                    <a:gd name="T82" fmla="*/ 90 w 104"/>
                    <a:gd name="T83" fmla="*/ 48 h 72"/>
                    <a:gd name="T84" fmla="*/ 94 w 104"/>
                    <a:gd name="T85" fmla="*/ 40 h 72"/>
                    <a:gd name="T86" fmla="*/ 98 w 104"/>
                    <a:gd name="T87" fmla="*/ 36 h 72"/>
                    <a:gd name="T88" fmla="*/ 102 w 104"/>
                    <a:gd name="T89" fmla="*/ 38 h 72"/>
                    <a:gd name="T90" fmla="*/ 104 w 104"/>
                    <a:gd name="T91" fmla="*/ 32 h 72"/>
                    <a:gd name="T92" fmla="*/ 102 w 104"/>
                    <a:gd name="T93" fmla="*/ 26 h 72"/>
                    <a:gd name="T94" fmla="*/ 98 w 104"/>
                    <a:gd name="T95" fmla="*/ 24 h 72"/>
                    <a:gd name="T96" fmla="*/ 94 w 104"/>
                    <a:gd name="T97" fmla="*/ 20 h 72"/>
                    <a:gd name="T98" fmla="*/ 90 w 104"/>
                    <a:gd name="T99" fmla="*/ 12 h 72"/>
                    <a:gd name="T100" fmla="*/ 94 w 104"/>
                    <a:gd name="T101" fmla="*/ 6 h 72"/>
                    <a:gd name="T102" fmla="*/ 88 w 104"/>
                    <a:gd name="T103" fmla="*/ 8 h 72"/>
                    <a:gd name="T104" fmla="*/ 80 w 104"/>
                    <a:gd name="T10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4" h="72">
                      <a:moveTo>
                        <a:pt x="80" y="0"/>
                      </a:moveTo>
                      <a:lnTo>
                        <a:pt x="80" y="0"/>
                      </a:lnTo>
                      <a:lnTo>
                        <a:pt x="76" y="0"/>
                      </a:lnTo>
                      <a:lnTo>
                        <a:pt x="76" y="0"/>
                      </a:lnTo>
                      <a:lnTo>
                        <a:pt x="76" y="8"/>
                      </a:lnTo>
                      <a:lnTo>
                        <a:pt x="76" y="8"/>
                      </a:lnTo>
                      <a:lnTo>
                        <a:pt x="74" y="10"/>
                      </a:lnTo>
                      <a:lnTo>
                        <a:pt x="72" y="10"/>
                      </a:lnTo>
                      <a:lnTo>
                        <a:pt x="72" y="10"/>
                      </a:lnTo>
                      <a:lnTo>
                        <a:pt x="72" y="8"/>
                      </a:lnTo>
                      <a:lnTo>
                        <a:pt x="70" y="6"/>
                      </a:lnTo>
                      <a:lnTo>
                        <a:pt x="70" y="6"/>
                      </a:lnTo>
                      <a:lnTo>
                        <a:pt x="70" y="6"/>
                      </a:lnTo>
                      <a:lnTo>
                        <a:pt x="68" y="10"/>
                      </a:lnTo>
                      <a:lnTo>
                        <a:pt x="68" y="10"/>
                      </a:lnTo>
                      <a:lnTo>
                        <a:pt x="66" y="10"/>
                      </a:lnTo>
                      <a:lnTo>
                        <a:pt x="64" y="12"/>
                      </a:lnTo>
                      <a:lnTo>
                        <a:pt x="64" y="12"/>
                      </a:lnTo>
                      <a:lnTo>
                        <a:pt x="60" y="10"/>
                      </a:lnTo>
                      <a:lnTo>
                        <a:pt x="58" y="8"/>
                      </a:lnTo>
                      <a:lnTo>
                        <a:pt x="58" y="8"/>
                      </a:lnTo>
                      <a:lnTo>
                        <a:pt x="58" y="16"/>
                      </a:lnTo>
                      <a:lnTo>
                        <a:pt x="58" y="16"/>
                      </a:lnTo>
                      <a:lnTo>
                        <a:pt x="56" y="14"/>
                      </a:lnTo>
                      <a:lnTo>
                        <a:pt x="54" y="10"/>
                      </a:lnTo>
                      <a:lnTo>
                        <a:pt x="54" y="10"/>
                      </a:lnTo>
                      <a:lnTo>
                        <a:pt x="54" y="8"/>
                      </a:lnTo>
                      <a:lnTo>
                        <a:pt x="54" y="8"/>
                      </a:lnTo>
                      <a:lnTo>
                        <a:pt x="54" y="6"/>
                      </a:lnTo>
                      <a:lnTo>
                        <a:pt x="54" y="6"/>
                      </a:lnTo>
                      <a:lnTo>
                        <a:pt x="52" y="6"/>
                      </a:lnTo>
                      <a:lnTo>
                        <a:pt x="52" y="6"/>
                      </a:lnTo>
                      <a:lnTo>
                        <a:pt x="50" y="8"/>
                      </a:lnTo>
                      <a:lnTo>
                        <a:pt x="50" y="8"/>
                      </a:lnTo>
                      <a:lnTo>
                        <a:pt x="48" y="10"/>
                      </a:lnTo>
                      <a:lnTo>
                        <a:pt x="46" y="10"/>
                      </a:lnTo>
                      <a:lnTo>
                        <a:pt x="44" y="12"/>
                      </a:lnTo>
                      <a:lnTo>
                        <a:pt x="46" y="16"/>
                      </a:lnTo>
                      <a:lnTo>
                        <a:pt x="46" y="16"/>
                      </a:lnTo>
                      <a:lnTo>
                        <a:pt x="44" y="16"/>
                      </a:lnTo>
                      <a:lnTo>
                        <a:pt x="44" y="18"/>
                      </a:lnTo>
                      <a:lnTo>
                        <a:pt x="44" y="18"/>
                      </a:lnTo>
                      <a:lnTo>
                        <a:pt x="42" y="12"/>
                      </a:lnTo>
                      <a:lnTo>
                        <a:pt x="42" y="12"/>
                      </a:lnTo>
                      <a:lnTo>
                        <a:pt x="40" y="8"/>
                      </a:lnTo>
                      <a:lnTo>
                        <a:pt x="40" y="8"/>
                      </a:lnTo>
                      <a:lnTo>
                        <a:pt x="38" y="10"/>
                      </a:lnTo>
                      <a:lnTo>
                        <a:pt x="38" y="10"/>
                      </a:lnTo>
                      <a:lnTo>
                        <a:pt x="38" y="16"/>
                      </a:lnTo>
                      <a:lnTo>
                        <a:pt x="38" y="24"/>
                      </a:lnTo>
                      <a:lnTo>
                        <a:pt x="38" y="24"/>
                      </a:lnTo>
                      <a:lnTo>
                        <a:pt x="34" y="22"/>
                      </a:lnTo>
                      <a:lnTo>
                        <a:pt x="32" y="22"/>
                      </a:lnTo>
                      <a:lnTo>
                        <a:pt x="32" y="22"/>
                      </a:lnTo>
                      <a:lnTo>
                        <a:pt x="32" y="28"/>
                      </a:lnTo>
                      <a:lnTo>
                        <a:pt x="32" y="28"/>
                      </a:lnTo>
                      <a:lnTo>
                        <a:pt x="28" y="30"/>
                      </a:lnTo>
                      <a:lnTo>
                        <a:pt x="28" y="30"/>
                      </a:lnTo>
                      <a:lnTo>
                        <a:pt x="28" y="26"/>
                      </a:lnTo>
                      <a:lnTo>
                        <a:pt x="28" y="26"/>
                      </a:lnTo>
                      <a:lnTo>
                        <a:pt x="28" y="20"/>
                      </a:lnTo>
                      <a:lnTo>
                        <a:pt x="28" y="18"/>
                      </a:lnTo>
                      <a:lnTo>
                        <a:pt x="28" y="16"/>
                      </a:lnTo>
                      <a:lnTo>
                        <a:pt x="28" y="16"/>
                      </a:lnTo>
                      <a:lnTo>
                        <a:pt x="28" y="14"/>
                      </a:lnTo>
                      <a:lnTo>
                        <a:pt x="28" y="12"/>
                      </a:lnTo>
                      <a:lnTo>
                        <a:pt x="26" y="12"/>
                      </a:lnTo>
                      <a:lnTo>
                        <a:pt x="26" y="12"/>
                      </a:lnTo>
                      <a:lnTo>
                        <a:pt x="26" y="10"/>
                      </a:lnTo>
                      <a:lnTo>
                        <a:pt x="26" y="10"/>
                      </a:lnTo>
                      <a:lnTo>
                        <a:pt x="24" y="6"/>
                      </a:lnTo>
                      <a:lnTo>
                        <a:pt x="24" y="6"/>
                      </a:lnTo>
                      <a:lnTo>
                        <a:pt x="16" y="6"/>
                      </a:lnTo>
                      <a:lnTo>
                        <a:pt x="16" y="8"/>
                      </a:lnTo>
                      <a:lnTo>
                        <a:pt x="16" y="8"/>
                      </a:lnTo>
                      <a:lnTo>
                        <a:pt x="20" y="10"/>
                      </a:lnTo>
                      <a:lnTo>
                        <a:pt x="20" y="10"/>
                      </a:lnTo>
                      <a:lnTo>
                        <a:pt x="20" y="14"/>
                      </a:lnTo>
                      <a:lnTo>
                        <a:pt x="22" y="16"/>
                      </a:lnTo>
                      <a:lnTo>
                        <a:pt x="20" y="16"/>
                      </a:lnTo>
                      <a:lnTo>
                        <a:pt x="20" y="16"/>
                      </a:lnTo>
                      <a:lnTo>
                        <a:pt x="18" y="14"/>
                      </a:lnTo>
                      <a:lnTo>
                        <a:pt x="18" y="14"/>
                      </a:lnTo>
                      <a:lnTo>
                        <a:pt x="14" y="12"/>
                      </a:lnTo>
                      <a:lnTo>
                        <a:pt x="12" y="8"/>
                      </a:lnTo>
                      <a:lnTo>
                        <a:pt x="12" y="8"/>
                      </a:lnTo>
                      <a:lnTo>
                        <a:pt x="12" y="8"/>
                      </a:lnTo>
                      <a:lnTo>
                        <a:pt x="12" y="8"/>
                      </a:lnTo>
                      <a:lnTo>
                        <a:pt x="10" y="6"/>
                      </a:lnTo>
                      <a:lnTo>
                        <a:pt x="10" y="10"/>
                      </a:lnTo>
                      <a:lnTo>
                        <a:pt x="10" y="10"/>
                      </a:lnTo>
                      <a:lnTo>
                        <a:pt x="10" y="10"/>
                      </a:lnTo>
                      <a:lnTo>
                        <a:pt x="10" y="10"/>
                      </a:lnTo>
                      <a:lnTo>
                        <a:pt x="10" y="10"/>
                      </a:lnTo>
                      <a:lnTo>
                        <a:pt x="10" y="10"/>
                      </a:lnTo>
                      <a:lnTo>
                        <a:pt x="10" y="10"/>
                      </a:lnTo>
                      <a:lnTo>
                        <a:pt x="6" y="12"/>
                      </a:lnTo>
                      <a:lnTo>
                        <a:pt x="6" y="12"/>
                      </a:lnTo>
                      <a:lnTo>
                        <a:pt x="8" y="12"/>
                      </a:lnTo>
                      <a:lnTo>
                        <a:pt x="10" y="12"/>
                      </a:lnTo>
                      <a:lnTo>
                        <a:pt x="10" y="12"/>
                      </a:lnTo>
                      <a:lnTo>
                        <a:pt x="10" y="18"/>
                      </a:lnTo>
                      <a:lnTo>
                        <a:pt x="8" y="20"/>
                      </a:lnTo>
                      <a:lnTo>
                        <a:pt x="8" y="20"/>
                      </a:lnTo>
                      <a:lnTo>
                        <a:pt x="4" y="26"/>
                      </a:lnTo>
                      <a:lnTo>
                        <a:pt x="4" y="26"/>
                      </a:lnTo>
                      <a:lnTo>
                        <a:pt x="2" y="26"/>
                      </a:lnTo>
                      <a:lnTo>
                        <a:pt x="0" y="24"/>
                      </a:lnTo>
                      <a:lnTo>
                        <a:pt x="0" y="28"/>
                      </a:lnTo>
                      <a:lnTo>
                        <a:pt x="0" y="28"/>
                      </a:lnTo>
                      <a:lnTo>
                        <a:pt x="4" y="28"/>
                      </a:lnTo>
                      <a:lnTo>
                        <a:pt x="4" y="28"/>
                      </a:lnTo>
                      <a:lnTo>
                        <a:pt x="4" y="28"/>
                      </a:lnTo>
                      <a:lnTo>
                        <a:pt x="6" y="28"/>
                      </a:lnTo>
                      <a:lnTo>
                        <a:pt x="6" y="28"/>
                      </a:lnTo>
                      <a:lnTo>
                        <a:pt x="8" y="26"/>
                      </a:lnTo>
                      <a:lnTo>
                        <a:pt x="8" y="26"/>
                      </a:lnTo>
                      <a:lnTo>
                        <a:pt x="16" y="22"/>
                      </a:lnTo>
                      <a:lnTo>
                        <a:pt x="16" y="22"/>
                      </a:lnTo>
                      <a:lnTo>
                        <a:pt x="18" y="24"/>
                      </a:lnTo>
                      <a:lnTo>
                        <a:pt x="18" y="24"/>
                      </a:lnTo>
                      <a:lnTo>
                        <a:pt x="20" y="24"/>
                      </a:lnTo>
                      <a:lnTo>
                        <a:pt x="20" y="26"/>
                      </a:lnTo>
                      <a:lnTo>
                        <a:pt x="16" y="26"/>
                      </a:lnTo>
                      <a:lnTo>
                        <a:pt x="16" y="26"/>
                      </a:lnTo>
                      <a:lnTo>
                        <a:pt x="18" y="32"/>
                      </a:lnTo>
                      <a:lnTo>
                        <a:pt x="18" y="32"/>
                      </a:lnTo>
                      <a:lnTo>
                        <a:pt x="20" y="30"/>
                      </a:lnTo>
                      <a:lnTo>
                        <a:pt x="20" y="30"/>
                      </a:lnTo>
                      <a:lnTo>
                        <a:pt x="20" y="30"/>
                      </a:lnTo>
                      <a:lnTo>
                        <a:pt x="20" y="32"/>
                      </a:lnTo>
                      <a:lnTo>
                        <a:pt x="20" y="34"/>
                      </a:lnTo>
                      <a:lnTo>
                        <a:pt x="20" y="34"/>
                      </a:lnTo>
                      <a:lnTo>
                        <a:pt x="14" y="32"/>
                      </a:lnTo>
                      <a:lnTo>
                        <a:pt x="14" y="32"/>
                      </a:lnTo>
                      <a:lnTo>
                        <a:pt x="12" y="34"/>
                      </a:lnTo>
                      <a:lnTo>
                        <a:pt x="8" y="38"/>
                      </a:lnTo>
                      <a:lnTo>
                        <a:pt x="8" y="38"/>
                      </a:lnTo>
                      <a:lnTo>
                        <a:pt x="4" y="38"/>
                      </a:lnTo>
                      <a:lnTo>
                        <a:pt x="4" y="38"/>
                      </a:lnTo>
                      <a:lnTo>
                        <a:pt x="4" y="40"/>
                      </a:lnTo>
                      <a:lnTo>
                        <a:pt x="4" y="42"/>
                      </a:lnTo>
                      <a:lnTo>
                        <a:pt x="4" y="42"/>
                      </a:lnTo>
                      <a:lnTo>
                        <a:pt x="8" y="42"/>
                      </a:lnTo>
                      <a:lnTo>
                        <a:pt x="10" y="40"/>
                      </a:lnTo>
                      <a:lnTo>
                        <a:pt x="10" y="40"/>
                      </a:lnTo>
                      <a:lnTo>
                        <a:pt x="18" y="42"/>
                      </a:lnTo>
                      <a:lnTo>
                        <a:pt x="18" y="42"/>
                      </a:lnTo>
                      <a:lnTo>
                        <a:pt x="20" y="46"/>
                      </a:lnTo>
                      <a:lnTo>
                        <a:pt x="20" y="46"/>
                      </a:lnTo>
                      <a:lnTo>
                        <a:pt x="20" y="46"/>
                      </a:lnTo>
                      <a:lnTo>
                        <a:pt x="22" y="46"/>
                      </a:lnTo>
                      <a:lnTo>
                        <a:pt x="22" y="46"/>
                      </a:lnTo>
                      <a:lnTo>
                        <a:pt x="22" y="50"/>
                      </a:lnTo>
                      <a:lnTo>
                        <a:pt x="22" y="52"/>
                      </a:lnTo>
                      <a:lnTo>
                        <a:pt x="22" y="52"/>
                      </a:lnTo>
                      <a:lnTo>
                        <a:pt x="22" y="56"/>
                      </a:lnTo>
                      <a:lnTo>
                        <a:pt x="22" y="56"/>
                      </a:lnTo>
                      <a:lnTo>
                        <a:pt x="18" y="56"/>
                      </a:lnTo>
                      <a:lnTo>
                        <a:pt x="14" y="58"/>
                      </a:lnTo>
                      <a:lnTo>
                        <a:pt x="14" y="60"/>
                      </a:lnTo>
                      <a:lnTo>
                        <a:pt x="14" y="60"/>
                      </a:lnTo>
                      <a:lnTo>
                        <a:pt x="22" y="60"/>
                      </a:lnTo>
                      <a:lnTo>
                        <a:pt x="30" y="58"/>
                      </a:lnTo>
                      <a:lnTo>
                        <a:pt x="30" y="60"/>
                      </a:lnTo>
                      <a:lnTo>
                        <a:pt x="30" y="60"/>
                      </a:lnTo>
                      <a:lnTo>
                        <a:pt x="32" y="60"/>
                      </a:lnTo>
                      <a:lnTo>
                        <a:pt x="34" y="60"/>
                      </a:lnTo>
                      <a:lnTo>
                        <a:pt x="34" y="62"/>
                      </a:lnTo>
                      <a:lnTo>
                        <a:pt x="34" y="62"/>
                      </a:lnTo>
                      <a:lnTo>
                        <a:pt x="40" y="64"/>
                      </a:lnTo>
                      <a:lnTo>
                        <a:pt x="42" y="64"/>
                      </a:lnTo>
                      <a:lnTo>
                        <a:pt x="42" y="64"/>
                      </a:lnTo>
                      <a:lnTo>
                        <a:pt x="38" y="70"/>
                      </a:lnTo>
                      <a:lnTo>
                        <a:pt x="38" y="70"/>
                      </a:lnTo>
                      <a:lnTo>
                        <a:pt x="42" y="68"/>
                      </a:lnTo>
                      <a:lnTo>
                        <a:pt x="42" y="68"/>
                      </a:lnTo>
                      <a:lnTo>
                        <a:pt x="48" y="70"/>
                      </a:lnTo>
                      <a:lnTo>
                        <a:pt x="50" y="72"/>
                      </a:lnTo>
                      <a:lnTo>
                        <a:pt x="54" y="70"/>
                      </a:lnTo>
                      <a:lnTo>
                        <a:pt x="54" y="70"/>
                      </a:lnTo>
                      <a:lnTo>
                        <a:pt x="56" y="68"/>
                      </a:lnTo>
                      <a:lnTo>
                        <a:pt x="56" y="68"/>
                      </a:lnTo>
                      <a:lnTo>
                        <a:pt x="56" y="68"/>
                      </a:lnTo>
                      <a:lnTo>
                        <a:pt x="56" y="70"/>
                      </a:lnTo>
                      <a:lnTo>
                        <a:pt x="58" y="70"/>
                      </a:lnTo>
                      <a:lnTo>
                        <a:pt x="58" y="70"/>
                      </a:lnTo>
                      <a:lnTo>
                        <a:pt x="60" y="68"/>
                      </a:lnTo>
                      <a:lnTo>
                        <a:pt x="60" y="68"/>
                      </a:lnTo>
                      <a:lnTo>
                        <a:pt x="60" y="64"/>
                      </a:lnTo>
                      <a:lnTo>
                        <a:pt x="60" y="62"/>
                      </a:lnTo>
                      <a:lnTo>
                        <a:pt x="60" y="62"/>
                      </a:lnTo>
                      <a:lnTo>
                        <a:pt x="60" y="58"/>
                      </a:lnTo>
                      <a:lnTo>
                        <a:pt x="60" y="58"/>
                      </a:lnTo>
                      <a:lnTo>
                        <a:pt x="64" y="60"/>
                      </a:lnTo>
                      <a:lnTo>
                        <a:pt x="68" y="62"/>
                      </a:lnTo>
                      <a:lnTo>
                        <a:pt x="68" y="62"/>
                      </a:lnTo>
                      <a:lnTo>
                        <a:pt x="70" y="62"/>
                      </a:lnTo>
                      <a:lnTo>
                        <a:pt x="70" y="62"/>
                      </a:lnTo>
                      <a:lnTo>
                        <a:pt x="70" y="58"/>
                      </a:lnTo>
                      <a:lnTo>
                        <a:pt x="72" y="58"/>
                      </a:lnTo>
                      <a:lnTo>
                        <a:pt x="72" y="58"/>
                      </a:lnTo>
                      <a:lnTo>
                        <a:pt x="76" y="60"/>
                      </a:lnTo>
                      <a:lnTo>
                        <a:pt x="76" y="60"/>
                      </a:lnTo>
                      <a:lnTo>
                        <a:pt x="80" y="54"/>
                      </a:lnTo>
                      <a:lnTo>
                        <a:pt x="80" y="54"/>
                      </a:lnTo>
                      <a:lnTo>
                        <a:pt x="84" y="52"/>
                      </a:lnTo>
                      <a:lnTo>
                        <a:pt x="88" y="52"/>
                      </a:lnTo>
                      <a:lnTo>
                        <a:pt x="88" y="52"/>
                      </a:lnTo>
                      <a:lnTo>
                        <a:pt x="90" y="48"/>
                      </a:lnTo>
                      <a:lnTo>
                        <a:pt x="90" y="48"/>
                      </a:lnTo>
                      <a:lnTo>
                        <a:pt x="92" y="48"/>
                      </a:lnTo>
                      <a:lnTo>
                        <a:pt x="92" y="48"/>
                      </a:lnTo>
                      <a:lnTo>
                        <a:pt x="94" y="40"/>
                      </a:lnTo>
                      <a:lnTo>
                        <a:pt x="94" y="40"/>
                      </a:lnTo>
                      <a:lnTo>
                        <a:pt x="98" y="40"/>
                      </a:lnTo>
                      <a:lnTo>
                        <a:pt x="98" y="38"/>
                      </a:lnTo>
                      <a:lnTo>
                        <a:pt x="98" y="36"/>
                      </a:lnTo>
                      <a:lnTo>
                        <a:pt x="98" y="36"/>
                      </a:lnTo>
                      <a:lnTo>
                        <a:pt x="98" y="36"/>
                      </a:lnTo>
                      <a:lnTo>
                        <a:pt x="100" y="36"/>
                      </a:lnTo>
                      <a:lnTo>
                        <a:pt x="98" y="38"/>
                      </a:lnTo>
                      <a:lnTo>
                        <a:pt x="98" y="38"/>
                      </a:lnTo>
                      <a:lnTo>
                        <a:pt x="100" y="38"/>
                      </a:lnTo>
                      <a:lnTo>
                        <a:pt x="102" y="38"/>
                      </a:lnTo>
                      <a:lnTo>
                        <a:pt x="102" y="38"/>
                      </a:lnTo>
                      <a:lnTo>
                        <a:pt x="104" y="36"/>
                      </a:lnTo>
                      <a:lnTo>
                        <a:pt x="102" y="34"/>
                      </a:lnTo>
                      <a:lnTo>
                        <a:pt x="104" y="32"/>
                      </a:lnTo>
                      <a:lnTo>
                        <a:pt x="104" y="32"/>
                      </a:lnTo>
                      <a:lnTo>
                        <a:pt x="102" y="32"/>
                      </a:lnTo>
                      <a:lnTo>
                        <a:pt x="102" y="30"/>
                      </a:lnTo>
                      <a:lnTo>
                        <a:pt x="102" y="30"/>
                      </a:lnTo>
                      <a:lnTo>
                        <a:pt x="102" y="28"/>
                      </a:lnTo>
                      <a:lnTo>
                        <a:pt x="102" y="26"/>
                      </a:lnTo>
                      <a:lnTo>
                        <a:pt x="102" y="26"/>
                      </a:lnTo>
                      <a:lnTo>
                        <a:pt x="100" y="22"/>
                      </a:lnTo>
                      <a:lnTo>
                        <a:pt x="100" y="22"/>
                      </a:lnTo>
                      <a:lnTo>
                        <a:pt x="100" y="22"/>
                      </a:lnTo>
                      <a:lnTo>
                        <a:pt x="98" y="24"/>
                      </a:lnTo>
                      <a:lnTo>
                        <a:pt x="98" y="22"/>
                      </a:lnTo>
                      <a:lnTo>
                        <a:pt x="98" y="22"/>
                      </a:lnTo>
                      <a:lnTo>
                        <a:pt x="96" y="20"/>
                      </a:lnTo>
                      <a:lnTo>
                        <a:pt x="94" y="20"/>
                      </a:lnTo>
                      <a:lnTo>
                        <a:pt x="94" y="20"/>
                      </a:lnTo>
                      <a:lnTo>
                        <a:pt x="92" y="22"/>
                      </a:lnTo>
                      <a:lnTo>
                        <a:pt x="92" y="22"/>
                      </a:lnTo>
                      <a:lnTo>
                        <a:pt x="92" y="14"/>
                      </a:lnTo>
                      <a:lnTo>
                        <a:pt x="92" y="14"/>
                      </a:lnTo>
                      <a:lnTo>
                        <a:pt x="90" y="12"/>
                      </a:lnTo>
                      <a:lnTo>
                        <a:pt x="90" y="12"/>
                      </a:lnTo>
                      <a:lnTo>
                        <a:pt x="90" y="8"/>
                      </a:lnTo>
                      <a:lnTo>
                        <a:pt x="90" y="8"/>
                      </a:lnTo>
                      <a:lnTo>
                        <a:pt x="94" y="6"/>
                      </a:lnTo>
                      <a:lnTo>
                        <a:pt x="94" y="6"/>
                      </a:lnTo>
                      <a:lnTo>
                        <a:pt x="96" y="4"/>
                      </a:lnTo>
                      <a:lnTo>
                        <a:pt x="96" y="4"/>
                      </a:lnTo>
                      <a:lnTo>
                        <a:pt x="88" y="6"/>
                      </a:lnTo>
                      <a:lnTo>
                        <a:pt x="88" y="6"/>
                      </a:lnTo>
                      <a:lnTo>
                        <a:pt x="88" y="8"/>
                      </a:lnTo>
                      <a:lnTo>
                        <a:pt x="86" y="8"/>
                      </a:lnTo>
                      <a:lnTo>
                        <a:pt x="86" y="8"/>
                      </a:lnTo>
                      <a:lnTo>
                        <a:pt x="82" y="0"/>
                      </a:lnTo>
                      <a:lnTo>
                        <a:pt x="82" y="0"/>
                      </a:lnTo>
                      <a:lnTo>
                        <a:pt x="80" y="0"/>
                      </a:lnTo>
                      <a:lnTo>
                        <a:pt x="8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75" name="Group 674">
                <a:extLst>
                  <a:ext uri="{FF2B5EF4-FFF2-40B4-BE49-F238E27FC236}">
                    <a16:creationId xmlns:a16="http://schemas.microsoft.com/office/drawing/2014/main" id="{4ADB1748-A463-5543-A1B5-058E7FA486D7}"/>
                  </a:ext>
                </a:extLst>
              </p:cNvPr>
              <p:cNvGrpSpPr/>
              <p:nvPr/>
            </p:nvGrpSpPr>
            <p:grpSpPr>
              <a:xfrm>
                <a:off x="5631334" y="1640412"/>
                <a:ext cx="2573326" cy="1557831"/>
                <a:chOff x="5631334" y="1640412"/>
                <a:chExt cx="2573326" cy="1557831"/>
              </a:xfrm>
              <a:grpFill/>
            </p:grpSpPr>
            <p:sp>
              <p:nvSpPr>
                <p:cNvPr id="676" name="Freeform 291">
                  <a:extLst>
                    <a:ext uri="{FF2B5EF4-FFF2-40B4-BE49-F238E27FC236}">
                      <a16:creationId xmlns:a16="http://schemas.microsoft.com/office/drawing/2014/main" id="{8C60473A-7861-9949-97F2-44A2B654263D}"/>
                    </a:ext>
                  </a:extLst>
                </p:cNvPr>
                <p:cNvSpPr>
                  <a:spLocks/>
                </p:cNvSpPr>
                <p:nvPr/>
              </p:nvSpPr>
              <p:spPr bwMode="auto">
                <a:xfrm>
                  <a:off x="6384743" y="2785757"/>
                  <a:ext cx="133070" cy="156184"/>
                </a:xfrm>
                <a:custGeom>
                  <a:avLst/>
                  <a:gdLst>
                    <a:gd name="T0" fmla="*/ 68 w 68"/>
                    <a:gd name="T1" fmla="*/ 28 h 78"/>
                    <a:gd name="T2" fmla="*/ 62 w 68"/>
                    <a:gd name="T3" fmla="*/ 26 h 78"/>
                    <a:gd name="T4" fmla="*/ 60 w 68"/>
                    <a:gd name="T5" fmla="*/ 22 h 78"/>
                    <a:gd name="T6" fmla="*/ 64 w 68"/>
                    <a:gd name="T7" fmla="*/ 20 h 78"/>
                    <a:gd name="T8" fmla="*/ 66 w 68"/>
                    <a:gd name="T9" fmla="*/ 20 h 78"/>
                    <a:gd name="T10" fmla="*/ 64 w 68"/>
                    <a:gd name="T11" fmla="*/ 18 h 78"/>
                    <a:gd name="T12" fmla="*/ 56 w 68"/>
                    <a:gd name="T13" fmla="*/ 14 h 78"/>
                    <a:gd name="T14" fmla="*/ 56 w 68"/>
                    <a:gd name="T15" fmla="*/ 16 h 78"/>
                    <a:gd name="T16" fmla="*/ 52 w 68"/>
                    <a:gd name="T17" fmla="*/ 20 h 78"/>
                    <a:gd name="T18" fmla="*/ 50 w 68"/>
                    <a:gd name="T19" fmla="*/ 18 h 78"/>
                    <a:gd name="T20" fmla="*/ 46 w 68"/>
                    <a:gd name="T21" fmla="*/ 14 h 78"/>
                    <a:gd name="T22" fmla="*/ 42 w 68"/>
                    <a:gd name="T23" fmla="*/ 14 h 78"/>
                    <a:gd name="T24" fmla="*/ 44 w 68"/>
                    <a:gd name="T25" fmla="*/ 10 h 78"/>
                    <a:gd name="T26" fmla="*/ 40 w 68"/>
                    <a:gd name="T27" fmla="*/ 4 h 78"/>
                    <a:gd name="T28" fmla="*/ 36 w 68"/>
                    <a:gd name="T29" fmla="*/ 0 h 78"/>
                    <a:gd name="T30" fmla="*/ 30 w 68"/>
                    <a:gd name="T31" fmla="*/ 0 h 78"/>
                    <a:gd name="T32" fmla="*/ 20 w 68"/>
                    <a:gd name="T33" fmla="*/ 4 h 78"/>
                    <a:gd name="T34" fmla="*/ 18 w 68"/>
                    <a:gd name="T35" fmla="*/ 6 h 78"/>
                    <a:gd name="T36" fmla="*/ 14 w 68"/>
                    <a:gd name="T37" fmla="*/ 8 h 78"/>
                    <a:gd name="T38" fmla="*/ 12 w 68"/>
                    <a:gd name="T39" fmla="*/ 12 h 78"/>
                    <a:gd name="T40" fmla="*/ 12 w 68"/>
                    <a:gd name="T41" fmla="*/ 14 h 78"/>
                    <a:gd name="T42" fmla="*/ 14 w 68"/>
                    <a:gd name="T43" fmla="*/ 18 h 78"/>
                    <a:gd name="T44" fmla="*/ 12 w 68"/>
                    <a:gd name="T45" fmla="*/ 22 h 78"/>
                    <a:gd name="T46" fmla="*/ 12 w 68"/>
                    <a:gd name="T47" fmla="*/ 26 h 78"/>
                    <a:gd name="T48" fmla="*/ 16 w 68"/>
                    <a:gd name="T49" fmla="*/ 30 h 78"/>
                    <a:gd name="T50" fmla="*/ 16 w 68"/>
                    <a:gd name="T51" fmla="*/ 32 h 78"/>
                    <a:gd name="T52" fmla="*/ 10 w 68"/>
                    <a:gd name="T53" fmla="*/ 34 h 78"/>
                    <a:gd name="T54" fmla="*/ 12 w 68"/>
                    <a:gd name="T55" fmla="*/ 36 h 78"/>
                    <a:gd name="T56" fmla="*/ 16 w 68"/>
                    <a:gd name="T57" fmla="*/ 38 h 78"/>
                    <a:gd name="T58" fmla="*/ 16 w 68"/>
                    <a:gd name="T59" fmla="*/ 40 h 78"/>
                    <a:gd name="T60" fmla="*/ 10 w 68"/>
                    <a:gd name="T61" fmla="*/ 44 h 78"/>
                    <a:gd name="T62" fmla="*/ 8 w 68"/>
                    <a:gd name="T63" fmla="*/ 48 h 78"/>
                    <a:gd name="T64" fmla="*/ 2 w 68"/>
                    <a:gd name="T65" fmla="*/ 50 h 78"/>
                    <a:gd name="T66" fmla="*/ 0 w 68"/>
                    <a:gd name="T67" fmla="*/ 54 h 78"/>
                    <a:gd name="T68" fmla="*/ 0 w 68"/>
                    <a:gd name="T69" fmla="*/ 58 h 78"/>
                    <a:gd name="T70" fmla="*/ 2 w 68"/>
                    <a:gd name="T71" fmla="*/ 66 h 78"/>
                    <a:gd name="T72" fmla="*/ 4 w 68"/>
                    <a:gd name="T73" fmla="*/ 66 h 78"/>
                    <a:gd name="T74" fmla="*/ 10 w 68"/>
                    <a:gd name="T75" fmla="*/ 72 h 78"/>
                    <a:gd name="T76" fmla="*/ 12 w 68"/>
                    <a:gd name="T77" fmla="*/ 66 h 78"/>
                    <a:gd name="T78" fmla="*/ 22 w 68"/>
                    <a:gd name="T79" fmla="*/ 68 h 78"/>
                    <a:gd name="T80" fmla="*/ 30 w 68"/>
                    <a:gd name="T81" fmla="*/ 70 h 78"/>
                    <a:gd name="T82" fmla="*/ 32 w 68"/>
                    <a:gd name="T83" fmla="*/ 78 h 78"/>
                    <a:gd name="T84" fmla="*/ 42 w 68"/>
                    <a:gd name="T85" fmla="*/ 70 h 78"/>
                    <a:gd name="T86" fmla="*/ 46 w 68"/>
                    <a:gd name="T87" fmla="*/ 68 h 78"/>
                    <a:gd name="T88" fmla="*/ 54 w 68"/>
                    <a:gd name="T89" fmla="*/ 68 h 78"/>
                    <a:gd name="T90" fmla="*/ 62 w 68"/>
                    <a:gd name="T91" fmla="*/ 64 h 78"/>
                    <a:gd name="T92" fmla="*/ 62 w 68"/>
                    <a:gd name="T93" fmla="*/ 64 h 78"/>
                    <a:gd name="T94" fmla="*/ 64 w 68"/>
                    <a:gd name="T95" fmla="*/ 60 h 78"/>
                    <a:gd name="T96" fmla="*/ 68 w 68"/>
                    <a:gd name="T97" fmla="*/ 52 h 78"/>
                    <a:gd name="T98" fmla="*/ 68 w 68"/>
                    <a:gd name="T99" fmla="*/ 52 h 78"/>
                    <a:gd name="T100" fmla="*/ 60 w 68"/>
                    <a:gd name="T101" fmla="*/ 48 h 78"/>
                    <a:gd name="T102" fmla="*/ 58 w 68"/>
                    <a:gd name="T103" fmla="*/ 44 h 78"/>
                    <a:gd name="T104" fmla="*/ 60 w 68"/>
                    <a:gd name="T105" fmla="*/ 40 h 78"/>
                    <a:gd name="T106" fmla="*/ 64 w 68"/>
                    <a:gd name="T107" fmla="*/ 36 h 78"/>
                    <a:gd name="T108" fmla="*/ 68 w 68"/>
                    <a:gd name="T109" fmla="*/ 32 h 78"/>
                    <a:gd name="T110" fmla="*/ 68 w 68"/>
                    <a:gd name="T111" fmla="*/ 2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8" h="78">
                      <a:moveTo>
                        <a:pt x="68" y="28"/>
                      </a:moveTo>
                      <a:lnTo>
                        <a:pt x="68" y="28"/>
                      </a:lnTo>
                      <a:lnTo>
                        <a:pt x="66" y="28"/>
                      </a:lnTo>
                      <a:lnTo>
                        <a:pt x="62" y="26"/>
                      </a:lnTo>
                      <a:lnTo>
                        <a:pt x="62" y="26"/>
                      </a:lnTo>
                      <a:lnTo>
                        <a:pt x="60" y="22"/>
                      </a:lnTo>
                      <a:lnTo>
                        <a:pt x="60" y="20"/>
                      </a:lnTo>
                      <a:lnTo>
                        <a:pt x="64" y="20"/>
                      </a:lnTo>
                      <a:lnTo>
                        <a:pt x="64" y="20"/>
                      </a:lnTo>
                      <a:lnTo>
                        <a:pt x="66" y="20"/>
                      </a:lnTo>
                      <a:lnTo>
                        <a:pt x="64" y="18"/>
                      </a:lnTo>
                      <a:lnTo>
                        <a:pt x="64" y="18"/>
                      </a:lnTo>
                      <a:lnTo>
                        <a:pt x="60" y="14"/>
                      </a:lnTo>
                      <a:lnTo>
                        <a:pt x="56" y="14"/>
                      </a:lnTo>
                      <a:lnTo>
                        <a:pt x="56" y="16"/>
                      </a:lnTo>
                      <a:lnTo>
                        <a:pt x="56" y="16"/>
                      </a:lnTo>
                      <a:lnTo>
                        <a:pt x="54" y="18"/>
                      </a:lnTo>
                      <a:lnTo>
                        <a:pt x="52" y="20"/>
                      </a:lnTo>
                      <a:lnTo>
                        <a:pt x="50" y="18"/>
                      </a:lnTo>
                      <a:lnTo>
                        <a:pt x="50" y="18"/>
                      </a:lnTo>
                      <a:lnTo>
                        <a:pt x="48" y="14"/>
                      </a:lnTo>
                      <a:lnTo>
                        <a:pt x="46" y="14"/>
                      </a:lnTo>
                      <a:lnTo>
                        <a:pt x="46" y="14"/>
                      </a:lnTo>
                      <a:lnTo>
                        <a:pt x="42" y="14"/>
                      </a:lnTo>
                      <a:lnTo>
                        <a:pt x="44" y="10"/>
                      </a:lnTo>
                      <a:lnTo>
                        <a:pt x="44" y="10"/>
                      </a:lnTo>
                      <a:lnTo>
                        <a:pt x="42" y="6"/>
                      </a:lnTo>
                      <a:lnTo>
                        <a:pt x="40" y="4"/>
                      </a:lnTo>
                      <a:lnTo>
                        <a:pt x="36" y="0"/>
                      </a:lnTo>
                      <a:lnTo>
                        <a:pt x="36" y="0"/>
                      </a:lnTo>
                      <a:lnTo>
                        <a:pt x="30" y="0"/>
                      </a:lnTo>
                      <a:lnTo>
                        <a:pt x="30" y="0"/>
                      </a:lnTo>
                      <a:lnTo>
                        <a:pt x="24" y="0"/>
                      </a:lnTo>
                      <a:lnTo>
                        <a:pt x="20" y="4"/>
                      </a:lnTo>
                      <a:lnTo>
                        <a:pt x="20" y="4"/>
                      </a:lnTo>
                      <a:lnTo>
                        <a:pt x="18" y="6"/>
                      </a:lnTo>
                      <a:lnTo>
                        <a:pt x="14" y="8"/>
                      </a:lnTo>
                      <a:lnTo>
                        <a:pt x="14" y="8"/>
                      </a:lnTo>
                      <a:lnTo>
                        <a:pt x="12" y="10"/>
                      </a:lnTo>
                      <a:lnTo>
                        <a:pt x="12" y="12"/>
                      </a:lnTo>
                      <a:lnTo>
                        <a:pt x="12" y="14"/>
                      </a:lnTo>
                      <a:lnTo>
                        <a:pt x="12" y="14"/>
                      </a:lnTo>
                      <a:lnTo>
                        <a:pt x="14" y="16"/>
                      </a:lnTo>
                      <a:lnTo>
                        <a:pt x="14" y="18"/>
                      </a:lnTo>
                      <a:lnTo>
                        <a:pt x="12" y="22"/>
                      </a:lnTo>
                      <a:lnTo>
                        <a:pt x="12" y="22"/>
                      </a:lnTo>
                      <a:lnTo>
                        <a:pt x="12" y="26"/>
                      </a:lnTo>
                      <a:lnTo>
                        <a:pt x="12" y="26"/>
                      </a:lnTo>
                      <a:lnTo>
                        <a:pt x="14" y="30"/>
                      </a:lnTo>
                      <a:lnTo>
                        <a:pt x="16" y="30"/>
                      </a:lnTo>
                      <a:lnTo>
                        <a:pt x="16" y="32"/>
                      </a:lnTo>
                      <a:lnTo>
                        <a:pt x="16" y="32"/>
                      </a:lnTo>
                      <a:lnTo>
                        <a:pt x="14" y="34"/>
                      </a:lnTo>
                      <a:lnTo>
                        <a:pt x="10" y="34"/>
                      </a:lnTo>
                      <a:lnTo>
                        <a:pt x="10" y="34"/>
                      </a:lnTo>
                      <a:lnTo>
                        <a:pt x="12" y="36"/>
                      </a:lnTo>
                      <a:lnTo>
                        <a:pt x="14" y="38"/>
                      </a:lnTo>
                      <a:lnTo>
                        <a:pt x="16" y="38"/>
                      </a:lnTo>
                      <a:lnTo>
                        <a:pt x="16" y="40"/>
                      </a:lnTo>
                      <a:lnTo>
                        <a:pt x="16" y="40"/>
                      </a:lnTo>
                      <a:lnTo>
                        <a:pt x="14" y="42"/>
                      </a:lnTo>
                      <a:lnTo>
                        <a:pt x="10" y="44"/>
                      </a:lnTo>
                      <a:lnTo>
                        <a:pt x="10" y="44"/>
                      </a:lnTo>
                      <a:lnTo>
                        <a:pt x="8" y="48"/>
                      </a:lnTo>
                      <a:lnTo>
                        <a:pt x="8" y="48"/>
                      </a:lnTo>
                      <a:lnTo>
                        <a:pt x="2" y="50"/>
                      </a:lnTo>
                      <a:lnTo>
                        <a:pt x="2" y="50"/>
                      </a:lnTo>
                      <a:lnTo>
                        <a:pt x="0" y="54"/>
                      </a:lnTo>
                      <a:lnTo>
                        <a:pt x="0" y="58"/>
                      </a:lnTo>
                      <a:lnTo>
                        <a:pt x="0" y="58"/>
                      </a:lnTo>
                      <a:lnTo>
                        <a:pt x="0" y="62"/>
                      </a:lnTo>
                      <a:lnTo>
                        <a:pt x="2" y="66"/>
                      </a:lnTo>
                      <a:lnTo>
                        <a:pt x="2" y="66"/>
                      </a:lnTo>
                      <a:lnTo>
                        <a:pt x="4" y="66"/>
                      </a:lnTo>
                      <a:lnTo>
                        <a:pt x="4" y="66"/>
                      </a:lnTo>
                      <a:lnTo>
                        <a:pt x="10" y="72"/>
                      </a:lnTo>
                      <a:lnTo>
                        <a:pt x="10" y="72"/>
                      </a:lnTo>
                      <a:lnTo>
                        <a:pt x="12" y="66"/>
                      </a:lnTo>
                      <a:lnTo>
                        <a:pt x="20" y="62"/>
                      </a:lnTo>
                      <a:lnTo>
                        <a:pt x="22" y="68"/>
                      </a:lnTo>
                      <a:lnTo>
                        <a:pt x="24" y="64"/>
                      </a:lnTo>
                      <a:lnTo>
                        <a:pt x="30" y="70"/>
                      </a:lnTo>
                      <a:lnTo>
                        <a:pt x="32" y="78"/>
                      </a:lnTo>
                      <a:lnTo>
                        <a:pt x="32" y="78"/>
                      </a:lnTo>
                      <a:lnTo>
                        <a:pt x="38" y="72"/>
                      </a:lnTo>
                      <a:lnTo>
                        <a:pt x="42" y="70"/>
                      </a:lnTo>
                      <a:lnTo>
                        <a:pt x="44" y="74"/>
                      </a:lnTo>
                      <a:lnTo>
                        <a:pt x="46" y="68"/>
                      </a:lnTo>
                      <a:lnTo>
                        <a:pt x="50" y="68"/>
                      </a:lnTo>
                      <a:lnTo>
                        <a:pt x="54" y="68"/>
                      </a:lnTo>
                      <a:lnTo>
                        <a:pt x="60" y="66"/>
                      </a:lnTo>
                      <a:lnTo>
                        <a:pt x="62" y="64"/>
                      </a:lnTo>
                      <a:lnTo>
                        <a:pt x="62" y="64"/>
                      </a:lnTo>
                      <a:lnTo>
                        <a:pt x="62" y="64"/>
                      </a:lnTo>
                      <a:lnTo>
                        <a:pt x="64" y="60"/>
                      </a:lnTo>
                      <a:lnTo>
                        <a:pt x="64" y="60"/>
                      </a:lnTo>
                      <a:lnTo>
                        <a:pt x="68" y="54"/>
                      </a:lnTo>
                      <a:lnTo>
                        <a:pt x="68" y="52"/>
                      </a:lnTo>
                      <a:lnTo>
                        <a:pt x="68" y="52"/>
                      </a:lnTo>
                      <a:lnTo>
                        <a:pt x="68" y="52"/>
                      </a:lnTo>
                      <a:lnTo>
                        <a:pt x="62" y="50"/>
                      </a:lnTo>
                      <a:lnTo>
                        <a:pt x="60" y="48"/>
                      </a:lnTo>
                      <a:lnTo>
                        <a:pt x="60" y="48"/>
                      </a:lnTo>
                      <a:lnTo>
                        <a:pt x="58" y="44"/>
                      </a:lnTo>
                      <a:lnTo>
                        <a:pt x="60" y="40"/>
                      </a:lnTo>
                      <a:lnTo>
                        <a:pt x="60" y="40"/>
                      </a:lnTo>
                      <a:lnTo>
                        <a:pt x="60" y="38"/>
                      </a:lnTo>
                      <a:lnTo>
                        <a:pt x="64" y="36"/>
                      </a:lnTo>
                      <a:lnTo>
                        <a:pt x="64" y="36"/>
                      </a:lnTo>
                      <a:lnTo>
                        <a:pt x="68" y="32"/>
                      </a:lnTo>
                      <a:lnTo>
                        <a:pt x="68" y="28"/>
                      </a:lnTo>
                      <a:lnTo>
                        <a:pt x="68"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7" name="Freeform 296">
                  <a:extLst>
                    <a:ext uri="{FF2B5EF4-FFF2-40B4-BE49-F238E27FC236}">
                      <a16:creationId xmlns:a16="http://schemas.microsoft.com/office/drawing/2014/main" id="{44BE2636-EFEA-FB47-8131-B7E59CA0AD51}"/>
                    </a:ext>
                  </a:extLst>
                </p:cNvPr>
                <p:cNvSpPr>
                  <a:spLocks/>
                </p:cNvSpPr>
                <p:nvPr/>
              </p:nvSpPr>
              <p:spPr bwMode="auto">
                <a:xfrm>
                  <a:off x="7367106" y="2793767"/>
                  <a:ext cx="434432" cy="320376"/>
                </a:xfrm>
                <a:custGeom>
                  <a:avLst/>
                  <a:gdLst>
                    <a:gd name="T0" fmla="*/ 194 w 222"/>
                    <a:gd name="T1" fmla="*/ 60 h 160"/>
                    <a:gd name="T2" fmla="*/ 178 w 222"/>
                    <a:gd name="T3" fmla="*/ 64 h 160"/>
                    <a:gd name="T4" fmla="*/ 170 w 222"/>
                    <a:gd name="T5" fmla="*/ 70 h 160"/>
                    <a:gd name="T6" fmla="*/ 166 w 222"/>
                    <a:gd name="T7" fmla="*/ 78 h 160"/>
                    <a:gd name="T8" fmla="*/ 152 w 222"/>
                    <a:gd name="T9" fmla="*/ 86 h 160"/>
                    <a:gd name="T10" fmla="*/ 146 w 222"/>
                    <a:gd name="T11" fmla="*/ 76 h 160"/>
                    <a:gd name="T12" fmla="*/ 130 w 222"/>
                    <a:gd name="T13" fmla="*/ 74 h 160"/>
                    <a:gd name="T14" fmla="*/ 128 w 222"/>
                    <a:gd name="T15" fmla="*/ 68 h 160"/>
                    <a:gd name="T16" fmla="*/ 126 w 222"/>
                    <a:gd name="T17" fmla="*/ 62 h 160"/>
                    <a:gd name="T18" fmla="*/ 114 w 222"/>
                    <a:gd name="T19" fmla="*/ 60 h 160"/>
                    <a:gd name="T20" fmla="*/ 92 w 222"/>
                    <a:gd name="T21" fmla="*/ 52 h 160"/>
                    <a:gd name="T22" fmla="*/ 76 w 222"/>
                    <a:gd name="T23" fmla="*/ 36 h 160"/>
                    <a:gd name="T24" fmla="*/ 66 w 222"/>
                    <a:gd name="T25" fmla="*/ 34 h 160"/>
                    <a:gd name="T26" fmla="*/ 50 w 222"/>
                    <a:gd name="T27" fmla="*/ 42 h 160"/>
                    <a:gd name="T28" fmla="*/ 48 w 222"/>
                    <a:gd name="T29" fmla="*/ 36 h 160"/>
                    <a:gd name="T30" fmla="*/ 40 w 222"/>
                    <a:gd name="T31" fmla="*/ 44 h 160"/>
                    <a:gd name="T32" fmla="*/ 44 w 222"/>
                    <a:gd name="T33" fmla="*/ 34 h 160"/>
                    <a:gd name="T34" fmla="*/ 30 w 222"/>
                    <a:gd name="T35" fmla="*/ 30 h 160"/>
                    <a:gd name="T36" fmla="*/ 30 w 222"/>
                    <a:gd name="T37" fmla="*/ 26 h 160"/>
                    <a:gd name="T38" fmla="*/ 30 w 222"/>
                    <a:gd name="T39" fmla="*/ 16 h 160"/>
                    <a:gd name="T40" fmla="*/ 34 w 222"/>
                    <a:gd name="T41" fmla="*/ 2 h 160"/>
                    <a:gd name="T42" fmla="*/ 16 w 222"/>
                    <a:gd name="T43" fmla="*/ 2 h 160"/>
                    <a:gd name="T44" fmla="*/ 14 w 222"/>
                    <a:gd name="T45" fmla="*/ 74 h 160"/>
                    <a:gd name="T46" fmla="*/ 22 w 222"/>
                    <a:gd name="T47" fmla="*/ 60 h 160"/>
                    <a:gd name="T48" fmla="*/ 38 w 222"/>
                    <a:gd name="T49" fmla="*/ 62 h 160"/>
                    <a:gd name="T50" fmla="*/ 48 w 222"/>
                    <a:gd name="T51" fmla="*/ 86 h 160"/>
                    <a:gd name="T52" fmla="*/ 78 w 222"/>
                    <a:gd name="T53" fmla="*/ 82 h 160"/>
                    <a:gd name="T54" fmla="*/ 92 w 222"/>
                    <a:gd name="T55" fmla="*/ 112 h 160"/>
                    <a:gd name="T56" fmla="*/ 120 w 222"/>
                    <a:gd name="T57" fmla="*/ 128 h 160"/>
                    <a:gd name="T58" fmla="*/ 142 w 222"/>
                    <a:gd name="T59" fmla="*/ 138 h 160"/>
                    <a:gd name="T60" fmla="*/ 144 w 222"/>
                    <a:gd name="T61" fmla="*/ 160 h 160"/>
                    <a:gd name="T62" fmla="*/ 158 w 222"/>
                    <a:gd name="T63" fmla="*/ 150 h 160"/>
                    <a:gd name="T64" fmla="*/ 162 w 222"/>
                    <a:gd name="T65" fmla="*/ 140 h 160"/>
                    <a:gd name="T66" fmla="*/ 164 w 222"/>
                    <a:gd name="T67" fmla="*/ 130 h 160"/>
                    <a:gd name="T68" fmla="*/ 154 w 222"/>
                    <a:gd name="T69" fmla="*/ 128 h 160"/>
                    <a:gd name="T70" fmla="*/ 152 w 222"/>
                    <a:gd name="T71" fmla="*/ 116 h 160"/>
                    <a:gd name="T72" fmla="*/ 158 w 222"/>
                    <a:gd name="T73" fmla="*/ 118 h 160"/>
                    <a:gd name="T74" fmla="*/ 168 w 222"/>
                    <a:gd name="T75" fmla="*/ 112 h 160"/>
                    <a:gd name="T76" fmla="*/ 168 w 222"/>
                    <a:gd name="T77" fmla="*/ 110 h 160"/>
                    <a:gd name="T78" fmla="*/ 174 w 222"/>
                    <a:gd name="T79" fmla="*/ 100 h 160"/>
                    <a:gd name="T80" fmla="*/ 170 w 222"/>
                    <a:gd name="T81" fmla="*/ 90 h 160"/>
                    <a:gd name="T82" fmla="*/ 176 w 222"/>
                    <a:gd name="T83" fmla="*/ 88 h 160"/>
                    <a:gd name="T84" fmla="*/ 186 w 222"/>
                    <a:gd name="T85" fmla="*/ 92 h 160"/>
                    <a:gd name="T86" fmla="*/ 196 w 222"/>
                    <a:gd name="T87" fmla="*/ 94 h 160"/>
                    <a:gd name="T88" fmla="*/ 194 w 222"/>
                    <a:gd name="T89" fmla="*/ 104 h 160"/>
                    <a:gd name="T90" fmla="*/ 202 w 222"/>
                    <a:gd name="T91" fmla="*/ 100 h 160"/>
                    <a:gd name="T92" fmla="*/ 214 w 222"/>
                    <a:gd name="T93" fmla="*/ 96 h 160"/>
                    <a:gd name="T94" fmla="*/ 218 w 222"/>
                    <a:gd name="T95" fmla="*/ 86 h 160"/>
                    <a:gd name="T96" fmla="*/ 206 w 222"/>
                    <a:gd name="T97" fmla="*/ 82 h 160"/>
                    <a:gd name="T98" fmla="*/ 202 w 222"/>
                    <a:gd name="T99" fmla="*/ 76 h 160"/>
                    <a:gd name="T100" fmla="*/ 192 w 222"/>
                    <a:gd name="T101" fmla="*/ 74 h 160"/>
                    <a:gd name="T102" fmla="*/ 194 w 222"/>
                    <a:gd name="T103" fmla="*/ 70 h 160"/>
                    <a:gd name="T104" fmla="*/ 200 w 222"/>
                    <a:gd name="T105" fmla="*/ 60 h 160"/>
                    <a:gd name="T106" fmla="*/ 200 w 222"/>
                    <a:gd name="T107" fmla="*/ 5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2" h="160">
                      <a:moveTo>
                        <a:pt x="200" y="58"/>
                      </a:moveTo>
                      <a:lnTo>
                        <a:pt x="200" y="58"/>
                      </a:lnTo>
                      <a:lnTo>
                        <a:pt x="198" y="58"/>
                      </a:lnTo>
                      <a:lnTo>
                        <a:pt x="194" y="60"/>
                      </a:lnTo>
                      <a:lnTo>
                        <a:pt x="194" y="60"/>
                      </a:lnTo>
                      <a:lnTo>
                        <a:pt x="190" y="62"/>
                      </a:lnTo>
                      <a:lnTo>
                        <a:pt x="186" y="62"/>
                      </a:lnTo>
                      <a:lnTo>
                        <a:pt x="186" y="62"/>
                      </a:lnTo>
                      <a:lnTo>
                        <a:pt x="180" y="64"/>
                      </a:lnTo>
                      <a:lnTo>
                        <a:pt x="178" y="64"/>
                      </a:lnTo>
                      <a:lnTo>
                        <a:pt x="178" y="66"/>
                      </a:lnTo>
                      <a:lnTo>
                        <a:pt x="178" y="66"/>
                      </a:lnTo>
                      <a:lnTo>
                        <a:pt x="176" y="68"/>
                      </a:lnTo>
                      <a:lnTo>
                        <a:pt x="174" y="68"/>
                      </a:lnTo>
                      <a:lnTo>
                        <a:pt x="170" y="70"/>
                      </a:lnTo>
                      <a:lnTo>
                        <a:pt x="170" y="70"/>
                      </a:lnTo>
                      <a:lnTo>
                        <a:pt x="168" y="72"/>
                      </a:lnTo>
                      <a:lnTo>
                        <a:pt x="166" y="74"/>
                      </a:lnTo>
                      <a:lnTo>
                        <a:pt x="166" y="78"/>
                      </a:lnTo>
                      <a:lnTo>
                        <a:pt x="166" y="78"/>
                      </a:lnTo>
                      <a:lnTo>
                        <a:pt x="158" y="80"/>
                      </a:lnTo>
                      <a:lnTo>
                        <a:pt x="158" y="84"/>
                      </a:lnTo>
                      <a:lnTo>
                        <a:pt x="158" y="84"/>
                      </a:lnTo>
                      <a:lnTo>
                        <a:pt x="152" y="86"/>
                      </a:lnTo>
                      <a:lnTo>
                        <a:pt x="152" y="86"/>
                      </a:lnTo>
                      <a:lnTo>
                        <a:pt x="152" y="86"/>
                      </a:lnTo>
                      <a:lnTo>
                        <a:pt x="152" y="84"/>
                      </a:lnTo>
                      <a:lnTo>
                        <a:pt x="152" y="80"/>
                      </a:lnTo>
                      <a:lnTo>
                        <a:pt x="152" y="80"/>
                      </a:lnTo>
                      <a:lnTo>
                        <a:pt x="146" y="76"/>
                      </a:lnTo>
                      <a:lnTo>
                        <a:pt x="142" y="76"/>
                      </a:lnTo>
                      <a:lnTo>
                        <a:pt x="142" y="76"/>
                      </a:lnTo>
                      <a:lnTo>
                        <a:pt x="136" y="76"/>
                      </a:lnTo>
                      <a:lnTo>
                        <a:pt x="130" y="74"/>
                      </a:lnTo>
                      <a:lnTo>
                        <a:pt x="130" y="74"/>
                      </a:lnTo>
                      <a:lnTo>
                        <a:pt x="128" y="74"/>
                      </a:lnTo>
                      <a:lnTo>
                        <a:pt x="128" y="72"/>
                      </a:lnTo>
                      <a:lnTo>
                        <a:pt x="130" y="68"/>
                      </a:lnTo>
                      <a:lnTo>
                        <a:pt x="130" y="68"/>
                      </a:lnTo>
                      <a:lnTo>
                        <a:pt x="128" y="68"/>
                      </a:lnTo>
                      <a:lnTo>
                        <a:pt x="128" y="66"/>
                      </a:lnTo>
                      <a:lnTo>
                        <a:pt x="126" y="66"/>
                      </a:lnTo>
                      <a:lnTo>
                        <a:pt x="126" y="66"/>
                      </a:lnTo>
                      <a:lnTo>
                        <a:pt x="126" y="66"/>
                      </a:lnTo>
                      <a:lnTo>
                        <a:pt x="126" y="62"/>
                      </a:lnTo>
                      <a:lnTo>
                        <a:pt x="122" y="62"/>
                      </a:lnTo>
                      <a:lnTo>
                        <a:pt x="122" y="62"/>
                      </a:lnTo>
                      <a:lnTo>
                        <a:pt x="118" y="62"/>
                      </a:lnTo>
                      <a:lnTo>
                        <a:pt x="114" y="60"/>
                      </a:lnTo>
                      <a:lnTo>
                        <a:pt x="114" y="60"/>
                      </a:lnTo>
                      <a:lnTo>
                        <a:pt x="110" y="52"/>
                      </a:lnTo>
                      <a:lnTo>
                        <a:pt x="108" y="56"/>
                      </a:lnTo>
                      <a:lnTo>
                        <a:pt x="108" y="56"/>
                      </a:lnTo>
                      <a:lnTo>
                        <a:pt x="92" y="52"/>
                      </a:lnTo>
                      <a:lnTo>
                        <a:pt x="92" y="52"/>
                      </a:lnTo>
                      <a:lnTo>
                        <a:pt x="82" y="52"/>
                      </a:lnTo>
                      <a:lnTo>
                        <a:pt x="78" y="52"/>
                      </a:lnTo>
                      <a:lnTo>
                        <a:pt x="78" y="52"/>
                      </a:lnTo>
                      <a:lnTo>
                        <a:pt x="76" y="36"/>
                      </a:lnTo>
                      <a:lnTo>
                        <a:pt x="76" y="36"/>
                      </a:lnTo>
                      <a:lnTo>
                        <a:pt x="74" y="32"/>
                      </a:lnTo>
                      <a:lnTo>
                        <a:pt x="74" y="28"/>
                      </a:lnTo>
                      <a:lnTo>
                        <a:pt x="70" y="28"/>
                      </a:lnTo>
                      <a:lnTo>
                        <a:pt x="70" y="28"/>
                      </a:lnTo>
                      <a:lnTo>
                        <a:pt x="66" y="34"/>
                      </a:lnTo>
                      <a:lnTo>
                        <a:pt x="62" y="40"/>
                      </a:lnTo>
                      <a:lnTo>
                        <a:pt x="62" y="40"/>
                      </a:lnTo>
                      <a:lnTo>
                        <a:pt x="56" y="42"/>
                      </a:lnTo>
                      <a:lnTo>
                        <a:pt x="50" y="42"/>
                      </a:lnTo>
                      <a:lnTo>
                        <a:pt x="50" y="42"/>
                      </a:lnTo>
                      <a:lnTo>
                        <a:pt x="52" y="38"/>
                      </a:lnTo>
                      <a:lnTo>
                        <a:pt x="52" y="36"/>
                      </a:lnTo>
                      <a:lnTo>
                        <a:pt x="50" y="34"/>
                      </a:lnTo>
                      <a:lnTo>
                        <a:pt x="50" y="34"/>
                      </a:lnTo>
                      <a:lnTo>
                        <a:pt x="48" y="36"/>
                      </a:lnTo>
                      <a:lnTo>
                        <a:pt x="46" y="40"/>
                      </a:lnTo>
                      <a:lnTo>
                        <a:pt x="44" y="48"/>
                      </a:lnTo>
                      <a:lnTo>
                        <a:pt x="44" y="48"/>
                      </a:lnTo>
                      <a:lnTo>
                        <a:pt x="40" y="44"/>
                      </a:lnTo>
                      <a:lnTo>
                        <a:pt x="40" y="44"/>
                      </a:lnTo>
                      <a:lnTo>
                        <a:pt x="44" y="42"/>
                      </a:lnTo>
                      <a:lnTo>
                        <a:pt x="44" y="40"/>
                      </a:lnTo>
                      <a:lnTo>
                        <a:pt x="44" y="40"/>
                      </a:lnTo>
                      <a:lnTo>
                        <a:pt x="44" y="34"/>
                      </a:lnTo>
                      <a:lnTo>
                        <a:pt x="44" y="34"/>
                      </a:lnTo>
                      <a:lnTo>
                        <a:pt x="40" y="32"/>
                      </a:lnTo>
                      <a:lnTo>
                        <a:pt x="40" y="32"/>
                      </a:lnTo>
                      <a:lnTo>
                        <a:pt x="30" y="36"/>
                      </a:lnTo>
                      <a:lnTo>
                        <a:pt x="30" y="36"/>
                      </a:lnTo>
                      <a:lnTo>
                        <a:pt x="30" y="30"/>
                      </a:lnTo>
                      <a:lnTo>
                        <a:pt x="30" y="30"/>
                      </a:lnTo>
                      <a:lnTo>
                        <a:pt x="28" y="28"/>
                      </a:lnTo>
                      <a:lnTo>
                        <a:pt x="28" y="28"/>
                      </a:lnTo>
                      <a:lnTo>
                        <a:pt x="30" y="26"/>
                      </a:lnTo>
                      <a:lnTo>
                        <a:pt x="30" y="26"/>
                      </a:lnTo>
                      <a:lnTo>
                        <a:pt x="30" y="26"/>
                      </a:lnTo>
                      <a:lnTo>
                        <a:pt x="28" y="24"/>
                      </a:lnTo>
                      <a:lnTo>
                        <a:pt x="28" y="20"/>
                      </a:lnTo>
                      <a:lnTo>
                        <a:pt x="28" y="20"/>
                      </a:lnTo>
                      <a:lnTo>
                        <a:pt x="30" y="16"/>
                      </a:lnTo>
                      <a:lnTo>
                        <a:pt x="30" y="16"/>
                      </a:lnTo>
                      <a:lnTo>
                        <a:pt x="30" y="12"/>
                      </a:lnTo>
                      <a:lnTo>
                        <a:pt x="30" y="6"/>
                      </a:lnTo>
                      <a:lnTo>
                        <a:pt x="30" y="6"/>
                      </a:lnTo>
                      <a:lnTo>
                        <a:pt x="34" y="2"/>
                      </a:lnTo>
                      <a:lnTo>
                        <a:pt x="34" y="2"/>
                      </a:lnTo>
                      <a:lnTo>
                        <a:pt x="28" y="0"/>
                      </a:lnTo>
                      <a:lnTo>
                        <a:pt x="28" y="0"/>
                      </a:lnTo>
                      <a:lnTo>
                        <a:pt x="22" y="2"/>
                      </a:lnTo>
                      <a:lnTo>
                        <a:pt x="16" y="2"/>
                      </a:lnTo>
                      <a:lnTo>
                        <a:pt x="16" y="2"/>
                      </a:lnTo>
                      <a:lnTo>
                        <a:pt x="8" y="6"/>
                      </a:lnTo>
                      <a:lnTo>
                        <a:pt x="2" y="8"/>
                      </a:lnTo>
                      <a:lnTo>
                        <a:pt x="0" y="72"/>
                      </a:lnTo>
                      <a:lnTo>
                        <a:pt x="14" y="74"/>
                      </a:lnTo>
                      <a:lnTo>
                        <a:pt x="14" y="72"/>
                      </a:lnTo>
                      <a:lnTo>
                        <a:pt x="12" y="68"/>
                      </a:lnTo>
                      <a:lnTo>
                        <a:pt x="12" y="62"/>
                      </a:lnTo>
                      <a:lnTo>
                        <a:pt x="14" y="60"/>
                      </a:lnTo>
                      <a:lnTo>
                        <a:pt x="22" y="60"/>
                      </a:lnTo>
                      <a:lnTo>
                        <a:pt x="24" y="56"/>
                      </a:lnTo>
                      <a:lnTo>
                        <a:pt x="28" y="52"/>
                      </a:lnTo>
                      <a:lnTo>
                        <a:pt x="32" y="52"/>
                      </a:lnTo>
                      <a:lnTo>
                        <a:pt x="36" y="54"/>
                      </a:lnTo>
                      <a:lnTo>
                        <a:pt x="38" y="62"/>
                      </a:lnTo>
                      <a:lnTo>
                        <a:pt x="40" y="72"/>
                      </a:lnTo>
                      <a:lnTo>
                        <a:pt x="48" y="74"/>
                      </a:lnTo>
                      <a:lnTo>
                        <a:pt x="48" y="80"/>
                      </a:lnTo>
                      <a:lnTo>
                        <a:pt x="46" y="84"/>
                      </a:lnTo>
                      <a:lnTo>
                        <a:pt x="48" y="86"/>
                      </a:lnTo>
                      <a:lnTo>
                        <a:pt x="54" y="88"/>
                      </a:lnTo>
                      <a:lnTo>
                        <a:pt x="60" y="84"/>
                      </a:lnTo>
                      <a:lnTo>
                        <a:pt x="64" y="82"/>
                      </a:lnTo>
                      <a:lnTo>
                        <a:pt x="72" y="82"/>
                      </a:lnTo>
                      <a:lnTo>
                        <a:pt x="78" y="82"/>
                      </a:lnTo>
                      <a:lnTo>
                        <a:pt x="82" y="90"/>
                      </a:lnTo>
                      <a:lnTo>
                        <a:pt x="82" y="96"/>
                      </a:lnTo>
                      <a:lnTo>
                        <a:pt x="86" y="100"/>
                      </a:lnTo>
                      <a:lnTo>
                        <a:pt x="90" y="104"/>
                      </a:lnTo>
                      <a:lnTo>
                        <a:pt x="92" y="112"/>
                      </a:lnTo>
                      <a:lnTo>
                        <a:pt x="96" y="116"/>
                      </a:lnTo>
                      <a:lnTo>
                        <a:pt x="102" y="118"/>
                      </a:lnTo>
                      <a:lnTo>
                        <a:pt x="108" y="124"/>
                      </a:lnTo>
                      <a:lnTo>
                        <a:pt x="112" y="130"/>
                      </a:lnTo>
                      <a:lnTo>
                        <a:pt x="120" y="128"/>
                      </a:lnTo>
                      <a:lnTo>
                        <a:pt x="124" y="132"/>
                      </a:lnTo>
                      <a:lnTo>
                        <a:pt x="130" y="132"/>
                      </a:lnTo>
                      <a:lnTo>
                        <a:pt x="134" y="136"/>
                      </a:lnTo>
                      <a:lnTo>
                        <a:pt x="140" y="136"/>
                      </a:lnTo>
                      <a:lnTo>
                        <a:pt x="142" y="138"/>
                      </a:lnTo>
                      <a:lnTo>
                        <a:pt x="134" y="142"/>
                      </a:lnTo>
                      <a:lnTo>
                        <a:pt x="134" y="146"/>
                      </a:lnTo>
                      <a:lnTo>
                        <a:pt x="134" y="154"/>
                      </a:lnTo>
                      <a:lnTo>
                        <a:pt x="140" y="154"/>
                      </a:lnTo>
                      <a:lnTo>
                        <a:pt x="144" y="160"/>
                      </a:lnTo>
                      <a:lnTo>
                        <a:pt x="150" y="158"/>
                      </a:lnTo>
                      <a:lnTo>
                        <a:pt x="156" y="158"/>
                      </a:lnTo>
                      <a:lnTo>
                        <a:pt x="156" y="158"/>
                      </a:lnTo>
                      <a:lnTo>
                        <a:pt x="158" y="150"/>
                      </a:lnTo>
                      <a:lnTo>
                        <a:pt x="158" y="150"/>
                      </a:lnTo>
                      <a:lnTo>
                        <a:pt x="160" y="148"/>
                      </a:lnTo>
                      <a:lnTo>
                        <a:pt x="162" y="146"/>
                      </a:lnTo>
                      <a:lnTo>
                        <a:pt x="162" y="146"/>
                      </a:lnTo>
                      <a:lnTo>
                        <a:pt x="164" y="142"/>
                      </a:lnTo>
                      <a:lnTo>
                        <a:pt x="162" y="140"/>
                      </a:lnTo>
                      <a:lnTo>
                        <a:pt x="162" y="140"/>
                      </a:lnTo>
                      <a:lnTo>
                        <a:pt x="160" y="138"/>
                      </a:lnTo>
                      <a:lnTo>
                        <a:pt x="160" y="136"/>
                      </a:lnTo>
                      <a:lnTo>
                        <a:pt x="164" y="130"/>
                      </a:lnTo>
                      <a:lnTo>
                        <a:pt x="164" y="130"/>
                      </a:lnTo>
                      <a:lnTo>
                        <a:pt x="164" y="128"/>
                      </a:lnTo>
                      <a:lnTo>
                        <a:pt x="162" y="128"/>
                      </a:lnTo>
                      <a:lnTo>
                        <a:pt x="156" y="128"/>
                      </a:lnTo>
                      <a:lnTo>
                        <a:pt x="156" y="128"/>
                      </a:lnTo>
                      <a:lnTo>
                        <a:pt x="154" y="128"/>
                      </a:lnTo>
                      <a:lnTo>
                        <a:pt x="150" y="124"/>
                      </a:lnTo>
                      <a:lnTo>
                        <a:pt x="150" y="124"/>
                      </a:lnTo>
                      <a:lnTo>
                        <a:pt x="148" y="122"/>
                      </a:lnTo>
                      <a:lnTo>
                        <a:pt x="148" y="120"/>
                      </a:lnTo>
                      <a:lnTo>
                        <a:pt x="152" y="116"/>
                      </a:lnTo>
                      <a:lnTo>
                        <a:pt x="152" y="116"/>
                      </a:lnTo>
                      <a:lnTo>
                        <a:pt x="156" y="116"/>
                      </a:lnTo>
                      <a:lnTo>
                        <a:pt x="158" y="116"/>
                      </a:lnTo>
                      <a:lnTo>
                        <a:pt x="158" y="118"/>
                      </a:lnTo>
                      <a:lnTo>
                        <a:pt x="158" y="118"/>
                      </a:lnTo>
                      <a:lnTo>
                        <a:pt x="160" y="118"/>
                      </a:lnTo>
                      <a:lnTo>
                        <a:pt x="162" y="116"/>
                      </a:lnTo>
                      <a:lnTo>
                        <a:pt x="168" y="112"/>
                      </a:lnTo>
                      <a:lnTo>
                        <a:pt x="168" y="112"/>
                      </a:lnTo>
                      <a:lnTo>
                        <a:pt x="168" y="112"/>
                      </a:lnTo>
                      <a:lnTo>
                        <a:pt x="170" y="110"/>
                      </a:lnTo>
                      <a:lnTo>
                        <a:pt x="170" y="108"/>
                      </a:lnTo>
                      <a:lnTo>
                        <a:pt x="168" y="110"/>
                      </a:lnTo>
                      <a:lnTo>
                        <a:pt x="168" y="110"/>
                      </a:lnTo>
                      <a:lnTo>
                        <a:pt x="168" y="110"/>
                      </a:lnTo>
                      <a:lnTo>
                        <a:pt x="168" y="106"/>
                      </a:lnTo>
                      <a:lnTo>
                        <a:pt x="170" y="104"/>
                      </a:lnTo>
                      <a:lnTo>
                        <a:pt x="172" y="102"/>
                      </a:lnTo>
                      <a:lnTo>
                        <a:pt x="172" y="102"/>
                      </a:lnTo>
                      <a:lnTo>
                        <a:pt x="174" y="100"/>
                      </a:lnTo>
                      <a:lnTo>
                        <a:pt x="174" y="100"/>
                      </a:lnTo>
                      <a:lnTo>
                        <a:pt x="174" y="98"/>
                      </a:lnTo>
                      <a:lnTo>
                        <a:pt x="174" y="98"/>
                      </a:lnTo>
                      <a:lnTo>
                        <a:pt x="172" y="96"/>
                      </a:lnTo>
                      <a:lnTo>
                        <a:pt x="170" y="90"/>
                      </a:lnTo>
                      <a:lnTo>
                        <a:pt x="170" y="90"/>
                      </a:lnTo>
                      <a:lnTo>
                        <a:pt x="172" y="90"/>
                      </a:lnTo>
                      <a:lnTo>
                        <a:pt x="174" y="88"/>
                      </a:lnTo>
                      <a:lnTo>
                        <a:pt x="176" y="88"/>
                      </a:lnTo>
                      <a:lnTo>
                        <a:pt x="176" y="88"/>
                      </a:lnTo>
                      <a:lnTo>
                        <a:pt x="178" y="90"/>
                      </a:lnTo>
                      <a:lnTo>
                        <a:pt x="182" y="94"/>
                      </a:lnTo>
                      <a:lnTo>
                        <a:pt x="182" y="94"/>
                      </a:lnTo>
                      <a:lnTo>
                        <a:pt x="184" y="94"/>
                      </a:lnTo>
                      <a:lnTo>
                        <a:pt x="186" y="92"/>
                      </a:lnTo>
                      <a:lnTo>
                        <a:pt x="186" y="90"/>
                      </a:lnTo>
                      <a:lnTo>
                        <a:pt x="186" y="90"/>
                      </a:lnTo>
                      <a:lnTo>
                        <a:pt x="190" y="88"/>
                      </a:lnTo>
                      <a:lnTo>
                        <a:pt x="194" y="88"/>
                      </a:lnTo>
                      <a:lnTo>
                        <a:pt x="196" y="94"/>
                      </a:lnTo>
                      <a:lnTo>
                        <a:pt x="190" y="96"/>
                      </a:lnTo>
                      <a:lnTo>
                        <a:pt x="190" y="104"/>
                      </a:lnTo>
                      <a:lnTo>
                        <a:pt x="190" y="104"/>
                      </a:lnTo>
                      <a:lnTo>
                        <a:pt x="192" y="102"/>
                      </a:lnTo>
                      <a:lnTo>
                        <a:pt x="194" y="104"/>
                      </a:lnTo>
                      <a:lnTo>
                        <a:pt x="194" y="104"/>
                      </a:lnTo>
                      <a:lnTo>
                        <a:pt x="194" y="104"/>
                      </a:lnTo>
                      <a:lnTo>
                        <a:pt x="196" y="104"/>
                      </a:lnTo>
                      <a:lnTo>
                        <a:pt x="198" y="104"/>
                      </a:lnTo>
                      <a:lnTo>
                        <a:pt x="202" y="100"/>
                      </a:lnTo>
                      <a:lnTo>
                        <a:pt x="202" y="100"/>
                      </a:lnTo>
                      <a:lnTo>
                        <a:pt x="208" y="100"/>
                      </a:lnTo>
                      <a:lnTo>
                        <a:pt x="208" y="100"/>
                      </a:lnTo>
                      <a:lnTo>
                        <a:pt x="212" y="98"/>
                      </a:lnTo>
                      <a:lnTo>
                        <a:pt x="214" y="96"/>
                      </a:lnTo>
                      <a:lnTo>
                        <a:pt x="220" y="88"/>
                      </a:lnTo>
                      <a:lnTo>
                        <a:pt x="220" y="88"/>
                      </a:lnTo>
                      <a:lnTo>
                        <a:pt x="222" y="86"/>
                      </a:lnTo>
                      <a:lnTo>
                        <a:pt x="220" y="86"/>
                      </a:lnTo>
                      <a:lnTo>
                        <a:pt x="218" y="86"/>
                      </a:lnTo>
                      <a:lnTo>
                        <a:pt x="216" y="84"/>
                      </a:lnTo>
                      <a:lnTo>
                        <a:pt x="216" y="84"/>
                      </a:lnTo>
                      <a:lnTo>
                        <a:pt x="210" y="82"/>
                      </a:lnTo>
                      <a:lnTo>
                        <a:pt x="206" y="82"/>
                      </a:lnTo>
                      <a:lnTo>
                        <a:pt x="206" y="82"/>
                      </a:lnTo>
                      <a:lnTo>
                        <a:pt x="202" y="80"/>
                      </a:lnTo>
                      <a:lnTo>
                        <a:pt x="204" y="78"/>
                      </a:lnTo>
                      <a:lnTo>
                        <a:pt x="204" y="78"/>
                      </a:lnTo>
                      <a:lnTo>
                        <a:pt x="204" y="76"/>
                      </a:lnTo>
                      <a:lnTo>
                        <a:pt x="202" y="76"/>
                      </a:lnTo>
                      <a:lnTo>
                        <a:pt x="198" y="76"/>
                      </a:lnTo>
                      <a:lnTo>
                        <a:pt x="198" y="76"/>
                      </a:lnTo>
                      <a:lnTo>
                        <a:pt x="196" y="78"/>
                      </a:lnTo>
                      <a:lnTo>
                        <a:pt x="194" y="76"/>
                      </a:lnTo>
                      <a:lnTo>
                        <a:pt x="192" y="74"/>
                      </a:lnTo>
                      <a:lnTo>
                        <a:pt x="190" y="72"/>
                      </a:lnTo>
                      <a:lnTo>
                        <a:pt x="190" y="72"/>
                      </a:lnTo>
                      <a:lnTo>
                        <a:pt x="188" y="72"/>
                      </a:lnTo>
                      <a:lnTo>
                        <a:pt x="190" y="72"/>
                      </a:lnTo>
                      <a:lnTo>
                        <a:pt x="194" y="70"/>
                      </a:lnTo>
                      <a:lnTo>
                        <a:pt x="194" y="70"/>
                      </a:lnTo>
                      <a:lnTo>
                        <a:pt x="200" y="64"/>
                      </a:lnTo>
                      <a:lnTo>
                        <a:pt x="200" y="64"/>
                      </a:lnTo>
                      <a:lnTo>
                        <a:pt x="202" y="62"/>
                      </a:lnTo>
                      <a:lnTo>
                        <a:pt x="200" y="60"/>
                      </a:lnTo>
                      <a:lnTo>
                        <a:pt x="198" y="58"/>
                      </a:lnTo>
                      <a:lnTo>
                        <a:pt x="198" y="58"/>
                      </a:lnTo>
                      <a:lnTo>
                        <a:pt x="198" y="58"/>
                      </a:lnTo>
                      <a:lnTo>
                        <a:pt x="194" y="60"/>
                      </a:lnTo>
                      <a:lnTo>
                        <a:pt x="200" y="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8" name="Freeform 22">
                  <a:extLst>
                    <a:ext uri="{FF2B5EF4-FFF2-40B4-BE49-F238E27FC236}">
                      <a16:creationId xmlns:a16="http://schemas.microsoft.com/office/drawing/2014/main" id="{992A116A-B691-CA41-8255-ED258165C5D6}"/>
                    </a:ext>
                  </a:extLst>
                </p:cNvPr>
                <p:cNvSpPr>
                  <a:spLocks noEditPoints="1"/>
                </p:cNvSpPr>
                <p:nvPr/>
              </p:nvSpPr>
              <p:spPr bwMode="auto">
                <a:xfrm>
                  <a:off x="5697870" y="2237113"/>
                  <a:ext cx="250484" cy="376443"/>
                </a:xfrm>
                <a:custGeom>
                  <a:avLst/>
                  <a:gdLst>
                    <a:gd name="T0" fmla="*/ 26 w 128"/>
                    <a:gd name="T1" fmla="*/ 84 h 188"/>
                    <a:gd name="T2" fmla="*/ 30 w 128"/>
                    <a:gd name="T3" fmla="*/ 100 h 188"/>
                    <a:gd name="T4" fmla="*/ 10 w 128"/>
                    <a:gd name="T5" fmla="*/ 102 h 188"/>
                    <a:gd name="T6" fmla="*/ 0 w 128"/>
                    <a:gd name="T7" fmla="*/ 98 h 188"/>
                    <a:gd name="T8" fmla="*/ 6 w 128"/>
                    <a:gd name="T9" fmla="*/ 86 h 188"/>
                    <a:gd name="T10" fmla="*/ 52 w 128"/>
                    <a:gd name="T11" fmla="*/ 26 h 188"/>
                    <a:gd name="T12" fmla="*/ 74 w 128"/>
                    <a:gd name="T13" fmla="*/ 24 h 188"/>
                    <a:gd name="T14" fmla="*/ 72 w 128"/>
                    <a:gd name="T15" fmla="*/ 44 h 188"/>
                    <a:gd name="T16" fmla="*/ 66 w 128"/>
                    <a:gd name="T17" fmla="*/ 60 h 188"/>
                    <a:gd name="T18" fmla="*/ 76 w 128"/>
                    <a:gd name="T19" fmla="*/ 70 h 188"/>
                    <a:gd name="T20" fmla="*/ 84 w 128"/>
                    <a:gd name="T21" fmla="*/ 86 h 188"/>
                    <a:gd name="T22" fmla="*/ 98 w 128"/>
                    <a:gd name="T23" fmla="*/ 102 h 188"/>
                    <a:gd name="T24" fmla="*/ 108 w 128"/>
                    <a:gd name="T25" fmla="*/ 112 h 188"/>
                    <a:gd name="T26" fmla="*/ 110 w 128"/>
                    <a:gd name="T27" fmla="*/ 126 h 188"/>
                    <a:gd name="T28" fmla="*/ 114 w 128"/>
                    <a:gd name="T29" fmla="*/ 130 h 188"/>
                    <a:gd name="T30" fmla="*/ 128 w 128"/>
                    <a:gd name="T31" fmla="*/ 132 h 188"/>
                    <a:gd name="T32" fmla="*/ 114 w 128"/>
                    <a:gd name="T33" fmla="*/ 152 h 188"/>
                    <a:gd name="T34" fmla="*/ 110 w 128"/>
                    <a:gd name="T35" fmla="*/ 160 h 188"/>
                    <a:gd name="T36" fmla="*/ 116 w 128"/>
                    <a:gd name="T37" fmla="*/ 166 h 188"/>
                    <a:gd name="T38" fmla="*/ 102 w 128"/>
                    <a:gd name="T39" fmla="*/ 168 h 188"/>
                    <a:gd name="T40" fmla="*/ 80 w 128"/>
                    <a:gd name="T41" fmla="*/ 168 h 188"/>
                    <a:gd name="T42" fmla="*/ 70 w 128"/>
                    <a:gd name="T43" fmla="*/ 174 h 188"/>
                    <a:gd name="T44" fmla="*/ 52 w 128"/>
                    <a:gd name="T45" fmla="*/ 178 h 188"/>
                    <a:gd name="T46" fmla="*/ 36 w 128"/>
                    <a:gd name="T47" fmla="*/ 180 h 188"/>
                    <a:gd name="T48" fmla="*/ 24 w 128"/>
                    <a:gd name="T49" fmla="*/ 182 h 188"/>
                    <a:gd name="T50" fmla="*/ 40 w 128"/>
                    <a:gd name="T51" fmla="*/ 164 h 188"/>
                    <a:gd name="T52" fmla="*/ 68 w 128"/>
                    <a:gd name="T53" fmla="*/ 152 h 188"/>
                    <a:gd name="T54" fmla="*/ 56 w 128"/>
                    <a:gd name="T55" fmla="*/ 154 h 188"/>
                    <a:gd name="T56" fmla="*/ 46 w 128"/>
                    <a:gd name="T57" fmla="*/ 156 h 188"/>
                    <a:gd name="T58" fmla="*/ 40 w 128"/>
                    <a:gd name="T59" fmla="*/ 152 h 188"/>
                    <a:gd name="T60" fmla="*/ 36 w 128"/>
                    <a:gd name="T61" fmla="*/ 154 h 188"/>
                    <a:gd name="T62" fmla="*/ 32 w 128"/>
                    <a:gd name="T63" fmla="*/ 146 h 188"/>
                    <a:gd name="T64" fmla="*/ 46 w 128"/>
                    <a:gd name="T65" fmla="*/ 128 h 188"/>
                    <a:gd name="T66" fmla="*/ 42 w 128"/>
                    <a:gd name="T67" fmla="*/ 114 h 188"/>
                    <a:gd name="T68" fmla="*/ 50 w 128"/>
                    <a:gd name="T69" fmla="*/ 116 h 188"/>
                    <a:gd name="T70" fmla="*/ 64 w 128"/>
                    <a:gd name="T71" fmla="*/ 116 h 188"/>
                    <a:gd name="T72" fmla="*/ 60 w 128"/>
                    <a:gd name="T73" fmla="*/ 98 h 188"/>
                    <a:gd name="T74" fmla="*/ 42 w 128"/>
                    <a:gd name="T75" fmla="*/ 86 h 188"/>
                    <a:gd name="T76" fmla="*/ 38 w 128"/>
                    <a:gd name="T77" fmla="*/ 88 h 188"/>
                    <a:gd name="T78" fmla="*/ 38 w 128"/>
                    <a:gd name="T79" fmla="*/ 66 h 188"/>
                    <a:gd name="T80" fmla="*/ 34 w 128"/>
                    <a:gd name="T81" fmla="*/ 62 h 188"/>
                    <a:gd name="T82" fmla="*/ 28 w 128"/>
                    <a:gd name="T83" fmla="*/ 62 h 188"/>
                    <a:gd name="T84" fmla="*/ 30 w 128"/>
                    <a:gd name="T85" fmla="*/ 56 h 188"/>
                    <a:gd name="T86" fmla="*/ 26 w 128"/>
                    <a:gd name="T87" fmla="*/ 52 h 188"/>
                    <a:gd name="T88" fmla="*/ 26 w 128"/>
                    <a:gd name="T89" fmla="*/ 38 h 188"/>
                    <a:gd name="T90" fmla="*/ 28 w 128"/>
                    <a:gd name="T91" fmla="*/ 24 h 188"/>
                    <a:gd name="T92" fmla="*/ 36 w 128"/>
                    <a:gd name="T93" fmla="*/ 20 h 188"/>
                    <a:gd name="T94" fmla="*/ 36 w 128"/>
                    <a:gd name="T95" fmla="*/ 12 h 188"/>
                    <a:gd name="T96" fmla="*/ 44 w 128"/>
                    <a:gd name="T97" fmla="*/ 4 h 188"/>
                    <a:gd name="T98" fmla="*/ 52 w 128"/>
                    <a:gd name="T99" fmla="*/ 0 h 188"/>
                    <a:gd name="T100" fmla="*/ 54 w 128"/>
                    <a:gd name="T101" fmla="*/ 18 h 188"/>
                    <a:gd name="T102" fmla="*/ 48 w 128"/>
                    <a:gd name="T103" fmla="*/ 28 h 188"/>
                    <a:gd name="T104" fmla="*/ 24 w 128"/>
                    <a:gd name="T105" fmla="*/ 56 h 188"/>
                    <a:gd name="T106" fmla="*/ 20 w 128"/>
                    <a:gd name="T107" fmla="*/ 54 h 188"/>
                    <a:gd name="T108" fmla="*/ 20 w 128"/>
                    <a:gd name="T109" fmla="*/ 28 h 188"/>
                    <a:gd name="T110" fmla="*/ 24 w 128"/>
                    <a:gd name="T111" fmla="*/ 42 h 188"/>
                    <a:gd name="T112" fmla="*/ 16 w 128"/>
                    <a:gd name="T113" fmla="*/ 36 h 188"/>
                    <a:gd name="T114" fmla="*/ 20 w 128"/>
                    <a:gd name="T115" fmla="*/ 28 h 188"/>
                    <a:gd name="T116" fmla="*/ 14 w 128"/>
                    <a:gd name="T117" fmla="*/ 22 h 188"/>
                    <a:gd name="T118" fmla="*/ 10 w 128"/>
                    <a:gd name="T119" fmla="*/ 10 h 188"/>
                    <a:gd name="T120" fmla="*/ 22 w 128"/>
                    <a:gd name="T121"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8" h="188">
                      <a:moveTo>
                        <a:pt x="12" y="84"/>
                      </a:moveTo>
                      <a:lnTo>
                        <a:pt x="12" y="84"/>
                      </a:lnTo>
                      <a:lnTo>
                        <a:pt x="10" y="86"/>
                      </a:lnTo>
                      <a:lnTo>
                        <a:pt x="10" y="86"/>
                      </a:lnTo>
                      <a:lnTo>
                        <a:pt x="10" y="86"/>
                      </a:lnTo>
                      <a:lnTo>
                        <a:pt x="18" y="82"/>
                      </a:lnTo>
                      <a:lnTo>
                        <a:pt x="20" y="82"/>
                      </a:lnTo>
                      <a:lnTo>
                        <a:pt x="26" y="84"/>
                      </a:lnTo>
                      <a:lnTo>
                        <a:pt x="26" y="84"/>
                      </a:lnTo>
                      <a:lnTo>
                        <a:pt x="22" y="90"/>
                      </a:lnTo>
                      <a:lnTo>
                        <a:pt x="22" y="90"/>
                      </a:lnTo>
                      <a:lnTo>
                        <a:pt x="26" y="90"/>
                      </a:lnTo>
                      <a:lnTo>
                        <a:pt x="26" y="90"/>
                      </a:lnTo>
                      <a:lnTo>
                        <a:pt x="28" y="96"/>
                      </a:lnTo>
                      <a:lnTo>
                        <a:pt x="30" y="100"/>
                      </a:lnTo>
                      <a:lnTo>
                        <a:pt x="30" y="100"/>
                      </a:lnTo>
                      <a:lnTo>
                        <a:pt x="24" y="102"/>
                      </a:lnTo>
                      <a:lnTo>
                        <a:pt x="18" y="102"/>
                      </a:lnTo>
                      <a:lnTo>
                        <a:pt x="18" y="102"/>
                      </a:lnTo>
                      <a:lnTo>
                        <a:pt x="18" y="104"/>
                      </a:lnTo>
                      <a:lnTo>
                        <a:pt x="14" y="104"/>
                      </a:lnTo>
                      <a:lnTo>
                        <a:pt x="10" y="102"/>
                      </a:lnTo>
                      <a:lnTo>
                        <a:pt x="10" y="102"/>
                      </a:lnTo>
                      <a:lnTo>
                        <a:pt x="10" y="102"/>
                      </a:lnTo>
                      <a:lnTo>
                        <a:pt x="6" y="104"/>
                      </a:lnTo>
                      <a:lnTo>
                        <a:pt x="6" y="104"/>
                      </a:lnTo>
                      <a:lnTo>
                        <a:pt x="4" y="104"/>
                      </a:lnTo>
                      <a:lnTo>
                        <a:pt x="4" y="102"/>
                      </a:lnTo>
                      <a:lnTo>
                        <a:pt x="4" y="100"/>
                      </a:lnTo>
                      <a:lnTo>
                        <a:pt x="2" y="98"/>
                      </a:lnTo>
                      <a:lnTo>
                        <a:pt x="2" y="98"/>
                      </a:lnTo>
                      <a:lnTo>
                        <a:pt x="0" y="98"/>
                      </a:lnTo>
                      <a:lnTo>
                        <a:pt x="0" y="96"/>
                      </a:lnTo>
                      <a:lnTo>
                        <a:pt x="0" y="96"/>
                      </a:lnTo>
                      <a:lnTo>
                        <a:pt x="0" y="94"/>
                      </a:lnTo>
                      <a:lnTo>
                        <a:pt x="2" y="94"/>
                      </a:lnTo>
                      <a:lnTo>
                        <a:pt x="4" y="92"/>
                      </a:lnTo>
                      <a:lnTo>
                        <a:pt x="4" y="90"/>
                      </a:lnTo>
                      <a:lnTo>
                        <a:pt x="4" y="90"/>
                      </a:lnTo>
                      <a:lnTo>
                        <a:pt x="6" y="86"/>
                      </a:lnTo>
                      <a:lnTo>
                        <a:pt x="8" y="84"/>
                      </a:lnTo>
                      <a:lnTo>
                        <a:pt x="12" y="82"/>
                      </a:lnTo>
                      <a:lnTo>
                        <a:pt x="12" y="84"/>
                      </a:lnTo>
                      <a:close/>
                      <a:moveTo>
                        <a:pt x="50" y="28"/>
                      </a:moveTo>
                      <a:lnTo>
                        <a:pt x="50" y="28"/>
                      </a:lnTo>
                      <a:lnTo>
                        <a:pt x="52" y="26"/>
                      </a:lnTo>
                      <a:lnTo>
                        <a:pt x="52" y="26"/>
                      </a:lnTo>
                      <a:lnTo>
                        <a:pt x="52" y="26"/>
                      </a:lnTo>
                      <a:lnTo>
                        <a:pt x="60" y="26"/>
                      </a:lnTo>
                      <a:lnTo>
                        <a:pt x="60" y="26"/>
                      </a:lnTo>
                      <a:lnTo>
                        <a:pt x="60" y="24"/>
                      </a:lnTo>
                      <a:lnTo>
                        <a:pt x="60" y="24"/>
                      </a:lnTo>
                      <a:lnTo>
                        <a:pt x="66" y="26"/>
                      </a:lnTo>
                      <a:lnTo>
                        <a:pt x="66" y="26"/>
                      </a:lnTo>
                      <a:lnTo>
                        <a:pt x="70" y="24"/>
                      </a:lnTo>
                      <a:lnTo>
                        <a:pt x="74" y="24"/>
                      </a:lnTo>
                      <a:lnTo>
                        <a:pt x="74" y="24"/>
                      </a:lnTo>
                      <a:lnTo>
                        <a:pt x="78" y="26"/>
                      </a:lnTo>
                      <a:lnTo>
                        <a:pt x="78" y="26"/>
                      </a:lnTo>
                      <a:lnTo>
                        <a:pt x="74" y="34"/>
                      </a:lnTo>
                      <a:lnTo>
                        <a:pt x="74" y="34"/>
                      </a:lnTo>
                      <a:lnTo>
                        <a:pt x="74" y="40"/>
                      </a:lnTo>
                      <a:lnTo>
                        <a:pt x="74" y="40"/>
                      </a:lnTo>
                      <a:lnTo>
                        <a:pt x="72" y="44"/>
                      </a:lnTo>
                      <a:lnTo>
                        <a:pt x="68" y="46"/>
                      </a:lnTo>
                      <a:lnTo>
                        <a:pt x="68" y="46"/>
                      </a:lnTo>
                      <a:lnTo>
                        <a:pt x="68" y="50"/>
                      </a:lnTo>
                      <a:lnTo>
                        <a:pt x="66" y="50"/>
                      </a:lnTo>
                      <a:lnTo>
                        <a:pt x="66" y="50"/>
                      </a:lnTo>
                      <a:lnTo>
                        <a:pt x="70" y="60"/>
                      </a:lnTo>
                      <a:lnTo>
                        <a:pt x="70" y="60"/>
                      </a:lnTo>
                      <a:lnTo>
                        <a:pt x="66" y="60"/>
                      </a:lnTo>
                      <a:lnTo>
                        <a:pt x="66" y="60"/>
                      </a:lnTo>
                      <a:lnTo>
                        <a:pt x="64" y="64"/>
                      </a:lnTo>
                      <a:lnTo>
                        <a:pt x="64" y="64"/>
                      </a:lnTo>
                      <a:lnTo>
                        <a:pt x="72" y="64"/>
                      </a:lnTo>
                      <a:lnTo>
                        <a:pt x="72" y="64"/>
                      </a:lnTo>
                      <a:lnTo>
                        <a:pt x="72" y="68"/>
                      </a:lnTo>
                      <a:lnTo>
                        <a:pt x="72" y="68"/>
                      </a:lnTo>
                      <a:lnTo>
                        <a:pt x="76" y="70"/>
                      </a:lnTo>
                      <a:lnTo>
                        <a:pt x="80" y="74"/>
                      </a:lnTo>
                      <a:lnTo>
                        <a:pt x="80" y="74"/>
                      </a:lnTo>
                      <a:lnTo>
                        <a:pt x="80" y="76"/>
                      </a:lnTo>
                      <a:lnTo>
                        <a:pt x="80" y="76"/>
                      </a:lnTo>
                      <a:lnTo>
                        <a:pt x="84" y="78"/>
                      </a:lnTo>
                      <a:lnTo>
                        <a:pt x="84" y="78"/>
                      </a:lnTo>
                      <a:lnTo>
                        <a:pt x="84" y="82"/>
                      </a:lnTo>
                      <a:lnTo>
                        <a:pt x="84" y="86"/>
                      </a:lnTo>
                      <a:lnTo>
                        <a:pt x="84" y="86"/>
                      </a:lnTo>
                      <a:lnTo>
                        <a:pt x="90" y="92"/>
                      </a:lnTo>
                      <a:lnTo>
                        <a:pt x="90" y="92"/>
                      </a:lnTo>
                      <a:lnTo>
                        <a:pt x="92" y="92"/>
                      </a:lnTo>
                      <a:lnTo>
                        <a:pt x="92" y="92"/>
                      </a:lnTo>
                      <a:lnTo>
                        <a:pt x="94" y="96"/>
                      </a:lnTo>
                      <a:lnTo>
                        <a:pt x="98" y="102"/>
                      </a:lnTo>
                      <a:lnTo>
                        <a:pt x="98" y="102"/>
                      </a:lnTo>
                      <a:lnTo>
                        <a:pt x="100" y="102"/>
                      </a:lnTo>
                      <a:lnTo>
                        <a:pt x="102" y="102"/>
                      </a:lnTo>
                      <a:lnTo>
                        <a:pt x="102" y="102"/>
                      </a:lnTo>
                      <a:lnTo>
                        <a:pt x="106" y="106"/>
                      </a:lnTo>
                      <a:lnTo>
                        <a:pt x="108" y="110"/>
                      </a:lnTo>
                      <a:lnTo>
                        <a:pt x="108" y="110"/>
                      </a:lnTo>
                      <a:lnTo>
                        <a:pt x="108" y="110"/>
                      </a:lnTo>
                      <a:lnTo>
                        <a:pt x="108" y="112"/>
                      </a:lnTo>
                      <a:lnTo>
                        <a:pt x="108" y="112"/>
                      </a:lnTo>
                      <a:lnTo>
                        <a:pt x="106" y="112"/>
                      </a:lnTo>
                      <a:lnTo>
                        <a:pt x="100" y="108"/>
                      </a:lnTo>
                      <a:lnTo>
                        <a:pt x="100" y="108"/>
                      </a:lnTo>
                      <a:lnTo>
                        <a:pt x="104" y="114"/>
                      </a:lnTo>
                      <a:lnTo>
                        <a:pt x="108" y="120"/>
                      </a:lnTo>
                      <a:lnTo>
                        <a:pt x="108" y="120"/>
                      </a:lnTo>
                      <a:lnTo>
                        <a:pt x="110" y="126"/>
                      </a:lnTo>
                      <a:lnTo>
                        <a:pt x="110" y="126"/>
                      </a:lnTo>
                      <a:lnTo>
                        <a:pt x="108" y="126"/>
                      </a:lnTo>
                      <a:lnTo>
                        <a:pt x="108" y="128"/>
                      </a:lnTo>
                      <a:lnTo>
                        <a:pt x="108" y="128"/>
                      </a:lnTo>
                      <a:lnTo>
                        <a:pt x="110" y="132"/>
                      </a:lnTo>
                      <a:lnTo>
                        <a:pt x="110" y="132"/>
                      </a:lnTo>
                      <a:lnTo>
                        <a:pt x="112" y="130"/>
                      </a:lnTo>
                      <a:lnTo>
                        <a:pt x="114" y="130"/>
                      </a:lnTo>
                      <a:lnTo>
                        <a:pt x="112" y="130"/>
                      </a:lnTo>
                      <a:lnTo>
                        <a:pt x="112" y="130"/>
                      </a:lnTo>
                      <a:lnTo>
                        <a:pt x="114" y="126"/>
                      </a:lnTo>
                      <a:lnTo>
                        <a:pt x="114" y="126"/>
                      </a:lnTo>
                      <a:lnTo>
                        <a:pt x="120" y="128"/>
                      </a:lnTo>
                      <a:lnTo>
                        <a:pt x="126" y="128"/>
                      </a:lnTo>
                      <a:lnTo>
                        <a:pt x="126" y="128"/>
                      </a:lnTo>
                      <a:lnTo>
                        <a:pt x="128" y="132"/>
                      </a:lnTo>
                      <a:lnTo>
                        <a:pt x="128" y="138"/>
                      </a:lnTo>
                      <a:lnTo>
                        <a:pt x="126" y="144"/>
                      </a:lnTo>
                      <a:lnTo>
                        <a:pt x="124" y="148"/>
                      </a:lnTo>
                      <a:lnTo>
                        <a:pt x="122" y="148"/>
                      </a:lnTo>
                      <a:lnTo>
                        <a:pt x="122" y="148"/>
                      </a:lnTo>
                      <a:lnTo>
                        <a:pt x="122" y="152"/>
                      </a:lnTo>
                      <a:lnTo>
                        <a:pt x="122" y="152"/>
                      </a:lnTo>
                      <a:lnTo>
                        <a:pt x="114" y="152"/>
                      </a:lnTo>
                      <a:lnTo>
                        <a:pt x="114" y="154"/>
                      </a:lnTo>
                      <a:lnTo>
                        <a:pt x="114" y="154"/>
                      </a:lnTo>
                      <a:lnTo>
                        <a:pt x="110" y="154"/>
                      </a:lnTo>
                      <a:lnTo>
                        <a:pt x="110" y="154"/>
                      </a:lnTo>
                      <a:lnTo>
                        <a:pt x="112" y="158"/>
                      </a:lnTo>
                      <a:lnTo>
                        <a:pt x="112" y="158"/>
                      </a:lnTo>
                      <a:lnTo>
                        <a:pt x="110" y="158"/>
                      </a:lnTo>
                      <a:lnTo>
                        <a:pt x="110" y="160"/>
                      </a:lnTo>
                      <a:lnTo>
                        <a:pt x="110" y="160"/>
                      </a:lnTo>
                      <a:lnTo>
                        <a:pt x="118" y="160"/>
                      </a:lnTo>
                      <a:lnTo>
                        <a:pt x="122" y="160"/>
                      </a:lnTo>
                      <a:lnTo>
                        <a:pt x="120" y="162"/>
                      </a:lnTo>
                      <a:lnTo>
                        <a:pt x="120" y="162"/>
                      </a:lnTo>
                      <a:lnTo>
                        <a:pt x="120" y="164"/>
                      </a:lnTo>
                      <a:lnTo>
                        <a:pt x="120" y="164"/>
                      </a:lnTo>
                      <a:lnTo>
                        <a:pt x="116" y="166"/>
                      </a:lnTo>
                      <a:lnTo>
                        <a:pt x="116" y="166"/>
                      </a:lnTo>
                      <a:lnTo>
                        <a:pt x="114" y="168"/>
                      </a:lnTo>
                      <a:lnTo>
                        <a:pt x="114" y="168"/>
                      </a:lnTo>
                      <a:lnTo>
                        <a:pt x="110" y="168"/>
                      </a:lnTo>
                      <a:lnTo>
                        <a:pt x="108" y="172"/>
                      </a:lnTo>
                      <a:lnTo>
                        <a:pt x="108" y="172"/>
                      </a:lnTo>
                      <a:lnTo>
                        <a:pt x="106" y="170"/>
                      </a:lnTo>
                      <a:lnTo>
                        <a:pt x="102" y="168"/>
                      </a:lnTo>
                      <a:lnTo>
                        <a:pt x="102" y="168"/>
                      </a:lnTo>
                      <a:lnTo>
                        <a:pt x="98" y="168"/>
                      </a:lnTo>
                      <a:lnTo>
                        <a:pt x="96" y="168"/>
                      </a:lnTo>
                      <a:lnTo>
                        <a:pt x="90" y="170"/>
                      </a:lnTo>
                      <a:lnTo>
                        <a:pt x="90" y="170"/>
                      </a:lnTo>
                      <a:lnTo>
                        <a:pt x="86" y="170"/>
                      </a:lnTo>
                      <a:lnTo>
                        <a:pt x="84" y="168"/>
                      </a:lnTo>
                      <a:lnTo>
                        <a:pt x="80" y="168"/>
                      </a:lnTo>
                      <a:lnTo>
                        <a:pt x="80" y="170"/>
                      </a:lnTo>
                      <a:lnTo>
                        <a:pt x="80" y="170"/>
                      </a:lnTo>
                      <a:lnTo>
                        <a:pt x="76" y="172"/>
                      </a:lnTo>
                      <a:lnTo>
                        <a:pt x="76" y="172"/>
                      </a:lnTo>
                      <a:lnTo>
                        <a:pt x="76" y="174"/>
                      </a:lnTo>
                      <a:lnTo>
                        <a:pt x="76" y="174"/>
                      </a:lnTo>
                      <a:lnTo>
                        <a:pt x="72" y="174"/>
                      </a:lnTo>
                      <a:lnTo>
                        <a:pt x="70" y="174"/>
                      </a:lnTo>
                      <a:lnTo>
                        <a:pt x="66" y="172"/>
                      </a:lnTo>
                      <a:lnTo>
                        <a:pt x="64" y="172"/>
                      </a:lnTo>
                      <a:lnTo>
                        <a:pt x="64" y="172"/>
                      </a:lnTo>
                      <a:lnTo>
                        <a:pt x="60" y="172"/>
                      </a:lnTo>
                      <a:lnTo>
                        <a:pt x="58" y="176"/>
                      </a:lnTo>
                      <a:lnTo>
                        <a:pt x="54" y="180"/>
                      </a:lnTo>
                      <a:lnTo>
                        <a:pt x="54" y="180"/>
                      </a:lnTo>
                      <a:lnTo>
                        <a:pt x="52" y="178"/>
                      </a:lnTo>
                      <a:lnTo>
                        <a:pt x="52" y="176"/>
                      </a:lnTo>
                      <a:lnTo>
                        <a:pt x="52" y="176"/>
                      </a:lnTo>
                      <a:lnTo>
                        <a:pt x="40" y="178"/>
                      </a:lnTo>
                      <a:lnTo>
                        <a:pt x="40" y="178"/>
                      </a:lnTo>
                      <a:lnTo>
                        <a:pt x="40" y="180"/>
                      </a:lnTo>
                      <a:lnTo>
                        <a:pt x="38" y="180"/>
                      </a:lnTo>
                      <a:lnTo>
                        <a:pt x="38" y="180"/>
                      </a:lnTo>
                      <a:lnTo>
                        <a:pt x="36" y="180"/>
                      </a:lnTo>
                      <a:lnTo>
                        <a:pt x="36" y="180"/>
                      </a:lnTo>
                      <a:lnTo>
                        <a:pt x="32" y="188"/>
                      </a:lnTo>
                      <a:lnTo>
                        <a:pt x="32" y="188"/>
                      </a:lnTo>
                      <a:lnTo>
                        <a:pt x="28" y="186"/>
                      </a:lnTo>
                      <a:lnTo>
                        <a:pt x="24" y="184"/>
                      </a:lnTo>
                      <a:lnTo>
                        <a:pt x="24" y="184"/>
                      </a:lnTo>
                      <a:lnTo>
                        <a:pt x="24" y="182"/>
                      </a:lnTo>
                      <a:lnTo>
                        <a:pt x="24" y="182"/>
                      </a:lnTo>
                      <a:lnTo>
                        <a:pt x="30" y="180"/>
                      </a:lnTo>
                      <a:lnTo>
                        <a:pt x="30" y="180"/>
                      </a:lnTo>
                      <a:lnTo>
                        <a:pt x="32" y="178"/>
                      </a:lnTo>
                      <a:lnTo>
                        <a:pt x="32" y="174"/>
                      </a:lnTo>
                      <a:lnTo>
                        <a:pt x="32" y="174"/>
                      </a:lnTo>
                      <a:lnTo>
                        <a:pt x="38" y="170"/>
                      </a:lnTo>
                      <a:lnTo>
                        <a:pt x="38" y="170"/>
                      </a:lnTo>
                      <a:lnTo>
                        <a:pt x="40" y="164"/>
                      </a:lnTo>
                      <a:lnTo>
                        <a:pt x="42" y="162"/>
                      </a:lnTo>
                      <a:lnTo>
                        <a:pt x="44" y="160"/>
                      </a:lnTo>
                      <a:lnTo>
                        <a:pt x="44" y="160"/>
                      </a:lnTo>
                      <a:lnTo>
                        <a:pt x="44" y="160"/>
                      </a:lnTo>
                      <a:lnTo>
                        <a:pt x="54" y="160"/>
                      </a:lnTo>
                      <a:lnTo>
                        <a:pt x="66" y="160"/>
                      </a:lnTo>
                      <a:lnTo>
                        <a:pt x="66" y="160"/>
                      </a:lnTo>
                      <a:lnTo>
                        <a:pt x="68" y="152"/>
                      </a:lnTo>
                      <a:lnTo>
                        <a:pt x="68" y="150"/>
                      </a:lnTo>
                      <a:lnTo>
                        <a:pt x="62" y="152"/>
                      </a:lnTo>
                      <a:lnTo>
                        <a:pt x="62" y="152"/>
                      </a:lnTo>
                      <a:lnTo>
                        <a:pt x="62" y="154"/>
                      </a:lnTo>
                      <a:lnTo>
                        <a:pt x="60" y="156"/>
                      </a:lnTo>
                      <a:lnTo>
                        <a:pt x="60" y="156"/>
                      </a:lnTo>
                      <a:lnTo>
                        <a:pt x="56" y="154"/>
                      </a:lnTo>
                      <a:lnTo>
                        <a:pt x="56" y="154"/>
                      </a:lnTo>
                      <a:lnTo>
                        <a:pt x="56" y="152"/>
                      </a:lnTo>
                      <a:lnTo>
                        <a:pt x="54" y="152"/>
                      </a:lnTo>
                      <a:lnTo>
                        <a:pt x="54" y="152"/>
                      </a:lnTo>
                      <a:lnTo>
                        <a:pt x="54" y="152"/>
                      </a:lnTo>
                      <a:lnTo>
                        <a:pt x="54" y="152"/>
                      </a:lnTo>
                      <a:lnTo>
                        <a:pt x="50" y="156"/>
                      </a:lnTo>
                      <a:lnTo>
                        <a:pt x="50" y="156"/>
                      </a:lnTo>
                      <a:lnTo>
                        <a:pt x="46" y="156"/>
                      </a:lnTo>
                      <a:lnTo>
                        <a:pt x="44" y="156"/>
                      </a:lnTo>
                      <a:lnTo>
                        <a:pt x="44" y="154"/>
                      </a:lnTo>
                      <a:lnTo>
                        <a:pt x="44" y="154"/>
                      </a:lnTo>
                      <a:lnTo>
                        <a:pt x="44" y="154"/>
                      </a:lnTo>
                      <a:lnTo>
                        <a:pt x="44" y="152"/>
                      </a:lnTo>
                      <a:lnTo>
                        <a:pt x="44" y="152"/>
                      </a:lnTo>
                      <a:lnTo>
                        <a:pt x="40" y="152"/>
                      </a:lnTo>
                      <a:lnTo>
                        <a:pt x="40" y="152"/>
                      </a:lnTo>
                      <a:lnTo>
                        <a:pt x="40" y="152"/>
                      </a:lnTo>
                      <a:lnTo>
                        <a:pt x="40" y="154"/>
                      </a:lnTo>
                      <a:lnTo>
                        <a:pt x="40" y="154"/>
                      </a:lnTo>
                      <a:lnTo>
                        <a:pt x="40" y="154"/>
                      </a:lnTo>
                      <a:lnTo>
                        <a:pt x="38" y="156"/>
                      </a:lnTo>
                      <a:lnTo>
                        <a:pt x="38" y="156"/>
                      </a:lnTo>
                      <a:lnTo>
                        <a:pt x="36" y="156"/>
                      </a:lnTo>
                      <a:lnTo>
                        <a:pt x="36" y="154"/>
                      </a:lnTo>
                      <a:lnTo>
                        <a:pt x="36" y="152"/>
                      </a:lnTo>
                      <a:lnTo>
                        <a:pt x="36" y="152"/>
                      </a:lnTo>
                      <a:lnTo>
                        <a:pt x="32" y="152"/>
                      </a:lnTo>
                      <a:lnTo>
                        <a:pt x="32" y="152"/>
                      </a:lnTo>
                      <a:lnTo>
                        <a:pt x="32" y="150"/>
                      </a:lnTo>
                      <a:lnTo>
                        <a:pt x="34" y="150"/>
                      </a:lnTo>
                      <a:lnTo>
                        <a:pt x="34" y="150"/>
                      </a:lnTo>
                      <a:lnTo>
                        <a:pt x="32" y="146"/>
                      </a:lnTo>
                      <a:lnTo>
                        <a:pt x="32" y="146"/>
                      </a:lnTo>
                      <a:lnTo>
                        <a:pt x="40" y="142"/>
                      </a:lnTo>
                      <a:lnTo>
                        <a:pt x="40" y="142"/>
                      </a:lnTo>
                      <a:lnTo>
                        <a:pt x="42" y="140"/>
                      </a:lnTo>
                      <a:lnTo>
                        <a:pt x="42" y="140"/>
                      </a:lnTo>
                      <a:lnTo>
                        <a:pt x="46" y="136"/>
                      </a:lnTo>
                      <a:lnTo>
                        <a:pt x="46" y="128"/>
                      </a:lnTo>
                      <a:lnTo>
                        <a:pt x="46" y="128"/>
                      </a:lnTo>
                      <a:lnTo>
                        <a:pt x="38" y="130"/>
                      </a:lnTo>
                      <a:lnTo>
                        <a:pt x="38" y="130"/>
                      </a:lnTo>
                      <a:lnTo>
                        <a:pt x="44" y="124"/>
                      </a:lnTo>
                      <a:lnTo>
                        <a:pt x="48" y="120"/>
                      </a:lnTo>
                      <a:lnTo>
                        <a:pt x="48" y="120"/>
                      </a:lnTo>
                      <a:lnTo>
                        <a:pt x="44" y="120"/>
                      </a:lnTo>
                      <a:lnTo>
                        <a:pt x="44" y="120"/>
                      </a:lnTo>
                      <a:lnTo>
                        <a:pt x="42" y="114"/>
                      </a:lnTo>
                      <a:lnTo>
                        <a:pt x="42" y="114"/>
                      </a:lnTo>
                      <a:lnTo>
                        <a:pt x="44" y="114"/>
                      </a:lnTo>
                      <a:lnTo>
                        <a:pt x="44" y="112"/>
                      </a:lnTo>
                      <a:lnTo>
                        <a:pt x="44" y="112"/>
                      </a:lnTo>
                      <a:lnTo>
                        <a:pt x="46" y="112"/>
                      </a:lnTo>
                      <a:lnTo>
                        <a:pt x="50" y="112"/>
                      </a:lnTo>
                      <a:lnTo>
                        <a:pt x="50" y="112"/>
                      </a:lnTo>
                      <a:lnTo>
                        <a:pt x="50" y="116"/>
                      </a:lnTo>
                      <a:lnTo>
                        <a:pt x="50" y="116"/>
                      </a:lnTo>
                      <a:lnTo>
                        <a:pt x="50" y="116"/>
                      </a:lnTo>
                      <a:lnTo>
                        <a:pt x="52" y="118"/>
                      </a:lnTo>
                      <a:lnTo>
                        <a:pt x="62" y="118"/>
                      </a:lnTo>
                      <a:lnTo>
                        <a:pt x="62" y="116"/>
                      </a:lnTo>
                      <a:lnTo>
                        <a:pt x="62" y="116"/>
                      </a:lnTo>
                      <a:lnTo>
                        <a:pt x="64" y="116"/>
                      </a:lnTo>
                      <a:lnTo>
                        <a:pt x="64" y="116"/>
                      </a:lnTo>
                      <a:lnTo>
                        <a:pt x="64" y="114"/>
                      </a:lnTo>
                      <a:lnTo>
                        <a:pt x="64" y="110"/>
                      </a:lnTo>
                      <a:lnTo>
                        <a:pt x="64" y="110"/>
                      </a:lnTo>
                      <a:lnTo>
                        <a:pt x="66" y="106"/>
                      </a:lnTo>
                      <a:lnTo>
                        <a:pt x="66" y="106"/>
                      </a:lnTo>
                      <a:lnTo>
                        <a:pt x="66" y="98"/>
                      </a:lnTo>
                      <a:lnTo>
                        <a:pt x="66" y="98"/>
                      </a:lnTo>
                      <a:lnTo>
                        <a:pt x="60" y="98"/>
                      </a:lnTo>
                      <a:lnTo>
                        <a:pt x="56" y="96"/>
                      </a:lnTo>
                      <a:lnTo>
                        <a:pt x="56" y="92"/>
                      </a:lnTo>
                      <a:lnTo>
                        <a:pt x="62" y="88"/>
                      </a:lnTo>
                      <a:lnTo>
                        <a:pt x="62" y="88"/>
                      </a:lnTo>
                      <a:lnTo>
                        <a:pt x="58" y="86"/>
                      </a:lnTo>
                      <a:lnTo>
                        <a:pt x="54" y="88"/>
                      </a:lnTo>
                      <a:lnTo>
                        <a:pt x="48" y="88"/>
                      </a:lnTo>
                      <a:lnTo>
                        <a:pt x="42" y="86"/>
                      </a:lnTo>
                      <a:lnTo>
                        <a:pt x="42" y="86"/>
                      </a:lnTo>
                      <a:lnTo>
                        <a:pt x="42" y="90"/>
                      </a:lnTo>
                      <a:lnTo>
                        <a:pt x="42" y="92"/>
                      </a:lnTo>
                      <a:lnTo>
                        <a:pt x="42" y="92"/>
                      </a:lnTo>
                      <a:lnTo>
                        <a:pt x="40" y="90"/>
                      </a:lnTo>
                      <a:lnTo>
                        <a:pt x="40" y="90"/>
                      </a:lnTo>
                      <a:lnTo>
                        <a:pt x="38" y="88"/>
                      </a:lnTo>
                      <a:lnTo>
                        <a:pt x="38" y="88"/>
                      </a:lnTo>
                      <a:lnTo>
                        <a:pt x="36" y="88"/>
                      </a:lnTo>
                      <a:lnTo>
                        <a:pt x="34" y="88"/>
                      </a:lnTo>
                      <a:lnTo>
                        <a:pt x="34" y="88"/>
                      </a:lnTo>
                      <a:lnTo>
                        <a:pt x="38" y="76"/>
                      </a:lnTo>
                      <a:lnTo>
                        <a:pt x="38" y="72"/>
                      </a:lnTo>
                      <a:lnTo>
                        <a:pt x="36" y="66"/>
                      </a:lnTo>
                      <a:lnTo>
                        <a:pt x="36" y="66"/>
                      </a:lnTo>
                      <a:lnTo>
                        <a:pt x="38" y="66"/>
                      </a:lnTo>
                      <a:lnTo>
                        <a:pt x="38" y="64"/>
                      </a:lnTo>
                      <a:lnTo>
                        <a:pt x="38" y="62"/>
                      </a:lnTo>
                      <a:lnTo>
                        <a:pt x="38" y="62"/>
                      </a:lnTo>
                      <a:lnTo>
                        <a:pt x="36" y="62"/>
                      </a:lnTo>
                      <a:lnTo>
                        <a:pt x="36" y="64"/>
                      </a:lnTo>
                      <a:lnTo>
                        <a:pt x="36" y="64"/>
                      </a:lnTo>
                      <a:lnTo>
                        <a:pt x="34" y="64"/>
                      </a:lnTo>
                      <a:lnTo>
                        <a:pt x="34" y="62"/>
                      </a:lnTo>
                      <a:lnTo>
                        <a:pt x="34" y="62"/>
                      </a:lnTo>
                      <a:lnTo>
                        <a:pt x="34" y="62"/>
                      </a:lnTo>
                      <a:lnTo>
                        <a:pt x="30" y="64"/>
                      </a:lnTo>
                      <a:lnTo>
                        <a:pt x="30" y="64"/>
                      </a:lnTo>
                      <a:lnTo>
                        <a:pt x="28" y="68"/>
                      </a:lnTo>
                      <a:lnTo>
                        <a:pt x="28" y="68"/>
                      </a:lnTo>
                      <a:lnTo>
                        <a:pt x="28" y="64"/>
                      </a:lnTo>
                      <a:lnTo>
                        <a:pt x="28" y="62"/>
                      </a:lnTo>
                      <a:lnTo>
                        <a:pt x="30" y="62"/>
                      </a:lnTo>
                      <a:lnTo>
                        <a:pt x="30" y="62"/>
                      </a:lnTo>
                      <a:lnTo>
                        <a:pt x="30" y="58"/>
                      </a:lnTo>
                      <a:lnTo>
                        <a:pt x="30" y="58"/>
                      </a:lnTo>
                      <a:lnTo>
                        <a:pt x="28" y="58"/>
                      </a:lnTo>
                      <a:lnTo>
                        <a:pt x="30" y="58"/>
                      </a:lnTo>
                      <a:lnTo>
                        <a:pt x="30" y="56"/>
                      </a:lnTo>
                      <a:lnTo>
                        <a:pt x="30" y="56"/>
                      </a:lnTo>
                      <a:lnTo>
                        <a:pt x="34" y="56"/>
                      </a:lnTo>
                      <a:lnTo>
                        <a:pt x="34" y="56"/>
                      </a:lnTo>
                      <a:lnTo>
                        <a:pt x="34" y="52"/>
                      </a:lnTo>
                      <a:lnTo>
                        <a:pt x="34" y="52"/>
                      </a:lnTo>
                      <a:lnTo>
                        <a:pt x="34" y="52"/>
                      </a:lnTo>
                      <a:lnTo>
                        <a:pt x="34" y="52"/>
                      </a:lnTo>
                      <a:lnTo>
                        <a:pt x="26" y="54"/>
                      </a:lnTo>
                      <a:lnTo>
                        <a:pt x="26" y="52"/>
                      </a:lnTo>
                      <a:lnTo>
                        <a:pt x="26" y="52"/>
                      </a:lnTo>
                      <a:lnTo>
                        <a:pt x="28" y="46"/>
                      </a:lnTo>
                      <a:lnTo>
                        <a:pt x="28" y="44"/>
                      </a:lnTo>
                      <a:lnTo>
                        <a:pt x="30" y="42"/>
                      </a:lnTo>
                      <a:lnTo>
                        <a:pt x="30" y="42"/>
                      </a:lnTo>
                      <a:lnTo>
                        <a:pt x="28" y="40"/>
                      </a:lnTo>
                      <a:lnTo>
                        <a:pt x="26" y="38"/>
                      </a:lnTo>
                      <a:lnTo>
                        <a:pt x="26" y="38"/>
                      </a:lnTo>
                      <a:lnTo>
                        <a:pt x="28" y="36"/>
                      </a:lnTo>
                      <a:lnTo>
                        <a:pt x="28" y="34"/>
                      </a:lnTo>
                      <a:lnTo>
                        <a:pt x="26" y="28"/>
                      </a:lnTo>
                      <a:lnTo>
                        <a:pt x="26" y="28"/>
                      </a:lnTo>
                      <a:lnTo>
                        <a:pt x="30" y="28"/>
                      </a:lnTo>
                      <a:lnTo>
                        <a:pt x="30" y="28"/>
                      </a:lnTo>
                      <a:lnTo>
                        <a:pt x="28" y="26"/>
                      </a:lnTo>
                      <a:lnTo>
                        <a:pt x="28" y="24"/>
                      </a:lnTo>
                      <a:lnTo>
                        <a:pt x="28" y="24"/>
                      </a:lnTo>
                      <a:lnTo>
                        <a:pt x="28" y="24"/>
                      </a:lnTo>
                      <a:lnTo>
                        <a:pt x="28" y="24"/>
                      </a:lnTo>
                      <a:lnTo>
                        <a:pt x="28" y="22"/>
                      </a:lnTo>
                      <a:lnTo>
                        <a:pt x="28" y="22"/>
                      </a:lnTo>
                      <a:lnTo>
                        <a:pt x="34" y="22"/>
                      </a:lnTo>
                      <a:lnTo>
                        <a:pt x="34" y="22"/>
                      </a:lnTo>
                      <a:lnTo>
                        <a:pt x="36" y="20"/>
                      </a:lnTo>
                      <a:lnTo>
                        <a:pt x="36" y="20"/>
                      </a:lnTo>
                      <a:lnTo>
                        <a:pt x="34" y="20"/>
                      </a:lnTo>
                      <a:lnTo>
                        <a:pt x="34" y="18"/>
                      </a:lnTo>
                      <a:lnTo>
                        <a:pt x="34" y="18"/>
                      </a:lnTo>
                      <a:lnTo>
                        <a:pt x="34" y="18"/>
                      </a:lnTo>
                      <a:lnTo>
                        <a:pt x="34" y="16"/>
                      </a:lnTo>
                      <a:lnTo>
                        <a:pt x="34" y="16"/>
                      </a:lnTo>
                      <a:lnTo>
                        <a:pt x="36" y="12"/>
                      </a:lnTo>
                      <a:lnTo>
                        <a:pt x="38" y="8"/>
                      </a:lnTo>
                      <a:lnTo>
                        <a:pt x="38" y="8"/>
                      </a:lnTo>
                      <a:lnTo>
                        <a:pt x="38" y="2"/>
                      </a:lnTo>
                      <a:lnTo>
                        <a:pt x="38" y="2"/>
                      </a:lnTo>
                      <a:lnTo>
                        <a:pt x="42" y="2"/>
                      </a:lnTo>
                      <a:lnTo>
                        <a:pt x="42" y="2"/>
                      </a:lnTo>
                      <a:lnTo>
                        <a:pt x="44" y="2"/>
                      </a:lnTo>
                      <a:lnTo>
                        <a:pt x="44" y="4"/>
                      </a:lnTo>
                      <a:lnTo>
                        <a:pt x="42" y="6"/>
                      </a:lnTo>
                      <a:lnTo>
                        <a:pt x="44" y="6"/>
                      </a:lnTo>
                      <a:lnTo>
                        <a:pt x="44" y="6"/>
                      </a:lnTo>
                      <a:lnTo>
                        <a:pt x="44" y="2"/>
                      </a:lnTo>
                      <a:lnTo>
                        <a:pt x="46" y="2"/>
                      </a:lnTo>
                      <a:lnTo>
                        <a:pt x="46" y="4"/>
                      </a:lnTo>
                      <a:lnTo>
                        <a:pt x="52" y="0"/>
                      </a:lnTo>
                      <a:lnTo>
                        <a:pt x="52" y="0"/>
                      </a:lnTo>
                      <a:lnTo>
                        <a:pt x="56" y="0"/>
                      </a:lnTo>
                      <a:lnTo>
                        <a:pt x="60" y="2"/>
                      </a:lnTo>
                      <a:lnTo>
                        <a:pt x="62" y="4"/>
                      </a:lnTo>
                      <a:lnTo>
                        <a:pt x="60" y="10"/>
                      </a:lnTo>
                      <a:lnTo>
                        <a:pt x="60" y="10"/>
                      </a:lnTo>
                      <a:lnTo>
                        <a:pt x="56" y="12"/>
                      </a:lnTo>
                      <a:lnTo>
                        <a:pt x="56" y="12"/>
                      </a:lnTo>
                      <a:lnTo>
                        <a:pt x="54" y="18"/>
                      </a:lnTo>
                      <a:lnTo>
                        <a:pt x="52" y="18"/>
                      </a:lnTo>
                      <a:lnTo>
                        <a:pt x="52" y="18"/>
                      </a:lnTo>
                      <a:lnTo>
                        <a:pt x="48" y="20"/>
                      </a:lnTo>
                      <a:lnTo>
                        <a:pt x="48" y="20"/>
                      </a:lnTo>
                      <a:lnTo>
                        <a:pt x="48" y="22"/>
                      </a:lnTo>
                      <a:lnTo>
                        <a:pt x="48" y="26"/>
                      </a:lnTo>
                      <a:lnTo>
                        <a:pt x="48" y="28"/>
                      </a:lnTo>
                      <a:lnTo>
                        <a:pt x="48" y="28"/>
                      </a:lnTo>
                      <a:lnTo>
                        <a:pt x="50" y="28"/>
                      </a:lnTo>
                      <a:lnTo>
                        <a:pt x="50" y="28"/>
                      </a:lnTo>
                      <a:lnTo>
                        <a:pt x="50" y="28"/>
                      </a:lnTo>
                      <a:close/>
                      <a:moveTo>
                        <a:pt x="22" y="50"/>
                      </a:moveTo>
                      <a:lnTo>
                        <a:pt x="22" y="50"/>
                      </a:lnTo>
                      <a:lnTo>
                        <a:pt x="24" y="54"/>
                      </a:lnTo>
                      <a:lnTo>
                        <a:pt x="24" y="54"/>
                      </a:lnTo>
                      <a:lnTo>
                        <a:pt x="24" y="56"/>
                      </a:lnTo>
                      <a:lnTo>
                        <a:pt x="22" y="58"/>
                      </a:lnTo>
                      <a:lnTo>
                        <a:pt x="22" y="58"/>
                      </a:lnTo>
                      <a:lnTo>
                        <a:pt x="22" y="58"/>
                      </a:lnTo>
                      <a:lnTo>
                        <a:pt x="18" y="56"/>
                      </a:lnTo>
                      <a:lnTo>
                        <a:pt x="18" y="56"/>
                      </a:lnTo>
                      <a:lnTo>
                        <a:pt x="20" y="56"/>
                      </a:lnTo>
                      <a:lnTo>
                        <a:pt x="20" y="56"/>
                      </a:lnTo>
                      <a:lnTo>
                        <a:pt x="20" y="54"/>
                      </a:lnTo>
                      <a:lnTo>
                        <a:pt x="18" y="52"/>
                      </a:lnTo>
                      <a:lnTo>
                        <a:pt x="18" y="52"/>
                      </a:lnTo>
                      <a:lnTo>
                        <a:pt x="18" y="50"/>
                      </a:lnTo>
                      <a:lnTo>
                        <a:pt x="18" y="50"/>
                      </a:lnTo>
                      <a:lnTo>
                        <a:pt x="22" y="50"/>
                      </a:lnTo>
                      <a:lnTo>
                        <a:pt x="22" y="50"/>
                      </a:lnTo>
                      <a:close/>
                      <a:moveTo>
                        <a:pt x="20" y="28"/>
                      </a:moveTo>
                      <a:lnTo>
                        <a:pt x="20" y="28"/>
                      </a:lnTo>
                      <a:lnTo>
                        <a:pt x="20" y="32"/>
                      </a:lnTo>
                      <a:lnTo>
                        <a:pt x="20" y="38"/>
                      </a:lnTo>
                      <a:lnTo>
                        <a:pt x="20" y="38"/>
                      </a:lnTo>
                      <a:lnTo>
                        <a:pt x="24" y="38"/>
                      </a:lnTo>
                      <a:lnTo>
                        <a:pt x="24" y="38"/>
                      </a:lnTo>
                      <a:lnTo>
                        <a:pt x="24" y="40"/>
                      </a:lnTo>
                      <a:lnTo>
                        <a:pt x="24" y="42"/>
                      </a:lnTo>
                      <a:lnTo>
                        <a:pt x="24" y="42"/>
                      </a:lnTo>
                      <a:lnTo>
                        <a:pt x="24" y="42"/>
                      </a:lnTo>
                      <a:lnTo>
                        <a:pt x="24" y="44"/>
                      </a:lnTo>
                      <a:lnTo>
                        <a:pt x="22" y="44"/>
                      </a:lnTo>
                      <a:lnTo>
                        <a:pt x="22" y="44"/>
                      </a:lnTo>
                      <a:lnTo>
                        <a:pt x="22" y="42"/>
                      </a:lnTo>
                      <a:lnTo>
                        <a:pt x="20" y="42"/>
                      </a:lnTo>
                      <a:lnTo>
                        <a:pt x="20" y="42"/>
                      </a:lnTo>
                      <a:lnTo>
                        <a:pt x="16" y="36"/>
                      </a:lnTo>
                      <a:lnTo>
                        <a:pt x="16" y="28"/>
                      </a:lnTo>
                      <a:lnTo>
                        <a:pt x="16" y="28"/>
                      </a:lnTo>
                      <a:lnTo>
                        <a:pt x="20" y="28"/>
                      </a:lnTo>
                      <a:lnTo>
                        <a:pt x="20" y="28"/>
                      </a:lnTo>
                      <a:lnTo>
                        <a:pt x="20" y="24"/>
                      </a:lnTo>
                      <a:lnTo>
                        <a:pt x="20" y="24"/>
                      </a:lnTo>
                      <a:lnTo>
                        <a:pt x="20" y="26"/>
                      </a:lnTo>
                      <a:lnTo>
                        <a:pt x="20" y="28"/>
                      </a:lnTo>
                      <a:lnTo>
                        <a:pt x="20" y="28"/>
                      </a:lnTo>
                      <a:close/>
                      <a:moveTo>
                        <a:pt x="20" y="12"/>
                      </a:moveTo>
                      <a:lnTo>
                        <a:pt x="20" y="12"/>
                      </a:lnTo>
                      <a:lnTo>
                        <a:pt x="18" y="16"/>
                      </a:lnTo>
                      <a:lnTo>
                        <a:pt x="18" y="20"/>
                      </a:lnTo>
                      <a:lnTo>
                        <a:pt x="18" y="20"/>
                      </a:lnTo>
                      <a:lnTo>
                        <a:pt x="14" y="20"/>
                      </a:lnTo>
                      <a:lnTo>
                        <a:pt x="14" y="22"/>
                      </a:lnTo>
                      <a:lnTo>
                        <a:pt x="14" y="22"/>
                      </a:lnTo>
                      <a:lnTo>
                        <a:pt x="10" y="24"/>
                      </a:lnTo>
                      <a:lnTo>
                        <a:pt x="10" y="24"/>
                      </a:lnTo>
                      <a:lnTo>
                        <a:pt x="10" y="20"/>
                      </a:lnTo>
                      <a:lnTo>
                        <a:pt x="14" y="16"/>
                      </a:lnTo>
                      <a:lnTo>
                        <a:pt x="14" y="16"/>
                      </a:lnTo>
                      <a:lnTo>
                        <a:pt x="12" y="14"/>
                      </a:lnTo>
                      <a:lnTo>
                        <a:pt x="10" y="10"/>
                      </a:lnTo>
                      <a:lnTo>
                        <a:pt x="10" y="10"/>
                      </a:lnTo>
                      <a:lnTo>
                        <a:pt x="14" y="10"/>
                      </a:lnTo>
                      <a:lnTo>
                        <a:pt x="14" y="10"/>
                      </a:lnTo>
                      <a:lnTo>
                        <a:pt x="14" y="6"/>
                      </a:lnTo>
                      <a:lnTo>
                        <a:pt x="20" y="2"/>
                      </a:lnTo>
                      <a:lnTo>
                        <a:pt x="20" y="2"/>
                      </a:lnTo>
                      <a:lnTo>
                        <a:pt x="22" y="4"/>
                      </a:lnTo>
                      <a:lnTo>
                        <a:pt x="22" y="8"/>
                      </a:lnTo>
                      <a:lnTo>
                        <a:pt x="20" y="12"/>
                      </a:lnTo>
                      <a:lnTo>
                        <a:pt x="2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9" name="Freeform 24">
                  <a:extLst>
                    <a:ext uri="{FF2B5EF4-FFF2-40B4-BE49-F238E27FC236}">
                      <a16:creationId xmlns:a16="http://schemas.microsoft.com/office/drawing/2014/main" id="{39D57723-64E1-5046-BFE5-7951C04AF2CC}"/>
                    </a:ext>
                  </a:extLst>
                </p:cNvPr>
                <p:cNvSpPr>
                  <a:spLocks noEditPoints="1"/>
                </p:cNvSpPr>
                <p:nvPr/>
              </p:nvSpPr>
              <p:spPr bwMode="auto">
                <a:xfrm>
                  <a:off x="6513898" y="2517442"/>
                  <a:ext cx="446173" cy="328386"/>
                </a:xfrm>
                <a:custGeom>
                  <a:avLst/>
                  <a:gdLst>
                    <a:gd name="T0" fmla="*/ 202 w 228"/>
                    <a:gd name="T1" fmla="*/ 108 h 164"/>
                    <a:gd name="T2" fmla="*/ 188 w 228"/>
                    <a:gd name="T3" fmla="*/ 114 h 164"/>
                    <a:gd name="T4" fmla="*/ 176 w 228"/>
                    <a:gd name="T5" fmla="*/ 122 h 164"/>
                    <a:gd name="T6" fmla="*/ 170 w 228"/>
                    <a:gd name="T7" fmla="*/ 120 h 164"/>
                    <a:gd name="T8" fmla="*/ 152 w 228"/>
                    <a:gd name="T9" fmla="*/ 128 h 164"/>
                    <a:gd name="T10" fmla="*/ 144 w 228"/>
                    <a:gd name="T11" fmla="*/ 130 h 164"/>
                    <a:gd name="T12" fmla="*/ 152 w 228"/>
                    <a:gd name="T13" fmla="*/ 136 h 164"/>
                    <a:gd name="T14" fmla="*/ 156 w 228"/>
                    <a:gd name="T15" fmla="*/ 142 h 164"/>
                    <a:gd name="T16" fmla="*/ 172 w 228"/>
                    <a:gd name="T17" fmla="*/ 144 h 164"/>
                    <a:gd name="T18" fmla="*/ 178 w 228"/>
                    <a:gd name="T19" fmla="*/ 144 h 164"/>
                    <a:gd name="T20" fmla="*/ 166 w 228"/>
                    <a:gd name="T21" fmla="*/ 152 h 164"/>
                    <a:gd name="T22" fmla="*/ 138 w 228"/>
                    <a:gd name="T23" fmla="*/ 148 h 164"/>
                    <a:gd name="T24" fmla="*/ 128 w 228"/>
                    <a:gd name="T25" fmla="*/ 140 h 164"/>
                    <a:gd name="T26" fmla="*/ 142 w 228"/>
                    <a:gd name="T27" fmla="*/ 134 h 164"/>
                    <a:gd name="T28" fmla="*/ 136 w 228"/>
                    <a:gd name="T29" fmla="*/ 128 h 164"/>
                    <a:gd name="T30" fmla="*/ 124 w 228"/>
                    <a:gd name="T31" fmla="*/ 132 h 164"/>
                    <a:gd name="T32" fmla="*/ 118 w 228"/>
                    <a:gd name="T33" fmla="*/ 126 h 164"/>
                    <a:gd name="T34" fmla="*/ 120 w 228"/>
                    <a:gd name="T35" fmla="*/ 122 h 164"/>
                    <a:gd name="T36" fmla="*/ 114 w 228"/>
                    <a:gd name="T37" fmla="*/ 118 h 164"/>
                    <a:gd name="T38" fmla="*/ 100 w 228"/>
                    <a:gd name="T39" fmla="*/ 122 h 164"/>
                    <a:gd name="T40" fmla="*/ 84 w 228"/>
                    <a:gd name="T41" fmla="*/ 108 h 164"/>
                    <a:gd name="T42" fmla="*/ 80 w 228"/>
                    <a:gd name="T43" fmla="*/ 94 h 164"/>
                    <a:gd name="T44" fmla="*/ 68 w 228"/>
                    <a:gd name="T45" fmla="*/ 80 h 164"/>
                    <a:gd name="T46" fmla="*/ 50 w 228"/>
                    <a:gd name="T47" fmla="*/ 76 h 164"/>
                    <a:gd name="T48" fmla="*/ 40 w 228"/>
                    <a:gd name="T49" fmla="*/ 84 h 164"/>
                    <a:gd name="T50" fmla="*/ 28 w 228"/>
                    <a:gd name="T51" fmla="*/ 92 h 164"/>
                    <a:gd name="T52" fmla="*/ 14 w 228"/>
                    <a:gd name="T53" fmla="*/ 88 h 164"/>
                    <a:gd name="T54" fmla="*/ 0 w 228"/>
                    <a:gd name="T55" fmla="*/ 82 h 164"/>
                    <a:gd name="T56" fmla="*/ 14 w 228"/>
                    <a:gd name="T57" fmla="*/ 68 h 164"/>
                    <a:gd name="T58" fmla="*/ 16 w 228"/>
                    <a:gd name="T59" fmla="*/ 50 h 164"/>
                    <a:gd name="T60" fmla="*/ 16 w 228"/>
                    <a:gd name="T61" fmla="*/ 32 h 164"/>
                    <a:gd name="T62" fmla="*/ 18 w 228"/>
                    <a:gd name="T63" fmla="*/ 20 h 164"/>
                    <a:gd name="T64" fmla="*/ 18 w 228"/>
                    <a:gd name="T65" fmla="*/ 8 h 164"/>
                    <a:gd name="T66" fmla="*/ 26 w 228"/>
                    <a:gd name="T67" fmla="*/ 12 h 164"/>
                    <a:gd name="T68" fmla="*/ 54 w 228"/>
                    <a:gd name="T69" fmla="*/ 8 h 164"/>
                    <a:gd name="T70" fmla="*/ 72 w 228"/>
                    <a:gd name="T71" fmla="*/ 12 h 164"/>
                    <a:gd name="T72" fmla="*/ 80 w 228"/>
                    <a:gd name="T73" fmla="*/ 10 h 164"/>
                    <a:gd name="T74" fmla="*/ 98 w 228"/>
                    <a:gd name="T75" fmla="*/ 10 h 164"/>
                    <a:gd name="T76" fmla="*/ 104 w 228"/>
                    <a:gd name="T77" fmla="*/ 0 h 164"/>
                    <a:gd name="T78" fmla="*/ 118 w 228"/>
                    <a:gd name="T79" fmla="*/ 2 h 164"/>
                    <a:gd name="T80" fmla="*/ 128 w 228"/>
                    <a:gd name="T81" fmla="*/ 2 h 164"/>
                    <a:gd name="T82" fmla="*/ 132 w 228"/>
                    <a:gd name="T83" fmla="*/ 10 h 164"/>
                    <a:gd name="T84" fmla="*/ 136 w 228"/>
                    <a:gd name="T85" fmla="*/ 20 h 164"/>
                    <a:gd name="T86" fmla="*/ 148 w 228"/>
                    <a:gd name="T87" fmla="*/ 22 h 164"/>
                    <a:gd name="T88" fmla="*/ 162 w 228"/>
                    <a:gd name="T89" fmla="*/ 30 h 164"/>
                    <a:gd name="T90" fmla="*/ 172 w 228"/>
                    <a:gd name="T91" fmla="*/ 42 h 164"/>
                    <a:gd name="T92" fmla="*/ 188 w 228"/>
                    <a:gd name="T93" fmla="*/ 36 h 164"/>
                    <a:gd name="T94" fmla="*/ 198 w 228"/>
                    <a:gd name="T95" fmla="*/ 44 h 164"/>
                    <a:gd name="T96" fmla="*/ 220 w 228"/>
                    <a:gd name="T97" fmla="*/ 58 h 164"/>
                    <a:gd name="T98" fmla="*/ 226 w 228"/>
                    <a:gd name="T99" fmla="*/ 64 h 164"/>
                    <a:gd name="T100" fmla="*/ 226 w 228"/>
                    <a:gd name="T101" fmla="*/ 72 h 164"/>
                    <a:gd name="T102" fmla="*/ 228 w 228"/>
                    <a:gd name="T103" fmla="*/ 86 h 164"/>
                    <a:gd name="T104" fmla="*/ 214 w 228"/>
                    <a:gd name="T105" fmla="*/ 100 h 164"/>
                    <a:gd name="T106" fmla="*/ 88 w 228"/>
                    <a:gd name="T107" fmla="*/ 124 h 164"/>
                    <a:gd name="T108" fmla="*/ 80 w 228"/>
                    <a:gd name="T109" fmla="*/ 124 h 164"/>
                    <a:gd name="T110" fmla="*/ 74 w 228"/>
                    <a:gd name="T111" fmla="*/ 140 h 164"/>
                    <a:gd name="T112" fmla="*/ 80 w 228"/>
                    <a:gd name="T113" fmla="*/ 140 h 164"/>
                    <a:gd name="T114" fmla="*/ 90 w 228"/>
                    <a:gd name="T115" fmla="*/ 13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8" h="164">
                      <a:moveTo>
                        <a:pt x="210" y="108"/>
                      </a:moveTo>
                      <a:lnTo>
                        <a:pt x="210" y="108"/>
                      </a:lnTo>
                      <a:lnTo>
                        <a:pt x="204" y="108"/>
                      </a:lnTo>
                      <a:lnTo>
                        <a:pt x="204" y="108"/>
                      </a:lnTo>
                      <a:lnTo>
                        <a:pt x="202" y="108"/>
                      </a:lnTo>
                      <a:lnTo>
                        <a:pt x="202" y="108"/>
                      </a:lnTo>
                      <a:lnTo>
                        <a:pt x="198" y="112"/>
                      </a:lnTo>
                      <a:lnTo>
                        <a:pt x="198" y="112"/>
                      </a:lnTo>
                      <a:lnTo>
                        <a:pt x="194" y="112"/>
                      </a:lnTo>
                      <a:lnTo>
                        <a:pt x="194" y="112"/>
                      </a:lnTo>
                      <a:lnTo>
                        <a:pt x="188" y="114"/>
                      </a:lnTo>
                      <a:lnTo>
                        <a:pt x="188" y="114"/>
                      </a:lnTo>
                      <a:lnTo>
                        <a:pt x="186" y="118"/>
                      </a:lnTo>
                      <a:lnTo>
                        <a:pt x="186" y="118"/>
                      </a:lnTo>
                      <a:lnTo>
                        <a:pt x="182" y="118"/>
                      </a:lnTo>
                      <a:lnTo>
                        <a:pt x="178" y="118"/>
                      </a:lnTo>
                      <a:lnTo>
                        <a:pt x="178" y="118"/>
                      </a:lnTo>
                      <a:lnTo>
                        <a:pt x="176" y="122"/>
                      </a:lnTo>
                      <a:lnTo>
                        <a:pt x="176" y="122"/>
                      </a:lnTo>
                      <a:lnTo>
                        <a:pt x="174" y="122"/>
                      </a:lnTo>
                      <a:lnTo>
                        <a:pt x="172" y="120"/>
                      </a:lnTo>
                      <a:lnTo>
                        <a:pt x="172" y="120"/>
                      </a:lnTo>
                      <a:lnTo>
                        <a:pt x="170" y="120"/>
                      </a:lnTo>
                      <a:lnTo>
                        <a:pt x="170" y="120"/>
                      </a:lnTo>
                      <a:lnTo>
                        <a:pt x="170" y="120"/>
                      </a:lnTo>
                      <a:lnTo>
                        <a:pt x="162" y="126"/>
                      </a:lnTo>
                      <a:lnTo>
                        <a:pt x="162" y="128"/>
                      </a:lnTo>
                      <a:lnTo>
                        <a:pt x="162" y="128"/>
                      </a:lnTo>
                      <a:lnTo>
                        <a:pt x="156" y="128"/>
                      </a:lnTo>
                      <a:lnTo>
                        <a:pt x="152" y="128"/>
                      </a:lnTo>
                      <a:lnTo>
                        <a:pt x="152" y="126"/>
                      </a:lnTo>
                      <a:lnTo>
                        <a:pt x="152" y="126"/>
                      </a:lnTo>
                      <a:lnTo>
                        <a:pt x="144" y="126"/>
                      </a:lnTo>
                      <a:lnTo>
                        <a:pt x="144" y="126"/>
                      </a:lnTo>
                      <a:lnTo>
                        <a:pt x="144" y="130"/>
                      </a:lnTo>
                      <a:lnTo>
                        <a:pt x="144" y="130"/>
                      </a:lnTo>
                      <a:lnTo>
                        <a:pt x="148" y="132"/>
                      </a:lnTo>
                      <a:lnTo>
                        <a:pt x="148" y="132"/>
                      </a:lnTo>
                      <a:lnTo>
                        <a:pt x="150" y="132"/>
                      </a:lnTo>
                      <a:lnTo>
                        <a:pt x="150" y="132"/>
                      </a:lnTo>
                      <a:lnTo>
                        <a:pt x="152" y="136"/>
                      </a:lnTo>
                      <a:lnTo>
                        <a:pt x="152" y="136"/>
                      </a:lnTo>
                      <a:lnTo>
                        <a:pt x="154" y="136"/>
                      </a:lnTo>
                      <a:lnTo>
                        <a:pt x="156" y="136"/>
                      </a:lnTo>
                      <a:lnTo>
                        <a:pt x="156" y="136"/>
                      </a:lnTo>
                      <a:lnTo>
                        <a:pt x="156" y="138"/>
                      </a:lnTo>
                      <a:lnTo>
                        <a:pt x="156" y="140"/>
                      </a:lnTo>
                      <a:lnTo>
                        <a:pt x="156" y="142"/>
                      </a:lnTo>
                      <a:lnTo>
                        <a:pt x="158" y="142"/>
                      </a:lnTo>
                      <a:lnTo>
                        <a:pt x="158" y="144"/>
                      </a:lnTo>
                      <a:lnTo>
                        <a:pt x="158" y="144"/>
                      </a:lnTo>
                      <a:lnTo>
                        <a:pt x="164" y="144"/>
                      </a:lnTo>
                      <a:lnTo>
                        <a:pt x="164" y="144"/>
                      </a:lnTo>
                      <a:lnTo>
                        <a:pt x="172" y="144"/>
                      </a:lnTo>
                      <a:lnTo>
                        <a:pt x="172" y="144"/>
                      </a:lnTo>
                      <a:lnTo>
                        <a:pt x="174" y="144"/>
                      </a:lnTo>
                      <a:lnTo>
                        <a:pt x="176" y="142"/>
                      </a:lnTo>
                      <a:lnTo>
                        <a:pt x="176" y="142"/>
                      </a:lnTo>
                      <a:lnTo>
                        <a:pt x="178" y="144"/>
                      </a:lnTo>
                      <a:lnTo>
                        <a:pt x="178" y="144"/>
                      </a:lnTo>
                      <a:lnTo>
                        <a:pt x="178" y="146"/>
                      </a:lnTo>
                      <a:lnTo>
                        <a:pt x="176" y="150"/>
                      </a:lnTo>
                      <a:lnTo>
                        <a:pt x="176" y="150"/>
                      </a:lnTo>
                      <a:lnTo>
                        <a:pt x="170" y="152"/>
                      </a:lnTo>
                      <a:lnTo>
                        <a:pt x="166" y="152"/>
                      </a:lnTo>
                      <a:lnTo>
                        <a:pt x="166" y="152"/>
                      </a:lnTo>
                      <a:lnTo>
                        <a:pt x="158" y="156"/>
                      </a:lnTo>
                      <a:lnTo>
                        <a:pt x="158" y="156"/>
                      </a:lnTo>
                      <a:lnTo>
                        <a:pt x="136" y="164"/>
                      </a:lnTo>
                      <a:lnTo>
                        <a:pt x="136" y="164"/>
                      </a:lnTo>
                      <a:lnTo>
                        <a:pt x="138" y="156"/>
                      </a:lnTo>
                      <a:lnTo>
                        <a:pt x="138" y="148"/>
                      </a:lnTo>
                      <a:lnTo>
                        <a:pt x="138" y="148"/>
                      </a:lnTo>
                      <a:lnTo>
                        <a:pt x="130" y="144"/>
                      </a:lnTo>
                      <a:lnTo>
                        <a:pt x="124" y="146"/>
                      </a:lnTo>
                      <a:lnTo>
                        <a:pt x="126" y="142"/>
                      </a:lnTo>
                      <a:lnTo>
                        <a:pt x="126" y="142"/>
                      </a:lnTo>
                      <a:lnTo>
                        <a:pt x="128" y="140"/>
                      </a:lnTo>
                      <a:lnTo>
                        <a:pt x="138" y="136"/>
                      </a:lnTo>
                      <a:lnTo>
                        <a:pt x="138" y="136"/>
                      </a:lnTo>
                      <a:lnTo>
                        <a:pt x="140" y="136"/>
                      </a:lnTo>
                      <a:lnTo>
                        <a:pt x="142" y="136"/>
                      </a:lnTo>
                      <a:lnTo>
                        <a:pt x="142" y="136"/>
                      </a:lnTo>
                      <a:lnTo>
                        <a:pt x="142" y="134"/>
                      </a:lnTo>
                      <a:lnTo>
                        <a:pt x="142" y="134"/>
                      </a:lnTo>
                      <a:lnTo>
                        <a:pt x="140" y="130"/>
                      </a:lnTo>
                      <a:lnTo>
                        <a:pt x="140" y="130"/>
                      </a:lnTo>
                      <a:lnTo>
                        <a:pt x="138" y="130"/>
                      </a:lnTo>
                      <a:lnTo>
                        <a:pt x="136" y="130"/>
                      </a:lnTo>
                      <a:lnTo>
                        <a:pt x="136" y="128"/>
                      </a:lnTo>
                      <a:lnTo>
                        <a:pt x="136" y="128"/>
                      </a:lnTo>
                      <a:lnTo>
                        <a:pt x="128" y="128"/>
                      </a:lnTo>
                      <a:lnTo>
                        <a:pt x="128" y="128"/>
                      </a:lnTo>
                      <a:lnTo>
                        <a:pt x="128" y="130"/>
                      </a:lnTo>
                      <a:lnTo>
                        <a:pt x="126" y="132"/>
                      </a:lnTo>
                      <a:lnTo>
                        <a:pt x="124" y="132"/>
                      </a:lnTo>
                      <a:lnTo>
                        <a:pt x="124" y="132"/>
                      </a:lnTo>
                      <a:lnTo>
                        <a:pt x="122" y="128"/>
                      </a:lnTo>
                      <a:lnTo>
                        <a:pt x="122" y="128"/>
                      </a:lnTo>
                      <a:lnTo>
                        <a:pt x="118" y="128"/>
                      </a:lnTo>
                      <a:lnTo>
                        <a:pt x="118" y="126"/>
                      </a:lnTo>
                      <a:lnTo>
                        <a:pt x="118" y="126"/>
                      </a:lnTo>
                      <a:lnTo>
                        <a:pt x="112" y="126"/>
                      </a:lnTo>
                      <a:lnTo>
                        <a:pt x="114" y="124"/>
                      </a:lnTo>
                      <a:lnTo>
                        <a:pt x="114" y="124"/>
                      </a:lnTo>
                      <a:lnTo>
                        <a:pt x="120" y="124"/>
                      </a:lnTo>
                      <a:lnTo>
                        <a:pt x="120" y="124"/>
                      </a:lnTo>
                      <a:lnTo>
                        <a:pt x="120" y="122"/>
                      </a:lnTo>
                      <a:lnTo>
                        <a:pt x="120" y="122"/>
                      </a:lnTo>
                      <a:lnTo>
                        <a:pt x="118" y="122"/>
                      </a:lnTo>
                      <a:lnTo>
                        <a:pt x="118" y="122"/>
                      </a:lnTo>
                      <a:lnTo>
                        <a:pt x="116" y="118"/>
                      </a:lnTo>
                      <a:lnTo>
                        <a:pt x="116" y="118"/>
                      </a:lnTo>
                      <a:lnTo>
                        <a:pt x="114" y="118"/>
                      </a:lnTo>
                      <a:lnTo>
                        <a:pt x="114" y="120"/>
                      </a:lnTo>
                      <a:lnTo>
                        <a:pt x="114" y="120"/>
                      </a:lnTo>
                      <a:lnTo>
                        <a:pt x="104" y="120"/>
                      </a:lnTo>
                      <a:lnTo>
                        <a:pt x="102" y="122"/>
                      </a:lnTo>
                      <a:lnTo>
                        <a:pt x="100" y="122"/>
                      </a:lnTo>
                      <a:lnTo>
                        <a:pt x="100" y="122"/>
                      </a:lnTo>
                      <a:lnTo>
                        <a:pt x="96" y="128"/>
                      </a:lnTo>
                      <a:lnTo>
                        <a:pt x="88" y="116"/>
                      </a:lnTo>
                      <a:lnTo>
                        <a:pt x="88" y="116"/>
                      </a:lnTo>
                      <a:lnTo>
                        <a:pt x="86" y="114"/>
                      </a:lnTo>
                      <a:lnTo>
                        <a:pt x="84" y="112"/>
                      </a:lnTo>
                      <a:lnTo>
                        <a:pt x="84" y="108"/>
                      </a:lnTo>
                      <a:lnTo>
                        <a:pt x="84" y="108"/>
                      </a:lnTo>
                      <a:lnTo>
                        <a:pt x="84" y="104"/>
                      </a:lnTo>
                      <a:lnTo>
                        <a:pt x="82" y="100"/>
                      </a:lnTo>
                      <a:lnTo>
                        <a:pt x="82" y="100"/>
                      </a:lnTo>
                      <a:lnTo>
                        <a:pt x="80" y="98"/>
                      </a:lnTo>
                      <a:lnTo>
                        <a:pt x="80" y="94"/>
                      </a:lnTo>
                      <a:lnTo>
                        <a:pt x="80" y="94"/>
                      </a:lnTo>
                      <a:lnTo>
                        <a:pt x="78" y="88"/>
                      </a:lnTo>
                      <a:lnTo>
                        <a:pt x="74" y="84"/>
                      </a:lnTo>
                      <a:lnTo>
                        <a:pt x="74" y="84"/>
                      </a:lnTo>
                      <a:lnTo>
                        <a:pt x="68" y="80"/>
                      </a:lnTo>
                      <a:lnTo>
                        <a:pt x="68" y="80"/>
                      </a:lnTo>
                      <a:lnTo>
                        <a:pt x="62" y="76"/>
                      </a:lnTo>
                      <a:lnTo>
                        <a:pt x="62" y="76"/>
                      </a:lnTo>
                      <a:lnTo>
                        <a:pt x="58" y="74"/>
                      </a:lnTo>
                      <a:lnTo>
                        <a:pt x="54" y="76"/>
                      </a:lnTo>
                      <a:lnTo>
                        <a:pt x="54" y="76"/>
                      </a:lnTo>
                      <a:lnTo>
                        <a:pt x="50" y="76"/>
                      </a:lnTo>
                      <a:lnTo>
                        <a:pt x="46" y="78"/>
                      </a:lnTo>
                      <a:lnTo>
                        <a:pt x="46" y="80"/>
                      </a:lnTo>
                      <a:lnTo>
                        <a:pt x="46" y="80"/>
                      </a:lnTo>
                      <a:lnTo>
                        <a:pt x="44" y="80"/>
                      </a:lnTo>
                      <a:lnTo>
                        <a:pt x="40" y="84"/>
                      </a:lnTo>
                      <a:lnTo>
                        <a:pt x="40" y="84"/>
                      </a:lnTo>
                      <a:lnTo>
                        <a:pt x="38" y="86"/>
                      </a:lnTo>
                      <a:lnTo>
                        <a:pt x="34" y="88"/>
                      </a:lnTo>
                      <a:lnTo>
                        <a:pt x="34" y="88"/>
                      </a:lnTo>
                      <a:lnTo>
                        <a:pt x="32" y="88"/>
                      </a:lnTo>
                      <a:lnTo>
                        <a:pt x="32" y="90"/>
                      </a:lnTo>
                      <a:lnTo>
                        <a:pt x="28" y="92"/>
                      </a:lnTo>
                      <a:lnTo>
                        <a:pt x="28" y="92"/>
                      </a:lnTo>
                      <a:lnTo>
                        <a:pt x="24" y="94"/>
                      </a:lnTo>
                      <a:lnTo>
                        <a:pt x="22" y="90"/>
                      </a:lnTo>
                      <a:lnTo>
                        <a:pt x="22" y="90"/>
                      </a:lnTo>
                      <a:lnTo>
                        <a:pt x="18" y="88"/>
                      </a:lnTo>
                      <a:lnTo>
                        <a:pt x="14" y="88"/>
                      </a:lnTo>
                      <a:lnTo>
                        <a:pt x="14" y="88"/>
                      </a:lnTo>
                      <a:lnTo>
                        <a:pt x="8" y="88"/>
                      </a:lnTo>
                      <a:lnTo>
                        <a:pt x="4" y="86"/>
                      </a:lnTo>
                      <a:lnTo>
                        <a:pt x="4" y="86"/>
                      </a:lnTo>
                      <a:lnTo>
                        <a:pt x="2" y="82"/>
                      </a:lnTo>
                      <a:lnTo>
                        <a:pt x="0" y="82"/>
                      </a:lnTo>
                      <a:lnTo>
                        <a:pt x="2" y="76"/>
                      </a:lnTo>
                      <a:lnTo>
                        <a:pt x="6" y="74"/>
                      </a:lnTo>
                      <a:lnTo>
                        <a:pt x="6" y="74"/>
                      </a:lnTo>
                      <a:lnTo>
                        <a:pt x="10" y="72"/>
                      </a:lnTo>
                      <a:lnTo>
                        <a:pt x="14" y="70"/>
                      </a:lnTo>
                      <a:lnTo>
                        <a:pt x="14" y="68"/>
                      </a:lnTo>
                      <a:lnTo>
                        <a:pt x="14" y="68"/>
                      </a:lnTo>
                      <a:lnTo>
                        <a:pt x="12" y="64"/>
                      </a:lnTo>
                      <a:lnTo>
                        <a:pt x="12" y="60"/>
                      </a:lnTo>
                      <a:lnTo>
                        <a:pt x="12" y="58"/>
                      </a:lnTo>
                      <a:lnTo>
                        <a:pt x="12" y="58"/>
                      </a:lnTo>
                      <a:lnTo>
                        <a:pt x="16" y="50"/>
                      </a:lnTo>
                      <a:lnTo>
                        <a:pt x="16" y="50"/>
                      </a:lnTo>
                      <a:lnTo>
                        <a:pt x="20" y="42"/>
                      </a:lnTo>
                      <a:lnTo>
                        <a:pt x="20" y="42"/>
                      </a:lnTo>
                      <a:lnTo>
                        <a:pt x="18" y="38"/>
                      </a:lnTo>
                      <a:lnTo>
                        <a:pt x="16" y="34"/>
                      </a:lnTo>
                      <a:lnTo>
                        <a:pt x="16" y="32"/>
                      </a:lnTo>
                      <a:lnTo>
                        <a:pt x="16" y="32"/>
                      </a:lnTo>
                      <a:lnTo>
                        <a:pt x="16" y="28"/>
                      </a:lnTo>
                      <a:lnTo>
                        <a:pt x="18" y="22"/>
                      </a:lnTo>
                      <a:lnTo>
                        <a:pt x="18" y="22"/>
                      </a:lnTo>
                      <a:lnTo>
                        <a:pt x="18" y="20"/>
                      </a:lnTo>
                      <a:lnTo>
                        <a:pt x="18" y="20"/>
                      </a:lnTo>
                      <a:lnTo>
                        <a:pt x="18" y="18"/>
                      </a:lnTo>
                      <a:lnTo>
                        <a:pt x="18" y="18"/>
                      </a:lnTo>
                      <a:lnTo>
                        <a:pt x="18" y="18"/>
                      </a:lnTo>
                      <a:lnTo>
                        <a:pt x="16" y="12"/>
                      </a:lnTo>
                      <a:lnTo>
                        <a:pt x="16" y="10"/>
                      </a:lnTo>
                      <a:lnTo>
                        <a:pt x="18" y="8"/>
                      </a:lnTo>
                      <a:lnTo>
                        <a:pt x="18" y="8"/>
                      </a:lnTo>
                      <a:lnTo>
                        <a:pt x="20" y="6"/>
                      </a:lnTo>
                      <a:lnTo>
                        <a:pt x="22" y="6"/>
                      </a:lnTo>
                      <a:lnTo>
                        <a:pt x="24" y="10"/>
                      </a:lnTo>
                      <a:lnTo>
                        <a:pt x="24" y="10"/>
                      </a:lnTo>
                      <a:lnTo>
                        <a:pt x="26" y="12"/>
                      </a:lnTo>
                      <a:lnTo>
                        <a:pt x="28" y="10"/>
                      </a:lnTo>
                      <a:lnTo>
                        <a:pt x="30" y="6"/>
                      </a:lnTo>
                      <a:lnTo>
                        <a:pt x="30" y="6"/>
                      </a:lnTo>
                      <a:lnTo>
                        <a:pt x="40" y="6"/>
                      </a:lnTo>
                      <a:lnTo>
                        <a:pt x="40" y="6"/>
                      </a:lnTo>
                      <a:lnTo>
                        <a:pt x="54" y="8"/>
                      </a:lnTo>
                      <a:lnTo>
                        <a:pt x="54" y="8"/>
                      </a:lnTo>
                      <a:lnTo>
                        <a:pt x="60" y="10"/>
                      </a:lnTo>
                      <a:lnTo>
                        <a:pt x="66" y="8"/>
                      </a:lnTo>
                      <a:lnTo>
                        <a:pt x="66" y="8"/>
                      </a:lnTo>
                      <a:lnTo>
                        <a:pt x="70" y="8"/>
                      </a:lnTo>
                      <a:lnTo>
                        <a:pt x="72" y="12"/>
                      </a:lnTo>
                      <a:lnTo>
                        <a:pt x="72" y="12"/>
                      </a:lnTo>
                      <a:lnTo>
                        <a:pt x="74" y="8"/>
                      </a:lnTo>
                      <a:lnTo>
                        <a:pt x="74" y="8"/>
                      </a:lnTo>
                      <a:lnTo>
                        <a:pt x="76" y="10"/>
                      </a:lnTo>
                      <a:lnTo>
                        <a:pt x="78" y="10"/>
                      </a:lnTo>
                      <a:lnTo>
                        <a:pt x="80" y="10"/>
                      </a:lnTo>
                      <a:lnTo>
                        <a:pt x="80" y="10"/>
                      </a:lnTo>
                      <a:lnTo>
                        <a:pt x="82" y="8"/>
                      </a:lnTo>
                      <a:lnTo>
                        <a:pt x="86" y="10"/>
                      </a:lnTo>
                      <a:lnTo>
                        <a:pt x="86" y="10"/>
                      </a:lnTo>
                      <a:lnTo>
                        <a:pt x="92" y="10"/>
                      </a:lnTo>
                      <a:lnTo>
                        <a:pt x="98" y="10"/>
                      </a:lnTo>
                      <a:lnTo>
                        <a:pt x="98" y="10"/>
                      </a:lnTo>
                      <a:lnTo>
                        <a:pt x="100" y="10"/>
                      </a:lnTo>
                      <a:lnTo>
                        <a:pt x="102" y="6"/>
                      </a:lnTo>
                      <a:lnTo>
                        <a:pt x="102" y="6"/>
                      </a:lnTo>
                      <a:lnTo>
                        <a:pt x="102" y="2"/>
                      </a:lnTo>
                      <a:lnTo>
                        <a:pt x="104" y="0"/>
                      </a:lnTo>
                      <a:lnTo>
                        <a:pt x="104" y="0"/>
                      </a:lnTo>
                      <a:lnTo>
                        <a:pt x="110" y="0"/>
                      </a:lnTo>
                      <a:lnTo>
                        <a:pt x="110" y="0"/>
                      </a:lnTo>
                      <a:lnTo>
                        <a:pt x="112" y="4"/>
                      </a:lnTo>
                      <a:lnTo>
                        <a:pt x="116" y="4"/>
                      </a:lnTo>
                      <a:lnTo>
                        <a:pt x="118" y="2"/>
                      </a:lnTo>
                      <a:lnTo>
                        <a:pt x="118" y="2"/>
                      </a:lnTo>
                      <a:lnTo>
                        <a:pt x="120" y="0"/>
                      </a:lnTo>
                      <a:lnTo>
                        <a:pt x="120" y="0"/>
                      </a:lnTo>
                      <a:lnTo>
                        <a:pt x="124" y="2"/>
                      </a:lnTo>
                      <a:lnTo>
                        <a:pt x="124" y="2"/>
                      </a:lnTo>
                      <a:lnTo>
                        <a:pt x="128" y="2"/>
                      </a:lnTo>
                      <a:lnTo>
                        <a:pt x="130" y="2"/>
                      </a:lnTo>
                      <a:lnTo>
                        <a:pt x="130" y="4"/>
                      </a:lnTo>
                      <a:lnTo>
                        <a:pt x="130" y="4"/>
                      </a:lnTo>
                      <a:lnTo>
                        <a:pt x="132" y="8"/>
                      </a:lnTo>
                      <a:lnTo>
                        <a:pt x="132" y="10"/>
                      </a:lnTo>
                      <a:lnTo>
                        <a:pt x="132" y="10"/>
                      </a:lnTo>
                      <a:lnTo>
                        <a:pt x="134" y="14"/>
                      </a:lnTo>
                      <a:lnTo>
                        <a:pt x="134" y="16"/>
                      </a:lnTo>
                      <a:lnTo>
                        <a:pt x="136" y="16"/>
                      </a:lnTo>
                      <a:lnTo>
                        <a:pt x="136" y="16"/>
                      </a:lnTo>
                      <a:lnTo>
                        <a:pt x="136" y="18"/>
                      </a:lnTo>
                      <a:lnTo>
                        <a:pt x="136" y="20"/>
                      </a:lnTo>
                      <a:lnTo>
                        <a:pt x="138" y="22"/>
                      </a:lnTo>
                      <a:lnTo>
                        <a:pt x="140" y="22"/>
                      </a:lnTo>
                      <a:lnTo>
                        <a:pt x="140" y="22"/>
                      </a:lnTo>
                      <a:lnTo>
                        <a:pt x="144" y="22"/>
                      </a:lnTo>
                      <a:lnTo>
                        <a:pt x="148" y="22"/>
                      </a:lnTo>
                      <a:lnTo>
                        <a:pt x="148" y="22"/>
                      </a:lnTo>
                      <a:lnTo>
                        <a:pt x="154" y="26"/>
                      </a:lnTo>
                      <a:lnTo>
                        <a:pt x="158" y="24"/>
                      </a:lnTo>
                      <a:lnTo>
                        <a:pt x="158" y="24"/>
                      </a:lnTo>
                      <a:lnTo>
                        <a:pt x="160" y="24"/>
                      </a:lnTo>
                      <a:lnTo>
                        <a:pt x="160" y="26"/>
                      </a:lnTo>
                      <a:lnTo>
                        <a:pt x="162" y="30"/>
                      </a:lnTo>
                      <a:lnTo>
                        <a:pt x="162" y="30"/>
                      </a:lnTo>
                      <a:lnTo>
                        <a:pt x="168" y="32"/>
                      </a:lnTo>
                      <a:lnTo>
                        <a:pt x="168" y="32"/>
                      </a:lnTo>
                      <a:lnTo>
                        <a:pt x="170" y="34"/>
                      </a:lnTo>
                      <a:lnTo>
                        <a:pt x="170" y="38"/>
                      </a:lnTo>
                      <a:lnTo>
                        <a:pt x="172" y="42"/>
                      </a:lnTo>
                      <a:lnTo>
                        <a:pt x="172" y="42"/>
                      </a:lnTo>
                      <a:lnTo>
                        <a:pt x="180" y="38"/>
                      </a:lnTo>
                      <a:lnTo>
                        <a:pt x="180" y="38"/>
                      </a:lnTo>
                      <a:lnTo>
                        <a:pt x="184" y="36"/>
                      </a:lnTo>
                      <a:lnTo>
                        <a:pt x="184" y="36"/>
                      </a:lnTo>
                      <a:lnTo>
                        <a:pt x="188" y="36"/>
                      </a:lnTo>
                      <a:lnTo>
                        <a:pt x="192" y="38"/>
                      </a:lnTo>
                      <a:lnTo>
                        <a:pt x="192" y="38"/>
                      </a:lnTo>
                      <a:lnTo>
                        <a:pt x="192" y="40"/>
                      </a:lnTo>
                      <a:lnTo>
                        <a:pt x="194" y="42"/>
                      </a:lnTo>
                      <a:lnTo>
                        <a:pt x="194" y="42"/>
                      </a:lnTo>
                      <a:lnTo>
                        <a:pt x="198" y="44"/>
                      </a:lnTo>
                      <a:lnTo>
                        <a:pt x="202" y="46"/>
                      </a:lnTo>
                      <a:lnTo>
                        <a:pt x="202" y="46"/>
                      </a:lnTo>
                      <a:lnTo>
                        <a:pt x="220" y="52"/>
                      </a:lnTo>
                      <a:lnTo>
                        <a:pt x="220" y="52"/>
                      </a:lnTo>
                      <a:lnTo>
                        <a:pt x="222" y="56"/>
                      </a:lnTo>
                      <a:lnTo>
                        <a:pt x="220" y="58"/>
                      </a:lnTo>
                      <a:lnTo>
                        <a:pt x="220" y="58"/>
                      </a:lnTo>
                      <a:lnTo>
                        <a:pt x="220" y="60"/>
                      </a:lnTo>
                      <a:lnTo>
                        <a:pt x="220" y="60"/>
                      </a:lnTo>
                      <a:lnTo>
                        <a:pt x="224" y="62"/>
                      </a:lnTo>
                      <a:lnTo>
                        <a:pt x="226" y="62"/>
                      </a:lnTo>
                      <a:lnTo>
                        <a:pt x="226" y="64"/>
                      </a:lnTo>
                      <a:lnTo>
                        <a:pt x="226" y="64"/>
                      </a:lnTo>
                      <a:lnTo>
                        <a:pt x="224" y="68"/>
                      </a:lnTo>
                      <a:lnTo>
                        <a:pt x="222" y="68"/>
                      </a:lnTo>
                      <a:lnTo>
                        <a:pt x="224" y="70"/>
                      </a:lnTo>
                      <a:lnTo>
                        <a:pt x="224" y="70"/>
                      </a:lnTo>
                      <a:lnTo>
                        <a:pt x="226" y="72"/>
                      </a:lnTo>
                      <a:lnTo>
                        <a:pt x="226" y="74"/>
                      </a:lnTo>
                      <a:lnTo>
                        <a:pt x="226" y="76"/>
                      </a:lnTo>
                      <a:lnTo>
                        <a:pt x="226" y="80"/>
                      </a:lnTo>
                      <a:lnTo>
                        <a:pt x="226" y="80"/>
                      </a:lnTo>
                      <a:lnTo>
                        <a:pt x="228" y="82"/>
                      </a:lnTo>
                      <a:lnTo>
                        <a:pt x="228" y="86"/>
                      </a:lnTo>
                      <a:lnTo>
                        <a:pt x="228" y="86"/>
                      </a:lnTo>
                      <a:lnTo>
                        <a:pt x="226" y="96"/>
                      </a:lnTo>
                      <a:lnTo>
                        <a:pt x="226" y="96"/>
                      </a:lnTo>
                      <a:lnTo>
                        <a:pt x="224" y="98"/>
                      </a:lnTo>
                      <a:lnTo>
                        <a:pt x="220" y="98"/>
                      </a:lnTo>
                      <a:lnTo>
                        <a:pt x="214" y="100"/>
                      </a:lnTo>
                      <a:lnTo>
                        <a:pt x="212" y="104"/>
                      </a:lnTo>
                      <a:lnTo>
                        <a:pt x="210" y="108"/>
                      </a:lnTo>
                      <a:close/>
                      <a:moveTo>
                        <a:pt x="96" y="128"/>
                      </a:moveTo>
                      <a:lnTo>
                        <a:pt x="96" y="128"/>
                      </a:lnTo>
                      <a:lnTo>
                        <a:pt x="94" y="126"/>
                      </a:lnTo>
                      <a:lnTo>
                        <a:pt x="88" y="124"/>
                      </a:lnTo>
                      <a:lnTo>
                        <a:pt x="88" y="124"/>
                      </a:lnTo>
                      <a:lnTo>
                        <a:pt x="84" y="122"/>
                      </a:lnTo>
                      <a:lnTo>
                        <a:pt x="82" y="122"/>
                      </a:lnTo>
                      <a:lnTo>
                        <a:pt x="82" y="122"/>
                      </a:lnTo>
                      <a:lnTo>
                        <a:pt x="82" y="122"/>
                      </a:lnTo>
                      <a:lnTo>
                        <a:pt x="80" y="124"/>
                      </a:lnTo>
                      <a:lnTo>
                        <a:pt x="78" y="126"/>
                      </a:lnTo>
                      <a:lnTo>
                        <a:pt x="76" y="130"/>
                      </a:lnTo>
                      <a:lnTo>
                        <a:pt x="76" y="130"/>
                      </a:lnTo>
                      <a:lnTo>
                        <a:pt x="74" y="136"/>
                      </a:lnTo>
                      <a:lnTo>
                        <a:pt x="70" y="138"/>
                      </a:lnTo>
                      <a:lnTo>
                        <a:pt x="74" y="140"/>
                      </a:lnTo>
                      <a:lnTo>
                        <a:pt x="74" y="140"/>
                      </a:lnTo>
                      <a:lnTo>
                        <a:pt x="76" y="142"/>
                      </a:lnTo>
                      <a:lnTo>
                        <a:pt x="78" y="142"/>
                      </a:lnTo>
                      <a:lnTo>
                        <a:pt x="78" y="140"/>
                      </a:lnTo>
                      <a:lnTo>
                        <a:pt x="78" y="140"/>
                      </a:lnTo>
                      <a:lnTo>
                        <a:pt x="80" y="140"/>
                      </a:lnTo>
                      <a:lnTo>
                        <a:pt x="84" y="140"/>
                      </a:lnTo>
                      <a:lnTo>
                        <a:pt x="86" y="142"/>
                      </a:lnTo>
                      <a:lnTo>
                        <a:pt x="86" y="142"/>
                      </a:lnTo>
                      <a:lnTo>
                        <a:pt x="86" y="138"/>
                      </a:lnTo>
                      <a:lnTo>
                        <a:pt x="86" y="138"/>
                      </a:lnTo>
                      <a:lnTo>
                        <a:pt x="90" y="136"/>
                      </a:lnTo>
                      <a:lnTo>
                        <a:pt x="94" y="132"/>
                      </a:lnTo>
                      <a:lnTo>
                        <a:pt x="94" y="132"/>
                      </a:lnTo>
                      <a:lnTo>
                        <a:pt x="96" y="128"/>
                      </a:lnTo>
                      <a:lnTo>
                        <a:pt x="96" y="1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0" name="Freeform 26">
                  <a:extLst>
                    <a:ext uri="{FF2B5EF4-FFF2-40B4-BE49-F238E27FC236}">
                      <a16:creationId xmlns:a16="http://schemas.microsoft.com/office/drawing/2014/main" id="{D8D89BD9-66F5-B042-AAFC-76CA138B2933}"/>
                    </a:ext>
                  </a:extLst>
                </p:cNvPr>
                <p:cNvSpPr>
                  <a:spLocks/>
                </p:cNvSpPr>
                <p:nvPr/>
              </p:nvSpPr>
              <p:spPr bwMode="auto">
                <a:xfrm>
                  <a:off x="7273175" y="2897889"/>
                  <a:ext cx="371812" cy="272320"/>
                </a:xfrm>
                <a:custGeom>
                  <a:avLst/>
                  <a:gdLst>
                    <a:gd name="T0" fmla="*/ 4 w 190"/>
                    <a:gd name="T1" fmla="*/ 22 h 136"/>
                    <a:gd name="T2" fmla="*/ 6 w 190"/>
                    <a:gd name="T3" fmla="*/ 22 h 136"/>
                    <a:gd name="T4" fmla="*/ 4 w 190"/>
                    <a:gd name="T5" fmla="*/ 18 h 136"/>
                    <a:gd name="T6" fmla="*/ 10 w 190"/>
                    <a:gd name="T7" fmla="*/ 12 h 136"/>
                    <a:gd name="T8" fmla="*/ 20 w 190"/>
                    <a:gd name="T9" fmla="*/ 14 h 136"/>
                    <a:gd name="T10" fmla="*/ 26 w 190"/>
                    <a:gd name="T11" fmla="*/ 26 h 136"/>
                    <a:gd name="T12" fmla="*/ 30 w 190"/>
                    <a:gd name="T13" fmla="*/ 32 h 136"/>
                    <a:gd name="T14" fmla="*/ 24 w 190"/>
                    <a:gd name="T15" fmla="*/ 36 h 136"/>
                    <a:gd name="T16" fmla="*/ 24 w 190"/>
                    <a:gd name="T17" fmla="*/ 38 h 136"/>
                    <a:gd name="T18" fmla="*/ 24 w 190"/>
                    <a:gd name="T19" fmla="*/ 40 h 136"/>
                    <a:gd name="T20" fmla="*/ 10 w 190"/>
                    <a:gd name="T21" fmla="*/ 38 h 136"/>
                    <a:gd name="T22" fmla="*/ 6 w 190"/>
                    <a:gd name="T23" fmla="*/ 32 h 136"/>
                    <a:gd name="T24" fmla="*/ 6 w 190"/>
                    <a:gd name="T25" fmla="*/ 38 h 136"/>
                    <a:gd name="T26" fmla="*/ 2 w 190"/>
                    <a:gd name="T27" fmla="*/ 52 h 136"/>
                    <a:gd name="T28" fmla="*/ 4 w 190"/>
                    <a:gd name="T29" fmla="*/ 54 h 136"/>
                    <a:gd name="T30" fmla="*/ 8 w 190"/>
                    <a:gd name="T31" fmla="*/ 52 h 136"/>
                    <a:gd name="T32" fmla="*/ 16 w 190"/>
                    <a:gd name="T33" fmla="*/ 50 h 136"/>
                    <a:gd name="T34" fmla="*/ 16 w 190"/>
                    <a:gd name="T35" fmla="*/ 52 h 136"/>
                    <a:gd name="T36" fmla="*/ 12 w 190"/>
                    <a:gd name="T37" fmla="*/ 56 h 136"/>
                    <a:gd name="T38" fmla="*/ 16 w 190"/>
                    <a:gd name="T39" fmla="*/ 66 h 136"/>
                    <a:gd name="T40" fmla="*/ 22 w 190"/>
                    <a:gd name="T41" fmla="*/ 74 h 136"/>
                    <a:gd name="T42" fmla="*/ 20 w 190"/>
                    <a:gd name="T43" fmla="*/ 80 h 136"/>
                    <a:gd name="T44" fmla="*/ 18 w 190"/>
                    <a:gd name="T45" fmla="*/ 88 h 136"/>
                    <a:gd name="T46" fmla="*/ 20 w 190"/>
                    <a:gd name="T47" fmla="*/ 100 h 136"/>
                    <a:gd name="T48" fmla="*/ 32 w 190"/>
                    <a:gd name="T49" fmla="*/ 92 h 136"/>
                    <a:gd name="T50" fmla="*/ 46 w 190"/>
                    <a:gd name="T51" fmla="*/ 86 h 136"/>
                    <a:gd name="T52" fmla="*/ 74 w 190"/>
                    <a:gd name="T53" fmla="*/ 86 h 136"/>
                    <a:gd name="T54" fmla="*/ 96 w 190"/>
                    <a:gd name="T55" fmla="*/ 92 h 136"/>
                    <a:gd name="T56" fmla="*/ 116 w 190"/>
                    <a:gd name="T57" fmla="*/ 104 h 136"/>
                    <a:gd name="T58" fmla="*/ 130 w 190"/>
                    <a:gd name="T59" fmla="*/ 116 h 136"/>
                    <a:gd name="T60" fmla="*/ 128 w 190"/>
                    <a:gd name="T61" fmla="*/ 134 h 136"/>
                    <a:gd name="T62" fmla="*/ 142 w 190"/>
                    <a:gd name="T63" fmla="*/ 136 h 136"/>
                    <a:gd name="T64" fmla="*/ 160 w 190"/>
                    <a:gd name="T65" fmla="*/ 116 h 136"/>
                    <a:gd name="T66" fmla="*/ 164 w 190"/>
                    <a:gd name="T67" fmla="*/ 100 h 136"/>
                    <a:gd name="T68" fmla="*/ 176 w 190"/>
                    <a:gd name="T69" fmla="*/ 100 h 136"/>
                    <a:gd name="T70" fmla="*/ 182 w 190"/>
                    <a:gd name="T71" fmla="*/ 90 h 136"/>
                    <a:gd name="T72" fmla="*/ 182 w 190"/>
                    <a:gd name="T73" fmla="*/ 84 h 136"/>
                    <a:gd name="T74" fmla="*/ 168 w 190"/>
                    <a:gd name="T75" fmla="*/ 76 h 136"/>
                    <a:gd name="T76" fmla="*/ 150 w 190"/>
                    <a:gd name="T77" fmla="*/ 66 h 136"/>
                    <a:gd name="T78" fmla="*/ 138 w 190"/>
                    <a:gd name="T79" fmla="*/ 52 h 136"/>
                    <a:gd name="T80" fmla="*/ 130 w 190"/>
                    <a:gd name="T81" fmla="*/ 38 h 136"/>
                    <a:gd name="T82" fmla="*/ 112 w 190"/>
                    <a:gd name="T83" fmla="*/ 30 h 136"/>
                    <a:gd name="T84" fmla="*/ 96 w 190"/>
                    <a:gd name="T85" fmla="*/ 34 h 136"/>
                    <a:gd name="T86" fmla="*/ 96 w 190"/>
                    <a:gd name="T87" fmla="*/ 22 h 136"/>
                    <a:gd name="T88" fmla="*/ 84 w 190"/>
                    <a:gd name="T89" fmla="*/ 2 h 136"/>
                    <a:gd name="T90" fmla="*/ 72 w 190"/>
                    <a:gd name="T91" fmla="*/ 4 h 136"/>
                    <a:gd name="T92" fmla="*/ 60 w 190"/>
                    <a:gd name="T93" fmla="*/ 10 h 136"/>
                    <a:gd name="T94" fmla="*/ 62 w 190"/>
                    <a:gd name="T95" fmla="*/ 22 h 136"/>
                    <a:gd name="T96" fmla="*/ 44 w 190"/>
                    <a:gd name="T97" fmla="*/ 20 h 136"/>
                    <a:gd name="T98" fmla="*/ 30 w 190"/>
                    <a:gd name="T99" fmla="*/ 12 h 136"/>
                    <a:gd name="T100" fmla="*/ 18 w 190"/>
                    <a:gd name="T101" fmla="*/ 6 h 136"/>
                    <a:gd name="T102" fmla="*/ 4 w 190"/>
                    <a:gd name="T103" fmla="*/ 8 h 136"/>
                    <a:gd name="T104" fmla="*/ 2 w 190"/>
                    <a:gd name="T105" fmla="*/ 16 h 136"/>
                    <a:gd name="T106" fmla="*/ 0 w 190"/>
                    <a:gd name="T107" fmla="*/ 1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0" h="136">
                      <a:moveTo>
                        <a:pt x="0" y="18"/>
                      </a:moveTo>
                      <a:lnTo>
                        <a:pt x="0" y="18"/>
                      </a:lnTo>
                      <a:lnTo>
                        <a:pt x="4" y="22"/>
                      </a:lnTo>
                      <a:lnTo>
                        <a:pt x="4" y="22"/>
                      </a:lnTo>
                      <a:lnTo>
                        <a:pt x="6" y="22"/>
                      </a:lnTo>
                      <a:lnTo>
                        <a:pt x="6" y="22"/>
                      </a:lnTo>
                      <a:lnTo>
                        <a:pt x="6" y="20"/>
                      </a:lnTo>
                      <a:lnTo>
                        <a:pt x="4" y="18"/>
                      </a:lnTo>
                      <a:lnTo>
                        <a:pt x="4" y="18"/>
                      </a:lnTo>
                      <a:lnTo>
                        <a:pt x="8" y="16"/>
                      </a:lnTo>
                      <a:lnTo>
                        <a:pt x="8" y="16"/>
                      </a:lnTo>
                      <a:lnTo>
                        <a:pt x="10" y="12"/>
                      </a:lnTo>
                      <a:lnTo>
                        <a:pt x="10" y="12"/>
                      </a:lnTo>
                      <a:lnTo>
                        <a:pt x="20" y="14"/>
                      </a:lnTo>
                      <a:lnTo>
                        <a:pt x="20" y="14"/>
                      </a:lnTo>
                      <a:lnTo>
                        <a:pt x="20" y="20"/>
                      </a:lnTo>
                      <a:lnTo>
                        <a:pt x="20" y="20"/>
                      </a:lnTo>
                      <a:lnTo>
                        <a:pt x="26" y="26"/>
                      </a:lnTo>
                      <a:lnTo>
                        <a:pt x="30" y="30"/>
                      </a:lnTo>
                      <a:lnTo>
                        <a:pt x="30" y="30"/>
                      </a:lnTo>
                      <a:lnTo>
                        <a:pt x="30" y="32"/>
                      </a:lnTo>
                      <a:lnTo>
                        <a:pt x="28" y="36"/>
                      </a:lnTo>
                      <a:lnTo>
                        <a:pt x="28" y="36"/>
                      </a:lnTo>
                      <a:lnTo>
                        <a:pt x="24" y="36"/>
                      </a:lnTo>
                      <a:lnTo>
                        <a:pt x="24" y="36"/>
                      </a:lnTo>
                      <a:lnTo>
                        <a:pt x="24" y="36"/>
                      </a:lnTo>
                      <a:lnTo>
                        <a:pt x="24" y="38"/>
                      </a:lnTo>
                      <a:lnTo>
                        <a:pt x="24" y="38"/>
                      </a:lnTo>
                      <a:lnTo>
                        <a:pt x="24" y="38"/>
                      </a:lnTo>
                      <a:lnTo>
                        <a:pt x="24" y="40"/>
                      </a:lnTo>
                      <a:lnTo>
                        <a:pt x="24" y="40"/>
                      </a:lnTo>
                      <a:lnTo>
                        <a:pt x="10" y="38"/>
                      </a:lnTo>
                      <a:lnTo>
                        <a:pt x="10" y="38"/>
                      </a:lnTo>
                      <a:lnTo>
                        <a:pt x="8" y="32"/>
                      </a:lnTo>
                      <a:lnTo>
                        <a:pt x="8" y="32"/>
                      </a:lnTo>
                      <a:lnTo>
                        <a:pt x="6" y="32"/>
                      </a:lnTo>
                      <a:lnTo>
                        <a:pt x="6" y="32"/>
                      </a:lnTo>
                      <a:lnTo>
                        <a:pt x="6" y="38"/>
                      </a:lnTo>
                      <a:lnTo>
                        <a:pt x="6" y="38"/>
                      </a:lnTo>
                      <a:lnTo>
                        <a:pt x="4" y="46"/>
                      </a:lnTo>
                      <a:lnTo>
                        <a:pt x="2" y="52"/>
                      </a:lnTo>
                      <a:lnTo>
                        <a:pt x="2" y="52"/>
                      </a:lnTo>
                      <a:lnTo>
                        <a:pt x="2" y="54"/>
                      </a:lnTo>
                      <a:lnTo>
                        <a:pt x="2" y="54"/>
                      </a:lnTo>
                      <a:lnTo>
                        <a:pt x="4" y="54"/>
                      </a:lnTo>
                      <a:lnTo>
                        <a:pt x="6" y="54"/>
                      </a:lnTo>
                      <a:lnTo>
                        <a:pt x="6" y="54"/>
                      </a:lnTo>
                      <a:lnTo>
                        <a:pt x="8" y="52"/>
                      </a:lnTo>
                      <a:lnTo>
                        <a:pt x="10" y="50"/>
                      </a:lnTo>
                      <a:lnTo>
                        <a:pt x="10" y="50"/>
                      </a:lnTo>
                      <a:lnTo>
                        <a:pt x="16" y="50"/>
                      </a:lnTo>
                      <a:lnTo>
                        <a:pt x="20" y="52"/>
                      </a:lnTo>
                      <a:lnTo>
                        <a:pt x="20" y="52"/>
                      </a:lnTo>
                      <a:lnTo>
                        <a:pt x="16" y="52"/>
                      </a:lnTo>
                      <a:lnTo>
                        <a:pt x="12" y="52"/>
                      </a:lnTo>
                      <a:lnTo>
                        <a:pt x="12" y="52"/>
                      </a:lnTo>
                      <a:lnTo>
                        <a:pt x="12" y="56"/>
                      </a:lnTo>
                      <a:lnTo>
                        <a:pt x="12" y="56"/>
                      </a:lnTo>
                      <a:lnTo>
                        <a:pt x="16" y="60"/>
                      </a:lnTo>
                      <a:lnTo>
                        <a:pt x="16" y="66"/>
                      </a:lnTo>
                      <a:lnTo>
                        <a:pt x="16" y="66"/>
                      </a:lnTo>
                      <a:lnTo>
                        <a:pt x="20" y="70"/>
                      </a:lnTo>
                      <a:lnTo>
                        <a:pt x="22" y="74"/>
                      </a:lnTo>
                      <a:lnTo>
                        <a:pt x="22" y="78"/>
                      </a:lnTo>
                      <a:lnTo>
                        <a:pt x="22" y="78"/>
                      </a:lnTo>
                      <a:lnTo>
                        <a:pt x="20" y="80"/>
                      </a:lnTo>
                      <a:lnTo>
                        <a:pt x="18" y="80"/>
                      </a:lnTo>
                      <a:lnTo>
                        <a:pt x="18" y="80"/>
                      </a:lnTo>
                      <a:lnTo>
                        <a:pt x="18" y="88"/>
                      </a:lnTo>
                      <a:lnTo>
                        <a:pt x="18" y="94"/>
                      </a:lnTo>
                      <a:lnTo>
                        <a:pt x="18" y="94"/>
                      </a:lnTo>
                      <a:lnTo>
                        <a:pt x="20" y="100"/>
                      </a:lnTo>
                      <a:lnTo>
                        <a:pt x="28" y="100"/>
                      </a:lnTo>
                      <a:lnTo>
                        <a:pt x="32" y="94"/>
                      </a:lnTo>
                      <a:lnTo>
                        <a:pt x="32" y="92"/>
                      </a:lnTo>
                      <a:lnTo>
                        <a:pt x="34" y="88"/>
                      </a:lnTo>
                      <a:lnTo>
                        <a:pt x="38" y="86"/>
                      </a:lnTo>
                      <a:lnTo>
                        <a:pt x="46" y="86"/>
                      </a:lnTo>
                      <a:lnTo>
                        <a:pt x="52" y="84"/>
                      </a:lnTo>
                      <a:lnTo>
                        <a:pt x="58" y="82"/>
                      </a:lnTo>
                      <a:lnTo>
                        <a:pt x="74" y="86"/>
                      </a:lnTo>
                      <a:lnTo>
                        <a:pt x="82" y="86"/>
                      </a:lnTo>
                      <a:lnTo>
                        <a:pt x="86" y="88"/>
                      </a:lnTo>
                      <a:lnTo>
                        <a:pt x="96" y="92"/>
                      </a:lnTo>
                      <a:lnTo>
                        <a:pt x="104" y="96"/>
                      </a:lnTo>
                      <a:lnTo>
                        <a:pt x="112" y="102"/>
                      </a:lnTo>
                      <a:lnTo>
                        <a:pt x="116" y="104"/>
                      </a:lnTo>
                      <a:lnTo>
                        <a:pt x="118" y="108"/>
                      </a:lnTo>
                      <a:lnTo>
                        <a:pt x="122" y="114"/>
                      </a:lnTo>
                      <a:lnTo>
                        <a:pt x="130" y="116"/>
                      </a:lnTo>
                      <a:lnTo>
                        <a:pt x="130" y="122"/>
                      </a:lnTo>
                      <a:lnTo>
                        <a:pt x="130" y="128"/>
                      </a:lnTo>
                      <a:lnTo>
                        <a:pt x="128" y="134"/>
                      </a:lnTo>
                      <a:lnTo>
                        <a:pt x="134" y="136"/>
                      </a:lnTo>
                      <a:lnTo>
                        <a:pt x="138" y="134"/>
                      </a:lnTo>
                      <a:lnTo>
                        <a:pt x="142" y="136"/>
                      </a:lnTo>
                      <a:lnTo>
                        <a:pt x="154" y="130"/>
                      </a:lnTo>
                      <a:lnTo>
                        <a:pt x="152" y="124"/>
                      </a:lnTo>
                      <a:lnTo>
                        <a:pt x="160" y="116"/>
                      </a:lnTo>
                      <a:lnTo>
                        <a:pt x="162" y="112"/>
                      </a:lnTo>
                      <a:lnTo>
                        <a:pt x="162" y="104"/>
                      </a:lnTo>
                      <a:lnTo>
                        <a:pt x="164" y="100"/>
                      </a:lnTo>
                      <a:lnTo>
                        <a:pt x="166" y="96"/>
                      </a:lnTo>
                      <a:lnTo>
                        <a:pt x="172" y="98"/>
                      </a:lnTo>
                      <a:lnTo>
                        <a:pt x="176" y="100"/>
                      </a:lnTo>
                      <a:lnTo>
                        <a:pt x="182" y="102"/>
                      </a:lnTo>
                      <a:lnTo>
                        <a:pt x="182" y="94"/>
                      </a:lnTo>
                      <a:lnTo>
                        <a:pt x="182" y="90"/>
                      </a:lnTo>
                      <a:lnTo>
                        <a:pt x="190" y="86"/>
                      </a:lnTo>
                      <a:lnTo>
                        <a:pt x="188" y="84"/>
                      </a:lnTo>
                      <a:lnTo>
                        <a:pt x="182" y="84"/>
                      </a:lnTo>
                      <a:lnTo>
                        <a:pt x="178" y="80"/>
                      </a:lnTo>
                      <a:lnTo>
                        <a:pt x="172" y="80"/>
                      </a:lnTo>
                      <a:lnTo>
                        <a:pt x="168" y="76"/>
                      </a:lnTo>
                      <a:lnTo>
                        <a:pt x="160" y="78"/>
                      </a:lnTo>
                      <a:lnTo>
                        <a:pt x="156" y="72"/>
                      </a:lnTo>
                      <a:lnTo>
                        <a:pt x="150" y="66"/>
                      </a:lnTo>
                      <a:lnTo>
                        <a:pt x="144" y="64"/>
                      </a:lnTo>
                      <a:lnTo>
                        <a:pt x="140" y="60"/>
                      </a:lnTo>
                      <a:lnTo>
                        <a:pt x="138" y="52"/>
                      </a:lnTo>
                      <a:lnTo>
                        <a:pt x="134" y="48"/>
                      </a:lnTo>
                      <a:lnTo>
                        <a:pt x="130" y="44"/>
                      </a:lnTo>
                      <a:lnTo>
                        <a:pt x="130" y="38"/>
                      </a:lnTo>
                      <a:lnTo>
                        <a:pt x="126" y="30"/>
                      </a:lnTo>
                      <a:lnTo>
                        <a:pt x="120" y="30"/>
                      </a:lnTo>
                      <a:lnTo>
                        <a:pt x="112" y="30"/>
                      </a:lnTo>
                      <a:lnTo>
                        <a:pt x="108" y="32"/>
                      </a:lnTo>
                      <a:lnTo>
                        <a:pt x="102" y="36"/>
                      </a:lnTo>
                      <a:lnTo>
                        <a:pt x="96" y="34"/>
                      </a:lnTo>
                      <a:lnTo>
                        <a:pt x="94" y="32"/>
                      </a:lnTo>
                      <a:lnTo>
                        <a:pt x="96" y="28"/>
                      </a:lnTo>
                      <a:lnTo>
                        <a:pt x="96" y="22"/>
                      </a:lnTo>
                      <a:lnTo>
                        <a:pt x="88" y="20"/>
                      </a:lnTo>
                      <a:lnTo>
                        <a:pt x="86" y="10"/>
                      </a:lnTo>
                      <a:lnTo>
                        <a:pt x="84" y="2"/>
                      </a:lnTo>
                      <a:lnTo>
                        <a:pt x="80" y="0"/>
                      </a:lnTo>
                      <a:lnTo>
                        <a:pt x="76" y="0"/>
                      </a:lnTo>
                      <a:lnTo>
                        <a:pt x="72" y="4"/>
                      </a:lnTo>
                      <a:lnTo>
                        <a:pt x="70" y="8"/>
                      </a:lnTo>
                      <a:lnTo>
                        <a:pt x="62" y="8"/>
                      </a:lnTo>
                      <a:lnTo>
                        <a:pt x="60" y="10"/>
                      </a:lnTo>
                      <a:lnTo>
                        <a:pt x="60" y="16"/>
                      </a:lnTo>
                      <a:lnTo>
                        <a:pt x="62" y="20"/>
                      </a:lnTo>
                      <a:lnTo>
                        <a:pt x="62" y="22"/>
                      </a:lnTo>
                      <a:lnTo>
                        <a:pt x="48" y="20"/>
                      </a:lnTo>
                      <a:lnTo>
                        <a:pt x="48" y="20"/>
                      </a:lnTo>
                      <a:lnTo>
                        <a:pt x="44" y="20"/>
                      </a:lnTo>
                      <a:lnTo>
                        <a:pt x="36" y="20"/>
                      </a:lnTo>
                      <a:lnTo>
                        <a:pt x="36" y="20"/>
                      </a:lnTo>
                      <a:lnTo>
                        <a:pt x="30" y="12"/>
                      </a:lnTo>
                      <a:lnTo>
                        <a:pt x="26" y="8"/>
                      </a:lnTo>
                      <a:lnTo>
                        <a:pt x="22" y="6"/>
                      </a:lnTo>
                      <a:lnTo>
                        <a:pt x="18" y="6"/>
                      </a:lnTo>
                      <a:lnTo>
                        <a:pt x="18" y="6"/>
                      </a:lnTo>
                      <a:lnTo>
                        <a:pt x="8" y="6"/>
                      </a:lnTo>
                      <a:lnTo>
                        <a:pt x="4" y="8"/>
                      </a:lnTo>
                      <a:lnTo>
                        <a:pt x="4" y="14"/>
                      </a:lnTo>
                      <a:lnTo>
                        <a:pt x="4" y="14"/>
                      </a:lnTo>
                      <a:lnTo>
                        <a:pt x="2" y="16"/>
                      </a:lnTo>
                      <a:lnTo>
                        <a:pt x="2" y="18"/>
                      </a:lnTo>
                      <a:lnTo>
                        <a:pt x="0" y="18"/>
                      </a:lnTo>
                      <a:lnTo>
                        <a:pt x="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1" name="Freeform 27">
                  <a:extLst>
                    <a:ext uri="{FF2B5EF4-FFF2-40B4-BE49-F238E27FC236}">
                      <a16:creationId xmlns:a16="http://schemas.microsoft.com/office/drawing/2014/main" id="{7F91AC19-C6F7-9D42-A91A-7CE47DF0BD05}"/>
                    </a:ext>
                  </a:extLst>
                </p:cNvPr>
                <p:cNvSpPr>
                  <a:spLocks noEditPoints="1"/>
                </p:cNvSpPr>
                <p:nvPr/>
              </p:nvSpPr>
              <p:spPr bwMode="auto">
                <a:xfrm>
                  <a:off x="6592174" y="2925922"/>
                  <a:ext cx="493139" cy="236278"/>
                </a:xfrm>
                <a:custGeom>
                  <a:avLst/>
                  <a:gdLst>
                    <a:gd name="T0" fmla="*/ 12 w 252"/>
                    <a:gd name="T1" fmla="*/ 4 h 118"/>
                    <a:gd name="T2" fmla="*/ 12 w 252"/>
                    <a:gd name="T3" fmla="*/ 12 h 118"/>
                    <a:gd name="T4" fmla="*/ 6 w 252"/>
                    <a:gd name="T5" fmla="*/ 18 h 118"/>
                    <a:gd name="T6" fmla="*/ 0 w 252"/>
                    <a:gd name="T7" fmla="*/ 26 h 118"/>
                    <a:gd name="T8" fmla="*/ 0 w 252"/>
                    <a:gd name="T9" fmla="*/ 36 h 118"/>
                    <a:gd name="T10" fmla="*/ 18 w 252"/>
                    <a:gd name="T11" fmla="*/ 26 h 118"/>
                    <a:gd name="T12" fmla="*/ 34 w 252"/>
                    <a:gd name="T13" fmla="*/ 20 h 118"/>
                    <a:gd name="T14" fmla="*/ 24 w 252"/>
                    <a:gd name="T15" fmla="*/ 8 h 118"/>
                    <a:gd name="T16" fmla="*/ 132 w 252"/>
                    <a:gd name="T17" fmla="*/ 118 h 118"/>
                    <a:gd name="T18" fmla="*/ 140 w 252"/>
                    <a:gd name="T19" fmla="*/ 112 h 118"/>
                    <a:gd name="T20" fmla="*/ 140 w 252"/>
                    <a:gd name="T21" fmla="*/ 102 h 118"/>
                    <a:gd name="T22" fmla="*/ 150 w 252"/>
                    <a:gd name="T23" fmla="*/ 100 h 118"/>
                    <a:gd name="T24" fmla="*/ 162 w 252"/>
                    <a:gd name="T25" fmla="*/ 100 h 118"/>
                    <a:gd name="T26" fmla="*/ 188 w 252"/>
                    <a:gd name="T27" fmla="*/ 94 h 118"/>
                    <a:gd name="T28" fmla="*/ 210 w 252"/>
                    <a:gd name="T29" fmla="*/ 90 h 118"/>
                    <a:gd name="T30" fmla="*/ 220 w 252"/>
                    <a:gd name="T31" fmla="*/ 90 h 118"/>
                    <a:gd name="T32" fmla="*/ 232 w 252"/>
                    <a:gd name="T33" fmla="*/ 90 h 118"/>
                    <a:gd name="T34" fmla="*/ 244 w 252"/>
                    <a:gd name="T35" fmla="*/ 86 h 118"/>
                    <a:gd name="T36" fmla="*/ 236 w 252"/>
                    <a:gd name="T37" fmla="*/ 70 h 118"/>
                    <a:gd name="T38" fmla="*/ 240 w 252"/>
                    <a:gd name="T39" fmla="*/ 60 h 118"/>
                    <a:gd name="T40" fmla="*/ 240 w 252"/>
                    <a:gd name="T41" fmla="*/ 52 h 118"/>
                    <a:gd name="T42" fmla="*/ 248 w 252"/>
                    <a:gd name="T43" fmla="*/ 50 h 118"/>
                    <a:gd name="T44" fmla="*/ 246 w 252"/>
                    <a:gd name="T45" fmla="*/ 38 h 118"/>
                    <a:gd name="T46" fmla="*/ 234 w 252"/>
                    <a:gd name="T47" fmla="*/ 26 h 118"/>
                    <a:gd name="T48" fmla="*/ 232 w 252"/>
                    <a:gd name="T49" fmla="*/ 14 h 118"/>
                    <a:gd name="T50" fmla="*/ 222 w 252"/>
                    <a:gd name="T51" fmla="*/ 12 h 118"/>
                    <a:gd name="T52" fmla="*/ 208 w 252"/>
                    <a:gd name="T53" fmla="*/ 8 h 118"/>
                    <a:gd name="T54" fmla="*/ 202 w 252"/>
                    <a:gd name="T55" fmla="*/ 8 h 118"/>
                    <a:gd name="T56" fmla="*/ 194 w 252"/>
                    <a:gd name="T57" fmla="*/ 16 h 118"/>
                    <a:gd name="T58" fmla="*/ 182 w 252"/>
                    <a:gd name="T59" fmla="*/ 20 h 118"/>
                    <a:gd name="T60" fmla="*/ 166 w 252"/>
                    <a:gd name="T61" fmla="*/ 20 h 118"/>
                    <a:gd name="T62" fmla="*/ 150 w 252"/>
                    <a:gd name="T63" fmla="*/ 18 h 118"/>
                    <a:gd name="T64" fmla="*/ 138 w 252"/>
                    <a:gd name="T65" fmla="*/ 16 h 118"/>
                    <a:gd name="T66" fmla="*/ 118 w 252"/>
                    <a:gd name="T67" fmla="*/ 4 h 118"/>
                    <a:gd name="T68" fmla="*/ 108 w 252"/>
                    <a:gd name="T69" fmla="*/ 4 h 118"/>
                    <a:gd name="T70" fmla="*/ 88 w 252"/>
                    <a:gd name="T71" fmla="*/ 2 h 118"/>
                    <a:gd name="T72" fmla="*/ 72 w 252"/>
                    <a:gd name="T73" fmla="*/ 14 h 118"/>
                    <a:gd name="T74" fmla="*/ 56 w 252"/>
                    <a:gd name="T75" fmla="*/ 16 h 118"/>
                    <a:gd name="T76" fmla="*/ 38 w 252"/>
                    <a:gd name="T77" fmla="*/ 20 h 118"/>
                    <a:gd name="T78" fmla="*/ 38 w 252"/>
                    <a:gd name="T79" fmla="*/ 24 h 118"/>
                    <a:gd name="T80" fmla="*/ 26 w 252"/>
                    <a:gd name="T81" fmla="*/ 28 h 118"/>
                    <a:gd name="T82" fmla="*/ 14 w 252"/>
                    <a:gd name="T83" fmla="*/ 32 h 118"/>
                    <a:gd name="T84" fmla="*/ 0 w 252"/>
                    <a:gd name="T85" fmla="*/ 50 h 118"/>
                    <a:gd name="T86" fmla="*/ 8 w 252"/>
                    <a:gd name="T87" fmla="*/ 64 h 118"/>
                    <a:gd name="T88" fmla="*/ 8 w 252"/>
                    <a:gd name="T89" fmla="*/ 70 h 118"/>
                    <a:gd name="T90" fmla="*/ 4 w 252"/>
                    <a:gd name="T91" fmla="*/ 70 h 118"/>
                    <a:gd name="T92" fmla="*/ 14 w 252"/>
                    <a:gd name="T93" fmla="*/ 78 h 118"/>
                    <a:gd name="T94" fmla="*/ 24 w 252"/>
                    <a:gd name="T95" fmla="*/ 94 h 118"/>
                    <a:gd name="T96" fmla="*/ 32 w 252"/>
                    <a:gd name="T97" fmla="*/ 102 h 118"/>
                    <a:gd name="T98" fmla="*/ 38 w 252"/>
                    <a:gd name="T99" fmla="*/ 106 h 118"/>
                    <a:gd name="T100" fmla="*/ 60 w 252"/>
                    <a:gd name="T101" fmla="*/ 100 h 118"/>
                    <a:gd name="T102" fmla="*/ 86 w 252"/>
                    <a:gd name="T103" fmla="*/ 112 h 118"/>
                    <a:gd name="T104" fmla="*/ 112 w 252"/>
                    <a:gd name="T105" fmla="*/ 102 h 118"/>
                    <a:gd name="T106" fmla="*/ 128 w 252"/>
                    <a:gd name="T107" fmla="*/ 96 h 118"/>
                    <a:gd name="T108" fmla="*/ 126 w 252"/>
                    <a:gd name="T109" fmla="*/ 108 h 118"/>
                    <a:gd name="T110" fmla="*/ 128 w 252"/>
                    <a:gd name="T11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2" h="118">
                      <a:moveTo>
                        <a:pt x="24" y="6"/>
                      </a:moveTo>
                      <a:lnTo>
                        <a:pt x="24" y="6"/>
                      </a:lnTo>
                      <a:lnTo>
                        <a:pt x="20" y="6"/>
                      </a:lnTo>
                      <a:lnTo>
                        <a:pt x="16" y="6"/>
                      </a:lnTo>
                      <a:lnTo>
                        <a:pt x="16" y="6"/>
                      </a:lnTo>
                      <a:lnTo>
                        <a:pt x="12" y="4"/>
                      </a:lnTo>
                      <a:lnTo>
                        <a:pt x="8" y="6"/>
                      </a:lnTo>
                      <a:lnTo>
                        <a:pt x="8" y="6"/>
                      </a:lnTo>
                      <a:lnTo>
                        <a:pt x="8" y="8"/>
                      </a:lnTo>
                      <a:lnTo>
                        <a:pt x="8" y="8"/>
                      </a:lnTo>
                      <a:lnTo>
                        <a:pt x="12" y="12"/>
                      </a:lnTo>
                      <a:lnTo>
                        <a:pt x="12" y="12"/>
                      </a:lnTo>
                      <a:lnTo>
                        <a:pt x="14" y="14"/>
                      </a:lnTo>
                      <a:lnTo>
                        <a:pt x="14" y="16"/>
                      </a:lnTo>
                      <a:lnTo>
                        <a:pt x="12" y="18"/>
                      </a:lnTo>
                      <a:lnTo>
                        <a:pt x="12" y="18"/>
                      </a:lnTo>
                      <a:lnTo>
                        <a:pt x="10" y="18"/>
                      </a:lnTo>
                      <a:lnTo>
                        <a:pt x="6" y="18"/>
                      </a:lnTo>
                      <a:lnTo>
                        <a:pt x="6" y="16"/>
                      </a:lnTo>
                      <a:lnTo>
                        <a:pt x="4" y="18"/>
                      </a:lnTo>
                      <a:lnTo>
                        <a:pt x="4" y="18"/>
                      </a:lnTo>
                      <a:lnTo>
                        <a:pt x="4" y="22"/>
                      </a:lnTo>
                      <a:lnTo>
                        <a:pt x="2" y="24"/>
                      </a:lnTo>
                      <a:lnTo>
                        <a:pt x="0" y="26"/>
                      </a:lnTo>
                      <a:lnTo>
                        <a:pt x="2" y="28"/>
                      </a:lnTo>
                      <a:lnTo>
                        <a:pt x="4" y="28"/>
                      </a:lnTo>
                      <a:lnTo>
                        <a:pt x="0" y="30"/>
                      </a:lnTo>
                      <a:lnTo>
                        <a:pt x="0" y="30"/>
                      </a:lnTo>
                      <a:lnTo>
                        <a:pt x="0" y="34"/>
                      </a:lnTo>
                      <a:lnTo>
                        <a:pt x="0" y="36"/>
                      </a:lnTo>
                      <a:lnTo>
                        <a:pt x="2" y="36"/>
                      </a:lnTo>
                      <a:lnTo>
                        <a:pt x="2" y="36"/>
                      </a:lnTo>
                      <a:lnTo>
                        <a:pt x="10" y="28"/>
                      </a:lnTo>
                      <a:lnTo>
                        <a:pt x="10" y="28"/>
                      </a:lnTo>
                      <a:lnTo>
                        <a:pt x="18" y="26"/>
                      </a:lnTo>
                      <a:lnTo>
                        <a:pt x="18" y="26"/>
                      </a:lnTo>
                      <a:lnTo>
                        <a:pt x="18" y="24"/>
                      </a:lnTo>
                      <a:lnTo>
                        <a:pt x="20" y="22"/>
                      </a:lnTo>
                      <a:lnTo>
                        <a:pt x="20" y="22"/>
                      </a:lnTo>
                      <a:lnTo>
                        <a:pt x="28" y="22"/>
                      </a:lnTo>
                      <a:lnTo>
                        <a:pt x="34" y="20"/>
                      </a:lnTo>
                      <a:lnTo>
                        <a:pt x="34" y="20"/>
                      </a:lnTo>
                      <a:lnTo>
                        <a:pt x="36" y="16"/>
                      </a:lnTo>
                      <a:lnTo>
                        <a:pt x="36" y="16"/>
                      </a:lnTo>
                      <a:lnTo>
                        <a:pt x="30" y="12"/>
                      </a:lnTo>
                      <a:lnTo>
                        <a:pt x="26" y="10"/>
                      </a:lnTo>
                      <a:lnTo>
                        <a:pt x="24" y="8"/>
                      </a:lnTo>
                      <a:lnTo>
                        <a:pt x="24" y="8"/>
                      </a:lnTo>
                      <a:lnTo>
                        <a:pt x="24" y="6"/>
                      </a:lnTo>
                      <a:lnTo>
                        <a:pt x="24" y="6"/>
                      </a:lnTo>
                      <a:close/>
                      <a:moveTo>
                        <a:pt x="128" y="118"/>
                      </a:moveTo>
                      <a:lnTo>
                        <a:pt x="128" y="118"/>
                      </a:lnTo>
                      <a:lnTo>
                        <a:pt x="132" y="118"/>
                      </a:lnTo>
                      <a:lnTo>
                        <a:pt x="132" y="118"/>
                      </a:lnTo>
                      <a:lnTo>
                        <a:pt x="134" y="118"/>
                      </a:lnTo>
                      <a:lnTo>
                        <a:pt x="134" y="116"/>
                      </a:lnTo>
                      <a:lnTo>
                        <a:pt x="136" y="114"/>
                      </a:lnTo>
                      <a:lnTo>
                        <a:pt x="138" y="112"/>
                      </a:lnTo>
                      <a:lnTo>
                        <a:pt x="138" y="112"/>
                      </a:lnTo>
                      <a:lnTo>
                        <a:pt x="140" y="112"/>
                      </a:lnTo>
                      <a:lnTo>
                        <a:pt x="140" y="110"/>
                      </a:lnTo>
                      <a:lnTo>
                        <a:pt x="140" y="110"/>
                      </a:lnTo>
                      <a:lnTo>
                        <a:pt x="140" y="106"/>
                      </a:lnTo>
                      <a:lnTo>
                        <a:pt x="140" y="104"/>
                      </a:lnTo>
                      <a:lnTo>
                        <a:pt x="140" y="102"/>
                      </a:lnTo>
                      <a:lnTo>
                        <a:pt x="140" y="102"/>
                      </a:lnTo>
                      <a:lnTo>
                        <a:pt x="142" y="102"/>
                      </a:lnTo>
                      <a:lnTo>
                        <a:pt x="144" y="102"/>
                      </a:lnTo>
                      <a:lnTo>
                        <a:pt x="146" y="104"/>
                      </a:lnTo>
                      <a:lnTo>
                        <a:pt x="148" y="104"/>
                      </a:lnTo>
                      <a:lnTo>
                        <a:pt x="148" y="104"/>
                      </a:lnTo>
                      <a:lnTo>
                        <a:pt x="150" y="100"/>
                      </a:lnTo>
                      <a:lnTo>
                        <a:pt x="154" y="100"/>
                      </a:lnTo>
                      <a:lnTo>
                        <a:pt x="154" y="100"/>
                      </a:lnTo>
                      <a:lnTo>
                        <a:pt x="158" y="100"/>
                      </a:lnTo>
                      <a:lnTo>
                        <a:pt x="160" y="100"/>
                      </a:lnTo>
                      <a:lnTo>
                        <a:pt x="162" y="100"/>
                      </a:lnTo>
                      <a:lnTo>
                        <a:pt x="162" y="100"/>
                      </a:lnTo>
                      <a:lnTo>
                        <a:pt x="170" y="98"/>
                      </a:lnTo>
                      <a:lnTo>
                        <a:pt x="174" y="98"/>
                      </a:lnTo>
                      <a:lnTo>
                        <a:pt x="180" y="94"/>
                      </a:lnTo>
                      <a:lnTo>
                        <a:pt x="180" y="94"/>
                      </a:lnTo>
                      <a:lnTo>
                        <a:pt x="184" y="94"/>
                      </a:lnTo>
                      <a:lnTo>
                        <a:pt x="188" y="94"/>
                      </a:lnTo>
                      <a:lnTo>
                        <a:pt x="194" y="94"/>
                      </a:lnTo>
                      <a:lnTo>
                        <a:pt x="198" y="92"/>
                      </a:lnTo>
                      <a:lnTo>
                        <a:pt x="198" y="92"/>
                      </a:lnTo>
                      <a:lnTo>
                        <a:pt x="204" y="88"/>
                      </a:lnTo>
                      <a:lnTo>
                        <a:pt x="210" y="86"/>
                      </a:lnTo>
                      <a:lnTo>
                        <a:pt x="210" y="90"/>
                      </a:lnTo>
                      <a:lnTo>
                        <a:pt x="210" y="90"/>
                      </a:lnTo>
                      <a:lnTo>
                        <a:pt x="214" y="92"/>
                      </a:lnTo>
                      <a:lnTo>
                        <a:pt x="214" y="92"/>
                      </a:lnTo>
                      <a:lnTo>
                        <a:pt x="218" y="90"/>
                      </a:lnTo>
                      <a:lnTo>
                        <a:pt x="218" y="90"/>
                      </a:lnTo>
                      <a:lnTo>
                        <a:pt x="220" y="90"/>
                      </a:lnTo>
                      <a:lnTo>
                        <a:pt x="222" y="92"/>
                      </a:lnTo>
                      <a:lnTo>
                        <a:pt x="224" y="92"/>
                      </a:lnTo>
                      <a:lnTo>
                        <a:pt x="226" y="92"/>
                      </a:lnTo>
                      <a:lnTo>
                        <a:pt x="226" y="92"/>
                      </a:lnTo>
                      <a:lnTo>
                        <a:pt x="230" y="88"/>
                      </a:lnTo>
                      <a:lnTo>
                        <a:pt x="232" y="90"/>
                      </a:lnTo>
                      <a:lnTo>
                        <a:pt x="234" y="94"/>
                      </a:lnTo>
                      <a:lnTo>
                        <a:pt x="238" y="90"/>
                      </a:lnTo>
                      <a:lnTo>
                        <a:pt x="244" y="92"/>
                      </a:lnTo>
                      <a:lnTo>
                        <a:pt x="244" y="92"/>
                      </a:lnTo>
                      <a:lnTo>
                        <a:pt x="244" y="90"/>
                      </a:lnTo>
                      <a:lnTo>
                        <a:pt x="244" y="86"/>
                      </a:lnTo>
                      <a:lnTo>
                        <a:pt x="244" y="86"/>
                      </a:lnTo>
                      <a:lnTo>
                        <a:pt x="242" y="82"/>
                      </a:lnTo>
                      <a:lnTo>
                        <a:pt x="242" y="78"/>
                      </a:lnTo>
                      <a:lnTo>
                        <a:pt x="242" y="78"/>
                      </a:lnTo>
                      <a:lnTo>
                        <a:pt x="238" y="74"/>
                      </a:lnTo>
                      <a:lnTo>
                        <a:pt x="236" y="70"/>
                      </a:lnTo>
                      <a:lnTo>
                        <a:pt x="238" y="68"/>
                      </a:lnTo>
                      <a:lnTo>
                        <a:pt x="238" y="68"/>
                      </a:lnTo>
                      <a:lnTo>
                        <a:pt x="240" y="66"/>
                      </a:lnTo>
                      <a:lnTo>
                        <a:pt x="240" y="62"/>
                      </a:lnTo>
                      <a:lnTo>
                        <a:pt x="240" y="62"/>
                      </a:lnTo>
                      <a:lnTo>
                        <a:pt x="240" y="60"/>
                      </a:lnTo>
                      <a:lnTo>
                        <a:pt x="240" y="58"/>
                      </a:lnTo>
                      <a:lnTo>
                        <a:pt x="240" y="58"/>
                      </a:lnTo>
                      <a:lnTo>
                        <a:pt x="238" y="54"/>
                      </a:lnTo>
                      <a:lnTo>
                        <a:pt x="238" y="54"/>
                      </a:lnTo>
                      <a:lnTo>
                        <a:pt x="240" y="52"/>
                      </a:lnTo>
                      <a:lnTo>
                        <a:pt x="240" y="52"/>
                      </a:lnTo>
                      <a:lnTo>
                        <a:pt x="242" y="48"/>
                      </a:lnTo>
                      <a:lnTo>
                        <a:pt x="242" y="48"/>
                      </a:lnTo>
                      <a:lnTo>
                        <a:pt x="244" y="48"/>
                      </a:lnTo>
                      <a:lnTo>
                        <a:pt x="244" y="48"/>
                      </a:lnTo>
                      <a:lnTo>
                        <a:pt x="248" y="50"/>
                      </a:lnTo>
                      <a:lnTo>
                        <a:pt x="248" y="50"/>
                      </a:lnTo>
                      <a:lnTo>
                        <a:pt x="250" y="46"/>
                      </a:lnTo>
                      <a:lnTo>
                        <a:pt x="250" y="46"/>
                      </a:lnTo>
                      <a:lnTo>
                        <a:pt x="252" y="44"/>
                      </a:lnTo>
                      <a:lnTo>
                        <a:pt x="250" y="42"/>
                      </a:lnTo>
                      <a:lnTo>
                        <a:pt x="246" y="38"/>
                      </a:lnTo>
                      <a:lnTo>
                        <a:pt x="246" y="38"/>
                      </a:lnTo>
                      <a:lnTo>
                        <a:pt x="238" y="36"/>
                      </a:lnTo>
                      <a:lnTo>
                        <a:pt x="234" y="34"/>
                      </a:lnTo>
                      <a:lnTo>
                        <a:pt x="232" y="32"/>
                      </a:lnTo>
                      <a:lnTo>
                        <a:pt x="232" y="30"/>
                      </a:lnTo>
                      <a:lnTo>
                        <a:pt x="232" y="30"/>
                      </a:lnTo>
                      <a:lnTo>
                        <a:pt x="234" y="26"/>
                      </a:lnTo>
                      <a:lnTo>
                        <a:pt x="236" y="24"/>
                      </a:lnTo>
                      <a:lnTo>
                        <a:pt x="236" y="24"/>
                      </a:lnTo>
                      <a:lnTo>
                        <a:pt x="238" y="22"/>
                      </a:lnTo>
                      <a:lnTo>
                        <a:pt x="236" y="18"/>
                      </a:lnTo>
                      <a:lnTo>
                        <a:pt x="234" y="14"/>
                      </a:lnTo>
                      <a:lnTo>
                        <a:pt x="232" y="14"/>
                      </a:lnTo>
                      <a:lnTo>
                        <a:pt x="232" y="14"/>
                      </a:lnTo>
                      <a:lnTo>
                        <a:pt x="232" y="12"/>
                      </a:lnTo>
                      <a:lnTo>
                        <a:pt x="232" y="10"/>
                      </a:lnTo>
                      <a:lnTo>
                        <a:pt x="230" y="10"/>
                      </a:lnTo>
                      <a:lnTo>
                        <a:pt x="230" y="10"/>
                      </a:lnTo>
                      <a:lnTo>
                        <a:pt x="222" y="12"/>
                      </a:lnTo>
                      <a:lnTo>
                        <a:pt x="222" y="12"/>
                      </a:lnTo>
                      <a:lnTo>
                        <a:pt x="220" y="10"/>
                      </a:lnTo>
                      <a:lnTo>
                        <a:pt x="216" y="8"/>
                      </a:lnTo>
                      <a:lnTo>
                        <a:pt x="216" y="8"/>
                      </a:lnTo>
                      <a:lnTo>
                        <a:pt x="212" y="8"/>
                      </a:lnTo>
                      <a:lnTo>
                        <a:pt x="208" y="8"/>
                      </a:lnTo>
                      <a:lnTo>
                        <a:pt x="208" y="8"/>
                      </a:lnTo>
                      <a:lnTo>
                        <a:pt x="206" y="10"/>
                      </a:lnTo>
                      <a:lnTo>
                        <a:pt x="206" y="8"/>
                      </a:lnTo>
                      <a:lnTo>
                        <a:pt x="204" y="8"/>
                      </a:lnTo>
                      <a:lnTo>
                        <a:pt x="204" y="8"/>
                      </a:lnTo>
                      <a:lnTo>
                        <a:pt x="202" y="8"/>
                      </a:lnTo>
                      <a:lnTo>
                        <a:pt x="202" y="8"/>
                      </a:lnTo>
                      <a:lnTo>
                        <a:pt x="200" y="10"/>
                      </a:lnTo>
                      <a:lnTo>
                        <a:pt x="200" y="10"/>
                      </a:lnTo>
                      <a:lnTo>
                        <a:pt x="198" y="14"/>
                      </a:lnTo>
                      <a:lnTo>
                        <a:pt x="198" y="14"/>
                      </a:lnTo>
                      <a:lnTo>
                        <a:pt x="194" y="16"/>
                      </a:lnTo>
                      <a:lnTo>
                        <a:pt x="190" y="16"/>
                      </a:lnTo>
                      <a:lnTo>
                        <a:pt x="190" y="16"/>
                      </a:lnTo>
                      <a:lnTo>
                        <a:pt x="188" y="18"/>
                      </a:lnTo>
                      <a:lnTo>
                        <a:pt x="186" y="20"/>
                      </a:lnTo>
                      <a:lnTo>
                        <a:pt x="182" y="20"/>
                      </a:lnTo>
                      <a:lnTo>
                        <a:pt x="182" y="20"/>
                      </a:lnTo>
                      <a:lnTo>
                        <a:pt x="180" y="18"/>
                      </a:lnTo>
                      <a:lnTo>
                        <a:pt x="176" y="16"/>
                      </a:lnTo>
                      <a:lnTo>
                        <a:pt x="176" y="16"/>
                      </a:lnTo>
                      <a:lnTo>
                        <a:pt x="172" y="20"/>
                      </a:lnTo>
                      <a:lnTo>
                        <a:pt x="172" y="20"/>
                      </a:lnTo>
                      <a:lnTo>
                        <a:pt x="166" y="20"/>
                      </a:lnTo>
                      <a:lnTo>
                        <a:pt x="158" y="20"/>
                      </a:lnTo>
                      <a:lnTo>
                        <a:pt x="158" y="20"/>
                      </a:lnTo>
                      <a:lnTo>
                        <a:pt x="156" y="18"/>
                      </a:lnTo>
                      <a:lnTo>
                        <a:pt x="156" y="18"/>
                      </a:lnTo>
                      <a:lnTo>
                        <a:pt x="150" y="18"/>
                      </a:lnTo>
                      <a:lnTo>
                        <a:pt x="150" y="18"/>
                      </a:lnTo>
                      <a:lnTo>
                        <a:pt x="148" y="14"/>
                      </a:lnTo>
                      <a:lnTo>
                        <a:pt x="148" y="14"/>
                      </a:lnTo>
                      <a:lnTo>
                        <a:pt x="144" y="12"/>
                      </a:lnTo>
                      <a:lnTo>
                        <a:pt x="138" y="12"/>
                      </a:lnTo>
                      <a:lnTo>
                        <a:pt x="138" y="16"/>
                      </a:lnTo>
                      <a:lnTo>
                        <a:pt x="138" y="16"/>
                      </a:lnTo>
                      <a:lnTo>
                        <a:pt x="134" y="16"/>
                      </a:lnTo>
                      <a:lnTo>
                        <a:pt x="134" y="16"/>
                      </a:lnTo>
                      <a:lnTo>
                        <a:pt x="130" y="6"/>
                      </a:lnTo>
                      <a:lnTo>
                        <a:pt x="130" y="6"/>
                      </a:lnTo>
                      <a:lnTo>
                        <a:pt x="124" y="6"/>
                      </a:lnTo>
                      <a:lnTo>
                        <a:pt x="118" y="4"/>
                      </a:lnTo>
                      <a:lnTo>
                        <a:pt x="118" y="4"/>
                      </a:lnTo>
                      <a:lnTo>
                        <a:pt x="118" y="0"/>
                      </a:lnTo>
                      <a:lnTo>
                        <a:pt x="118" y="0"/>
                      </a:lnTo>
                      <a:lnTo>
                        <a:pt x="114" y="2"/>
                      </a:lnTo>
                      <a:lnTo>
                        <a:pt x="108" y="4"/>
                      </a:lnTo>
                      <a:lnTo>
                        <a:pt x="108" y="4"/>
                      </a:lnTo>
                      <a:lnTo>
                        <a:pt x="102" y="2"/>
                      </a:lnTo>
                      <a:lnTo>
                        <a:pt x="98" y="0"/>
                      </a:lnTo>
                      <a:lnTo>
                        <a:pt x="94" y="0"/>
                      </a:lnTo>
                      <a:lnTo>
                        <a:pt x="94" y="2"/>
                      </a:lnTo>
                      <a:lnTo>
                        <a:pt x="94" y="2"/>
                      </a:lnTo>
                      <a:lnTo>
                        <a:pt x="88" y="2"/>
                      </a:lnTo>
                      <a:lnTo>
                        <a:pt x="82" y="4"/>
                      </a:lnTo>
                      <a:lnTo>
                        <a:pt x="82" y="4"/>
                      </a:lnTo>
                      <a:lnTo>
                        <a:pt x="80" y="8"/>
                      </a:lnTo>
                      <a:lnTo>
                        <a:pt x="80" y="8"/>
                      </a:lnTo>
                      <a:lnTo>
                        <a:pt x="72" y="10"/>
                      </a:lnTo>
                      <a:lnTo>
                        <a:pt x="72" y="14"/>
                      </a:lnTo>
                      <a:lnTo>
                        <a:pt x="72" y="14"/>
                      </a:lnTo>
                      <a:lnTo>
                        <a:pt x="66" y="18"/>
                      </a:lnTo>
                      <a:lnTo>
                        <a:pt x="66" y="18"/>
                      </a:lnTo>
                      <a:lnTo>
                        <a:pt x="60" y="18"/>
                      </a:lnTo>
                      <a:lnTo>
                        <a:pt x="56" y="16"/>
                      </a:lnTo>
                      <a:lnTo>
                        <a:pt x="56" y="16"/>
                      </a:lnTo>
                      <a:lnTo>
                        <a:pt x="56" y="16"/>
                      </a:lnTo>
                      <a:lnTo>
                        <a:pt x="54" y="16"/>
                      </a:lnTo>
                      <a:lnTo>
                        <a:pt x="52" y="18"/>
                      </a:lnTo>
                      <a:lnTo>
                        <a:pt x="52" y="18"/>
                      </a:lnTo>
                      <a:lnTo>
                        <a:pt x="40" y="16"/>
                      </a:lnTo>
                      <a:lnTo>
                        <a:pt x="38" y="20"/>
                      </a:lnTo>
                      <a:lnTo>
                        <a:pt x="38" y="20"/>
                      </a:lnTo>
                      <a:lnTo>
                        <a:pt x="48" y="24"/>
                      </a:lnTo>
                      <a:lnTo>
                        <a:pt x="48" y="24"/>
                      </a:lnTo>
                      <a:lnTo>
                        <a:pt x="40" y="24"/>
                      </a:lnTo>
                      <a:lnTo>
                        <a:pt x="38" y="24"/>
                      </a:lnTo>
                      <a:lnTo>
                        <a:pt x="38" y="24"/>
                      </a:lnTo>
                      <a:lnTo>
                        <a:pt x="40" y="26"/>
                      </a:lnTo>
                      <a:lnTo>
                        <a:pt x="40" y="26"/>
                      </a:lnTo>
                      <a:lnTo>
                        <a:pt x="30" y="30"/>
                      </a:lnTo>
                      <a:lnTo>
                        <a:pt x="30" y="30"/>
                      </a:lnTo>
                      <a:lnTo>
                        <a:pt x="28" y="30"/>
                      </a:lnTo>
                      <a:lnTo>
                        <a:pt x="26" y="28"/>
                      </a:lnTo>
                      <a:lnTo>
                        <a:pt x="24" y="28"/>
                      </a:lnTo>
                      <a:lnTo>
                        <a:pt x="22" y="28"/>
                      </a:lnTo>
                      <a:lnTo>
                        <a:pt x="22" y="28"/>
                      </a:lnTo>
                      <a:lnTo>
                        <a:pt x="22" y="32"/>
                      </a:lnTo>
                      <a:lnTo>
                        <a:pt x="22" y="32"/>
                      </a:lnTo>
                      <a:lnTo>
                        <a:pt x="14" y="32"/>
                      </a:lnTo>
                      <a:lnTo>
                        <a:pt x="10" y="32"/>
                      </a:lnTo>
                      <a:lnTo>
                        <a:pt x="0" y="40"/>
                      </a:lnTo>
                      <a:lnTo>
                        <a:pt x="0" y="40"/>
                      </a:lnTo>
                      <a:lnTo>
                        <a:pt x="2" y="42"/>
                      </a:lnTo>
                      <a:lnTo>
                        <a:pt x="2" y="46"/>
                      </a:lnTo>
                      <a:lnTo>
                        <a:pt x="0" y="50"/>
                      </a:lnTo>
                      <a:lnTo>
                        <a:pt x="0" y="50"/>
                      </a:lnTo>
                      <a:lnTo>
                        <a:pt x="10" y="50"/>
                      </a:lnTo>
                      <a:lnTo>
                        <a:pt x="10" y="50"/>
                      </a:lnTo>
                      <a:lnTo>
                        <a:pt x="10" y="58"/>
                      </a:lnTo>
                      <a:lnTo>
                        <a:pt x="8" y="64"/>
                      </a:lnTo>
                      <a:lnTo>
                        <a:pt x="8" y="64"/>
                      </a:lnTo>
                      <a:lnTo>
                        <a:pt x="12" y="66"/>
                      </a:lnTo>
                      <a:lnTo>
                        <a:pt x="12" y="68"/>
                      </a:lnTo>
                      <a:lnTo>
                        <a:pt x="12" y="68"/>
                      </a:lnTo>
                      <a:lnTo>
                        <a:pt x="10" y="70"/>
                      </a:lnTo>
                      <a:lnTo>
                        <a:pt x="10" y="70"/>
                      </a:lnTo>
                      <a:lnTo>
                        <a:pt x="8" y="70"/>
                      </a:lnTo>
                      <a:lnTo>
                        <a:pt x="6" y="68"/>
                      </a:lnTo>
                      <a:lnTo>
                        <a:pt x="6" y="68"/>
                      </a:lnTo>
                      <a:lnTo>
                        <a:pt x="4" y="68"/>
                      </a:lnTo>
                      <a:lnTo>
                        <a:pt x="4" y="70"/>
                      </a:lnTo>
                      <a:lnTo>
                        <a:pt x="4" y="70"/>
                      </a:lnTo>
                      <a:lnTo>
                        <a:pt x="4" y="70"/>
                      </a:lnTo>
                      <a:lnTo>
                        <a:pt x="4" y="72"/>
                      </a:lnTo>
                      <a:lnTo>
                        <a:pt x="4" y="76"/>
                      </a:lnTo>
                      <a:lnTo>
                        <a:pt x="4" y="76"/>
                      </a:lnTo>
                      <a:lnTo>
                        <a:pt x="10" y="74"/>
                      </a:lnTo>
                      <a:lnTo>
                        <a:pt x="10" y="74"/>
                      </a:lnTo>
                      <a:lnTo>
                        <a:pt x="14" y="78"/>
                      </a:lnTo>
                      <a:lnTo>
                        <a:pt x="14" y="78"/>
                      </a:lnTo>
                      <a:lnTo>
                        <a:pt x="14" y="86"/>
                      </a:lnTo>
                      <a:lnTo>
                        <a:pt x="14" y="94"/>
                      </a:lnTo>
                      <a:lnTo>
                        <a:pt x="14" y="94"/>
                      </a:lnTo>
                      <a:lnTo>
                        <a:pt x="24" y="94"/>
                      </a:lnTo>
                      <a:lnTo>
                        <a:pt x="24" y="94"/>
                      </a:lnTo>
                      <a:lnTo>
                        <a:pt x="24" y="98"/>
                      </a:lnTo>
                      <a:lnTo>
                        <a:pt x="24" y="100"/>
                      </a:lnTo>
                      <a:lnTo>
                        <a:pt x="24" y="100"/>
                      </a:lnTo>
                      <a:lnTo>
                        <a:pt x="30" y="98"/>
                      </a:lnTo>
                      <a:lnTo>
                        <a:pt x="30" y="98"/>
                      </a:lnTo>
                      <a:lnTo>
                        <a:pt x="32" y="102"/>
                      </a:lnTo>
                      <a:lnTo>
                        <a:pt x="32" y="102"/>
                      </a:lnTo>
                      <a:lnTo>
                        <a:pt x="34" y="102"/>
                      </a:lnTo>
                      <a:lnTo>
                        <a:pt x="38" y="102"/>
                      </a:lnTo>
                      <a:lnTo>
                        <a:pt x="38" y="102"/>
                      </a:lnTo>
                      <a:lnTo>
                        <a:pt x="38" y="104"/>
                      </a:lnTo>
                      <a:lnTo>
                        <a:pt x="38" y="106"/>
                      </a:lnTo>
                      <a:lnTo>
                        <a:pt x="38" y="106"/>
                      </a:lnTo>
                      <a:lnTo>
                        <a:pt x="48" y="116"/>
                      </a:lnTo>
                      <a:lnTo>
                        <a:pt x="48" y="116"/>
                      </a:lnTo>
                      <a:lnTo>
                        <a:pt x="56" y="110"/>
                      </a:lnTo>
                      <a:lnTo>
                        <a:pt x="60" y="100"/>
                      </a:lnTo>
                      <a:lnTo>
                        <a:pt x="60" y="100"/>
                      </a:lnTo>
                      <a:lnTo>
                        <a:pt x="70" y="102"/>
                      </a:lnTo>
                      <a:lnTo>
                        <a:pt x="78" y="106"/>
                      </a:lnTo>
                      <a:lnTo>
                        <a:pt x="78" y="106"/>
                      </a:lnTo>
                      <a:lnTo>
                        <a:pt x="82" y="110"/>
                      </a:lnTo>
                      <a:lnTo>
                        <a:pt x="86" y="112"/>
                      </a:lnTo>
                      <a:lnTo>
                        <a:pt x="86" y="112"/>
                      </a:lnTo>
                      <a:lnTo>
                        <a:pt x="92" y="114"/>
                      </a:lnTo>
                      <a:lnTo>
                        <a:pt x="98" y="112"/>
                      </a:lnTo>
                      <a:lnTo>
                        <a:pt x="108" y="108"/>
                      </a:lnTo>
                      <a:lnTo>
                        <a:pt x="108" y="108"/>
                      </a:lnTo>
                      <a:lnTo>
                        <a:pt x="110" y="106"/>
                      </a:lnTo>
                      <a:lnTo>
                        <a:pt x="112" y="102"/>
                      </a:lnTo>
                      <a:lnTo>
                        <a:pt x="112" y="102"/>
                      </a:lnTo>
                      <a:lnTo>
                        <a:pt x="116" y="102"/>
                      </a:lnTo>
                      <a:lnTo>
                        <a:pt x="120" y="104"/>
                      </a:lnTo>
                      <a:lnTo>
                        <a:pt x="126" y="96"/>
                      </a:lnTo>
                      <a:lnTo>
                        <a:pt x="126" y="96"/>
                      </a:lnTo>
                      <a:lnTo>
                        <a:pt x="128" y="96"/>
                      </a:lnTo>
                      <a:lnTo>
                        <a:pt x="128" y="96"/>
                      </a:lnTo>
                      <a:lnTo>
                        <a:pt x="130" y="102"/>
                      </a:lnTo>
                      <a:lnTo>
                        <a:pt x="128" y="106"/>
                      </a:lnTo>
                      <a:lnTo>
                        <a:pt x="128" y="106"/>
                      </a:lnTo>
                      <a:lnTo>
                        <a:pt x="126" y="108"/>
                      </a:lnTo>
                      <a:lnTo>
                        <a:pt x="126" y="108"/>
                      </a:lnTo>
                      <a:lnTo>
                        <a:pt x="126" y="112"/>
                      </a:lnTo>
                      <a:lnTo>
                        <a:pt x="126" y="112"/>
                      </a:lnTo>
                      <a:lnTo>
                        <a:pt x="126" y="112"/>
                      </a:lnTo>
                      <a:lnTo>
                        <a:pt x="126" y="116"/>
                      </a:lnTo>
                      <a:lnTo>
                        <a:pt x="126" y="116"/>
                      </a:lnTo>
                      <a:lnTo>
                        <a:pt x="128" y="118"/>
                      </a:lnTo>
                      <a:lnTo>
                        <a:pt x="128" y="1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2" name="Freeform 35">
                  <a:extLst>
                    <a:ext uri="{FF2B5EF4-FFF2-40B4-BE49-F238E27FC236}">
                      <a16:creationId xmlns:a16="http://schemas.microsoft.com/office/drawing/2014/main" id="{0698344A-23A3-EE4E-A44A-A414E310A6D1}"/>
                    </a:ext>
                  </a:extLst>
                </p:cNvPr>
                <p:cNvSpPr>
                  <a:spLocks/>
                </p:cNvSpPr>
                <p:nvPr/>
              </p:nvSpPr>
              <p:spPr bwMode="auto">
                <a:xfrm>
                  <a:off x="6054025" y="2701658"/>
                  <a:ext cx="121328" cy="88104"/>
                </a:xfrm>
                <a:custGeom>
                  <a:avLst/>
                  <a:gdLst>
                    <a:gd name="T0" fmla="*/ 60 w 62"/>
                    <a:gd name="T1" fmla="*/ 20 h 44"/>
                    <a:gd name="T2" fmla="*/ 62 w 62"/>
                    <a:gd name="T3" fmla="*/ 18 h 44"/>
                    <a:gd name="T4" fmla="*/ 60 w 62"/>
                    <a:gd name="T5" fmla="*/ 18 h 44"/>
                    <a:gd name="T6" fmla="*/ 60 w 62"/>
                    <a:gd name="T7" fmla="*/ 18 h 44"/>
                    <a:gd name="T8" fmla="*/ 56 w 62"/>
                    <a:gd name="T9" fmla="*/ 12 h 44"/>
                    <a:gd name="T10" fmla="*/ 46 w 62"/>
                    <a:gd name="T11" fmla="*/ 2 h 44"/>
                    <a:gd name="T12" fmla="*/ 42 w 62"/>
                    <a:gd name="T13" fmla="*/ 0 h 44"/>
                    <a:gd name="T14" fmla="*/ 40 w 62"/>
                    <a:gd name="T15" fmla="*/ 0 h 44"/>
                    <a:gd name="T16" fmla="*/ 36 w 62"/>
                    <a:gd name="T17" fmla="*/ 2 h 44"/>
                    <a:gd name="T18" fmla="*/ 30 w 62"/>
                    <a:gd name="T19" fmla="*/ 6 h 44"/>
                    <a:gd name="T20" fmla="*/ 28 w 62"/>
                    <a:gd name="T21" fmla="*/ 6 h 44"/>
                    <a:gd name="T22" fmla="*/ 24 w 62"/>
                    <a:gd name="T23" fmla="*/ 6 h 44"/>
                    <a:gd name="T24" fmla="*/ 24 w 62"/>
                    <a:gd name="T25" fmla="*/ 6 h 44"/>
                    <a:gd name="T26" fmla="*/ 22 w 62"/>
                    <a:gd name="T27" fmla="*/ 10 h 44"/>
                    <a:gd name="T28" fmla="*/ 22 w 62"/>
                    <a:gd name="T29" fmla="*/ 10 h 44"/>
                    <a:gd name="T30" fmla="*/ 18 w 62"/>
                    <a:gd name="T31" fmla="*/ 12 h 44"/>
                    <a:gd name="T32" fmla="*/ 14 w 62"/>
                    <a:gd name="T33" fmla="*/ 16 h 44"/>
                    <a:gd name="T34" fmla="*/ 10 w 62"/>
                    <a:gd name="T35" fmla="*/ 22 h 44"/>
                    <a:gd name="T36" fmla="*/ 2 w 62"/>
                    <a:gd name="T37" fmla="*/ 32 h 44"/>
                    <a:gd name="T38" fmla="*/ 0 w 62"/>
                    <a:gd name="T39" fmla="*/ 38 h 44"/>
                    <a:gd name="T40" fmla="*/ 4 w 62"/>
                    <a:gd name="T41" fmla="*/ 38 h 44"/>
                    <a:gd name="T42" fmla="*/ 8 w 62"/>
                    <a:gd name="T43" fmla="*/ 36 h 44"/>
                    <a:gd name="T44" fmla="*/ 10 w 62"/>
                    <a:gd name="T45" fmla="*/ 38 h 44"/>
                    <a:gd name="T46" fmla="*/ 12 w 62"/>
                    <a:gd name="T47" fmla="*/ 40 h 44"/>
                    <a:gd name="T48" fmla="*/ 16 w 62"/>
                    <a:gd name="T49" fmla="*/ 42 h 44"/>
                    <a:gd name="T50" fmla="*/ 18 w 62"/>
                    <a:gd name="T51" fmla="*/ 44 h 44"/>
                    <a:gd name="T52" fmla="*/ 22 w 62"/>
                    <a:gd name="T53" fmla="*/ 44 h 44"/>
                    <a:gd name="T54" fmla="*/ 24 w 62"/>
                    <a:gd name="T55" fmla="*/ 42 h 44"/>
                    <a:gd name="T56" fmla="*/ 28 w 62"/>
                    <a:gd name="T57" fmla="*/ 40 h 44"/>
                    <a:gd name="T58" fmla="*/ 30 w 62"/>
                    <a:gd name="T59" fmla="*/ 38 h 44"/>
                    <a:gd name="T60" fmla="*/ 30 w 62"/>
                    <a:gd name="T61" fmla="*/ 32 h 44"/>
                    <a:gd name="T62" fmla="*/ 32 w 62"/>
                    <a:gd name="T63" fmla="*/ 34 h 44"/>
                    <a:gd name="T64" fmla="*/ 38 w 62"/>
                    <a:gd name="T65" fmla="*/ 38 h 44"/>
                    <a:gd name="T66" fmla="*/ 42 w 62"/>
                    <a:gd name="T67" fmla="*/ 40 h 44"/>
                    <a:gd name="T68" fmla="*/ 44 w 62"/>
                    <a:gd name="T69" fmla="*/ 40 h 44"/>
                    <a:gd name="T70" fmla="*/ 44 w 62"/>
                    <a:gd name="T71" fmla="*/ 36 h 44"/>
                    <a:gd name="T72" fmla="*/ 46 w 62"/>
                    <a:gd name="T73" fmla="*/ 34 h 44"/>
                    <a:gd name="T74" fmla="*/ 50 w 62"/>
                    <a:gd name="T75" fmla="*/ 32 h 44"/>
                    <a:gd name="T76" fmla="*/ 50 w 62"/>
                    <a:gd name="T77" fmla="*/ 30 h 44"/>
                    <a:gd name="T78" fmla="*/ 54 w 62"/>
                    <a:gd name="T79" fmla="*/ 26 h 44"/>
                    <a:gd name="T80" fmla="*/ 56 w 62"/>
                    <a:gd name="T81" fmla="*/ 28 h 44"/>
                    <a:gd name="T82" fmla="*/ 60 w 62"/>
                    <a:gd name="T83" fmla="*/ 26 h 44"/>
                    <a:gd name="T84" fmla="*/ 62 w 62"/>
                    <a:gd name="T85" fmla="*/ 26 h 44"/>
                    <a:gd name="T86" fmla="*/ 58 w 62"/>
                    <a:gd name="T87" fmla="*/ 24 h 44"/>
                    <a:gd name="T88" fmla="*/ 60 w 62"/>
                    <a:gd name="T89"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44">
                      <a:moveTo>
                        <a:pt x="60" y="20"/>
                      </a:moveTo>
                      <a:lnTo>
                        <a:pt x="60" y="20"/>
                      </a:lnTo>
                      <a:lnTo>
                        <a:pt x="62" y="18"/>
                      </a:lnTo>
                      <a:lnTo>
                        <a:pt x="62" y="18"/>
                      </a:lnTo>
                      <a:lnTo>
                        <a:pt x="60" y="18"/>
                      </a:lnTo>
                      <a:lnTo>
                        <a:pt x="60" y="18"/>
                      </a:lnTo>
                      <a:lnTo>
                        <a:pt x="60" y="18"/>
                      </a:lnTo>
                      <a:lnTo>
                        <a:pt x="60" y="18"/>
                      </a:lnTo>
                      <a:lnTo>
                        <a:pt x="56" y="16"/>
                      </a:lnTo>
                      <a:lnTo>
                        <a:pt x="56" y="12"/>
                      </a:lnTo>
                      <a:lnTo>
                        <a:pt x="58" y="10"/>
                      </a:lnTo>
                      <a:lnTo>
                        <a:pt x="46" y="2"/>
                      </a:lnTo>
                      <a:lnTo>
                        <a:pt x="46" y="2"/>
                      </a:lnTo>
                      <a:lnTo>
                        <a:pt x="42" y="0"/>
                      </a:lnTo>
                      <a:lnTo>
                        <a:pt x="42" y="0"/>
                      </a:lnTo>
                      <a:lnTo>
                        <a:pt x="40" y="0"/>
                      </a:lnTo>
                      <a:lnTo>
                        <a:pt x="38" y="0"/>
                      </a:lnTo>
                      <a:lnTo>
                        <a:pt x="36" y="2"/>
                      </a:lnTo>
                      <a:lnTo>
                        <a:pt x="36" y="2"/>
                      </a:lnTo>
                      <a:lnTo>
                        <a:pt x="30" y="6"/>
                      </a:lnTo>
                      <a:lnTo>
                        <a:pt x="30" y="6"/>
                      </a:lnTo>
                      <a:lnTo>
                        <a:pt x="28" y="6"/>
                      </a:lnTo>
                      <a:lnTo>
                        <a:pt x="26" y="6"/>
                      </a:lnTo>
                      <a:lnTo>
                        <a:pt x="24" y="6"/>
                      </a:lnTo>
                      <a:lnTo>
                        <a:pt x="24" y="6"/>
                      </a:lnTo>
                      <a:lnTo>
                        <a:pt x="24" y="6"/>
                      </a:lnTo>
                      <a:lnTo>
                        <a:pt x="22" y="6"/>
                      </a:lnTo>
                      <a:lnTo>
                        <a:pt x="22" y="10"/>
                      </a:lnTo>
                      <a:lnTo>
                        <a:pt x="22" y="10"/>
                      </a:lnTo>
                      <a:lnTo>
                        <a:pt x="22" y="10"/>
                      </a:lnTo>
                      <a:lnTo>
                        <a:pt x="18" y="12"/>
                      </a:lnTo>
                      <a:lnTo>
                        <a:pt x="18" y="12"/>
                      </a:lnTo>
                      <a:lnTo>
                        <a:pt x="16" y="14"/>
                      </a:lnTo>
                      <a:lnTo>
                        <a:pt x="14" y="16"/>
                      </a:lnTo>
                      <a:lnTo>
                        <a:pt x="10" y="22"/>
                      </a:lnTo>
                      <a:lnTo>
                        <a:pt x="10" y="22"/>
                      </a:lnTo>
                      <a:lnTo>
                        <a:pt x="2" y="32"/>
                      </a:lnTo>
                      <a:lnTo>
                        <a:pt x="2" y="32"/>
                      </a:lnTo>
                      <a:lnTo>
                        <a:pt x="0" y="36"/>
                      </a:lnTo>
                      <a:lnTo>
                        <a:pt x="0" y="38"/>
                      </a:lnTo>
                      <a:lnTo>
                        <a:pt x="4" y="38"/>
                      </a:lnTo>
                      <a:lnTo>
                        <a:pt x="4" y="38"/>
                      </a:lnTo>
                      <a:lnTo>
                        <a:pt x="6" y="36"/>
                      </a:lnTo>
                      <a:lnTo>
                        <a:pt x="8" y="36"/>
                      </a:lnTo>
                      <a:lnTo>
                        <a:pt x="10" y="38"/>
                      </a:lnTo>
                      <a:lnTo>
                        <a:pt x="10" y="38"/>
                      </a:lnTo>
                      <a:lnTo>
                        <a:pt x="10" y="40"/>
                      </a:lnTo>
                      <a:lnTo>
                        <a:pt x="12" y="40"/>
                      </a:lnTo>
                      <a:lnTo>
                        <a:pt x="16" y="40"/>
                      </a:lnTo>
                      <a:lnTo>
                        <a:pt x="16" y="42"/>
                      </a:lnTo>
                      <a:lnTo>
                        <a:pt x="16" y="42"/>
                      </a:lnTo>
                      <a:lnTo>
                        <a:pt x="18" y="44"/>
                      </a:lnTo>
                      <a:lnTo>
                        <a:pt x="20" y="44"/>
                      </a:lnTo>
                      <a:lnTo>
                        <a:pt x="22" y="44"/>
                      </a:lnTo>
                      <a:lnTo>
                        <a:pt x="22" y="44"/>
                      </a:lnTo>
                      <a:lnTo>
                        <a:pt x="24" y="42"/>
                      </a:lnTo>
                      <a:lnTo>
                        <a:pt x="26" y="40"/>
                      </a:lnTo>
                      <a:lnTo>
                        <a:pt x="28" y="40"/>
                      </a:lnTo>
                      <a:lnTo>
                        <a:pt x="30" y="38"/>
                      </a:lnTo>
                      <a:lnTo>
                        <a:pt x="30" y="38"/>
                      </a:lnTo>
                      <a:lnTo>
                        <a:pt x="30" y="34"/>
                      </a:lnTo>
                      <a:lnTo>
                        <a:pt x="30" y="32"/>
                      </a:lnTo>
                      <a:lnTo>
                        <a:pt x="32" y="34"/>
                      </a:lnTo>
                      <a:lnTo>
                        <a:pt x="32" y="34"/>
                      </a:lnTo>
                      <a:lnTo>
                        <a:pt x="34" y="38"/>
                      </a:lnTo>
                      <a:lnTo>
                        <a:pt x="38" y="38"/>
                      </a:lnTo>
                      <a:lnTo>
                        <a:pt x="38" y="38"/>
                      </a:lnTo>
                      <a:lnTo>
                        <a:pt x="42" y="40"/>
                      </a:lnTo>
                      <a:lnTo>
                        <a:pt x="44" y="40"/>
                      </a:lnTo>
                      <a:lnTo>
                        <a:pt x="44" y="40"/>
                      </a:lnTo>
                      <a:lnTo>
                        <a:pt x="46" y="40"/>
                      </a:lnTo>
                      <a:lnTo>
                        <a:pt x="44" y="36"/>
                      </a:lnTo>
                      <a:lnTo>
                        <a:pt x="44" y="36"/>
                      </a:lnTo>
                      <a:lnTo>
                        <a:pt x="46" y="34"/>
                      </a:lnTo>
                      <a:lnTo>
                        <a:pt x="48" y="32"/>
                      </a:lnTo>
                      <a:lnTo>
                        <a:pt x="50" y="32"/>
                      </a:lnTo>
                      <a:lnTo>
                        <a:pt x="50" y="30"/>
                      </a:lnTo>
                      <a:lnTo>
                        <a:pt x="50" y="30"/>
                      </a:lnTo>
                      <a:lnTo>
                        <a:pt x="52" y="28"/>
                      </a:lnTo>
                      <a:lnTo>
                        <a:pt x="54" y="26"/>
                      </a:lnTo>
                      <a:lnTo>
                        <a:pt x="56" y="28"/>
                      </a:lnTo>
                      <a:lnTo>
                        <a:pt x="56" y="28"/>
                      </a:lnTo>
                      <a:lnTo>
                        <a:pt x="58" y="28"/>
                      </a:lnTo>
                      <a:lnTo>
                        <a:pt x="60" y="26"/>
                      </a:lnTo>
                      <a:lnTo>
                        <a:pt x="60" y="26"/>
                      </a:lnTo>
                      <a:lnTo>
                        <a:pt x="62" y="26"/>
                      </a:lnTo>
                      <a:lnTo>
                        <a:pt x="60" y="24"/>
                      </a:lnTo>
                      <a:lnTo>
                        <a:pt x="58" y="24"/>
                      </a:lnTo>
                      <a:lnTo>
                        <a:pt x="60" y="22"/>
                      </a:lnTo>
                      <a:lnTo>
                        <a:pt x="60"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3" name="Freeform 36">
                  <a:extLst>
                    <a:ext uri="{FF2B5EF4-FFF2-40B4-BE49-F238E27FC236}">
                      <a16:creationId xmlns:a16="http://schemas.microsoft.com/office/drawing/2014/main" id="{016540FD-EEF5-2E48-ACBB-2CD4A94A7862}"/>
                    </a:ext>
                  </a:extLst>
                </p:cNvPr>
                <p:cNvSpPr>
                  <a:spLocks/>
                </p:cNvSpPr>
                <p:nvPr/>
              </p:nvSpPr>
              <p:spPr bwMode="auto">
                <a:xfrm>
                  <a:off x="6200793" y="1768562"/>
                  <a:ext cx="328759" cy="620729"/>
                </a:xfrm>
                <a:custGeom>
                  <a:avLst/>
                  <a:gdLst>
                    <a:gd name="T0" fmla="*/ 164 w 168"/>
                    <a:gd name="T1" fmla="*/ 52 h 310"/>
                    <a:gd name="T2" fmla="*/ 162 w 168"/>
                    <a:gd name="T3" fmla="*/ 36 h 310"/>
                    <a:gd name="T4" fmla="*/ 160 w 168"/>
                    <a:gd name="T5" fmla="*/ 24 h 310"/>
                    <a:gd name="T6" fmla="*/ 144 w 168"/>
                    <a:gd name="T7" fmla="*/ 12 h 310"/>
                    <a:gd name="T8" fmla="*/ 134 w 168"/>
                    <a:gd name="T9" fmla="*/ 2 h 310"/>
                    <a:gd name="T10" fmla="*/ 120 w 168"/>
                    <a:gd name="T11" fmla="*/ 12 h 310"/>
                    <a:gd name="T12" fmla="*/ 106 w 168"/>
                    <a:gd name="T13" fmla="*/ 18 h 310"/>
                    <a:gd name="T14" fmla="*/ 102 w 168"/>
                    <a:gd name="T15" fmla="*/ 24 h 310"/>
                    <a:gd name="T16" fmla="*/ 98 w 168"/>
                    <a:gd name="T17" fmla="*/ 26 h 310"/>
                    <a:gd name="T18" fmla="*/ 84 w 168"/>
                    <a:gd name="T19" fmla="*/ 30 h 310"/>
                    <a:gd name="T20" fmla="*/ 76 w 168"/>
                    <a:gd name="T21" fmla="*/ 46 h 310"/>
                    <a:gd name="T22" fmla="*/ 68 w 168"/>
                    <a:gd name="T23" fmla="*/ 52 h 310"/>
                    <a:gd name="T24" fmla="*/ 62 w 168"/>
                    <a:gd name="T25" fmla="*/ 70 h 310"/>
                    <a:gd name="T26" fmla="*/ 48 w 168"/>
                    <a:gd name="T27" fmla="*/ 86 h 310"/>
                    <a:gd name="T28" fmla="*/ 46 w 168"/>
                    <a:gd name="T29" fmla="*/ 108 h 310"/>
                    <a:gd name="T30" fmla="*/ 36 w 168"/>
                    <a:gd name="T31" fmla="*/ 102 h 310"/>
                    <a:gd name="T32" fmla="*/ 22 w 168"/>
                    <a:gd name="T33" fmla="*/ 116 h 310"/>
                    <a:gd name="T34" fmla="*/ 12 w 168"/>
                    <a:gd name="T35" fmla="*/ 128 h 310"/>
                    <a:gd name="T36" fmla="*/ 12 w 168"/>
                    <a:gd name="T37" fmla="*/ 146 h 310"/>
                    <a:gd name="T38" fmla="*/ 10 w 168"/>
                    <a:gd name="T39" fmla="*/ 168 h 310"/>
                    <a:gd name="T40" fmla="*/ 16 w 168"/>
                    <a:gd name="T41" fmla="*/ 178 h 310"/>
                    <a:gd name="T42" fmla="*/ 10 w 168"/>
                    <a:gd name="T43" fmla="*/ 188 h 310"/>
                    <a:gd name="T44" fmla="*/ 10 w 168"/>
                    <a:gd name="T45" fmla="*/ 204 h 310"/>
                    <a:gd name="T46" fmla="*/ 8 w 168"/>
                    <a:gd name="T47" fmla="*/ 214 h 310"/>
                    <a:gd name="T48" fmla="*/ 4 w 168"/>
                    <a:gd name="T49" fmla="*/ 220 h 310"/>
                    <a:gd name="T50" fmla="*/ 4 w 168"/>
                    <a:gd name="T51" fmla="*/ 236 h 310"/>
                    <a:gd name="T52" fmla="*/ 4 w 168"/>
                    <a:gd name="T53" fmla="*/ 244 h 310"/>
                    <a:gd name="T54" fmla="*/ 4 w 168"/>
                    <a:gd name="T55" fmla="*/ 260 h 310"/>
                    <a:gd name="T56" fmla="*/ 12 w 168"/>
                    <a:gd name="T57" fmla="*/ 266 h 310"/>
                    <a:gd name="T58" fmla="*/ 20 w 168"/>
                    <a:gd name="T59" fmla="*/ 278 h 310"/>
                    <a:gd name="T60" fmla="*/ 24 w 168"/>
                    <a:gd name="T61" fmla="*/ 286 h 310"/>
                    <a:gd name="T62" fmla="*/ 18 w 168"/>
                    <a:gd name="T63" fmla="*/ 294 h 310"/>
                    <a:gd name="T64" fmla="*/ 24 w 168"/>
                    <a:gd name="T65" fmla="*/ 310 h 310"/>
                    <a:gd name="T66" fmla="*/ 42 w 168"/>
                    <a:gd name="T67" fmla="*/ 296 h 310"/>
                    <a:gd name="T68" fmla="*/ 50 w 168"/>
                    <a:gd name="T69" fmla="*/ 290 h 310"/>
                    <a:gd name="T70" fmla="*/ 68 w 168"/>
                    <a:gd name="T71" fmla="*/ 288 h 310"/>
                    <a:gd name="T72" fmla="*/ 74 w 168"/>
                    <a:gd name="T73" fmla="*/ 278 h 310"/>
                    <a:gd name="T74" fmla="*/ 70 w 168"/>
                    <a:gd name="T75" fmla="*/ 284 h 310"/>
                    <a:gd name="T76" fmla="*/ 70 w 168"/>
                    <a:gd name="T77" fmla="*/ 270 h 310"/>
                    <a:gd name="T78" fmla="*/ 74 w 168"/>
                    <a:gd name="T79" fmla="*/ 260 h 310"/>
                    <a:gd name="T80" fmla="*/ 78 w 168"/>
                    <a:gd name="T81" fmla="*/ 240 h 310"/>
                    <a:gd name="T82" fmla="*/ 90 w 168"/>
                    <a:gd name="T83" fmla="*/ 236 h 310"/>
                    <a:gd name="T84" fmla="*/ 98 w 168"/>
                    <a:gd name="T85" fmla="*/ 232 h 310"/>
                    <a:gd name="T86" fmla="*/ 104 w 168"/>
                    <a:gd name="T87" fmla="*/ 226 h 310"/>
                    <a:gd name="T88" fmla="*/ 106 w 168"/>
                    <a:gd name="T89" fmla="*/ 218 h 310"/>
                    <a:gd name="T90" fmla="*/ 100 w 168"/>
                    <a:gd name="T91" fmla="*/ 206 h 310"/>
                    <a:gd name="T92" fmla="*/ 92 w 168"/>
                    <a:gd name="T93" fmla="*/ 194 h 310"/>
                    <a:gd name="T94" fmla="*/ 82 w 168"/>
                    <a:gd name="T95" fmla="*/ 194 h 310"/>
                    <a:gd name="T96" fmla="*/ 80 w 168"/>
                    <a:gd name="T97" fmla="*/ 170 h 310"/>
                    <a:gd name="T98" fmla="*/ 84 w 168"/>
                    <a:gd name="T99" fmla="*/ 158 h 310"/>
                    <a:gd name="T100" fmla="*/ 82 w 168"/>
                    <a:gd name="T101" fmla="*/ 148 h 310"/>
                    <a:gd name="T102" fmla="*/ 92 w 168"/>
                    <a:gd name="T103" fmla="*/ 146 h 310"/>
                    <a:gd name="T104" fmla="*/ 98 w 168"/>
                    <a:gd name="T105" fmla="*/ 138 h 310"/>
                    <a:gd name="T106" fmla="*/ 104 w 168"/>
                    <a:gd name="T107" fmla="*/ 126 h 310"/>
                    <a:gd name="T108" fmla="*/ 116 w 168"/>
                    <a:gd name="T109" fmla="*/ 122 h 310"/>
                    <a:gd name="T110" fmla="*/ 126 w 168"/>
                    <a:gd name="T111" fmla="*/ 116 h 310"/>
                    <a:gd name="T112" fmla="*/ 136 w 168"/>
                    <a:gd name="T113" fmla="*/ 106 h 310"/>
                    <a:gd name="T114" fmla="*/ 134 w 168"/>
                    <a:gd name="T115" fmla="*/ 100 h 310"/>
                    <a:gd name="T116" fmla="*/ 136 w 168"/>
                    <a:gd name="T117" fmla="*/ 84 h 310"/>
                    <a:gd name="T118" fmla="*/ 138 w 168"/>
                    <a:gd name="T119" fmla="*/ 80 h 310"/>
                    <a:gd name="T120" fmla="*/ 146 w 168"/>
                    <a:gd name="T121" fmla="*/ 78 h 310"/>
                    <a:gd name="T122" fmla="*/ 152 w 168"/>
                    <a:gd name="T123" fmla="*/ 70 h 310"/>
                    <a:gd name="T124" fmla="*/ 160 w 168"/>
                    <a:gd name="T125" fmla="*/ 68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310">
                      <a:moveTo>
                        <a:pt x="168" y="70"/>
                      </a:moveTo>
                      <a:lnTo>
                        <a:pt x="164" y="60"/>
                      </a:lnTo>
                      <a:lnTo>
                        <a:pt x="164" y="60"/>
                      </a:lnTo>
                      <a:lnTo>
                        <a:pt x="162" y="56"/>
                      </a:lnTo>
                      <a:lnTo>
                        <a:pt x="162" y="56"/>
                      </a:lnTo>
                      <a:lnTo>
                        <a:pt x="164" y="52"/>
                      </a:lnTo>
                      <a:lnTo>
                        <a:pt x="164" y="46"/>
                      </a:lnTo>
                      <a:lnTo>
                        <a:pt x="164" y="46"/>
                      </a:lnTo>
                      <a:lnTo>
                        <a:pt x="164" y="42"/>
                      </a:lnTo>
                      <a:lnTo>
                        <a:pt x="162" y="38"/>
                      </a:lnTo>
                      <a:lnTo>
                        <a:pt x="162" y="38"/>
                      </a:lnTo>
                      <a:lnTo>
                        <a:pt x="162" y="36"/>
                      </a:lnTo>
                      <a:lnTo>
                        <a:pt x="162" y="34"/>
                      </a:lnTo>
                      <a:lnTo>
                        <a:pt x="162" y="32"/>
                      </a:lnTo>
                      <a:lnTo>
                        <a:pt x="162" y="30"/>
                      </a:lnTo>
                      <a:lnTo>
                        <a:pt x="162" y="30"/>
                      </a:lnTo>
                      <a:lnTo>
                        <a:pt x="160" y="26"/>
                      </a:lnTo>
                      <a:lnTo>
                        <a:pt x="160" y="24"/>
                      </a:lnTo>
                      <a:lnTo>
                        <a:pt x="160" y="24"/>
                      </a:lnTo>
                      <a:lnTo>
                        <a:pt x="154" y="16"/>
                      </a:lnTo>
                      <a:lnTo>
                        <a:pt x="154" y="16"/>
                      </a:lnTo>
                      <a:lnTo>
                        <a:pt x="152" y="14"/>
                      </a:lnTo>
                      <a:lnTo>
                        <a:pt x="150" y="14"/>
                      </a:lnTo>
                      <a:lnTo>
                        <a:pt x="144" y="12"/>
                      </a:lnTo>
                      <a:lnTo>
                        <a:pt x="144" y="12"/>
                      </a:lnTo>
                      <a:lnTo>
                        <a:pt x="140" y="12"/>
                      </a:lnTo>
                      <a:lnTo>
                        <a:pt x="138" y="10"/>
                      </a:lnTo>
                      <a:lnTo>
                        <a:pt x="134" y="4"/>
                      </a:lnTo>
                      <a:lnTo>
                        <a:pt x="134" y="4"/>
                      </a:lnTo>
                      <a:lnTo>
                        <a:pt x="134" y="2"/>
                      </a:lnTo>
                      <a:lnTo>
                        <a:pt x="130" y="0"/>
                      </a:lnTo>
                      <a:lnTo>
                        <a:pt x="126" y="0"/>
                      </a:lnTo>
                      <a:lnTo>
                        <a:pt x="120" y="0"/>
                      </a:lnTo>
                      <a:lnTo>
                        <a:pt x="122" y="4"/>
                      </a:lnTo>
                      <a:lnTo>
                        <a:pt x="120" y="12"/>
                      </a:lnTo>
                      <a:lnTo>
                        <a:pt x="120" y="12"/>
                      </a:lnTo>
                      <a:lnTo>
                        <a:pt x="118" y="16"/>
                      </a:lnTo>
                      <a:lnTo>
                        <a:pt x="118" y="18"/>
                      </a:lnTo>
                      <a:lnTo>
                        <a:pt x="116" y="20"/>
                      </a:lnTo>
                      <a:lnTo>
                        <a:pt x="116" y="20"/>
                      </a:lnTo>
                      <a:lnTo>
                        <a:pt x="110" y="18"/>
                      </a:lnTo>
                      <a:lnTo>
                        <a:pt x="106" y="18"/>
                      </a:lnTo>
                      <a:lnTo>
                        <a:pt x="106" y="18"/>
                      </a:lnTo>
                      <a:lnTo>
                        <a:pt x="102" y="18"/>
                      </a:lnTo>
                      <a:lnTo>
                        <a:pt x="102" y="18"/>
                      </a:lnTo>
                      <a:lnTo>
                        <a:pt x="102" y="20"/>
                      </a:lnTo>
                      <a:lnTo>
                        <a:pt x="102" y="20"/>
                      </a:lnTo>
                      <a:lnTo>
                        <a:pt x="102" y="24"/>
                      </a:lnTo>
                      <a:lnTo>
                        <a:pt x="100" y="26"/>
                      </a:lnTo>
                      <a:lnTo>
                        <a:pt x="102" y="28"/>
                      </a:lnTo>
                      <a:lnTo>
                        <a:pt x="102" y="28"/>
                      </a:lnTo>
                      <a:lnTo>
                        <a:pt x="102" y="28"/>
                      </a:lnTo>
                      <a:lnTo>
                        <a:pt x="102" y="28"/>
                      </a:lnTo>
                      <a:lnTo>
                        <a:pt x="98" y="26"/>
                      </a:lnTo>
                      <a:lnTo>
                        <a:pt x="92" y="20"/>
                      </a:lnTo>
                      <a:lnTo>
                        <a:pt x="92" y="20"/>
                      </a:lnTo>
                      <a:lnTo>
                        <a:pt x="90" y="22"/>
                      </a:lnTo>
                      <a:lnTo>
                        <a:pt x="86" y="26"/>
                      </a:lnTo>
                      <a:lnTo>
                        <a:pt x="86" y="26"/>
                      </a:lnTo>
                      <a:lnTo>
                        <a:pt x="84" y="30"/>
                      </a:lnTo>
                      <a:lnTo>
                        <a:pt x="84" y="36"/>
                      </a:lnTo>
                      <a:lnTo>
                        <a:pt x="84" y="36"/>
                      </a:lnTo>
                      <a:lnTo>
                        <a:pt x="82" y="40"/>
                      </a:lnTo>
                      <a:lnTo>
                        <a:pt x="80" y="42"/>
                      </a:lnTo>
                      <a:lnTo>
                        <a:pt x="80" y="42"/>
                      </a:lnTo>
                      <a:lnTo>
                        <a:pt x="76" y="46"/>
                      </a:lnTo>
                      <a:lnTo>
                        <a:pt x="74" y="48"/>
                      </a:lnTo>
                      <a:lnTo>
                        <a:pt x="72" y="50"/>
                      </a:lnTo>
                      <a:lnTo>
                        <a:pt x="72" y="50"/>
                      </a:lnTo>
                      <a:lnTo>
                        <a:pt x="72" y="50"/>
                      </a:lnTo>
                      <a:lnTo>
                        <a:pt x="72" y="52"/>
                      </a:lnTo>
                      <a:lnTo>
                        <a:pt x="68" y="52"/>
                      </a:lnTo>
                      <a:lnTo>
                        <a:pt x="68" y="52"/>
                      </a:lnTo>
                      <a:lnTo>
                        <a:pt x="66" y="54"/>
                      </a:lnTo>
                      <a:lnTo>
                        <a:pt x="64" y="56"/>
                      </a:lnTo>
                      <a:lnTo>
                        <a:pt x="64" y="62"/>
                      </a:lnTo>
                      <a:lnTo>
                        <a:pt x="64" y="62"/>
                      </a:lnTo>
                      <a:lnTo>
                        <a:pt x="62" y="70"/>
                      </a:lnTo>
                      <a:lnTo>
                        <a:pt x="58" y="76"/>
                      </a:lnTo>
                      <a:lnTo>
                        <a:pt x="56" y="80"/>
                      </a:lnTo>
                      <a:lnTo>
                        <a:pt x="56" y="80"/>
                      </a:lnTo>
                      <a:lnTo>
                        <a:pt x="52" y="82"/>
                      </a:lnTo>
                      <a:lnTo>
                        <a:pt x="50" y="84"/>
                      </a:lnTo>
                      <a:lnTo>
                        <a:pt x="48" y="86"/>
                      </a:lnTo>
                      <a:lnTo>
                        <a:pt x="48" y="86"/>
                      </a:lnTo>
                      <a:lnTo>
                        <a:pt x="50" y="92"/>
                      </a:lnTo>
                      <a:lnTo>
                        <a:pt x="48" y="100"/>
                      </a:lnTo>
                      <a:lnTo>
                        <a:pt x="48" y="100"/>
                      </a:lnTo>
                      <a:lnTo>
                        <a:pt x="48" y="106"/>
                      </a:lnTo>
                      <a:lnTo>
                        <a:pt x="46" y="108"/>
                      </a:lnTo>
                      <a:lnTo>
                        <a:pt x="44" y="108"/>
                      </a:lnTo>
                      <a:lnTo>
                        <a:pt x="44" y="108"/>
                      </a:lnTo>
                      <a:lnTo>
                        <a:pt x="40" y="104"/>
                      </a:lnTo>
                      <a:lnTo>
                        <a:pt x="38" y="102"/>
                      </a:lnTo>
                      <a:lnTo>
                        <a:pt x="36" y="102"/>
                      </a:lnTo>
                      <a:lnTo>
                        <a:pt x="36" y="102"/>
                      </a:lnTo>
                      <a:lnTo>
                        <a:pt x="28" y="104"/>
                      </a:lnTo>
                      <a:lnTo>
                        <a:pt x="26" y="108"/>
                      </a:lnTo>
                      <a:lnTo>
                        <a:pt x="24" y="110"/>
                      </a:lnTo>
                      <a:lnTo>
                        <a:pt x="24" y="110"/>
                      </a:lnTo>
                      <a:lnTo>
                        <a:pt x="24" y="112"/>
                      </a:lnTo>
                      <a:lnTo>
                        <a:pt x="22" y="116"/>
                      </a:lnTo>
                      <a:lnTo>
                        <a:pt x="18" y="118"/>
                      </a:lnTo>
                      <a:lnTo>
                        <a:pt x="18" y="122"/>
                      </a:lnTo>
                      <a:lnTo>
                        <a:pt x="18" y="122"/>
                      </a:lnTo>
                      <a:lnTo>
                        <a:pt x="16" y="124"/>
                      </a:lnTo>
                      <a:lnTo>
                        <a:pt x="14" y="126"/>
                      </a:lnTo>
                      <a:lnTo>
                        <a:pt x="12" y="128"/>
                      </a:lnTo>
                      <a:lnTo>
                        <a:pt x="10" y="132"/>
                      </a:lnTo>
                      <a:lnTo>
                        <a:pt x="10" y="132"/>
                      </a:lnTo>
                      <a:lnTo>
                        <a:pt x="12" y="136"/>
                      </a:lnTo>
                      <a:lnTo>
                        <a:pt x="12" y="140"/>
                      </a:lnTo>
                      <a:lnTo>
                        <a:pt x="12" y="140"/>
                      </a:lnTo>
                      <a:lnTo>
                        <a:pt x="12" y="146"/>
                      </a:lnTo>
                      <a:lnTo>
                        <a:pt x="12" y="152"/>
                      </a:lnTo>
                      <a:lnTo>
                        <a:pt x="12" y="152"/>
                      </a:lnTo>
                      <a:lnTo>
                        <a:pt x="12" y="158"/>
                      </a:lnTo>
                      <a:lnTo>
                        <a:pt x="12" y="164"/>
                      </a:lnTo>
                      <a:lnTo>
                        <a:pt x="12" y="164"/>
                      </a:lnTo>
                      <a:lnTo>
                        <a:pt x="10" y="168"/>
                      </a:lnTo>
                      <a:lnTo>
                        <a:pt x="10" y="170"/>
                      </a:lnTo>
                      <a:lnTo>
                        <a:pt x="12" y="170"/>
                      </a:lnTo>
                      <a:lnTo>
                        <a:pt x="12" y="170"/>
                      </a:lnTo>
                      <a:lnTo>
                        <a:pt x="14" y="172"/>
                      </a:lnTo>
                      <a:lnTo>
                        <a:pt x="16" y="178"/>
                      </a:lnTo>
                      <a:lnTo>
                        <a:pt x="16" y="178"/>
                      </a:lnTo>
                      <a:lnTo>
                        <a:pt x="16" y="182"/>
                      </a:lnTo>
                      <a:lnTo>
                        <a:pt x="16" y="184"/>
                      </a:lnTo>
                      <a:lnTo>
                        <a:pt x="14" y="186"/>
                      </a:lnTo>
                      <a:lnTo>
                        <a:pt x="14" y="186"/>
                      </a:lnTo>
                      <a:lnTo>
                        <a:pt x="10" y="188"/>
                      </a:lnTo>
                      <a:lnTo>
                        <a:pt x="10" y="188"/>
                      </a:lnTo>
                      <a:lnTo>
                        <a:pt x="10" y="188"/>
                      </a:lnTo>
                      <a:lnTo>
                        <a:pt x="10" y="196"/>
                      </a:lnTo>
                      <a:lnTo>
                        <a:pt x="10" y="196"/>
                      </a:lnTo>
                      <a:lnTo>
                        <a:pt x="8" y="200"/>
                      </a:lnTo>
                      <a:lnTo>
                        <a:pt x="8" y="202"/>
                      </a:lnTo>
                      <a:lnTo>
                        <a:pt x="10" y="204"/>
                      </a:lnTo>
                      <a:lnTo>
                        <a:pt x="10" y="204"/>
                      </a:lnTo>
                      <a:lnTo>
                        <a:pt x="12" y="208"/>
                      </a:lnTo>
                      <a:lnTo>
                        <a:pt x="10" y="210"/>
                      </a:lnTo>
                      <a:lnTo>
                        <a:pt x="10" y="210"/>
                      </a:lnTo>
                      <a:lnTo>
                        <a:pt x="8" y="212"/>
                      </a:lnTo>
                      <a:lnTo>
                        <a:pt x="8" y="214"/>
                      </a:lnTo>
                      <a:lnTo>
                        <a:pt x="8" y="216"/>
                      </a:lnTo>
                      <a:lnTo>
                        <a:pt x="6" y="216"/>
                      </a:lnTo>
                      <a:lnTo>
                        <a:pt x="6" y="216"/>
                      </a:lnTo>
                      <a:lnTo>
                        <a:pt x="4" y="218"/>
                      </a:lnTo>
                      <a:lnTo>
                        <a:pt x="4" y="220"/>
                      </a:lnTo>
                      <a:lnTo>
                        <a:pt x="4" y="220"/>
                      </a:lnTo>
                      <a:lnTo>
                        <a:pt x="6" y="226"/>
                      </a:lnTo>
                      <a:lnTo>
                        <a:pt x="8" y="228"/>
                      </a:lnTo>
                      <a:lnTo>
                        <a:pt x="8" y="228"/>
                      </a:lnTo>
                      <a:lnTo>
                        <a:pt x="6" y="234"/>
                      </a:lnTo>
                      <a:lnTo>
                        <a:pt x="6" y="236"/>
                      </a:lnTo>
                      <a:lnTo>
                        <a:pt x="4" y="236"/>
                      </a:lnTo>
                      <a:lnTo>
                        <a:pt x="4" y="236"/>
                      </a:lnTo>
                      <a:lnTo>
                        <a:pt x="0" y="236"/>
                      </a:lnTo>
                      <a:lnTo>
                        <a:pt x="0" y="236"/>
                      </a:lnTo>
                      <a:lnTo>
                        <a:pt x="0" y="244"/>
                      </a:lnTo>
                      <a:lnTo>
                        <a:pt x="0" y="244"/>
                      </a:lnTo>
                      <a:lnTo>
                        <a:pt x="4" y="244"/>
                      </a:lnTo>
                      <a:lnTo>
                        <a:pt x="4" y="244"/>
                      </a:lnTo>
                      <a:lnTo>
                        <a:pt x="8" y="252"/>
                      </a:lnTo>
                      <a:lnTo>
                        <a:pt x="8" y="252"/>
                      </a:lnTo>
                      <a:lnTo>
                        <a:pt x="8" y="252"/>
                      </a:lnTo>
                      <a:lnTo>
                        <a:pt x="6" y="256"/>
                      </a:lnTo>
                      <a:lnTo>
                        <a:pt x="4" y="260"/>
                      </a:lnTo>
                      <a:lnTo>
                        <a:pt x="4" y="260"/>
                      </a:lnTo>
                      <a:lnTo>
                        <a:pt x="8" y="262"/>
                      </a:lnTo>
                      <a:lnTo>
                        <a:pt x="8" y="262"/>
                      </a:lnTo>
                      <a:lnTo>
                        <a:pt x="8" y="266"/>
                      </a:lnTo>
                      <a:lnTo>
                        <a:pt x="8" y="266"/>
                      </a:lnTo>
                      <a:lnTo>
                        <a:pt x="12" y="266"/>
                      </a:lnTo>
                      <a:lnTo>
                        <a:pt x="12" y="266"/>
                      </a:lnTo>
                      <a:lnTo>
                        <a:pt x="12" y="268"/>
                      </a:lnTo>
                      <a:lnTo>
                        <a:pt x="12" y="270"/>
                      </a:lnTo>
                      <a:lnTo>
                        <a:pt x="12" y="270"/>
                      </a:lnTo>
                      <a:lnTo>
                        <a:pt x="16" y="274"/>
                      </a:lnTo>
                      <a:lnTo>
                        <a:pt x="20" y="278"/>
                      </a:lnTo>
                      <a:lnTo>
                        <a:pt x="20" y="278"/>
                      </a:lnTo>
                      <a:lnTo>
                        <a:pt x="20" y="282"/>
                      </a:lnTo>
                      <a:lnTo>
                        <a:pt x="20" y="282"/>
                      </a:lnTo>
                      <a:lnTo>
                        <a:pt x="24" y="284"/>
                      </a:lnTo>
                      <a:lnTo>
                        <a:pt x="24" y="286"/>
                      </a:lnTo>
                      <a:lnTo>
                        <a:pt x="24" y="286"/>
                      </a:lnTo>
                      <a:lnTo>
                        <a:pt x="20" y="286"/>
                      </a:lnTo>
                      <a:lnTo>
                        <a:pt x="20" y="286"/>
                      </a:lnTo>
                      <a:lnTo>
                        <a:pt x="22" y="292"/>
                      </a:lnTo>
                      <a:lnTo>
                        <a:pt x="22" y="292"/>
                      </a:lnTo>
                      <a:lnTo>
                        <a:pt x="18" y="294"/>
                      </a:lnTo>
                      <a:lnTo>
                        <a:pt x="18" y="294"/>
                      </a:lnTo>
                      <a:lnTo>
                        <a:pt x="18" y="298"/>
                      </a:lnTo>
                      <a:lnTo>
                        <a:pt x="20" y="300"/>
                      </a:lnTo>
                      <a:lnTo>
                        <a:pt x="20" y="300"/>
                      </a:lnTo>
                      <a:lnTo>
                        <a:pt x="20" y="306"/>
                      </a:lnTo>
                      <a:lnTo>
                        <a:pt x="22" y="310"/>
                      </a:lnTo>
                      <a:lnTo>
                        <a:pt x="24" y="310"/>
                      </a:lnTo>
                      <a:lnTo>
                        <a:pt x="24" y="310"/>
                      </a:lnTo>
                      <a:lnTo>
                        <a:pt x="32" y="310"/>
                      </a:lnTo>
                      <a:lnTo>
                        <a:pt x="40" y="306"/>
                      </a:lnTo>
                      <a:lnTo>
                        <a:pt x="40" y="306"/>
                      </a:lnTo>
                      <a:lnTo>
                        <a:pt x="40" y="300"/>
                      </a:lnTo>
                      <a:lnTo>
                        <a:pt x="42" y="296"/>
                      </a:lnTo>
                      <a:lnTo>
                        <a:pt x="42" y="296"/>
                      </a:lnTo>
                      <a:lnTo>
                        <a:pt x="46" y="296"/>
                      </a:lnTo>
                      <a:lnTo>
                        <a:pt x="46" y="296"/>
                      </a:lnTo>
                      <a:lnTo>
                        <a:pt x="46" y="292"/>
                      </a:lnTo>
                      <a:lnTo>
                        <a:pt x="46" y="292"/>
                      </a:lnTo>
                      <a:lnTo>
                        <a:pt x="50" y="290"/>
                      </a:lnTo>
                      <a:lnTo>
                        <a:pt x="54" y="290"/>
                      </a:lnTo>
                      <a:lnTo>
                        <a:pt x="64" y="292"/>
                      </a:lnTo>
                      <a:lnTo>
                        <a:pt x="64" y="292"/>
                      </a:lnTo>
                      <a:lnTo>
                        <a:pt x="66" y="288"/>
                      </a:lnTo>
                      <a:lnTo>
                        <a:pt x="66" y="288"/>
                      </a:lnTo>
                      <a:lnTo>
                        <a:pt x="68" y="288"/>
                      </a:lnTo>
                      <a:lnTo>
                        <a:pt x="68" y="290"/>
                      </a:lnTo>
                      <a:lnTo>
                        <a:pt x="68" y="290"/>
                      </a:lnTo>
                      <a:lnTo>
                        <a:pt x="70" y="290"/>
                      </a:lnTo>
                      <a:lnTo>
                        <a:pt x="70" y="290"/>
                      </a:lnTo>
                      <a:lnTo>
                        <a:pt x="74" y="278"/>
                      </a:lnTo>
                      <a:lnTo>
                        <a:pt x="74" y="278"/>
                      </a:lnTo>
                      <a:lnTo>
                        <a:pt x="74" y="278"/>
                      </a:lnTo>
                      <a:lnTo>
                        <a:pt x="74" y="278"/>
                      </a:lnTo>
                      <a:lnTo>
                        <a:pt x="74" y="278"/>
                      </a:lnTo>
                      <a:lnTo>
                        <a:pt x="72" y="280"/>
                      </a:lnTo>
                      <a:lnTo>
                        <a:pt x="70" y="284"/>
                      </a:lnTo>
                      <a:lnTo>
                        <a:pt x="70" y="284"/>
                      </a:lnTo>
                      <a:lnTo>
                        <a:pt x="68" y="284"/>
                      </a:lnTo>
                      <a:lnTo>
                        <a:pt x="68" y="284"/>
                      </a:lnTo>
                      <a:lnTo>
                        <a:pt x="68" y="280"/>
                      </a:lnTo>
                      <a:lnTo>
                        <a:pt x="68" y="280"/>
                      </a:lnTo>
                      <a:lnTo>
                        <a:pt x="70" y="270"/>
                      </a:lnTo>
                      <a:lnTo>
                        <a:pt x="70" y="270"/>
                      </a:lnTo>
                      <a:lnTo>
                        <a:pt x="74" y="266"/>
                      </a:lnTo>
                      <a:lnTo>
                        <a:pt x="74" y="266"/>
                      </a:lnTo>
                      <a:lnTo>
                        <a:pt x="72" y="262"/>
                      </a:lnTo>
                      <a:lnTo>
                        <a:pt x="72" y="260"/>
                      </a:lnTo>
                      <a:lnTo>
                        <a:pt x="74" y="260"/>
                      </a:lnTo>
                      <a:lnTo>
                        <a:pt x="74" y="260"/>
                      </a:lnTo>
                      <a:lnTo>
                        <a:pt x="76" y="254"/>
                      </a:lnTo>
                      <a:lnTo>
                        <a:pt x="74" y="250"/>
                      </a:lnTo>
                      <a:lnTo>
                        <a:pt x="74" y="242"/>
                      </a:lnTo>
                      <a:lnTo>
                        <a:pt x="74" y="242"/>
                      </a:lnTo>
                      <a:lnTo>
                        <a:pt x="78" y="240"/>
                      </a:lnTo>
                      <a:lnTo>
                        <a:pt x="78" y="240"/>
                      </a:lnTo>
                      <a:lnTo>
                        <a:pt x="70" y="236"/>
                      </a:lnTo>
                      <a:lnTo>
                        <a:pt x="70" y="236"/>
                      </a:lnTo>
                      <a:lnTo>
                        <a:pt x="78" y="236"/>
                      </a:lnTo>
                      <a:lnTo>
                        <a:pt x="88" y="234"/>
                      </a:lnTo>
                      <a:lnTo>
                        <a:pt x="88" y="236"/>
                      </a:lnTo>
                      <a:lnTo>
                        <a:pt x="90" y="236"/>
                      </a:lnTo>
                      <a:lnTo>
                        <a:pt x="90" y="236"/>
                      </a:lnTo>
                      <a:lnTo>
                        <a:pt x="90" y="234"/>
                      </a:lnTo>
                      <a:lnTo>
                        <a:pt x="92" y="232"/>
                      </a:lnTo>
                      <a:lnTo>
                        <a:pt x="92" y="232"/>
                      </a:lnTo>
                      <a:lnTo>
                        <a:pt x="94" y="232"/>
                      </a:lnTo>
                      <a:lnTo>
                        <a:pt x="98" y="232"/>
                      </a:lnTo>
                      <a:lnTo>
                        <a:pt x="98" y="232"/>
                      </a:lnTo>
                      <a:lnTo>
                        <a:pt x="98" y="230"/>
                      </a:lnTo>
                      <a:lnTo>
                        <a:pt x="98" y="228"/>
                      </a:lnTo>
                      <a:lnTo>
                        <a:pt x="98" y="228"/>
                      </a:lnTo>
                      <a:lnTo>
                        <a:pt x="100" y="226"/>
                      </a:lnTo>
                      <a:lnTo>
                        <a:pt x="104" y="226"/>
                      </a:lnTo>
                      <a:lnTo>
                        <a:pt x="102" y="224"/>
                      </a:lnTo>
                      <a:lnTo>
                        <a:pt x="102" y="224"/>
                      </a:lnTo>
                      <a:lnTo>
                        <a:pt x="96" y="222"/>
                      </a:lnTo>
                      <a:lnTo>
                        <a:pt x="96" y="222"/>
                      </a:lnTo>
                      <a:lnTo>
                        <a:pt x="106" y="218"/>
                      </a:lnTo>
                      <a:lnTo>
                        <a:pt x="106" y="218"/>
                      </a:lnTo>
                      <a:lnTo>
                        <a:pt x="106" y="212"/>
                      </a:lnTo>
                      <a:lnTo>
                        <a:pt x="104" y="206"/>
                      </a:lnTo>
                      <a:lnTo>
                        <a:pt x="104" y="206"/>
                      </a:lnTo>
                      <a:lnTo>
                        <a:pt x="102" y="206"/>
                      </a:lnTo>
                      <a:lnTo>
                        <a:pt x="100" y="206"/>
                      </a:lnTo>
                      <a:lnTo>
                        <a:pt x="100" y="206"/>
                      </a:lnTo>
                      <a:lnTo>
                        <a:pt x="98" y="204"/>
                      </a:lnTo>
                      <a:lnTo>
                        <a:pt x="98" y="200"/>
                      </a:lnTo>
                      <a:lnTo>
                        <a:pt x="98" y="200"/>
                      </a:lnTo>
                      <a:lnTo>
                        <a:pt x="94" y="200"/>
                      </a:lnTo>
                      <a:lnTo>
                        <a:pt x="92" y="194"/>
                      </a:lnTo>
                      <a:lnTo>
                        <a:pt x="92" y="194"/>
                      </a:lnTo>
                      <a:lnTo>
                        <a:pt x="88" y="198"/>
                      </a:lnTo>
                      <a:lnTo>
                        <a:pt x="88" y="198"/>
                      </a:lnTo>
                      <a:lnTo>
                        <a:pt x="86" y="198"/>
                      </a:lnTo>
                      <a:lnTo>
                        <a:pt x="84" y="196"/>
                      </a:lnTo>
                      <a:lnTo>
                        <a:pt x="84" y="196"/>
                      </a:lnTo>
                      <a:lnTo>
                        <a:pt x="82" y="194"/>
                      </a:lnTo>
                      <a:lnTo>
                        <a:pt x="82" y="194"/>
                      </a:lnTo>
                      <a:lnTo>
                        <a:pt x="82" y="188"/>
                      </a:lnTo>
                      <a:lnTo>
                        <a:pt x="82" y="184"/>
                      </a:lnTo>
                      <a:lnTo>
                        <a:pt x="80" y="174"/>
                      </a:lnTo>
                      <a:lnTo>
                        <a:pt x="80" y="174"/>
                      </a:lnTo>
                      <a:lnTo>
                        <a:pt x="80" y="170"/>
                      </a:lnTo>
                      <a:lnTo>
                        <a:pt x="80" y="170"/>
                      </a:lnTo>
                      <a:lnTo>
                        <a:pt x="84" y="170"/>
                      </a:lnTo>
                      <a:lnTo>
                        <a:pt x="84" y="170"/>
                      </a:lnTo>
                      <a:lnTo>
                        <a:pt x="82" y="166"/>
                      </a:lnTo>
                      <a:lnTo>
                        <a:pt x="82" y="162"/>
                      </a:lnTo>
                      <a:lnTo>
                        <a:pt x="84" y="158"/>
                      </a:lnTo>
                      <a:lnTo>
                        <a:pt x="84" y="152"/>
                      </a:lnTo>
                      <a:lnTo>
                        <a:pt x="84" y="152"/>
                      </a:lnTo>
                      <a:lnTo>
                        <a:pt x="82" y="152"/>
                      </a:lnTo>
                      <a:lnTo>
                        <a:pt x="82" y="152"/>
                      </a:lnTo>
                      <a:lnTo>
                        <a:pt x="82" y="148"/>
                      </a:lnTo>
                      <a:lnTo>
                        <a:pt x="82" y="148"/>
                      </a:lnTo>
                      <a:lnTo>
                        <a:pt x="84" y="148"/>
                      </a:lnTo>
                      <a:lnTo>
                        <a:pt x="86" y="150"/>
                      </a:lnTo>
                      <a:lnTo>
                        <a:pt x="86" y="150"/>
                      </a:lnTo>
                      <a:lnTo>
                        <a:pt x="88" y="148"/>
                      </a:lnTo>
                      <a:lnTo>
                        <a:pt x="88" y="148"/>
                      </a:lnTo>
                      <a:lnTo>
                        <a:pt x="92" y="146"/>
                      </a:lnTo>
                      <a:lnTo>
                        <a:pt x="92" y="146"/>
                      </a:lnTo>
                      <a:lnTo>
                        <a:pt x="94" y="140"/>
                      </a:lnTo>
                      <a:lnTo>
                        <a:pt x="92" y="140"/>
                      </a:lnTo>
                      <a:lnTo>
                        <a:pt x="92" y="138"/>
                      </a:lnTo>
                      <a:lnTo>
                        <a:pt x="92" y="138"/>
                      </a:lnTo>
                      <a:lnTo>
                        <a:pt x="98" y="138"/>
                      </a:lnTo>
                      <a:lnTo>
                        <a:pt x="100" y="136"/>
                      </a:lnTo>
                      <a:lnTo>
                        <a:pt x="102" y="134"/>
                      </a:lnTo>
                      <a:lnTo>
                        <a:pt x="102" y="134"/>
                      </a:lnTo>
                      <a:lnTo>
                        <a:pt x="100" y="134"/>
                      </a:lnTo>
                      <a:lnTo>
                        <a:pt x="98" y="132"/>
                      </a:lnTo>
                      <a:lnTo>
                        <a:pt x="104" y="126"/>
                      </a:lnTo>
                      <a:lnTo>
                        <a:pt x="104" y="126"/>
                      </a:lnTo>
                      <a:lnTo>
                        <a:pt x="106" y="126"/>
                      </a:lnTo>
                      <a:lnTo>
                        <a:pt x="108" y="128"/>
                      </a:lnTo>
                      <a:lnTo>
                        <a:pt x="108" y="128"/>
                      </a:lnTo>
                      <a:lnTo>
                        <a:pt x="112" y="124"/>
                      </a:lnTo>
                      <a:lnTo>
                        <a:pt x="116" y="122"/>
                      </a:lnTo>
                      <a:lnTo>
                        <a:pt x="116" y="122"/>
                      </a:lnTo>
                      <a:lnTo>
                        <a:pt x="120" y="120"/>
                      </a:lnTo>
                      <a:lnTo>
                        <a:pt x="122" y="122"/>
                      </a:lnTo>
                      <a:lnTo>
                        <a:pt x="122" y="122"/>
                      </a:lnTo>
                      <a:lnTo>
                        <a:pt x="126" y="120"/>
                      </a:lnTo>
                      <a:lnTo>
                        <a:pt x="126" y="116"/>
                      </a:lnTo>
                      <a:lnTo>
                        <a:pt x="130" y="110"/>
                      </a:lnTo>
                      <a:lnTo>
                        <a:pt x="130" y="110"/>
                      </a:lnTo>
                      <a:lnTo>
                        <a:pt x="132" y="110"/>
                      </a:lnTo>
                      <a:lnTo>
                        <a:pt x="136" y="108"/>
                      </a:lnTo>
                      <a:lnTo>
                        <a:pt x="136" y="108"/>
                      </a:lnTo>
                      <a:lnTo>
                        <a:pt x="136" y="106"/>
                      </a:lnTo>
                      <a:lnTo>
                        <a:pt x="136" y="104"/>
                      </a:lnTo>
                      <a:lnTo>
                        <a:pt x="136" y="104"/>
                      </a:lnTo>
                      <a:lnTo>
                        <a:pt x="132" y="104"/>
                      </a:lnTo>
                      <a:lnTo>
                        <a:pt x="132" y="104"/>
                      </a:lnTo>
                      <a:lnTo>
                        <a:pt x="134" y="100"/>
                      </a:lnTo>
                      <a:lnTo>
                        <a:pt x="134" y="100"/>
                      </a:lnTo>
                      <a:lnTo>
                        <a:pt x="132" y="96"/>
                      </a:lnTo>
                      <a:lnTo>
                        <a:pt x="132" y="92"/>
                      </a:lnTo>
                      <a:lnTo>
                        <a:pt x="138" y="88"/>
                      </a:lnTo>
                      <a:lnTo>
                        <a:pt x="138" y="88"/>
                      </a:lnTo>
                      <a:lnTo>
                        <a:pt x="138" y="86"/>
                      </a:lnTo>
                      <a:lnTo>
                        <a:pt x="136" y="84"/>
                      </a:lnTo>
                      <a:lnTo>
                        <a:pt x="136" y="84"/>
                      </a:lnTo>
                      <a:lnTo>
                        <a:pt x="138" y="84"/>
                      </a:lnTo>
                      <a:lnTo>
                        <a:pt x="140" y="82"/>
                      </a:lnTo>
                      <a:lnTo>
                        <a:pt x="140" y="82"/>
                      </a:lnTo>
                      <a:lnTo>
                        <a:pt x="138" y="80"/>
                      </a:lnTo>
                      <a:lnTo>
                        <a:pt x="138" y="80"/>
                      </a:lnTo>
                      <a:lnTo>
                        <a:pt x="138" y="80"/>
                      </a:lnTo>
                      <a:lnTo>
                        <a:pt x="138" y="80"/>
                      </a:lnTo>
                      <a:lnTo>
                        <a:pt x="140" y="78"/>
                      </a:lnTo>
                      <a:lnTo>
                        <a:pt x="144" y="80"/>
                      </a:lnTo>
                      <a:lnTo>
                        <a:pt x="144" y="80"/>
                      </a:lnTo>
                      <a:lnTo>
                        <a:pt x="146" y="78"/>
                      </a:lnTo>
                      <a:lnTo>
                        <a:pt x="148" y="74"/>
                      </a:lnTo>
                      <a:lnTo>
                        <a:pt x="150" y="66"/>
                      </a:lnTo>
                      <a:lnTo>
                        <a:pt x="150" y="66"/>
                      </a:lnTo>
                      <a:lnTo>
                        <a:pt x="150" y="68"/>
                      </a:lnTo>
                      <a:lnTo>
                        <a:pt x="152" y="70"/>
                      </a:lnTo>
                      <a:lnTo>
                        <a:pt x="152" y="70"/>
                      </a:lnTo>
                      <a:lnTo>
                        <a:pt x="156" y="68"/>
                      </a:lnTo>
                      <a:lnTo>
                        <a:pt x="156" y="68"/>
                      </a:lnTo>
                      <a:lnTo>
                        <a:pt x="158" y="72"/>
                      </a:lnTo>
                      <a:lnTo>
                        <a:pt x="158" y="72"/>
                      </a:lnTo>
                      <a:lnTo>
                        <a:pt x="160" y="70"/>
                      </a:lnTo>
                      <a:lnTo>
                        <a:pt x="160" y="68"/>
                      </a:lnTo>
                      <a:lnTo>
                        <a:pt x="160" y="68"/>
                      </a:lnTo>
                      <a:lnTo>
                        <a:pt x="168" y="70"/>
                      </a:lnTo>
                      <a:lnTo>
                        <a:pt x="168"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4" name="Freeform 41">
                  <a:extLst>
                    <a:ext uri="{FF2B5EF4-FFF2-40B4-BE49-F238E27FC236}">
                      <a16:creationId xmlns:a16="http://schemas.microsoft.com/office/drawing/2014/main" id="{F425585E-5665-CC4C-BCB0-2BD0AECD34D4}"/>
                    </a:ext>
                  </a:extLst>
                </p:cNvPr>
                <p:cNvSpPr>
                  <a:spLocks noEditPoints="1"/>
                </p:cNvSpPr>
                <p:nvPr/>
              </p:nvSpPr>
              <p:spPr bwMode="auto">
                <a:xfrm>
                  <a:off x="5654817" y="2857843"/>
                  <a:ext cx="383553" cy="280329"/>
                </a:xfrm>
                <a:custGeom>
                  <a:avLst/>
                  <a:gdLst>
                    <a:gd name="T0" fmla="*/ 170 w 196"/>
                    <a:gd name="T1" fmla="*/ 34 h 140"/>
                    <a:gd name="T2" fmla="*/ 156 w 196"/>
                    <a:gd name="T3" fmla="*/ 42 h 140"/>
                    <a:gd name="T4" fmla="*/ 150 w 196"/>
                    <a:gd name="T5" fmla="*/ 48 h 140"/>
                    <a:gd name="T6" fmla="*/ 142 w 196"/>
                    <a:gd name="T7" fmla="*/ 56 h 140"/>
                    <a:gd name="T8" fmla="*/ 136 w 196"/>
                    <a:gd name="T9" fmla="*/ 62 h 140"/>
                    <a:gd name="T10" fmla="*/ 128 w 196"/>
                    <a:gd name="T11" fmla="*/ 72 h 140"/>
                    <a:gd name="T12" fmla="*/ 124 w 196"/>
                    <a:gd name="T13" fmla="*/ 82 h 140"/>
                    <a:gd name="T14" fmla="*/ 128 w 196"/>
                    <a:gd name="T15" fmla="*/ 88 h 140"/>
                    <a:gd name="T16" fmla="*/ 120 w 196"/>
                    <a:gd name="T17" fmla="*/ 100 h 140"/>
                    <a:gd name="T18" fmla="*/ 114 w 196"/>
                    <a:gd name="T19" fmla="*/ 108 h 140"/>
                    <a:gd name="T20" fmla="*/ 108 w 196"/>
                    <a:gd name="T21" fmla="*/ 114 h 140"/>
                    <a:gd name="T22" fmla="*/ 94 w 196"/>
                    <a:gd name="T23" fmla="*/ 128 h 140"/>
                    <a:gd name="T24" fmla="*/ 88 w 196"/>
                    <a:gd name="T25" fmla="*/ 132 h 140"/>
                    <a:gd name="T26" fmla="*/ 66 w 196"/>
                    <a:gd name="T27" fmla="*/ 130 h 140"/>
                    <a:gd name="T28" fmla="*/ 62 w 196"/>
                    <a:gd name="T29" fmla="*/ 136 h 140"/>
                    <a:gd name="T30" fmla="*/ 52 w 196"/>
                    <a:gd name="T31" fmla="*/ 140 h 140"/>
                    <a:gd name="T32" fmla="*/ 40 w 196"/>
                    <a:gd name="T33" fmla="*/ 128 h 140"/>
                    <a:gd name="T34" fmla="*/ 28 w 196"/>
                    <a:gd name="T35" fmla="*/ 120 h 140"/>
                    <a:gd name="T36" fmla="*/ 30 w 196"/>
                    <a:gd name="T37" fmla="*/ 112 h 140"/>
                    <a:gd name="T38" fmla="*/ 26 w 196"/>
                    <a:gd name="T39" fmla="*/ 106 h 140"/>
                    <a:gd name="T40" fmla="*/ 30 w 196"/>
                    <a:gd name="T41" fmla="*/ 96 h 140"/>
                    <a:gd name="T42" fmla="*/ 26 w 196"/>
                    <a:gd name="T43" fmla="*/ 88 h 140"/>
                    <a:gd name="T44" fmla="*/ 30 w 196"/>
                    <a:gd name="T45" fmla="*/ 74 h 140"/>
                    <a:gd name="T46" fmla="*/ 32 w 196"/>
                    <a:gd name="T47" fmla="*/ 66 h 140"/>
                    <a:gd name="T48" fmla="*/ 30 w 196"/>
                    <a:gd name="T49" fmla="*/ 52 h 140"/>
                    <a:gd name="T50" fmla="*/ 34 w 196"/>
                    <a:gd name="T51" fmla="*/ 44 h 140"/>
                    <a:gd name="T52" fmla="*/ 32 w 196"/>
                    <a:gd name="T53" fmla="*/ 36 h 140"/>
                    <a:gd name="T54" fmla="*/ 18 w 196"/>
                    <a:gd name="T55" fmla="*/ 36 h 140"/>
                    <a:gd name="T56" fmla="*/ 16 w 196"/>
                    <a:gd name="T57" fmla="*/ 34 h 140"/>
                    <a:gd name="T58" fmla="*/ 8 w 196"/>
                    <a:gd name="T59" fmla="*/ 36 h 140"/>
                    <a:gd name="T60" fmla="*/ 6 w 196"/>
                    <a:gd name="T61" fmla="*/ 32 h 140"/>
                    <a:gd name="T62" fmla="*/ 6 w 196"/>
                    <a:gd name="T63" fmla="*/ 26 h 140"/>
                    <a:gd name="T64" fmla="*/ 4 w 196"/>
                    <a:gd name="T65" fmla="*/ 20 h 140"/>
                    <a:gd name="T66" fmla="*/ 0 w 196"/>
                    <a:gd name="T67" fmla="*/ 14 h 140"/>
                    <a:gd name="T68" fmla="*/ 8 w 196"/>
                    <a:gd name="T69" fmla="*/ 6 h 140"/>
                    <a:gd name="T70" fmla="*/ 16 w 196"/>
                    <a:gd name="T71" fmla="*/ 4 h 140"/>
                    <a:gd name="T72" fmla="*/ 26 w 196"/>
                    <a:gd name="T73" fmla="*/ 0 h 140"/>
                    <a:gd name="T74" fmla="*/ 36 w 196"/>
                    <a:gd name="T75" fmla="*/ 4 h 140"/>
                    <a:gd name="T76" fmla="*/ 66 w 196"/>
                    <a:gd name="T77" fmla="*/ 6 h 140"/>
                    <a:gd name="T78" fmla="*/ 90 w 196"/>
                    <a:gd name="T79" fmla="*/ 6 h 140"/>
                    <a:gd name="T80" fmla="*/ 98 w 196"/>
                    <a:gd name="T81" fmla="*/ 10 h 140"/>
                    <a:gd name="T82" fmla="*/ 106 w 196"/>
                    <a:gd name="T83" fmla="*/ 16 h 140"/>
                    <a:gd name="T84" fmla="*/ 112 w 196"/>
                    <a:gd name="T85" fmla="*/ 18 h 140"/>
                    <a:gd name="T86" fmla="*/ 120 w 196"/>
                    <a:gd name="T87" fmla="*/ 20 h 140"/>
                    <a:gd name="T88" fmla="*/ 132 w 196"/>
                    <a:gd name="T89" fmla="*/ 22 h 140"/>
                    <a:gd name="T90" fmla="*/ 146 w 196"/>
                    <a:gd name="T91" fmla="*/ 26 h 140"/>
                    <a:gd name="T92" fmla="*/ 156 w 196"/>
                    <a:gd name="T93" fmla="*/ 28 h 140"/>
                    <a:gd name="T94" fmla="*/ 162 w 196"/>
                    <a:gd name="T95" fmla="*/ 26 h 140"/>
                    <a:gd name="T96" fmla="*/ 146 w 196"/>
                    <a:gd name="T97" fmla="*/ 82 h 140"/>
                    <a:gd name="T98" fmla="*/ 144 w 196"/>
                    <a:gd name="T99" fmla="*/ 88 h 140"/>
                    <a:gd name="T100" fmla="*/ 144 w 196"/>
                    <a:gd name="T101" fmla="*/ 88 h 140"/>
                    <a:gd name="T102" fmla="*/ 146 w 196"/>
                    <a:gd name="T103" fmla="*/ 82 h 140"/>
                    <a:gd name="T104" fmla="*/ 190 w 196"/>
                    <a:gd name="T105" fmla="*/ 74 h 140"/>
                    <a:gd name="T106" fmla="*/ 196 w 196"/>
                    <a:gd name="T107" fmla="*/ 70 h 140"/>
                    <a:gd name="T108" fmla="*/ 170 w 196"/>
                    <a:gd name="T109" fmla="*/ 70 h 140"/>
                    <a:gd name="T110" fmla="*/ 168 w 196"/>
                    <a:gd name="T111" fmla="*/ 76 h 140"/>
                    <a:gd name="T112" fmla="*/ 168 w 196"/>
                    <a:gd name="T113" fmla="*/ 86 h 140"/>
                    <a:gd name="T114" fmla="*/ 174 w 196"/>
                    <a:gd name="T115" fmla="*/ 82 h 140"/>
                    <a:gd name="T116" fmla="*/ 170 w 196"/>
                    <a:gd name="T117"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6" h="140">
                      <a:moveTo>
                        <a:pt x="168" y="24"/>
                      </a:moveTo>
                      <a:lnTo>
                        <a:pt x="168" y="24"/>
                      </a:lnTo>
                      <a:lnTo>
                        <a:pt x="170" y="34"/>
                      </a:lnTo>
                      <a:lnTo>
                        <a:pt x="170" y="34"/>
                      </a:lnTo>
                      <a:lnTo>
                        <a:pt x="162" y="42"/>
                      </a:lnTo>
                      <a:lnTo>
                        <a:pt x="162" y="42"/>
                      </a:lnTo>
                      <a:lnTo>
                        <a:pt x="158" y="42"/>
                      </a:lnTo>
                      <a:lnTo>
                        <a:pt x="156" y="42"/>
                      </a:lnTo>
                      <a:lnTo>
                        <a:pt x="156" y="42"/>
                      </a:lnTo>
                      <a:lnTo>
                        <a:pt x="156" y="46"/>
                      </a:lnTo>
                      <a:lnTo>
                        <a:pt x="156" y="46"/>
                      </a:lnTo>
                      <a:lnTo>
                        <a:pt x="150" y="48"/>
                      </a:lnTo>
                      <a:lnTo>
                        <a:pt x="150" y="48"/>
                      </a:lnTo>
                      <a:lnTo>
                        <a:pt x="144" y="52"/>
                      </a:lnTo>
                      <a:lnTo>
                        <a:pt x="142" y="56"/>
                      </a:lnTo>
                      <a:lnTo>
                        <a:pt x="142" y="56"/>
                      </a:lnTo>
                      <a:lnTo>
                        <a:pt x="136" y="58"/>
                      </a:lnTo>
                      <a:lnTo>
                        <a:pt x="136" y="58"/>
                      </a:lnTo>
                      <a:lnTo>
                        <a:pt x="136" y="62"/>
                      </a:lnTo>
                      <a:lnTo>
                        <a:pt x="136" y="62"/>
                      </a:lnTo>
                      <a:lnTo>
                        <a:pt x="132" y="64"/>
                      </a:lnTo>
                      <a:lnTo>
                        <a:pt x="132" y="64"/>
                      </a:lnTo>
                      <a:lnTo>
                        <a:pt x="130" y="68"/>
                      </a:lnTo>
                      <a:lnTo>
                        <a:pt x="128" y="72"/>
                      </a:lnTo>
                      <a:lnTo>
                        <a:pt x="128" y="72"/>
                      </a:lnTo>
                      <a:lnTo>
                        <a:pt x="124" y="76"/>
                      </a:lnTo>
                      <a:lnTo>
                        <a:pt x="122" y="80"/>
                      </a:lnTo>
                      <a:lnTo>
                        <a:pt x="124" y="82"/>
                      </a:lnTo>
                      <a:lnTo>
                        <a:pt x="124" y="82"/>
                      </a:lnTo>
                      <a:lnTo>
                        <a:pt x="124" y="86"/>
                      </a:lnTo>
                      <a:lnTo>
                        <a:pt x="124" y="86"/>
                      </a:lnTo>
                      <a:lnTo>
                        <a:pt x="128" y="88"/>
                      </a:lnTo>
                      <a:lnTo>
                        <a:pt x="128" y="88"/>
                      </a:lnTo>
                      <a:lnTo>
                        <a:pt x="128" y="90"/>
                      </a:lnTo>
                      <a:lnTo>
                        <a:pt x="128" y="90"/>
                      </a:lnTo>
                      <a:lnTo>
                        <a:pt x="120" y="100"/>
                      </a:lnTo>
                      <a:lnTo>
                        <a:pt x="120" y="100"/>
                      </a:lnTo>
                      <a:lnTo>
                        <a:pt x="116" y="104"/>
                      </a:lnTo>
                      <a:lnTo>
                        <a:pt x="116" y="104"/>
                      </a:lnTo>
                      <a:lnTo>
                        <a:pt x="114" y="108"/>
                      </a:lnTo>
                      <a:lnTo>
                        <a:pt x="114" y="112"/>
                      </a:lnTo>
                      <a:lnTo>
                        <a:pt x="114" y="112"/>
                      </a:lnTo>
                      <a:lnTo>
                        <a:pt x="112" y="114"/>
                      </a:lnTo>
                      <a:lnTo>
                        <a:pt x="108" y="114"/>
                      </a:lnTo>
                      <a:lnTo>
                        <a:pt x="108" y="114"/>
                      </a:lnTo>
                      <a:lnTo>
                        <a:pt x="96" y="124"/>
                      </a:lnTo>
                      <a:lnTo>
                        <a:pt x="96" y="124"/>
                      </a:lnTo>
                      <a:lnTo>
                        <a:pt x="94" y="128"/>
                      </a:lnTo>
                      <a:lnTo>
                        <a:pt x="94" y="130"/>
                      </a:lnTo>
                      <a:lnTo>
                        <a:pt x="92" y="132"/>
                      </a:lnTo>
                      <a:lnTo>
                        <a:pt x="92" y="132"/>
                      </a:lnTo>
                      <a:lnTo>
                        <a:pt x="88" y="132"/>
                      </a:lnTo>
                      <a:lnTo>
                        <a:pt x="84" y="132"/>
                      </a:lnTo>
                      <a:lnTo>
                        <a:pt x="82" y="134"/>
                      </a:lnTo>
                      <a:lnTo>
                        <a:pt x="82" y="134"/>
                      </a:lnTo>
                      <a:lnTo>
                        <a:pt x="66" y="130"/>
                      </a:lnTo>
                      <a:lnTo>
                        <a:pt x="66" y="130"/>
                      </a:lnTo>
                      <a:lnTo>
                        <a:pt x="64" y="134"/>
                      </a:lnTo>
                      <a:lnTo>
                        <a:pt x="64" y="134"/>
                      </a:lnTo>
                      <a:lnTo>
                        <a:pt x="62" y="136"/>
                      </a:lnTo>
                      <a:lnTo>
                        <a:pt x="58" y="136"/>
                      </a:lnTo>
                      <a:lnTo>
                        <a:pt x="58" y="136"/>
                      </a:lnTo>
                      <a:lnTo>
                        <a:pt x="52" y="140"/>
                      </a:lnTo>
                      <a:lnTo>
                        <a:pt x="52" y="140"/>
                      </a:lnTo>
                      <a:lnTo>
                        <a:pt x="52" y="140"/>
                      </a:lnTo>
                      <a:lnTo>
                        <a:pt x="46" y="140"/>
                      </a:lnTo>
                      <a:lnTo>
                        <a:pt x="46" y="140"/>
                      </a:lnTo>
                      <a:lnTo>
                        <a:pt x="40" y="128"/>
                      </a:lnTo>
                      <a:lnTo>
                        <a:pt x="34" y="124"/>
                      </a:lnTo>
                      <a:lnTo>
                        <a:pt x="28" y="122"/>
                      </a:lnTo>
                      <a:lnTo>
                        <a:pt x="28" y="122"/>
                      </a:lnTo>
                      <a:lnTo>
                        <a:pt x="28" y="120"/>
                      </a:lnTo>
                      <a:lnTo>
                        <a:pt x="30" y="114"/>
                      </a:lnTo>
                      <a:lnTo>
                        <a:pt x="30" y="114"/>
                      </a:lnTo>
                      <a:lnTo>
                        <a:pt x="32" y="112"/>
                      </a:lnTo>
                      <a:lnTo>
                        <a:pt x="30" y="112"/>
                      </a:lnTo>
                      <a:lnTo>
                        <a:pt x="28" y="112"/>
                      </a:lnTo>
                      <a:lnTo>
                        <a:pt x="26" y="110"/>
                      </a:lnTo>
                      <a:lnTo>
                        <a:pt x="26" y="110"/>
                      </a:lnTo>
                      <a:lnTo>
                        <a:pt x="26" y="106"/>
                      </a:lnTo>
                      <a:lnTo>
                        <a:pt x="26" y="104"/>
                      </a:lnTo>
                      <a:lnTo>
                        <a:pt x="28" y="100"/>
                      </a:lnTo>
                      <a:lnTo>
                        <a:pt x="28" y="100"/>
                      </a:lnTo>
                      <a:lnTo>
                        <a:pt x="30" y="96"/>
                      </a:lnTo>
                      <a:lnTo>
                        <a:pt x="28" y="94"/>
                      </a:lnTo>
                      <a:lnTo>
                        <a:pt x="28" y="94"/>
                      </a:lnTo>
                      <a:lnTo>
                        <a:pt x="26" y="90"/>
                      </a:lnTo>
                      <a:lnTo>
                        <a:pt x="26" y="88"/>
                      </a:lnTo>
                      <a:lnTo>
                        <a:pt x="30" y="84"/>
                      </a:lnTo>
                      <a:lnTo>
                        <a:pt x="30" y="84"/>
                      </a:lnTo>
                      <a:lnTo>
                        <a:pt x="30" y="80"/>
                      </a:lnTo>
                      <a:lnTo>
                        <a:pt x="30" y="74"/>
                      </a:lnTo>
                      <a:lnTo>
                        <a:pt x="30" y="74"/>
                      </a:lnTo>
                      <a:lnTo>
                        <a:pt x="28" y="70"/>
                      </a:lnTo>
                      <a:lnTo>
                        <a:pt x="32" y="66"/>
                      </a:lnTo>
                      <a:lnTo>
                        <a:pt x="32" y="66"/>
                      </a:lnTo>
                      <a:lnTo>
                        <a:pt x="34" y="64"/>
                      </a:lnTo>
                      <a:lnTo>
                        <a:pt x="34" y="60"/>
                      </a:lnTo>
                      <a:lnTo>
                        <a:pt x="30" y="52"/>
                      </a:lnTo>
                      <a:lnTo>
                        <a:pt x="30" y="52"/>
                      </a:lnTo>
                      <a:lnTo>
                        <a:pt x="28" y="50"/>
                      </a:lnTo>
                      <a:lnTo>
                        <a:pt x="30" y="48"/>
                      </a:lnTo>
                      <a:lnTo>
                        <a:pt x="34" y="44"/>
                      </a:lnTo>
                      <a:lnTo>
                        <a:pt x="34" y="44"/>
                      </a:lnTo>
                      <a:lnTo>
                        <a:pt x="36" y="38"/>
                      </a:lnTo>
                      <a:lnTo>
                        <a:pt x="32" y="38"/>
                      </a:lnTo>
                      <a:lnTo>
                        <a:pt x="32" y="38"/>
                      </a:lnTo>
                      <a:lnTo>
                        <a:pt x="32" y="36"/>
                      </a:lnTo>
                      <a:lnTo>
                        <a:pt x="28" y="36"/>
                      </a:lnTo>
                      <a:lnTo>
                        <a:pt x="28" y="36"/>
                      </a:lnTo>
                      <a:lnTo>
                        <a:pt x="18" y="36"/>
                      </a:lnTo>
                      <a:lnTo>
                        <a:pt x="18" y="36"/>
                      </a:lnTo>
                      <a:lnTo>
                        <a:pt x="16" y="36"/>
                      </a:lnTo>
                      <a:lnTo>
                        <a:pt x="16" y="36"/>
                      </a:lnTo>
                      <a:lnTo>
                        <a:pt x="16" y="34"/>
                      </a:lnTo>
                      <a:lnTo>
                        <a:pt x="16" y="34"/>
                      </a:lnTo>
                      <a:lnTo>
                        <a:pt x="14" y="32"/>
                      </a:lnTo>
                      <a:lnTo>
                        <a:pt x="10" y="34"/>
                      </a:lnTo>
                      <a:lnTo>
                        <a:pt x="8" y="36"/>
                      </a:lnTo>
                      <a:lnTo>
                        <a:pt x="8" y="36"/>
                      </a:lnTo>
                      <a:lnTo>
                        <a:pt x="6" y="34"/>
                      </a:lnTo>
                      <a:lnTo>
                        <a:pt x="4" y="34"/>
                      </a:lnTo>
                      <a:lnTo>
                        <a:pt x="6" y="32"/>
                      </a:lnTo>
                      <a:lnTo>
                        <a:pt x="6" y="32"/>
                      </a:lnTo>
                      <a:lnTo>
                        <a:pt x="10" y="28"/>
                      </a:lnTo>
                      <a:lnTo>
                        <a:pt x="10" y="28"/>
                      </a:lnTo>
                      <a:lnTo>
                        <a:pt x="6" y="26"/>
                      </a:lnTo>
                      <a:lnTo>
                        <a:pt x="6" y="26"/>
                      </a:lnTo>
                      <a:lnTo>
                        <a:pt x="6" y="24"/>
                      </a:lnTo>
                      <a:lnTo>
                        <a:pt x="4" y="22"/>
                      </a:lnTo>
                      <a:lnTo>
                        <a:pt x="4" y="22"/>
                      </a:lnTo>
                      <a:lnTo>
                        <a:pt x="4" y="20"/>
                      </a:lnTo>
                      <a:lnTo>
                        <a:pt x="4" y="18"/>
                      </a:lnTo>
                      <a:lnTo>
                        <a:pt x="0" y="16"/>
                      </a:lnTo>
                      <a:lnTo>
                        <a:pt x="0" y="16"/>
                      </a:lnTo>
                      <a:lnTo>
                        <a:pt x="0" y="14"/>
                      </a:lnTo>
                      <a:lnTo>
                        <a:pt x="2" y="10"/>
                      </a:lnTo>
                      <a:lnTo>
                        <a:pt x="2" y="10"/>
                      </a:lnTo>
                      <a:lnTo>
                        <a:pt x="8" y="6"/>
                      </a:lnTo>
                      <a:lnTo>
                        <a:pt x="8" y="6"/>
                      </a:lnTo>
                      <a:lnTo>
                        <a:pt x="12" y="8"/>
                      </a:lnTo>
                      <a:lnTo>
                        <a:pt x="16" y="6"/>
                      </a:lnTo>
                      <a:lnTo>
                        <a:pt x="16" y="6"/>
                      </a:lnTo>
                      <a:lnTo>
                        <a:pt x="16" y="4"/>
                      </a:lnTo>
                      <a:lnTo>
                        <a:pt x="16" y="4"/>
                      </a:lnTo>
                      <a:lnTo>
                        <a:pt x="22" y="2"/>
                      </a:lnTo>
                      <a:lnTo>
                        <a:pt x="26" y="0"/>
                      </a:lnTo>
                      <a:lnTo>
                        <a:pt x="26" y="0"/>
                      </a:lnTo>
                      <a:lnTo>
                        <a:pt x="30" y="0"/>
                      </a:lnTo>
                      <a:lnTo>
                        <a:pt x="32" y="2"/>
                      </a:lnTo>
                      <a:lnTo>
                        <a:pt x="36" y="4"/>
                      </a:lnTo>
                      <a:lnTo>
                        <a:pt x="36" y="4"/>
                      </a:lnTo>
                      <a:lnTo>
                        <a:pt x="48" y="2"/>
                      </a:lnTo>
                      <a:lnTo>
                        <a:pt x="48" y="2"/>
                      </a:lnTo>
                      <a:lnTo>
                        <a:pt x="58" y="4"/>
                      </a:lnTo>
                      <a:lnTo>
                        <a:pt x="66" y="6"/>
                      </a:lnTo>
                      <a:lnTo>
                        <a:pt x="66" y="6"/>
                      </a:lnTo>
                      <a:lnTo>
                        <a:pt x="82" y="4"/>
                      </a:lnTo>
                      <a:lnTo>
                        <a:pt x="82" y="4"/>
                      </a:lnTo>
                      <a:lnTo>
                        <a:pt x="90" y="6"/>
                      </a:lnTo>
                      <a:lnTo>
                        <a:pt x="90" y="6"/>
                      </a:lnTo>
                      <a:lnTo>
                        <a:pt x="92" y="10"/>
                      </a:lnTo>
                      <a:lnTo>
                        <a:pt x="92" y="10"/>
                      </a:lnTo>
                      <a:lnTo>
                        <a:pt x="98" y="10"/>
                      </a:lnTo>
                      <a:lnTo>
                        <a:pt x="102" y="10"/>
                      </a:lnTo>
                      <a:lnTo>
                        <a:pt x="102" y="10"/>
                      </a:lnTo>
                      <a:lnTo>
                        <a:pt x="104" y="12"/>
                      </a:lnTo>
                      <a:lnTo>
                        <a:pt x="106" y="16"/>
                      </a:lnTo>
                      <a:lnTo>
                        <a:pt x="106" y="16"/>
                      </a:lnTo>
                      <a:lnTo>
                        <a:pt x="106" y="16"/>
                      </a:lnTo>
                      <a:lnTo>
                        <a:pt x="108" y="18"/>
                      </a:lnTo>
                      <a:lnTo>
                        <a:pt x="112" y="18"/>
                      </a:lnTo>
                      <a:lnTo>
                        <a:pt x="112" y="18"/>
                      </a:lnTo>
                      <a:lnTo>
                        <a:pt x="116" y="20"/>
                      </a:lnTo>
                      <a:lnTo>
                        <a:pt x="120" y="20"/>
                      </a:lnTo>
                      <a:lnTo>
                        <a:pt x="120" y="20"/>
                      </a:lnTo>
                      <a:lnTo>
                        <a:pt x="124" y="22"/>
                      </a:lnTo>
                      <a:lnTo>
                        <a:pt x="128" y="24"/>
                      </a:lnTo>
                      <a:lnTo>
                        <a:pt x="128" y="24"/>
                      </a:lnTo>
                      <a:lnTo>
                        <a:pt x="132" y="22"/>
                      </a:lnTo>
                      <a:lnTo>
                        <a:pt x="134" y="22"/>
                      </a:lnTo>
                      <a:lnTo>
                        <a:pt x="136" y="24"/>
                      </a:lnTo>
                      <a:lnTo>
                        <a:pt x="136" y="24"/>
                      </a:lnTo>
                      <a:lnTo>
                        <a:pt x="146" y="26"/>
                      </a:lnTo>
                      <a:lnTo>
                        <a:pt x="148" y="30"/>
                      </a:lnTo>
                      <a:lnTo>
                        <a:pt x="152" y="28"/>
                      </a:lnTo>
                      <a:lnTo>
                        <a:pt x="152" y="28"/>
                      </a:lnTo>
                      <a:lnTo>
                        <a:pt x="156" y="28"/>
                      </a:lnTo>
                      <a:lnTo>
                        <a:pt x="160" y="28"/>
                      </a:lnTo>
                      <a:lnTo>
                        <a:pt x="160" y="28"/>
                      </a:lnTo>
                      <a:lnTo>
                        <a:pt x="162" y="26"/>
                      </a:lnTo>
                      <a:lnTo>
                        <a:pt x="162" y="26"/>
                      </a:lnTo>
                      <a:lnTo>
                        <a:pt x="164" y="24"/>
                      </a:lnTo>
                      <a:lnTo>
                        <a:pt x="168" y="24"/>
                      </a:lnTo>
                      <a:lnTo>
                        <a:pt x="168" y="24"/>
                      </a:lnTo>
                      <a:close/>
                      <a:moveTo>
                        <a:pt x="146" y="82"/>
                      </a:moveTo>
                      <a:lnTo>
                        <a:pt x="146" y="82"/>
                      </a:lnTo>
                      <a:lnTo>
                        <a:pt x="144" y="86"/>
                      </a:lnTo>
                      <a:lnTo>
                        <a:pt x="142" y="88"/>
                      </a:lnTo>
                      <a:lnTo>
                        <a:pt x="144" y="88"/>
                      </a:lnTo>
                      <a:lnTo>
                        <a:pt x="144" y="88"/>
                      </a:lnTo>
                      <a:lnTo>
                        <a:pt x="144" y="88"/>
                      </a:lnTo>
                      <a:lnTo>
                        <a:pt x="144" y="88"/>
                      </a:lnTo>
                      <a:lnTo>
                        <a:pt x="144" y="88"/>
                      </a:lnTo>
                      <a:lnTo>
                        <a:pt x="148" y="84"/>
                      </a:lnTo>
                      <a:lnTo>
                        <a:pt x="148" y="84"/>
                      </a:lnTo>
                      <a:lnTo>
                        <a:pt x="148" y="82"/>
                      </a:lnTo>
                      <a:lnTo>
                        <a:pt x="146" y="82"/>
                      </a:lnTo>
                      <a:lnTo>
                        <a:pt x="146" y="82"/>
                      </a:lnTo>
                      <a:close/>
                      <a:moveTo>
                        <a:pt x="190" y="70"/>
                      </a:moveTo>
                      <a:lnTo>
                        <a:pt x="190" y="74"/>
                      </a:lnTo>
                      <a:lnTo>
                        <a:pt x="190" y="74"/>
                      </a:lnTo>
                      <a:lnTo>
                        <a:pt x="194" y="74"/>
                      </a:lnTo>
                      <a:lnTo>
                        <a:pt x="196" y="74"/>
                      </a:lnTo>
                      <a:lnTo>
                        <a:pt x="196" y="72"/>
                      </a:lnTo>
                      <a:lnTo>
                        <a:pt x="196" y="70"/>
                      </a:lnTo>
                      <a:lnTo>
                        <a:pt x="196" y="70"/>
                      </a:lnTo>
                      <a:lnTo>
                        <a:pt x="190" y="70"/>
                      </a:lnTo>
                      <a:lnTo>
                        <a:pt x="190" y="70"/>
                      </a:lnTo>
                      <a:close/>
                      <a:moveTo>
                        <a:pt x="170" y="70"/>
                      </a:moveTo>
                      <a:lnTo>
                        <a:pt x="170" y="70"/>
                      </a:lnTo>
                      <a:lnTo>
                        <a:pt x="166" y="72"/>
                      </a:lnTo>
                      <a:lnTo>
                        <a:pt x="166" y="72"/>
                      </a:lnTo>
                      <a:lnTo>
                        <a:pt x="168" y="76"/>
                      </a:lnTo>
                      <a:lnTo>
                        <a:pt x="168" y="78"/>
                      </a:lnTo>
                      <a:lnTo>
                        <a:pt x="168" y="82"/>
                      </a:lnTo>
                      <a:lnTo>
                        <a:pt x="168" y="82"/>
                      </a:lnTo>
                      <a:lnTo>
                        <a:pt x="168" y="86"/>
                      </a:lnTo>
                      <a:lnTo>
                        <a:pt x="168" y="86"/>
                      </a:lnTo>
                      <a:lnTo>
                        <a:pt x="170" y="86"/>
                      </a:lnTo>
                      <a:lnTo>
                        <a:pt x="170" y="86"/>
                      </a:lnTo>
                      <a:lnTo>
                        <a:pt x="174" y="82"/>
                      </a:lnTo>
                      <a:lnTo>
                        <a:pt x="174" y="82"/>
                      </a:lnTo>
                      <a:lnTo>
                        <a:pt x="176" y="78"/>
                      </a:lnTo>
                      <a:lnTo>
                        <a:pt x="176" y="76"/>
                      </a:lnTo>
                      <a:lnTo>
                        <a:pt x="170" y="70"/>
                      </a:lnTo>
                      <a:lnTo>
                        <a:pt x="170"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5" name="Freeform 47">
                  <a:extLst>
                    <a:ext uri="{FF2B5EF4-FFF2-40B4-BE49-F238E27FC236}">
                      <a16:creationId xmlns:a16="http://schemas.microsoft.com/office/drawing/2014/main" id="{E67AF150-D6DD-9B40-8AE6-D63967C49053}"/>
                    </a:ext>
                  </a:extLst>
                </p:cNvPr>
                <p:cNvSpPr>
                  <a:spLocks/>
                </p:cNvSpPr>
                <p:nvPr/>
              </p:nvSpPr>
              <p:spPr bwMode="auto">
                <a:xfrm>
                  <a:off x="6243845" y="2721682"/>
                  <a:ext cx="90018" cy="88104"/>
                </a:xfrm>
                <a:custGeom>
                  <a:avLst/>
                  <a:gdLst>
                    <a:gd name="T0" fmla="*/ 6 w 46"/>
                    <a:gd name="T1" fmla="*/ 34 h 44"/>
                    <a:gd name="T2" fmla="*/ 6 w 46"/>
                    <a:gd name="T3" fmla="*/ 38 h 44"/>
                    <a:gd name="T4" fmla="*/ 4 w 46"/>
                    <a:gd name="T5" fmla="*/ 38 h 44"/>
                    <a:gd name="T6" fmla="*/ 2 w 46"/>
                    <a:gd name="T7" fmla="*/ 42 h 44"/>
                    <a:gd name="T8" fmla="*/ 4 w 46"/>
                    <a:gd name="T9" fmla="*/ 44 h 44"/>
                    <a:gd name="T10" fmla="*/ 12 w 46"/>
                    <a:gd name="T11" fmla="*/ 42 h 44"/>
                    <a:gd name="T12" fmla="*/ 20 w 46"/>
                    <a:gd name="T13" fmla="*/ 38 h 44"/>
                    <a:gd name="T14" fmla="*/ 22 w 46"/>
                    <a:gd name="T15" fmla="*/ 34 h 44"/>
                    <a:gd name="T16" fmla="*/ 20 w 46"/>
                    <a:gd name="T17" fmla="*/ 30 h 44"/>
                    <a:gd name="T18" fmla="*/ 22 w 46"/>
                    <a:gd name="T19" fmla="*/ 30 h 44"/>
                    <a:gd name="T20" fmla="*/ 26 w 46"/>
                    <a:gd name="T21" fmla="*/ 32 h 44"/>
                    <a:gd name="T22" fmla="*/ 28 w 46"/>
                    <a:gd name="T23" fmla="*/ 32 h 44"/>
                    <a:gd name="T24" fmla="*/ 32 w 46"/>
                    <a:gd name="T25" fmla="*/ 20 h 44"/>
                    <a:gd name="T26" fmla="*/ 34 w 46"/>
                    <a:gd name="T27" fmla="*/ 18 h 44"/>
                    <a:gd name="T28" fmla="*/ 36 w 46"/>
                    <a:gd name="T29" fmla="*/ 18 h 44"/>
                    <a:gd name="T30" fmla="*/ 42 w 46"/>
                    <a:gd name="T31" fmla="*/ 14 h 44"/>
                    <a:gd name="T32" fmla="*/ 44 w 46"/>
                    <a:gd name="T33" fmla="*/ 12 h 44"/>
                    <a:gd name="T34" fmla="*/ 46 w 46"/>
                    <a:gd name="T35" fmla="*/ 10 h 44"/>
                    <a:gd name="T36" fmla="*/ 46 w 46"/>
                    <a:gd name="T37" fmla="*/ 6 h 44"/>
                    <a:gd name="T38" fmla="*/ 44 w 46"/>
                    <a:gd name="T39" fmla="*/ 2 h 44"/>
                    <a:gd name="T40" fmla="*/ 44 w 46"/>
                    <a:gd name="T41" fmla="*/ 0 h 44"/>
                    <a:gd name="T42" fmla="*/ 38 w 46"/>
                    <a:gd name="T43" fmla="*/ 4 h 44"/>
                    <a:gd name="T44" fmla="*/ 30 w 46"/>
                    <a:gd name="T45" fmla="*/ 2 h 44"/>
                    <a:gd name="T46" fmla="*/ 26 w 46"/>
                    <a:gd name="T47" fmla="*/ 4 h 44"/>
                    <a:gd name="T48" fmla="*/ 22 w 46"/>
                    <a:gd name="T49" fmla="*/ 6 h 44"/>
                    <a:gd name="T50" fmla="*/ 14 w 46"/>
                    <a:gd name="T51" fmla="*/ 8 h 44"/>
                    <a:gd name="T52" fmla="*/ 8 w 46"/>
                    <a:gd name="T53" fmla="*/ 8 h 44"/>
                    <a:gd name="T54" fmla="*/ 8 w 46"/>
                    <a:gd name="T55" fmla="*/ 10 h 44"/>
                    <a:gd name="T56" fmla="*/ 6 w 46"/>
                    <a:gd name="T57" fmla="*/ 12 h 44"/>
                    <a:gd name="T58" fmla="*/ 2 w 46"/>
                    <a:gd name="T59" fmla="*/ 12 h 44"/>
                    <a:gd name="T60" fmla="*/ 0 w 46"/>
                    <a:gd name="T61" fmla="*/ 20 h 44"/>
                    <a:gd name="T62" fmla="*/ 2 w 46"/>
                    <a:gd name="T63" fmla="*/ 22 h 44"/>
                    <a:gd name="T64" fmla="*/ 4 w 46"/>
                    <a:gd name="T65" fmla="*/ 22 h 44"/>
                    <a:gd name="T66" fmla="*/ 6 w 46"/>
                    <a:gd name="T67" fmla="*/ 26 h 44"/>
                    <a:gd name="T68" fmla="*/ 4 w 46"/>
                    <a:gd name="T69" fmla="*/ 32 h 44"/>
                    <a:gd name="T70" fmla="*/ 6 w 46"/>
                    <a:gd name="T7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44">
                      <a:moveTo>
                        <a:pt x="6" y="34"/>
                      </a:moveTo>
                      <a:lnTo>
                        <a:pt x="6" y="34"/>
                      </a:lnTo>
                      <a:lnTo>
                        <a:pt x="6" y="36"/>
                      </a:lnTo>
                      <a:lnTo>
                        <a:pt x="6" y="38"/>
                      </a:lnTo>
                      <a:lnTo>
                        <a:pt x="4" y="38"/>
                      </a:lnTo>
                      <a:lnTo>
                        <a:pt x="4" y="38"/>
                      </a:lnTo>
                      <a:lnTo>
                        <a:pt x="4" y="42"/>
                      </a:lnTo>
                      <a:lnTo>
                        <a:pt x="2" y="42"/>
                      </a:lnTo>
                      <a:lnTo>
                        <a:pt x="2" y="42"/>
                      </a:lnTo>
                      <a:lnTo>
                        <a:pt x="4" y="44"/>
                      </a:lnTo>
                      <a:lnTo>
                        <a:pt x="4" y="44"/>
                      </a:lnTo>
                      <a:lnTo>
                        <a:pt x="12" y="42"/>
                      </a:lnTo>
                      <a:lnTo>
                        <a:pt x="16" y="40"/>
                      </a:lnTo>
                      <a:lnTo>
                        <a:pt x="20" y="38"/>
                      </a:lnTo>
                      <a:lnTo>
                        <a:pt x="20" y="38"/>
                      </a:lnTo>
                      <a:lnTo>
                        <a:pt x="22" y="34"/>
                      </a:lnTo>
                      <a:lnTo>
                        <a:pt x="20" y="30"/>
                      </a:lnTo>
                      <a:lnTo>
                        <a:pt x="20" y="30"/>
                      </a:lnTo>
                      <a:lnTo>
                        <a:pt x="22" y="28"/>
                      </a:lnTo>
                      <a:lnTo>
                        <a:pt x="22" y="30"/>
                      </a:lnTo>
                      <a:lnTo>
                        <a:pt x="24" y="32"/>
                      </a:lnTo>
                      <a:lnTo>
                        <a:pt x="26" y="32"/>
                      </a:lnTo>
                      <a:lnTo>
                        <a:pt x="26" y="32"/>
                      </a:lnTo>
                      <a:lnTo>
                        <a:pt x="28" y="32"/>
                      </a:lnTo>
                      <a:lnTo>
                        <a:pt x="30" y="28"/>
                      </a:lnTo>
                      <a:lnTo>
                        <a:pt x="32" y="20"/>
                      </a:lnTo>
                      <a:lnTo>
                        <a:pt x="32" y="20"/>
                      </a:lnTo>
                      <a:lnTo>
                        <a:pt x="34" y="18"/>
                      </a:lnTo>
                      <a:lnTo>
                        <a:pt x="36" y="18"/>
                      </a:lnTo>
                      <a:lnTo>
                        <a:pt x="36" y="18"/>
                      </a:lnTo>
                      <a:lnTo>
                        <a:pt x="40" y="18"/>
                      </a:lnTo>
                      <a:lnTo>
                        <a:pt x="42" y="14"/>
                      </a:lnTo>
                      <a:lnTo>
                        <a:pt x="42" y="14"/>
                      </a:lnTo>
                      <a:lnTo>
                        <a:pt x="44" y="12"/>
                      </a:lnTo>
                      <a:lnTo>
                        <a:pt x="46" y="10"/>
                      </a:lnTo>
                      <a:lnTo>
                        <a:pt x="46" y="10"/>
                      </a:lnTo>
                      <a:lnTo>
                        <a:pt x="46" y="10"/>
                      </a:lnTo>
                      <a:lnTo>
                        <a:pt x="46" y="6"/>
                      </a:lnTo>
                      <a:lnTo>
                        <a:pt x="46" y="6"/>
                      </a:lnTo>
                      <a:lnTo>
                        <a:pt x="44" y="2"/>
                      </a:lnTo>
                      <a:lnTo>
                        <a:pt x="44" y="0"/>
                      </a:lnTo>
                      <a:lnTo>
                        <a:pt x="44" y="0"/>
                      </a:lnTo>
                      <a:lnTo>
                        <a:pt x="38" y="4"/>
                      </a:lnTo>
                      <a:lnTo>
                        <a:pt x="38" y="4"/>
                      </a:lnTo>
                      <a:lnTo>
                        <a:pt x="34" y="4"/>
                      </a:lnTo>
                      <a:lnTo>
                        <a:pt x="30" y="2"/>
                      </a:lnTo>
                      <a:lnTo>
                        <a:pt x="30" y="2"/>
                      </a:lnTo>
                      <a:lnTo>
                        <a:pt x="26" y="4"/>
                      </a:lnTo>
                      <a:lnTo>
                        <a:pt x="22" y="6"/>
                      </a:lnTo>
                      <a:lnTo>
                        <a:pt x="22" y="6"/>
                      </a:lnTo>
                      <a:lnTo>
                        <a:pt x="20" y="10"/>
                      </a:lnTo>
                      <a:lnTo>
                        <a:pt x="14" y="8"/>
                      </a:lnTo>
                      <a:lnTo>
                        <a:pt x="14" y="8"/>
                      </a:lnTo>
                      <a:lnTo>
                        <a:pt x="8" y="8"/>
                      </a:lnTo>
                      <a:lnTo>
                        <a:pt x="8" y="10"/>
                      </a:lnTo>
                      <a:lnTo>
                        <a:pt x="8" y="10"/>
                      </a:lnTo>
                      <a:lnTo>
                        <a:pt x="6" y="12"/>
                      </a:lnTo>
                      <a:lnTo>
                        <a:pt x="6" y="12"/>
                      </a:lnTo>
                      <a:lnTo>
                        <a:pt x="2" y="12"/>
                      </a:lnTo>
                      <a:lnTo>
                        <a:pt x="2" y="12"/>
                      </a:lnTo>
                      <a:lnTo>
                        <a:pt x="0" y="16"/>
                      </a:lnTo>
                      <a:lnTo>
                        <a:pt x="0" y="20"/>
                      </a:lnTo>
                      <a:lnTo>
                        <a:pt x="2" y="22"/>
                      </a:lnTo>
                      <a:lnTo>
                        <a:pt x="2" y="22"/>
                      </a:lnTo>
                      <a:lnTo>
                        <a:pt x="4" y="22"/>
                      </a:lnTo>
                      <a:lnTo>
                        <a:pt x="4" y="22"/>
                      </a:lnTo>
                      <a:lnTo>
                        <a:pt x="6" y="26"/>
                      </a:lnTo>
                      <a:lnTo>
                        <a:pt x="6" y="26"/>
                      </a:lnTo>
                      <a:lnTo>
                        <a:pt x="4" y="30"/>
                      </a:lnTo>
                      <a:lnTo>
                        <a:pt x="4" y="32"/>
                      </a:lnTo>
                      <a:lnTo>
                        <a:pt x="6" y="32"/>
                      </a:lnTo>
                      <a:lnTo>
                        <a:pt x="6"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6" name="Freeform 48">
                  <a:extLst>
                    <a:ext uri="{FF2B5EF4-FFF2-40B4-BE49-F238E27FC236}">
                      <a16:creationId xmlns:a16="http://schemas.microsoft.com/office/drawing/2014/main" id="{BCD7D75B-C0E7-534B-91F3-D02F7DB13B3D}"/>
                    </a:ext>
                  </a:extLst>
                </p:cNvPr>
                <p:cNvSpPr>
                  <a:spLocks/>
                </p:cNvSpPr>
                <p:nvPr/>
              </p:nvSpPr>
              <p:spPr bwMode="auto">
                <a:xfrm>
                  <a:off x="6337776" y="2617560"/>
                  <a:ext cx="187863" cy="80094"/>
                </a:xfrm>
                <a:custGeom>
                  <a:avLst/>
                  <a:gdLst>
                    <a:gd name="T0" fmla="*/ 92 w 96"/>
                    <a:gd name="T1" fmla="*/ 26 h 40"/>
                    <a:gd name="T2" fmla="*/ 90 w 96"/>
                    <a:gd name="T3" fmla="*/ 32 h 40"/>
                    <a:gd name="T4" fmla="*/ 84 w 96"/>
                    <a:gd name="T5" fmla="*/ 30 h 40"/>
                    <a:gd name="T6" fmla="*/ 82 w 96"/>
                    <a:gd name="T7" fmla="*/ 28 h 40"/>
                    <a:gd name="T8" fmla="*/ 74 w 96"/>
                    <a:gd name="T9" fmla="*/ 30 h 40"/>
                    <a:gd name="T10" fmla="*/ 68 w 96"/>
                    <a:gd name="T11" fmla="*/ 30 h 40"/>
                    <a:gd name="T12" fmla="*/ 62 w 96"/>
                    <a:gd name="T13" fmla="*/ 30 h 40"/>
                    <a:gd name="T14" fmla="*/ 56 w 96"/>
                    <a:gd name="T15" fmla="*/ 34 h 40"/>
                    <a:gd name="T16" fmla="*/ 54 w 96"/>
                    <a:gd name="T17" fmla="*/ 36 h 40"/>
                    <a:gd name="T18" fmla="*/ 50 w 96"/>
                    <a:gd name="T19" fmla="*/ 34 h 40"/>
                    <a:gd name="T20" fmla="*/ 50 w 96"/>
                    <a:gd name="T21" fmla="*/ 32 h 40"/>
                    <a:gd name="T22" fmla="*/ 40 w 96"/>
                    <a:gd name="T23" fmla="*/ 34 h 40"/>
                    <a:gd name="T24" fmla="*/ 34 w 96"/>
                    <a:gd name="T25" fmla="*/ 36 h 40"/>
                    <a:gd name="T26" fmla="*/ 34 w 96"/>
                    <a:gd name="T27" fmla="*/ 40 h 40"/>
                    <a:gd name="T28" fmla="*/ 34 w 96"/>
                    <a:gd name="T29" fmla="*/ 40 h 40"/>
                    <a:gd name="T30" fmla="*/ 28 w 96"/>
                    <a:gd name="T31" fmla="*/ 40 h 40"/>
                    <a:gd name="T32" fmla="*/ 16 w 96"/>
                    <a:gd name="T33" fmla="*/ 38 h 40"/>
                    <a:gd name="T34" fmla="*/ 10 w 96"/>
                    <a:gd name="T35" fmla="*/ 36 h 40"/>
                    <a:gd name="T36" fmla="*/ 4 w 96"/>
                    <a:gd name="T37" fmla="*/ 28 h 40"/>
                    <a:gd name="T38" fmla="*/ 0 w 96"/>
                    <a:gd name="T39" fmla="*/ 26 h 40"/>
                    <a:gd name="T40" fmla="*/ 4 w 96"/>
                    <a:gd name="T41" fmla="*/ 20 h 40"/>
                    <a:gd name="T42" fmla="*/ 4 w 96"/>
                    <a:gd name="T43" fmla="*/ 18 h 40"/>
                    <a:gd name="T44" fmla="*/ 10 w 96"/>
                    <a:gd name="T45" fmla="*/ 14 h 40"/>
                    <a:gd name="T46" fmla="*/ 10 w 96"/>
                    <a:gd name="T47" fmla="*/ 14 h 40"/>
                    <a:gd name="T48" fmla="*/ 12 w 96"/>
                    <a:gd name="T49" fmla="*/ 10 h 40"/>
                    <a:gd name="T50" fmla="*/ 12 w 96"/>
                    <a:gd name="T51" fmla="*/ 8 h 40"/>
                    <a:gd name="T52" fmla="*/ 20 w 96"/>
                    <a:gd name="T53" fmla="*/ 6 h 40"/>
                    <a:gd name="T54" fmla="*/ 26 w 96"/>
                    <a:gd name="T55" fmla="*/ 6 h 40"/>
                    <a:gd name="T56" fmla="*/ 34 w 96"/>
                    <a:gd name="T57" fmla="*/ 6 h 40"/>
                    <a:gd name="T58" fmla="*/ 40 w 96"/>
                    <a:gd name="T59" fmla="*/ 10 h 40"/>
                    <a:gd name="T60" fmla="*/ 46 w 96"/>
                    <a:gd name="T61" fmla="*/ 12 h 40"/>
                    <a:gd name="T62" fmla="*/ 50 w 96"/>
                    <a:gd name="T63" fmla="*/ 10 h 40"/>
                    <a:gd name="T64" fmla="*/ 52 w 96"/>
                    <a:gd name="T65" fmla="*/ 8 h 40"/>
                    <a:gd name="T66" fmla="*/ 58 w 96"/>
                    <a:gd name="T67" fmla="*/ 6 h 40"/>
                    <a:gd name="T68" fmla="*/ 62 w 96"/>
                    <a:gd name="T69" fmla="*/ 4 h 40"/>
                    <a:gd name="T70" fmla="*/ 68 w 96"/>
                    <a:gd name="T71" fmla="*/ 0 h 40"/>
                    <a:gd name="T72" fmla="*/ 72 w 96"/>
                    <a:gd name="T73" fmla="*/ 0 h 40"/>
                    <a:gd name="T74" fmla="*/ 80 w 96"/>
                    <a:gd name="T75" fmla="*/ 6 h 40"/>
                    <a:gd name="T76" fmla="*/ 82 w 96"/>
                    <a:gd name="T77" fmla="*/ 6 h 40"/>
                    <a:gd name="T78" fmla="*/ 88 w 96"/>
                    <a:gd name="T79" fmla="*/ 12 h 40"/>
                    <a:gd name="T80" fmla="*/ 90 w 96"/>
                    <a:gd name="T81" fmla="*/ 14 h 40"/>
                    <a:gd name="T82" fmla="*/ 90 w 96"/>
                    <a:gd name="T83" fmla="*/ 18 h 40"/>
                    <a:gd name="T84" fmla="*/ 96 w 96"/>
                    <a:gd name="T85"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6" h="40">
                      <a:moveTo>
                        <a:pt x="96" y="24"/>
                      </a:moveTo>
                      <a:lnTo>
                        <a:pt x="92" y="26"/>
                      </a:lnTo>
                      <a:lnTo>
                        <a:pt x="90" y="32"/>
                      </a:lnTo>
                      <a:lnTo>
                        <a:pt x="90" y="32"/>
                      </a:lnTo>
                      <a:lnTo>
                        <a:pt x="88" y="32"/>
                      </a:lnTo>
                      <a:lnTo>
                        <a:pt x="84" y="30"/>
                      </a:lnTo>
                      <a:lnTo>
                        <a:pt x="84" y="30"/>
                      </a:lnTo>
                      <a:lnTo>
                        <a:pt x="82" y="28"/>
                      </a:lnTo>
                      <a:lnTo>
                        <a:pt x="80" y="28"/>
                      </a:lnTo>
                      <a:lnTo>
                        <a:pt x="74" y="30"/>
                      </a:lnTo>
                      <a:lnTo>
                        <a:pt x="74" y="30"/>
                      </a:lnTo>
                      <a:lnTo>
                        <a:pt x="68" y="30"/>
                      </a:lnTo>
                      <a:lnTo>
                        <a:pt x="62" y="30"/>
                      </a:lnTo>
                      <a:lnTo>
                        <a:pt x="62" y="30"/>
                      </a:lnTo>
                      <a:lnTo>
                        <a:pt x="58" y="34"/>
                      </a:lnTo>
                      <a:lnTo>
                        <a:pt x="56" y="34"/>
                      </a:lnTo>
                      <a:lnTo>
                        <a:pt x="56" y="34"/>
                      </a:lnTo>
                      <a:lnTo>
                        <a:pt x="54" y="36"/>
                      </a:lnTo>
                      <a:lnTo>
                        <a:pt x="52" y="34"/>
                      </a:lnTo>
                      <a:lnTo>
                        <a:pt x="50" y="34"/>
                      </a:lnTo>
                      <a:lnTo>
                        <a:pt x="50" y="34"/>
                      </a:lnTo>
                      <a:lnTo>
                        <a:pt x="50" y="32"/>
                      </a:lnTo>
                      <a:lnTo>
                        <a:pt x="48" y="32"/>
                      </a:lnTo>
                      <a:lnTo>
                        <a:pt x="40" y="34"/>
                      </a:lnTo>
                      <a:lnTo>
                        <a:pt x="40" y="34"/>
                      </a:lnTo>
                      <a:lnTo>
                        <a:pt x="34" y="36"/>
                      </a:lnTo>
                      <a:lnTo>
                        <a:pt x="34" y="36"/>
                      </a:lnTo>
                      <a:lnTo>
                        <a:pt x="34" y="40"/>
                      </a:lnTo>
                      <a:lnTo>
                        <a:pt x="34" y="40"/>
                      </a:lnTo>
                      <a:lnTo>
                        <a:pt x="34" y="40"/>
                      </a:lnTo>
                      <a:lnTo>
                        <a:pt x="28" y="40"/>
                      </a:lnTo>
                      <a:lnTo>
                        <a:pt x="28" y="40"/>
                      </a:lnTo>
                      <a:lnTo>
                        <a:pt x="20" y="38"/>
                      </a:lnTo>
                      <a:lnTo>
                        <a:pt x="16" y="38"/>
                      </a:lnTo>
                      <a:lnTo>
                        <a:pt x="16" y="38"/>
                      </a:lnTo>
                      <a:lnTo>
                        <a:pt x="10" y="36"/>
                      </a:lnTo>
                      <a:lnTo>
                        <a:pt x="6" y="34"/>
                      </a:lnTo>
                      <a:lnTo>
                        <a:pt x="4" y="28"/>
                      </a:lnTo>
                      <a:lnTo>
                        <a:pt x="4" y="28"/>
                      </a:lnTo>
                      <a:lnTo>
                        <a:pt x="0" y="26"/>
                      </a:lnTo>
                      <a:lnTo>
                        <a:pt x="0" y="24"/>
                      </a:lnTo>
                      <a:lnTo>
                        <a:pt x="4" y="20"/>
                      </a:lnTo>
                      <a:lnTo>
                        <a:pt x="4" y="20"/>
                      </a:lnTo>
                      <a:lnTo>
                        <a:pt x="4" y="18"/>
                      </a:lnTo>
                      <a:lnTo>
                        <a:pt x="6" y="16"/>
                      </a:lnTo>
                      <a:lnTo>
                        <a:pt x="10" y="14"/>
                      </a:lnTo>
                      <a:lnTo>
                        <a:pt x="10" y="14"/>
                      </a:lnTo>
                      <a:lnTo>
                        <a:pt x="10" y="14"/>
                      </a:lnTo>
                      <a:lnTo>
                        <a:pt x="12" y="12"/>
                      </a:lnTo>
                      <a:lnTo>
                        <a:pt x="12" y="10"/>
                      </a:lnTo>
                      <a:lnTo>
                        <a:pt x="12" y="8"/>
                      </a:lnTo>
                      <a:lnTo>
                        <a:pt x="12" y="8"/>
                      </a:lnTo>
                      <a:lnTo>
                        <a:pt x="20" y="6"/>
                      </a:lnTo>
                      <a:lnTo>
                        <a:pt x="20" y="6"/>
                      </a:lnTo>
                      <a:lnTo>
                        <a:pt x="26" y="6"/>
                      </a:lnTo>
                      <a:lnTo>
                        <a:pt x="26" y="6"/>
                      </a:lnTo>
                      <a:lnTo>
                        <a:pt x="30" y="4"/>
                      </a:lnTo>
                      <a:lnTo>
                        <a:pt x="34" y="6"/>
                      </a:lnTo>
                      <a:lnTo>
                        <a:pt x="34" y="6"/>
                      </a:lnTo>
                      <a:lnTo>
                        <a:pt x="40" y="10"/>
                      </a:lnTo>
                      <a:lnTo>
                        <a:pt x="40" y="10"/>
                      </a:lnTo>
                      <a:lnTo>
                        <a:pt x="46" y="12"/>
                      </a:lnTo>
                      <a:lnTo>
                        <a:pt x="48" y="12"/>
                      </a:lnTo>
                      <a:lnTo>
                        <a:pt x="50" y="10"/>
                      </a:lnTo>
                      <a:lnTo>
                        <a:pt x="50" y="10"/>
                      </a:lnTo>
                      <a:lnTo>
                        <a:pt x="52" y="8"/>
                      </a:lnTo>
                      <a:lnTo>
                        <a:pt x="54" y="8"/>
                      </a:lnTo>
                      <a:lnTo>
                        <a:pt x="58" y="6"/>
                      </a:lnTo>
                      <a:lnTo>
                        <a:pt x="58" y="6"/>
                      </a:lnTo>
                      <a:lnTo>
                        <a:pt x="62" y="4"/>
                      </a:lnTo>
                      <a:lnTo>
                        <a:pt x="66" y="2"/>
                      </a:lnTo>
                      <a:lnTo>
                        <a:pt x="68" y="0"/>
                      </a:lnTo>
                      <a:lnTo>
                        <a:pt x="72" y="0"/>
                      </a:lnTo>
                      <a:lnTo>
                        <a:pt x="72" y="0"/>
                      </a:lnTo>
                      <a:lnTo>
                        <a:pt x="76" y="4"/>
                      </a:lnTo>
                      <a:lnTo>
                        <a:pt x="80" y="6"/>
                      </a:lnTo>
                      <a:lnTo>
                        <a:pt x="80" y="6"/>
                      </a:lnTo>
                      <a:lnTo>
                        <a:pt x="82" y="6"/>
                      </a:lnTo>
                      <a:lnTo>
                        <a:pt x="84" y="8"/>
                      </a:lnTo>
                      <a:lnTo>
                        <a:pt x="88" y="12"/>
                      </a:lnTo>
                      <a:lnTo>
                        <a:pt x="88" y="12"/>
                      </a:lnTo>
                      <a:lnTo>
                        <a:pt x="90" y="14"/>
                      </a:lnTo>
                      <a:lnTo>
                        <a:pt x="90" y="18"/>
                      </a:lnTo>
                      <a:lnTo>
                        <a:pt x="90" y="18"/>
                      </a:lnTo>
                      <a:lnTo>
                        <a:pt x="94" y="22"/>
                      </a:lnTo>
                      <a:lnTo>
                        <a:pt x="96" y="24"/>
                      </a:lnTo>
                      <a:lnTo>
                        <a:pt x="96" y="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7" name="Freeform 105">
                  <a:extLst>
                    <a:ext uri="{FF2B5EF4-FFF2-40B4-BE49-F238E27FC236}">
                      <a16:creationId xmlns:a16="http://schemas.microsoft.com/office/drawing/2014/main" id="{242E499B-8C03-DA42-A252-0AAB63DA1293}"/>
                    </a:ext>
                  </a:extLst>
                </p:cNvPr>
                <p:cNvSpPr>
                  <a:spLocks/>
                </p:cNvSpPr>
                <p:nvPr/>
              </p:nvSpPr>
              <p:spPr bwMode="auto">
                <a:xfrm>
                  <a:off x="6455189" y="2677631"/>
                  <a:ext cx="227000" cy="180212"/>
                </a:xfrm>
                <a:custGeom>
                  <a:avLst/>
                  <a:gdLst>
                    <a:gd name="T0" fmla="*/ 114 w 116"/>
                    <a:gd name="T1" fmla="*/ 60 h 90"/>
                    <a:gd name="T2" fmla="*/ 108 w 116"/>
                    <a:gd name="T3" fmla="*/ 60 h 90"/>
                    <a:gd name="T4" fmla="*/ 104 w 116"/>
                    <a:gd name="T5" fmla="*/ 60 h 90"/>
                    <a:gd name="T6" fmla="*/ 102 w 116"/>
                    <a:gd name="T7" fmla="*/ 60 h 90"/>
                    <a:gd name="T8" fmla="*/ 96 w 116"/>
                    <a:gd name="T9" fmla="*/ 56 h 90"/>
                    <a:gd name="T10" fmla="*/ 96 w 116"/>
                    <a:gd name="T11" fmla="*/ 50 h 90"/>
                    <a:gd name="T12" fmla="*/ 96 w 116"/>
                    <a:gd name="T13" fmla="*/ 48 h 90"/>
                    <a:gd name="T14" fmla="*/ 96 w 116"/>
                    <a:gd name="T15" fmla="*/ 40 h 90"/>
                    <a:gd name="T16" fmla="*/ 96 w 116"/>
                    <a:gd name="T17" fmla="*/ 36 h 90"/>
                    <a:gd name="T18" fmla="*/ 96 w 116"/>
                    <a:gd name="T19" fmla="*/ 32 h 90"/>
                    <a:gd name="T20" fmla="*/ 96 w 116"/>
                    <a:gd name="T21" fmla="*/ 28 h 90"/>
                    <a:gd name="T22" fmla="*/ 90 w 116"/>
                    <a:gd name="T23" fmla="*/ 18 h 90"/>
                    <a:gd name="T24" fmla="*/ 86 w 116"/>
                    <a:gd name="T25" fmla="*/ 10 h 90"/>
                    <a:gd name="T26" fmla="*/ 76 w 116"/>
                    <a:gd name="T27" fmla="*/ 0 h 90"/>
                    <a:gd name="T28" fmla="*/ 70 w 116"/>
                    <a:gd name="T29" fmla="*/ 4 h 90"/>
                    <a:gd name="T30" fmla="*/ 64 w 116"/>
                    <a:gd name="T31" fmla="*/ 8 h 90"/>
                    <a:gd name="T32" fmla="*/ 58 w 116"/>
                    <a:gd name="T33" fmla="*/ 12 h 90"/>
                    <a:gd name="T34" fmla="*/ 52 w 116"/>
                    <a:gd name="T35" fmla="*/ 10 h 90"/>
                    <a:gd name="T36" fmla="*/ 44 w 116"/>
                    <a:gd name="T37" fmla="*/ 8 h 90"/>
                    <a:gd name="T38" fmla="*/ 34 w 116"/>
                    <a:gd name="T39" fmla="*/ 6 h 90"/>
                    <a:gd name="T40" fmla="*/ 30 w 116"/>
                    <a:gd name="T41" fmla="*/ 2 h 90"/>
                    <a:gd name="T42" fmla="*/ 28 w 116"/>
                    <a:gd name="T43" fmla="*/ 14 h 90"/>
                    <a:gd name="T44" fmla="*/ 20 w 116"/>
                    <a:gd name="T45" fmla="*/ 22 h 90"/>
                    <a:gd name="T46" fmla="*/ 16 w 116"/>
                    <a:gd name="T47" fmla="*/ 40 h 90"/>
                    <a:gd name="T48" fmla="*/ 10 w 116"/>
                    <a:gd name="T49" fmla="*/ 50 h 90"/>
                    <a:gd name="T50" fmla="*/ 4 w 116"/>
                    <a:gd name="T51" fmla="*/ 54 h 90"/>
                    <a:gd name="T52" fmla="*/ 4 w 116"/>
                    <a:gd name="T53" fmla="*/ 58 h 90"/>
                    <a:gd name="T54" fmla="*/ 8 w 116"/>
                    <a:gd name="T55" fmla="*/ 64 h 90"/>
                    <a:gd name="T56" fmla="*/ 10 w 116"/>
                    <a:gd name="T57" fmla="*/ 68 h 90"/>
                    <a:gd name="T58" fmla="*/ 14 w 116"/>
                    <a:gd name="T59" fmla="*/ 72 h 90"/>
                    <a:gd name="T60" fmla="*/ 20 w 116"/>
                    <a:gd name="T61" fmla="*/ 70 h 90"/>
                    <a:gd name="T62" fmla="*/ 24 w 116"/>
                    <a:gd name="T63" fmla="*/ 68 h 90"/>
                    <a:gd name="T64" fmla="*/ 30 w 116"/>
                    <a:gd name="T65" fmla="*/ 74 h 90"/>
                    <a:gd name="T66" fmla="*/ 24 w 116"/>
                    <a:gd name="T67" fmla="*/ 74 h 90"/>
                    <a:gd name="T68" fmla="*/ 26 w 116"/>
                    <a:gd name="T69" fmla="*/ 80 h 90"/>
                    <a:gd name="T70" fmla="*/ 32 w 116"/>
                    <a:gd name="T71" fmla="*/ 82 h 90"/>
                    <a:gd name="T72" fmla="*/ 38 w 116"/>
                    <a:gd name="T73" fmla="*/ 86 h 90"/>
                    <a:gd name="T74" fmla="*/ 36 w 116"/>
                    <a:gd name="T75" fmla="*/ 90 h 90"/>
                    <a:gd name="T76" fmla="*/ 42 w 116"/>
                    <a:gd name="T77" fmla="*/ 90 h 90"/>
                    <a:gd name="T78" fmla="*/ 48 w 116"/>
                    <a:gd name="T79" fmla="*/ 88 h 90"/>
                    <a:gd name="T80" fmla="*/ 56 w 116"/>
                    <a:gd name="T81" fmla="*/ 90 h 90"/>
                    <a:gd name="T82" fmla="*/ 66 w 116"/>
                    <a:gd name="T83" fmla="*/ 88 h 90"/>
                    <a:gd name="T84" fmla="*/ 74 w 116"/>
                    <a:gd name="T85" fmla="*/ 82 h 90"/>
                    <a:gd name="T86" fmla="*/ 82 w 116"/>
                    <a:gd name="T87" fmla="*/ 84 h 90"/>
                    <a:gd name="T88" fmla="*/ 88 w 116"/>
                    <a:gd name="T89" fmla="*/ 84 h 90"/>
                    <a:gd name="T90" fmla="*/ 96 w 116"/>
                    <a:gd name="T91" fmla="*/ 82 h 90"/>
                    <a:gd name="T92" fmla="*/ 106 w 116"/>
                    <a:gd name="T93" fmla="*/ 84 h 90"/>
                    <a:gd name="T94" fmla="*/ 106 w 116"/>
                    <a:gd name="T95" fmla="*/ 80 h 90"/>
                    <a:gd name="T96" fmla="*/ 108 w 116"/>
                    <a:gd name="T97" fmla="*/ 76 h 90"/>
                    <a:gd name="T98" fmla="*/ 112 w 116"/>
                    <a:gd name="T99" fmla="*/ 76 h 90"/>
                    <a:gd name="T100" fmla="*/ 114 w 116"/>
                    <a:gd name="T101" fmla="*/ 72 h 90"/>
                    <a:gd name="T102" fmla="*/ 116 w 116"/>
                    <a:gd name="T103" fmla="*/ 64 h 90"/>
                    <a:gd name="T104" fmla="*/ 114 w 116"/>
                    <a:gd name="T105" fmla="*/ 62 h 90"/>
                    <a:gd name="T106" fmla="*/ 116 w 116"/>
                    <a:gd name="T107" fmla="*/ 6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90">
                      <a:moveTo>
                        <a:pt x="116" y="60"/>
                      </a:moveTo>
                      <a:lnTo>
                        <a:pt x="116" y="60"/>
                      </a:lnTo>
                      <a:lnTo>
                        <a:pt x="114" y="60"/>
                      </a:lnTo>
                      <a:lnTo>
                        <a:pt x="110" y="60"/>
                      </a:lnTo>
                      <a:lnTo>
                        <a:pt x="108" y="60"/>
                      </a:lnTo>
                      <a:lnTo>
                        <a:pt x="108" y="60"/>
                      </a:lnTo>
                      <a:lnTo>
                        <a:pt x="108" y="62"/>
                      </a:lnTo>
                      <a:lnTo>
                        <a:pt x="106" y="62"/>
                      </a:lnTo>
                      <a:lnTo>
                        <a:pt x="104" y="60"/>
                      </a:lnTo>
                      <a:lnTo>
                        <a:pt x="104" y="60"/>
                      </a:lnTo>
                      <a:lnTo>
                        <a:pt x="102" y="60"/>
                      </a:lnTo>
                      <a:lnTo>
                        <a:pt x="102" y="60"/>
                      </a:lnTo>
                      <a:lnTo>
                        <a:pt x="98" y="58"/>
                      </a:lnTo>
                      <a:lnTo>
                        <a:pt x="98" y="58"/>
                      </a:lnTo>
                      <a:lnTo>
                        <a:pt x="96" y="56"/>
                      </a:lnTo>
                      <a:lnTo>
                        <a:pt x="96" y="54"/>
                      </a:lnTo>
                      <a:lnTo>
                        <a:pt x="98" y="52"/>
                      </a:lnTo>
                      <a:lnTo>
                        <a:pt x="96" y="50"/>
                      </a:lnTo>
                      <a:lnTo>
                        <a:pt x="96" y="50"/>
                      </a:lnTo>
                      <a:lnTo>
                        <a:pt x="96" y="50"/>
                      </a:lnTo>
                      <a:lnTo>
                        <a:pt x="96" y="48"/>
                      </a:lnTo>
                      <a:lnTo>
                        <a:pt x="96" y="42"/>
                      </a:lnTo>
                      <a:lnTo>
                        <a:pt x="96" y="42"/>
                      </a:lnTo>
                      <a:lnTo>
                        <a:pt x="96" y="40"/>
                      </a:lnTo>
                      <a:lnTo>
                        <a:pt x="98" y="38"/>
                      </a:lnTo>
                      <a:lnTo>
                        <a:pt x="98" y="38"/>
                      </a:lnTo>
                      <a:lnTo>
                        <a:pt x="96" y="36"/>
                      </a:lnTo>
                      <a:lnTo>
                        <a:pt x="96" y="36"/>
                      </a:lnTo>
                      <a:lnTo>
                        <a:pt x="96" y="34"/>
                      </a:lnTo>
                      <a:lnTo>
                        <a:pt x="96" y="32"/>
                      </a:lnTo>
                      <a:lnTo>
                        <a:pt x="96" y="30"/>
                      </a:lnTo>
                      <a:lnTo>
                        <a:pt x="96" y="28"/>
                      </a:lnTo>
                      <a:lnTo>
                        <a:pt x="96" y="28"/>
                      </a:lnTo>
                      <a:lnTo>
                        <a:pt x="94" y="24"/>
                      </a:lnTo>
                      <a:lnTo>
                        <a:pt x="90" y="18"/>
                      </a:lnTo>
                      <a:lnTo>
                        <a:pt x="90" y="18"/>
                      </a:lnTo>
                      <a:lnTo>
                        <a:pt x="86" y="14"/>
                      </a:lnTo>
                      <a:lnTo>
                        <a:pt x="86" y="10"/>
                      </a:lnTo>
                      <a:lnTo>
                        <a:pt x="86" y="10"/>
                      </a:lnTo>
                      <a:lnTo>
                        <a:pt x="80" y="2"/>
                      </a:lnTo>
                      <a:lnTo>
                        <a:pt x="76" y="0"/>
                      </a:lnTo>
                      <a:lnTo>
                        <a:pt x="76" y="0"/>
                      </a:lnTo>
                      <a:lnTo>
                        <a:pt x="74" y="0"/>
                      </a:lnTo>
                      <a:lnTo>
                        <a:pt x="70" y="4"/>
                      </a:lnTo>
                      <a:lnTo>
                        <a:pt x="70" y="4"/>
                      </a:lnTo>
                      <a:lnTo>
                        <a:pt x="68" y="6"/>
                      </a:lnTo>
                      <a:lnTo>
                        <a:pt x="64" y="8"/>
                      </a:lnTo>
                      <a:lnTo>
                        <a:pt x="64" y="8"/>
                      </a:lnTo>
                      <a:lnTo>
                        <a:pt x="62" y="8"/>
                      </a:lnTo>
                      <a:lnTo>
                        <a:pt x="62" y="10"/>
                      </a:lnTo>
                      <a:lnTo>
                        <a:pt x="58" y="12"/>
                      </a:lnTo>
                      <a:lnTo>
                        <a:pt x="58" y="12"/>
                      </a:lnTo>
                      <a:lnTo>
                        <a:pt x="54" y="14"/>
                      </a:lnTo>
                      <a:lnTo>
                        <a:pt x="52" y="10"/>
                      </a:lnTo>
                      <a:lnTo>
                        <a:pt x="52" y="10"/>
                      </a:lnTo>
                      <a:lnTo>
                        <a:pt x="48" y="8"/>
                      </a:lnTo>
                      <a:lnTo>
                        <a:pt x="44" y="8"/>
                      </a:lnTo>
                      <a:lnTo>
                        <a:pt x="44" y="8"/>
                      </a:lnTo>
                      <a:lnTo>
                        <a:pt x="38" y="8"/>
                      </a:lnTo>
                      <a:lnTo>
                        <a:pt x="34" y="6"/>
                      </a:lnTo>
                      <a:lnTo>
                        <a:pt x="34" y="6"/>
                      </a:lnTo>
                      <a:lnTo>
                        <a:pt x="32" y="2"/>
                      </a:lnTo>
                      <a:lnTo>
                        <a:pt x="30" y="2"/>
                      </a:lnTo>
                      <a:lnTo>
                        <a:pt x="30" y="2"/>
                      </a:lnTo>
                      <a:lnTo>
                        <a:pt x="28" y="14"/>
                      </a:lnTo>
                      <a:lnTo>
                        <a:pt x="28" y="14"/>
                      </a:lnTo>
                      <a:lnTo>
                        <a:pt x="26" y="18"/>
                      </a:lnTo>
                      <a:lnTo>
                        <a:pt x="20" y="22"/>
                      </a:lnTo>
                      <a:lnTo>
                        <a:pt x="20" y="22"/>
                      </a:lnTo>
                      <a:lnTo>
                        <a:pt x="18" y="26"/>
                      </a:lnTo>
                      <a:lnTo>
                        <a:pt x="16" y="32"/>
                      </a:lnTo>
                      <a:lnTo>
                        <a:pt x="16" y="40"/>
                      </a:lnTo>
                      <a:lnTo>
                        <a:pt x="14" y="46"/>
                      </a:lnTo>
                      <a:lnTo>
                        <a:pt x="14" y="46"/>
                      </a:lnTo>
                      <a:lnTo>
                        <a:pt x="10" y="50"/>
                      </a:lnTo>
                      <a:lnTo>
                        <a:pt x="8" y="52"/>
                      </a:lnTo>
                      <a:lnTo>
                        <a:pt x="4" y="54"/>
                      </a:lnTo>
                      <a:lnTo>
                        <a:pt x="4" y="54"/>
                      </a:lnTo>
                      <a:lnTo>
                        <a:pt x="0" y="54"/>
                      </a:lnTo>
                      <a:lnTo>
                        <a:pt x="0" y="54"/>
                      </a:lnTo>
                      <a:lnTo>
                        <a:pt x="4" y="58"/>
                      </a:lnTo>
                      <a:lnTo>
                        <a:pt x="6" y="60"/>
                      </a:lnTo>
                      <a:lnTo>
                        <a:pt x="8" y="64"/>
                      </a:lnTo>
                      <a:lnTo>
                        <a:pt x="8" y="64"/>
                      </a:lnTo>
                      <a:lnTo>
                        <a:pt x="6" y="68"/>
                      </a:lnTo>
                      <a:lnTo>
                        <a:pt x="10" y="68"/>
                      </a:lnTo>
                      <a:lnTo>
                        <a:pt x="10" y="68"/>
                      </a:lnTo>
                      <a:lnTo>
                        <a:pt x="12" y="68"/>
                      </a:lnTo>
                      <a:lnTo>
                        <a:pt x="14" y="72"/>
                      </a:lnTo>
                      <a:lnTo>
                        <a:pt x="14" y="72"/>
                      </a:lnTo>
                      <a:lnTo>
                        <a:pt x="16" y="74"/>
                      </a:lnTo>
                      <a:lnTo>
                        <a:pt x="18" y="72"/>
                      </a:lnTo>
                      <a:lnTo>
                        <a:pt x="20" y="70"/>
                      </a:lnTo>
                      <a:lnTo>
                        <a:pt x="20" y="70"/>
                      </a:lnTo>
                      <a:lnTo>
                        <a:pt x="20" y="68"/>
                      </a:lnTo>
                      <a:lnTo>
                        <a:pt x="24" y="68"/>
                      </a:lnTo>
                      <a:lnTo>
                        <a:pt x="28" y="72"/>
                      </a:lnTo>
                      <a:lnTo>
                        <a:pt x="28" y="72"/>
                      </a:lnTo>
                      <a:lnTo>
                        <a:pt x="30" y="74"/>
                      </a:lnTo>
                      <a:lnTo>
                        <a:pt x="28" y="74"/>
                      </a:lnTo>
                      <a:lnTo>
                        <a:pt x="28" y="74"/>
                      </a:lnTo>
                      <a:lnTo>
                        <a:pt x="24" y="74"/>
                      </a:lnTo>
                      <a:lnTo>
                        <a:pt x="24" y="76"/>
                      </a:lnTo>
                      <a:lnTo>
                        <a:pt x="26" y="80"/>
                      </a:lnTo>
                      <a:lnTo>
                        <a:pt x="26" y="80"/>
                      </a:lnTo>
                      <a:lnTo>
                        <a:pt x="30" y="82"/>
                      </a:lnTo>
                      <a:lnTo>
                        <a:pt x="32" y="82"/>
                      </a:lnTo>
                      <a:lnTo>
                        <a:pt x="32" y="82"/>
                      </a:lnTo>
                      <a:lnTo>
                        <a:pt x="36" y="84"/>
                      </a:lnTo>
                      <a:lnTo>
                        <a:pt x="38" y="84"/>
                      </a:lnTo>
                      <a:lnTo>
                        <a:pt x="38" y="86"/>
                      </a:lnTo>
                      <a:lnTo>
                        <a:pt x="38" y="86"/>
                      </a:lnTo>
                      <a:lnTo>
                        <a:pt x="36" y="88"/>
                      </a:lnTo>
                      <a:lnTo>
                        <a:pt x="36" y="90"/>
                      </a:lnTo>
                      <a:lnTo>
                        <a:pt x="38" y="90"/>
                      </a:lnTo>
                      <a:lnTo>
                        <a:pt x="42" y="90"/>
                      </a:lnTo>
                      <a:lnTo>
                        <a:pt x="42" y="90"/>
                      </a:lnTo>
                      <a:lnTo>
                        <a:pt x="46" y="90"/>
                      </a:lnTo>
                      <a:lnTo>
                        <a:pt x="46" y="90"/>
                      </a:lnTo>
                      <a:lnTo>
                        <a:pt x="48" y="88"/>
                      </a:lnTo>
                      <a:lnTo>
                        <a:pt x="50" y="90"/>
                      </a:lnTo>
                      <a:lnTo>
                        <a:pt x="50" y="90"/>
                      </a:lnTo>
                      <a:lnTo>
                        <a:pt x="56" y="90"/>
                      </a:lnTo>
                      <a:lnTo>
                        <a:pt x="62" y="90"/>
                      </a:lnTo>
                      <a:lnTo>
                        <a:pt x="62" y="90"/>
                      </a:lnTo>
                      <a:lnTo>
                        <a:pt x="66" y="88"/>
                      </a:lnTo>
                      <a:lnTo>
                        <a:pt x="70" y="86"/>
                      </a:lnTo>
                      <a:lnTo>
                        <a:pt x="70" y="86"/>
                      </a:lnTo>
                      <a:lnTo>
                        <a:pt x="74" y="82"/>
                      </a:lnTo>
                      <a:lnTo>
                        <a:pt x="78" y="82"/>
                      </a:lnTo>
                      <a:lnTo>
                        <a:pt x="78" y="82"/>
                      </a:lnTo>
                      <a:lnTo>
                        <a:pt x="82" y="84"/>
                      </a:lnTo>
                      <a:lnTo>
                        <a:pt x="84" y="86"/>
                      </a:lnTo>
                      <a:lnTo>
                        <a:pt x="88" y="84"/>
                      </a:lnTo>
                      <a:lnTo>
                        <a:pt x="88" y="84"/>
                      </a:lnTo>
                      <a:lnTo>
                        <a:pt x="92" y="82"/>
                      </a:lnTo>
                      <a:lnTo>
                        <a:pt x="96" y="82"/>
                      </a:lnTo>
                      <a:lnTo>
                        <a:pt x="96" y="82"/>
                      </a:lnTo>
                      <a:lnTo>
                        <a:pt x="102" y="86"/>
                      </a:lnTo>
                      <a:lnTo>
                        <a:pt x="106" y="84"/>
                      </a:lnTo>
                      <a:lnTo>
                        <a:pt x="106" y="84"/>
                      </a:lnTo>
                      <a:lnTo>
                        <a:pt x="106" y="82"/>
                      </a:lnTo>
                      <a:lnTo>
                        <a:pt x="106" y="80"/>
                      </a:lnTo>
                      <a:lnTo>
                        <a:pt x="106" y="80"/>
                      </a:lnTo>
                      <a:lnTo>
                        <a:pt x="106" y="78"/>
                      </a:lnTo>
                      <a:lnTo>
                        <a:pt x="108" y="76"/>
                      </a:lnTo>
                      <a:lnTo>
                        <a:pt x="108" y="76"/>
                      </a:lnTo>
                      <a:lnTo>
                        <a:pt x="112" y="78"/>
                      </a:lnTo>
                      <a:lnTo>
                        <a:pt x="112" y="78"/>
                      </a:lnTo>
                      <a:lnTo>
                        <a:pt x="112" y="76"/>
                      </a:lnTo>
                      <a:lnTo>
                        <a:pt x="114" y="76"/>
                      </a:lnTo>
                      <a:lnTo>
                        <a:pt x="114" y="76"/>
                      </a:lnTo>
                      <a:lnTo>
                        <a:pt x="114" y="72"/>
                      </a:lnTo>
                      <a:lnTo>
                        <a:pt x="114" y="66"/>
                      </a:lnTo>
                      <a:lnTo>
                        <a:pt x="114" y="66"/>
                      </a:lnTo>
                      <a:lnTo>
                        <a:pt x="116" y="64"/>
                      </a:lnTo>
                      <a:lnTo>
                        <a:pt x="114" y="64"/>
                      </a:lnTo>
                      <a:lnTo>
                        <a:pt x="114" y="64"/>
                      </a:lnTo>
                      <a:lnTo>
                        <a:pt x="114" y="62"/>
                      </a:lnTo>
                      <a:lnTo>
                        <a:pt x="114" y="62"/>
                      </a:lnTo>
                      <a:lnTo>
                        <a:pt x="116" y="62"/>
                      </a:lnTo>
                      <a:lnTo>
                        <a:pt x="116" y="62"/>
                      </a:lnTo>
                      <a:lnTo>
                        <a:pt x="116" y="60"/>
                      </a:lnTo>
                      <a:lnTo>
                        <a:pt x="11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8" name="Freeform 108">
                  <a:extLst>
                    <a:ext uri="{FF2B5EF4-FFF2-40B4-BE49-F238E27FC236}">
                      <a16:creationId xmlns:a16="http://schemas.microsoft.com/office/drawing/2014/main" id="{733D3704-0D76-DE45-B9F5-0C39A31C65F5}"/>
                    </a:ext>
                  </a:extLst>
                </p:cNvPr>
                <p:cNvSpPr>
                  <a:spLocks/>
                </p:cNvSpPr>
                <p:nvPr/>
              </p:nvSpPr>
              <p:spPr bwMode="auto">
                <a:xfrm>
                  <a:off x="5650904" y="2921917"/>
                  <a:ext cx="74362" cy="188221"/>
                </a:xfrm>
                <a:custGeom>
                  <a:avLst/>
                  <a:gdLst>
                    <a:gd name="T0" fmla="*/ 30 w 38"/>
                    <a:gd name="T1" fmla="*/ 90 h 94"/>
                    <a:gd name="T2" fmla="*/ 32 w 38"/>
                    <a:gd name="T3" fmla="*/ 82 h 94"/>
                    <a:gd name="T4" fmla="*/ 34 w 38"/>
                    <a:gd name="T5" fmla="*/ 80 h 94"/>
                    <a:gd name="T6" fmla="*/ 30 w 38"/>
                    <a:gd name="T7" fmla="*/ 80 h 94"/>
                    <a:gd name="T8" fmla="*/ 28 w 38"/>
                    <a:gd name="T9" fmla="*/ 78 h 94"/>
                    <a:gd name="T10" fmla="*/ 28 w 38"/>
                    <a:gd name="T11" fmla="*/ 72 h 94"/>
                    <a:gd name="T12" fmla="*/ 30 w 38"/>
                    <a:gd name="T13" fmla="*/ 68 h 94"/>
                    <a:gd name="T14" fmla="*/ 30 w 38"/>
                    <a:gd name="T15" fmla="*/ 62 h 94"/>
                    <a:gd name="T16" fmla="*/ 28 w 38"/>
                    <a:gd name="T17" fmla="*/ 58 h 94"/>
                    <a:gd name="T18" fmla="*/ 32 w 38"/>
                    <a:gd name="T19" fmla="*/ 52 h 94"/>
                    <a:gd name="T20" fmla="*/ 32 w 38"/>
                    <a:gd name="T21" fmla="*/ 48 h 94"/>
                    <a:gd name="T22" fmla="*/ 32 w 38"/>
                    <a:gd name="T23" fmla="*/ 42 h 94"/>
                    <a:gd name="T24" fmla="*/ 34 w 38"/>
                    <a:gd name="T25" fmla="*/ 34 h 94"/>
                    <a:gd name="T26" fmla="*/ 36 w 38"/>
                    <a:gd name="T27" fmla="*/ 32 h 94"/>
                    <a:gd name="T28" fmla="*/ 32 w 38"/>
                    <a:gd name="T29" fmla="*/ 20 h 94"/>
                    <a:gd name="T30" fmla="*/ 30 w 38"/>
                    <a:gd name="T31" fmla="*/ 18 h 94"/>
                    <a:gd name="T32" fmla="*/ 36 w 38"/>
                    <a:gd name="T33" fmla="*/ 12 h 94"/>
                    <a:gd name="T34" fmla="*/ 38 w 38"/>
                    <a:gd name="T35" fmla="*/ 6 h 94"/>
                    <a:gd name="T36" fmla="*/ 34 w 38"/>
                    <a:gd name="T37" fmla="*/ 6 h 94"/>
                    <a:gd name="T38" fmla="*/ 30 w 38"/>
                    <a:gd name="T39" fmla="*/ 4 h 94"/>
                    <a:gd name="T40" fmla="*/ 20 w 38"/>
                    <a:gd name="T41" fmla="*/ 4 h 94"/>
                    <a:gd name="T42" fmla="*/ 18 w 38"/>
                    <a:gd name="T43" fmla="*/ 4 h 94"/>
                    <a:gd name="T44" fmla="*/ 18 w 38"/>
                    <a:gd name="T45" fmla="*/ 2 h 94"/>
                    <a:gd name="T46" fmla="*/ 16 w 38"/>
                    <a:gd name="T47" fmla="*/ 0 h 94"/>
                    <a:gd name="T48" fmla="*/ 10 w 38"/>
                    <a:gd name="T49" fmla="*/ 4 h 94"/>
                    <a:gd name="T50" fmla="*/ 12 w 38"/>
                    <a:gd name="T51" fmla="*/ 16 h 94"/>
                    <a:gd name="T52" fmla="*/ 12 w 38"/>
                    <a:gd name="T53" fmla="*/ 30 h 94"/>
                    <a:gd name="T54" fmla="*/ 8 w 38"/>
                    <a:gd name="T55" fmla="*/ 34 h 94"/>
                    <a:gd name="T56" fmla="*/ 8 w 38"/>
                    <a:gd name="T57" fmla="*/ 36 h 94"/>
                    <a:gd name="T58" fmla="*/ 8 w 38"/>
                    <a:gd name="T59" fmla="*/ 38 h 94"/>
                    <a:gd name="T60" fmla="*/ 6 w 38"/>
                    <a:gd name="T61" fmla="*/ 42 h 94"/>
                    <a:gd name="T62" fmla="*/ 6 w 38"/>
                    <a:gd name="T63" fmla="*/ 46 h 94"/>
                    <a:gd name="T64" fmla="*/ 2 w 38"/>
                    <a:gd name="T65" fmla="*/ 48 h 94"/>
                    <a:gd name="T66" fmla="*/ 2 w 38"/>
                    <a:gd name="T67" fmla="*/ 54 h 94"/>
                    <a:gd name="T68" fmla="*/ 0 w 38"/>
                    <a:gd name="T69" fmla="*/ 56 h 94"/>
                    <a:gd name="T70" fmla="*/ 2 w 38"/>
                    <a:gd name="T71" fmla="*/ 58 h 94"/>
                    <a:gd name="T72" fmla="*/ 4 w 38"/>
                    <a:gd name="T73" fmla="*/ 62 h 94"/>
                    <a:gd name="T74" fmla="*/ 6 w 38"/>
                    <a:gd name="T75" fmla="*/ 58 h 94"/>
                    <a:gd name="T76" fmla="*/ 6 w 38"/>
                    <a:gd name="T77" fmla="*/ 62 h 94"/>
                    <a:gd name="T78" fmla="*/ 4 w 38"/>
                    <a:gd name="T79" fmla="*/ 64 h 94"/>
                    <a:gd name="T80" fmla="*/ 4 w 38"/>
                    <a:gd name="T81" fmla="*/ 66 h 94"/>
                    <a:gd name="T82" fmla="*/ 6 w 38"/>
                    <a:gd name="T83" fmla="*/ 66 h 94"/>
                    <a:gd name="T84" fmla="*/ 6 w 38"/>
                    <a:gd name="T85" fmla="*/ 72 h 94"/>
                    <a:gd name="T86" fmla="*/ 8 w 38"/>
                    <a:gd name="T87" fmla="*/ 76 h 94"/>
                    <a:gd name="T88" fmla="*/ 8 w 38"/>
                    <a:gd name="T89" fmla="*/ 78 h 94"/>
                    <a:gd name="T90" fmla="*/ 6 w 38"/>
                    <a:gd name="T91" fmla="*/ 92 h 94"/>
                    <a:gd name="T92" fmla="*/ 18 w 38"/>
                    <a:gd name="T93" fmla="*/ 92 h 94"/>
                    <a:gd name="T94" fmla="*/ 18 w 38"/>
                    <a:gd name="T95" fmla="*/ 94 h 94"/>
                    <a:gd name="T96" fmla="*/ 22 w 38"/>
                    <a:gd name="T97" fmla="*/ 94 h 94"/>
                    <a:gd name="T98" fmla="*/ 30 w 38"/>
                    <a:gd name="T99" fmla="*/ 9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8" h="94">
                      <a:moveTo>
                        <a:pt x="30" y="90"/>
                      </a:moveTo>
                      <a:lnTo>
                        <a:pt x="30" y="90"/>
                      </a:lnTo>
                      <a:lnTo>
                        <a:pt x="30" y="88"/>
                      </a:lnTo>
                      <a:lnTo>
                        <a:pt x="32" y="82"/>
                      </a:lnTo>
                      <a:lnTo>
                        <a:pt x="32" y="82"/>
                      </a:lnTo>
                      <a:lnTo>
                        <a:pt x="34" y="80"/>
                      </a:lnTo>
                      <a:lnTo>
                        <a:pt x="32" y="80"/>
                      </a:lnTo>
                      <a:lnTo>
                        <a:pt x="30" y="80"/>
                      </a:lnTo>
                      <a:lnTo>
                        <a:pt x="28" y="78"/>
                      </a:lnTo>
                      <a:lnTo>
                        <a:pt x="28" y="78"/>
                      </a:lnTo>
                      <a:lnTo>
                        <a:pt x="28" y="74"/>
                      </a:lnTo>
                      <a:lnTo>
                        <a:pt x="28" y="72"/>
                      </a:lnTo>
                      <a:lnTo>
                        <a:pt x="30" y="68"/>
                      </a:lnTo>
                      <a:lnTo>
                        <a:pt x="30" y="68"/>
                      </a:lnTo>
                      <a:lnTo>
                        <a:pt x="32" y="64"/>
                      </a:lnTo>
                      <a:lnTo>
                        <a:pt x="30" y="62"/>
                      </a:lnTo>
                      <a:lnTo>
                        <a:pt x="30" y="62"/>
                      </a:lnTo>
                      <a:lnTo>
                        <a:pt x="28" y="58"/>
                      </a:lnTo>
                      <a:lnTo>
                        <a:pt x="28" y="56"/>
                      </a:lnTo>
                      <a:lnTo>
                        <a:pt x="32" y="52"/>
                      </a:lnTo>
                      <a:lnTo>
                        <a:pt x="32" y="52"/>
                      </a:lnTo>
                      <a:lnTo>
                        <a:pt x="32" y="48"/>
                      </a:lnTo>
                      <a:lnTo>
                        <a:pt x="32" y="42"/>
                      </a:lnTo>
                      <a:lnTo>
                        <a:pt x="32" y="42"/>
                      </a:lnTo>
                      <a:lnTo>
                        <a:pt x="30" y="38"/>
                      </a:lnTo>
                      <a:lnTo>
                        <a:pt x="34" y="34"/>
                      </a:lnTo>
                      <a:lnTo>
                        <a:pt x="34" y="34"/>
                      </a:lnTo>
                      <a:lnTo>
                        <a:pt x="36" y="32"/>
                      </a:lnTo>
                      <a:lnTo>
                        <a:pt x="36" y="28"/>
                      </a:lnTo>
                      <a:lnTo>
                        <a:pt x="32" y="20"/>
                      </a:lnTo>
                      <a:lnTo>
                        <a:pt x="32" y="20"/>
                      </a:lnTo>
                      <a:lnTo>
                        <a:pt x="30" y="18"/>
                      </a:lnTo>
                      <a:lnTo>
                        <a:pt x="32" y="16"/>
                      </a:lnTo>
                      <a:lnTo>
                        <a:pt x="36" y="12"/>
                      </a:lnTo>
                      <a:lnTo>
                        <a:pt x="36" y="12"/>
                      </a:lnTo>
                      <a:lnTo>
                        <a:pt x="38" y="6"/>
                      </a:lnTo>
                      <a:lnTo>
                        <a:pt x="34" y="6"/>
                      </a:lnTo>
                      <a:lnTo>
                        <a:pt x="34" y="6"/>
                      </a:lnTo>
                      <a:lnTo>
                        <a:pt x="34" y="4"/>
                      </a:lnTo>
                      <a:lnTo>
                        <a:pt x="30" y="4"/>
                      </a:lnTo>
                      <a:lnTo>
                        <a:pt x="30" y="4"/>
                      </a:lnTo>
                      <a:lnTo>
                        <a:pt x="20" y="4"/>
                      </a:lnTo>
                      <a:lnTo>
                        <a:pt x="20" y="4"/>
                      </a:lnTo>
                      <a:lnTo>
                        <a:pt x="18" y="4"/>
                      </a:lnTo>
                      <a:lnTo>
                        <a:pt x="18" y="4"/>
                      </a:lnTo>
                      <a:lnTo>
                        <a:pt x="18" y="2"/>
                      </a:lnTo>
                      <a:lnTo>
                        <a:pt x="18" y="2"/>
                      </a:lnTo>
                      <a:lnTo>
                        <a:pt x="16" y="0"/>
                      </a:lnTo>
                      <a:lnTo>
                        <a:pt x="12" y="2"/>
                      </a:lnTo>
                      <a:lnTo>
                        <a:pt x="10" y="4"/>
                      </a:lnTo>
                      <a:lnTo>
                        <a:pt x="10" y="4"/>
                      </a:lnTo>
                      <a:lnTo>
                        <a:pt x="12" y="16"/>
                      </a:lnTo>
                      <a:lnTo>
                        <a:pt x="12" y="24"/>
                      </a:lnTo>
                      <a:lnTo>
                        <a:pt x="12" y="30"/>
                      </a:lnTo>
                      <a:lnTo>
                        <a:pt x="12" y="30"/>
                      </a:lnTo>
                      <a:lnTo>
                        <a:pt x="8" y="34"/>
                      </a:lnTo>
                      <a:lnTo>
                        <a:pt x="8" y="34"/>
                      </a:lnTo>
                      <a:lnTo>
                        <a:pt x="8" y="36"/>
                      </a:lnTo>
                      <a:lnTo>
                        <a:pt x="8" y="38"/>
                      </a:lnTo>
                      <a:lnTo>
                        <a:pt x="8" y="38"/>
                      </a:lnTo>
                      <a:lnTo>
                        <a:pt x="6" y="42"/>
                      </a:lnTo>
                      <a:lnTo>
                        <a:pt x="6" y="42"/>
                      </a:lnTo>
                      <a:lnTo>
                        <a:pt x="6" y="46"/>
                      </a:lnTo>
                      <a:lnTo>
                        <a:pt x="6" y="46"/>
                      </a:lnTo>
                      <a:lnTo>
                        <a:pt x="2" y="48"/>
                      </a:lnTo>
                      <a:lnTo>
                        <a:pt x="2" y="48"/>
                      </a:lnTo>
                      <a:lnTo>
                        <a:pt x="2" y="52"/>
                      </a:lnTo>
                      <a:lnTo>
                        <a:pt x="2" y="54"/>
                      </a:lnTo>
                      <a:lnTo>
                        <a:pt x="0" y="56"/>
                      </a:lnTo>
                      <a:lnTo>
                        <a:pt x="0" y="56"/>
                      </a:lnTo>
                      <a:lnTo>
                        <a:pt x="0" y="56"/>
                      </a:lnTo>
                      <a:lnTo>
                        <a:pt x="2" y="58"/>
                      </a:lnTo>
                      <a:lnTo>
                        <a:pt x="4" y="62"/>
                      </a:lnTo>
                      <a:lnTo>
                        <a:pt x="4" y="62"/>
                      </a:lnTo>
                      <a:lnTo>
                        <a:pt x="4" y="60"/>
                      </a:lnTo>
                      <a:lnTo>
                        <a:pt x="6" y="58"/>
                      </a:lnTo>
                      <a:lnTo>
                        <a:pt x="6" y="58"/>
                      </a:lnTo>
                      <a:lnTo>
                        <a:pt x="6" y="62"/>
                      </a:lnTo>
                      <a:lnTo>
                        <a:pt x="6" y="62"/>
                      </a:lnTo>
                      <a:lnTo>
                        <a:pt x="4" y="64"/>
                      </a:lnTo>
                      <a:lnTo>
                        <a:pt x="4" y="64"/>
                      </a:lnTo>
                      <a:lnTo>
                        <a:pt x="4" y="66"/>
                      </a:lnTo>
                      <a:lnTo>
                        <a:pt x="4" y="66"/>
                      </a:lnTo>
                      <a:lnTo>
                        <a:pt x="6" y="66"/>
                      </a:lnTo>
                      <a:lnTo>
                        <a:pt x="6" y="66"/>
                      </a:lnTo>
                      <a:lnTo>
                        <a:pt x="6" y="72"/>
                      </a:lnTo>
                      <a:lnTo>
                        <a:pt x="8" y="74"/>
                      </a:lnTo>
                      <a:lnTo>
                        <a:pt x="8" y="76"/>
                      </a:lnTo>
                      <a:lnTo>
                        <a:pt x="8" y="78"/>
                      </a:lnTo>
                      <a:lnTo>
                        <a:pt x="8" y="78"/>
                      </a:lnTo>
                      <a:lnTo>
                        <a:pt x="6" y="92"/>
                      </a:lnTo>
                      <a:lnTo>
                        <a:pt x="6" y="92"/>
                      </a:lnTo>
                      <a:lnTo>
                        <a:pt x="10" y="90"/>
                      </a:lnTo>
                      <a:lnTo>
                        <a:pt x="18" y="92"/>
                      </a:lnTo>
                      <a:lnTo>
                        <a:pt x="18" y="92"/>
                      </a:lnTo>
                      <a:lnTo>
                        <a:pt x="18" y="94"/>
                      </a:lnTo>
                      <a:lnTo>
                        <a:pt x="22" y="94"/>
                      </a:lnTo>
                      <a:lnTo>
                        <a:pt x="22" y="94"/>
                      </a:lnTo>
                      <a:lnTo>
                        <a:pt x="26" y="92"/>
                      </a:lnTo>
                      <a:lnTo>
                        <a:pt x="30" y="90"/>
                      </a:lnTo>
                      <a:lnTo>
                        <a:pt x="30" y="9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9" name="Freeform 109">
                  <a:extLst>
                    <a:ext uri="{FF2B5EF4-FFF2-40B4-BE49-F238E27FC236}">
                      <a16:creationId xmlns:a16="http://schemas.microsoft.com/office/drawing/2014/main" id="{0AA54D48-179A-A241-B413-7127BCB7AA32}"/>
                    </a:ext>
                  </a:extLst>
                </p:cNvPr>
                <p:cNvSpPr>
                  <a:spLocks/>
                </p:cNvSpPr>
                <p:nvPr/>
              </p:nvSpPr>
              <p:spPr bwMode="auto">
                <a:xfrm>
                  <a:off x="6271241" y="2421329"/>
                  <a:ext cx="281794" cy="244287"/>
                </a:xfrm>
                <a:custGeom>
                  <a:avLst/>
                  <a:gdLst>
                    <a:gd name="T0" fmla="*/ 72 w 144"/>
                    <a:gd name="T1" fmla="*/ 8 h 122"/>
                    <a:gd name="T2" fmla="*/ 72 w 144"/>
                    <a:gd name="T3" fmla="*/ 6 h 122"/>
                    <a:gd name="T4" fmla="*/ 66 w 144"/>
                    <a:gd name="T5" fmla="*/ 8 h 122"/>
                    <a:gd name="T6" fmla="*/ 60 w 144"/>
                    <a:gd name="T7" fmla="*/ 8 h 122"/>
                    <a:gd name="T8" fmla="*/ 58 w 144"/>
                    <a:gd name="T9" fmla="*/ 4 h 122"/>
                    <a:gd name="T10" fmla="*/ 60 w 144"/>
                    <a:gd name="T11" fmla="*/ 6 h 122"/>
                    <a:gd name="T12" fmla="*/ 62 w 144"/>
                    <a:gd name="T13" fmla="*/ 2 h 122"/>
                    <a:gd name="T14" fmla="*/ 58 w 144"/>
                    <a:gd name="T15" fmla="*/ 0 h 122"/>
                    <a:gd name="T16" fmla="*/ 40 w 144"/>
                    <a:gd name="T17" fmla="*/ 8 h 122"/>
                    <a:gd name="T18" fmla="*/ 34 w 144"/>
                    <a:gd name="T19" fmla="*/ 8 h 122"/>
                    <a:gd name="T20" fmla="*/ 28 w 144"/>
                    <a:gd name="T21" fmla="*/ 12 h 122"/>
                    <a:gd name="T22" fmla="*/ 22 w 144"/>
                    <a:gd name="T23" fmla="*/ 14 h 122"/>
                    <a:gd name="T24" fmla="*/ 8 w 144"/>
                    <a:gd name="T25" fmla="*/ 16 h 122"/>
                    <a:gd name="T26" fmla="*/ 2 w 144"/>
                    <a:gd name="T27" fmla="*/ 22 h 122"/>
                    <a:gd name="T28" fmla="*/ 0 w 144"/>
                    <a:gd name="T29" fmla="*/ 34 h 122"/>
                    <a:gd name="T30" fmla="*/ 4 w 144"/>
                    <a:gd name="T31" fmla="*/ 40 h 122"/>
                    <a:gd name="T32" fmla="*/ 4 w 144"/>
                    <a:gd name="T33" fmla="*/ 54 h 122"/>
                    <a:gd name="T34" fmla="*/ 6 w 144"/>
                    <a:gd name="T35" fmla="*/ 76 h 122"/>
                    <a:gd name="T36" fmla="*/ 18 w 144"/>
                    <a:gd name="T37" fmla="*/ 78 h 122"/>
                    <a:gd name="T38" fmla="*/ 20 w 144"/>
                    <a:gd name="T39" fmla="*/ 82 h 122"/>
                    <a:gd name="T40" fmla="*/ 24 w 144"/>
                    <a:gd name="T41" fmla="*/ 82 h 122"/>
                    <a:gd name="T42" fmla="*/ 32 w 144"/>
                    <a:gd name="T43" fmla="*/ 88 h 122"/>
                    <a:gd name="T44" fmla="*/ 42 w 144"/>
                    <a:gd name="T45" fmla="*/ 90 h 122"/>
                    <a:gd name="T46" fmla="*/ 46 w 144"/>
                    <a:gd name="T47" fmla="*/ 92 h 122"/>
                    <a:gd name="T48" fmla="*/ 48 w 144"/>
                    <a:gd name="T49" fmla="*/ 96 h 122"/>
                    <a:gd name="T50" fmla="*/ 54 w 144"/>
                    <a:gd name="T51" fmla="*/ 104 h 122"/>
                    <a:gd name="T52" fmla="*/ 60 w 144"/>
                    <a:gd name="T53" fmla="*/ 104 h 122"/>
                    <a:gd name="T54" fmla="*/ 68 w 144"/>
                    <a:gd name="T55" fmla="*/ 104 h 122"/>
                    <a:gd name="T56" fmla="*/ 80 w 144"/>
                    <a:gd name="T57" fmla="*/ 110 h 122"/>
                    <a:gd name="T58" fmla="*/ 84 w 144"/>
                    <a:gd name="T59" fmla="*/ 108 h 122"/>
                    <a:gd name="T60" fmla="*/ 92 w 144"/>
                    <a:gd name="T61" fmla="*/ 104 h 122"/>
                    <a:gd name="T62" fmla="*/ 100 w 144"/>
                    <a:gd name="T63" fmla="*/ 100 h 122"/>
                    <a:gd name="T64" fmla="*/ 106 w 144"/>
                    <a:gd name="T65" fmla="*/ 98 h 122"/>
                    <a:gd name="T66" fmla="*/ 114 w 144"/>
                    <a:gd name="T67" fmla="*/ 104 h 122"/>
                    <a:gd name="T68" fmla="*/ 122 w 144"/>
                    <a:gd name="T69" fmla="*/ 110 h 122"/>
                    <a:gd name="T70" fmla="*/ 124 w 144"/>
                    <a:gd name="T71" fmla="*/ 116 h 122"/>
                    <a:gd name="T72" fmla="*/ 130 w 144"/>
                    <a:gd name="T73" fmla="*/ 122 h 122"/>
                    <a:gd name="T74" fmla="*/ 138 w 144"/>
                    <a:gd name="T75" fmla="*/ 118 h 122"/>
                    <a:gd name="T76" fmla="*/ 136 w 144"/>
                    <a:gd name="T77" fmla="*/ 112 h 122"/>
                    <a:gd name="T78" fmla="*/ 136 w 144"/>
                    <a:gd name="T79" fmla="*/ 106 h 122"/>
                    <a:gd name="T80" fmla="*/ 144 w 144"/>
                    <a:gd name="T81" fmla="*/ 90 h 122"/>
                    <a:gd name="T82" fmla="*/ 140 w 144"/>
                    <a:gd name="T83" fmla="*/ 82 h 122"/>
                    <a:gd name="T84" fmla="*/ 140 w 144"/>
                    <a:gd name="T85" fmla="*/ 76 h 122"/>
                    <a:gd name="T86" fmla="*/ 142 w 144"/>
                    <a:gd name="T87" fmla="*/ 68 h 122"/>
                    <a:gd name="T88" fmla="*/ 142 w 144"/>
                    <a:gd name="T89" fmla="*/ 66 h 122"/>
                    <a:gd name="T90" fmla="*/ 140 w 144"/>
                    <a:gd name="T91" fmla="*/ 58 h 122"/>
                    <a:gd name="T92" fmla="*/ 140 w 144"/>
                    <a:gd name="T93" fmla="*/ 46 h 122"/>
                    <a:gd name="T94" fmla="*/ 144 w 144"/>
                    <a:gd name="T95" fmla="*/ 36 h 122"/>
                    <a:gd name="T96" fmla="*/ 142 w 144"/>
                    <a:gd name="T97" fmla="*/ 30 h 122"/>
                    <a:gd name="T98" fmla="*/ 140 w 144"/>
                    <a:gd name="T99" fmla="*/ 22 h 122"/>
                    <a:gd name="T100" fmla="*/ 138 w 144"/>
                    <a:gd name="T101" fmla="*/ 18 h 122"/>
                    <a:gd name="T102" fmla="*/ 120 w 144"/>
                    <a:gd name="T103" fmla="*/ 16 h 122"/>
                    <a:gd name="T104" fmla="*/ 106 w 144"/>
                    <a:gd name="T105" fmla="*/ 18 h 122"/>
                    <a:gd name="T106" fmla="*/ 88 w 144"/>
                    <a:gd name="T107" fmla="*/ 16 h 122"/>
                    <a:gd name="T108" fmla="*/ 74 w 144"/>
                    <a:gd name="T109" fmla="*/ 8 h 122"/>
                    <a:gd name="T110" fmla="*/ 74 w 144"/>
                    <a:gd name="T111" fmla="*/ 1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4" h="122">
                      <a:moveTo>
                        <a:pt x="74" y="10"/>
                      </a:moveTo>
                      <a:lnTo>
                        <a:pt x="74" y="10"/>
                      </a:lnTo>
                      <a:lnTo>
                        <a:pt x="72" y="8"/>
                      </a:lnTo>
                      <a:lnTo>
                        <a:pt x="72" y="8"/>
                      </a:lnTo>
                      <a:lnTo>
                        <a:pt x="72" y="6"/>
                      </a:lnTo>
                      <a:lnTo>
                        <a:pt x="72" y="6"/>
                      </a:lnTo>
                      <a:lnTo>
                        <a:pt x="70" y="6"/>
                      </a:lnTo>
                      <a:lnTo>
                        <a:pt x="66" y="8"/>
                      </a:lnTo>
                      <a:lnTo>
                        <a:pt x="66" y="8"/>
                      </a:lnTo>
                      <a:lnTo>
                        <a:pt x="62" y="10"/>
                      </a:lnTo>
                      <a:lnTo>
                        <a:pt x="62" y="10"/>
                      </a:lnTo>
                      <a:lnTo>
                        <a:pt x="60" y="8"/>
                      </a:lnTo>
                      <a:lnTo>
                        <a:pt x="58" y="8"/>
                      </a:lnTo>
                      <a:lnTo>
                        <a:pt x="58" y="8"/>
                      </a:lnTo>
                      <a:lnTo>
                        <a:pt x="58" y="4"/>
                      </a:lnTo>
                      <a:lnTo>
                        <a:pt x="58" y="4"/>
                      </a:lnTo>
                      <a:lnTo>
                        <a:pt x="60" y="6"/>
                      </a:lnTo>
                      <a:lnTo>
                        <a:pt x="60" y="6"/>
                      </a:lnTo>
                      <a:lnTo>
                        <a:pt x="62" y="4"/>
                      </a:lnTo>
                      <a:lnTo>
                        <a:pt x="62" y="4"/>
                      </a:lnTo>
                      <a:lnTo>
                        <a:pt x="62" y="2"/>
                      </a:lnTo>
                      <a:lnTo>
                        <a:pt x="60" y="2"/>
                      </a:lnTo>
                      <a:lnTo>
                        <a:pt x="58" y="0"/>
                      </a:lnTo>
                      <a:lnTo>
                        <a:pt x="58" y="0"/>
                      </a:lnTo>
                      <a:lnTo>
                        <a:pt x="44" y="4"/>
                      </a:lnTo>
                      <a:lnTo>
                        <a:pt x="44" y="4"/>
                      </a:lnTo>
                      <a:lnTo>
                        <a:pt x="40" y="8"/>
                      </a:lnTo>
                      <a:lnTo>
                        <a:pt x="40" y="8"/>
                      </a:lnTo>
                      <a:lnTo>
                        <a:pt x="34" y="8"/>
                      </a:lnTo>
                      <a:lnTo>
                        <a:pt x="34" y="8"/>
                      </a:lnTo>
                      <a:lnTo>
                        <a:pt x="32" y="10"/>
                      </a:lnTo>
                      <a:lnTo>
                        <a:pt x="28" y="12"/>
                      </a:lnTo>
                      <a:lnTo>
                        <a:pt x="28" y="12"/>
                      </a:lnTo>
                      <a:lnTo>
                        <a:pt x="26" y="12"/>
                      </a:lnTo>
                      <a:lnTo>
                        <a:pt x="24" y="12"/>
                      </a:lnTo>
                      <a:lnTo>
                        <a:pt x="22" y="14"/>
                      </a:lnTo>
                      <a:lnTo>
                        <a:pt x="22" y="14"/>
                      </a:lnTo>
                      <a:lnTo>
                        <a:pt x="8" y="16"/>
                      </a:lnTo>
                      <a:lnTo>
                        <a:pt x="8" y="16"/>
                      </a:lnTo>
                      <a:lnTo>
                        <a:pt x="2" y="16"/>
                      </a:lnTo>
                      <a:lnTo>
                        <a:pt x="2" y="16"/>
                      </a:lnTo>
                      <a:lnTo>
                        <a:pt x="2" y="22"/>
                      </a:lnTo>
                      <a:lnTo>
                        <a:pt x="0" y="32"/>
                      </a:lnTo>
                      <a:lnTo>
                        <a:pt x="0" y="32"/>
                      </a:lnTo>
                      <a:lnTo>
                        <a:pt x="0" y="34"/>
                      </a:lnTo>
                      <a:lnTo>
                        <a:pt x="2" y="38"/>
                      </a:lnTo>
                      <a:lnTo>
                        <a:pt x="4" y="40"/>
                      </a:lnTo>
                      <a:lnTo>
                        <a:pt x="4" y="40"/>
                      </a:lnTo>
                      <a:lnTo>
                        <a:pt x="2" y="50"/>
                      </a:lnTo>
                      <a:lnTo>
                        <a:pt x="2" y="50"/>
                      </a:lnTo>
                      <a:lnTo>
                        <a:pt x="4" y="54"/>
                      </a:lnTo>
                      <a:lnTo>
                        <a:pt x="4" y="58"/>
                      </a:lnTo>
                      <a:lnTo>
                        <a:pt x="4" y="58"/>
                      </a:lnTo>
                      <a:lnTo>
                        <a:pt x="6" y="76"/>
                      </a:lnTo>
                      <a:lnTo>
                        <a:pt x="10" y="78"/>
                      </a:lnTo>
                      <a:lnTo>
                        <a:pt x="10" y="78"/>
                      </a:lnTo>
                      <a:lnTo>
                        <a:pt x="18" y="78"/>
                      </a:lnTo>
                      <a:lnTo>
                        <a:pt x="18" y="78"/>
                      </a:lnTo>
                      <a:lnTo>
                        <a:pt x="20" y="80"/>
                      </a:lnTo>
                      <a:lnTo>
                        <a:pt x="20" y="82"/>
                      </a:lnTo>
                      <a:lnTo>
                        <a:pt x="22" y="82"/>
                      </a:lnTo>
                      <a:lnTo>
                        <a:pt x="24" y="82"/>
                      </a:lnTo>
                      <a:lnTo>
                        <a:pt x="24" y="82"/>
                      </a:lnTo>
                      <a:lnTo>
                        <a:pt x="26" y="82"/>
                      </a:lnTo>
                      <a:lnTo>
                        <a:pt x="28" y="84"/>
                      </a:lnTo>
                      <a:lnTo>
                        <a:pt x="32" y="88"/>
                      </a:lnTo>
                      <a:lnTo>
                        <a:pt x="32" y="88"/>
                      </a:lnTo>
                      <a:lnTo>
                        <a:pt x="38" y="90"/>
                      </a:lnTo>
                      <a:lnTo>
                        <a:pt x="42" y="90"/>
                      </a:lnTo>
                      <a:lnTo>
                        <a:pt x="42" y="90"/>
                      </a:lnTo>
                      <a:lnTo>
                        <a:pt x="44" y="90"/>
                      </a:lnTo>
                      <a:lnTo>
                        <a:pt x="46" y="92"/>
                      </a:lnTo>
                      <a:lnTo>
                        <a:pt x="48" y="94"/>
                      </a:lnTo>
                      <a:lnTo>
                        <a:pt x="48" y="96"/>
                      </a:lnTo>
                      <a:lnTo>
                        <a:pt x="48" y="96"/>
                      </a:lnTo>
                      <a:lnTo>
                        <a:pt x="50" y="96"/>
                      </a:lnTo>
                      <a:lnTo>
                        <a:pt x="52" y="98"/>
                      </a:lnTo>
                      <a:lnTo>
                        <a:pt x="54" y="104"/>
                      </a:lnTo>
                      <a:lnTo>
                        <a:pt x="54" y="104"/>
                      </a:lnTo>
                      <a:lnTo>
                        <a:pt x="60" y="104"/>
                      </a:lnTo>
                      <a:lnTo>
                        <a:pt x="60" y="104"/>
                      </a:lnTo>
                      <a:lnTo>
                        <a:pt x="64" y="102"/>
                      </a:lnTo>
                      <a:lnTo>
                        <a:pt x="68" y="104"/>
                      </a:lnTo>
                      <a:lnTo>
                        <a:pt x="68" y="104"/>
                      </a:lnTo>
                      <a:lnTo>
                        <a:pt x="74" y="108"/>
                      </a:lnTo>
                      <a:lnTo>
                        <a:pt x="74" y="108"/>
                      </a:lnTo>
                      <a:lnTo>
                        <a:pt x="80" y="110"/>
                      </a:lnTo>
                      <a:lnTo>
                        <a:pt x="82" y="110"/>
                      </a:lnTo>
                      <a:lnTo>
                        <a:pt x="84" y="108"/>
                      </a:lnTo>
                      <a:lnTo>
                        <a:pt x="84" y="108"/>
                      </a:lnTo>
                      <a:lnTo>
                        <a:pt x="86" y="106"/>
                      </a:lnTo>
                      <a:lnTo>
                        <a:pt x="88" y="106"/>
                      </a:lnTo>
                      <a:lnTo>
                        <a:pt x="92" y="104"/>
                      </a:lnTo>
                      <a:lnTo>
                        <a:pt x="92" y="104"/>
                      </a:lnTo>
                      <a:lnTo>
                        <a:pt x="96" y="102"/>
                      </a:lnTo>
                      <a:lnTo>
                        <a:pt x="100" y="100"/>
                      </a:lnTo>
                      <a:lnTo>
                        <a:pt x="102" y="98"/>
                      </a:lnTo>
                      <a:lnTo>
                        <a:pt x="106" y="98"/>
                      </a:lnTo>
                      <a:lnTo>
                        <a:pt x="106" y="98"/>
                      </a:lnTo>
                      <a:lnTo>
                        <a:pt x="110" y="102"/>
                      </a:lnTo>
                      <a:lnTo>
                        <a:pt x="114" y="104"/>
                      </a:lnTo>
                      <a:lnTo>
                        <a:pt x="114" y="104"/>
                      </a:lnTo>
                      <a:lnTo>
                        <a:pt x="116" y="104"/>
                      </a:lnTo>
                      <a:lnTo>
                        <a:pt x="118" y="106"/>
                      </a:lnTo>
                      <a:lnTo>
                        <a:pt x="122" y="110"/>
                      </a:lnTo>
                      <a:lnTo>
                        <a:pt x="122" y="110"/>
                      </a:lnTo>
                      <a:lnTo>
                        <a:pt x="124" y="112"/>
                      </a:lnTo>
                      <a:lnTo>
                        <a:pt x="124" y="116"/>
                      </a:lnTo>
                      <a:lnTo>
                        <a:pt x="124" y="116"/>
                      </a:lnTo>
                      <a:lnTo>
                        <a:pt x="128" y="120"/>
                      </a:lnTo>
                      <a:lnTo>
                        <a:pt x="130" y="122"/>
                      </a:lnTo>
                      <a:lnTo>
                        <a:pt x="130" y="122"/>
                      </a:lnTo>
                      <a:lnTo>
                        <a:pt x="134" y="120"/>
                      </a:lnTo>
                      <a:lnTo>
                        <a:pt x="138" y="118"/>
                      </a:lnTo>
                      <a:lnTo>
                        <a:pt x="138" y="116"/>
                      </a:lnTo>
                      <a:lnTo>
                        <a:pt x="138" y="116"/>
                      </a:lnTo>
                      <a:lnTo>
                        <a:pt x="136" y="112"/>
                      </a:lnTo>
                      <a:lnTo>
                        <a:pt x="136" y="108"/>
                      </a:lnTo>
                      <a:lnTo>
                        <a:pt x="136" y="106"/>
                      </a:lnTo>
                      <a:lnTo>
                        <a:pt x="136" y="106"/>
                      </a:lnTo>
                      <a:lnTo>
                        <a:pt x="140" y="98"/>
                      </a:lnTo>
                      <a:lnTo>
                        <a:pt x="140" y="98"/>
                      </a:lnTo>
                      <a:lnTo>
                        <a:pt x="144" y="90"/>
                      </a:lnTo>
                      <a:lnTo>
                        <a:pt x="144" y="90"/>
                      </a:lnTo>
                      <a:lnTo>
                        <a:pt x="142" y="86"/>
                      </a:lnTo>
                      <a:lnTo>
                        <a:pt x="140" y="82"/>
                      </a:lnTo>
                      <a:lnTo>
                        <a:pt x="140" y="80"/>
                      </a:lnTo>
                      <a:lnTo>
                        <a:pt x="140" y="80"/>
                      </a:lnTo>
                      <a:lnTo>
                        <a:pt x="140" y="76"/>
                      </a:lnTo>
                      <a:lnTo>
                        <a:pt x="142" y="70"/>
                      </a:lnTo>
                      <a:lnTo>
                        <a:pt x="142" y="70"/>
                      </a:lnTo>
                      <a:lnTo>
                        <a:pt x="142" y="68"/>
                      </a:lnTo>
                      <a:lnTo>
                        <a:pt x="142" y="68"/>
                      </a:lnTo>
                      <a:lnTo>
                        <a:pt x="142" y="66"/>
                      </a:lnTo>
                      <a:lnTo>
                        <a:pt x="142" y="66"/>
                      </a:lnTo>
                      <a:lnTo>
                        <a:pt x="142" y="66"/>
                      </a:lnTo>
                      <a:lnTo>
                        <a:pt x="140" y="60"/>
                      </a:lnTo>
                      <a:lnTo>
                        <a:pt x="140" y="58"/>
                      </a:lnTo>
                      <a:lnTo>
                        <a:pt x="142" y="56"/>
                      </a:lnTo>
                      <a:lnTo>
                        <a:pt x="142" y="56"/>
                      </a:lnTo>
                      <a:lnTo>
                        <a:pt x="140" y="46"/>
                      </a:lnTo>
                      <a:lnTo>
                        <a:pt x="140" y="46"/>
                      </a:lnTo>
                      <a:lnTo>
                        <a:pt x="144" y="40"/>
                      </a:lnTo>
                      <a:lnTo>
                        <a:pt x="144" y="36"/>
                      </a:lnTo>
                      <a:lnTo>
                        <a:pt x="144" y="34"/>
                      </a:lnTo>
                      <a:lnTo>
                        <a:pt x="144" y="34"/>
                      </a:lnTo>
                      <a:lnTo>
                        <a:pt x="142" y="30"/>
                      </a:lnTo>
                      <a:lnTo>
                        <a:pt x="140" y="26"/>
                      </a:lnTo>
                      <a:lnTo>
                        <a:pt x="140" y="22"/>
                      </a:lnTo>
                      <a:lnTo>
                        <a:pt x="140" y="22"/>
                      </a:lnTo>
                      <a:lnTo>
                        <a:pt x="140" y="22"/>
                      </a:lnTo>
                      <a:lnTo>
                        <a:pt x="140" y="20"/>
                      </a:lnTo>
                      <a:lnTo>
                        <a:pt x="138" y="18"/>
                      </a:lnTo>
                      <a:lnTo>
                        <a:pt x="138" y="18"/>
                      </a:lnTo>
                      <a:lnTo>
                        <a:pt x="128" y="16"/>
                      </a:lnTo>
                      <a:lnTo>
                        <a:pt x="120" y="16"/>
                      </a:lnTo>
                      <a:lnTo>
                        <a:pt x="114" y="18"/>
                      </a:lnTo>
                      <a:lnTo>
                        <a:pt x="114" y="18"/>
                      </a:lnTo>
                      <a:lnTo>
                        <a:pt x="106" y="18"/>
                      </a:lnTo>
                      <a:lnTo>
                        <a:pt x="106" y="18"/>
                      </a:lnTo>
                      <a:lnTo>
                        <a:pt x="100" y="18"/>
                      </a:lnTo>
                      <a:lnTo>
                        <a:pt x="88" y="16"/>
                      </a:lnTo>
                      <a:lnTo>
                        <a:pt x="88" y="16"/>
                      </a:lnTo>
                      <a:lnTo>
                        <a:pt x="78" y="12"/>
                      </a:lnTo>
                      <a:lnTo>
                        <a:pt x="74" y="8"/>
                      </a:lnTo>
                      <a:lnTo>
                        <a:pt x="74" y="8"/>
                      </a:lnTo>
                      <a:lnTo>
                        <a:pt x="74" y="10"/>
                      </a:lnTo>
                      <a:lnTo>
                        <a:pt x="74"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0" name="Freeform 117">
                  <a:extLst>
                    <a:ext uri="{FF2B5EF4-FFF2-40B4-BE49-F238E27FC236}">
                      <a16:creationId xmlns:a16="http://schemas.microsoft.com/office/drawing/2014/main" id="{FC578543-06CA-A74B-B103-207D893B4F65}"/>
                    </a:ext>
                  </a:extLst>
                </p:cNvPr>
                <p:cNvSpPr>
                  <a:spLocks/>
                </p:cNvSpPr>
                <p:nvPr/>
              </p:nvSpPr>
              <p:spPr bwMode="auto">
                <a:xfrm>
                  <a:off x="6286897" y="1912732"/>
                  <a:ext cx="3914" cy="4005"/>
                </a:xfrm>
                <a:custGeom>
                  <a:avLst/>
                  <a:gdLst>
                    <a:gd name="T0" fmla="*/ 2 w 2"/>
                    <a:gd name="T1" fmla="*/ 0 h 2"/>
                    <a:gd name="T2" fmla="*/ 2 w 2"/>
                    <a:gd name="T3" fmla="*/ 0 h 2"/>
                    <a:gd name="T4" fmla="*/ 2 w 2"/>
                    <a:gd name="T5" fmla="*/ 2 h 2"/>
                    <a:gd name="T6" fmla="*/ 2 w 2"/>
                    <a:gd name="T7" fmla="*/ 2 h 2"/>
                    <a:gd name="T8" fmla="*/ 0 w 2"/>
                    <a:gd name="T9" fmla="*/ 2 h 2"/>
                    <a:gd name="T10" fmla="*/ 0 w 2"/>
                    <a:gd name="T11" fmla="*/ 2 h 2"/>
                    <a:gd name="T12" fmla="*/ 0 w 2"/>
                    <a:gd name="T13" fmla="*/ 2 h 2"/>
                    <a:gd name="T14" fmla="*/ 2 w 2"/>
                    <a:gd name="T15" fmla="*/ 0 h 2"/>
                    <a:gd name="T16" fmla="*/ 2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2" y="0"/>
                      </a:moveTo>
                      <a:lnTo>
                        <a:pt x="2" y="0"/>
                      </a:lnTo>
                      <a:lnTo>
                        <a:pt x="2" y="2"/>
                      </a:lnTo>
                      <a:lnTo>
                        <a:pt x="2" y="2"/>
                      </a:lnTo>
                      <a:lnTo>
                        <a:pt x="0" y="2"/>
                      </a:lnTo>
                      <a:lnTo>
                        <a:pt x="0" y="2"/>
                      </a:lnTo>
                      <a:lnTo>
                        <a:pt x="0" y="2"/>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1" name="Freeform 118">
                  <a:extLst>
                    <a:ext uri="{FF2B5EF4-FFF2-40B4-BE49-F238E27FC236}">
                      <a16:creationId xmlns:a16="http://schemas.microsoft.com/office/drawing/2014/main" id="{552D91A9-F729-884A-B0F9-80FB0BE94F3B}"/>
                    </a:ext>
                  </a:extLst>
                </p:cNvPr>
                <p:cNvSpPr>
                  <a:spLocks/>
                </p:cNvSpPr>
                <p:nvPr/>
              </p:nvSpPr>
              <p:spPr bwMode="auto">
                <a:xfrm>
                  <a:off x="6267329" y="1916737"/>
                  <a:ext cx="3914"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0 w 2"/>
                    <a:gd name="T13" fmla="*/ 0 h 2"/>
                    <a:gd name="T14" fmla="*/ 0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0" y="0"/>
                      </a:moveTo>
                      <a:lnTo>
                        <a:pt x="0" y="0"/>
                      </a:lnTo>
                      <a:lnTo>
                        <a:pt x="0" y="2"/>
                      </a:lnTo>
                      <a:lnTo>
                        <a:pt x="2" y="2"/>
                      </a:lnTo>
                      <a:lnTo>
                        <a:pt x="2"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2" name="Freeform 119">
                  <a:extLst>
                    <a:ext uri="{FF2B5EF4-FFF2-40B4-BE49-F238E27FC236}">
                      <a16:creationId xmlns:a16="http://schemas.microsoft.com/office/drawing/2014/main" id="{20BCC3DA-D94B-A24C-AE6D-322B92EAA77B}"/>
                    </a:ext>
                  </a:extLst>
                </p:cNvPr>
                <p:cNvSpPr>
                  <a:spLocks/>
                </p:cNvSpPr>
                <p:nvPr/>
              </p:nvSpPr>
              <p:spPr bwMode="auto">
                <a:xfrm>
                  <a:off x="6128387" y="2048892"/>
                  <a:ext cx="7827" cy="4005"/>
                </a:xfrm>
                <a:custGeom>
                  <a:avLst/>
                  <a:gdLst>
                    <a:gd name="T0" fmla="*/ 2 w 4"/>
                    <a:gd name="T1" fmla="*/ 0 h 2"/>
                    <a:gd name="T2" fmla="*/ 2 w 4"/>
                    <a:gd name="T3" fmla="*/ 0 h 2"/>
                    <a:gd name="T4" fmla="*/ 4 w 4"/>
                    <a:gd name="T5" fmla="*/ 2 h 2"/>
                    <a:gd name="T6" fmla="*/ 2 w 4"/>
                    <a:gd name="T7" fmla="*/ 2 h 2"/>
                    <a:gd name="T8" fmla="*/ 2 w 4"/>
                    <a:gd name="T9" fmla="*/ 2 h 2"/>
                    <a:gd name="T10" fmla="*/ 2 w 4"/>
                    <a:gd name="T11" fmla="*/ 0 h 2"/>
                    <a:gd name="T12" fmla="*/ 0 w 4"/>
                    <a:gd name="T13" fmla="*/ 0 h 2"/>
                    <a:gd name="T14" fmla="*/ 2 w 4"/>
                    <a:gd name="T15" fmla="*/ 0 h 2"/>
                    <a:gd name="T16" fmla="*/ 2 w 4"/>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2" y="0"/>
                      </a:moveTo>
                      <a:lnTo>
                        <a:pt x="2" y="0"/>
                      </a:lnTo>
                      <a:lnTo>
                        <a:pt x="4" y="2"/>
                      </a:lnTo>
                      <a:lnTo>
                        <a:pt x="2" y="2"/>
                      </a:lnTo>
                      <a:lnTo>
                        <a:pt x="2" y="2"/>
                      </a:lnTo>
                      <a:lnTo>
                        <a:pt x="2" y="0"/>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3" name="Freeform 120">
                  <a:extLst>
                    <a:ext uri="{FF2B5EF4-FFF2-40B4-BE49-F238E27FC236}">
                      <a16:creationId xmlns:a16="http://schemas.microsoft.com/office/drawing/2014/main" id="{F43F2AA0-20FB-7E48-BA67-7C760A2B4979}"/>
                    </a:ext>
                  </a:extLst>
                </p:cNvPr>
                <p:cNvSpPr>
                  <a:spLocks/>
                </p:cNvSpPr>
                <p:nvPr/>
              </p:nvSpPr>
              <p:spPr bwMode="auto">
                <a:xfrm>
                  <a:off x="6089250" y="2088938"/>
                  <a:ext cx="7827" cy="12014"/>
                </a:xfrm>
                <a:custGeom>
                  <a:avLst/>
                  <a:gdLst>
                    <a:gd name="T0" fmla="*/ 2 w 4"/>
                    <a:gd name="T1" fmla="*/ 0 h 6"/>
                    <a:gd name="T2" fmla="*/ 2 w 4"/>
                    <a:gd name="T3" fmla="*/ 0 h 6"/>
                    <a:gd name="T4" fmla="*/ 2 w 4"/>
                    <a:gd name="T5" fmla="*/ 2 h 6"/>
                    <a:gd name="T6" fmla="*/ 2 w 4"/>
                    <a:gd name="T7" fmla="*/ 2 h 6"/>
                    <a:gd name="T8" fmla="*/ 4 w 4"/>
                    <a:gd name="T9" fmla="*/ 2 h 6"/>
                    <a:gd name="T10" fmla="*/ 4 w 4"/>
                    <a:gd name="T11" fmla="*/ 2 h 6"/>
                    <a:gd name="T12" fmla="*/ 2 w 4"/>
                    <a:gd name="T13" fmla="*/ 2 h 6"/>
                    <a:gd name="T14" fmla="*/ 2 w 4"/>
                    <a:gd name="T15" fmla="*/ 4 h 6"/>
                    <a:gd name="T16" fmla="*/ 2 w 4"/>
                    <a:gd name="T17" fmla="*/ 4 h 6"/>
                    <a:gd name="T18" fmla="*/ 0 w 4"/>
                    <a:gd name="T19" fmla="*/ 6 h 6"/>
                    <a:gd name="T20" fmla="*/ 0 w 4"/>
                    <a:gd name="T21" fmla="*/ 6 h 6"/>
                    <a:gd name="T22" fmla="*/ 0 w 4"/>
                    <a:gd name="T23" fmla="*/ 2 h 6"/>
                    <a:gd name="T24" fmla="*/ 0 w 4"/>
                    <a:gd name="T25" fmla="*/ 0 h 6"/>
                    <a:gd name="T26" fmla="*/ 2 w 4"/>
                    <a:gd name="T27" fmla="*/ 0 h 6"/>
                    <a:gd name="T28" fmla="*/ 2 w 4"/>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 h="6">
                      <a:moveTo>
                        <a:pt x="2" y="0"/>
                      </a:moveTo>
                      <a:lnTo>
                        <a:pt x="2" y="0"/>
                      </a:lnTo>
                      <a:lnTo>
                        <a:pt x="2" y="2"/>
                      </a:lnTo>
                      <a:lnTo>
                        <a:pt x="2" y="2"/>
                      </a:lnTo>
                      <a:lnTo>
                        <a:pt x="4" y="2"/>
                      </a:lnTo>
                      <a:lnTo>
                        <a:pt x="4" y="2"/>
                      </a:lnTo>
                      <a:lnTo>
                        <a:pt x="2" y="2"/>
                      </a:lnTo>
                      <a:lnTo>
                        <a:pt x="2" y="4"/>
                      </a:lnTo>
                      <a:lnTo>
                        <a:pt x="2" y="4"/>
                      </a:lnTo>
                      <a:lnTo>
                        <a:pt x="0" y="6"/>
                      </a:lnTo>
                      <a:lnTo>
                        <a:pt x="0" y="6"/>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4" name="Freeform 121">
                  <a:extLst>
                    <a:ext uri="{FF2B5EF4-FFF2-40B4-BE49-F238E27FC236}">
                      <a16:creationId xmlns:a16="http://schemas.microsoft.com/office/drawing/2014/main" id="{09F77EC2-61D4-5B4C-A00A-AAFB862B36FC}"/>
                    </a:ext>
                  </a:extLst>
                </p:cNvPr>
                <p:cNvSpPr>
                  <a:spLocks/>
                </p:cNvSpPr>
                <p:nvPr/>
              </p:nvSpPr>
              <p:spPr bwMode="auto">
                <a:xfrm>
                  <a:off x="6034456" y="1640412"/>
                  <a:ext cx="686873" cy="640753"/>
                </a:xfrm>
                <a:custGeom>
                  <a:avLst/>
                  <a:gdLst>
                    <a:gd name="T0" fmla="*/ 91 w 351"/>
                    <a:gd name="T1" fmla="*/ 280 h 320"/>
                    <a:gd name="T2" fmla="*/ 95 w 351"/>
                    <a:gd name="T3" fmla="*/ 252 h 320"/>
                    <a:gd name="T4" fmla="*/ 97 w 351"/>
                    <a:gd name="T5" fmla="*/ 228 h 320"/>
                    <a:gd name="T6" fmla="*/ 103 w 351"/>
                    <a:gd name="T7" fmla="*/ 186 h 320"/>
                    <a:gd name="T8" fmla="*/ 131 w 351"/>
                    <a:gd name="T9" fmla="*/ 172 h 320"/>
                    <a:gd name="T10" fmla="*/ 149 w 351"/>
                    <a:gd name="T11" fmla="*/ 126 h 320"/>
                    <a:gd name="T12" fmla="*/ 169 w 351"/>
                    <a:gd name="T13" fmla="*/ 100 h 320"/>
                    <a:gd name="T14" fmla="*/ 187 w 351"/>
                    <a:gd name="T15" fmla="*/ 88 h 320"/>
                    <a:gd name="T16" fmla="*/ 205 w 351"/>
                    <a:gd name="T17" fmla="*/ 64 h 320"/>
                    <a:gd name="T18" fmla="*/ 257 w 351"/>
                    <a:gd name="T19" fmla="*/ 72 h 320"/>
                    <a:gd name="T20" fmla="*/ 281 w 351"/>
                    <a:gd name="T21" fmla="*/ 64 h 320"/>
                    <a:gd name="T22" fmla="*/ 301 w 351"/>
                    <a:gd name="T23" fmla="*/ 42 h 320"/>
                    <a:gd name="T24" fmla="*/ 333 w 351"/>
                    <a:gd name="T25" fmla="*/ 58 h 320"/>
                    <a:gd name="T26" fmla="*/ 341 w 351"/>
                    <a:gd name="T27" fmla="*/ 42 h 320"/>
                    <a:gd name="T28" fmla="*/ 337 w 351"/>
                    <a:gd name="T29" fmla="*/ 40 h 320"/>
                    <a:gd name="T30" fmla="*/ 347 w 351"/>
                    <a:gd name="T31" fmla="*/ 28 h 320"/>
                    <a:gd name="T32" fmla="*/ 327 w 351"/>
                    <a:gd name="T33" fmla="*/ 8 h 320"/>
                    <a:gd name="T34" fmla="*/ 315 w 351"/>
                    <a:gd name="T35" fmla="*/ 16 h 320"/>
                    <a:gd name="T36" fmla="*/ 309 w 351"/>
                    <a:gd name="T37" fmla="*/ 0 h 320"/>
                    <a:gd name="T38" fmla="*/ 301 w 351"/>
                    <a:gd name="T39" fmla="*/ 20 h 320"/>
                    <a:gd name="T40" fmla="*/ 295 w 351"/>
                    <a:gd name="T41" fmla="*/ 20 h 320"/>
                    <a:gd name="T42" fmla="*/ 289 w 351"/>
                    <a:gd name="T43" fmla="*/ 16 h 320"/>
                    <a:gd name="T44" fmla="*/ 275 w 351"/>
                    <a:gd name="T45" fmla="*/ 24 h 320"/>
                    <a:gd name="T46" fmla="*/ 275 w 351"/>
                    <a:gd name="T47" fmla="*/ 14 h 320"/>
                    <a:gd name="T48" fmla="*/ 263 w 351"/>
                    <a:gd name="T49" fmla="*/ 22 h 320"/>
                    <a:gd name="T50" fmla="*/ 245 w 351"/>
                    <a:gd name="T51" fmla="*/ 32 h 320"/>
                    <a:gd name="T52" fmla="*/ 225 w 351"/>
                    <a:gd name="T53" fmla="*/ 24 h 320"/>
                    <a:gd name="T54" fmla="*/ 229 w 351"/>
                    <a:gd name="T55" fmla="*/ 36 h 320"/>
                    <a:gd name="T56" fmla="*/ 221 w 351"/>
                    <a:gd name="T57" fmla="*/ 36 h 320"/>
                    <a:gd name="T58" fmla="*/ 211 w 351"/>
                    <a:gd name="T59" fmla="*/ 38 h 320"/>
                    <a:gd name="T60" fmla="*/ 195 w 351"/>
                    <a:gd name="T61" fmla="*/ 36 h 320"/>
                    <a:gd name="T62" fmla="*/ 189 w 351"/>
                    <a:gd name="T63" fmla="*/ 50 h 320"/>
                    <a:gd name="T64" fmla="*/ 181 w 351"/>
                    <a:gd name="T65" fmla="*/ 54 h 320"/>
                    <a:gd name="T66" fmla="*/ 169 w 351"/>
                    <a:gd name="T67" fmla="*/ 76 h 320"/>
                    <a:gd name="T68" fmla="*/ 171 w 351"/>
                    <a:gd name="T69" fmla="*/ 82 h 320"/>
                    <a:gd name="T70" fmla="*/ 151 w 351"/>
                    <a:gd name="T71" fmla="*/ 92 h 320"/>
                    <a:gd name="T72" fmla="*/ 157 w 351"/>
                    <a:gd name="T73" fmla="*/ 102 h 320"/>
                    <a:gd name="T74" fmla="*/ 141 w 351"/>
                    <a:gd name="T75" fmla="*/ 120 h 320"/>
                    <a:gd name="T76" fmla="*/ 125 w 351"/>
                    <a:gd name="T77" fmla="*/ 132 h 320"/>
                    <a:gd name="T78" fmla="*/ 103 w 351"/>
                    <a:gd name="T79" fmla="*/ 152 h 320"/>
                    <a:gd name="T80" fmla="*/ 91 w 351"/>
                    <a:gd name="T81" fmla="*/ 168 h 320"/>
                    <a:gd name="T82" fmla="*/ 74 w 351"/>
                    <a:gd name="T83" fmla="*/ 184 h 320"/>
                    <a:gd name="T84" fmla="*/ 79 w 351"/>
                    <a:gd name="T85" fmla="*/ 196 h 320"/>
                    <a:gd name="T86" fmla="*/ 54 w 351"/>
                    <a:gd name="T87" fmla="*/ 198 h 320"/>
                    <a:gd name="T88" fmla="*/ 42 w 351"/>
                    <a:gd name="T89" fmla="*/ 204 h 320"/>
                    <a:gd name="T90" fmla="*/ 32 w 351"/>
                    <a:gd name="T91" fmla="*/ 218 h 320"/>
                    <a:gd name="T92" fmla="*/ 24 w 351"/>
                    <a:gd name="T93" fmla="*/ 228 h 320"/>
                    <a:gd name="T94" fmla="*/ 4 w 351"/>
                    <a:gd name="T95" fmla="*/ 228 h 320"/>
                    <a:gd name="T96" fmla="*/ 0 w 351"/>
                    <a:gd name="T97" fmla="*/ 248 h 320"/>
                    <a:gd name="T98" fmla="*/ 18 w 351"/>
                    <a:gd name="T99" fmla="*/ 244 h 320"/>
                    <a:gd name="T100" fmla="*/ 30 w 351"/>
                    <a:gd name="T101" fmla="*/ 250 h 320"/>
                    <a:gd name="T102" fmla="*/ 6 w 351"/>
                    <a:gd name="T103" fmla="*/ 256 h 320"/>
                    <a:gd name="T104" fmla="*/ 0 w 351"/>
                    <a:gd name="T105" fmla="*/ 264 h 320"/>
                    <a:gd name="T106" fmla="*/ 6 w 351"/>
                    <a:gd name="T107" fmla="*/ 270 h 320"/>
                    <a:gd name="T108" fmla="*/ 28 w 351"/>
                    <a:gd name="T109" fmla="*/ 264 h 320"/>
                    <a:gd name="T110" fmla="*/ 14 w 351"/>
                    <a:gd name="T111" fmla="*/ 282 h 320"/>
                    <a:gd name="T112" fmla="*/ 10 w 351"/>
                    <a:gd name="T113" fmla="*/ 290 h 320"/>
                    <a:gd name="T114" fmla="*/ 14 w 351"/>
                    <a:gd name="T115" fmla="*/ 304 h 320"/>
                    <a:gd name="T116" fmla="*/ 32 w 351"/>
                    <a:gd name="T117" fmla="*/ 320 h 320"/>
                    <a:gd name="T118" fmla="*/ 68 w 351"/>
                    <a:gd name="T119" fmla="*/ 30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1" h="320">
                      <a:moveTo>
                        <a:pt x="85" y="300"/>
                      </a:moveTo>
                      <a:lnTo>
                        <a:pt x="85" y="300"/>
                      </a:lnTo>
                      <a:lnTo>
                        <a:pt x="89" y="300"/>
                      </a:lnTo>
                      <a:lnTo>
                        <a:pt x="89" y="300"/>
                      </a:lnTo>
                      <a:lnTo>
                        <a:pt x="91" y="300"/>
                      </a:lnTo>
                      <a:lnTo>
                        <a:pt x="91" y="298"/>
                      </a:lnTo>
                      <a:lnTo>
                        <a:pt x="93" y="292"/>
                      </a:lnTo>
                      <a:lnTo>
                        <a:pt x="93" y="292"/>
                      </a:lnTo>
                      <a:lnTo>
                        <a:pt x="91" y="290"/>
                      </a:lnTo>
                      <a:lnTo>
                        <a:pt x="89" y="284"/>
                      </a:lnTo>
                      <a:lnTo>
                        <a:pt x="89" y="284"/>
                      </a:lnTo>
                      <a:lnTo>
                        <a:pt x="89" y="282"/>
                      </a:lnTo>
                      <a:lnTo>
                        <a:pt x="91" y="280"/>
                      </a:lnTo>
                      <a:lnTo>
                        <a:pt x="91" y="280"/>
                      </a:lnTo>
                      <a:lnTo>
                        <a:pt x="93" y="280"/>
                      </a:lnTo>
                      <a:lnTo>
                        <a:pt x="93" y="278"/>
                      </a:lnTo>
                      <a:lnTo>
                        <a:pt x="93" y="276"/>
                      </a:lnTo>
                      <a:lnTo>
                        <a:pt x="95" y="274"/>
                      </a:lnTo>
                      <a:lnTo>
                        <a:pt x="95" y="274"/>
                      </a:lnTo>
                      <a:lnTo>
                        <a:pt x="97" y="272"/>
                      </a:lnTo>
                      <a:lnTo>
                        <a:pt x="95" y="268"/>
                      </a:lnTo>
                      <a:lnTo>
                        <a:pt x="95" y="268"/>
                      </a:lnTo>
                      <a:lnTo>
                        <a:pt x="93" y="266"/>
                      </a:lnTo>
                      <a:lnTo>
                        <a:pt x="93" y="264"/>
                      </a:lnTo>
                      <a:lnTo>
                        <a:pt x="95" y="260"/>
                      </a:lnTo>
                      <a:lnTo>
                        <a:pt x="95" y="260"/>
                      </a:lnTo>
                      <a:lnTo>
                        <a:pt x="95" y="252"/>
                      </a:lnTo>
                      <a:lnTo>
                        <a:pt x="95" y="252"/>
                      </a:lnTo>
                      <a:lnTo>
                        <a:pt x="95" y="252"/>
                      </a:lnTo>
                      <a:lnTo>
                        <a:pt x="99" y="250"/>
                      </a:lnTo>
                      <a:lnTo>
                        <a:pt x="99" y="250"/>
                      </a:lnTo>
                      <a:lnTo>
                        <a:pt x="101" y="248"/>
                      </a:lnTo>
                      <a:lnTo>
                        <a:pt x="101" y="246"/>
                      </a:lnTo>
                      <a:lnTo>
                        <a:pt x="101" y="242"/>
                      </a:lnTo>
                      <a:lnTo>
                        <a:pt x="101" y="242"/>
                      </a:lnTo>
                      <a:lnTo>
                        <a:pt x="99" y="236"/>
                      </a:lnTo>
                      <a:lnTo>
                        <a:pt x="97" y="234"/>
                      </a:lnTo>
                      <a:lnTo>
                        <a:pt x="97" y="234"/>
                      </a:lnTo>
                      <a:lnTo>
                        <a:pt x="95" y="234"/>
                      </a:lnTo>
                      <a:lnTo>
                        <a:pt x="95" y="232"/>
                      </a:lnTo>
                      <a:lnTo>
                        <a:pt x="97" y="228"/>
                      </a:lnTo>
                      <a:lnTo>
                        <a:pt x="97" y="228"/>
                      </a:lnTo>
                      <a:lnTo>
                        <a:pt x="97" y="222"/>
                      </a:lnTo>
                      <a:lnTo>
                        <a:pt x="97" y="216"/>
                      </a:lnTo>
                      <a:lnTo>
                        <a:pt x="97" y="216"/>
                      </a:lnTo>
                      <a:lnTo>
                        <a:pt x="97" y="210"/>
                      </a:lnTo>
                      <a:lnTo>
                        <a:pt x="97" y="204"/>
                      </a:lnTo>
                      <a:lnTo>
                        <a:pt x="97" y="204"/>
                      </a:lnTo>
                      <a:lnTo>
                        <a:pt x="97" y="200"/>
                      </a:lnTo>
                      <a:lnTo>
                        <a:pt x="95" y="196"/>
                      </a:lnTo>
                      <a:lnTo>
                        <a:pt x="95" y="196"/>
                      </a:lnTo>
                      <a:lnTo>
                        <a:pt x="97" y="192"/>
                      </a:lnTo>
                      <a:lnTo>
                        <a:pt x="99" y="190"/>
                      </a:lnTo>
                      <a:lnTo>
                        <a:pt x="101" y="188"/>
                      </a:lnTo>
                      <a:lnTo>
                        <a:pt x="103" y="186"/>
                      </a:lnTo>
                      <a:lnTo>
                        <a:pt x="103" y="186"/>
                      </a:lnTo>
                      <a:lnTo>
                        <a:pt x="103" y="182"/>
                      </a:lnTo>
                      <a:lnTo>
                        <a:pt x="107" y="180"/>
                      </a:lnTo>
                      <a:lnTo>
                        <a:pt x="109" y="176"/>
                      </a:lnTo>
                      <a:lnTo>
                        <a:pt x="109" y="174"/>
                      </a:lnTo>
                      <a:lnTo>
                        <a:pt x="109" y="174"/>
                      </a:lnTo>
                      <a:lnTo>
                        <a:pt x="111" y="172"/>
                      </a:lnTo>
                      <a:lnTo>
                        <a:pt x="113" y="168"/>
                      </a:lnTo>
                      <a:lnTo>
                        <a:pt x="121" y="166"/>
                      </a:lnTo>
                      <a:lnTo>
                        <a:pt x="121" y="166"/>
                      </a:lnTo>
                      <a:lnTo>
                        <a:pt x="123" y="166"/>
                      </a:lnTo>
                      <a:lnTo>
                        <a:pt x="125" y="168"/>
                      </a:lnTo>
                      <a:lnTo>
                        <a:pt x="129" y="172"/>
                      </a:lnTo>
                      <a:lnTo>
                        <a:pt x="129" y="172"/>
                      </a:lnTo>
                      <a:lnTo>
                        <a:pt x="131" y="172"/>
                      </a:lnTo>
                      <a:lnTo>
                        <a:pt x="133" y="170"/>
                      </a:lnTo>
                      <a:lnTo>
                        <a:pt x="133" y="164"/>
                      </a:lnTo>
                      <a:lnTo>
                        <a:pt x="133" y="164"/>
                      </a:lnTo>
                      <a:lnTo>
                        <a:pt x="135" y="156"/>
                      </a:lnTo>
                      <a:lnTo>
                        <a:pt x="133" y="150"/>
                      </a:lnTo>
                      <a:lnTo>
                        <a:pt x="133" y="150"/>
                      </a:lnTo>
                      <a:lnTo>
                        <a:pt x="135" y="148"/>
                      </a:lnTo>
                      <a:lnTo>
                        <a:pt x="137" y="146"/>
                      </a:lnTo>
                      <a:lnTo>
                        <a:pt x="141" y="144"/>
                      </a:lnTo>
                      <a:lnTo>
                        <a:pt x="141" y="144"/>
                      </a:lnTo>
                      <a:lnTo>
                        <a:pt x="143" y="140"/>
                      </a:lnTo>
                      <a:lnTo>
                        <a:pt x="147" y="134"/>
                      </a:lnTo>
                      <a:lnTo>
                        <a:pt x="149" y="126"/>
                      </a:lnTo>
                      <a:lnTo>
                        <a:pt x="149" y="126"/>
                      </a:lnTo>
                      <a:lnTo>
                        <a:pt x="149" y="120"/>
                      </a:lnTo>
                      <a:lnTo>
                        <a:pt x="151" y="118"/>
                      </a:lnTo>
                      <a:lnTo>
                        <a:pt x="153" y="116"/>
                      </a:lnTo>
                      <a:lnTo>
                        <a:pt x="153" y="116"/>
                      </a:lnTo>
                      <a:lnTo>
                        <a:pt x="157" y="116"/>
                      </a:lnTo>
                      <a:lnTo>
                        <a:pt x="157" y="114"/>
                      </a:lnTo>
                      <a:lnTo>
                        <a:pt x="157" y="114"/>
                      </a:lnTo>
                      <a:lnTo>
                        <a:pt x="157" y="114"/>
                      </a:lnTo>
                      <a:lnTo>
                        <a:pt x="159" y="112"/>
                      </a:lnTo>
                      <a:lnTo>
                        <a:pt x="161" y="110"/>
                      </a:lnTo>
                      <a:lnTo>
                        <a:pt x="165" y="106"/>
                      </a:lnTo>
                      <a:lnTo>
                        <a:pt x="165" y="106"/>
                      </a:lnTo>
                      <a:lnTo>
                        <a:pt x="167" y="104"/>
                      </a:lnTo>
                      <a:lnTo>
                        <a:pt x="169" y="100"/>
                      </a:lnTo>
                      <a:lnTo>
                        <a:pt x="169" y="100"/>
                      </a:lnTo>
                      <a:lnTo>
                        <a:pt x="169" y="94"/>
                      </a:lnTo>
                      <a:lnTo>
                        <a:pt x="171" y="90"/>
                      </a:lnTo>
                      <a:lnTo>
                        <a:pt x="171" y="90"/>
                      </a:lnTo>
                      <a:lnTo>
                        <a:pt x="175" y="86"/>
                      </a:lnTo>
                      <a:lnTo>
                        <a:pt x="177" y="84"/>
                      </a:lnTo>
                      <a:lnTo>
                        <a:pt x="177" y="84"/>
                      </a:lnTo>
                      <a:lnTo>
                        <a:pt x="183" y="90"/>
                      </a:lnTo>
                      <a:lnTo>
                        <a:pt x="187" y="92"/>
                      </a:lnTo>
                      <a:lnTo>
                        <a:pt x="187" y="92"/>
                      </a:lnTo>
                      <a:lnTo>
                        <a:pt x="187" y="92"/>
                      </a:lnTo>
                      <a:lnTo>
                        <a:pt x="187" y="92"/>
                      </a:lnTo>
                      <a:lnTo>
                        <a:pt x="185" y="90"/>
                      </a:lnTo>
                      <a:lnTo>
                        <a:pt x="187" y="88"/>
                      </a:lnTo>
                      <a:lnTo>
                        <a:pt x="187" y="84"/>
                      </a:lnTo>
                      <a:lnTo>
                        <a:pt x="187" y="84"/>
                      </a:lnTo>
                      <a:lnTo>
                        <a:pt x="187" y="82"/>
                      </a:lnTo>
                      <a:lnTo>
                        <a:pt x="187" y="82"/>
                      </a:lnTo>
                      <a:lnTo>
                        <a:pt x="191" y="82"/>
                      </a:lnTo>
                      <a:lnTo>
                        <a:pt x="191" y="82"/>
                      </a:lnTo>
                      <a:lnTo>
                        <a:pt x="195" y="82"/>
                      </a:lnTo>
                      <a:lnTo>
                        <a:pt x="201" y="84"/>
                      </a:lnTo>
                      <a:lnTo>
                        <a:pt x="201" y="84"/>
                      </a:lnTo>
                      <a:lnTo>
                        <a:pt x="203" y="82"/>
                      </a:lnTo>
                      <a:lnTo>
                        <a:pt x="203" y="80"/>
                      </a:lnTo>
                      <a:lnTo>
                        <a:pt x="205" y="76"/>
                      </a:lnTo>
                      <a:lnTo>
                        <a:pt x="207" y="68"/>
                      </a:lnTo>
                      <a:lnTo>
                        <a:pt x="205" y="64"/>
                      </a:lnTo>
                      <a:lnTo>
                        <a:pt x="211" y="64"/>
                      </a:lnTo>
                      <a:lnTo>
                        <a:pt x="217" y="60"/>
                      </a:lnTo>
                      <a:lnTo>
                        <a:pt x="219" y="58"/>
                      </a:lnTo>
                      <a:lnTo>
                        <a:pt x="219" y="58"/>
                      </a:lnTo>
                      <a:lnTo>
                        <a:pt x="219" y="56"/>
                      </a:lnTo>
                      <a:lnTo>
                        <a:pt x="221" y="56"/>
                      </a:lnTo>
                      <a:lnTo>
                        <a:pt x="225" y="56"/>
                      </a:lnTo>
                      <a:lnTo>
                        <a:pt x="239" y="72"/>
                      </a:lnTo>
                      <a:lnTo>
                        <a:pt x="239" y="72"/>
                      </a:lnTo>
                      <a:lnTo>
                        <a:pt x="245" y="70"/>
                      </a:lnTo>
                      <a:lnTo>
                        <a:pt x="253" y="70"/>
                      </a:lnTo>
                      <a:lnTo>
                        <a:pt x="253" y="70"/>
                      </a:lnTo>
                      <a:lnTo>
                        <a:pt x="257" y="72"/>
                      </a:lnTo>
                      <a:lnTo>
                        <a:pt x="257" y="72"/>
                      </a:lnTo>
                      <a:lnTo>
                        <a:pt x="257" y="70"/>
                      </a:lnTo>
                      <a:lnTo>
                        <a:pt x="259" y="70"/>
                      </a:lnTo>
                      <a:lnTo>
                        <a:pt x="259" y="70"/>
                      </a:lnTo>
                      <a:lnTo>
                        <a:pt x="263" y="70"/>
                      </a:lnTo>
                      <a:lnTo>
                        <a:pt x="263" y="72"/>
                      </a:lnTo>
                      <a:lnTo>
                        <a:pt x="271" y="78"/>
                      </a:lnTo>
                      <a:lnTo>
                        <a:pt x="271" y="78"/>
                      </a:lnTo>
                      <a:lnTo>
                        <a:pt x="271" y="76"/>
                      </a:lnTo>
                      <a:lnTo>
                        <a:pt x="271" y="74"/>
                      </a:lnTo>
                      <a:lnTo>
                        <a:pt x="273" y="72"/>
                      </a:lnTo>
                      <a:lnTo>
                        <a:pt x="273" y="72"/>
                      </a:lnTo>
                      <a:lnTo>
                        <a:pt x="279" y="68"/>
                      </a:lnTo>
                      <a:lnTo>
                        <a:pt x="281" y="64"/>
                      </a:lnTo>
                      <a:lnTo>
                        <a:pt x="281" y="64"/>
                      </a:lnTo>
                      <a:lnTo>
                        <a:pt x="281" y="58"/>
                      </a:lnTo>
                      <a:lnTo>
                        <a:pt x="279" y="56"/>
                      </a:lnTo>
                      <a:lnTo>
                        <a:pt x="279" y="56"/>
                      </a:lnTo>
                      <a:lnTo>
                        <a:pt x="281" y="54"/>
                      </a:lnTo>
                      <a:lnTo>
                        <a:pt x="281" y="50"/>
                      </a:lnTo>
                      <a:lnTo>
                        <a:pt x="281" y="50"/>
                      </a:lnTo>
                      <a:lnTo>
                        <a:pt x="283" y="48"/>
                      </a:lnTo>
                      <a:lnTo>
                        <a:pt x="287" y="46"/>
                      </a:lnTo>
                      <a:lnTo>
                        <a:pt x="287" y="46"/>
                      </a:lnTo>
                      <a:lnTo>
                        <a:pt x="289" y="44"/>
                      </a:lnTo>
                      <a:lnTo>
                        <a:pt x="291" y="42"/>
                      </a:lnTo>
                      <a:lnTo>
                        <a:pt x="293" y="40"/>
                      </a:lnTo>
                      <a:lnTo>
                        <a:pt x="293" y="40"/>
                      </a:lnTo>
                      <a:lnTo>
                        <a:pt x="301" y="42"/>
                      </a:lnTo>
                      <a:lnTo>
                        <a:pt x="301" y="42"/>
                      </a:lnTo>
                      <a:lnTo>
                        <a:pt x="303" y="42"/>
                      </a:lnTo>
                      <a:lnTo>
                        <a:pt x="307" y="38"/>
                      </a:lnTo>
                      <a:lnTo>
                        <a:pt x="311" y="36"/>
                      </a:lnTo>
                      <a:lnTo>
                        <a:pt x="311" y="36"/>
                      </a:lnTo>
                      <a:lnTo>
                        <a:pt x="315" y="40"/>
                      </a:lnTo>
                      <a:lnTo>
                        <a:pt x="319" y="48"/>
                      </a:lnTo>
                      <a:lnTo>
                        <a:pt x="319" y="48"/>
                      </a:lnTo>
                      <a:lnTo>
                        <a:pt x="327" y="54"/>
                      </a:lnTo>
                      <a:lnTo>
                        <a:pt x="327" y="54"/>
                      </a:lnTo>
                      <a:lnTo>
                        <a:pt x="333" y="54"/>
                      </a:lnTo>
                      <a:lnTo>
                        <a:pt x="333" y="54"/>
                      </a:lnTo>
                      <a:lnTo>
                        <a:pt x="333" y="58"/>
                      </a:lnTo>
                      <a:lnTo>
                        <a:pt x="333" y="58"/>
                      </a:lnTo>
                      <a:lnTo>
                        <a:pt x="335" y="60"/>
                      </a:lnTo>
                      <a:lnTo>
                        <a:pt x="335" y="60"/>
                      </a:lnTo>
                      <a:lnTo>
                        <a:pt x="337" y="60"/>
                      </a:lnTo>
                      <a:lnTo>
                        <a:pt x="337" y="60"/>
                      </a:lnTo>
                      <a:lnTo>
                        <a:pt x="339" y="54"/>
                      </a:lnTo>
                      <a:lnTo>
                        <a:pt x="339" y="50"/>
                      </a:lnTo>
                      <a:lnTo>
                        <a:pt x="339" y="50"/>
                      </a:lnTo>
                      <a:lnTo>
                        <a:pt x="339" y="44"/>
                      </a:lnTo>
                      <a:lnTo>
                        <a:pt x="337" y="42"/>
                      </a:lnTo>
                      <a:lnTo>
                        <a:pt x="337" y="42"/>
                      </a:lnTo>
                      <a:lnTo>
                        <a:pt x="339" y="42"/>
                      </a:lnTo>
                      <a:lnTo>
                        <a:pt x="341" y="42"/>
                      </a:lnTo>
                      <a:lnTo>
                        <a:pt x="341" y="42"/>
                      </a:lnTo>
                      <a:lnTo>
                        <a:pt x="341" y="42"/>
                      </a:lnTo>
                      <a:lnTo>
                        <a:pt x="343" y="40"/>
                      </a:lnTo>
                      <a:lnTo>
                        <a:pt x="347" y="38"/>
                      </a:lnTo>
                      <a:lnTo>
                        <a:pt x="351" y="36"/>
                      </a:lnTo>
                      <a:lnTo>
                        <a:pt x="351" y="36"/>
                      </a:lnTo>
                      <a:lnTo>
                        <a:pt x="347" y="36"/>
                      </a:lnTo>
                      <a:lnTo>
                        <a:pt x="347" y="36"/>
                      </a:lnTo>
                      <a:lnTo>
                        <a:pt x="345" y="34"/>
                      </a:lnTo>
                      <a:lnTo>
                        <a:pt x="345" y="34"/>
                      </a:lnTo>
                      <a:lnTo>
                        <a:pt x="341" y="40"/>
                      </a:lnTo>
                      <a:lnTo>
                        <a:pt x="341" y="40"/>
                      </a:lnTo>
                      <a:lnTo>
                        <a:pt x="339" y="36"/>
                      </a:lnTo>
                      <a:lnTo>
                        <a:pt x="339" y="36"/>
                      </a:lnTo>
                      <a:lnTo>
                        <a:pt x="339" y="38"/>
                      </a:lnTo>
                      <a:lnTo>
                        <a:pt x="337" y="40"/>
                      </a:lnTo>
                      <a:lnTo>
                        <a:pt x="337" y="40"/>
                      </a:lnTo>
                      <a:lnTo>
                        <a:pt x="333" y="42"/>
                      </a:lnTo>
                      <a:lnTo>
                        <a:pt x="333" y="42"/>
                      </a:lnTo>
                      <a:lnTo>
                        <a:pt x="333" y="36"/>
                      </a:lnTo>
                      <a:lnTo>
                        <a:pt x="333" y="36"/>
                      </a:lnTo>
                      <a:lnTo>
                        <a:pt x="329" y="32"/>
                      </a:lnTo>
                      <a:lnTo>
                        <a:pt x="329" y="32"/>
                      </a:lnTo>
                      <a:lnTo>
                        <a:pt x="335" y="34"/>
                      </a:lnTo>
                      <a:lnTo>
                        <a:pt x="341" y="32"/>
                      </a:lnTo>
                      <a:lnTo>
                        <a:pt x="341" y="32"/>
                      </a:lnTo>
                      <a:lnTo>
                        <a:pt x="341" y="30"/>
                      </a:lnTo>
                      <a:lnTo>
                        <a:pt x="343" y="28"/>
                      </a:lnTo>
                      <a:lnTo>
                        <a:pt x="343" y="28"/>
                      </a:lnTo>
                      <a:lnTo>
                        <a:pt x="347" y="28"/>
                      </a:lnTo>
                      <a:lnTo>
                        <a:pt x="351" y="28"/>
                      </a:lnTo>
                      <a:lnTo>
                        <a:pt x="351" y="28"/>
                      </a:lnTo>
                      <a:lnTo>
                        <a:pt x="347" y="20"/>
                      </a:lnTo>
                      <a:lnTo>
                        <a:pt x="345" y="20"/>
                      </a:lnTo>
                      <a:lnTo>
                        <a:pt x="339" y="20"/>
                      </a:lnTo>
                      <a:lnTo>
                        <a:pt x="339" y="20"/>
                      </a:lnTo>
                      <a:lnTo>
                        <a:pt x="341" y="16"/>
                      </a:lnTo>
                      <a:lnTo>
                        <a:pt x="341" y="14"/>
                      </a:lnTo>
                      <a:lnTo>
                        <a:pt x="335" y="18"/>
                      </a:lnTo>
                      <a:lnTo>
                        <a:pt x="335" y="18"/>
                      </a:lnTo>
                      <a:lnTo>
                        <a:pt x="331" y="8"/>
                      </a:lnTo>
                      <a:lnTo>
                        <a:pt x="331" y="8"/>
                      </a:lnTo>
                      <a:lnTo>
                        <a:pt x="327" y="8"/>
                      </a:lnTo>
                      <a:lnTo>
                        <a:pt x="327" y="8"/>
                      </a:lnTo>
                      <a:lnTo>
                        <a:pt x="323" y="14"/>
                      </a:lnTo>
                      <a:lnTo>
                        <a:pt x="325" y="20"/>
                      </a:lnTo>
                      <a:lnTo>
                        <a:pt x="325" y="20"/>
                      </a:lnTo>
                      <a:lnTo>
                        <a:pt x="321" y="22"/>
                      </a:lnTo>
                      <a:lnTo>
                        <a:pt x="321" y="22"/>
                      </a:lnTo>
                      <a:lnTo>
                        <a:pt x="319" y="20"/>
                      </a:lnTo>
                      <a:lnTo>
                        <a:pt x="321" y="16"/>
                      </a:lnTo>
                      <a:lnTo>
                        <a:pt x="321" y="12"/>
                      </a:lnTo>
                      <a:lnTo>
                        <a:pt x="319" y="12"/>
                      </a:lnTo>
                      <a:lnTo>
                        <a:pt x="319" y="12"/>
                      </a:lnTo>
                      <a:lnTo>
                        <a:pt x="317" y="14"/>
                      </a:lnTo>
                      <a:lnTo>
                        <a:pt x="317" y="14"/>
                      </a:lnTo>
                      <a:lnTo>
                        <a:pt x="317" y="16"/>
                      </a:lnTo>
                      <a:lnTo>
                        <a:pt x="315" y="16"/>
                      </a:lnTo>
                      <a:lnTo>
                        <a:pt x="315" y="16"/>
                      </a:lnTo>
                      <a:lnTo>
                        <a:pt x="315" y="12"/>
                      </a:lnTo>
                      <a:lnTo>
                        <a:pt x="315" y="10"/>
                      </a:lnTo>
                      <a:lnTo>
                        <a:pt x="315" y="10"/>
                      </a:lnTo>
                      <a:lnTo>
                        <a:pt x="319" y="8"/>
                      </a:lnTo>
                      <a:lnTo>
                        <a:pt x="321" y="8"/>
                      </a:lnTo>
                      <a:lnTo>
                        <a:pt x="319" y="6"/>
                      </a:lnTo>
                      <a:lnTo>
                        <a:pt x="319" y="6"/>
                      </a:lnTo>
                      <a:lnTo>
                        <a:pt x="319" y="2"/>
                      </a:lnTo>
                      <a:lnTo>
                        <a:pt x="319" y="2"/>
                      </a:lnTo>
                      <a:lnTo>
                        <a:pt x="313" y="2"/>
                      </a:lnTo>
                      <a:lnTo>
                        <a:pt x="313" y="0"/>
                      </a:lnTo>
                      <a:lnTo>
                        <a:pt x="313" y="0"/>
                      </a:lnTo>
                      <a:lnTo>
                        <a:pt x="309" y="0"/>
                      </a:lnTo>
                      <a:lnTo>
                        <a:pt x="309" y="0"/>
                      </a:lnTo>
                      <a:lnTo>
                        <a:pt x="309" y="6"/>
                      </a:lnTo>
                      <a:lnTo>
                        <a:pt x="307" y="6"/>
                      </a:lnTo>
                      <a:lnTo>
                        <a:pt x="307" y="6"/>
                      </a:lnTo>
                      <a:lnTo>
                        <a:pt x="305" y="6"/>
                      </a:lnTo>
                      <a:lnTo>
                        <a:pt x="305" y="6"/>
                      </a:lnTo>
                      <a:lnTo>
                        <a:pt x="305" y="10"/>
                      </a:lnTo>
                      <a:lnTo>
                        <a:pt x="305" y="10"/>
                      </a:lnTo>
                      <a:lnTo>
                        <a:pt x="307" y="12"/>
                      </a:lnTo>
                      <a:lnTo>
                        <a:pt x="307" y="12"/>
                      </a:lnTo>
                      <a:lnTo>
                        <a:pt x="303" y="14"/>
                      </a:lnTo>
                      <a:lnTo>
                        <a:pt x="303" y="14"/>
                      </a:lnTo>
                      <a:lnTo>
                        <a:pt x="301" y="18"/>
                      </a:lnTo>
                      <a:lnTo>
                        <a:pt x="301" y="20"/>
                      </a:lnTo>
                      <a:lnTo>
                        <a:pt x="301" y="20"/>
                      </a:lnTo>
                      <a:lnTo>
                        <a:pt x="295" y="24"/>
                      </a:lnTo>
                      <a:lnTo>
                        <a:pt x="295" y="24"/>
                      </a:lnTo>
                      <a:lnTo>
                        <a:pt x="295" y="28"/>
                      </a:lnTo>
                      <a:lnTo>
                        <a:pt x="295" y="28"/>
                      </a:lnTo>
                      <a:lnTo>
                        <a:pt x="293" y="26"/>
                      </a:lnTo>
                      <a:lnTo>
                        <a:pt x="293" y="24"/>
                      </a:lnTo>
                      <a:lnTo>
                        <a:pt x="293" y="20"/>
                      </a:lnTo>
                      <a:lnTo>
                        <a:pt x="293" y="20"/>
                      </a:lnTo>
                      <a:lnTo>
                        <a:pt x="293" y="20"/>
                      </a:lnTo>
                      <a:lnTo>
                        <a:pt x="293" y="22"/>
                      </a:lnTo>
                      <a:lnTo>
                        <a:pt x="295" y="22"/>
                      </a:lnTo>
                      <a:lnTo>
                        <a:pt x="295" y="20"/>
                      </a:lnTo>
                      <a:lnTo>
                        <a:pt x="295" y="20"/>
                      </a:lnTo>
                      <a:lnTo>
                        <a:pt x="295" y="18"/>
                      </a:lnTo>
                      <a:lnTo>
                        <a:pt x="295" y="16"/>
                      </a:lnTo>
                      <a:lnTo>
                        <a:pt x="295" y="16"/>
                      </a:lnTo>
                      <a:lnTo>
                        <a:pt x="297" y="12"/>
                      </a:lnTo>
                      <a:lnTo>
                        <a:pt x="297" y="12"/>
                      </a:lnTo>
                      <a:lnTo>
                        <a:pt x="297" y="10"/>
                      </a:lnTo>
                      <a:lnTo>
                        <a:pt x="297" y="8"/>
                      </a:lnTo>
                      <a:lnTo>
                        <a:pt x="295" y="8"/>
                      </a:lnTo>
                      <a:lnTo>
                        <a:pt x="295" y="8"/>
                      </a:lnTo>
                      <a:lnTo>
                        <a:pt x="295" y="12"/>
                      </a:lnTo>
                      <a:lnTo>
                        <a:pt x="293" y="12"/>
                      </a:lnTo>
                      <a:lnTo>
                        <a:pt x="293" y="12"/>
                      </a:lnTo>
                      <a:lnTo>
                        <a:pt x="291" y="16"/>
                      </a:lnTo>
                      <a:lnTo>
                        <a:pt x="289" y="16"/>
                      </a:lnTo>
                      <a:lnTo>
                        <a:pt x="289" y="16"/>
                      </a:lnTo>
                      <a:lnTo>
                        <a:pt x="285" y="24"/>
                      </a:lnTo>
                      <a:lnTo>
                        <a:pt x="285" y="24"/>
                      </a:lnTo>
                      <a:lnTo>
                        <a:pt x="283" y="26"/>
                      </a:lnTo>
                      <a:lnTo>
                        <a:pt x="279" y="28"/>
                      </a:lnTo>
                      <a:lnTo>
                        <a:pt x="279" y="28"/>
                      </a:lnTo>
                      <a:lnTo>
                        <a:pt x="279" y="30"/>
                      </a:lnTo>
                      <a:lnTo>
                        <a:pt x="279" y="34"/>
                      </a:lnTo>
                      <a:lnTo>
                        <a:pt x="279" y="34"/>
                      </a:lnTo>
                      <a:lnTo>
                        <a:pt x="275" y="38"/>
                      </a:lnTo>
                      <a:lnTo>
                        <a:pt x="275" y="38"/>
                      </a:lnTo>
                      <a:lnTo>
                        <a:pt x="273" y="36"/>
                      </a:lnTo>
                      <a:lnTo>
                        <a:pt x="273" y="36"/>
                      </a:lnTo>
                      <a:lnTo>
                        <a:pt x="275" y="24"/>
                      </a:lnTo>
                      <a:lnTo>
                        <a:pt x="275" y="24"/>
                      </a:lnTo>
                      <a:lnTo>
                        <a:pt x="279" y="24"/>
                      </a:lnTo>
                      <a:lnTo>
                        <a:pt x="281" y="22"/>
                      </a:lnTo>
                      <a:lnTo>
                        <a:pt x="281" y="22"/>
                      </a:lnTo>
                      <a:lnTo>
                        <a:pt x="283" y="16"/>
                      </a:lnTo>
                      <a:lnTo>
                        <a:pt x="283" y="16"/>
                      </a:lnTo>
                      <a:lnTo>
                        <a:pt x="277" y="16"/>
                      </a:lnTo>
                      <a:lnTo>
                        <a:pt x="277" y="16"/>
                      </a:lnTo>
                      <a:lnTo>
                        <a:pt x="277" y="12"/>
                      </a:lnTo>
                      <a:lnTo>
                        <a:pt x="277" y="12"/>
                      </a:lnTo>
                      <a:lnTo>
                        <a:pt x="277" y="12"/>
                      </a:lnTo>
                      <a:lnTo>
                        <a:pt x="275" y="12"/>
                      </a:lnTo>
                      <a:lnTo>
                        <a:pt x="275" y="14"/>
                      </a:lnTo>
                      <a:lnTo>
                        <a:pt x="275" y="14"/>
                      </a:lnTo>
                      <a:lnTo>
                        <a:pt x="273" y="14"/>
                      </a:lnTo>
                      <a:lnTo>
                        <a:pt x="271" y="12"/>
                      </a:lnTo>
                      <a:lnTo>
                        <a:pt x="267" y="10"/>
                      </a:lnTo>
                      <a:lnTo>
                        <a:pt x="267" y="10"/>
                      </a:lnTo>
                      <a:lnTo>
                        <a:pt x="265" y="10"/>
                      </a:lnTo>
                      <a:lnTo>
                        <a:pt x="265" y="10"/>
                      </a:lnTo>
                      <a:lnTo>
                        <a:pt x="267" y="18"/>
                      </a:lnTo>
                      <a:lnTo>
                        <a:pt x="265" y="18"/>
                      </a:lnTo>
                      <a:lnTo>
                        <a:pt x="265" y="18"/>
                      </a:lnTo>
                      <a:lnTo>
                        <a:pt x="265" y="20"/>
                      </a:lnTo>
                      <a:lnTo>
                        <a:pt x="267" y="20"/>
                      </a:lnTo>
                      <a:lnTo>
                        <a:pt x="267" y="20"/>
                      </a:lnTo>
                      <a:lnTo>
                        <a:pt x="263" y="22"/>
                      </a:lnTo>
                      <a:lnTo>
                        <a:pt x="263" y="22"/>
                      </a:lnTo>
                      <a:lnTo>
                        <a:pt x="261" y="16"/>
                      </a:lnTo>
                      <a:lnTo>
                        <a:pt x="261" y="16"/>
                      </a:lnTo>
                      <a:lnTo>
                        <a:pt x="257" y="16"/>
                      </a:lnTo>
                      <a:lnTo>
                        <a:pt x="257" y="16"/>
                      </a:lnTo>
                      <a:lnTo>
                        <a:pt x="257" y="18"/>
                      </a:lnTo>
                      <a:lnTo>
                        <a:pt x="259" y="18"/>
                      </a:lnTo>
                      <a:lnTo>
                        <a:pt x="259" y="18"/>
                      </a:lnTo>
                      <a:lnTo>
                        <a:pt x="255" y="22"/>
                      </a:lnTo>
                      <a:lnTo>
                        <a:pt x="249" y="26"/>
                      </a:lnTo>
                      <a:lnTo>
                        <a:pt x="249" y="26"/>
                      </a:lnTo>
                      <a:lnTo>
                        <a:pt x="247" y="26"/>
                      </a:lnTo>
                      <a:lnTo>
                        <a:pt x="247" y="26"/>
                      </a:lnTo>
                      <a:lnTo>
                        <a:pt x="245" y="32"/>
                      </a:lnTo>
                      <a:lnTo>
                        <a:pt x="245" y="32"/>
                      </a:lnTo>
                      <a:lnTo>
                        <a:pt x="239" y="30"/>
                      </a:lnTo>
                      <a:lnTo>
                        <a:pt x="235" y="26"/>
                      </a:lnTo>
                      <a:lnTo>
                        <a:pt x="235" y="26"/>
                      </a:lnTo>
                      <a:lnTo>
                        <a:pt x="235" y="24"/>
                      </a:lnTo>
                      <a:lnTo>
                        <a:pt x="235" y="24"/>
                      </a:lnTo>
                      <a:lnTo>
                        <a:pt x="233" y="24"/>
                      </a:lnTo>
                      <a:lnTo>
                        <a:pt x="231" y="24"/>
                      </a:lnTo>
                      <a:lnTo>
                        <a:pt x="231" y="24"/>
                      </a:lnTo>
                      <a:lnTo>
                        <a:pt x="229" y="22"/>
                      </a:lnTo>
                      <a:lnTo>
                        <a:pt x="227" y="20"/>
                      </a:lnTo>
                      <a:lnTo>
                        <a:pt x="225" y="20"/>
                      </a:lnTo>
                      <a:lnTo>
                        <a:pt x="225" y="20"/>
                      </a:lnTo>
                      <a:lnTo>
                        <a:pt x="225" y="24"/>
                      </a:lnTo>
                      <a:lnTo>
                        <a:pt x="225" y="24"/>
                      </a:lnTo>
                      <a:lnTo>
                        <a:pt x="219" y="24"/>
                      </a:lnTo>
                      <a:lnTo>
                        <a:pt x="219" y="24"/>
                      </a:lnTo>
                      <a:lnTo>
                        <a:pt x="219" y="26"/>
                      </a:lnTo>
                      <a:lnTo>
                        <a:pt x="219" y="26"/>
                      </a:lnTo>
                      <a:lnTo>
                        <a:pt x="221" y="28"/>
                      </a:lnTo>
                      <a:lnTo>
                        <a:pt x="221" y="28"/>
                      </a:lnTo>
                      <a:lnTo>
                        <a:pt x="221" y="28"/>
                      </a:lnTo>
                      <a:lnTo>
                        <a:pt x="225" y="28"/>
                      </a:lnTo>
                      <a:lnTo>
                        <a:pt x="225" y="28"/>
                      </a:lnTo>
                      <a:lnTo>
                        <a:pt x="227" y="30"/>
                      </a:lnTo>
                      <a:lnTo>
                        <a:pt x="227" y="30"/>
                      </a:lnTo>
                      <a:lnTo>
                        <a:pt x="229" y="34"/>
                      </a:lnTo>
                      <a:lnTo>
                        <a:pt x="229" y="34"/>
                      </a:lnTo>
                      <a:lnTo>
                        <a:pt x="229" y="36"/>
                      </a:lnTo>
                      <a:lnTo>
                        <a:pt x="227" y="36"/>
                      </a:lnTo>
                      <a:lnTo>
                        <a:pt x="227" y="36"/>
                      </a:lnTo>
                      <a:lnTo>
                        <a:pt x="225" y="34"/>
                      </a:lnTo>
                      <a:lnTo>
                        <a:pt x="223" y="32"/>
                      </a:lnTo>
                      <a:lnTo>
                        <a:pt x="223" y="32"/>
                      </a:lnTo>
                      <a:lnTo>
                        <a:pt x="217" y="30"/>
                      </a:lnTo>
                      <a:lnTo>
                        <a:pt x="217" y="30"/>
                      </a:lnTo>
                      <a:lnTo>
                        <a:pt x="217" y="32"/>
                      </a:lnTo>
                      <a:lnTo>
                        <a:pt x="217" y="32"/>
                      </a:lnTo>
                      <a:lnTo>
                        <a:pt x="219" y="34"/>
                      </a:lnTo>
                      <a:lnTo>
                        <a:pt x="219" y="34"/>
                      </a:lnTo>
                      <a:lnTo>
                        <a:pt x="219" y="34"/>
                      </a:lnTo>
                      <a:lnTo>
                        <a:pt x="221" y="36"/>
                      </a:lnTo>
                      <a:lnTo>
                        <a:pt x="221" y="36"/>
                      </a:lnTo>
                      <a:lnTo>
                        <a:pt x="219" y="38"/>
                      </a:lnTo>
                      <a:lnTo>
                        <a:pt x="217" y="40"/>
                      </a:lnTo>
                      <a:lnTo>
                        <a:pt x="217" y="40"/>
                      </a:lnTo>
                      <a:lnTo>
                        <a:pt x="215" y="40"/>
                      </a:lnTo>
                      <a:lnTo>
                        <a:pt x="215" y="40"/>
                      </a:lnTo>
                      <a:lnTo>
                        <a:pt x="215" y="36"/>
                      </a:lnTo>
                      <a:lnTo>
                        <a:pt x="213" y="32"/>
                      </a:lnTo>
                      <a:lnTo>
                        <a:pt x="213" y="32"/>
                      </a:lnTo>
                      <a:lnTo>
                        <a:pt x="213" y="32"/>
                      </a:lnTo>
                      <a:lnTo>
                        <a:pt x="213" y="34"/>
                      </a:lnTo>
                      <a:lnTo>
                        <a:pt x="211" y="34"/>
                      </a:lnTo>
                      <a:lnTo>
                        <a:pt x="211" y="34"/>
                      </a:lnTo>
                      <a:lnTo>
                        <a:pt x="211" y="38"/>
                      </a:lnTo>
                      <a:lnTo>
                        <a:pt x="211" y="38"/>
                      </a:lnTo>
                      <a:lnTo>
                        <a:pt x="209" y="40"/>
                      </a:lnTo>
                      <a:lnTo>
                        <a:pt x="209" y="42"/>
                      </a:lnTo>
                      <a:lnTo>
                        <a:pt x="209" y="42"/>
                      </a:lnTo>
                      <a:lnTo>
                        <a:pt x="207" y="42"/>
                      </a:lnTo>
                      <a:lnTo>
                        <a:pt x="209" y="38"/>
                      </a:lnTo>
                      <a:lnTo>
                        <a:pt x="209" y="34"/>
                      </a:lnTo>
                      <a:lnTo>
                        <a:pt x="205" y="32"/>
                      </a:lnTo>
                      <a:lnTo>
                        <a:pt x="205" y="32"/>
                      </a:lnTo>
                      <a:lnTo>
                        <a:pt x="201" y="38"/>
                      </a:lnTo>
                      <a:lnTo>
                        <a:pt x="197" y="44"/>
                      </a:lnTo>
                      <a:lnTo>
                        <a:pt x="197" y="44"/>
                      </a:lnTo>
                      <a:lnTo>
                        <a:pt x="195" y="44"/>
                      </a:lnTo>
                      <a:lnTo>
                        <a:pt x="195" y="44"/>
                      </a:lnTo>
                      <a:lnTo>
                        <a:pt x="195" y="36"/>
                      </a:lnTo>
                      <a:lnTo>
                        <a:pt x="195" y="36"/>
                      </a:lnTo>
                      <a:lnTo>
                        <a:pt x="193" y="38"/>
                      </a:lnTo>
                      <a:lnTo>
                        <a:pt x="191" y="38"/>
                      </a:lnTo>
                      <a:lnTo>
                        <a:pt x="191" y="38"/>
                      </a:lnTo>
                      <a:lnTo>
                        <a:pt x="189" y="42"/>
                      </a:lnTo>
                      <a:lnTo>
                        <a:pt x="189" y="46"/>
                      </a:lnTo>
                      <a:lnTo>
                        <a:pt x="189" y="46"/>
                      </a:lnTo>
                      <a:lnTo>
                        <a:pt x="193" y="46"/>
                      </a:lnTo>
                      <a:lnTo>
                        <a:pt x="193" y="46"/>
                      </a:lnTo>
                      <a:lnTo>
                        <a:pt x="193" y="52"/>
                      </a:lnTo>
                      <a:lnTo>
                        <a:pt x="193" y="54"/>
                      </a:lnTo>
                      <a:lnTo>
                        <a:pt x="191" y="54"/>
                      </a:lnTo>
                      <a:lnTo>
                        <a:pt x="191" y="54"/>
                      </a:lnTo>
                      <a:lnTo>
                        <a:pt x="189" y="50"/>
                      </a:lnTo>
                      <a:lnTo>
                        <a:pt x="189" y="48"/>
                      </a:lnTo>
                      <a:lnTo>
                        <a:pt x="189" y="48"/>
                      </a:lnTo>
                      <a:lnTo>
                        <a:pt x="185" y="48"/>
                      </a:lnTo>
                      <a:lnTo>
                        <a:pt x="185" y="48"/>
                      </a:lnTo>
                      <a:lnTo>
                        <a:pt x="187" y="52"/>
                      </a:lnTo>
                      <a:lnTo>
                        <a:pt x="187" y="52"/>
                      </a:lnTo>
                      <a:lnTo>
                        <a:pt x="187" y="52"/>
                      </a:lnTo>
                      <a:lnTo>
                        <a:pt x="187" y="52"/>
                      </a:lnTo>
                      <a:lnTo>
                        <a:pt x="187" y="54"/>
                      </a:lnTo>
                      <a:lnTo>
                        <a:pt x="187" y="54"/>
                      </a:lnTo>
                      <a:lnTo>
                        <a:pt x="185" y="54"/>
                      </a:lnTo>
                      <a:lnTo>
                        <a:pt x="185" y="54"/>
                      </a:lnTo>
                      <a:lnTo>
                        <a:pt x="185" y="54"/>
                      </a:lnTo>
                      <a:lnTo>
                        <a:pt x="181" y="54"/>
                      </a:lnTo>
                      <a:lnTo>
                        <a:pt x="181" y="54"/>
                      </a:lnTo>
                      <a:lnTo>
                        <a:pt x="181" y="52"/>
                      </a:lnTo>
                      <a:lnTo>
                        <a:pt x="179" y="50"/>
                      </a:lnTo>
                      <a:lnTo>
                        <a:pt x="179" y="50"/>
                      </a:lnTo>
                      <a:lnTo>
                        <a:pt x="179" y="58"/>
                      </a:lnTo>
                      <a:lnTo>
                        <a:pt x="175" y="60"/>
                      </a:lnTo>
                      <a:lnTo>
                        <a:pt x="175" y="60"/>
                      </a:lnTo>
                      <a:lnTo>
                        <a:pt x="173" y="66"/>
                      </a:lnTo>
                      <a:lnTo>
                        <a:pt x="171" y="68"/>
                      </a:lnTo>
                      <a:lnTo>
                        <a:pt x="171" y="68"/>
                      </a:lnTo>
                      <a:lnTo>
                        <a:pt x="173" y="72"/>
                      </a:lnTo>
                      <a:lnTo>
                        <a:pt x="171" y="76"/>
                      </a:lnTo>
                      <a:lnTo>
                        <a:pt x="171" y="76"/>
                      </a:lnTo>
                      <a:lnTo>
                        <a:pt x="169" y="76"/>
                      </a:lnTo>
                      <a:lnTo>
                        <a:pt x="167" y="78"/>
                      </a:lnTo>
                      <a:lnTo>
                        <a:pt x="167" y="78"/>
                      </a:lnTo>
                      <a:lnTo>
                        <a:pt x="165" y="78"/>
                      </a:lnTo>
                      <a:lnTo>
                        <a:pt x="161" y="78"/>
                      </a:lnTo>
                      <a:lnTo>
                        <a:pt x="161" y="78"/>
                      </a:lnTo>
                      <a:lnTo>
                        <a:pt x="157" y="82"/>
                      </a:lnTo>
                      <a:lnTo>
                        <a:pt x="157" y="82"/>
                      </a:lnTo>
                      <a:lnTo>
                        <a:pt x="157" y="84"/>
                      </a:lnTo>
                      <a:lnTo>
                        <a:pt x="157" y="84"/>
                      </a:lnTo>
                      <a:lnTo>
                        <a:pt x="165" y="84"/>
                      </a:lnTo>
                      <a:lnTo>
                        <a:pt x="165" y="84"/>
                      </a:lnTo>
                      <a:lnTo>
                        <a:pt x="167" y="82"/>
                      </a:lnTo>
                      <a:lnTo>
                        <a:pt x="169" y="82"/>
                      </a:lnTo>
                      <a:lnTo>
                        <a:pt x="171" y="82"/>
                      </a:lnTo>
                      <a:lnTo>
                        <a:pt x="171" y="82"/>
                      </a:lnTo>
                      <a:lnTo>
                        <a:pt x="171" y="82"/>
                      </a:lnTo>
                      <a:lnTo>
                        <a:pt x="171" y="84"/>
                      </a:lnTo>
                      <a:lnTo>
                        <a:pt x="171" y="84"/>
                      </a:lnTo>
                      <a:lnTo>
                        <a:pt x="165" y="86"/>
                      </a:lnTo>
                      <a:lnTo>
                        <a:pt x="163" y="86"/>
                      </a:lnTo>
                      <a:lnTo>
                        <a:pt x="161" y="90"/>
                      </a:lnTo>
                      <a:lnTo>
                        <a:pt x="163" y="96"/>
                      </a:lnTo>
                      <a:lnTo>
                        <a:pt x="163" y="96"/>
                      </a:lnTo>
                      <a:lnTo>
                        <a:pt x="159" y="92"/>
                      </a:lnTo>
                      <a:lnTo>
                        <a:pt x="157" y="90"/>
                      </a:lnTo>
                      <a:lnTo>
                        <a:pt x="149" y="90"/>
                      </a:lnTo>
                      <a:lnTo>
                        <a:pt x="149" y="92"/>
                      </a:lnTo>
                      <a:lnTo>
                        <a:pt x="151" y="92"/>
                      </a:lnTo>
                      <a:lnTo>
                        <a:pt x="151" y="92"/>
                      </a:lnTo>
                      <a:lnTo>
                        <a:pt x="155" y="92"/>
                      </a:lnTo>
                      <a:lnTo>
                        <a:pt x="155" y="94"/>
                      </a:lnTo>
                      <a:lnTo>
                        <a:pt x="155" y="94"/>
                      </a:lnTo>
                      <a:lnTo>
                        <a:pt x="151" y="94"/>
                      </a:lnTo>
                      <a:lnTo>
                        <a:pt x="151" y="94"/>
                      </a:lnTo>
                      <a:lnTo>
                        <a:pt x="151" y="96"/>
                      </a:lnTo>
                      <a:lnTo>
                        <a:pt x="151" y="96"/>
                      </a:lnTo>
                      <a:lnTo>
                        <a:pt x="157" y="96"/>
                      </a:lnTo>
                      <a:lnTo>
                        <a:pt x="157" y="96"/>
                      </a:lnTo>
                      <a:lnTo>
                        <a:pt x="155" y="100"/>
                      </a:lnTo>
                      <a:lnTo>
                        <a:pt x="155" y="102"/>
                      </a:lnTo>
                      <a:lnTo>
                        <a:pt x="157" y="102"/>
                      </a:lnTo>
                      <a:lnTo>
                        <a:pt x="157" y="102"/>
                      </a:lnTo>
                      <a:lnTo>
                        <a:pt x="157" y="104"/>
                      </a:lnTo>
                      <a:lnTo>
                        <a:pt x="157" y="104"/>
                      </a:lnTo>
                      <a:lnTo>
                        <a:pt x="147" y="104"/>
                      </a:lnTo>
                      <a:lnTo>
                        <a:pt x="147" y="104"/>
                      </a:lnTo>
                      <a:lnTo>
                        <a:pt x="147" y="110"/>
                      </a:lnTo>
                      <a:lnTo>
                        <a:pt x="147" y="110"/>
                      </a:lnTo>
                      <a:lnTo>
                        <a:pt x="149" y="112"/>
                      </a:lnTo>
                      <a:lnTo>
                        <a:pt x="149" y="112"/>
                      </a:lnTo>
                      <a:lnTo>
                        <a:pt x="147" y="114"/>
                      </a:lnTo>
                      <a:lnTo>
                        <a:pt x="147" y="114"/>
                      </a:lnTo>
                      <a:lnTo>
                        <a:pt x="143" y="114"/>
                      </a:lnTo>
                      <a:lnTo>
                        <a:pt x="143" y="114"/>
                      </a:lnTo>
                      <a:lnTo>
                        <a:pt x="143" y="116"/>
                      </a:lnTo>
                      <a:lnTo>
                        <a:pt x="141" y="120"/>
                      </a:lnTo>
                      <a:lnTo>
                        <a:pt x="141" y="120"/>
                      </a:lnTo>
                      <a:lnTo>
                        <a:pt x="137" y="118"/>
                      </a:lnTo>
                      <a:lnTo>
                        <a:pt x="133" y="120"/>
                      </a:lnTo>
                      <a:lnTo>
                        <a:pt x="133" y="120"/>
                      </a:lnTo>
                      <a:lnTo>
                        <a:pt x="133" y="122"/>
                      </a:lnTo>
                      <a:lnTo>
                        <a:pt x="133" y="124"/>
                      </a:lnTo>
                      <a:lnTo>
                        <a:pt x="133" y="124"/>
                      </a:lnTo>
                      <a:lnTo>
                        <a:pt x="123" y="128"/>
                      </a:lnTo>
                      <a:lnTo>
                        <a:pt x="123" y="128"/>
                      </a:lnTo>
                      <a:lnTo>
                        <a:pt x="123" y="130"/>
                      </a:lnTo>
                      <a:lnTo>
                        <a:pt x="123" y="130"/>
                      </a:lnTo>
                      <a:lnTo>
                        <a:pt x="125" y="132"/>
                      </a:lnTo>
                      <a:lnTo>
                        <a:pt x="127" y="132"/>
                      </a:lnTo>
                      <a:lnTo>
                        <a:pt x="125" y="132"/>
                      </a:lnTo>
                      <a:lnTo>
                        <a:pt x="123" y="132"/>
                      </a:lnTo>
                      <a:lnTo>
                        <a:pt x="123" y="132"/>
                      </a:lnTo>
                      <a:lnTo>
                        <a:pt x="125" y="140"/>
                      </a:lnTo>
                      <a:lnTo>
                        <a:pt x="125" y="140"/>
                      </a:lnTo>
                      <a:lnTo>
                        <a:pt x="117" y="146"/>
                      </a:lnTo>
                      <a:lnTo>
                        <a:pt x="117" y="146"/>
                      </a:lnTo>
                      <a:lnTo>
                        <a:pt x="113" y="146"/>
                      </a:lnTo>
                      <a:lnTo>
                        <a:pt x="113" y="146"/>
                      </a:lnTo>
                      <a:lnTo>
                        <a:pt x="113" y="150"/>
                      </a:lnTo>
                      <a:lnTo>
                        <a:pt x="113" y="150"/>
                      </a:lnTo>
                      <a:lnTo>
                        <a:pt x="107" y="150"/>
                      </a:lnTo>
                      <a:lnTo>
                        <a:pt x="107" y="150"/>
                      </a:lnTo>
                      <a:lnTo>
                        <a:pt x="103" y="152"/>
                      </a:lnTo>
                      <a:lnTo>
                        <a:pt x="103" y="152"/>
                      </a:lnTo>
                      <a:lnTo>
                        <a:pt x="107" y="158"/>
                      </a:lnTo>
                      <a:lnTo>
                        <a:pt x="107" y="160"/>
                      </a:lnTo>
                      <a:lnTo>
                        <a:pt x="105" y="162"/>
                      </a:lnTo>
                      <a:lnTo>
                        <a:pt x="105" y="162"/>
                      </a:lnTo>
                      <a:lnTo>
                        <a:pt x="101" y="160"/>
                      </a:lnTo>
                      <a:lnTo>
                        <a:pt x="97" y="160"/>
                      </a:lnTo>
                      <a:lnTo>
                        <a:pt x="97" y="160"/>
                      </a:lnTo>
                      <a:lnTo>
                        <a:pt x="95" y="160"/>
                      </a:lnTo>
                      <a:lnTo>
                        <a:pt x="95" y="162"/>
                      </a:lnTo>
                      <a:lnTo>
                        <a:pt x="95" y="164"/>
                      </a:lnTo>
                      <a:lnTo>
                        <a:pt x="95" y="164"/>
                      </a:lnTo>
                      <a:lnTo>
                        <a:pt x="91" y="166"/>
                      </a:lnTo>
                      <a:lnTo>
                        <a:pt x="91" y="166"/>
                      </a:lnTo>
                      <a:lnTo>
                        <a:pt x="91" y="168"/>
                      </a:lnTo>
                      <a:lnTo>
                        <a:pt x="91" y="168"/>
                      </a:lnTo>
                      <a:lnTo>
                        <a:pt x="89" y="168"/>
                      </a:lnTo>
                      <a:lnTo>
                        <a:pt x="87" y="168"/>
                      </a:lnTo>
                      <a:lnTo>
                        <a:pt x="87" y="168"/>
                      </a:lnTo>
                      <a:lnTo>
                        <a:pt x="87" y="168"/>
                      </a:lnTo>
                      <a:lnTo>
                        <a:pt x="85" y="170"/>
                      </a:lnTo>
                      <a:lnTo>
                        <a:pt x="85" y="172"/>
                      </a:lnTo>
                      <a:lnTo>
                        <a:pt x="85" y="172"/>
                      </a:lnTo>
                      <a:lnTo>
                        <a:pt x="79" y="178"/>
                      </a:lnTo>
                      <a:lnTo>
                        <a:pt x="79" y="178"/>
                      </a:lnTo>
                      <a:lnTo>
                        <a:pt x="77" y="180"/>
                      </a:lnTo>
                      <a:lnTo>
                        <a:pt x="74" y="184"/>
                      </a:lnTo>
                      <a:lnTo>
                        <a:pt x="74" y="184"/>
                      </a:lnTo>
                      <a:lnTo>
                        <a:pt x="74" y="184"/>
                      </a:lnTo>
                      <a:lnTo>
                        <a:pt x="70" y="184"/>
                      </a:lnTo>
                      <a:lnTo>
                        <a:pt x="70" y="184"/>
                      </a:lnTo>
                      <a:lnTo>
                        <a:pt x="72" y="190"/>
                      </a:lnTo>
                      <a:lnTo>
                        <a:pt x="72" y="190"/>
                      </a:lnTo>
                      <a:lnTo>
                        <a:pt x="81" y="186"/>
                      </a:lnTo>
                      <a:lnTo>
                        <a:pt x="91" y="180"/>
                      </a:lnTo>
                      <a:lnTo>
                        <a:pt x="91" y="180"/>
                      </a:lnTo>
                      <a:lnTo>
                        <a:pt x="89" y="184"/>
                      </a:lnTo>
                      <a:lnTo>
                        <a:pt x="89" y="184"/>
                      </a:lnTo>
                      <a:lnTo>
                        <a:pt x="83" y="188"/>
                      </a:lnTo>
                      <a:lnTo>
                        <a:pt x="79" y="190"/>
                      </a:lnTo>
                      <a:lnTo>
                        <a:pt x="79" y="190"/>
                      </a:lnTo>
                      <a:lnTo>
                        <a:pt x="79" y="196"/>
                      </a:lnTo>
                      <a:lnTo>
                        <a:pt x="79" y="196"/>
                      </a:lnTo>
                      <a:lnTo>
                        <a:pt x="68" y="194"/>
                      </a:lnTo>
                      <a:lnTo>
                        <a:pt x="68" y="194"/>
                      </a:lnTo>
                      <a:lnTo>
                        <a:pt x="68" y="190"/>
                      </a:lnTo>
                      <a:lnTo>
                        <a:pt x="68" y="190"/>
                      </a:lnTo>
                      <a:lnTo>
                        <a:pt x="66" y="188"/>
                      </a:lnTo>
                      <a:lnTo>
                        <a:pt x="66" y="188"/>
                      </a:lnTo>
                      <a:lnTo>
                        <a:pt x="60" y="190"/>
                      </a:lnTo>
                      <a:lnTo>
                        <a:pt x="54" y="190"/>
                      </a:lnTo>
                      <a:lnTo>
                        <a:pt x="54" y="196"/>
                      </a:lnTo>
                      <a:lnTo>
                        <a:pt x="54" y="196"/>
                      </a:lnTo>
                      <a:lnTo>
                        <a:pt x="56" y="196"/>
                      </a:lnTo>
                      <a:lnTo>
                        <a:pt x="56" y="196"/>
                      </a:lnTo>
                      <a:lnTo>
                        <a:pt x="54" y="198"/>
                      </a:lnTo>
                      <a:lnTo>
                        <a:pt x="54" y="198"/>
                      </a:lnTo>
                      <a:lnTo>
                        <a:pt x="52" y="198"/>
                      </a:lnTo>
                      <a:lnTo>
                        <a:pt x="50" y="198"/>
                      </a:lnTo>
                      <a:lnTo>
                        <a:pt x="50" y="198"/>
                      </a:lnTo>
                      <a:lnTo>
                        <a:pt x="48" y="200"/>
                      </a:lnTo>
                      <a:lnTo>
                        <a:pt x="48" y="202"/>
                      </a:lnTo>
                      <a:lnTo>
                        <a:pt x="48" y="204"/>
                      </a:lnTo>
                      <a:lnTo>
                        <a:pt x="48" y="202"/>
                      </a:lnTo>
                      <a:lnTo>
                        <a:pt x="48" y="202"/>
                      </a:lnTo>
                      <a:lnTo>
                        <a:pt x="44" y="202"/>
                      </a:lnTo>
                      <a:lnTo>
                        <a:pt x="44" y="202"/>
                      </a:lnTo>
                      <a:lnTo>
                        <a:pt x="44" y="206"/>
                      </a:lnTo>
                      <a:lnTo>
                        <a:pt x="44" y="206"/>
                      </a:lnTo>
                      <a:lnTo>
                        <a:pt x="44" y="206"/>
                      </a:lnTo>
                      <a:lnTo>
                        <a:pt x="42" y="204"/>
                      </a:lnTo>
                      <a:lnTo>
                        <a:pt x="42" y="204"/>
                      </a:lnTo>
                      <a:lnTo>
                        <a:pt x="30" y="204"/>
                      </a:lnTo>
                      <a:lnTo>
                        <a:pt x="30" y="204"/>
                      </a:lnTo>
                      <a:lnTo>
                        <a:pt x="32" y="208"/>
                      </a:lnTo>
                      <a:lnTo>
                        <a:pt x="32" y="208"/>
                      </a:lnTo>
                      <a:lnTo>
                        <a:pt x="34" y="208"/>
                      </a:lnTo>
                      <a:lnTo>
                        <a:pt x="34" y="208"/>
                      </a:lnTo>
                      <a:lnTo>
                        <a:pt x="36" y="210"/>
                      </a:lnTo>
                      <a:lnTo>
                        <a:pt x="36" y="212"/>
                      </a:lnTo>
                      <a:lnTo>
                        <a:pt x="36" y="212"/>
                      </a:lnTo>
                      <a:lnTo>
                        <a:pt x="32" y="216"/>
                      </a:lnTo>
                      <a:lnTo>
                        <a:pt x="32" y="216"/>
                      </a:lnTo>
                      <a:lnTo>
                        <a:pt x="32" y="218"/>
                      </a:lnTo>
                      <a:lnTo>
                        <a:pt x="32" y="218"/>
                      </a:lnTo>
                      <a:lnTo>
                        <a:pt x="30" y="216"/>
                      </a:lnTo>
                      <a:lnTo>
                        <a:pt x="30" y="216"/>
                      </a:lnTo>
                      <a:lnTo>
                        <a:pt x="26" y="216"/>
                      </a:lnTo>
                      <a:lnTo>
                        <a:pt x="22" y="216"/>
                      </a:lnTo>
                      <a:lnTo>
                        <a:pt x="22" y="216"/>
                      </a:lnTo>
                      <a:lnTo>
                        <a:pt x="22" y="218"/>
                      </a:lnTo>
                      <a:lnTo>
                        <a:pt x="20" y="222"/>
                      </a:lnTo>
                      <a:lnTo>
                        <a:pt x="20" y="222"/>
                      </a:lnTo>
                      <a:lnTo>
                        <a:pt x="28" y="222"/>
                      </a:lnTo>
                      <a:lnTo>
                        <a:pt x="30" y="224"/>
                      </a:lnTo>
                      <a:lnTo>
                        <a:pt x="24" y="226"/>
                      </a:lnTo>
                      <a:lnTo>
                        <a:pt x="24" y="226"/>
                      </a:lnTo>
                      <a:lnTo>
                        <a:pt x="24" y="226"/>
                      </a:lnTo>
                      <a:lnTo>
                        <a:pt x="24" y="228"/>
                      </a:lnTo>
                      <a:lnTo>
                        <a:pt x="24" y="228"/>
                      </a:lnTo>
                      <a:lnTo>
                        <a:pt x="22" y="226"/>
                      </a:lnTo>
                      <a:lnTo>
                        <a:pt x="20" y="224"/>
                      </a:lnTo>
                      <a:lnTo>
                        <a:pt x="20" y="224"/>
                      </a:lnTo>
                      <a:lnTo>
                        <a:pt x="20" y="228"/>
                      </a:lnTo>
                      <a:lnTo>
                        <a:pt x="20" y="228"/>
                      </a:lnTo>
                      <a:lnTo>
                        <a:pt x="14" y="228"/>
                      </a:lnTo>
                      <a:lnTo>
                        <a:pt x="8" y="228"/>
                      </a:lnTo>
                      <a:lnTo>
                        <a:pt x="8" y="228"/>
                      </a:lnTo>
                      <a:lnTo>
                        <a:pt x="8" y="230"/>
                      </a:lnTo>
                      <a:lnTo>
                        <a:pt x="8" y="230"/>
                      </a:lnTo>
                      <a:lnTo>
                        <a:pt x="6" y="228"/>
                      </a:lnTo>
                      <a:lnTo>
                        <a:pt x="4" y="228"/>
                      </a:lnTo>
                      <a:lnTo>
                        <a:pt x="4" y="228"/>
                      </a:lnTo>
                      <a:lnTo>
                        <a:pt x="4" y="232"/>
                      </a:lnTo>
                      <a:lnTo>
                        <a:pt x="4" y="232"/>
                      </a:lnTo>
                      <a:lnTo>
                        <a:pt x="16" y="234"/>
                      </a:lnTo>
                      <a:lnTo>
                        <a:pt x="16" y="234"/>
                      </a:lnTo>
                      <a:lnTo>
                        <a:pt x="16" y="234"/>
                      </a:lnTo>
                      <a:lnTo>
                        <a:pt x="16" y="234"/>
                      </a:lnTo>
                      <a:lnTo>
                        <a:pt x="18" y="234"/>
                      </a:lnTo>
                      <a:lnTo>
                        <a:pt x="18" y="234"/>
                      </a:lnTo>
                      <a:lnTo>
                        <a:pt x="18" y="236"/>
                      </a:lnTo>
                      <a:lnTo>
                        <a:pt x="18" y="236"/>
                      </a:lnTo>
                      <a:lnTo>
                        <a:pt x="0" y="236"/>
                      </a:lnTo>
                      <a:lnTo>
                        <a:pt x="0" y="236"/>
                      </a:lnTo>
                      <a:lnTo>
                        <a:pt x="0" y="242"/>
                      </a:lnTo>
                      <a:lnTo>
                        <a:pt x="0" y="248"/>
                      </a:lnTo>
                      <a:lnTo>
                        <a:pt x="0" y="248"/>
                      </a:lnTo>
                      <a:lnTo>
                        <a:pt x="4" y="248"/>
                      </a:lnTo>
                      <a:lnTo>
                        <a:pt x="4" y="248"/>
                      </a:lnTo>
                      <a:lnTo>
                        <a:pt x="6" y="246"/>
                      </a:lnTo>
                      <a:lnTo>
                        <a:pt x="6" y="246"/>
                      </a:lnTo>
                      <a:lnTo>
                        <a:pt x="8" y="246"/>
                      </a:lnTo>
                      <a:lnTo>
                        <a:pt x="8" y="246"/>
                      </a:lnTo>
                      <a:lnTo>
                        <a:pt x="12" y="250"/>
                      </a:lnTo>
                      <a:lnTo>
                        <a:pt x="12" y="250"/>
                      </a:lnTo>
                      <a:lnTo>
                        <a:pt x="16" y="250"/>
                      </a:lnTo>
                      <a:lnTo>
                        <a:pt x="16" y="250"/>
                      </a:lnTo>
                      <a:lnTo>
                        <a:pt x="16" y="246"/>
                      </a:lnTo>
                      <a:lnTo>
                        <a:pt x="16" y="246"/>
                      </a:lnTo>
                      <a:lnTo>
                        <a:pt x="18" y="244"/>
                      </a:lnTo>
                      <a:lnTo>
                        <a:pt x="18" y="244"/>
                      </a:lnTo>
                      <a:lnTo>
                        <a:pt x="20" y="248"/>
                      </a:lnTo>
                      <a:lnTo>
                        <a:pt x="20" y="248"/>
                      </a:lnTo>
                      <a:lnTo>
                        <a:pt x="22" y="246"/>
                      </a:lnTo>
                      <a:lnTo>
                        <a:pt x="24" y="246"/>
                      </a:lnTo>
                      <a:lnTo>
                        <a:pt x="24" y="246"/>
                      </a:lnTo>
                      <a:lnTo>
                        <a:pt x="26" y="248"/>
                      </a:lnTo>
                      <a:lnTo>
                        <a:pt x="26" y="250"/>
                      </a:lnTo>
                      <a:lnTo>
                        <a:pt x="26" y="250"/>
                      </a:lnTo>
                      <a:lnTo>
                        <a:pt x="28" y="248"/>
                      </a:lnTo>
                      <a:lnTo>
                        <a:pt x="30" y="246"/>
                      </a:lnTo>
                      <a:lnTo>
                        <a:pt x="30" y="246"/>
                      </a:lnTo>
                      <a:lnTo>
                        <a:pt x="30" y="250"/>
                      </a:lnTo>
                      <a:lnTo>
                        <a:pt x="30" y="250"/>
                      </a:lnTo>
                      <a:lnTo>
                        <a:pt x="24" y="250"/>
                      </a:lnTo>
                      <a:lnTo>
                        <a:pt x="24" y="252"/>
                      </a:lnTo>
                      <a:lnTo>
                        <a:pt x="24" y="252"/>
                      </a:lnTo>
                      <a:lnTo>
                        <a:pt x="22" y="252"/>
                      </a:lnTo>
                      <a:lnTo>
                        <a:pt x="20" y="250"/>
                      </a:lnTo>
                      <a:lnTo>
                        <a:pt x="20" y="250"/>
                      </a:lnTo>
                      <a:lnTo>
                        <a:pt x="4" y="250"/>
                      </a:lnTo>
                      <a:lnTo>
                        <a:pt x="2" y="252"/>
                      </a:lnTo>
                      <a:lnTo>
                        <a:pt x="2" y="252"/>
                      </a:lnTo>
                      <a:lnTo>
                        <a:pt x="0" y="252"/>
                      </a:lnTo>
                      <a:lnTo>
                        <a:pt x="0" y="252"/>
                      </a:lnTo>
                      <a:lnTo>
                        <a:pt x="0" y="254"/>
                      </a:lnTo>
                      <a:lnTo>
                        <a:pt x="0" y="254"/>
                      </a:lnTo>
                      <a:lnTo>
                        <a:pt x="6" y="256"/>
                      </a:lnTo>
                      <a:lnTo>
                        <a:pt x="6" y="256"/>
                      </a:lnTo>
                      <a:lnTo>
                        <a:pt x="6" y="256"/>
                      </a:lnTo>
                      <a:lnTo>
                        <a:pt x="6" y="256"/>
                      </a:lnTo>
                      <a:lnTo>
                        <a:pt x="6" y="256"/>
                      </a:lnTo>
                      <a:lnTo>
                        <a:pt x="6" y="260"/>
                      </a:lnTo>
                      <a:lnTo>
                        <a:pt x="6" y="260"/>
                      </a:lnTo>
                      <a:lnTo>
                        <a:pt x="2" y="260"/>
                      </a:lnTo>
                      <a:lnTo>
                        <a:pt x="2" y="260"/>
                      </a:lnTo>
                      <a:lnTo>
                        <a:pt x="2" y="262"/>
                      </a:lnTo>
                      <a:lnTo>
                        <a:pt x="2" y="262"/>
                      </a:lnTo>
                      <a:lnTo>
                        <a:pt x="2" y="262"/>
                      </a:lnTo>
                      <a:lnTo>
                        <a:pt x="0" y="264"/>
                      </a:lnTo>
                      <a:lnTo>
                        <a:pt x="0" y="264"/>
                      </a:lnTo>
                      <a:lnTo>
                        <a:pt x="0" y="264"/>
                      </a:lnTo>
                      <a:lnTo>
                        <a:pt x="0" y="264"/>
                      </a:lnTo>
                      <a:lnTo>
                        <a:pt x="6" y="266"/>
                      </a:lnTo>
                      <a:lnTo>
                        <a:pt x="6" y="266"/>
                      </a:lnTo>
                      <a:lnTo>
                        <a:pt x="6" y="264"/>
                      </a:lnTo>
                      <a:lnTo>
                        <a:pt x="6" y="264"/>
                      </a:lnTo>
                      <a:lnTo>
                        <a:pt x="8" y="264"/>
                      </a:lnTo>
                      <a:lnTo>
                        <a:pt x="8" y="264"/>
                      </a:lnTo>
                      <a:lnTo>
                        <a:pt x="8" y="264"/>
                      </a:lnTo>
                      <a:lnTo>
                        <a:pt x="10" y="266"/>
                      </a:lnTo>
                      <a:lnTo>
                        <a:pt x="8" y="266"/>
                      </a:lnTo>
                      <a:lnTo>
                        <a:pt x="6" y="266"/>
                      </a:lnTo>
                      <a:lnTo>
                        <a:pt x="6" y="266"/>
                      </a:lnTo>
                      <a:lnTo>
                        <a:pt x="6" y="270"/>
                      </a:lnTo>
                      <a:lnTo>
                        <a:pt x="6" y="270"/>
                      </a:lnTo>
                      <a:lnTo>
                        <a:pt x="12" y="268"/>
                      </a:lnTo>
                      <a:lnTo>
                        <a:pt x="12" y="268"/>
                      </a:lnTo>
                      <a:lnTo>
                        <a:pt x="12" y="272"/>
                      </a:lnTo>
                      <a:lnTo>
                        <a:pt x="14" y="272"/>
                      </a:lnTo>
                      <a:lnTo>
                        <a:pt x="16" y="272"/>
                      </a:lnTo>
                      <a:lnTo>
                        <a:pt x="16" y="272"/>
                      </a:lnTo>
                      <a:lnTo>
                        <a:pt x="18" y="270"/>
                      </a:lnTo>
                      <a:lnTo>
                        <a:pt x="20" y="266"/>
                      </a:lnTo>
                      <a:lnTo>
                        <a:pt x="22" y="264"/>
                      </a:lnTo>
                      <a:lnTo>
                        <a:pt x="22" y="264"/>
                      </a:lnTo>
                      <a:lnTo>
                        <a:pt x="28" y="264"/>
                      </a:lnTo>
                      <a:lnTo>
                        <a:pt x="28" y="264"/>
                      </a:lnTo>
                      <a:lnTo>
                        <a:pt x="28" y="264"/>
                      </a:lnTo>
                      <a:lnTo>
                        <a:pt x="28" y="264"/>
                      </a:lnTo>
                      <a:lnTo>
                        <a:pt x="26" y="268"/>
                      </a:lnTo>
                      <a:lnTo>
                        <a:pt x="26" y="268"/>
                      </a:lnTo>
                      <a:lnTo>
                        <a:pt x="22" y="268"/>
                      </a:lnTo>
                      <a:lnTo>
                        <a:pt x="22" y="268"/>
                      </a:lnTo>
                      <a:lnTo>
                        <a:pt x="20" y="270"/>
                      </a:lnTo>
                      <a:lnTo>
                        <a:pt x="20" y="272"/>
                      </a:lnTo>
                      <a:lnTo>
                        <a:pt x="18" y="274"/>
                      </a:lnTo>
                      <a:lnTo>
                        <a:pt x="18" y="274"/>
                      </a:lnTo>
                      <a:lnTo>
                        <a:pt x="16" y="276"/>
                      </a:lnTo>
                      <a:lnTo>
                        <a:pt x="16" y="276"/>
                      </a:lnTo>
                      <a:lnTo>
                        <a:pt x="16" y="280"/>
                      </a:lnTo>
                      <a:lnTo>
                        <a:pt x="16" y="282"/>
                      </a:lnTo>
                      <a:lnTo>
                        <a:pt x="16" y="282"/>
                      </a:lnTo>
                      <a:lnTo>
                        <a:pt x="14" y="282"/>
                      </a:lnTo>
                      <a:lnTo>
                        <a:pt x="12" y="284"/>
                      </a:lnTo>
                      <a:lnTo>
                        <a:pt x="6" y="284"/>
                      </a:lnTo>
                      <a:lnTo>
                        <a:pt x="6" y="284"/>
                      </a:lnTo>
                      <a:lnTo>
                        <a:pt x="4" y="286"/>
                      </a:lnTo>
                      <a:lnTo>
                        <a:pt x="4" y="290"/>
                      </a:lnTo>
                      <a:lnTo>
                        <a:pt x="4" y="290"/>
                      </a:lnTo>
                      <a:lnTo>
                        <a:pt x="8" y="290"/>
                      </a:lnTo>
                      <a:lnTo>
                        <a:pt x="8" y="290"/>
                      </a:lnTo>
                      <a:lnTo>
                        <a:pt x="10" y="292"/>
                      </a:lnTo>
                      <a:lnTo>
                        <a:pt x="10" y="292"/>
                      </a:lnTo>
                      <a:lnTo>
                        <a:pt x="10" y="292"/>
                      </a:lnTo>
                      <a:lnTo>
                        <a:pt x="10" y="292"/>
                      </a:lnTo>
                      <a:lnTo>
                        <a:pt x="10" y="290"/>
                      </a:lnTo>
                      <a:lnTo>
                        <a:pt x="10" y="290"/>
                      </a:lnTo>
                      <a:lnTo>
                        <a:pt x="18" y="290"/>
                      </a:lnTo>
                      <a:lnTo>
                        <a:pt x="18" y="290"/>
                      </a:lnTo>
                      <a:lnTo>
                        <a:pt x="18" y="288"/>
                      </a:lnTo>
                      <a:lnTo>
                        <a:pt x="18" y="286"/>
                      </a:lnTo>
                      <a:lnTo>
                        <a:pt x="18" y="286"/>
                      </a:lnTo>
                      <a:lnTo>
                        <a:pt x="18" y="286"/>
                      </a:lnTo>
                      <a:lnTo>
                        <a:pt x="18" y="288"/>
                      </a:lnTo>
                      <a:lnTo>
                        <a:pt x="18" y="290"/>
                      </a:lnTo>
                      <a:lnTo>
                        <a:pt x="18" y="290"/>
                      </a:lnTo>
                      <a:lnTo>
                        <a:pt x="18" y="292"/>
                      </a:lnTo>
                      <a:lnTo>
                        <a:pt x="18" y="296"/>
                      </a:lnTo>
                      <a:lnTo>
                        <a:pt x="16" y="302"/>
                      </a:lnTo>
                      <a:lnTo>
                        <a:pt x="16" y="302"/>
                      </a:lnTo>
                      <a:lnTo>
                        <a:pt x="14" y="304"/>
                      </a:lnTo>
                      <a:lnTo>
                        <a:pt x="10" y="304"/>
                      </a:lnTo>
                      <a:lnTo>
                        <a:pt x="10" y="304"/>
                      </a:lnTo>
                      <a:lnTo>
                        <a:pt x="10" y="310"/>
                      </a:lnTo>
                      <a:lnTo>
                        <a:pt x="10" y="310"/>
                      </a:lnTo>
                      <a:lnTo>
                        <a:pt x="16" y="316"/>
                      </a:lnTo>
                      <a:lnTo>
                        <a:pt x="20" y="318"/>
                      </a:lnTo>
                      <a:lnTo>
                        <a:pt x="26" y="318"/>
                      </a:lnTo>
                      <a:lnTo>
                        <a:pt x="26" y="318"/>
                      </a:lnTo>
                      <a:lnTo>
                        <a:pt x="26" y="316"/>
                      </a:lnTo>
                      <a:lnTo>
                        <a:pt x="26" y="314"/>
                      </a:lnTo>
                      <a:lnTo>
                        <a:pt x="28" y="316"/>
                      </a:lnTo>
                      <a:lnTo>
                        <a:pt x="26" y="320"/>
                      </a:lnTo>
                      <a:lnTo>
                        <a:pt x="26" y="320"/>
                      </a:lnTo>
                      <a:lnTo>
                        <a:pt x="32" y="320"/>
                      </a:lnTo>
                      <a:lnTo>
                        <a:pt x="36" y="320"/>
                      </a:lnTo>
                      <a:lnTo>
                        <a:pt x="36" y="320"/>
                      </a:lnTo>
                      <a:lnTo>
                        <a:pt x="40" y="316"/>
                      </a:lnTo>
                      <a:lnTo>
                        <a:pt x="40" y="316"/>
                      </a:lnTo>
                      <a:lnTo>
                        <a:pt x="44" y="316"/>
                      </a:lnTo>
                      <a:lnTo>
                        <a:pt x="44" y="316"/>
                      </a:lnTo>
                      <a:lnTo>
                        <a:pt x="50" y="312"/>
                      </a:lnTo>
                      <a:lnTo>
                        <a:pt x="50" y="312"/>
                      </a:lnTo>
                      <a:lnTo>
                        <a:pt x="56" y="310"/>
                      </a:lnTo>
                      <a:lnTo>
                        <a:pt x="56" y="310"/>
                      </a:lnTo>
                      <a:lnTo>
                        <a:pt x="62" y="304"/>
                      </a:lnTo>
                      <a:lnTo>
                        <a:pt x="62" y="304"/>
                      </a:lnTo>
                      <a:lnTo>
                        <a:pt x="68" y="304"/>
                      </a:lnTo>
                      <a:lnTo>
                        <a:pt x="68" y="304"/>
                      </a:lnTo>
                      <a:lnTo>
                        <a:pt x="77" y="300"/>
                      </a:lnTo>
                      <a:lnTo>
                        <a:pt x="83" y="294"/>
                      </a:lnTo>
                      <a:lnTo>
                        <a:pt x="83" y="294"/>
                      </a:lnTo>
                      <a:lnTo>
                        <a:pt x="87" y="294"/>
                      </a:lnTo>
                      <a:lnTo>
                        <a:pt x="87" y="294"/>
                      </a:lnTo>
                      <a:lnTo>
                        <a:pt x="85" y="300"/>
                      </a:lnTo>
                      <a:lnTo>
                        <a:pt x="85" y="3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5" name="Freeform 129">
                  <a:extLst>
                    <a:ext uri="{FF2B5EF4-FFF2-40B4-BE49-F238E27FC236}">
                      <a16:creationId xmlns:a16="http://schemas.microsoft.com/office/drawing/2014/main" id="{09BB6CDE-C6A1-734D-9F27-EFC1BBBACC13}"/>
                    </a:ext>
                  </a:extLst>
                </p:cNvPr>
                <p:cNvSpPr>
                  <a:spLocks/>
                </p:cNvSpPr>
                <p:nvPr/>
              </p:nvSpPr>
              <p:spPr bwMode="auto">
                <a:xfrm>
                  <a:off x="5987491" y="2485405"/>
                  <a:ext cx="113501" cy="92108"/>
                </a:xfrm>
                <a:custGeom>
                  <a:avLst/>
                  <a:gdLst>
                    <a:gd name="T0" fmla="*/ 58 w 58"/>
                    <a:gd name="T1" fmla="*/ 8 h 46"/>
                    <a:gd name="T2" fmla="*/ 54 w 58"/>
                    <a:gd name="T3" fmla="*/ 6 h 46"/>
                    <a:gd name="T4" fmla="*/ 54 w 58"/>
                    <a:gd name="T5" fmla="*/ 2 h 46"/>
                    <a:gd name="T6" fmla="*/ 46 w 58"/>
                    <a:gd name="T7" fmla="*/ 0 h 46"/>
                    <a:gd name="T8" fmla="*/ 44 w 58"/>
                    <a:gd name="T9" fmla="*/ 2 h 46"/>
                    <a:gd name="T10" fmla="*/ 42 w 58"/>
                    <a:gd name="T11" fmla="*/ 0 h 46"/>
                    <a:gd name="T12" fmla="*/ 36 w 58"/>
                    <a:gd name="T13" fmla="*/ 0 h 46"/>
                    <a:gd name="T14" fmla="*/ 32 w 58"/>
                    <a:gd name="T15" fmla="*/ 2 h 46"/>
                    <a:gd name="T16" fmla="*/ 32 w 58"/>
                    <a:gd name="T17" fmla="*/ 4 h 46"/>
                    <a:gd name="T18" fmla="*/ 30 w 58"/>
                    <a:gd name="T19" fmla="*/ 6 h 46"/>
                    <a:gd name="T20" fmla="*/ 22 w 58"/>
                    <a:gd name="T21" fmla="*/ 8 h 46"/>
                    <a:gd name="T22" fmla="*/ 18 w 58"/>
                    <a:gd name="T23" fmla="*/ 14 h 46"/>
                    <a:gd name="T24" fmla="*/ 16 w 58"/>
                    <a:gd name="T25" fmla="*/ 22 h 46"/>
                    <a:gd name="T26" fmla="*/ 16 w 58"/>
                    <a:gd name="T27" fmla="*/ 22 h 46"/>
                    <a:gd name="T28" fmla="*/ 18 w 58"/>
                    <a:gd name="T29" fmla="*/ 26 h 46"/>
                    <a:gd name="T30" fmla="*/ 14 w 58"/>
                    <a:gd name="T31" fmla="*/ 30 h 46"/>
                    <a:gd name="T32" fmla="*/ 14 w 58"/>
                    <a:gd name="T33" fmla="*/ 34 h 46"/>
                    <a:gd name="T34" fmla="*/ 14 w 58"/>
                    <a:gd name="T35" fmla="*/ 34 h 46"/>
                    <a:gd name="T36" fmla="*/ 12 w 58"/>
                    <a:gd name="T37" fmla="*/ 36 h 46"/>
                    <a:gd name="T38" fmla="*/ 6 w 58"/>
                    <a:gd name="T39" fmla="*/ 36 h 46"/>
                    <a:gd name="T40" fmla="*/ 0 w 58"/>
                    <a:gd name="T41" fmla="*/ 34 h 46"/>
                    <a:gd name="T42" fmla="*/ 0 w 58"/>
                    <a:gd name="T43" fmla="*/ 34 h 46"/>
                    <a:gd name="T44" fmla="*/ 6 w 58"/>
                    <a:gd name="T45" fmla="*/ 42 h 46"/>
                    <a:gd name="T46" fmla="*/ 10 w 58"/>
                    <a:gd name="T47" fmla="*/ 44 h 46"/>
                    <a:gd name="T48" fmla="*/ 14 w 58"/>
                    <a:gd name="T49" fmla="*/ 42 h 46"/>
                    <a:gd name="T50" fmla="*/ 18 w 58"/>
                    <a:gd name="T51" fmla="*/ 40 h 46"/>
                    <a:gd name="T52" fmla="*/ 24 w 58"/>
                    <a:gd name="T53" fmla="*/ 40 h 46"/>
                    <a:gd name="T54" fmla="*/ 24 w 58"/>
                    <a:gd name="T55" fmla="*/ 42 h 46"/>
                    <a:gd name="T56" fmla="*/ 28 w 58"/>
                    <a:gd name="T57" fmla="*/ 46 h 46"/>
                    <a:gd name="T58" fmla="*/ 30 w 58"/>
                    <a:gd name="T59" fmla="*/ 46 h 46"/>
                    <a:gd name="T60" fmla="*/ 34 w 58"/>
                    <a:gd name="T61" fmla="*/ 32 h 46"/>
                    <a:gd name="T62" fmla="*/ 38 w 58"/>
                    <a:gd name="T63" fmla="*/ 28 h 46"/>
                    <a:gd name="T64" fmla="*/ 42 w 58"/>
                    <a:gd name="T65" fmla="*/ 28 h 46"/>
                    <a:gd name="T66" fmla="*/ 48 w 58"/>
                    <a:gd name="T67" fmla="*/ 28 h 46"/>
                    <a:gd name="T68" fmla="*/ 48 w 58"/>
                    <a:gd name="T69" fmla="*/ 26 h 46"/>
                    <a:gd name="T70" fmla="*/ 54 w 58"/>
                    <a:gd name="T71" fmla="*/ 24 h 46"/>
                    <a:gd name="T72" fmla="*/ 54 w 58"/>
                    <a:gd name="T73" fmla="*/ 22 h 46"/>
                    <a:gd name="T74" fmla="*/ 52 w 58"/>
                    <a:gd name="T75" fmla="*/ 18 h 46"/>
                    <a:gd name="T76" fmla="*/ 54 w 58"/>
                    <a:gd name="T77" fmla="*/ 18 h 46"/>
                    <a:gd name="T78" fmla="*/ 58 w 58"/>
                    <a:gd name="T79" fmla="*/ 14 h 46"/>
                    <a:gd name="T80" fmla="*/ 58 w 58"/>
                    <a:gd name="T81"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46">
                      <a:moveTo>
                        <a:pt x="58" y="8"/>
                      </a:moveTo>
                      <a:lnTo>
                        <a:pt x="58" y="8"/>
                      </a:lnTo>
                      <a:lnTo>
                        <a:pt x="54" y="6"/>
                      </a:lnTo>
                      <a:lnTo>
                        <a:pt x="54" y="6"/>
                      </a:lnTo>
                      <a:lnTo>
                        <a:pt x="54" y="2"/>
                      </a:lnTo>
                      <a:lnTo>
                        <a:pt x="54" y="2"/>
                      </a:lnTo>
                      <a:lnTo>
                        <a:pt x="50" y="0"/>
                      </a:lnTo>
                      <a:lnTo>
                        <a:pt x="46" y="0"/>
                      </a:lnTo>
                      <a:lnTo>
                        <a:pt x="46" y="0"/>
                      </a:lnTo>
                      <a:lnTo>
                        <a:pt x="44" y="2"/>
                      </a:lnTo>
                      <a:lnTo>
                        <a:pt x="42" y="0"/>
                      </a:lnTo>
                      <a:lnTo>
                        <a:pt x="42" y="0"/>
                      </a:lnTo>
                      <a:lnTo>
                        <a:pt x="38" y="0"/>
                      </a:lnTo>
                      <a:lnTo>
                        <a:pt x="36" y="0"/>
                      </a:lnTo>
                      <a:lnTo>
                        <a:pt x="36" y="0"/>
                      </a:lnTo>
                      <a:lnTo>
                        <a:pt x="32" y="2"/>
                      </a:lnTo>
                      <a:lnTo>
                        <a:pt x="32" y="2"/>
                      </a:lnTo>
                      <a:lnTo>
                        <a:pt x="32" y="4"/>
                      </a:lnTo>
                      <a:lnTo>
                        <a:pt x="30" y="6"/>
                      </a:lnTo>
                      <a:lnTo>
                        <a:pt x="30" y="6"/>
                      </a:lnTo>
                      <a:lnTo>
                        <a:pt x="26" y="8"/>
                      </a:lnTo>
                      <a:lnTo>
                        <a:pt x="22" y="8"/>
                      </a:lnTo>
                      <a:lnTo>
                        <a:pt x="22" y="8"/>
                      </a:lnTo>
                      <a:lnTo>
                        <a:pt x="18" y="14"/>
                      </a:lnTo>
                      <a:lnTo>
                        <a:pt x="18" y="18"/>
                      </a:lnTo>
                      <a:lnTo>
                        <a:pt x="16" y="22"/>
                      </a:lnTo>
                      <a:lnTo>
                        <a:pt x="16" y="22"/>
                      </a:lnTo>
                      <a:lnTo>
                        <a:pt x="16" y="22"/>
                      </a:lnTo>
                      <a:lnTo>
                        <a:pt x="16" y="24"/>
                      </a:lnTo>
                      <a:lnTo>
                        <a:pt x="18" y="26"/>
                      </a:lnTo>
                      <a:lnTo>
                        <a:pt x="18" y="26"/>
                      </a:lnTo>
                      <a:lnTo>
                        <a:pt x="14" y="30"/>
                      </a:lnTo>
                      <a:lnTo>
                        <a:pt x="14" y="30"/>
                      </a:lnTo>
                      <a:lnTo>
                        <a:pt x="14" y="34"/>
                      </a:lnTo>
                      <a:lnTo>
                        <a:pt x="14" y="34"/>
                      </a:lnTo>
                      <a:lnTo>
                        <a:pt x="14" y="34"/>
                      </a:lnTo>
                      <a:lnTo>
                        <a:pt x="12" y="36"/>
                      </a:lnTo>
                      <a:lnTo>
                        <a:pt x="12" y="36"/>
                      </a:lnTo>
                      <a:lnTo>
                        <a:pt x="6" y="36"/>
                      </a:lnTo>
                      <a:lnTo>
                        <a:pt x="6" y="36"/>
                      </a:lnTo>
                      <a:lnTo>
                        <a:pt x="4" y="36"/>
                      </a:lnTo>
                      <a:lnTo>
                        <a:pt x="0" y="34"/>
                      </a:lnTo>
                      <a:lnTo>
                        <a:pt x="0" y="34"/>
                      </a:lnTo>
                      <a:lnTo>
                        <a:pt x="0" y="34"/>
                      </a:lnTo>
                      <a:lnTo>
                        <a:pt x="2" y="38"/>
                      </a:lnTo>
                      <a:lnTo>
                        <a:pt x="6" y="42"/>
                      </a:lnTo>
                      <a:lnTo>
                        <a:pt x="10" y="44"/>
                      </a:lnTo>
                      <a:lnTo>
                        <a:pt x="10" y="44"/>
                      </a:lnTo>
                      <a:lnTo>
                        <a:pt x="12" y="44"/>
                      </a:lnTo>
                      <a:lnTo>
                        <a:pt x="14" y="42"/>
                      </a:lnTo>
                      <a:lnTo>
                        <a:pt x="18" y="40"/>
                      </a:lnTo>
                      <a:lnTo>
                        <a:pt x="18" y="40"/>
                      </a:lnTo>
                      <a:lnTo>
                        <a:pt x="22" y="40"/>
                      </a:lnTo>
                      <a:lnTo>
                        <a:pt x="24" y="40"/>
                      </a:lnTo>
                      <a:lnTo>
                        <a:pt x="24" y="42"/>
                      </a:lnTo>
                      <a:lnTo>
                        <a:pt x="24" y="42"/>
                      </a:lnTo>
                      <a:lnTo>
                        <a:pt x="26" y="44"/>
                      </a:lnTo>
                      <a:lnTo>
                        <a:pt x="28" y="46"/>
                      </a:lnTo>
                      <a:lnTo>
                        <a:pt x="30" y="46"/>
                      </a:lnTo>
                      <a:lnTo>
                        <a:pt x="30" y="46"/>
                      </a:lnTo>
                      <a:lnTo>
                        <a:pt x="34" y="32"/>
                      </a:lnTo>
                      <a:lnTo>
                        <a:pt x="34" y="32"/>
                      </a:lnTo>
                      <a:lnTo>
                        <a:pt x="36" y="28"/>
                      </a:lnTo>
                      <a:lnTo>
                        <a:pt x="38" y="28"/>
                      </a:lnTo>
                      <a:lnTo>
                        <a:pt x="42" y="28"/>
                      </a:lnTo>
                      <a:lnTo>
                        <a:pt x="42" y="28"/>
                      </a:lnTo>
                      <a:lnTo>
                        <a:pt x="46" y="30"/>
                      </a:lnTo>
                      <a:lnTo>
                        <a:pt x="48" y="28"/>
                      </a:lnTo>
                      <a:lnTo>
                        <a:pt x="48" y="26"/>
                      </a:lnTo>
                      <a:lnTo>
                        <a:pt x="48" y="26"/>
                      </a:lnTo>
                      <a:lnTo>
                        <a:pt x="52" y="24"/>
                      </a:lnTo>
                      <a:lnTo>
                        <a:pt x="54" y="24"/>
                      </a:lnTo>
                      <a:lnTo>
                        <a:pt x="54" y="22"/>
                      </a:lnTo>
                      <a:lnTo>
                        <a:pt x="54" y="22"/>
                      </a:lnTo>
                      <a:lnTo>
                        <a:pt x="52" y="18"/>
                      </a:lnTo>
                      <a:lnTo>
                        <a:pt x="52" y="18"/>
                      </a:lnTo>
                      <a:lnTo>
                        <a:pt x="54" y="18"/>
                      </a:lnTo>
                      <a:lnTo>
                        <a:pt x="54" y="18"/>
                      </a:lnTo>
                      <a:lnTo>
                        <a:pt x="56" y="16"/>
                      </a:lnTo>
                      <a:lnTo>
                        <a:pt x="58" y="14"/>
                      </a:lnTo>
                      <a:lnTo>
                        <a:pt x="58" y="8"/>
                      </a:lnTo>
                      <a:lnTo>
                        <a:pt x="58"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6" name="Freeform 136">
                  <a:extLst>
                    <a:ext uri="{FF2B5EF4-FFF2-40B4-BE49-F238E27FC236}">
                      <a16:creationId xmlns:a16="http://schemas.microsoft.com/office/drawing/2014/main" id="{F5161C01-7977-174C-9ED4-7CB47EFD3E90}"/>
                    </a:ext>
                  </a:extLst>
                </p:cNvPr>
                <p:cNvSpPr>
                  <a:spLocks/>
                </p:cNvSpPr>
                <p:nvPr/>
              </p:nvSpPr>
              <p:spPr bwMode="auto">
                <a:xfrm>
                  <a:off x="6073594" y="2861846"/>
                  <a:ext cx="11741" cy="8009"/>
                </a:xfrm>
                <a:custGeom>
                  <a:avLst/>
                  <a:gdLst>
                    <a:gd name="T0" fmla="*/ 4 w 6"/>
                    <a:gd name="T1" fmla="*/ 4 h 4"/>
                    <a:gd name="T2" fmla="*/ 0 w 6"/>
                    <a:gd name="T3" fmla="*/ 2 h 4"/>
                    <a:gd name="T4" fmla="*/ 4 w 6"/>
                    <a:gd name="T5" fmla="*/ 0 h 4"/>
                    <a:gd name="T6" fmla="*/ 6 w 6"/>
                    <a:gd name="T7" fmla="*/ 2 h 4"/>
                    <a:gd name="T8" fmla="*/ 6 w 6"/>
                    <a:gd name="T9" fmla="*/ 2 h 4"/>
                    <a:gd name="T10" fmla="*/ 4 w 6"/>
                    <a:gd name="T11" fmla="*/ 4 h 4"/>
                    <a:gd name="T12" fmla="*/ 4 w 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4" y="4"/>
                      </a:moveTo>
                      <a:lnTo>
                        <a:pt x="0" y="2"/>
                      </a:lnTo>
                      <a:lnTo>
                        <a:pt x="4" y="0"/>
                      </a:lnTo>
                      <a:lnTo>
                        <a:pt x="6" y="2"/>
                      </a:lnTo>
                      <a:lnTo>
                        <a:pt x="6" y="2"/>
                      </a:lnTo>
                      <a:lnTo>
                        <a:pt x="4" y="4"/>
                      </a:lnTo>
                      <a:lnTo>
                        <a:pt x="4"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7" name="Freeform 137">
                  <a:extLst>
                    <a:ext uri="{FF2B5EF4-FFF2-40B4-BE49-F238E27FC236}">
                      <a16:creationId xmlns:a16="http://schemas.microsoft.com/office/drawing/2014/main" id="{6B74769E-4BAE-994E-A5CE-5C420A5EF45B}"/>
                    </a:ext>
                  </a:extLst>
                </p:cNvPr>
                <p:cNvSpPr>
                  <a:spLocks/>
                </p:cNvSpPr>
                <p:nvPr/>
              </p:nvSpPr>
              <p:spPr bwMode="auto">
                <a:xfrm>
                  <a:off x="6603915" y="2665616"/>
                  <a:ext cx="97845" cy="128150"/>
                </a:xfrm>
                <a:custGeom>
                  <a:avLst/>
                  <a:gdLst>
                    <a:gd name="T0" fmla="*/ 24 w 50"/>
                    <a:gd name="T1" fmla="*/ 64 h 64"/>
                    <a:gd name="T2" fmla="*/ 30 w 50"/>
                    <a:gd name="T3" fmla="*/ 56 h 64"/>
                    <a:gd name="T4" fmla="*/ 32 w 50"/>
                    <a:gd name="T5" fmla="*/ 52 h 64"/>
                    <a:gd name="T6" fmla="*/ 36 w 50"/>
                    <a:gd name="T7" fmla="*/ 48 h 64"/>
                    <a:gd name="T8" fmla="*/ 36 w 50"/>
                    <a:gd name="T9" fmla="*/ 48 h 64"/>
                    <a:gd name="T10" fmla="*/ 42 w 50"/>
                    <a:gd name="T11" fmla="*/ 50 h 64"/>
                    <a:gd name="T12" fmla="*/ 48 w 50"/>
                    <a:gd name="T13" fmla="*/ 52 h 64"/>
                    <a:gd name="T14" fmla="*/ 42 w 50"/>
                    <a:gd name="T15" fmla="*/ 42 h 64"/>
                    <a:gd name="T16" fmla="*/ 40 w 50"/>
                    <a:gd name="T17" fmla="*/ 40 h 64"/>
                    <a:gd name="T18" fmla="*/ 38 w 50"/>
                    <a:gd name="T19" fmla="*/ 34 h 64"/>
                    <a:gd name="T20" fmla="*/ 38 w 50"/>
                    <a:gd name="T21" fmla="*/ 30 h 64"/>
                    <a:gd name="T22" fmla="*/ 36 w 50"/>
                    <a:gd name="T23" fmla="*/ 26 h 64"/>
                    <a:gd name="T24" fmla="*/ 34 w 50"/>
                    <a:gd name="T25" fmla="*/ 20 h 64"/>
                    <a:gd name="T26" fmla="*/ 32 w 50"/>
                    <a:gd name="T27" fmla="*/ 14 h 64"/>
                    <a:gd name="T28" fmla="*/ 28 w 50"/>
                    <a:gd name="T29" fmla="*/ 10 h 64"/>
                    <a:gd name="T30" fmla="*/ 22 w 50"/>
                    <a:gd name="T31" fmla="*/ 6 h 64"/>
                    <a:gd name="T32" fmla="*/ 16 w 50"/>
                    <a:gd name="T33" fmla="*/ 2 h 64"/>
                    <a:gd name="T34" fmla="*/ 8 w 50"/>
                    <a:gd name="T35" fmla="*/ 2 h 64"/>
                    <a:gd name="T36" fmla="*/ 4 w 50"/>
                    <a:gd name="T37" fmla="*/ 2 h 64"/>
                    <a:gd name="T38" fmla="*/ 0 w 50"/>
                    <a:gd name="T39" fmla="*/ 6 h 64"/>
                    <a:gd name="T40" fmla="*/ 4 w 50"/>
                    <a:gd name="T41" fmla="*/ 8 h 64"/>
                    <a:gd name="T42" fmla="*/ 10 w 50"/>
                    <a:gd name="T43" fmla="*/ 16 h 64"/>
                    <a:gd name="T44" fmla="*/ 14 w 50"/>
                    <a:gd name="T45" fmla="*/ 24 h 64"/>
                    <a:gd name="T46" fmla="*/ 18 w 50"/>
                    <a:gd name="T47" fmla="*/ 30 h 64"/>
                    <a:gd name="T48" fmla="*/ 20 w 50"/>
                    <a:gd name="T49" fmla="*/ 34 h 64"/>
                    <a:gd name="T50" fmla="*/ 20 w 50"/>
                    <a:gd name="T51" fmla="*/ 38 h 64"/>
                    <a:gd name="T52" fmla="*/ 20 w 50"/>
                    <a:gd name="T53" fmla="*/ 42 h 64"/>
                    <a:gd name="T54" fmla="*/ 22 w 50"/>
                    <a:gd name="T55" fmla="*/ 44 h 64"/>
                    <a:gd name="T56" fmla="*/ 20 w 50"/>
                    <a:gd name="T57" fmla="*/ 46 h 64"/>
                    <a:gd name="T58" fmla="*/ 20 w 50"/>
                    <a:gd name="T59" fmla="*/ 48 h 64"/>
                    <a:gd name="T60" fmla="*/ 20 w 50"/>
                    <a:gd name="T61" fmla="*/ 56 h 64"/>
                    <a:gd name="T62" fmla="*/ 20 w 50"/>
                    <a:gd name="T63" fmla="*/ 56 h 64"/>
                    <a:gd name="T64" fmla="*/ 20 w 50"/>
                    <a:gd name="T65" fmla="*/ 60 h 64"/>
                    <a:gd name="T66" fmla="*/ 22 w 50"/>
                    <a:gd name="T67" fmla="*/ 64 h 64"/>
                    <a:gd name="T68" fmla="*/ 24 w 50"/>
                    <a:gd name="T6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64">
                      <a:moveTo>
                        <a:pt x="24" y="64"/>
                      </a:moveTo>
                      <a:lnTo>
                        <a:pt x="24" y="64"/>
                      </a:lnTo>
                      <a:lnTo>
                        <a:pt x="28" y="62"/>
                      </a:lnTo>
                      <a:lnTo>
                        <a:pt x="30" y="56"/>
                      </a:lnTo>
                      <a:lnTo>
                        <a:pt x="30" y="56"/>
                      </a:lnTo>
                      <a:lnTo>
                        <a:pt x="32" y="52"/>
                      </a:lnTo>
                      <a:lnTo>
                        <a:pt x="34" y="50"/>
                      </a:lnTo>
                      <a:lnTo>
                        <a:pt x="36" y="48"/>
                      </a:lnTo>
                      <a:lnTo>
                        <a:pt x="36" y="48"/>
                      </a:lnTo>
                      <a:lnTo>
                        <a:pt x="36" y="48"/>
                      </a:lnTo>
                      <a:lnTo>
                        <a:pt x="38" y="48"/>
                      </a:lnTo>
                      <a:lnTo>
                        <a:pt x="42" y="50"/>
                      </a:lnTo>
                      <a:lnTo>
                        <a:pt x="42" y="50"/>
                      </a:lnTo>
                      <a:lnTo>
                        <a:pt x="48" y="52"/>
                      </a:lnTo>
                      <a:lnTo>
                        <a:pt x="50" y="54"/>
                      </a:lnTo>
                      <a:lnTo>
                        <a:pt x="42" y="42"/>
                      </a:lnTo>
                      <a:lnTo>
                        <a:pt x="42" y="42"/>
                      </a:lnTo>
                      <a:lnTo>
                        <a:pt x="40" y="40"/>
                      </a:lnTo>
                      <a:lnTo>
                        <a:pt x="38" y="38"/>
                      </a:lnTo>
                      <a:lnTo>
                        <a:pt x="38" y="34"/>
                      </a:lnTo>
                      <a:lnTo>
                        <a:pt x="38" y="34"/>
                      </a:lnTo>
                      <a:lnTo>
                        <a:pt x="38" y="30"/>
                      </a:lnTo>
                      <a:lnTo>
                        <a:pt x="36" y="26"/>
                      </a:lnTo>
                      <a:lnTo>
                        <a:pt x="36" y="26"/>
                      </a:lnTo>
                      <a:lnTo>
                        <a:pt x="34" y="24"/>
                      </a:lnTo>
                      <a:lnTo>
                        <a:pt x="34" y="20"/>
                      </a:lnTo>
                      <a:lnTo>
                        <a:pt x="34" y="20"/>
                      </a:lnTo>
                      <a:lnTo>
                        <a:pt x="32" y="14"/>
                      </a:lnTo>
                      <a:lnTo>
                        <a:pt x="28" y="10"/>
                      </a:lnTo>
                      <a:lnTo>
                        <a:pt x="28" y="10"/>
                      </a:lnTo>
                      <a:lnTo>
                        <a:pt x="22" y="6"/>
                      </a:lnTo>
                      <a:lnTo>
                        <a:pt x="22" y="6"/>
                      </a:lnTo>
                      <a:lnTo>
                        <a:pt x="16" y="2"/>
                      </a:lnTo>
                      <a:lnTo>
                        <a:pt x="16" y="2"/>
                      </a:lnTo>
                      <a:lnTo>
                        <a:pt x="12" y="0"/>
                      </a:lnTo>
                      <a:lnTo>
                        <a:pt x="8" y="2"/>
                      </a:lnTo>
                      <a:lnTo>
                        <a:pt x="8" y="2"/>
                      </a:lnTo>
                      <a:lnTo>
                        <a:pt x="4" y="2"/>
                      </a:lnTo>
                      <a:lnTo>
                        <a:pt x="0" y="4"/>
                      </a:lnTo>
                      <a:lnTo>
                        <a:pt x="0" y="6"/>
                      </a:lnTo>
                      <a:lnTo>
                        <a:pt x="0" y="6"/>
                      </a:lnTo>
                      <a:lnTo>
                        <a:pt x="4" y="8"/>
                      </a:lnTo>
                      <a:lnTo>
                        <a:pt x="10" y="16"/>
                      </a:lnTo>
                      <a:lnTo>
                        <a:pt x="10" y="16"/>
                      </a:lnTo>
                      <a:lnTo>
                        <a:pt x="10" y="20"/>
                      </a:lnTo>
                      <a:lnTo>
                        <a:pt x="14" y="24"/>
                      </a:lnTo>
                      <a:lnTo>
                        <a:pt x="14" y="24"/>
                      </a:lnTo>
                      <a:lnTo>
                        <a:pt x="18" y="30"/>
                      </a:lnTo>
                      <a:lnTo>
                        <a:pt x="20" y="34"/>
                      </a:lnTo>
                      <a:lnTo>
                        <a:pt x="20" y="34"/>
                      </a:lnTo>
                      <a:lnTo>
                        <a:pt x="20" y="36"/>
                      </a:lnTo>
                      <a:lnTo>
                        <a:pt x="20" y="38"/>
                      </a:lnTo>
                      <a:lnTo>
                        <a:pt x="20" y="40"/>
                      </a:lnTo>
                      <a:lnTo>
                        <a:pt x="20" y="42"/>
                      </a:lnTo>
                      <a:lnTo>
                        <a:pt x="20" y="42"/>
                      </a:lnTo>
                      <a:lnTo>
                        <a:pt x="22" y="44"/>
                      </a:lnTo>
                      <a:lnTo>
                        <a:pt x="22" y="44"/>
                      </a:lnTo>
                      <a:lnTo>
                        <a:pt x="20" y="46"/>
                      </a:lnTo>
                      <a:lnTo>
                        <a:pt x="20" y="48"/>
                      </a:lnTo>
                      <a:lnTo>
                        <a:pt x="20" y="48"/>
                      </a:lnTo>
                      <a:lnTo>
                        <a:pt x="20" y="54"/>
                      </a:lnTo>
                      <a:lnTo>
                        <a:pt x="20" y="56"/>
                      </a:lnTo>
                      <a:lnTo>
                        <a:pt x="20" y="56"/>
                      </a:lnTo>
                      <a:lnTo>
                        <a:pt x="20" y="56"/>
                      </a:lnTo>
                      <a:lnTo>
                        <a:pt x="22" y="58"/>
                      </a:lnTo>
                      <a:lnTo>
                        <a:pt x="20" y="60"/>
                      </a:lnTo>
                      <a:lnTo>
                        <a:pt x="20" y="62"/>
                      </a:lnTo>
                      <a:lnTo>
                        <a:pt x="22" y="64"/>
                      </a:lnTo>
                      <a:lnTo>
                        <a:pt x="22" y="64"/>
                      </a:lnTo>
                      <a:lnTo>
                        <a:pt x="24" y="64"/>
                      </a:lnTo>
                      <a:lnTo>
                        <a:pt x="24" y="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8" name="Freeform 144">
                  <a:extLst>
                    <a:ext uri="{FF2B5EF4-FFF2-40B4-BE49-F238E27FC236}">
                      <a16:creationId xmlns:a16="http://schemas.microsoft.com/office/drawing/2014/main" id="{82734B8A-DF68-004B-A350-05177BD4F4AA}"/>
                    </a:ext>
                  </a:extLst>
                </p:cNvPr>
                <p:cNvSpPr>
                  <a:spLocks/>
                </p:cNvSpPr>
                <p:nvPr/>
              </p:nvSpPr>
              <p:spPr bwMode="auto">
                <a:xfrm>
                  <a:off x="6443448" y="2913909"/>
                  <a:ext cx="78277" cy="68081"/>
                </a:xfrm>
                <a:custGeom>
                  <a:avLst/>
                  <a:gdLst>
                    <a:gd name="T0" fmla="*/ 4 w 40"/>
                    <a:gd name="T1" fmla="*/ 12 h 34"/>
                    <a:gd name="T2" fmla="*/ 8 w 40"/>
                    <a:gd name="T3" fmla="*/ 8 h 34"/>
                    <a:gd name="T4" fmla="*/ 12 w 40"/>
                    <a:gd name="T5" fmla="*/ 6 h 34"/>
                    <a:gd name="T6" fmla="*/ 14 w 40"/>
                    <a:gd name="T7" fmla="*/ 10 h 34"/>
                    <a:gd name="T8" fmla="*/ 16 w 40"/>
                    <a:gd name="T9" fmla="*/ 4 h 34"/>
                    <a:gd name="T10" fmla="*/ 20 w 40"/>
                    <a:gd name="T11" fmla="*/ 4 h 34"/>
                    <a:gd name="T12" fmla="*/ 24 w 40"/>
                    <a:gd name="T13" fmla="*/ 4 h 34"/>
                    <a:gd name="T14" fmla="*/ 30 w 40"/>
                    <a:gd name="T15" fmla="*/ 2 h 34"/>
                    <a:gd name="T16" fmla="*/ 32 w 40"/>
                    <a:gd name="T17" fmla="*/ 0 h 34"/>
                    <a:gd name="T18" fmla="*/ 32 w 40"/>
                    <a:gd name="T19" fmla="*/ 0 h 34"/>
                    <a:gd name="T20" fmla="*/ 36 w 40"/>
                    <a:gd name="T21" fmla="*/ 4 h 34"/>
                    <a:gd name="T22" fmla="*/ 36 w 40"/>
                    <a:gd name="T23" fmla="*/ 4 h 34"/>
                    <a:gd name="T24" fmla="*/ 36 w 40"/>
                    <a:gd name="T25" fmla="*/ 6 h 34"/>
                    <a:gd name="T26" fmla="*/ 36 w 40"/>
                    <a:gd name="T27" fmla="*/ 8 h 34"/>
                    <a:gd name="T28" fmla="*/ 36 w 40"/>
                    <a:gd name="T29" fmla="*/ 8 h 34"/>
                    <a:gd name="T30" fmla="*/ 36 w 40"/>
                    <a:gd name="T31" fmla="*/ 10 h 34"/>
                    <a:gd name="T32" fmla="*/ 36 w 40"/>
                    <a:gd name="T33" fmla="*/ 10 h 34"/>
                    <a:gd name="T34" fmla="*/ 40 w 40"/>
                    <a:gd name="T35" fmla="*/ 14 h 34"/>
                    <a:gd name="T36" fmla="*/ 38 w 40"/>
                    <a:gd name="T37" fmla="*/ 14 h 34"/>
                    <a:gd name="T38" fmla="*/ 38 w 40"/>
                    <a:gd name="T39" fmla="*/ 20 h 34"/>
                    <a:gd name="T40" fmla="*/ 38 w 40"/>
                    <a:gd name="T41" fmla="*/ 20 h 34"/>
                    <a:gd name="T42" fmla="*/ 38 w 40"/>
                    <a:gd name="T43" fmla="*/ 20 h 34"/>
                    <a:gd name="T44" fmla="*/ 36 w 40"/>
                    <a:gd name="T45" fmla="*/ 24 h 34"/>
                    <a:gd name="T46" fmla="*/ 36 w 40"/>
                    <a:gd name="T47" fmla="*/ 24 h 34"/>
                    <a:gd name="T48" fmla="*/ 36 w 40"/>
                    <a:gd name="T49" fmla="*/ 26 h 34"/>
                    <a:gd name="T50" fmla="*/ 36 w 40"/>
                    <a:gd name="T51" fmla="*/ 26 h 34"/>
                    <a:gd name="T52" fmla="*/ 34 w 40"/>
                    <a:gd name="T53" fmla="*/ 26 h 34"/>
                    <a:gd name="T54" fmla="*/ 34 w 40"/>
                    <a:gd name="T55" fmla="*/ 26 h 34"/>
                    <a:gd name="T56" fmla="*/ 30 w 40"/>
                    <a:gd name="T57" fmla="*/ 26 h 34"/>
                    <a:gd name="T58" fmla="*/ 28 w 40"/>
                    <a:gd name="T59" fmla="*/ 28 h 34"/>
                    <a:gd name="T60" fmla="*/ 26 w 40"/>
                    <a:gd name="T61" fmla="*/ 28 h 34"/>
                    <a:gd name="T62" fmla="*/ 26 w 40"/>
                    <a:gd name="T63" fmla="*/ 28 h 34"/>
                    <a:gd name="T64" fmla="*/ 26 w 40"/>
                    <a:gd name="T65" fmla="*/ 30 h 34"/>
                    <a:gd name="T66" fmla="*/ 24 w 40"/>
                    <a:gd name="T67" fmla="*/ 30 h 34"/>
                    <a:gd name="T68" fmla="*/ 24 w 40"/>
                    <a:gd name="T69" fmla="*/ 30 h 34"/>
                    <a:gd name="T70" fmla="*/ 22 w 40"/>
                    <a:gd name="T71" fmla="*/ 32 h 34"/>
                    <a:gd name="T72" fmla="*/ 22 w 40"/>
                    <a:gd name="T73" fmla="*/ 32 h 34"/>
                    <a:gd name="T74" fmla="*/ 20 w 40"/>
                    <a:gd name="T75" fmla="*/ 34 h 34"/>
                    <a:gd name="T76" fmla="*/ 18 w 40"/>
                    <a:gd name="T77" fmla="*/ 34 h 34"/>
                    <a:gd name="T78" fmla="*/ 18 w 40"/>
                    <a:gd name="T79" fmla="*/ 34 h 34"/>
                    <a:gd name="T80" fmla="*/ 6 w 40"/>
                    <a:gd name="T81" fmla="*/ 34 h 34"/>
                    <a:gd name="T82" fmla="*/ 6 w 40"/>
                    <a:gd name="T83" fmla="*/ 34 h 34"/>
                    <a:gd name="T84" fmla="*/ 4 w 40"/>
                    <a:gd name="T85" fmla="*/ 32 h 34"/>
                    <a:gd name="T86" fmla="*/ 2 w 40"/>
                    <a:gd name="T87" fmla="*/ 28 h 34"/>
                    <a:gd name="T88" fmla="*/ 2 w 40"/>
                    <a:gd name="T89" fmla="*/ 28 h 34"/>
                    <a:gd name="T90" fmla="*/ 0 w 40"/>
                    <a:gd name="T91" fmla="*/ 24 h 34"/>
                    <a:gd name="T92" fmla="*/ 2 w 40"/>
                    <a:gd name="T93" fmla="*/ 22 h 34"/>
                    <a:gd name="T94" fmla="*/ 2 w 40"/>
                    <a:gd name="T95" fmla="*/ 22 h 34"/>
                    <a:gd name="T96" fmla="*/ 2 w 40"/>
                    <a:gd name="T97" fmla="*/ 16 h 34"/>
                    <a:gd name="T98" fmla="*/ 2 w 40"/>
                    <a:gd name="T99" fmla="*/ 14 h 34"/>
                    <a:gd name="T100" fmla="*/ 4 w 40"/>
                    <a:gd name="T101"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 h="34">
                      <a:moveTo>
                        <a:pt x="4" y="12"/>
                      </a:moveTo>
                      <a:lnTo>
                        <a:pt x="8" y="8"/>
                      </a:lnTo>
                      <a:lnTo>
                        <a:pt x="12" y="6"/>
                      </a:lnTo>
                      <a:lnTo>
                        <a:pt x="14" y="10"/>
                      </a:lnTo>
                      <a:lnTo>
                        <a:pt x="16" y="4"/>
                      </a:lnTo>
                      <a:lnTo>
                        <a:pt x="20" y="4"/>
                      </a:lnTo>
                      <a:lnTo>
                        <a:pt x="24" y="4"/>
                      </a:lnTo>
                      <a:lnTo>
                        <a:pt x="30" y="2"/>
                      </a:lnTo>
                      <a:lnTo>
                        <a:pt x="32" y="0"/>
                      </a:lnTo>
                      <a:lnTo>
                        <a:pt x="32" y="0"/>
                      </a:lnTo>
                      <a:lnTo>
                        <a:pt x="36" y="4"/>
                      </a:lnTo>
                      <a:lnTo>
                        <a:pt x="36" y="4"/>
                      </a:lnTo>
                      <a:lnTo>
                        <a:pt x="36" y="6"/>
                      </a:lnTo>
                      <a:lnTo>
                        <a:pt x="36" y="8"/>
                      </a:lnTo>
                      <a:lnTo>
                        <a:pt x="36" y="8"/>
                      </a:lnTo>
                      <a:lnTo>
                        <a:pt x="36" y="10"/>
                      </a:lnTo>
                      <a:lnTo>
                        <a:pt x="36" y="10"/>
                      </a:lnTo>
                      <a:lnTo>
                        <a:pt x="40" y="14"/>
                      </a:lnTo>
                      <a:lnTo>
                        <a:pt x="38" y="14"/>
                      </a:lnTo>
                      <a:lnTo>
                        <a:pt x="38" y="20"/>
                      </a:lnTo>
                      <a:lnTo>
                        <a:pt x="38" y="20"/>
                      </a:lnTo>
                      <a:lnTo>
                        <a:pt x="38" y="20"/>
                      </a:lnTo>
                      <a:lnTo>
                        <a:pt x="36" y="24"/>
                      </a:lnTo>
                      <a:lnTo>
                        <a:pt x="36" y="24"/>
                      </a:lnTo>
                      <a:lnTo>
                        <a:pt x="36" y="26"/>
                      </a:lnTo>
                      <a:lnTo>
                        <a:pt x="36" y="26"/>
                      </a:lnTo>
                      <a:lnTo>
                        <a:pt x="34" y="26"/>
                      </a:lnTo>
                      <a:lnTo>
                        <a:pt x="34" y="26"/>
                      </a:lnTo>
                      <a:lnTo>
                        <a:pt x="30" y="26"/>
                      </a:lnTo>
                      <a:lnTo>
                        <a:pt x="28" y="28"/>
                      </a:lnTo>
                      <a:lnTo>
                        <a:pt x="26" y="28"/>
                      </a:lnTo>
                      <a:lnTo>
                        <a:pt x="26" y="28"/>
                      </a:lnTo>
                      <a:lnTo>
                        <a:pt x="26" y="30"/>
                      </a:lnTo>
                      <a:lnTo>
                        <a:pt x="24" y="30"/>
                      </a:lnTo>
                      <a:lnTo>
                        <a:pt x="24" y="30"/>
                      </a:lnTo>
                      <a:lnTo>
                        <a:pt x="22" y="32"/>
                      </a:lnTo>
                      <a:lnTo>
                        <a:pt x="22" y="32"/>
                      </a:lnTo>
                      <a:lnTo>
                        <a:pt x="20" y="34"/>
                      </a:lnTo>
                      <a:lnTo>
                        <a:pt x="18" y="34"/>
                      </a:lnTo>
                      <a:lnTo>
                        <a:pt x="18" y="34"/>
                      </a:lnTo>
                      <a:lnTo>
                        <a:pt x="6" y="34"/>
                      </a:lnTo>
                      <a:lnTo>
                        <a:pt x="6" y="34"/>
                      </a:lnTo>
                      <a:lnTo>
                        <a:pt x="4" y="32"/>
                      </a:lnTo>
                      <a:lnTo>
                        <a:pt x="2" y="28"/>
                      </a:lnTo>
                      <a:lnTo>
                        <a:pt x="2" y="28"/>
                      </a:lnTo>
                      <a:lnTo>
                        <a:pt x="0" y="24"/>
                      </a:lnTo>
                      <a:lnTo>
                        <a:pt x="2" y="22"/>
                      </a:lnTo>
                      <a:lnTo>
                        <a:pt x="2" y="22"/>
                      </a:lnTo>
                      <a:lnTo>
                        <a:pt x="2" y="16"/>
                      </a:lnTo>
                      <a:lnTo>
                        <a:pt x="2" y="14"/>
                      </a:lnTo>
                      <a:lnTo>
                        <a:pt x="4"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9" name="Freeform 145">
                  <a:extLst>
                    <a:ext uri="{FF2B5EF4-FFF2-40B4-BE49-F238E27FC236}">
                      <a16:creationId xmlns:a16="http://schemas.microsoft.com/office/drawing/2014/main" id="{4796656B-4E8E-C34C-9AA8-6A51C35A17E2}"/>
                    </a:ext>
                  </a:extLst>
                </p:cNvPr>
                <p:cNvSpPr>
                  <a:spLocks/>
                </p:cNvSpPr>
                <p:nvPr/>
              </p:nvSpPr>
              <p:spPr bwMode="auto">
                <a:xfrm>
                  <a:off x="6050112" y="2609550"/>
                  <a:ext cx="15656" cy="36043"/>
                </a:xfrm>
                <a:custGeom>
                  <a:avLst/>
                  <a:gdLst>
                    <a:gd name="T0" fmla="*/ 0 w 8"/>
                    <a:gd name="T1" fmla="*/ 10 h 18"/>
                    <a:gd name="T2" fmla="*/ 0 w 8"/>
                    <a:gd name="T3" fmla="*/ 10 h 18"/>
                    <a:gd name="T4" fmla="*/ 0 w 8"/>
                    <a:gd name="T5" fmla="*/ 10 h 18"/>
                    <a:gd name="T6" fmla="*/ 0 w 8"/>
                    <a:gd name="T7" fmla="*/ 6 h 18"/>
                    <a:gd name="T8" fmla="*/ 0 w 8"/>
                    <a:gd name="T9" fmla="*/ 6 h 18"/>
                    <a:gd name="T10" fmla="*/ 0 w 8"/>
                    <a:gd name="T11" fmla="*/ 2 h 18"/>
                    <a:gd name="T12" fmla="*/ 2 w 8"/>
                    <a:gd name="T13" fmla="*/ 2 h 18"/>
                    <a:gd name="T14" fmla="*/ 4 w 8"/>
                    <a:gd name="T15" fmla="*/ 0 h 18"/>
                    <a:gd name="T16" fmla="*/ 4 w 8"/>
                    <a:gd name="T17" fmla="*/ 0 h 18"/>
                    <a:gd name="T18" fmla="*/ 4 w 8"/>
                    <a:gd name="T19" fmla="*/ 2 h 18"/>
                    <a:gd name="T20" fmla="*/ 6 w 8"/>
                    <a:gd name="T21" fmla="*/ 4 h 18"/>
                    <a:gd name="T22" fmla="*/ 6 w 8"/>
                    <a:gd name="T23" fmla="*/ 4 h 18"/>
                    <a:gd name="T24" fmla="*/ 8 w 8"/>
                    <a:gd name="T25" fmla="*/ 6 h 18"/>
                    <a:gd name="T26" fmla="*/ 8 w 8"/>
                    <a:gd name="T27" fmla="*/ 6 h 18"/>
                    <a:gd name="T28" fmla="*/ 8 w 8"/>
                    <a:gd name="T29" fmla="*/ 10 h 18"/>
                    <a:gd name="T30" fmla="*/ 8 w 8"/>
                    <a:gd name="T31" fmla="*/ 10 h 18"/>
                    <a:gd name="T32" fmla="*/ 6 w 8"/>
                    <a:gd name="T33" fmla="*/ 12 h 18"/>
                    <a:gd name="T34" fmla="*/ 6 w 8"/>
                    <a:gd name="T35" fmla="*/ 16 h 18"/>
                    <a:gd name="T36" fmla="*/ 8 w 8"/>
                    <a:gd name="T37" fmla="*/ 18 h 18"/>
                    <a:gd name="T38" fmla="*/ 8 w 8"/>
                    <a:gd name="T39" fmla="*/ 18 h 18"/>
                    <a:gd name="T40" fmla="*/ 2 w 8"/>
                    <a:gd name="T41" fmla="*/ 16 h 18"/>
                    <a:gd name="T42" fmla="*/ 2 w 8"/>
                    <a:gd name="T43" fmla="*/ 16 h 18"/>
                    <a:gd name="T44" fmla="*/ 0 w 8"/>
                    <a:gd name="T45" fmla="*/ 14 h 18"/>
                    <a:gd name="T46" fmla="*/ 0 w 8"/>
                    <a:gd name="T47" fmla="*/ 12 h 18"/>
                    <a:gd name="T48" fmla="*/ 0 w 8"/>
                    <a:gd name="T49" fmla="*/ 10 h 18"/>
                    <a:gd name="T50" fmla="*/ 0 w 8"/>
                    <a:gd name="T51"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 h="18">
                      <a:moveTo>
                        <a:pt x="0" y="10"/>
                      </a:moveTo>
                      <a:lnTo>
                        <a:pt x="0" y="10"/>
                      </a:lnTo>
                      <a:lnTo>
                        <a:pt x="0" y="10"/>
                      </a:lnTo>
                      <a:lnTo>
                        <a:pt x="0" y="6"/>
                      </a:lnTo>
                      <a:lnTo>
                        <a:pt x="0" y="6"/>
                      </a:lnTo>
                      <a:lnTo>
                        <a:pt x="0" y="2"/>
                      </a:lnTo>
                      <a:lnTo>
                        <a:pt x="2" y="2"/>
                      </a:lnTo>
                      <a:lnTo>
                        <a:pt x="4" y="0"/>
                      </a:lnTo>
                      <a:lnTo>
                        <a:pt x="4" y="0"/>
                      </a:lnTo>
                      <a:lnTo>
                        <a:pt x="4" y="2"/>
                      </a:lnTo>
                      <a:lnTo>
                        <a:pt x="6" y="4"/>
                      </a:lnTo>
                      <a:lnTo>
                        <a:pt x="6" y="4"/>
                      </a:lnTo>
                      <a:lnTo>
                        <a:pt x="8" y="6"/>
                      </a:lnTo>
                      <a:lnTo>
                        <a:pt x="8" y="6"/>
                      </a:lnTo>
                      <a:lnTo>
                        <a:pt x="8" y="10"/>
                      </a:lnTo>
                      <a:lnTo>
                        <a:pt x="8" y="10"/>
                      </a:lnTo>
                      <a:lnTo>
                        <a:pt x="6" y="12"/>
                      </a:lnTo>
                      <a:lnTo>
                        <a:pt x="6" y="16"/>
                      </a:lnTo>
                      <a:lnTo>
                        <a:pt x="8" y="18"/>
                      </a:lnTo>
                      <a:lnTo>
                        <a:pt x="8" y="18"/>
                      </a:lnTo>
                      <a:lnTo>
                        <a:pt x="2" y="16"/>
                      </a:lnTo>
                      <a:lnTo>
                        <a:pt x="2" y="16"/>
                      </a:lnTo>
                      <a:lnTo>
                        <a:pt x="0" y="14"/>
                      </a:lnTo>
                      <a:lnTo>
                        <a:pt x="0" y="12"/>
                      </a:lnTo>
                      <a:lnTo>
                        <a:pt x="0" y="10"/>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0" name="Freeform 146">
                  <a:extLst>
                    <a:ext uri="{FF2B5EF4-FFF2-40B4-BE49-F238E27FC236}">
                      <a16:creationId xmlns:a16="http://schemas.microsoft.com/office/drawing/2014/main" id="{D952A8F6-92C8-6E42-8619-163950C8C25A}"/>
                    </a:ext>
                  </a:extLst>
                </p:cNvPr>
                <p:cNvSpPr>
                  <a:spLocks noEditPoints="1"/>
                </p:cNvSpPr>
                <p:nvPr/>
              </p:nvSpPr>
              <p:spPr bwMode="auto">
                <a:xfrm>
                  <a:off x="6443448" y="2345240"/>
                  <a:ext cx="160466" cy="120141"/>
                </a:xfrm>
                <a:custGeom>
                  <a:avLst/>
                  <a:gdLst>
                    <a:gd name="T0" fmla="*/ 4 w 82"/>
                    <a:gd name="T1" fmla="*/ 6 h 60"/>
                    <a:gd name="T2" fmla="*/ 6 w 82"/>
                    <a:gd name="T3" fmla="*/ 24 h 60"/>
                    <a:gd name="T4" fmla="*/ 2 w 82"/>
                    <a:gd name="T5" fmla="*/ 28 h 60"/>
                    <a:gd name="T6" fmla="*/ 12 w 82"/>
                    <a:gd name="T7" fmla="*/ 38 h 60"/>
                    <a:gd name="T8" fmla="*/ 22 w 82"/>
                    <a:gd name="T9" fmla="*/ 42 h 60"/>
                    <a:gd name="T10" fmla="*/ 32 w 82"/>
                    <a:gd name="T11" fmla="*/ 54 h 60"/>
                    <a:gd name="T12" fmla="*/ 40 w 82"/>
                    <a:gd name="T13" fmla="*/ 54 h 60"/>
                    <a:gd name="T14" fmla="*/ 50 w 82"/>
                    <a:gd name="T15" fmla="*/ 56 h 60"/>
                    <a:gd name="T16" fmla="*/ 52 w 82"/>
                    <a:gd name="T17" fmla="*/ 60 h 60"/>
                    <a:gd name="T18" fmla="*/ 58 w 82"/>
                    <a:gd name="T19" fmla="*/ 58 h 60"/>
                    <a:gd name="T20" fmla="*/ 66 w 82"/>
                    <a:gd name="T21" fmla="*/ 58 h 60"/>
                    <a:gd name="T22" fmla="*/ 68 w 82"/>
                    <a:gd name="T23" fmla="*/ 56 h 60"/>
                    <a:gd name="T24" fmla="*/ 74 w 82"/>
                    <a:gd name="T25" fmla="*/ 52 h 60"/>
                    <a:gd name="T26" fmla="*/ 74 w 82"/>
                    <a:gd name="T27" fmla="*/ 44 h 60"/>
                    <a:gd name="T28" fmla="*/ 74 w 82"/>
                    <a:gd name="T29" fmla="*/ 38 h 60"/>
                    <a:gd name="T30" fmla="*/ 78 w 82"/>
                    <a:gd name="T31" fmla="*/ 32 h 60"/>
                    <a:gd name="T32" fmla="*/ 82 w 82"/>
                    <a:gd name="T33" fmla="*/ 28 h 60"/>
                    <a:gd name="T34" fmla="*/ 80 w 82"/>
                    <a:gd name="T35" fmla="*/ 24 h 60"/>
                    <a:gd name="T36" fmla="*/ 74 w 82"/>
                    <a:gd name="T37" fmla="*/ 22 h 60"/>
                    <a:gd name="T38" fmla="*/ 68 w 82"/>
                    <a:gd name="T39" fmla="*/ 18 h 60"/>
                    <a:gd name="T40" fmla="*/ 60 w 82"/>
                    <a:gd name="T41" fmla="*/ 16 h 60"/>
                    <a:gd name="T42" fmla="*/ 58 w 82"/>
                    <a:gd name="T43" fmla="*/ 12 h 60"/>
                    <a:gd name="T44" fmla="*/ 56 w 82"/>
                    <a:gd name="T45" fmla="*/ 10 h 60"/>
                    <a:gd name="T46" fmla="*/ 50 w 82"/>
                    <a:gd name="T47" fmla="*/ 10 h 60"/>
                    <a:gd name="T48" fmla="*/ 42 w 82"/>
                    <a:gd name="T49" fmla="*/ 8 h 60"/>
                    <a:gd name="T50" fmla="*/ 30 w 82"/>
                    <a:gd name="T51" fmla="*/ 4 h 60"/>
                    <a:gd name="T52" fmla="*/ 22 w 82"/>
                    <a:gd name="T53" fmla="*/ 2 h 60"/>
                    <a:gd name="T54" fmla="*/ 16 w 82"/>
                    <a:gd name="T55" fmla="*/ 0 h 60"/>
                    <a:gd name="T56" fmla="*/ 4 w 82"/>
                    <a:gd name="T57" fmla="*/ 6 h 60"/>
                    <a:gd name="T58" fmla="*/ 0 w 82"/>
                    <a:gd name="T59" fmla="*/ 20 h 60"/>
                    <a:gd name="T60" fmla="*/ 2 w 82"/>
                    <a:gd name="T61" fmla="*/ 22 h 60"/>
                    <a:gd name="T62" fmla="*/ 2 w 82"/>
                    <a:gd name="T63" fmla="*/ 20 h 60"/>
                    <a:gd name="T64" fmla="*/ 0 w 82"/>
                    <a:gd name="T65" fmla="*/ 2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 h="60">
                      <a:moveTo>
                        <a:pt x="4" y="6"/>
                      </a:moveTo>
                      <a:lnTo>
                        <a:pt x="4" y="6"/>
                      </a:lnTo>
                      <a:lnTo>
                        <a:pt x="6" y="24"/>
                      </a:lnTo>
                      <a:lnTo>
                        <a:pt x="6" y="24"/>
                      </a:lnTo>
                      <a:lnTo>
                        <a:pt x="2" y="28"/>
                      </a:lnTo>
                      <a:lnTo>
                        <a:pt x="2" y="28"/>
                      </a:lnTo>
                      <a:lnTo>
                        <a:pt x="12" y="38"/>
                      </a:lnTo>
                      <a:lnTo>
                        <a:pt x="12" y="38"/>
                      </a:lnTo>
                      <a:lnTo>
                        <a:pt x="16" y="40"/>
                      </a:lnTo>
                      <a:lnTo>
                        <a:pt x="22" y="42"/>
                      </a:lnTo>
                      <a:lnTo>
                        <a:pt x="30" y="42"/>
                      </a:lnTo>
                      <a:lnTo>
                        <a:pt x="32" y="54"/>
                      </a:lnTo>
                      <a:lnTo>
                        <a:pt x="32" y="54"/>
                      </a:lnTo>
                      <a:lnTo>
                        <a:pt x="40" y="54"/>
                      </a:lnTo>
                      <a:lnTo>
                        <a:pt x="50" y="56"/>
                      </a:lnTo>
                      <a:lnTo>
                        <a:pt x="50" y="56"/>
                      </a:lnTo>
                      <a:lnTo>
                        <a:pt x="52" y="58"/>
                      </a:lnTo>
                      <a:lnTo>
                        <a:pt x="52" y="60"/>
                      </a:lnTo>
                      <a:lnTo>
                        <a:pt x="52" y="60"/>
                      </a:lnTo>
                      <a:lnTo>
                        <a:pt x="58" y="58"/>
                      </a:lnTo>
                      <a:lnTo>
                        <a:pt x="66" y="58"/>
                      </a:lnTo>
                      <a:lnTo>
                        <a:pt x="66" y="58"/>
                      </a:lnTo>
                      <a:lnTo>
                        <a:pt x="66" y="58"/>
                      </a:lnTo>
                      <a:lnTo>
                        <a:pt x="68" y="56"/>
                      </a:lnTo>
                      <a:lnTo>
                        <a:pt x="68" y="54"/>
                      </a:lnTo>
                      <a:lnTo>
                        <a:pt x="74" y="52"/>
                      </a:lnTo>
                      <a:lnTo>
                        <a:pt x="74" y="52"/>
                      </a:lnTo>
                      <a:lnTo>
                        <a:pt x="74" y="44"/>
                      </a:lnTo>
                      <a:lnTo>
                        <a:pt x="74" y="44"/>
                      </a:lnTo>
                      <a:lnTo>
                        <a:pt x="74" y="38"/>
                      </a:lnTo>
                      <a:lnTo>
                        <a:pt x="78" y="32"/>
                      </a:lnTo>
                      <a:lnTo>
                        <a:pt x="78" y="32"/>
                      </a:lnTo>
                      <a:lnTo>
                        <a:pt x="80" y="30"/>
                      </a:lnTo>
                      <a:lnTo>
                        <a:pt x="82" y="28"/>
                      </a:lnTo>
                      <a:lnTo>
                        <a:pt x="80" y="24"/>
                      </a:lnTo>
                      <a:lnTo>
                        <a:pt x="80" y="24"/>
                      </a:lnTo>
                      <a:lnTo>
                        <a:pt x="74" y="22"/>
                      </a:lnTo>
                      <a:lnTo>
                        <a:pt x="74" y="22"/>
                      </a:lnTo>
                      <a:lnTo>
                        <a:pt x="68" y="18"/>
                      </a:lnTo>
                      <a:lnTo>
                        <a:pt x="68" y="18"/>
                      </a:lnTo>
                      <a:lnTo>
                        <a:pt x="64" y="16"/>
                      </a:lnTo>
                      <a:lnTo>
                        <a:pt x="60" y="16"/>
                      </a:lnTo>
                      <a:lnTo>
                        <a:pt x="60" y="16"/>
                      </a:lnTo>
                      <a:lnTo>
                        <a:pt x="58" y="12"/>
                      </a:lnTo>
                      <a:lnTo>
                        <a:pt x="56" y="10"/>
                      </a:lnTo>
                      <a:lnTo>
                        <a:pt x="56" y="10"/>
                      </a:lnTo>
                      <a:lnTo>
                        <a:pt x="50" y="10"/>
                      </a:lnTo>
                      <a:lnTo>
                        <a:pt x="50" y="10"/>
                      </a:lnTo>
                      <a:lnTo>
                        <a:pt x="46" y="10"/>
                      </a:lnTo>
                      <a:lnTo>
                        <a:pt x="42" y="8"/>
                      </a:lnTo>
                      <a:lnTo>
                        <a:pt x="42" y="8"/>
                      </a:lnTo>
                      <a:lnTo>
                        <a:pt x="30" y="4"/>
                      </a:lnTo>
                      <a:lnTo>
                        <a:pt x="30" y="4"/>
                      </a:lnTo>
                      <a:lnTo>
                        <a:pt x="22" y="2"/>
                      </a:lnTo>
                      <a:lnTo>
                        <a:pt x="16" y="0"/>
                      </a:lnTo>
                      <a:lnTo>
                        <a:pt x="16" y="0"/>
                      </a:lnTo>
                      <a:lnTo>
                        <a:pt x="10" y="4"/>
                      </a:lnTo>
                      <a:lnTo>
                        <a:pt x="4" y="6"/>
                      </a:lnTo>
                      <a:lnTo>
                        <a:pt x="4" y="6"/>
                      </a:lnTo>
                      <a:close/>
                      <a:moveTo>
                        <a:pt x="0" y="20"/>
                      </a:moveTo>
                      <a:lnTo>
                        <a:pt x="0" y="22"/>
                      </a:lnTo>
                      <a:lnTo>
                        <a:pt x="2" y="22"/>
                      </a:lnTo>
                      <a:lnTo>
                        <a:pt x="2" y="22"/>
                      </a:lnTo>
                      <a:lnTo>
                        <a:pt x="2" y="20"/>
                      </a:lnTo>
                      <a:lnTo>
                        <a:pt x="0" y="20"/>
                      </a:lnTo>
                      <a:lnTo>
                        <a:pt x="0"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1" name="Freeform 147">
                  <a:extLst>
                    <a:ext uri="{FF2B5EF4-FFF2-40B4-BE49-F238E27FC236}">
                      <a16:creationId xmlns:a16="http://schemas.microsoft.com/office/drawing/2014/main" id="{81AAC8A4-E66D-E340-A47D-BF7D757861C3}"/>
                    </a:ext>
                  </a:extLst>
                </p:cNvPr>
                <p:cNvSpPr>
                  <a:spLocks/>
                </p:cNvSpPr>
                <p:nvPr/>
              </p:nvSpPr>
              <p:spPr bwMode="auto">
                <a:xfrm>
                  <a:off x="6163612" y="2721682"/>
                  <a:ext cx="7827" cy="16019"/>
                </a:xfrm>
                <a:custGeom>
                  <a:avLst/>
                  <a:gdLst>
                    <a:gd name="T0" fmla="*/ 4 w 4"/>
                    <a:gd name="T1" fmla="*/ 8 h 8"/>
                    <a:gd name="T2" fmla="*/ 4 w 4"/>
                    <a:gd name="T3" fmla="*/ 8 h 8"/>
                    <a:gd name="T4" fmla="*/ 2 w 4"/>
                    <a:gd name="T5" fmla="*/ 6 h 8"/>
                    <a:gd name="T6" fmla="*/ 0 w 4"/>
                    <a:gd name="T7" fmla="*/ 4 h 8"/>
                    <a:gd name="T8" fmla="*/ 0 w 4"/>
                    <a:gd name="T9" fmla="*/ 0 h 8"/>
                    <a:gd name="T10" fmla="*/ 0 w 4"/>
                    <a:gd name="T11" fmla="*/ 0 h 8"/>
                    <a:gd name="T12" fmla="*/ 4 w 4"/>
                    <a:gd name="T13" fmla="*/ 0 h 8"/>
                    <a:gd name="T14" fmla="*/ 4 w 4"/>
                    <a:gd name="T15" fmla="*/ 2 h 8"/>
                    <a:gd name="T16" fmla="*/ 4 w 4"/>
                    <a:gd name="T17" fmla="*/ 8 h 8"/>
                    <a:gd name="T18" fmla="*/ 4 w 4"/>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8">
                      <a:moveTo>
                        <a:pt x="4" y="8"/>
                      </a:moveTo>
                      <a:lnTo>
                        <a:pt x="4" y="8"/>
                      </a:lnTo>
                      <a:lnTo>
                        <a:pt x="2" y="6"/>
                      </a:lnTo>
                      <a:lnTo>
                        <a:pt x="0" y="4"/>
                      </a:lnTo>
                      <a:lnTo>
                        <a:pt x="0" y="0"/>
                      </a:lnTo>
                      <a:lnTo>
                        <a:pt x="0" y="0"/>
                      </a:lnTo>
                      <a:lnTo>
                        <a:pt x="4" y="0"/>
                      </a:lnTo>
                      <a:lnTo>
                        <a:pt x="4" y="2"/>
                      </a:lnTo>
                      <a:lnTo>
                        <a:pt x="4" y="8"/>
                      </a:lnTo>
                      <a:lnTo>
                        <a:pt x="4"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2" name="Freeform 151">
                  <a:extLst>
                    <a:ext uri="{FF2B5EF4-FFF2-40B4-BE49-F238E27FC236}">
                      <a16:creationId xmlns:a16="http://schemas.microsoft.com/office/drawing/2014/main" id="{D1D05ABB-7BC6-8C45-931D-1CF3147C293E}"/>
                    </a:ext>
                  </a:extLst>
                </p:cNvPr>
                <p:cNvSpPr>
                  <a:spLocks/>
                </p:cNvSpPr>
                <p:nvPr/>
              </p:nvSpPr>
              <p:spPr bwMode="auto">
                <a:xfrm>
                  <a:off x="6451277" y="2273156"/>
                  <a:ext cx="203518" cy="120141"/>
                </a:xfrm>
                <a:custGeom>
                  <a:avLst/>
                  <a:gdLst>
                    <a:gd name="T0" fmla="*/ 0 w 104"/>
                    <a:gd name="T1" fmla="*/ 42 h 60"/>
                    <a:gd name="T2" fmla="*/ 12 w 104"/>
                    <a:gd name="T3" fmla="*/ 36 h 60"/>
                    <a:gd name="T4" fmla="*/ 18 w 104"/>
                    <a:gd name="T5" fmla="*/ 38 h 60"/>
                    <a:gd name="T6" fmla="*/ 26 w 104"/>
                    <a:gd name="T7" fmla="*/ 40 h 60"/>
                    <a:gd name="T8" fmla="*/ 38 w 104"/>
                    <a:gd name="T9" fmla="*/ 44 h 60"/>
                    <a:gd name="T10" fmla="*/ 46 w 104"/>
                    <a:gd name="T11" fmla="*/ 46 h 60"/>
                    <a:gd name="T12" fmla="*/ 52 w 104"/>
                    <a:gd name="T13" fmla="*/ 46 h 60"/>
                    <a:gd name="T14" fmla="*/ 54 w 104"/>
                    <a:gd name="T15" fmla="*/ 48 h 60"/>
                    <a:gd name="T16" fmla="*/ 56 w 104"/>
                    <a:gd name="T17" fmla="*/ 52 h 60"/>
                    <a:gd name="T18" fmla="*/ 64 w 104"/>
                    <a:gd name="T19" fmla="*/ 54 h 60"/>
                    <a:gd name="T20" fmla="*/ 70 w 104"/>
                    <a:gd name="T21" fmla="*/ 58 h 60"/>
                    <a:gd name="T22" fmla="*/ 76 w 104"/>
                    <a:gd name="T23" fmla="*/ 60 h 60"/>
                    <a:gd name="T24" fmla="*/ 80 w 104"/>
                    <a:gd name="T25" fmla="*/ 56 h 60"/>
                    <a:gd name="T26" fmla="*/ 86 w 104"/>
                    <a:gd name="T27" fmla="*/ 54 h 60"/>
                    <a:gd name="T28" fmla="*/ 90 w 104"/>
                    <a:gd name="T29" fmla="*/ 56 h 60"/>
                    <a:gd name="T30" fmla="*/ 92 w 104"/>
                    <a:gd name="T31" fmla="*/ 50 h 60"/>
                    <a:gd name="T32" fmla="*/ 94 w 104"/>
                    <a:gd name="T33" fmla="*/ 42 h 60"/>
                    <a:gd name="T34" fmla="*/ 98 w 104"/>
                    <a:gd name="T35" fmla="*/ 44 h 60"/>
                    <a:gd name="T36" fmla="*/ 104 w 104"/>
                    <a:gd name="T37" fmla="*/ 42 h 60"/>
                    <a:gd name="T38" fmla="*/ 102 w 104"/>
                    <a:gd name="T39" fmla="*/ 36 h 60"/>
                    <a:gd name="T40" fmla="*/ 98 w 104"/>
                    <a:gd name="T41" fmla="*/ 30 h 60"/>
                    <a:gd name="T42" fmla="*/ 94 w 104"/>
                    <a:gd name="T43" fmla="*/ 28 h 60"/>
                    <a:gd name="T44" fmla="*/ 92 w 104"/>
                    <a:gd name="T45" fmla="*/ 26 h 60"/>
                    <a:gd name="T46" fmla="*/ 92 w 104"/>
                    <a:gd name="T47" fmla="*/ 16 h 60"/>
                    <a:gd name="T48" fmla="*/ 88 w 104"/>
                    <a:gd name="T49" fmla="*/ 18 h 60"/>
                    <a:gd name="T50" fmla="*/ 84 w 104"/>
                    <a:gd name="T51" fmla="*/ 16 h 60"/>
                    <a:gd name="T52" fmla="*/ 84 w 104"/>
                    <a:gd name="T53" fmla="*/ 12 h 60"/>
                    <a:gd name="T54" fmla="*/ 76 w 104"/>
                    <a:gd name="T55" fmla="*/ 14 h 60"/>
                    <a:gd name="T56" fmla="*/ 68 w 104"/>
                    <a:gd name="T57" fmla="*/ 6 h 60"/>
                    <a:gd name="T58" fmla="*/ 68 w 104"/>
                    <a:gd name="T59" fmla="*/ 4 h 60"/>
                    <a:gd name="T60" fmla="*/ 64 w 104"/>
                    <a:gd name="T61" fmla="*/ 2 h 60"/>
                    <a:gd name="T62" fmla="*/ 54 w 104"/>
                    <a:gd name="T63" fmla="*/ 0 h 60"/>
                    <a:gd name="T64" fmla="*/ 54 w 104"/>
                    <a:gd name="T65" fmla="*/ 2 h 60"/>
                    <a:gd name="T66" fmla="*/ 50 w 104"/>
                    <a:gd name="T67" fmla="*/ 2 h 60"/>
                    <a:gd name="T68" fmla="*/ 42 w 104"/>
                    <a:gd name="T69" fmla="*/ 2 h 60"/>
                    <a:gd name="T70" fmla="*/ 44 w 104"/>
                    <a:gd name="T71" fmla="*/ 20 h 60"/>
                    <a:gd name="T72" fmla="*/ 36 w 104"/>
                    <a:gd name="T73" fmla="*/ 24 h 60"/>
                    <a:gd name="T74" fmla="*/ 28 w 104"/>
                    <a:gd name="T75" fmla="*/ 22 h 60"/>
                    <a:gd name="T76" fmla="*/ 28 w 104"/>
                    <a:gd name="T77" fmla="*/ 22 h 60"/>
                    <a:gd name="T78" fmla="*/ 20 w 104"/>
                    <a:gd name="T79" fmla="*/ 14 h 60"/>
                    <a:gd name="T80" fmla="*/ 20 w 104"/>
                    <a:gd name="T81" fmla="*/ 12 h 60"/>
                    <a:gd name="T82" fmla="*/ 22 w 104"/>
                    <a:gd name="T83" fmla="*/ 12 h 60"/>
                    <a:gd name="T84" fmla="*/ 22 w 104"/>
                    <a:gd name="T85" fmla="*/ 8 h 60"/>
                    <a:gd name="T86" fmla="*/ 18 w 104"/>
                    <a:gd name="T87" fmla="*/ 10 h 60"/>
                    <a:gd name="T88" fmla="*/ 12 w 104"/>
                    <a:gd name="T89" fmla="*/ 12 h 60"/>
                    <a:gd name="T90" fmla="*/ 10 w 104"/>
                    <a:gd name="T91" fmla="*/ 18 h 60"/>
                    <a:gd name="T92" fmla="*/ 0 w 104"/>
                    <a:gd name="T93"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60">
                      <a:moveTo>
                        <a:pt x="0" y="42"/>
                      </a:moveTo>
                      <a:lnTo>
                        <a:pt x="0" y="42"/>
                      </a:lnTo>
                      <a:lnTo>
                        <a:pt x="6" y="40"/>
                      </a:lnTo>
                      <a:lnTo>
                        <a:pt x="12" y="36"/>
                      </a:lnTo>
                      <a:lnTo>
                        <a:pt x="12" y="36"/>
                      </a:lnTo>
                      <a:lnTo>
                        <a:pt x="18" y="38"/>
                      </a:lnTo>
                      <a:lnTo>
                        <a:pt x="26" y="40"/>
                      </a:lnTo>
                      <a:lnTo>
                        <a:pt x="26" y="40"/>
                      </a:lnTo>
                      <a:lnTo>
                        <a:pt x="38" y="44"/>
                      </a:lnTo>
                      <a:lnTo>
                        <a:pt x="38" y="44"/>
                      </a:lnTo>
                      <a:lnTo>
                        <a:pt x="42" y="46"/>
                      </a:lnTo>
                      <a:lnTo>
                        <a:pt x="46" y="46"/>
                      </a:lnTo>
                      <a:lnTo>
                        <a:pt x="46" y="46"/>
                      </a:lnTo>
                      <a:lnTo>
                        <a:pt x="52" y="46"/>
                      </a:lnTo>
                      <a:lnTo>
                        <a:pt x="52" y="46"/>
                      </a:lnTo>
                      <a:lnTo>
                        <a:pt x="54" y="48"/>
                      </a:lnTo>
                      <a:lnTo>
                        <a:pt x="56" y="52"/>
                      </a:lnTo>
                      <a:lnTo>
                        <a:pt x="56" y="52"/>
                      </a:lnTo>
                      <a:lnTo>
                        <a:pt x="60" y="52"/>
                      </a:lnTo>
                      <a:lnTo>
                        <a:pt x="64" y="54"/>
                      </a:lnTo>
                      <a:lnTo>
                        <a:pt x="64" y="54"/>
                      </a:lnTo>
                      <a:lnTo>
                        <a:pt x="70" y="58"/>
                      </a:lnTo>
                      <a:lnTo>
                        <a:pt x="70" y="58"/>
                      </a:lnTo>
                      <a:lnTo>
                        <a:pt x="76" y="60"/>
                      </a:lnTo>
                      <a:lnTo>
                        <a:pt x="76" y="60"/>
                      </a:lnTo>
                      <a:lnTo>
                        <a:pt x="80" y="56"/>
                      </a:lnTo>
                      <a:lnTo>
                        <a:pt x="82" y="54"/>
                      </a:lnTo>
                      <a:lnTo>
                        <a:pt x="86" y="54"/>
                      </a:lnTo>
                      <a:lnTo>
                        <a:pt x="86" y="54"/>
                      </a:lnTo>
                      <a:lnTo>
                        <a:pt x="90" y="56"/>
                      </a:lnTo>
                      <a:lnTo>
                        <a:pt x="92" y="50"/>
                      </a:lnTo>
                      <a:lnTo>
                        <a:pt x="92" y="50"/>
                      </a:lnTo>
                      <a:lnTo>
                        <a:pt x="92" y="44"/>
                      </a:lnTo>
                      <a:lnTo>
                        <a:pt x="94" y="42"/>
                      </a:lnTo>
                      <a:lnTo>
                        <a:pt x="94" y="42"/>
                      </a:lnTo>
                      <a:lnTo>
                        <a:pt x="98" y="44"/>
                      </a:lnTo>
                      <a:lnTo>
                        <a:pt x="102" y="44"/>
                      </a:lnTo>
                      <a:lnTo>
                        <a:pt x="104" y="42"/>
                      </a:lnTo>
                      <a:lnTo>
                        <a:pt x="102" y="36"/>
                      </a:lnTo>
                      <a:lnTo>
                        <a:pt x="102" y="36"/>
                      </a:lnTo>
                      <a:lnTo>
                        <a:pt x="98" y="30"/>
                      </a:lnTo>
                      <a:lnTo>
                        <a:pt x="98" y="30"/>
                      </a:lnTo>
                      <a:lnTo>
                        <a:pt x="96" y="28"/>
                      </a:lnTo>
                      <a:lnTo>
                        <a:pt x="94" y="28"/>
                      </a:lnTo>
                      <a:lnTo>
                        <a:pt x="94" y="28"/>
                      </a:lnTo>
                      <a:lnTo>
                        <a:pt x="92" y="26"/>
                      </a:lnTo>
                      <a:lnTo>
                        <a:pt x="92" y="26"/>
                      </a:lnTo>
                      <a:lnTo>
                        <a:pt x="92" y="16"/>
                      </a:lnTo>
                      <a:lnTo>
                        <a:pt x="92" y="16"/>
                      </a:lnTo>
                      <a:lnTo>
                        <a:pt x="88" y="18"/>
                      </a:lnTo>
                      <a:lnTo>
                        <a:pt x="86" y="18"/>
                      </a:lnTo>
                      <a:lnTo>
                        <a:pt x="84" y="16"/>
                      </a:lnTo>
                      <a:lnTo>
                        <a:pt x="84" y="16"/>
                      </a:lnTo>
                      <a:lnTo>
                        <a:pt x="84" y="12"/>
                      </a:lnTo>
                      <a:lnTo>
                        <a:pt x="82" y="12"/>
                      </a:lnTo>
                      <a:lnTo>
                        <a:pt x="76" y="14"/>
                      </a:lnTo>
                      <a:lnTo>
                        <a:pt x="72" y="6"/>
                      </a:lnTo>
                      <a:lnTo>
                        <a:pt x="68" y="6"/>
                      </a:lnTo>
                      <a:lnTo>
                        <a:pt x="68" y="6"/>
                      </a:lnTo>
                      <a:lnTo>
                        <a:pt x="68" y="4"/>
                      </a:lnTo>
                      <a:lnTo>
                        <a:pt x="64" y="2"/>
                      </a:lnTo>
                      <a:lnTo>
                        <a:pt x="64" y="2"/>
                      </a:lnTo>
                      <a:lnTo>
                        <a:pt x="58" y="0"/>
                      </a:lnTo>
                      <a:lnTo>
                        <a:pt x="54" y="0"/>
                      </a:lnTo>
                      <a:lnTo>
                        <a:pt x="54" y="0"/>
                      </a:lnTo>
                      <a:lnTo>
                        <a:pt x="54" y="2"/>
                      </a:lnTo>
                      <a:lnTo>
                        <a:pt x="50" y="2"/>
                      </a:lnTo>
                      <a:lnTo>
                        <a:pt x="50" y="2"/>
                      </a:lnTo>
                      <a:lnTo>
                        <a:pt x="42" y="2"/>
                      </a:lnTo>
                      <a:lnTo>
                        <a:pt x="42" y="2"/>
                      </a:lnTo>
                      <a:lnTo>
                        <a:pt x="42" y="10"/>
                      </a:lnTo>
                      <a:lnTo>
                        <a:pt x="44" y="20"/>
                      </a:lnTo>
                      <a:lnTo>
                        <a:pt x="44" y="20"/>
                      </a:lnTo>
                      <a:lnTo>
                        <a:pt x="36" y="24"/>
                      </a:lnTo>
                      <a:lnTo>
                        <a:pt x="32" y="24"/>
                      </a:lnTo>
                      <a:lnTo>
                        <a:pt x="28" y="22"/>
                      </a:lnTo>
                      <a:lnTo>
                        <a:pt x="28" y="22"/>
                      </a:lnTo>
                      <a:lnTo>
                        <a:pt x="28" y="22"/>
                      </a:lnTo>
                      <a:lnTo>
                        <a:pt x="28" y="22"/>
                      </a:lnTo>
                      <a:lnTo>
                        <a:pt x="20" y="14"/>
                      </a:lnTo>
                      <a:lnTo>
                        <a:pt x="20" y="14"/>
                      </a:lnTo>
                      <a:lnTo>
                        <a:pt x="20" y="12"/>
                      </a:lnTo>
                      <a:lnTo>
                        <a:pt x="20" y="12"/>
                      </a:lnTo>
                      <a:lnTo>
                        <a:pt x="22" y="12"/>
                      </a:lnTo>
                      <a:lnTo>
                        <a:pt x="22" y="12"/>
                      </a:lnTo>
                      <a:lnTo>
                        <a:pt x="22" y="8"/>
                      </a:lnTo>
                      <a:lnTo>
                        <a:pt x="20" y="8"/>
                      </a:lnTo>
                      <a:lnTo>
                        <a:pt x="18" y="10"/>
                      </a:lnTo>
                      <a:lnTo>
                        <a:pt x="18" y="10"/>
                      </a:lnTo>
                      <a:lnTo>
                        <a:pt x="12" y="12"/>
                      </a:lnTo>
                      <a:lnTo>
                        <a:pt x="10" y="18"/>
                      </a:lnTo>
                      <a:lnTo>
                        <a:pt x="10" y="18"/>
                      </a:lnTo>
                      <a:lnTo>
                        <a:pt x="2" y="30"/>
                      </a:lnTo>
                      <a:lnTo>
                        <a:pt x="0" y="42"/>
                      </a:lnTo>
                      <a:lnTo>
                        <a:pt x="0" y="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3" name="Freeform 156">
                  <a:extLst>
                    <a:ext uri="{FF2B5EF4-FFF2-40B4-BE49-F238E27FC236}">
                      <a16:creationId xmlns:a16="http://schemas.microsoft.com/office/drawing/2014/main" id="{7504B349-6795-534A-B5D0-82F672C27694}"/>
                    </a:ext>
                  </a:extLst>
                </p:cNvPr>
                <p:cNvSpPr>
                  <a:spLocks/>
                </p:cNvSpPr>
                <p:nvPr/>
              </p:nvSpPr>
              <p:spPr bwMode="auto">
                <a:xfrm>
                  <a:off x="7132278" y="2405311"/>
                  <a:ext cx="1072382" cy="560658"/>
                </a:xfrm>
                <a:custGeom>
                  <a:avLst/>
                  <a:gdLst>
                    <a:gd name="T0" fmla="*/ 488 w 548"/>
                    <a:gd name="T1" fmla="*/ 158 h 280"/>
                    <a:gd name="T2" fmla="*/ 450 w 548"/>
                    <a:gd name="T3" fmla="*/ 208 h 280"/>
                    <a:gd name="T4" fmla="*/ 436 w 548"/>
                    <a:gd name="T5" fmla="*/ 248 h 280"/>
                    <a:gd name="T6" fmla="*/ 408 w 548"/>
                    <a:gd name="T7" fmla="*/ 240 h 280"/>
                    <a:gd name="T8" fmla="*/ 372 w 548"/>
                    <a:gd name="T9" fmla="*/ 244 h 280"/>
                    <a:gd name="T10" fmla="*/ 358 w 548"/>
                    <a:gd name="T11" fmla="*/ 244 h 280"/>
                    <a:gd name="T12" fmla="*/ 338 w 548"/>
                    <a:gd name="T13" fmla="*/ 246 h 280"/>
                    <a:gd name="T14" fmla="*/ 306 w 548"/>
                    <a:gd name="T15" fmla="*/ 256 h 280"/>
                    <a:gd name="T16" fmla="*/ 290 w 548"/>
                    <a:gd name="T17" fmla="*/ 264 h 280"/>
                    <a:gd name="T18" fmla="*/ 272 w 548"/>
                    <a:gd name="T19" fmla="*/ 280 h 280"/>
                    <a:gd name="T20" fmla="*/ 250 w 548"/>
                    <a:gd name="T21" fmla="*/ 268 h 280"/>
                    <a:gd name="T22" fmla="*/ 246 w 548"/>
                    <a:gd name="T23" fmla="*/ 260 h 280"/>
                    <a:gd name="T24" fmla="*/ 228 w 548"/>
                    <a:gd name="T25" fmla="*/ 250 h 280"/>
                    <a:gd name="T26" fmla="*/ 194 w 548"/>
                    <a:gd name="T27" fmla="*/ 226 h 280"/>
                    <a:gd name="T28" fmla="*/ 200 w 548"/>
                    <a:gd name="T29" fmla="*/ 210 h 280"/>
                    <a:gd name="T30" fmla="*/ 188 w 548"/>
                    <a:gd name="T31" fmla="*/ 186 h 280"/>
                    <a:gd name="T32" fmla="*/ 188 w 548"/>
                    <a:gd name="T33" fmla="*/ 172 h 280"/>
                    <a:gd name="T34" fmla="*/ 178 w 548"/>
                    <a:gd name="T35" fmla="*/ 182 h 280"/>
                    <a:gd name="T36" fmla="*/ 164 w 548"/>
                    <a:gd name="T37" fmla="*/ 192 h 280"/>
                    <a:gd name="T38" fmla="*/ 156 w 548"/>
                    <a:gd name="T39" fmla="*/ 190 h 280"/>
                    <a:gd name="T40" fmla="*/ 136 w 548"/>
                    <a:gd name="T41" fmla="*/ 196 h 280"/>
                    <a:gd name="T42" fmla="*/ 102 w 548"/>
                    <a:gd name="T43" fmla="*/ 258 h 280"/>
                    <a:gd name="T44" fmla="*/ 74 w 548"/>
                    <a:gd name="T45" fmla="*/ 264 h 280"/>
                    <a:gd name="T46" fmla="*/ 64 w 548"/>
                    <a:gd name="T47" fmla="*/ 242 h 280"/>
                    <a:gd name="T48" fmla="*/ 52 w 548"/>
                    <a:gd name="T49" fmla="*/ 226 h 280"/>
                    <a:gd name="T50" fmla="*/ 56 w 548"/>
                    <a:gd name="T51" fmla="*/ 214 h 280"/>
                    <a:gd name="T52" fmla="*/ 60 w 548"/>
                    <a:gd name="T53" fmla="*/ 206 h 280"/>
                    <a:gd name="T54" fmla="*/ 72 w 548"/>
                    <a:gd name="T55" fmla="*/ 198 h 280"/>
                    <a:gd name="T56" fmla="*/ 92 w 548"/>
                    <a:gd name="T57" fmla="*/ 206 h 280"/>
                    <a:gd name="T58" fmla="*/ 96 w 548"/>
                    <a:gd name="T59" fmla="*/ 194 h 280"/>
                    <a:gd name="T60" fmla="*/ 90 w 548"/>
                    <a:gd name="T61" fmla="*/ 178 h 280"/>
                    <a:gd name="T62" fmla="*/ 74 w 548"/>
                    <a:gd name="T63" fmla="*/ 166 h 280"/>
                    <a:gd name="T64" fmla="*/ 56 w 548"/>
                    <a:gd name="T65" fmla="*/ 158 h 280"/>
                    <a:gd name="T66" fmla="*/ 42 w 548"/>
                    <a:gd name="T67" fmla="*/ 166 h 280"/>
                    <a:gd name="T68" fmla="*/ 26 w 548"/>
                    <a:gd name="T69" fmla="*/ 174 h 280"/>
                    <a:gd name="T70" fmla="*/ 16 w 548"/>
                    <a:gd name="T71" fmla="*/ 148 h 280"/>
                    <a:gd name="T72" fmla="*/ 6 w 548"/>
                    <a:gd name="T73" fmla="*/ 138 h 280"/>
                    <a:gd name="T74" fmla="*/ 10 w 548"/>
                    <a:gd name="T75" fmla="*/ 116 h 280"/>
                    <a:gd name="T76" fmla="*/ 10 w 548"/>
                    <a:gd name="T77" fmla="*/ 100 h 280"/>
                    <a:gd name="T78" fmla="*/ 26 w 548"/>
                    <a:gd name="T79" fmla="*/ 102 h 280"/>
                    <a:gd name="T80" fmla="*/ 34 w 548"/>
                    <a:gd name="T81" fmla="*/ 80 h 280"/>
                    <a:gd name="T82" fmla="*/ 50 w 548"/>
                    <a:gd name="T83" fmla="*/ 76 h 280"/>
                    <a:gd name="T84" fmla="*/ 76 w 548"/>
                    <a:gd name="T85" fmla="*/ 62 h 280"/>
                    <a:gd name="T86" fmla="*/ 84 w 548"/>
                    <a:gd name="T87" fmla="*/ 68 h 280"/>
                    <a:gd name="T88" fmla="*/ 104 w 548"/>
                    <a:gd name="T89" fmla="*/ 80 h 280"/>
                    <a:gd name="T90" fmla="*/ 118 w 548"/>
                    <a:gd name="T91" fmla="*/ 92 h 280"/>
                    <a:gd name="T92" fmla="*/ 126 w 548"/>
                    <a:gd name="T93" fmla="*/ 82 h 280"/>
                    <a:gd name="T94" fmla="*/ 152 w 548"/>
                    <a:gd name="T95" fmla="*/ 80 h 280"/>
                    <a:gd name="T96" fmla="*/ 168 w 548"/>
                    <a:gd name="T97" fmla="*/ 92 h 280"/>
                    <a:gd name="T98" fmla="*/ 180 w 548"/>
                    <a:gd name="T99" fmla="*/ 80 h 280"/>
                    <a:gd name="T100" fmla="*/ 182 w 548"/>
                    <a:gd name="T101" fmla="*/ 20 h 280"/>
                    <a:gd name="T102" fmla="*/ 256 w 548"/>
                    <a:gd name="T103" fmla="*/ 12 h 280"/>
                    <a:gd name="T104" fmla="*/ 298 w 548"/>
                    <a:gd name="T105" fmla="*/ 18 h 280"/>
                    <a:gd name="T106" fmla="*/ 334 w 548"/>
                    <a:gd name="T107" fmla="*/ 20 h 280"/>
                    <a:gd name="T108" fmla="*/ 394 w 548"/>
                    <a:gd name="T109" fmla="*/ 12 h 280"/>
                    <a:gd name="T110" fmla="*/ 430 w 548"/>
                    <a:gd name="T111" fmla="*/ 84 h 280"/>
                    <a:gd name="T112" fmla="*/ 472 w 548"/>
                    <a:gd name="T113" fmla="*/ 100 h 280"/>
                    <a:gd name="T114" fmla="*/ 536 w 548"/>
                    <a:gd name="T115" fmla="*/ 118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8" h="280">
                      <a:moveTo>
                        <a:pt x="548" y="124"/>
                      </a:moveTo>
                      <a:lnTo>
                        <a:pt x="528" y="128"/>
                      </a:lnTo>
                      <a:lnTo>
                        <a:pt x="522" y="134"/>
                      </a:lnTo>
                      <a:lnTo>
                        <a:pt x="518" y="140"/>
                      </a:lnTo>
                      <a:lnTo>
                        <a:pt x="510" y="142"/>
                      </a:lnTo>
                      <a:lnTo>
                        <a:pt x="508" y="146"/>
                      </a:lnTo>
                      <a:lnTo>
                        <a:pt x="506" y="154"/>
                      </a:lnTo>
                      <a:lnTo>
                        <a:pt x="496" y="158"/>
                      </a:lnTo>
                      <a:lnTo>
                        <a:pt x="488" y="158"/>
                      </a:lnTo>
                      <a:lnTo>
                        <a:pt x="482" y="162"/>
                      </a:lnTo>
                      <a:lnTo>
                        <a:pt x="478" y="170"/>
                      </a:lnTo>
                      <a:lnTo>
                        <a:pt x="472" y="174"/>
                      </a:lnTo>
                      <a:lnTo>
                        <a:pt x="470" y="184"/>
                      </a:lnTo>
                      <a:lnTo>
                        <a:pt x="472" y="194"/>
                      </a:lnTo>
                      <a:lnTo>
                        <a:pt x="476" y="198"/>
                      </a:lnTo>
                      <a:lnTo>
                        <a:pt x="474" y="202"/>
                      </a:lnTo>
                      <a:lnTo>
                        <a:pt x="460" y="202"/>
                      </a:lnTo>
                      <a:lnTo>
                        <a:pt x="450" y="208"/>
                      </a:lnTo>
                      <a:lnTo>
                        <a:pt x="440" y="210"/>
                      </a:lnTo>
                      <a:lnTo>
                        <a:pt x="436" y="212"/>
                      </a:lnTo>
                      <a:lnTo>
                        <a:pt x="438" y="218"/>
                      </a:lnTo>
                      <a:lnTo>
                        <a:pt x="446" y="224"/>
                      </a:lnTo>
                      <a:lnTo>
                        <a:pt x="448" y="230"/>
                      </a:lnTo>
                      <a:lnTo>
                        <a:pt x="442" y="242"/>
                      </a:lnTo>
                      <a:lnTo>
                        <a:pt x="442" y="252"/>
                      </a:lnTo>
                      <a:lnTo>
                        <a:pt x="436" y="248"/>
                      </a:lnTo>
                      <a:lnTo>
                        <a:pt x="436" y="248"/>
                      </a:lnTo>
                      <a:lnTo>
                        <a:pt x="432" y="248"/>
                      </a:lnTo>
                      <a:lnTo>
                        <a:pt x="428" y="246"/>
                      </a:lnTo>
                      <a:lnTo>
                        <a:pt x="428" y="246"/>
                      </a:lnTo>
                      <a:lnTo>
                        <a:pt x="426" y="242"/>
                      </a:lnTo>
                      <a:lnTo>
                        <a:pt x="420" y="240"/>
                      </a:lnTo>
                      <a:lnTo>
                        <a:pt x="420" y="240"/>
                      </a:lnTo>
                      <a:lnTo>
                        <a:pt x="414" y="240"/>
                      </a:lnTo>
                      <a:lnTo>
                        <a:pt x="408" y="240"/>
                      </a:lnTo>
                      <a:lnTo>
                        <a:pt x="408" y="240"/>
                      </a:lnTo>
                      <a:lnTo>
                        <a:pt x="392" y="240"/>
                      </a:lnTo>
                      <a:lnTo>
                        <a:pt x="392" y="240"/>
                      </a:lnTo>
                      <a:lnTo>
                        <a:pt x="386" y="244"/>
                      </a:lnTo>
                      <a:lnTo>
                        <a:pt x="378" y="248"/>
                      </a:lnTo>
                      <a:lnTo>
                        <a:pt x="378" y="248"/>
                      </a:lnTo>
                      <a:lnTo>
                        <a:pt x="376" y="248"/>
                      </a:lnTo>
                      <a:lnTo>
                        <a:pt x="374" y="246"/>
                      </a:lnTo>
                      <a:lnTo>
                        <a:pt x="374" y="246"/>
                      </a:lnTo>
                      <a:lnTo>
                        <a:pt x="372" y="244"/>
                      </a:lnTo>
                      <a:lnTo>
                        <a:pt x="372" y="244"/>
                      </a:lnTo>
                      <a:lnTo>
                        <a:pt x="368" y="244"/>
                      </a:lnTo>
                      <a:lnTo>
                        <a:pt x="368" y="242"/>
                      </a:lnTo>
                      <a:lnTo>
                        <a:pt x="366" y="240"/>
                      </a:lnTo>
                      <a:lnTo>
                        <a:pt x="364" y="240"/>
                      </a:lnTo>
                      <a:lnTo>
                        <a:pt x="364" y="240"/>
                      </a:lnTo>
                      <a:lnTo>
                        <a:pt x="360" y="244"/>
                      </a:lnTo>
                      <a:lnTo>
                        <a:pt x="358" y="244"/>
                      </a:lnTo>
                      <a:lnTo>
                        <a:pt x="358" y="244"/>
                      </a:lnTo>
                      <a:lnTo>
                        <a:pt x="354" y="246"/>
                      </a:lnTo>
                      <a:lnTo>
                        <a:pt x="352" y="248"/>
                      </a:lnTo>
                      <a:lnTo>
                        <a:pt x="352" y="248"/>
                      </a:lnTo>
                      <a:lnTo>
                        <a:pt x="350" y="250"/>
                      </a:lnTo>
                      <a:lnTo>
                        <a:pt x="348" y="254"/>
                      </a:lnTo>
                      <a:lnTo>
                        <a:pt x="348" y="254"/>
                      </a:lnTo>
                      <a:lnTo>
                        <a:pt x="346" y="254"/>
                      </a:lnTo>
                      <a:lnTo>
                        <a:pt x="344" y="250"/>
                      </a:lnTo>
                      <a:lnTo>
                        <a:pt x="338" y="246"/>
                      </a:lnTo>
                      <a:lnTo>
                        <a:pt x="334" y="246"/>
                      </a:lnTo>
                      <a:lnTo>
                        <a:pt x="324" y="246"/>
                      </a:lnTo>
                      <a:lnTo>
                        <a:pt x="324" y="246"/>
                      </a:lnTo>
                      <a:lnTo>
                        <a:pt x="320" y="246"/>
                      </a:lnTo>
                      <a:lnTo>
                        <a:pt x="318" y="250"/>
                      </a:lnTo>
                      <a:lnTo>
                        <a:pt x="314" y="254"/>
                      </a:lnTo>
                      <a:lnTo>
                        <a:pt x="314" y="254"/>
                      </a:lnTo>
                      <a:lnTo>
                        <a:pt x="310" y="256"/>
                      </a:lnTo>
                      <a:lnTo>
                        <a:pt x="306" y="256"/>
                      </a:lnTo>
                      <a:lnTo>
                        <a:pt x="306" y="256"/>
                      </a:lnTo>
                      <a:lnTo>
                        <a:pt x="300" y="258"/>
                      </a:lnTo>
                      <a:lnTo>
                        <a:pt x="298" y="258"/>
                      </a:lnTo>
                      <a:lnTo>
                        <a:pt x="298" y="260"/>
                      </a:lnTo>
                      <a:lnTo>
                        <a:pt x="298" y="260"/>
                      </a:lnTo>
                      <a:lnTo>
                        <a:pt x="296" y="262"/>
                      </a:lnTo>
                      <a:lnTo>
                        <a:pt x="294" y="262"/>
                      </a:lnTo>
                      <a:lnTo>
                        <a:pt x="290" y="264"/>
                      </a:lnTo>
                      <a:lnTo>
                        <a:pt x="290" y="264"/>
                      </a:lnTo>
                      <a:lnTo>
                        <a:pt x="288" y="266"/>
                      </a:lnTo>
                      <a:lnTo>
                        <a:pt x="286" y="268"/>
                      </a:lnTo>
                      <a:lnTo>
                        <a:pt x="286" y="272"/>
                      </a:lnTo>
                      <a:lnTo>
                        <a:pt x="286" y="272"/>
                      </a:lnTo>
                      <a:lnTo>
                        <a:pt x="278" y="274"/>
                      </a:lnTo>
                      <a:lnTo>
                        <a:pt x="278" y="278"/>
                      </a:lnTo>
                      <a:lnTo>
                        <a:pt x="278" y="278"/>
                      </a:lnTo>
                      <a:lnTo>
                        <a:pt x="272" y="280"/>
                      </a:lnTo>
                      <a:lnTo>
                        <a:pt x="272" y="280"/>
                      </a:lnTo>
                      <a:lnTo>
                        <a:pt x="272" y="280"/>
                      </a:lnTo>
                      <a:lnTo>
                        <a:pt x="272" y="278"/>
                      </a:lnTo>
                      <a:lnTo>
                        <a:pt x="272" y="274"/>
                      </a:lnTo>
                      <a:lnTo>
                        <a:pt x="272" y="274"/>
                      </a:lnTo>
                      <a:lnTo>
                        <a:pt x="266" y="270"/>
                      </a:lnTo>
                      <a:lnTo>
                        <a:pt x="262" y="270"/>
                      </a:lnTo>
                      <a:lnTo>
                        <a:pt x="262" y="270"/>
                      </a:lnTo>
                      <a:lnTo>
                        <a:pt x="256" y="270"/>
                      </a:lnTo>
                      <a:lnTo>
                        <a:pt x="250" y="268"/>
                      </a:lnTo>
                      <a:lnTo>
                        <a:pt x="250" y="268"/>
                      </a:lnTo>
                      <a:lnTo>
                        <a:pt x="248" y="268"/>
                      </a:lnTo>
                      <a:lnTo>
                        <a:pt x="248" y="266"/>
                      </a:lnTo>
                      <a:lnTo>
                        <a:pt x="250" y="262"/>
                      </a:lnTo>
                      <a:lnTo>
                        <a:pt x="250" y="262"/>
                      </a:lnTo>
                      <a:lnTo>
                        <a:pt x="248" y="262"/>
                      </a:lnTo>
                      <a:lnTo>
                        <a:pt x="248" y="260"/>
                      </a:lnTo>
                      <a:lnTo>
                        <a:pt x="246" y="260"/>
                      </a:lnTo>
                      <a:lnTo>
                        <a:pt x="246" y="260"/>
                      </a:lnTo>
                      <a:lnTo>
                        <a:pt x="246" y="260"/>
                      </a:lnTo>
                      <a:lnTo>
                        <a:pt x="246" y="256"/>
                      </a:lnTo>
                      <a:lnTo>
                        <a:pt x="242" y="256"/>
                      </a:lnTo>
                      <a:lnTo>
                        <a:pt x="242" y="256"/>
                      </a:lnTo>
                      <a:lnTo>
                        <a:pt x="238" y="256"/>
                      </a:lnTo>
                      <a:lnTo>
                        <a:pt x="234" y="254"/>
                      </a:lnTo>
                      <a:lnTo>
                        <a:pt x="234" y="254"/>
                      </a:lnTo>
                      <a:lnTo>
                        <a:pt x="230" y="246"/>
                      </a:lnTo>
                      <a:lnTo>
                        <a:pt x="228" y="250"/>
                      </a:lnTo>
                      <a:lnTo>
                        <a:pt x="228" y="250"/>
                      </a:lnTo>
                      <a:lnTo>
                        <a:pt x="212" y="246"/>
                      </a:lnTo>
                      <a:lnTo>
                        <a:pt x="212" y="246"/>
                      </a:lnTo>
                      <a:lnTo>
                        <a:pt x="202" y="246"/>
                      </a:lnTo>
                      <a:lnTo>
                        <a:pt x="198" y="246"/>
                      </a:lnTo>
                      <a:lnTo>
                        <a:pt x="198" y="246"/>
                      </a:lnTo>
                      <a:lnTo>
                        <a:pt x="196" y="230"/>
                      </a:lnTo>
                      <a:lnTo>
                        <a:pt x="196" y="230"/>
                      </a:lnTo>
                      <a:lnTo>
                        <a:pt x="194" y="226"/>
                      </a:lnTo>
                      <a:lnTo>
                        <a:pt x="194" y="222"/>
                      </a:lnTo>
                      <a:lnTo>
                        <a:pt x="192" y="222"/>
                      </a:lnTo>
                      <a:lnTo>
                        <a:pt x="192" y="222"/>
                      </a:lnTo>
                      <a:lnTo>
                        <a:pt x="194" y="220"/>
                      </a:lnTo>
                      <a:lnTo>
                        <a:pt x="196" y="218"/>
                      </a:lnTo>
                      <a:lnTo>
                        <a:pt x="196" y="218"/>
                      </a:lnTo>
                      <a:lnTo>
                        <a:pt x="196" y="214"/>
                      </a:lnTo>
                      <a:lnTo>
                        <a:pt x="200" y="212"/>
                      </a:lnTo>
                      <a:lnTo>
                        <a:pt x="200" y="210"/>
                      </a:lnTo>
                      <a:lnTo>
                        <a:pt x="200" y="210"/>
                      </a:lnTo>
                      <a:lnTo>
                        <a:pt x="192" y="206"/>
                      </a:lnTo>
                      <a:lnTo>
                        <a:pt x="190" y="204"/>
                      </a:lnTo>
                      <a:lnTo>
                        <a:pt x="188" y="200"/>
                      </a:lnTo>
                      <a:lnTo>
                        <a:pt x="188" y="200"/>
                      </a:lnTo>
                      <a:lnTo>
                        <a:pt x="188" y="196"/>
                      </a:lnTo>
                      <a:lnTo>
                        <a:pt x="188" y="192"/>
                      </a:lnTo>
                      <a:lnTo>
                        <a:pt x="188" y="192"/>
                      </a:lnTo>
                      <a:lnTo>
                        <a:pt x="188" y="186"/>
                      </a:lnTo>
                      <a:lnTo>
                        <a:pt x="188" y="186"/>
                      </a:lnTo>
                      <a:lnTo>
                        <a:pt x="196" y="172"/>
                      </a:lnTo>
                      <a:lnTo>
                        <a:pt x="196" y="172"/>
                      </a:lnTo>
                      <a:lnTo>
                        <a:pt x="194" y="172"/>
                      </a:lnTo>
                      <a:lnTo>
                        <a:pt x="192" y="174"/>
                      </a:lnTo>
                      <a:lnTo>
                        <a:pt x="192" y="174"/>
                      </a:lnTo>
                      <a:lnTo>
                        <a:pt x="188" y="172"/>
                      </a:lnTo>
                      <a:lnTo>
                        <a:pt x="188" y="172"/>
                      </a:lnTo>
                      <a:lnTo>
                        <a:pt x="188" y="172"/>
                      </a:lnTo>
                      <a:lnTo>
                        <a:pt x="188" y="174"/>
                      </a:lnTo>
                      <a:lnTo>
                        <a:pt x="188" y="174"/>
                      </a:lnTo>
                      <a:lnTo>
                        <a:pt x="178" y="174"/>
                      </a:lnTo>
                      <a:lnTo>
                        <a:pt x="178" y="174"/>
                      </a:lnTo>
                      <a:lnTo>
                        <a:pt x="178" y="176"/>
                      </a:lnTo>
                      <a:lnTo>
                        <a:pt x="178" y="176"/>
                      </a:lnTo>
                      <a:lnTo>
                        <a:pt x="180" y="178"/>
                      </a:lnTo>
                      <a:lnTo>
                        <a:pt x="180" y="178"/>
                      </a:lnTo>
                      <a:lnTo>
                        <a:pt x="178" y="182"/>
                      </a:lnTo>
                      <a:lnTo>
                        <a:pt x="178" y="182"/>
                      </a:lnTo>
                      <a:lnTo>
                        <a:pt x="172" y="180"/>
                      </a:lnTo>
                      <a:lnTo>
                        <a:pt x="170" y="184"/>
                      </a:lnTo>
                      <a:lnTo>
                        <a:pt x="170" y="184"/>
                      </a:lnTo>
                      <a:lnTo>
                        <a:pt x="166" y="184"/>
                      </a:lnTo>
                      <a:lnTo>
                        <a:pt x="166" y="184"/>
                      </a:lnTo>
                      <a:lnTo>
                        <a:pt x="164" y="190"/>
                      </a:lnTo>
                      <a:lnTo>
                        <a:pt x="164" y="190"/>
                      </a:lnTo>
                      <a:lnTo>
                        <a:pt x="164" y="192"/>
                      </a:lnTo>
                      <a:lnTo>
                        <a:pt x="164" y="194"/>
                      </a:lnTo>
                      <a:lnTo>
                        <a:pt x="164" y="194"/>
                      </a:lnTo>
                      <a:lnTo>
                        <a:pt x="162" y="194"/>
                      </a:lnTo>
                      <a:lnTo>
                        <a:pt x="162" y="192"/>
                      </a:lnTo>
                      <a:lnTo>
                        <a:pt x="162" y="188"/>
                      </a:lnTo>
                      <a:lnTo>
                        <a:pt x="162" y="188"/>
                      </a:lnTo>
                      <a:lnTo>
                        <a:pt x="160" y="188"/>
                      </a:lnTo>
                      <a:lnTo>
                        <a:pt x="160" y="188"/>
                      </a:lnTo>
                      <a:lnTo>
                        <a:pt x="156" y="190"/>
                      </a:lnTo>
                      <a:lnTo>
                        <a:pt x="156" y="190"/>
                      </a:lnTo>
                      <a:lnTo>
                        <a:pt x="154" y="192"/>
                      </a:lnTo>
                      <a:lnTo>
                        <a:pt x="154" y="194"/>
                      </a:lnTo>
                      <a:lnTo>
                        <a:pt x="154" y="196"/>
                      </a:lnTo>
                      <a:lnTo>
                        <a:pt x="154" y="196"/>
                      </a:lnTo>
                      <a:lnTo>
                        <a:pt x="148" y="194"/>
                      </a:lnTo>
                      <a:lnTo>
                        <a:pt x="148" y="194"/>
                      </a:lnTo>
                      <a:lnTo>
                        <a:pt x="142" y="196"/>
                      </a:lnTo>
                      <a:lnTo>
                        <a:pt x="136" y="196"/>
                      </a:lnTo>
                      <a:lnTo>
                        <a:pt x="136" y="196"/>
                      </a:lnTo>
                      <a:lnTo>
                        <a:pt x="128" y="200"/>
                      </a:lnTo>
                      <a:lnTo>
                        <a:pt x="122" y="202"/>
                      </a:lnTo>
                      <a:lnTo>
                        <a:pt x="120" y="266"/>
                      </a:lnTo>
                      <a:lnTo>
                        <a:pt x="120" y="266"/>
                      </a:lnTo>
                      <a:lnTo>
                        <a:pt x="116" y="266"/>
                      </a:lnTo>
                      <a:lnTo>
                        <a:pt x="108" y="266"/>
                      </a:lnTo>
                      <a:lnTo>
                        <a:pt x="108" y="266"/>
                      </a:lnTo>
                      <a:lnTo>
                        <a:pt x="102" y="258"/>
                      </a:lnTo>
                      <a:lnTo>
                        <a:pt x="98" y="254"/>
                      </a:lnTo>
                      <a:lnTo>
                        <a:pt x="94" y="252"/>
                      </a:lnTo>
                      <a:lnTo>
                        <a:pt x="90" y="252"/>
                      </a:lnTo>
                      <a:lnTo>
                        <a:pt x="90" y="252"/>
                      </a:lnTo>
                      <a:lnTo>
                        <a:pt x="80" y="252"/>
                      </a:lnTo>
                      <a:lnTo>
                        <a:pt x="76" y="254"/>
                      </a:lnTo>
                      <a:lnTo>
                        <a:pt x="76" y="260"/>
                      </a:lnTo>
                      <a:lnTo>
                        <a:pt x="76" y="260"/>
                      </a:lnTo>
                      <a:lnTo>
                        <a:pt x="74" y="264"/>
                      </a:lnTo>
                      <a:lnTo>
                        <a:pt x="72" y="264"/>
                      </a:lnTo>
                      <a:lnTo>
                        <a:pt x="72" y="264"/>
                      </a:lnTo>
                      <a:lnTo>
                        <a:pt x="72" y="264"/>
                      </a:lnTo>
                      <a:lnTo>
                        <a:pt x="74" y="256"/>
                      </a:lnTo>
                      <a:lnTo>
                        <a:pt x="76" y="246"/>
                      </a:lnTo>
                      <a:lnTo>
                        <a:pt x="76" y="246"/>
                      </a:lnTo>
                      <a:lnTo>
                        <a:pt x="66" y="244"/>
                      </a:lnTo>
                      <a:lnTo>
                        <a:pt x="66" y="244"/>
                      </a:lnTo>
                      <a:lnTo>
                        <a:pt x="64" y="242"/>
                      </a:lnTo>
                      <a:lnTo>
                        <a:pt x="64" y="240"/>
                      </a:lnTo>
                      <a:lnTo>
                        <a:pt x="62" y="238"/>
                      </a:lnTo>
                      <a:lnTo>
                        <a:pt x="58" y="240"/>
                      </a:lnTo>
                      <a:lnTo>
                        <a:pt x="58" y="240"/>
                      </a:lnTo>
                      <a:lnTo>
                        <a:pt x="58" y="236"/>
                      </a:lnTo>
                      <a:lnTo>
                        <a:pt x="58" y="234"/>
                      </a:lnTo>
                      <a:lnTo>
                        <a:pt x="56" y="234"/>
                      </a:lnTo>
                      <a:lnTo>
                        <a:pt x="56" y="234"/>
                      </a:lnTo>
                      <a:lnTo>
                        <a:pt x="52" y="226"/>
                      </a:lnTo>
                      <a:lnTo>
                        <a:pt x="44" y="220"/>
                      </a:lnTo>
                      <a:lnTo>
                        <a:pt x="44" y="220"/>
                      </a:lnTo>
                      <a:lnTo>
                        <a:pt x="46" y="216"/>
                      </a:lnTo>
                      <a:lnTo>
                        <a:pt x="46" y="216"/>
                      </a:lnTo>
                      <a:lnTo>
                        <a:pt x="54" y="218"/>
                      </a:lnTo>
                      <a:lnTo>
                        <a:pt x="60" y="218"/>
                      </a:lnTo>
                      <a:lnTo>
                        <a:pt x="62" y="214"/>
                      </a:lnTo>
                      <a:lnTo>
                        <a:pt x="62" y="214"/>
                      </a:lnTo>
                      <a:lnTo>
                        <a:pt x="56" y="214"/>
                      </a:lnTo>
                      <a:lnTo>
                        <a:pt x="56" y="214"/>
                      </a:lnTo>
                      <a:lnTo>
                        <a:pt x="52" y="208"/>
                      </a:lnTo>
                      <a:lnTo>
                        <a:pt x="52" y="208"/>
                      </a:lnTo>
                      <a:lnTo>
                        <a:pt x="52" y="206"/>
                      </a:lnTo>
                      <a:lnTo>
                        <a:pt x="54" y="206"/>
                      </a:lnTo>
                      <a:lnTo>
                        <a:pt x="54" y="206"/>
                      </a:lnTo>
                      <a:lnTo>
                        <a:pt x="56" y="208"/>
                      </a:lnTo>
                      <a:lnTo>
                        <a:pt x="56" y="208"/>
                      </a:lnTo>
                      <a:lnTo>
                        <a:pt x="60" y="206"/>
                      </a:lnTo>
                      <a:lnTo>
                        <a:pt x="62" y="206"/>
                      </a:lnTo>
                      <a:lnTo>
                        <a:pt x="62" y="206"/>
                      </a:lnTo>
                      <a:lnTo>
                        <a:pt x="64" y="206"/>
                      </a:lnTo>
                      <a:lnTo>
                        <a:pt x="66" y="206"/>
                      </a:lnTo>
                      <a:lnTo>
                        <a:pt x="66" y="206"/>
                      </a:lnTo>
                      <a:lnTo>
                        <a:pt x="66" y="198"/>
                      </a:lnTo>
                      <a:lnTo>
                        <a:pt x="66" y="198"/>
                      </a:lnTo>
                      <a:lnTo>
                        <a:pt x="72" y="198"/>
                      </a:lnTo>
                      <a:lnTo>
                        <a:pt x="72" y="198"/>
                      </a:lnTo>
                      <a:lnTo>
                        <a:pt x="76" y="202"/>
                      </a:lnTo>
                      <a:lnTo>
                        <a:pt x="76" y="202"/>
                      </a:lnTo>
                      <a:lnTo>
                        <a:pt x="88" y="204"/>
                      </a:lnTo>
                      <a:lnTo>
                        <a:pt x="88" y="204"/>
                      </a:lnTo>
                      <a:lnTo>
                        <a:pt x="84" y="210"/>
                      </a:lnTo>
                      <a:lnTo>
                        <a:pt x="84" y="210"/>
                      </a:lnTo>
                      <a:lnTo>
                        <a:pt x="88" y="208"/>
                      </a:lnTo>
                      <a:lnTo>
                        <a:pt x="92" y="206"/>
                      </a:lnTo>
                      <a:lnTo>
                        <a:pt x="92" y="206"/>
                      </a:lnTo>
                      <a:lnTo>
                        <a:pt x="92" y="206"/>
                      </a:lnTo>
                      <a:lnTo>
                        <a:pt x="94" y="208"/>
                      </a:lnTo>
                      <a:lnTo>
                        <a:pt x="94" y="208"/>
                      </a:lnTo>
                      <a:lnTo>
                        <a:pt x="96" y="206"/>
                      </a:lnTo>
                      <a:lnTo>
                        <a:pt x="96" y="206"/>
                      </a:lnTo>
                      <a:lnTo>
                        <a:pt x="96" y="206"/>
                      </a:lnTo>
                      <a:lnTo>
                        <a:pt x="98" y="194"/>
                      </a:lnTo>
                      <a:lnTo>
                        <a:pt x="98" y="194"/>
                      </a:lnTo>
                      <a:lnTo>
                        <a:pt x="96" y="194"/>
                      </a:lnTo>
                      <a:lnTo>
                        <a:pt x="96" y="194"/>
                      </a:lnTo>
                      <a:lnTo>
                        <a:pt x="94" y="190"/>
                      </a:lnTo>
                      <a:lnTo>
                        <a:pt x="94" y="190"/>
                      </a:lnTo>
                      <a:lnTo>
                        <a:pt x="94" y="190"/>
                      </a:lnTo>
                      <a:lnTo>
                        <a:pt x="92" y="190"/>
                      </a:lnTo>
                      <a:lnTo>
                        <a:pt x="92" y="190"/>
                      </a:lnTo>
                      <a:lnTo>
                        <a:pt x="90" y="184"/>
                      </a:lnTo>
                      <a:lnTo>
                        <a:pt x="90" y="178"/>
                      </a:lnTo>
                      <a:lnTo>
                        <a:pt x="90" y="178"/>
                      </a:lnTo>
                      <a:lnTo>
                        <a:pt x="86" y="178"/>
                      </a:lnTo>
                      <a:lnTo>
                        <a:pt x="84" y="178"/>
                      </a:lnTo>
                      <a:lnTo>
                        <a:pt x="84" y="178"/>
                      </a:lnTo>
                      <a:lnTo>
                        <a:pt x="82" y="172"/>
                      </a:lnTo>
                      <a:lnTo>
                        <a:pt x="82" y="172"/>
                      </a:lnTo>
                      <a:lnTo>
                        <a:pt x="78" y="172"/>
                      </a:lnTo>
                      <a:lnTo>
                        <a:pt x="78" y="172"/>
                      </a:lnTo>
                      <a:lnTo>
                        <a:pt x="74" y="166"/>
                      </a:lnTo>
                      <a:lnTo>
                        <a:pt x="74" y="166"/>
                      </a:lnTo>
                      <a:lnTo>
                        <a:pt x="72" y="166"/>
                      </a:lnTo>
                      <a:lnTo>
                        <a:pt x="70" y="166"/>
                      </a:lnTo>
                      <a:lnTo>
                        <a:pt x="68" y="164"/>
                      </a:lnTo>
                      <a:lnTo>
                        <a:pt x="68" y="164"/>
                      </a:lnTo>
                      <a:lnTo>
                        <a:pt x="60" y="164"/>
                      </a:lnTo>
                      <a:lnTo>
                        <a:pt x="60" y="164"/>
                      </a:lnTo>
                      <a:lnTo>
                        <a:pt x="60" y="160"/>
                      </a:lnTo>
                      <a:lnTo>
                        <a:pt x="60" y="160"/>
                      </a:lnTo>
                      <a:lnTo>
                        <a:pt x="56" y="158"/>
                      </a:lnTo>
                      <a:lnTo>
                        <a:pt x="56" y="158"/>
                      </a:lnTo>
                      <a:lnTo>
                        <a:pt x="52" y="158"/>
                      </a:lnTo>
                      <a:lnTo>
                        <a:pt x="52" y="158"/>
                      </a:lnTo>
                      <a:lnTo>
                        <a:pt x="50" y="158"/>
                      </a:lnTo>
                      <a:lnTo>
                        <a:pt x="50" y="158"/>
                      </a:lnTo>
                      <a:lnTo>
                        <a:pt x="50" y="162"/>
                      </a:lnTo>
                      <a:lnTo>
                        <a:pt x="50" y="162"/>
                      </a:lnTo>
                      <a:lnTo>
                        <a:pt x="46" y="166"/>
                      </a:lnTo>
                      <a:lnTo>
                        <a:pt x="42" y="166"/>
                      </a:lnTo>
                      <a:lnTo>
                        <a:pt x="42" y="166"/>
                      </a:lnTo>
                      <a:lnTo>
                        <a:pt x="40" y="170"/>
                      </a:lnTo>
                      <a:lnTo>
                        <a:pt x="40" y="170"/>
                      </a:lnTo>
                      <a:lnTo>
                        <a:pt x="36" y="170"/>
                      </a:lnTo>
                      <a:lnTo>
                        <a:pt x="32" y="170"/>
                      </a:lnTo>
                      <a:lnTo>
                        <a:pt x="32" y="170"/>
                      </a:lnTo>
                      <a:lnTo>
                        <a:pt x="28" y="174"/>
                      </a:lnTo>
                      <a:lnTo>
                        <a:pt x="28" y="174"/>
                      </a:lnTo>
                      <a:lnTo>
                        <a:pt x="26" y="174"/>
                      </a:lnTo>
                      <a:lnTo>
                        <a:pt x="22" y="174"/>
                      </a:lnTo>
                      <a:lnTo>
                        <a:pt x="22" y="174"/>
                      </a:lnTo>
                      <a:lnTo>
                        <a:pt x="22" y="172"/>
                      </a:lnTo>
                      <a:lnTo>
                        <a:pt x="20" y="168"/>
                      </a:lnTo>
                      <a:lnTo>
                        <a:pt x="20" y="166"/>
                      </a:lnTo>
                      <a:lnTo>
                        <a:pt x="20" y="166"/>
                      </a:lnTo>
                      <a:lnTo>
                        <a:pt x="22" y="162"/>
                      </a:lnTo>
                      <a:lnTo>
                        <a:pt x="20" y="160"/>
                      </a:lnTo>
                      <a:lnTo>
                        <a:pt x="16" y="148"/>
                      </a:lnTo>
                      <a:lnTo>
                        <a:pt x="16" y="148"/>
                      </a:lnTo>
                      <a:lnTo>
                        <a:pt x="12" y="150"/>
                      </a:lnTo>
                      <a:lnTo>
                        <a:pt x="10" y="150"/>
                      </a:lnTo>
                      <a:lnTo>
                        <a:pt x="8" y="148"/>
                      </a:lnTo>
                      <a:lnTo>
                        <a:pt x="8" y="148"/>
                      </a:lnTo>
                      <a:lnTo>
                        <a:pt x="8" y="142"/>
                      </a:lnTo>
                      <a:lnTo>
                        <a:pt x="8" y="140"/>
                      </a:lnTo>
                      <a:lnTo>
                        <a:pt x="6" y="138"/>
                      </a:lnTo>
                      <a:lnTo>
                        <a:pt x="6" y="138"/>
                      </a:lnTo>
                      <a:lnTo>
                        <a:pt x="2" y="134"/>
                      </a:lnTo>
                      <a:lnTo>
                        <a:pt x="0" y="132"/>
                      </a:lnTo>
                      <a:lnTo>
                        <a:pt x="2" y="130"/>
                      </a:lnTo>
                      <a:lnTo>
                        <a:pt x="2" y="130"/>
                      </a:lnTo>
                      <a:lnTo>
                        <a:pt x="8" y="122"/>
                      </a:lnTo>
                      <a:lnTo>
                        <a:pt x="8" y="122"/>
                      </a:lnTo>
                      <a:lnTo>
                        <a:pt x="8" y="120"/>
                      </a:lnTo>
                      <a:lnTo>
                        <a:pt x="10" y="118"/>
                      </a:lnTo>
                      <a:lnTo>
                        <a:pt x="10" y="116"/>
                      </a:lnTo>
                      <a:lnTo>
                        <a:pt x="10" y="116"/>
                      </a:lnTo>
                      <a:lnTo>
                        <a:pt x="8" y="114"/>
                      </a:lnTo>
                      <a:lnTo>
                        <a:pt x="6" y="114"/>
                      </a:lnTo>
                      <a:lnTo>
                        <a:pt x="6" y="114"/>
                      </a:lnTo>
                      <a:lnTo>
                        <a:pt x="8" y="110"/>
                      </a:lnTo>
                      <a:lnTo>
                        <a:pt x="10" y="106"/>
                      </a:lnTo>
                      <a:lnTo>
                        <a:pt x="10" y="100"/>
                      </a:lnTo>
                      <a:lnTo>
                        <a:pt x="10" y="100"/>
                      </a:lnTo>
                      <a:lnTo>
                        <a:pt x="10" y="100"/>
                      </a:lnTo>
                      <a:lnTo>
                        <a:pt x="12" y="100"/>
                      </a:lnTo>
                      <a:lnTo>
                        <a:pt x="14" y="98"/>
                      </a:lnTo>
                      <a:lnTo>
                        <a:pt x="16" y="98"/>
                      </a:lnTo>
                      <a:lnTo>
                        <a:pt x="16" y="98"/>
                      </a:lnTo>
                      <a:lnTo>
                        <a:pt x="18" y="92"/>
                      </a:lnTo>
                      <a:lnTo>
                        <a:pt x="22" y="92"/>
                      </a:lnTo>
                      <a:lnTo>
                        <a:pt x="22" y="92"/>
                      </a:lnTo>
                      <a:lnTo>
                        <a:pt x="22" y="92"/>
                      </a:lnTo>
                      <a:lnTo>
                        <a:pt x="26" y="102"/>
                      </a:lnTo>
                      <a:lnTo>
                        <a:pt x="36" y="98"/>
                      </a:lnTo>
                      <a:lnTo>
                        <a:pt x="36" y="98"/>
                      </a:lnTo>
                      <a:lnTo>
                        <a:pt x="32" y="94"/>
                      </a:lnTo>
                      <a:lnTo>
                        <a:pt x="30" y="92"/>
                      </a:lnTo>
                      <a:lnTo>
                        <a:pt x="30" y="90"/>
                      </a:lnTo>
                      <a:lnTo>
                        <a:pt x="30" y="90"/>
                      </a:lnTo>
                      <a:lnTo>
                        <a:pt x="30" y="84"/>
                      </a:lnTo>
                      <a:lnTo>
                        <a:pt x="32" y="80"/>
                      </a:lnTo>
                      <a:lnTo>
                        <a:pt x="34" y="80"/>
                      </a:lnTo>
                      <a:lnTo>
                        <a:pt x="34" y="80"/>
                      </a:lnTo>
                      <a:lnTo>
                        <a:pt x="36" y="78"/>
                      </a:lnTo>
                      <a:lnTo>
                        <a:pt x="36" y="76"/>
                      </a:lnTo>
                      <a:lnTo>
                        <a:pt x="38" y="76"/>
                      </a:lnTo>
                      <a:lnTo>
                        <a:pt x="40" y="76"/>
                      </a:lnTo>
                      <a:lnTo>
                        <a:pt x="40" y="76"/>
                      </a:lnTo>
                      <a:lnTo>
                        <a:pt x="46" y="76"/>
                      </a:lnTo>
                      <a:lnTo>
                        <a:pt x="50" y="76"/>
                      </a:lnTo>
                      <a:lnTo>
                        <a:pt x="50" y="76"/>
                      </a:lnTo>
                      <a:lnTo>
                        <a:pt x="60" y="64"/>
                      </a:lnTo>
                      <a:lnTo>
                        <a:pt x="60" y="64"/>
                      </a:lnTo>
                      <a:lnTo>
                        <a:pt x="60" y="62"/>
                      </a:lnTo>
                      <a:lnTo>
                        <a:pt x="60" y="62"/>
                      </a:lnTo>
                      <a:lnTo>
                        <a:pt x="58" y="60"/>
                      </a:lnTo>
                      <a:lnTo>
                        <a:pt x="70" y="58"/>
                      </a:lnTo>
                      <a:lnTo>
                        <a:pt x="70" y="62"/>
                      </a:lnTo>
                      <a:lnTo>
                        <a:pt x="76" y="62"/>
                      </a:lnTo>
                      <a:lnTo>
                        <a:pt x="76" y="62"/>
                      </a:lnTo>
                      <a:lnTo>
                        <a:pt x="76" y="60"/>
                      </a:lnTo>
                      <a:lnTo>
                        <a:pt x="76" y="58"/>
                      </a:lnTo>
                      <a:lnTo>
                        <a:pt x="76" y="58"/>
                      </a:lnTo>
                      <a:lnTo>
                        <a:pt x="76" y="58"/>
                      </a:lnTo>
                      <a:lnTo>
                        <a:pt x="80" y="60"/>
                      </a:lnTo>
                      <a:lnTo>
                        <a:pt x="84" y="62"/>
                      </a:lnTo>
                      <a:lnTo>
                        <a:pt x="84" y="62"/>
                      </a:lnTo>
                      <a:lnTo>
                        <a:pt x="84" y="66"/>
                      </a:lnTo>
                      <a:lnTo>
                        <a:pt x="84" y="68"/>
                      </a:lnTo>
                      <a:lnTo>
                        <a:pt x="84" y="68"/>
                      </a:lnTo>
                      <a:lnTo>
                        <a:pt x="88" y="68"/>
                      </a:lnTo>
                      <a:lnTo>
                        <a:pt x="92" y="70"/>
                      </a:lnTo>
                      <a:lnTo>
                        <a:pt x="92" y="70"/>
                      </a:lnTo>
                      <a:lnTo>
                        <a:pt x="96" y="72"/>
                      </a:lnTo>
                      <a:lnTo>
                        <a:pt x="100" y="76"/>
                      </a:lnTo>
                      <a:lnTo>
                        <a:pt x="100" y="76"/>
                      </a:lnTo>
                      <a:lnTo>
                        <a:pt x="102" y="80"/>
                      </a:lnTo>
                      <a:lnTo>
                        <a:pt x="104" y="80"/>
                      </a:lnTo>
                      <a:lnTo>
                        <a:pt x="104" y="80"/>
                      </a:lnTo>
                      <a:lnTo>
                        <a:pt x="110" y="80"/>
                      </a:lnTo>
                      <a:lnTo>
                        <a:pt x="112" y="80"/>
                      </a:lnTo>
                      <a:lnTo>
                        <a:pt x="112" y="82"/>
                      </a:lnTo>
                      <a:lnTo>
                        <a:pt x="112" y="82"/>
                      </a:lnTo>
                      <a:lnTo>
                        <a:pt x="114" y="86"/>
                      </a:lnTo>
                      <a:lnTo>
                        <a:pt x="112" y="88"/>
                      </a:lnTo>
                      <a:lnTo>
                        <a:pt x="110" y="90"/>
                      </a:lnTo>
                      <a:lnTo>
                        <a:pt x="118" y="92"/>
                      </a:lnTo>
                      <a:lnTo>
                        <a:pt x="118" y="92"/>
                      </a:lnTo>
                      <a:lnTo>
                        <a:pt x="118" y="88"/>
                      </a:lnTo>
                      <a:lnTo>
                        <a:pt x="118" y="86"/>
                      </a:lnTo>
                      <a:lnTo>
                        <a:pt x="118" y="84"/>
                      </a:lnTo>
                      <a:lnTo>
                        <a:pt x="118" y="84"/>
                      </a:lnTo>
                      <a:lnTo>
                        <a:pt x="120" y="82"/>
                      </a:lnTo>
                      <a:lnTo>
                        <a:pt x="122" y="82"/>
                      </a:lnTo>
                      <a:lnTo>
                        <a:pt x="126" y="82"/>
                      </a:lnTo>
                      <a:lnTo>
                        <a:pt x="126" y="82"/>
                      </a:lnTo>
                      <a:lnTo>
                        <a:pt x="132" y="86"/>
                      </a:lnTo>
                      <a:lnTo>
                        <a:pt x="136" y="86"/>
                      </a:lnTo>
                      <a:lnTo>
                        <a:pt x="138" y="86"/>
                      </a:lnTo>
                      <a:lnTo>
                        <a:pt x="138" y="86"/>
                      </a:lnTo>
                      <a:lnTo>
                        <a:pt x="142" y="82"/>
                      </a:lnTo>
                      <a:lnTo>
                        <a:pt x="148" y="78"/>
                      </a:lnTo>
                      <a:lnTo>
                        <a:pt x="148" y="78"/>
                      </a:lnTo>
                      <a:lnTo>
                        <a:pt x="152" y="78"/>
                      </a:lnTo>
                      <a:lnTo>
                        <a:pt x="152" y="80"/>
                      </a:lnTo>
                      <a:lnTo>
                        <a:pt x="154" y="82"/>
                      </a:lnTo>
                      <a:lnTo>
                        <a:pt x="156" y="82"/>
                      </a:lnTo>
                      <a:lnTo>
                        <a:pt x="156" y="82"/>
                      </a:lnTo>
                      <a:lnTo>
                        <a:pt x="158" y="80"/>
                      </a:lnTo>
                      <a:lnTo>
                        <a:pt x="160" y="80"/>
                      </a:lnTo>
                      <a:lnTo>
                        <a:pt x="162" y="80"/>
                      </a:lnTo>
                      <a:lnTo>
                        <a:pt x="162" y="80"/>
                      </a:lnTo>
                      <a:lnTo>
                        <a:pt x="166" y="88"/>
                      </a:lnTo>
                      <a:lnTo>
                        <a:pt x="168" y="92"/>
                      </a:lnTo>
                      <a:lnTo>
                        <a:pt x="176" y="94"/>
                      </a:lnTo>
                      <a:lnTo>
                        <a:pt x="182" y="94"/>
                      </a:lnTo>
                      <a:lnTo>
                        <a:pt x="182" y="94"/>
                      </a:lnTo>
                      <a:lnTo>
                        <a:pt x="186" y="92"/>
                      </a:lnTo>
                      <a:lnTo>
                        <a:pt x="188" y="90"/>
                      </a:lnTo>
                      <a:lnTo>
                        <a:pt x="188" y="86"/>
                      </a:lnTo>
                      <a:lnTo>
                        <a:pt x="188" y="86"/>
                      </a:lnTo>
                      <a:lnTo>
                        <a:pt x="182" y="80"/>
                      </a:lnTo>
                      <a:lnTo>
                        <a:pt x="180" y="80"/>
                      </a:lnTo>
                      <a:lnTo>
                        <a:pt x="174" y="76"/>
                      </a:lnTo>
                      <a:lnTo>
                        <a:pt x="180" y="66"/>
                      </a:lnTo>
                      <a:lnTo>
                        <a:pt x="178" y="62"/>
                      </a:lnTo>
                      <a:lnTo>
                        <a:pt x="172" y="54"/>
                      </a:lnTo>
                      <a:lnTo>
                        <a:pt x="172" y="48"/>
                      </a:lnTo>
                      <a:lnTo>
                        <a:pt x="176" y="42"/>
                      </a:lnTo>
                      <a:lnTo>
                        <a:pt x="176" y="34"/>
                      </a:lnTo>
                      <a:lnTo>
                        <a:pt x="182" y="28"/>
                      </a:lnTo>
                      <a:lnTo>
                        <a:pt x="182" y="20"/>
                      </a:lnTo>
                      <a:lnTo>
                        <a:pt x="180" y="16"/>
                      </a:lnTo>
                      <a:lnTo>
                        <a:pt x="186" y="12"/>
                      </a:lnTo>
                      <a:lnTo>
                        <a:pt x="194" y="16"/>
                      </a:lnTo>
                      <a:lnTo>
                        <a:pt x="202" y="18"/>
                      </a:lnTo>
                      <a:lnTo>
                        <a:pt x="208" y="20"/>
                      </a:lnTo>
                      <a:lnTo>
                        <a:pt x="220" y="18"/>
                      </a:lnTo>
                      <a:lnTo>
                        <a:pt x="230" y="14"/>
                      </a:lnTo>
                      <a:lnTo>
                        <a:pt x="242" y="16"/>
                      </a:lnTo>
                      <a:lnTo>
                        <a:pt x="256" y="12"/>
                      </a:lnTo>
                      <a:lnTo>
                        <a:pt x="260" y="12"/>
                      </a:lnTo>
                      <a:lnTo>
                        <a:pt x="272" y="4"/>
                      </a:lnTo>
                      <a:lnTo>
                        <a:pt x="282" y="2"/>
                      </a:lnTo>
                      <a:lnTo>
                        <a:pt x="288" y="0"/>
                      </a:lnTo>
                      <a:lnTo>
                        <a:pt x="290" y="4"/>
                      </a:lnTo>
                      <a:lnTo>
                        <a:pt x="296" y="6"/>
                      </a:lnTo>
                      <a:lnTo>
                        <a:pt x="296" y="10"/>
                      </a:lnTo>
                      <a:lnTo>
                        <a:pt x="294" y="16"/>
                      </a:lnTo>
                      <a:lnTo>
                        <a:pt x="298" y="18"/>
                      </a:lnTo>
                      <a:lnTo>
                        <a:pt x="304" y="24"/>
                      </a:lnTo>
                      <a:lnTo>
                        <a:pt x="310" y="22"/>
                      </a:lnTo>
                      <a:lnTo>
                        <a:pt x="316" y="14"/>
                      </a:lnTo>
                      <a:lnTo>
                        <a:pt x="324" y="20"/>
                      </a:lnTo>
                      <a:lnTo>
                        <a:pt x="326" y="22"/>
                      </a:lnTo>
                      <a:lnTo>
                        <a:pt x="332" y="20"/>
                      </a:lnTo>
                      <a:lnTo>
                        <a:pt x="332" y="20"/>
                      </a:lnTo>
                      <a:lnTo>
                        <a:pt x="332" y="20"/>
                      </a:lnTo>
                      <a:lnTo>
                        <a:pt x="334" y="20"/>
                      </a:lnTo>
                      <a:lnTo>
                        <a:pt x="336" y="22"/>
                      </a:lnTo>
                      <a:lnTo>
                        <a:pt x="336" y="22"/>
                      </a:lnTo>
                      <a:lnTo>
                        <a:pt x="336" y="26"/>
                      </a:lnTo>
                      <a:lnTo>
                        <a:pt x="336" y="28"/>
                      </a:lnTo>
                      <a:lnTo>
                        <a:pt x="348" y="28"/>
                      </a:lnTo>
                      <a:lnTo>
                        <a:pt x="358" y="24"/>
                      </a:lnTo>
                      <a:lnTo>
                        <a:pt x="372" y="18"/>
                      </a:lnTo>
                      <a:lnTo>
                        <a:pt x="382" y="14"/>
                      </a:lnTo>
                      <a:lnTo>
                        <a:pt x="394" y="12"/>
                      </a:lnTo>
                      <a:lnTo>
                        <a:pt x="396" y="14"/>
                      </a:lnTo>
                      <a:lnTo>
                        <a:pt x="394" y="20"/>
                      </a:lnTo>
                      <a:lnTo>
                        <a:pt x="404" y="36"/>
                      </a:lnTo>
                      <a:lnTo>
                        <a:pt x="414" y="58"/>
                      </a:lnTo>
                      <a:lnTo>
                        <a:pt x="420" y="74"/>
                      </a:lnTo>
                      <a:lnTo>
                        <a:pt x="420" y="74"/>
                      </a:lnTo>
                      <a:lnTo>
                        <a:pt x="424" y="78"/>
                      </a:lnTo>
                      <a:lnTo>
                        <a:pt x="426" y="82"/>
                      </a:lnTo>
                      <a:lnTo>
                        <a:pt x="430" y="84"/>
                      </a:lnTo>
                      <a:lnTo>
                        <a:pt x="430" y="84"/>
                      </a:lnTo>
                      <a:lnTo>
                        <a:pt x="438" y="82"/>
                      </a:lnTo>
                      <a:lnTo>
                        <a:pt x="442" y="80"/>
                      </a:lnTo>
                      <a:lnTo>
                        <a:pt x="456" y="80"/>
                      </a:lnTo>
                      <a:lnTo>
                        <a:pt x="456" y="80"/>
                      </a:lnTo>
                      <a:lnTo>
                        <a:pt x="460" y="82"/>
                      </a:lnTo>
                      <a:lnTo>
                        <a:pt x="464" y="86"/>
                      </a:lnTo>
                      <a:lnTo>
                        <a:pt x="470" y="92"/>
                      </a:lnTo>
                      <a:lnTo>
                        <a:pt x="472" y="100"/>
                      </a:lnTo>
                      <a:lnTo>
                        <a:pt x="474" y="110"/>
                      </a:lnTo>
                      <a:lnTo>
                        <a:pt x="478" y="114"/>
                      </a:lnTo>
                      <a:lnTo>
                        <a:pt x="484" y="118"/>
                      </a:lnTo>
                      <a:lnTo>
                        <a:pt x="494" y="116"/>
                      </a:lnTo>
                      <a:lnTo>
                        <a:pt x="510" y="108"/>
                      </a:lnTo>
                      <a:lnTo>
                        <a:pt x="520" y="106"/>
                      </a:lnTo>
                      <a:lnTo>
                        <a:pt x="528" y="106"/>
                      </a:lnTo>
                      <a:lnTo>
                        <a:pt x="530" y="114"/>
                      </a:lnTo>
                      <a:lnTo>
                        <a:pt x="536" y="118"/>
                      </a:lnTo>
                      <a:lnTo>
                        <a:pt x="538" y="122"/>
                      </a:lnTo>
                      <a:lnTo>
                        <a:pt x="548" y="124"/>
                      </a:lnTo>
                      <a:lnTo>
                        <a:pt x="548" y="1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4" name="Freeform 162">
                  <a:extLst>
                    <a:ext uri="{FF2B5EF4-FFF2-40B4-BE49-F238E27FC236}">
                      <a16:creationId xmlns:a16="http://schemas.microsoft.com/office/drawing/2014/main" id="{80679787-2DAB-6242-AADF-2562F34A5D54}"/>
                    </a:ext>
                  </a:extLst>
                </p:cNvPr>
                <p:cNvSpPr>
                  <a:spLocks noEditPoints="1"/>
                </p:cNvSpPr>
                <p:nvPr/>
              </p:nvSpPr>
              <p:spPr bwMode="auto">
                <a:xfrm>
                  <a:off x="6073594" y="2737701"/>
                  <a:ext cx="303320" cy="388457"/>
                </a:xfrm>
                <a:custGeom>
                  <a:avLst/>
                  <a:gdLst>
                    <a:gd name="T0" fmla="*/ 79 w 155"/>
                    <a:gd name="T1" fmla="*/ 176 h 194"/>
                    <a:gd name="T2" fmla="*/ 93 w 155"/>
                    <a:gd name="T3" fmla="*/ 186 h 194"/>
                    <a:gd name="T4" fmla="*/ 107 w 155"/>
                    <a:gd name="T5" fmla="*/ 192 h 194"/>
                    <a:gd name="T6" fmla="*/ 111 w 155"/>
                    <a:gd name="T7" fmla="*/ 188 h 194"/>
                    <a:gd name="T8" fmla="*/ 115 w 155"/>
                    <a:gd name="T9" fmla="*/ 178 h 194"/>
                    <a:gd name="T10" fmla="*/ 117 w 155"/>
                    <a:gd name="T11" fmla="*/ 168 h 194"/>
                    <a:gd name="T12" fmla="*/ 89 w 155"/>
                    <a:gd name="T13" fmla="*/ 170 h 194"/>
                    <a:gd name="T14" fmla="*/ 81 w 155"/>
                    <a:gd name="T15" fmla="*/ 168 h 194"/>
                    <a:gd name="T16" fmla="*/ 18 w 155"/>
                    <a:gd name="T17" fmla="*/ 62 h 194"/>
                    <a:gd name="T18" fmla="*/ 22 w 155"/>
                    <a:gd name="T19" fmla="*/ 52 h 194"/>
                    <a:gd name="T20" fmla="*/ 40 w 155"/>
                    <a:gd name="T21" fmla="*/ 54 h 194"/>
                    <a:gd name="T22" fmla="*/ 48 w 155"/>
                    <a:gd name="T23" fmla="*/ 64 h 194"/>
                    <a:gd name="T24" fmla="*/ 52 w 155"/>
                    <a:gd name="T25" fmla="*/ 76 h 194"/>
                    <a:gd name="T26" fmla="*/ 61 w 155"/>
                    <a:gd name="T27" fmla="*/ 90 h 194"/>
                    <a:gd name="T28" fmla="*/ 77 w 155"/>
                    <a:gd name="T29" fmla="*/ 108 h 194"/>
                    <a:gd name="T30" fmla="*/ 93 w 155"/>
                    <a:gd name="T31" fmla="*/ 112 h 194"/>
                    <a:gd name="T32" fmla="*/ 103 w 155"/>
                    <a:gd name="T33" fmla="*/ 124 h 194"/>
                    <a:gd name="T34" fmla="*/ 111 w 155"/>
                    <a:gd name="T35" fmla="*/ 132 h 194"/>
                    <a:gd name="T36" fmla="*/ 125 w 155"/>
                    <a:gd name="T37" fmla="*/ 158 h 194"/>
                    <a:gd name="T38" fmla="*/ 119 w 155"/>
                    <a:gd name="T39" fmla="*/ 170 h 194"/>
                    <a:gd name="T40" fmla="*/ 125 w 155"/>
                    <a:gd name="T41" fmla="*/ 176 h 194"/>
                    <a:gd name="T42" fmla="*/ 133 w 155"/>
                    <a:gd name="T43" fmla="*/ 158 h 194"/>
                    <a:gd name="T44" fmla="*/ 137 w 155"/>
                    <a:gd name="T45" fmla="*/ 148 h 194"/>
                    <a:gd name="T46" fmla="*/ 129 w 155"/>
                    <a:gd name="T47" fmla="*/ 138 h 194"/>
                    <a:gd name="T48" fmla="*/ 139 w 155"/>
                    <a:gd name="T49" fmla="*/ 128 h 194"/>
                    <a:gd name="T50" fmla="*/ 153 w 155"/>
                    <a:gd name="T51" fmla="*/ 136 h 194"/>
                    <a:gd name="T52" fmla="*/ 153 w 155"/>
                    <a:gd name="T53" fmla="*/ 126 h 194"/>
                    <a:gd name="T54" fmla="*/ 143 w 155"/>
                    <a:gd name="T55" fmla="*/ 118 h 194"/>
                    <a:gd name="T56" fmla="*/ 117 w 155"/>
                    <a:gd name="T57" fmla="*/ 100 h 194"/>
                    <a:gd name="T58" fmla="*/ 95 w 155"/>
                    <a:gd name="T59" fmla="*/ 76 h 194"/>
                    <a:gd name="T60" fmla="*/ 87 w 155"/>
                    <a:gd name="T61" fmla="*/ 64 h 194"/>
                    <a:gd name="T62" fmla="*/ 75 w 155"/>
                    <a:gd name="T63" fmla="*/ 56 h 194"/>
                    <a:gd name="T64" fmla="*/ 77 w 155"/>
                    <a:gd name="T65" fmla="*/ 42 h 194"/>
                    <a:gd name="T66" fmla="*/ 75 w 155"/>
                    <a:gd name="T67" fmla="*/ 32 h 194"/>
                    <a:gd name="T68" fmla="*/ 93 w 155"/>
                    <a:gd name="T69" fmla="*/ 26 h 194"/>
                    <a:gd name="T70" fmla="*/ 91 w 155"/>
                    <a:gd name="T71" fmla="*/ 14 h 194"/>
                    <a:gd name="T72" fmla="*/ 89 w 155"/>
                    <a:gd name="T73" fmla="*/ 4 h 194"/>
                    <a:gd name="T74" fmla="*/ 75 w 155"/>
                    <a:gd name="T75" fmla="*/ 6 h 194"/>
                    <a:gd name="T76" fmla="*/ 65 w 155"/>
                    <a:gd name="T77" fmla="*/ 2 h 194"/>
                    <a:gd name="T78" fmla="*/ 59 w 155"/>
                    <a:gd name="T79" fmla="*/ 2 h 194"/>
                    <a:gd name="T80" fmla="*/ 50 w 155"/>
                    <a:gd name="T81" fmla="*/ 4 h 194"/>
                    <a:gd name="T82" fmla="*/ 48 w 155"/>
                    <a:gd name="T83" fmla="*/ 10 h 194"/>
                    <a:gd name="T84" fmla="*/ 40 w 155"/>
                    <a:gd name="T85" fmla="*/ 12 h 194"/>
                    <a:gd name="T86" fmla="*/ 36 w 155"/>
                    <a:gd name="T87" fmla="*/ 22 h 194"/>
                    <a:gd name="T88" fmla="*/ 24 w 155"/>
                    <a:gd name="T89" fmla="*/ 20 h 194"/>
                    <a:gd name="T90" fmla="*/ 20 w 155"/>
                    <a:gd name="T91" fmla="*/ 20 h 194"/>
                    <a:gd name="T92" fmla="*/ 8 w 155"/>
                    <a:gd name="T93" fmla="*/ 32 h 194"/>
                    <a:gd name="T94" fmla="*/ 0 w 155"/>
                    <a:gd name="T95" fmla="*/ 40 h 194"/>
                    <a:gd name="T96" fmla="*/ 2 w 155"/>
                    <a:gd name="T97" fmla="*/ 52 h 194"/>
                    <a:gd name="T98" fmla="*/ 10 w 155"/>
                    <a:gd name="T99" fmla="*/ 56 h 194"/>
                    <a:gd name="T100" fmla="*/ 8 w 155"/>
                    <a:gd name="T101" fmla="*/ 64 h 194"/>
                    <a:gd name="T102" fmla="*/ 22 w 155"/>
                    <a:gd name="T103" fmla="*/ 118 h 194"/>
                    <a:gd name="T104" fmla="*/ 28 w 155"/>
                    <a:gd name="T105" fmla="*/ 148 h 194"/>
                    <a:gd name="T106" fmla="*/ 36 w 155"/>
                    <a:gd name="T107" fmla="*/ 152 h 194"/>
                    <a:gd name="T108" fmla="*/ 40 w 155"/>
                    <a:gd name="T109" fmla="*/ 118 h 194"/>
                    <a:gd name="T110" fmla="*/ 34 w 155"/>
                    <a:gd name="T111" fmla="*/ 11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5" h="194">
                      <a:moveTo>
                        <a:pt x="81" y="168"/>
                      </a:moveTo>
                      <a:lnTo>
                        <a:pt x="81" y="168"/>
                      </a:lnTo>
                      <a:lnTo>
                        <a:pt x="81" y="170"/>
                      </a:lnTo>
                      <a:lnTo>
                        <a:pt x="79" y="170"/>
                      </a:lnTo>
                      <a:lnTo>
                        <a:pt x="79" y="170"/>
                      </a:lnTo>
                      <a:lnTo>
                        <a:pt x="79" y="176"/>
                      </a:lnTo>
                      <a:lnTo>
                        <a:pt x="79" y="176"/>
                      </a:lnTo>
                      <a:lnTo>
                        <a:pt x="85" y="180"/>
                      </a:lnTo>
                      <a:lnTo>
                        <a:pt x="85" y="180"/>
                      </a:lnTo>
                      <a:lnTo>
                        <a:pt x="91" y="182"/>
                      </a:lnTo>
                      <a:lnTo>
                        <a:pt x="91" y="182"/>
                      </a:lnTo>
                      <a:lnTo>
                        <a:pt x="93" y="186"/>
                      </a:lnTo>
                      <a:lnTo>
                        <a:pt x="93" y="186"/>
                      </a:lnTo>
                      <a:lnTo>
                        <a:pt x="95" y="186"/>
                      </a:lnTo>
                      <a:lnTo>
                        <a:pt x="99" y="186"/>
                      </a:lnTo>
                      <a:lnTo>
                        <a:pt x="99" y="186"/>
                      </a:lnTo>
                      <a:lnTo>
                        <a:pt x="101" y="188"/>
                      </a:lnTo>
                      <a:lnTo>
                        <a:pt x="107" y="192"/>
                      </a:lnTo>
                      <a:lnTo>
                        <a:pt x="107" y="194"/>
                      </a:lnTo>
                      <a:lnTo>
                        <a:pt x="107" y="194"/>
                      </a:lnTo>
                      <a:lnTo>
                        <a:pt x="113" y="194"/>
                      </a:lnTo>
                      <a:lnTo>
                        <a:pt x="113" y="194"/>
                      </a:lnTo>
                      <a:lnTo>
                        <a:pt x="111" y="188"/>
                      </a:lnTo>
                      <a:lnTo>
                        <a:pt x="111" y="188"/>
                      </a:lnTo>
                      <a:lnTo>
                        <a:pt x="115" y="186"/>
                      </a:lnTo>
                      <a:lnTo>
                        <a:pt x="115" y="186"/>
                      </a:lnTo>
                      <a:lnTo>
                        <a:pt x="115" y="182"/>
                      </a:lnTo>
                      <a:lnTo>
                        <a:pt x="115" y="178"/>
                      </a:lnTo>
                      <a:lnTo>
                        <a:pt x="115" y="178"/>
                      </a:lnTo>
                      <a:lnTo>
                        <a:pt x="115" y="178"/>
                      </a:lnTo>
                      <a:lnTo>
                        <a:pt x="115" y="176"/>
                      </a:lnTo>
                      <a:lnTo>
                        <a:pt x="115" y="176"/>
                      </a:lnTo>
                      <a:lnTo>
                        <a:pt x="115" y="174"/>
                      </a:lnTo>
                      <a:lnTo>
                        <a:pt x="117" y="172"/>
                      </a:lnTo>
                      <a:lnTo>
                        <a:pt x="117" y="172"/>
                      </a:lnTo>
                      <a:lnTo>
                        <a:pt x="117" y="168"/>
                      </a:lnTo>
                      <a:lnTo>
                        <a:pt x="117" y="168"/>
                      </a:lnTo>
                      <a:lnTo>
                        <a:pt x="105" y="172"/>
                      </a:lnTo>
                      <a:lnTo>
                        <a:pt x="99" y="174"/>
                      </a:lnTo>
                      <a:lnTo>
                        <a:pt x="93" y="172"/>
                      </a:lnTo>
                      <a:lnTo>
                        <a:pt x="93" y="172"/>
                      </a:lnTo>
                      <a:lnTo>
                        <a:pt x="89" y="170"/>
                      </a:lnTo>
                      <a:lnTo>
                        <a:pt x="89" y="170"/>
                      </a:lnTo>
                      <a:lnTo>
                        <a:pt x="87" y="170"/>
                      </a:lnTo>
                      <a:lnTo>
                        <a:pt x="83" y="170"/>
                      </a:lnTo>
                      <a:lnTo>
                        <a:pt x="83" y="170"/>
                      </a:lnTo>
                      <a:lnTo>
                        <a:pt x="81" y="168"/>
                      </a:lnTo>
                      <a:lnTo>
                        <a:pt x="81" y="168"/>
                      </a:lnTo>
                      <a:close/>
                      <a:moveTo>
                        <a:pt x="8" y="64"/>
                      </a:moveTo>
                      <a:lnTo>
                        <a:pt x="8" y="64"/>
                      </a:lnTo>
                      <a:lnTo>
                        <a:pt x="12" y="62"/>
                      </a:lnTo>
                      <a:lnTo>
                        <a:pt x="12" y="62"/>
                      </a:lnTo>
                      <a:lnTo>
                        <a:pt x="18" y="62"/>
                      </a:lnTo>
                      <a:lnTo>
                        <a:pt x="18" y="62"/>
                      </a:lnTo>
                      <a:lnTo>
                        <a:pt x="18" y="58"/>
                      </a:lnTo>
                      <a:lnTo>
                        <a:pt x="18" y="58"/>
                      </a:lnTo>
                      <a:lnTo>
                        <a:pt x="22" y="56"/>
                      </a:lnTo>
                      <a:lnTo>
                        <a:pt x="22" y="56"/>
                      </a:lnTo>
                      <a:lnTo>
                        <a:pt x="22" y="52"/>
                      </a:lnTo>
                      <a:lnTo>
                        <a:pt x="22" y="52"/>
                      </a:lnTo>
                      <a:lnTo>
                        <a:pt x="26" y="50"/>
                      </a:lnTo>
                      <a:lnTo>
                        <a:pt x="32" y="50"/>
                      </a:lnTo>
                      <a:lnTo>
                        <a:pt x="32" y="50"/>
                      </a:lnTo>
                      <a:lnTo>
                        <a:pt x="36" y="54"/>
                      </a:lnTo>
                      <a:lnTo>
                        <a:pt x="36" y="54"/>
                      </a:lnTo>
                      <a:lnTo>
                        <a:pt x="40" y="54"/>
                      </a:lnTo>
                      <a:lnTo>
                        <a:pt x="40" y="54"/>
                      </a:lnTo>
                      <a:lnTo>
                        <a:pt x="46" y="58"/>
                      </a:lnTo>
                      <a:lnTo>
                        <a:pt x="46" y="60"/>
                      </a:lnTo>
                      <a:lnTo>
                        <a:pt x="48" y="60"/>
                      </a:lnTo>
                      <a:lnTo>
                        <a:pt x="48" y="60"/>
                      </a:lnTo>
                      <a:lnTo>
                        <a:pt x="48" y="64"/>
                      </a:lnTo>
                      <a:lnTo>
                        <a:pt x="48" y="66"/>
                      </a:lnTo>
                      <a:lnTo>
                        <a:pt x="48" y="66"/>
                      </a:lnTo>
                      <a:lnTo>
                        <a:pt x="52" y="70"/>
                      </a:lnTo>
                      <a:lnTo>
                        <a:pt x="52" y="70"/>
                      </a:lnTo>
                      <a:lnTo>
                        <a:pt x="52" y="76"/>
                      </a:lnTo>
                      <a:lnTo>
                        <a:pt x="52" y="76"/>
                      </a:lnTo>
                      <a:lnTo>
                        <a:pt x="57" y="78"/>
                      </a:lnTo>
                      <a:lnTo>
                        <a:pt x="57" y="78"/>
                      </a:lnTo>
                      <a:lnTo>
                        <a:pt x="57" y="82"/>
                      </a:lnTo>
                      <a:lnTo>
                        <a:pt x="59" y="88"/>
                      </a:lnTo>
                      <a:lnTo>
                        <a:pt x="59" y="88"/>
                      </a:lnTo>
                      <a:lnTo>
                        <a:pt x="61" y="90"/>
                      </a:lnTo>
                      <a:lnTo>
                        <a:pt x="65" y="94"/>
                      </a:lnTo>
                      <a:lnTo>
                        <a:pt x="73" y="100"/>
                      </a:lnTo>
                      <a:lnTo>
                        <a:pt x="73" y="100"/>
                      </a:lnTo>
                      <a:lnTo>
                        <a:pt x="75" y="104"/>
                      </a:lnTo>
                      <a:lnTo>
                        <a:pt x="77" y="108"/>
                      </a:lnTo>
                      <a:lnTo>
                        <a:pt x="77" y="108"/>
                      </a:lnTo>
                      <a:lnTo>
                        <a:pt x="87" y="112"/>
                      </a:lnTo>
                      <a:lnTo>
                        <a:pt x="87" y="114"/>
                      </a:lnTo>
                      <a:lnTo>
                        <a:pt x="87" y="114"/>
                      </a:lnTo>
                      <a:lnTo>
                        <a:pt x="91" y="112"/>
                      </a:lnTo>
                      <a:lnTo>
                        <a:pt x="93" y="112"/>
                      </a:lnTo>
                      <a:lnTo>
                        <a:pt x="93" y="112"/>
                      </a:lnTo>
                      <a:lnTo>
                        <a:pt x="97" y="116"/>
                      </a:lnTo>
                      <a:lnTo>
                        <a:pt x="101" y="120"/>
                      </a:lnTo>
                      <a:lnTo>
                        <a:pt x="103" y="120"/>
                      </a:lnTo>
                      <a:lnTo>
                        <a:pt x="103" y="120"/>
                      </a:lnTo>
                      <a:lnTo>
                        <a:pt x="103" y="122"/>
                      </a:lnTo>
                      <a:lnTo>
                        <a:pt x="103" y="124"/>
                      </a:lnTo>
                      <a:lnTo>
                        <a:pt x="103" y="124"/>
                      </a:lnTo>
                      <a:lnTo>
                        <a:pt x="105" y="124"/>
                      </a:lnTo>
                      <a:lnTo>
                        <a:pt x="109" y="124"/>
                      </a:lnTo>
                      <a:lnTo>
                        <a:pt x="109" y="124"/>
                      </a:lnTo>
                      <a:lnTo>
                        <a:pt x="109" y="128"/>
                      </a:lnTo>
                      <a:lnTo>
                        <a:pt x="111" y="132"/>
                      </a:lnTo>
                      <a:lnTo>
                        <a:pt x="111" y="132"/>
                      </a:lnTo>
                      <a:lnTo>
                        <a:pt x="115" y="134"/>
                      </a:lnTo>
                      <a:lnTo>
                        <a:pt x="119" y="136"/>
                      </a:lnTo>
                      <a:lnTo>
                        <a:pt x="119" y="136"/>
                      </a:lnTo>
                      <a:lnTo>
                        <a:pt x="123" y="146"/>
                      </a:lnTo>
                      <a:lnTo>
                        <a:pt x="125" y="158"/>
                      </a:lnTo>
                      <a:lnTo>
                        <a:pt x="121" y="158"/>
                      </a:lnTo>
                      <a:lnTo>
                        <a:pt x="121" y="158"/>
                      </a:lnTo>
                      <a:lnTo>
                        <a:pt x="121" y="166"/>
                      </a:lnTo>
                      <a:lnTo>
                        <a:pt x="121" y="166"/>
                      </a:lnTo>
                      <a:lnTo>
                        <a:pt x="119" y="170"/>
                      </a:lnTo>
                      <a:lnTo>
                        <a:pt x="119" y="170"/>
                      </a:lnTo>
                      <a:lnTo>
                        <a:pt x="119" y="174"/>
                      </a:lnTo>
                      <a:lnTo>
                        <a:pt x="121" y="176"/>
                      </a:lnTo>
                      <a:lnTo>
                        <a:pt x="121" y="176"/>
                      </a:lnTo>
                      <a:lnTo>
                        <a:pt x="123" y="176"/>
                      </a:lnTo>
                      <a:lnTo>
                        <a:pt x="125" y="176"/>
                      </a:lnTo>
                      <a:lnTo>
                        <a:pt x="125" y="176"/>
                      </a:lnTo>
                      <a:lnTo>
                        <a:pt x="127" y="170"/>
                      </a:lnTo>
                      <a:lnTo>
                        <a:pt x="127" y="170"/>
                      </a:lnTo>
                      <a:lnTo>
                        <a:pt x="133" y="166"/>
                      </a:lnTo>
                      <a:lnTo>
                        <a:pt x="133" y="166"/>
                      </a:lnTo>
                      <a:lnTo>
                        <a:pt x="133" y="162"/>
                      </a:lnTo>
                      <a:lnTo>
                        <a:pt x="133" y="158"/>
                      </a:lnTo>
                      <a:lnTo>
                        <a:pt x="133" y="158"/>
                      </a:lnTo>
                      <a:lnTo>
                        <a:pt x="135" y="158"/>
                      </a:lnTo>
                      <a:lnTo>
                        <a:pt x="139" y="156"/>
                      </a:lnTo>
                      <a:lnTo>
                        <a:pt x="139" y="156"/>
                      </a:lnTo>
                      <a:lnTo>
                        <a:pt x="139" y="150"/>
                      </a:lnTo>
                      <a:lnTo>
                        <a:pt x="137" y="148"/>
                      </a:lnTo>
                      <a:lnTo>
                        <a:pt x="137" y="148"/>
                      </a:lnTo>
                      <a:lnTo>
                        <a:pt x="135" y="146"/>
                      </a:lnTo>
                      <a:lnTo>
                        <a:pt x="135" y="146"/>
                      </a:lnTo>
                      <a:lnTo>
                        <a:pt x="133" y="140"/>
                      </a:lnTo>
                      <a:lnTo>
                        <a:pt x="133" y="140"/>
                      </a:lnTo>
                      <a:lnTo>
                        <a:pt x="129" y="138"/>
                      </a:lnTo>
                      <a:lnTo>
                        <a:pt x="129" y="138"/>
                      </a:lnTo>
                      <a:lnTo>
                        <a:pt x="133" y="130"/>
                      </a:lnTo>
                      <a:lnTo>
                        <a:pt x="135" y="126"/>
                      </a:lnTo>
                      <a:lnTo>
                        <a:pt x="139" y="126"/>
                      </a:lnTo>
                      <a:lnTo>
                        <a:pt x="139" y="128"/>
                      </a:lnTo>
                      <a:lnTo>
                        <a:pt x="139" y="128"/>
                      </a:lnTo>
                      <a:lnTo>
                        <a:pt x="149" y="130"/>
                      </a:lnTo>
                      <a:lnTo>
                        <a:pt x="149" y="130"/>
                      </a:lnTo>
                      <a:lnTo>
                        <a:pt x="149" y="136"/>
                      </a:lnTo>
                      <a:lnTo>
                        <a:pt x="149" y="136"/>
                      </a:lnTo>
                      <a:lnTo>
                        <a:pt x="153" y="136"/>
                      </a:lnTo>
                      <a:lnTo>
                        <a:pt x="153" y="136"/>
                      </a:lnTo>
                      <a:lnTo>
                        <a:pt x="153" y="134"/>
                      </a:lnTo>
                      <a:lnTo>
                        <a:pt x="155" y="132"/>
                      </a:lnTo>
                      <a:lnTo>
                        <a:pt x="155" y="132"/>
                      </a:lnTo>
                      <a:lnTo>
                        <a:pt x="153" y="130"/>
                      </a:lnTo>
                      <a:lnTo>
                        <a:pt x="153" y="130"/>
                      </a:lnTo>
                      <a:lnTo>
                        <a:pt x="153" y="126"/>
                      </a:lnTo>
                      <a:lnTo>
                        <a:pt x="153" y="126"/>
                      </a:lnTo>
                      <a:lnTo>
                        <a:pt x="151" y="126"/>
                      </a:lnTo>
                      <a:lnTo>
                        <a:pt x="149" y="124"/>
                      </a:lnTo>
                      <a:lnTo>
                        <a:pt x="149" y="124"/>
                      </a:lnTo>
                      <a:lnTo>
                        <a:pt x="143" y="118"/>
                      </a:lnTo>
                      <a:lnTo>
                        <a:pt x="143" y="118"/>
                      </a:lnTo>
                      <a:lnTo>
                        <a:pt x="135" y="112"/>
                      </a:lnTo>
                      <a:lnTo>
                        <a:pt x="125" y="108"/>
                      </a:lnTo>
                      <a:lnTo>
                        <a:pt x="125" y="108"/>
                      </a:lnTo>
                      <a:lnTo>
                        <a:pt x="125" y="100"/>
                      </a:lnTo>
                      <a:lnTo>
                        <a:pt x="125" y="100"/>
                      </a:lnTo>
                      <a:lnTo>
                        <a:pt x="117" y="100"/>
                      </a:lnTo>
                      <a:lnTo>
                        <a:pt x="109" y="96"/>
                      </a:lnTo>
                      <a:lnTo>
                        <a:pt x="109" y="96"/>
                      </a:lnTo>
                      <a:lnTo>
                        <a:pt x="101" y="90"/>
                      </a:lnTo>
                      <a:lnTo>
                        <a:pt x="95" y="80"/>
                      </a:lnTo>
                      <a:lnTo>
                        <a:pt x="95" y="80"/>
                      </a:lnTo>
                      <a:lnTo>
                        <a:pt x="95" y="76"/>
                      </a:lnTo>
                      <a:lnTo>
                        <a:pt x="93" y="72"/>
                      </a:lnTo>
                      <a:lnTo>
                        <a:pt x="93" y="72"/>
                      </a:lnTo>
                      <a:lnTo>
                        <a:pt x="93" y="72"/>
                      </a:lnTo>
                      <a:lnTo>
                        <a:pt x="91" y="70"/>
                      </a:lnTo>
                      <a:lnTo>
                        <a:pt x="91" y="70"/>
                      </a:lnTo>
                      <a:lnTo>
                        <a:pt x="87" y="64"/>
                      </a:lnTo>
                      <a:lnTo>
                        <a:pt x="87" y="64"/>
                      </a:lnTo>
                      <a:lnTo>
                        <a:pt x="87" y="64"/>
                      </a:lnTo>
                      <a:lnTo>
                        <a:pt x="87" y="64"/>
                      </a:lnTo>
                      <a:lnTo>
                        <a:pt x="81" y="60"/>
                      </a:lnTo>
                      <a:lnTo>
                        <a:pt x="77" y="60"/>
                      </a:lnTo>
                      <a:lnTo>
                        <a:pt x="75" y="56"/>
                      </a:lnTo>
                      <a:lnTo>
                        <a:pt x="75" y="56"/>
                      </a:lnTo>
                      <a:lnTo>
                        <a:pt x="73" y="56"/>
                      </a:lnTo>
                      <a:lnTo>
                        <a:pt x="73" y="56"/>
                      </a:lnTo>
                      <a:lnTo>
                        <a:pt x="73" y="52"/>
                      </a:lnTo>
                      <a:lnTo>
                        <a:pt x="75" y="46"/>
                      </a:lnTo>
                      <a:lnTo>
                        <a:pt x="77" y="42"/>
                      </a:lnTo>
                      <a:lnTo>
                        <a:pt x="77" y="42"/>
                      </a:lnTo>
                      <a:lnTo>
                        <a:pt x="77" y="38"/>
                      </a:lnTo>
                      <a:lnTo>
                        <a:pt x="77" y="36"/>
                      </a:lnTo>
                      <a:lnTo>
                        <a:pt x="75" y="34"/>
                      </a:lnTo>
                      <a:lnTo>
                        <a:pt x="75" y="34"/>
                      </a:lnTo>
                      <a:lnTo>
                        <a:pt x="75" y="32"/>
                      </a:lnTo>
                      <a:lnTo>
                        <a:pt x="75" y="30"/>
                      </a:lnTo>
                      <a:lnTo>
                        <a:pt x="75" y="30"/>
                      </a:lnTo>
                      <a:lnTo>
                        <a:pt x="77" y="30"/>
                      </a:lnTo>
                      <a:lnTo>
                        <a:pt x="77" y="32"/>
                      </a:lnTo>
                      <a:lnTo>
                        <a:pt x="77" y="32"/>
                      </a:lnTo>
                      <a:lnTo>
                        <a:pt x="93" y="26"/>
                      </a:lnTo>
                      <a:lnTo>
                        <a:pt x="93" y="26"/>
                      </a:lnTo>
                      <a:lnTo>
                        <a:pt x="91" y="24"/>
                      </a:lnTo>
                      <a:lnTo>
                        <a:pt x="91" y="22"/>
                      </a:lnTo>
                      <a:lnTo>
                        <a:pt x="93" y="18"/>
                      </a:lnTo>
                      <a:lnTo>
                        <a:pt x="93" y="18"/>
                      </a:lnTo>
                      <a:lnTo>
                        <a:pt x="91" y="14"/>
                      </a:lnTo>
                      <a:lnTo>
                        <a:pt x="91" y="14"/>
                      </a:lnTo>
                      <a:lnTo>
                        <a:pt x="89" y="14"/>
                      </a:lnTo>
                      <a:lnTo>
                        <a:pt x="89" y="14"/>
                      </a:lnTo>
                      <a:lnTo>
                        <a:pt x="87" y="12"/>
                      </a:lnTo>
                      <a:lnTo>
                        <a:pt x="87" y="8"/>
                      </a:lnTo>
                      <a:lnTo>
                        <a:pt x="89" y="4"/>
                      </a:lnTo>
                      <a:lnTo>
                        <a:pt x="89" y="4"/>
                      </a:lnTo>
                      <a:lnTo>
                        <a:pt x="81" y="4"/>
                      </a:lnTo>
                      <a:lnTo>
                        <a:pt x="81" y="4"/>
                      </a:lnTo>
                      <a:lnTo>
                        <a:pt x="77" y="6"/>
                      </a:lnTo>
                      <a:lnTo>
                        <a:pt x="75" y="6"/>
                      </a:lnTo>
                      <a:lnTo>
                        <a:pt x="75" y="6"/>
                      </a:lnTo>
                      <a:lnTo>
                        <a:pt x="73" y="4"/>
                      </a:lnTo>
                      <a:lnTo>
                        <a:pt x="73" y="4"/>
                      </a:lnTo>
                      <a:lnTo>
                        <a:pt x="71" y="2"/>
                      </a:lnTo>
                      <a:lnTo>
                        <a:pt x="69" y="2"/>
                      </a:lnTo>
                      <a:lnTo>
                        <a:pt x="69" y="2"/>
                      </a:lnTo>
                      <a:lnTo>
                        <a:pt x="65" y="2"/>
                      </a:lnTo>
                      <a:lnTo>
                        <a:pt x="63" y="0"/>
                      </a:lnTo>
                      <a:lnTo>
                        <a:pt x="63" y="0"/>
                      </a:lnTo>
                      <a:lnTo>
                        <a:pt x="59" y="0"/>
                      </a:lnTo>
                      <a:lnTo>
                        <a:pt x="59" y="2"/>
                      </a:lnTo>
                      <a:lnTo>
                        <a:pt x="59" y="2"/>
                      </a:lnTo>
                      <a:lnTo>
                        <a:pt x="59" y="2"/>
                      </a:lnTo>
                      <a:lnTo>
                        <a:pt x="57" y="2"/>
                      </a:lnTo>
                      <a:lnTo>
                        <a:pt x="52" y="0"/>
                      </a:lnTo>
                      <a:lnTo>
                        <a:pt x="52" y="0"/>
                      </a:lnTo>
                      <a:lnTo>
                        <a:pt x="52" y="2"/>
                      </a:lnTo>
                      <a:lnTo>
                        <a:pt x="50" y="4"/>
                      </a:lnTo>
                      <a:lnTo>
                        <a:pt x="50" y="4"/>
                      </a:lnTo>
                      <a:lnTo>
                        <a:pt x="48" y="6"/>
                      </a:lnTo>
                      <a:lnTo>
                        <a:pt x="50" y="6"/>
                      </a:lnTo>
                      <a:lnTo>
                        <a:pt x="52" y="8"/>
                      </a:lnTo>
                      <a:lnTo>
                        <a:pt x="50" y="8"/>
                      </a:lnTo>
                      <a:lnTo>
                        <a:pt x="50" y="8"/>
                      </a:lnTo>
                      <a:lnTo>
                        <a:pt x="48" y="10"/>
                      </a:lnTo>
                      <a:lnTo>
                        <a:pt x="46" y="10"/>
                      </a:lnTo>
                      <a:lnTo>
                        <a:pt x="46" y="10"/>
                      </a:lnTo>
                      <a:lnTo>
                        <a:pt x="44" y="8"/>
                      </a:lnTo>
                      <a:lnTo>
                        <a:pt x="42" y="10"/>
                      </a:lnTo>
                      <a:lnTo>
                        <a:pt x="40" y="12"/>
                      </a:lnTo>
                      <a:lnTo>
                        <a:pt x="40" y="12"/>
                      </a:lnTo>
                      <a:lnTo>
                        <a:pt x="40" y="14"/>
                      </a:lnTo>
                      <a:lnTo>
                        <a:pt x="38" y="14"/>
                      </a:lnTo>
                      <a:lnTo>
                        <a:pt x="36" y="16"/>
                      </a:lnTo>
                      <a:lnTo>
                        <a:pt x="34" y="18"/>
                      </a:lnTo>
                      <a:lnTo>
                        <a:pt x="34" y="18"/>
                      </a:lnTo>
                      <a:lnTo>
                        <a:pt x="36" y="22"/>
                      </a:lnTo>
                      <a:lnTo>
                        <a:pt x="34" y="22"/>
                      </a:lnTo>
                      <a:lnTo>
                        <a:pt x="34" y="22"/>
                      </a:lnTo>
                      <a:lnTo>
                        <a:pt x="32" y="22"/>
                      </a:lnTo>
                      <a:lnTo>
                        <a:pt x="28" y="20"/>
                      </a:lnTo>
                      <a:lnTo>
                        <a:pt x="28" y="20"/>
                      </a:lnTo>
                      <a:lnTo>
                        <a:pt x="24" y="20"/>
                      </a:lnTo>
                      <a:lnTo>
                        <a:pt x="22" y="16"/>
                      </a:lnTo>
                      <a:lnTo>
                        <a:pt x="22" y="16"/>
                      </a:lnTo>
                      <a:lnTo>
                        <a:pt x="20" y="14"/>
                      </a:lnTo>
                      <a:lnTo>
                        <a:pt x="20" y="16"/>
                      </a:lnTo>
                      <a:lnTo>
                        <a:pt x="20" y="20"/>
                      </a:lnTo>
                      <a:lnTo>
                        <a:pt x="20" y="20"/>
                      </a:lnTo>
                      <a:lnTo>
                        <a:pt x="18" y="22"/>
                      </a:lnTo>
                      <a:lnTo>
                        <a:pt x="16" y="24"/>
                      </a:lnTo>
                      <a:lnTo>
                        <a:pt x="12" y="24"/>
                      </a:lnTo>
                      <a:lnTo>
                        <a:pt x="10" y="26"/>
                      </a:lnTo>
                      <a:lnTo>
                        <a:pt x="8" y="32"/>
                      </a:lnTo>
                      <a:lnTo>
                        <a:pt x="8" y="32"/>
                      </a:lnTo>
                      <a:lnTo>
                        <a:pt x="6" y="34"/>
                      </a:lnTo>
                      <a:lnTo>
                        <a:pt x="4" y="36"/>
                      </a:lnTo>
                      <a:lnTo>
                        <a:pt x="2" y="36"/>
                      </a:lnTo>
                      <a:lnTo>
                        <a:pt x="2" y="36"/>
                      </a:lnTo>
                      <a:lnTo>
                        <a:pt x="0" y="38"/>
                      </a:lnTo>
                      <a:lnTo>
                        <a:pt x="0" y="40"/>
                      </a:lnTo>
                      <a:lnTo>
                        <a:pt x="0" y="42"/>
                      </a:lnTo>
                      <a:lnTo>
                        <a:pt x="2" y="44"/>
                      </a:lnTo>
                      <a:lnTo>
                        <a:pt x="2" y="44"/>
                      </a:lnTo>
                      <a:lnTo>
                        <a:pt x="4" y="46"/>
                      </a:lnTo>
                      <a:lnTo>
                        <a:pt x="4" y="48"/>
                      </a:lnTo>
                      <a:lnTo>
                        <a:pt x="2" y="52"/>
                      </a:lnTo>
                      <a:lnTo>
                        <a:pt x="4" y="56"/>
                      </a:lnTo>
                      <a:lnTo>
                        <a:pt x="4" y="56"/>
                      </a:lnTo>
                      <a:lnTo>
                        <a:pt x="6" y="56"/>
                      </a:lnTo>
                      <a:lnTo>
                        <a:pt x="8" y="56"/>
                      </a:lnTo>
                      <a:lnTo>
                        <a:pt x="10" y="56"/>
                      </a:lnTo>
                      <a:lnTo>
                        <a:pt x="10" y="56"/>
                      </a:lnTo>
                      <a:lnTo>
                        <a:pt x="10" y="56"/>
                      </a:lnTo>
                      <a:lnTo>
                        <a:pt x="6" y="60"/>
                      </a:lnTo>
                      <a:lnTo>
                        <a:pt x="6" y="60"/>
                      </a:lnTo>
                      <a:lnTo>
                        <a:pt x="6" y="62"/>
                      </a:lnTo>
                      <a:lnTo>
                        <a:pt x="6" y="62"/>
                      </a:lnTo>
                      <a:lnTo>
                        <a:pt x="8" y="64"/>
                      </a:lnTo>
                      <a:lnTo>
                        <a:pt x="8" y="64"/>
                      </a:lnTo>
                      <a:close/>
                      <a:moveTo>
                        <a:pt x="34" y="110"/>
                      </a:moveTo>
                      <a:lnTo>
                        <a:pt x="34" y="110"/>
                      </a:lnTo>
                      <a:lnTo>
                        <a:pt x="24" y="118"/>
                      </a:lnTo>
                      <a:lnTo>
                        <a:pt x="24" y="118"/>
                      </a:lnTo>
                      <a:lnTo>
                        <a:pt x="22" y="118"/>
                      </a:lnTo>
                      <a:lnTo>
                        <a:pt x="22" y="118"/>
                      </a:lnTo>
                      <a:lnTo>
                        <a:pt x="24" y="126"/>
                      </a:lnTo>
                      <a:lnTo>
                        <a:pt x="24" y="126"/>
                      </a:lnTo>
                      <a:lnTo>
                        <a:pt x="24" y="138"/>
                      </a:lnTo>
                      <a:lnTo>
                        <a:pt x="28" y="148"/>
                      </a:lnTo>
                      <a:lnTo>
                        <a:pt x="28" y="148"/>
                      </a:lnTo>
                      <a:lnTo>
                        <a:pt x="30" y="150"/>
                      </a:lnTo>
                      <a:lnTo>
                        <a:pt x="32" y="152"/>
                      </a:lnTo>
                      <a:lnTo>
                        <a:pt x="32" y="152"/>
                      </a:lnTo>
                      <a:lnTo>
                        <a:pt x="32" y="152"/>
                      </a:lnTo>
                      <a:lnTo>
                        <a:pt x="36" y="152"/>
                      </a:lnTo>
                      <a:lnTo>
                        <a:pt x="36" y="152"/>
                      </a:lnTo>
                      <a:lnTo>
                        <a:pt x="40" y="148"/>
                      </a:lnTo>
                      <a:lnTo>
                        <a:pt x="40" y="148"/>
                      </a:lnTo>
                      <a:lnTo>
                        <a:pt x="40" y="148"/>
                      </a:lnTo>
                      <a:lnTo>
                        <a:pt x="44" y="122"/>
                      </a:lnTo>
                      <a:lnTo>
                        <a:pt x="44" y="122"/>
                      </a:lnTo>
                      <a:lnTo>
                        <a:pt x="40" y="118"/>
                      </a:lnTo>
                      <a:lnTo>
                        <a:pt x="40" y="118"/>
                      </a:lnTo>
                      <a:lnTo>
                        <a:pt x="40" y="114"/>
                      </a:lnTo>
                      <a:lnTo>
                        <a:pt x="38" y="112"/>
                      </a:lnTo>
                      <a:lnTo>
                        <a:pt x="38" y="112"/>
                      </a:lnTo>
                      <a:lnTo>
                        <a:pt x="34" y="110"/>
                      </a:lnTo>
                      <a:lnTo>
                        <a:pt x="34" y="1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5" name="Freeform 164">
                  <a:extLst>
                    <a:ext uri="{FF2B5EF4-FFF2-40B4-BE49-F238E27FC236}">
                      <a16:creationId xmlns:a16="http://schemas.microsoft.com/office/drawing/2014/main" id="{22053270-CCDA-3B45-8F91-6F040F9DC6E2}"/>
                    </a:ext>
                  </a:extLst>
                </p:cNvPr>
                <p:cNvSpPr>
                  <a:spLocks noEditPoints="1"/>
                </p:cNvSpPr>
                <p:nvPr/>
              </p:nvSpPr>
              <p:spPr bwMode="auto">
                <a:xfrm>
                  <a:off x="5631334" y="2389291"/>
                  <a:ext cx="105673" cy="168198"/>
                </a:xfrm>
                <a:custGeom>
                  <a:avLst/>
                  <a:gdLst>
                    <a:gd name="T0" fmla="*/ 46 w 54"/>
                    <a:gd name="T1" fmla="*/ 4 h 84"/>
                    <a:gd name="T2" fmla="*/ 42 w 54"/>
                    <a:gd name="T3" fmla="*/ 0 h 84"/>
                    <a:gd name="T4" fmla="*/ 42 w 54"/>
                    <a:gd name="T5" fmla="*/ 4 h 84"/>
                    <a:gd name="T6" fmla="*/ 38 w 54"/>
                    <a:gd name="T7" fmla="*/ 6 h 84"/>
                    <a:gd name="T8" fmla="*/ 34 w 54"/>
                    <a:gd name="T9" fmla="*/ 4 h 84"/>
                    <a:gd name="T10" fmla="*/ 30 w 54"/>
                    <a:gd name="T11" fmla="*/ 10 h 84"/>
                    <a:gd name="T12" fmla="*/ 30 w 54"/>
                    <a:gd name="T13" fmla="*/ 12 h 84"/>
                    <a:gd name="T14" fmla="*/ 28 w 54"/>
                    <a:gd name="T15" fmla="*/ 16 h 84"/>
                    <a:gd name="T16" fmla="*/ 24 w 54"/>
                    <a:gd name="T17" fmla="*/ 20 h 84"/>
                    <a:gd name="T18" fmla="*/ 22 w 54"/>
                    <a:gd name="T19" fmla="*/ 24 h 84"/>
                    <a:gd name="T20" fmla="*/ 22 w 54"/>
                    <a:gd name="T21" fmla="*/ 24 h 84"/>
                    <a:gd name="T22" fmla="*/ 14 w 54"/>
                    <a:gd name="T23" fmla="*/ 24 h 84"/>
                    <a:gd name="T24" fmla="*/ 12 w 54"/>
                    <a:gd name="T25" fmla="*/ 24 h 84"/>
                    <a:gd name="T26" fmla="*/ 8 w 54"/>
                    <a:gd name="T27" fmla="*/ 20 h 84"/>
                    <a:gd name="T28" fmla="*/ 14 w 54"/>
                    <a:gd name="T29" fmla="*/ 30 h 84"/>
                    <a:gd name="T30" fmla="*/ 12 w 54"/>
                    <a:gd name="T31" fmla="*/ 34 h 84"/>
                    <a:gd name="T32" fmla="*/ 4 w 54"/>
                    <a:gd name="T33" fmla="*/ 34 h 84"/>
                    <a:gd name="T34" fmla="*/ 2 w 54"/>
                    <a:gd name="T35" fmla="*/ 38 h 84"/>
                    <a:gd name="T36" fmla="*/ 2 w 54"/>
                    <a:gd name="T37" fmla="*/ 44 h 84"/>
                    <a:gd name="T38" fmla="*/ 18 w 54"/>
                    <a:gd name="T39" fmla="*/ 46 h 84"/>
                    <a:gd name="T40" fmla="*/ 18 w 54"/>
                    <a:gd name="T41" fmla="*/ 42 h 84"/>
                    <a:gd name="T42" fmla="*/ 18 w 54"/>
                    <a:gd name="T43" fmla="*/ 46 h 84"/>
                    <a:gd name="T44" fmla="*/ 14 w 54"/>
                    <a:gd name="T45" fmla="*/ 50 h 84"/>
                    <a:gd name="T46" fmla="*/ 12 w 54"/>
                    <a:gd name="T47" fmla="*/ 56 h 84"/>
                    <a:gd name="T48" fmla="*/ 12 w 54"/>
                    <a:gd name="T49" fmla="*/ 62 h 84"/>
                    <a:gd name="T50" fmla="*/ 6 w 54"/>
                    <a:gd name="T51" fmla="*/ 64 h 84"/>
                    <a:gd name="T52" fmla="*/ 4 w 54"/>
                    <a:gd name="T53" fmla="*/ 68 h 84"/>
                    <a:gd name="T54" fmla="*/ 0 w 54"/>
                    <a:gd name="T55" fmla="*/ 72 h 84"/>
                    <a:gd name="T56" fmla="*/ 2 w 54"/>
                    <a:gd name="T57" fmla="*/ 76 h 84"/>
                    <a:gd name="T58" fmla="*/ 0 w 54"/>
                    <a:gd name="T59" fmla="*/ 80 h 84"/>
                    <a:gd name="T60" fmla="*/ 4 w 54"/>
                    <a:gd name="T61" fmla="*/ 78 h 84"/>
                    <a:gd name="T62" fmla="*/ 8 w 54"/>
                    <a:gd name="T63" fmla="*/ 80 h 84"/>
                    <a:gd name="T64" fmla="*/ 6 w 54"/>
                    <a:gd name="T65" fmla="*/ 84 h 84"/>
                    <a:gd name="T66" fmla="*/ 16 w 54"/>
                    <a:gd name="T67" fmla="*/ 78 h 84"/>
                    <a:gd name="T68" fmla="*/ 16 w 54"/>
                    <a:gd name="T69" fmla="*/ 82 h 84"/>
                    <a:gd name="T70" fmla="*/ 24 w 54"/>
                    <a:gd name="T71" fmla="*/ 80 h 84"/>
                    <a:gd name="T72" fmla="*/ 26 w 54"/>
                    <a:gd name="T73" fmla="*/ 80 h 84"/>
                    <a:gd name="T74" fmla="*/ 28 w 54"/>
                    <a:gd name="T75" fmla="*/ 74 h 84"/>
                    <a:gd name="T76" fmla="*/ 34 w 54"/>
                    <a:gd name="T77" fmla="*/ 76 h 84"/>
                    <a:gd name="T78" fmla="*/ 38 w 54"/>
                    <a:gd name="T79" fmla="*/ 72 h 84"/>
                    <a:gd name="T80" fmla="*/ 38 w 54"/>
                    <a:gd name="T81" fmla="*/ 68 h 84"/>
                    <a:gd name="T82" fmla="*/ 44 w 54"/>
                    <a:gd name="T83" fmla="*/ 66 h 84"/>
                    <a:gd name="T84" fmla="*/ 46 w 54"/>
                    <a:gd name="T85" fmla="*/ 64 h 84"/>
                    <a:gd name="T86" fmla="*/ 48 w 54"/>
                    <a:gd name="T87" fmla="*/ 64 h 84"/>
                    <a:gd name="T88" fmla="*/ 48 w 54"/>
                    <a:gd name="T89" fmla="*/ 60 h 84"/>
                    <a:gd name="T90" fmla="*/ 52 w 54"/>
                    <a:gd name="T91" fmla="*/ 48 h 84"/>
                    <a:gd name="T92" fmla="*/ 50 w 54"/>
                    <a:gd name="T93" fmla="*/ 44 h 84"/>
                    <a:gd name="T94" fmla="*/ 50 w 54"/>
                    <a:gd name="T95" fmla="*/ 36 h 84"/>
                    <a:gd name="T96" fmla="*/ 50 w 54"/>
                    <a:gd name="T97" fmla="*/ 34 h 84"/>
                    <a:gd name="T98" fmla="*/ 50 w 54"/>
                    <a:gd name="T99" fmla="*/ 30 h 84"/>
                    <a:gd name="T100" fmla="*/ 52 w 54"/>
                    <a:gd name="T101" fmla="*/ 28 h 84"/>
                    <a:gd name="T102" fmla="*/ 44 w 54"/>
                    <a:gd name="T103" fmla="*/ 26 h 84"/>
                    <a:gd name="T104" fmla="*/ 40 w 54"/>
                    <a:gd name="T105" fmla="*/ 28 h 84"/>
                    <a:gd name="T106" fmla="*/ 38 w 54"/>
                    <a:gd name="T107" fmla="*/ 24 h 84"/>
                    <a:gd name="T108" fmla="*/ 34 w 54"/>
                    <a:gd name="T109" fmla="*/ 22 h 84"/>
                    <a:gd name="T110" fmla="*/ 34 w 54"/>
                    <a:gd name="T111" fmla="*/ 18 h 84"/>
                    <a:gd name="T112" fmla="*/ 38 w 54"/>
                    <a:gd name="T113" fmla="*/ 14 h 84"/>
                    <a:gd name="T114" fmla="*/ 42 w 54"/>
                    <a:gd name="T115" fmla="*/ 8 h 84"/>
                    <a:gd name="T116" fmla="*/ 18 w 54"/>
                    <a:gd name="T117" fmla="*/ 56 h 84"/>
                    <a:gd name="T118" fmla="*/ 18 w 54"/>
                    <a:gd name="T119" fmla="*/ 58 h 84"/>
                    <a:gd name="T120" fmla="*/ 14 w 54"/>
                    <a:gd name="T121" fmla="*/ 60 h 84"/>
                    <a:gd name="T122" fmla="*/ 18 w 54"/>
                    <a:gd name="T123" fmla="*/ 5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 h="84">
                      <a:moveTo>
                        <a:pt x="46" y="6"/>
                      </a:moveTo>
                      <a:lnTo>
                        <a:pt x="46" y="6"/>
                      </a:lnTo>
                      <a:lnTo>
                        <a:pt x="46" y="4"/>
                      </a:lnTo>
                      <a:lnTo>
                        <a:pt x="46" y="4"/>
                      </a:lnTo>
                      <a:lnTo>
                        <a:pt x="44" y="2"/>
                      </a:lnTo>
                      <a:lnTo>
                        <a:pt x="42" y="0"/>
                      </a:lnTo>
                      <a:lnTo>
                        <a:pt x="42" y="0"/>
                      </a:lnTo>
                      <a:lnTo>
                        <a:pt x="42" y="0"/>
                      </a:lnTo>
                      <a:lnTo>
                        <a:pt x="42" y="4"/>
                      </a:lnTo>
                      <a:lnTo>
                        <a:pt x="42" y="4"/>
                      </a:lnTo>
                      <a:lnTo>
                        <a:pt x="40" y="6"/>
                      </a:lnTo>
                      <a:lnTo>
                        <a:pt x="38" y="6"/>
                      </a:lnTo>
                      <a:lnTo>
                        <a:pt x="38" y="4"/>
                      </a:lnTo>
                      <a:lnTo>
                        <a:pt x="38" y="4"/>
                      </a:lnTo>
                      <a:lnTo>
                        <a:pt x="34" y="4"/>
                      </a:lnTo>
                      <a:lnTo>
                        <a:pt x="30" y="4"/>
                      </a:lnTo>
                      <a:lnTo>
                        <a:pt x="30" y="4"/>
                      </a:lnTo>
                      <a:lnTo>
                        <a:pt x="30" y="10"/>
                      </a:lnTo>
                      <a:lnTo>
                        <a:pt x="30" y="10"/>
                      </a:lnTo>
                      <a:lnTo>
                        <a:pt x="26" y="10"/>
                      </a:lnTo>
                      <a:lnTo>
                        <a:pt x="30" y="12"/>
                      </a:lnTo>
                      <a:lnTo>
                        <a:pt x="30" y="16"/>
                      </a:lnTo>
                      <a:lnTo>
                        <a:pt x="30" y="16"/>
                      </a:lnTo>
                      <a:lnTo>
                        <a:pt x="28" y="16"/>
                      </a:lnTo>
                      <a:lnTo>
                        <a:pt x="24" y="18"/>
                      </a:lnTo>
                      <a:lnTo>
                        <a:pt x="24" y="18"/>
                      </a:lnTo>
                      <a:lnTo>
                        <a:pt x="24" y="20"/>
                      </a:lnTo>
                      <a:lnTo>
                        <a:pt x="24" y="24"/>
                      </a:lnTo>
                      <a:lnTo>
                        <a:pt x="24" y="24"/>
                      </a:lnTo>
                      <a:lnTo>
                        <a:pt x="22" y="24"/>
                      </a:lnTo>
                      <a:lnTo>
                        <a:pt x="22" y="24"/>
                      </a:lnTo>
                      <a:lnTo>
                        <a:pt x="22" y="24"/>
                      </a:lnTo>
                      <a:lnTo>
                        <a:pt x="22" y="24"/>
                      </a:lnTo>
                      <a:lnTo>
                        <a:pt x="16" y="22"/>
                      </a:lnTo>
                      <a:lnTo>
                        <a:pt x="16" y="22"/>
                      </a:lnTo>
                      <a:lnTo>
                        <a:pt x="14" y="24"/>
                      </a:lnTo>
                      <a:lnTo>
                        <a:pt x="14" y="24"/>
                      </a:lnTo>
                      <a:lnTo>
                        <a:pt x="12" y="24"/>
                      </a:lnTo>
                      <a:lnTo>
                        <a:pt x="12" y="24"/>
                      </a:lnTo>
                      <a:lnTo>
                        <a:pt x="10" y="20"/>
                      </a:lnTo>
                      <a:lnTo>
                        <a:pt x="8" y="20"/>
                      </a:lnTo>
                      <a:lnTo>
                        <a:pt x="8" y="20"/>
                      </a:lnTo>
                      <a:lnTo>
                        <a:pt x="8" y="26"/>
                      </a:lnTo>
                      <a:lnTo>
                        <a:pt x="14" y="30"/>
                      </a:lnTo>
                      <a:lnTo>
                        <a:pt x="14" y="30"/>
                      </a:lnTo>
                      <a:lnTo>
                        <a:pt x="12" y="32"/>
                      </a:lnTo>
                      <a:lnTo>
                        <a:pt x="12" y="34"/>
                      </a:lnTo>
                      <a:lnTo>
                        <a:pt x="12" y="34"/>
                      </a:lnTo>
                      <a:lnTo>
                        <a:pt x="8" y="34"/>
                      </a:lnTo>
                      <a:lnTo>
                        <a:pt x="4" y="34"/>
                      </a:lnTo>
                      <a:lnTo>
                        <a:pt x="4" y="34"/>
                      </a:lnTo>
                      <a:lnTo>
                        <a:pt x="6" y="38"/>
                      </a:lnTo>
                      <a:lnTo>
                        <a:pt x="6" y="38"/>
                      </a:lnTo>
                      <a:lnTo>
                        <a:pt x="2" y="38"/>
                      </a:lnTo>
                      <a:lnTo>
                        <a:pt x="2" y="38"/>
                      </a:lnTo>
                      <a:lnTo>
                        <a:pt x="2" y="44"/>
                      </a:lnTo>
                      <a:lnTo>
                        <a:pt x="2" y="44"/>
                      </a:lnTo>
                      <a:lnTo>
                        <a:pt x="10" y="44"/>
                      </a:lnTo>
                      <a:lnTo>
                        <a:pt x="18" y="46"/>
                      </a:lnTo>
                      <a:lnTo>
                        <a:pt x="18" y="46"/>
                      </a:lnTo>
                      <a:lnTo>
                        <a:pt x="18" y="42"/>
                      </a:lnTo>
                      <a:lnTo>
                        <a:pt x="18" y="42"/>
                      </a:lnTo>
                      <a:lnTo>
                        <a:pt x="18" y="42"/>
                      </a:lnTo>
                      <a:lnTo>
                        <a:pt x="18" y="42"/>
                      </a:lnTo>
                      <a:lnTo>
                        <a:pt x="18" y="44"/>
                      </a:lnTo>
                      <a:lnTo>
                        <a:pt x="18" y="46"/>
                      </a:lnTo>
                      <a:lnTo>
                        <a:pt x="18" y="46"/>
                      </a:lnTo>
                      <a:lnTo>
                        <a:pt x="14" y="50"/>
                      </a:lnTo>
                      <a:lnTo>
                        <a:pt x="14" y="50"/>
                      </a:lnTo>
                      <a:lnTo>
                        <a:pt x="14" y="54"/>
                      </a:lnTo>
                      <a:lnTo>
                        <a:pt x="14" y="54"/>
                      </a:lnTo>
                      <a:lnTo>
                        <a:pt x="12" y="56"/>
                      </a:lnTo>
                      <a:lnTo>
                        <a:pt x="8" y="58"/>
                      </a:lnTo>
                      <a:lnTo>
                        <a:pt x="8" y="60"/>
                      </a:lnTo>
                      <a:lnTo>
                        <a:pt x="12" y="62"/>
                      </a:lnTo>
                      <a:lnTo>
                        <a:pt x="12" y="62"/>
                      </a:lnTo>
                      <a:lnTo>
                        <a:pt x="6" y="64"/>
                      </a:lnTo>
                      <a:lnTo>
                        <a:pt x="6" y="64"/>
                      </a:lnTo>
                      <a:lnTo>
                        <a:pt x="8" y="68"/>
                      </a:lnTo>
                      <a:lnTo>
                        <a:pt x="8" y="68"/>
                      </a:lnTo>
                      <a:lnTo>
                        <a:pt x="4" y="68"/>
                      </a:lnTo>
                      <a:lnTo>
                        <a:pt x="0" y="68"/>
                      </a:lnTo>
                      <a:lnTo>
                        <a:pt x="0" y="72"/>
                      </a:lnTo>
                      <a:lnTo>
                        <a:pt x="0" y="72"/>
                      </a:lnTo>
                      <a:lnTo>
                        <a:pt x="4" y="72"/>
                      </a:lnTo>
                      <a:lnTo>
                        <a:pt x="4" y="72"/>
                      </a:lnTo>
                      <a:lnTo>
                        <a:pt x="2" y="76"/>
                      </a:lnTo>
                      <a:lnTo>
                        <a:pt x="2" y="76"/>
                      </a:lnTo>
                      <a:lnTo>
                        <a:pt x="2" y="76"/>
                      </a:lnTo>
                      <a:lnTo>
                        <a:pt x="0" y="80"/>
                      </a:lnTo>
                      <a:lnTo>
                        <a:pt x="0" y="80"/>
                      </a:lnTo>
                      <a:lnTo>
                        <a:pt x="4" y="78"/>
                      </a:lnTo>
                      <a:lnTo>
                        <a:pt x="4" y="78"/>
                      </a:lnTo>
                      <a:lnTo>
                        <a:pt x="10" y="78"/>
                      </a:lnTo>
                      <a:lnTo>
                        <a:pt x="10" y="78"/>
                      </a:lnTo>
                      <a:lnTo>
                        <a:pt x="8" y="80"/>
                      </a:lnTo>
                      <a:lnTo>
                        <a:pt x="8" y="80"/>
                      </a:lnTo>
                      <a:lnTo>
                        <a:pt x="6" y="82"/>
                      </a:lnTo>
                      <a:lnTo>
                        <a:pt x="6" y="84"/>
                      </a:lnTo>
                      <a:lnTo>
                        <a:pt x="8" y="84"/>
                      </a:lnTo>
                      <a:lnTo>
                        <a:pt x="8" y="84"/>
                      </a:lnTo>
                      <a:lnTo>
                        <a:pt x="16" y="78"/>
                      </a:lnTo>
                      <a:lnTo>
                        <a:pt x="16" y="78"/>
                      </a:lnTo>
                      <a:lnTo>
                        <a:pt x="16" y="82"/>
                      </a:lnTo>
                      <a:lnTo>
                        <a:pt x="16" y="82"/>
                      </a:lnTo>
                      <a:lnTo>
                        <a:pt x="20" y="84"/>
                      </a:lnTo>
                      <a:lnTo>
                        <a:pt x="20" y="84"/>
                      </a:lnTo>
                      <a:lnTo>
                        <a:pt x="24" y="80"/>
                      </a:lnTo>
                      <a:lnTo>
                        <a:pt x="24" y="80"/>
                      </a:lnTo>
                      <a:lnTo>
                        <a:pt x="26" y="80"/>
                      </a:lnTo>
                      <a:lnTo>
                        <a:pt x="26" y="80"/>
                      </a:lnTo>
                      <a:lnTo>
                        <a:pt x="28" y="78"/>
                      </a:lnTo>
                      <a:lnTo>
                        <a:pt x="28" y="76"/>
                      </a:lnTo>
                      <a:lnTo>
                        <a:pt x="28" y="74"/>
                      </a:lnTo>
                      <a:lnTo>
                        <a:pt x="28" y="74"/>
                      </a:lnTo>
                      <a:lnTo>
                        <a:pt x="32" y="74"/>
                      </a:lnTo>
                      <a:lnTo>
                        <a:pt x="34" y="76"/>
                      </a:lnTo>
                      <a:lnTo>
                        <a:pt x="34" y="76"/>
                      </a:lnTo>
                      <a:lnTo>
                        <a:pt x="36" y="72"/>
                      </a:lnTo>
                      <a:lnTo>
                        <a:pt x="38" y="72"/>
                      </a:lnTo>
                      <a:lnTo>
                        <a:pt x="38" y="72"/>
                      </a:lnTo>
                      <a:lnTo>
                        <a:pt x="38" y="68"/>
                      </a:lnTo>
                      <a:lnTo>
                        <a:pt x="38" y="68"/>
                      </a:lnTo>
                      <a:lnTo>
                        <a:pt x="44" y="68"/>
                      </a:lnTo>
                      <a:lnTo>
                        <a:pt x="44" y="68"/>
                      </a:lnTo>
                      <a:lnTo>
                        <a:pt x="44" y="66"/>
                      </a:lnTo>
                      <a:lnTo>
                        <a:pt x="44" y="64"/>
                      </a:lnTo>
                      <a:lnTo>
                        <a:pt x="44" y="64"/>
                      </a:lnTo>
                      <a:lnTo>
                        <a:pt x="46" y="64"/>
                      </a:lnTo>
                      <a:lnTo>
                        <a:pt x="50" y="66"/>
                      </a:lnTo>
                      <a:lnTo>
                        <a:pt x="50" y="66"/>
                      </a:lnTo>
                      <a:lnTo>
                        <a:pt x="48" y="64"/>
                      </a:lnTo>
                      <a:lnTo>
                        <a:pt x="48" y="62"/>
                      </a:lnTo>
                      <a:lnTo>
                        <a:pt x="48" y="60"/>
                      </a:lnTo>
                      <a:lnTo>
                        <a:pt x="48" y="60"/>
                      </a:lnTo>
                      <a:lnTo>
                        <a:pt x="52" y="60"/>
                      </a:lnTo>
                      <a:lnTo>
                        <a:pt x="52" y="60"/>
                      </a:lnTo>
                      <a:lnTo>
                        <a:pt x="52" y="48"/>
                      </a:lnTo>
                      <a:lnTo>
                        <a:pt x="50" y="48"/>
                      </a:lnTo>
                      <a:lnTo>
                        <a:pt x="50" y="48"/>
                      </a:lnTo>
                      <a:lnTo>
                        <a:pt x="50" y="44"/>
                      </a:lnTo>
                      <a:lnTo>
                        <a:pt x="48" y="44"/>
                      </a:lnTo>
                      <a:lnTo>
                        <a:pt x="48" y="44"/>
                      </a:lnTo>
                      <a:lnTo>
                        <a:pt x="50" y="36"/>
                      </a:lnTo>
                      <a:lnTo>
                        <a:pt x="50" y="36"/>
                      </a:lnTo>
                      <a:lnTo>
                        <a:pt x="50" y="34"/>
                      </a:lnTo>
                      <a:lnTo>
                        <a:pt x="50" y="34"/>
                      </a:lnTo>
                      <a:lnTo>
                        <a:pt x="50" y="34"/>
                      </a:lnTo>
                      <a:lnTo>
                        <a:pt x="50" y="34"/>
                      </a:lnTo>
                      <a:lnTo>
                        <a:pt x="50" y="30"/>
                      </a:lnTo>
                      <a:lnTo>
                        <a:pt x="50" y="30"/>
                      </a:lnTo>
                      <a:lnTo>
                        <a:pt x="54" y="28"/>
                      </a:lnTo>
                      <a:lnTo>
                        <a:pt x="52" y="28"/>
                      </a:lnTo>
                      <a:lnTo>
                        <a:pt x="48" y="28"/>
                      </a:lnTo>
                      <a:lnTo>
                        <a:pt x="44" y="26"/>
                      </a:lnTo>
                      <a:lnTo>
                        <a:pt x="44" y="26"/>
                      </a:lnTo>
                      <a:lnTo>
                        <a:pt x="44" y="26"/>
                      </a:lnTo>
                      <a:lnTo>
                        <a:pt x="40" y="28"/>
                      </a:lnTo>
                      <a:lnTo>
                        <a:pt x="40" y="28"/>
                      </a:lnTo>
                      <a:lnTo>
                        <a:pt x="38" y="28"/>
                      </a:lnTo>
                      <a:lnTo>
                        <a:pt x="38" y="26"/>
                      </a:lnTo>
                      <a:lnTo>
                        <a:pt x="38" y="24"/>
                      </a:lnTo>
                      <a:lnTo>
                        <a:pt x="36" y="22"/>
                      </a:lnTo>
                      <a:lnTo>
                        <a:pt x="36" y="22"/>
                      </a:lnTo>
                      <a:lnTo>
                        <a:pt x="34" y="22"/>
                      </a:lnTo>
                      <a:lnTo>
                        <a:pt x="34" y="20"/>
                      </a:lnTo>
                      <a:lnTo>
                        <a:pt x="34" y="20"/>
                      </a:lnTo>
                      <a:lnTo>
                        <a:pt x="34" y="18"/>
                      </a:lnTo>
                      <a:lnTo>
                        <a:pt x="36" y="18"/>
                      </a:lnTo>
                      <a:lnTo>
                        <a:pt x="38" y="16"/>
                      </a:lnTo>
                      <a:lnTo>
                        <a:pt x="38" y="14"/>
                      </a:lnTo>
                      <a:lnTo>
                        <a:pt x="38" y="14"/>
                      </a:lnTo>
                      <a:lnTo>
                        <a:pt x="40" y="10"/>
                      </a:lnTo>
                      <a:lnTo>
                        <a:pt x="42" y="8"/>
                      </a:lnTo>
                      <a:lnTo>
                        <a:pt x="46" y="6"/>
                      </a:lnTo>
                      <a:lnTo>
                        <a:pt x="46" y="6"/>
                      </a:lnTo>
                      <a:close/>
                      <a:moveTo>
                        <a:pt x="18" y="56"/>
                      </a:moveTo>
                      <a:lnTo>
                        <a:pt x="18" y="56"/>
                      </a:lnTo>
                      <a:lnTo>
                        <a:pt x="18" y="56"/>
                      </a:lnTo>
                      <a:lnTo>
                        <a:pt x="18" y="58"/>
                      </a:lnTo>
                      <a:lnTo>
                        <a:pt x="16" y="60"/>
                      </a:lnTo>
                      <a:lnTo>
                        <a:pt x="16" y="60"/>
                      </a:lnTo>
                      <a:lnTo>
                        <a:pt x="14" y="60"/>
                      </a:lnTo>
                      <a:lnTo>
                        <a:pt x="14" y="60"/>
                      </a:lnTo>
                      <a:lnTo>
                        <a:pt x="18" y="56"/>
                      </a:lnTo>
                      <a:lnTo>
                        <a:pt x="18" y="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6" name="Freeform 173">
                  <a:extLst>
                    <a:ext uri="{FF2B5EF4-FFF2-40B4-BE49-F238E27FC236}">
                      <a16:creationId xmlns:a16="http://schemas.microsoft.com/office/drawing/2014/main" id="{EE9143FA-F721-094D-8790-28CC960EED2D}"/>
                    </a:ext>
                  </a:extLst>
                </p:cNvPr>
                <p:cNvSpPr>
                  <a:spLocks/>
                </p:cNvSpPr>
                <p:nvPr/>
              </p:nvSpPr>
              <p:spPr bwMode="auto">
                <a:xfrm>
                  <a:off x="6329949" y="2673626"/>
                  <a:ext cx="183948" cy="128150"/>
                </a:xfrm>
                <a:custGeom>
                  <a:avLst/>
                  <a:gdLst>
                    <a:gd name="T0" fmla="*/ 40 w 94"/>
                    <a:gd name="T1" fmla="*/ 64 h 64"/>
                    <a:gd name="T2" fmla="*/ 34 w 94"/>
                    <a:gd name="T3" fmla="*/ 64 h 64"/>
                    <a:gd name="T4" fmla="*/ 30 w 94"/>
                    <a:gd name="T5" fmla="*/ 62 h 64"/>
                    <a:gd name="T6" fmla="*/ 20 w 94"/>
                    <a:gd name="T7" fmla="*/ 56 h 64"/>
                    <a:gd name="T8" fmla="*/ 14 w 94"/>
                    <a:gd name="T9" fmla="*/ 50 h 64"/>
                    <a:gd name="T10" fmla="*/ 10 w 94"/>
                    <a:gd name="T11" fmla="*/ 44 h 64"/>
                    <a:gd name="T12" fmla="*/ 6 w 94"/>
                    <a:gd name="T13" fmla="*/ 38 h 64"/>
                    <a:gd name="T14" fmla="*/ 2 w 94"/>
                    <a:gd name="T15" fmla="*/ 34 h 64"/>
                    <a:gd name="T16" fmla="*/ 2 w 94"/>
                    <a:gd name="T17" fmla="*/ 30 h 64"/>
                    <a:gd name="T18" fmla="*/ 0 w 94"/>
                    <a:gd name="T19" fmla="*/ 26 h 64"/>
                    <a:gd name="T20" fmla="*/ 0 w 94"/>
                    <a:gd name="T21" fmla="*/ 24 h 64"/>
                    <a:gd name="T22" fmla="*/ 2 w 94"/>
                    <a:gd name="T23" fmla="*/ 20 h 64"/>
                    <a:gd name="T24" fmla="*/ 4 w 94"/>
                    <a:gd name="T25" fmla="*/ 20 h 64"/>
                    <a:gd name="T26" fmla="*/ 6 w 94"/>
                    <a:gd name="T27" fmla="*/ 16 h 64"/>
                    <a:gd name="T28" fmla="*/ 8 w 94"/>
                    <a:gd name="T29" fmla="*/ 12 h 64"/>
                    <a:gd name="T30" fmla="*/ 8 w 94"/>
                    <a:gd name="T31" fmla="*/ 6 h 64"/>
                    <a:gd name="T32" fmla="*/ 10 w 94"/>
                    <a:gd name="T33" fmla="*/ 6 h 64"/>
                    <a:gd name="T34" fmla="*/ 20 w 94"/>
                    <a:gd name="T35" fmla="*/ 10 h 64"/>
                    <a:gd name="T36" fmla="*/ 24 w 94"/>
                    <a:gd name="T37" fmla="*/ 10 h 64"/>
                    <a:gd name="T38" fmla="*/ 32 w 94"/>
                    <a:gd name="T39" fmla="*/ 12 h 64"/>
                    <a:gd name="T40" fmla="*/ 38 w 94"/>
                    <a:gd name="T41" fmla="*/ 12 h 64"/>
                    <a:gd name="T42" fmla="*/ 38 w 94"/>
                    <a:gd name="T43" fmla="*/ 8 h 64"/>
                    <a:gd name="T44" fmla="*/ 44 w 94"/>
                    <a:gd name="T45" fmla="*/ 6 h 64"/>
                    <a:gd name="T46" fmla="*/ 52 w 94"/>
                    <a:gd name="T47" fmla="*/ 4 h 64"/>
                    <a:gd name="T48" fmla="*/ 54 w 94"/>
                    <a:gd name="T49" fmla="*/ 6 h 64"/>
                    <a:gd name="T50" fmla="*/ 56 w 94"/>
                    <a:gd name="T51" fmla="*/ 6 h 64"/>
                    <a:gd name="T52" fmla="*/ 60 w 94"/>
                    <a:gd name="T53" fmla="*/ 6 h 64"/>
                    <a:gd name="T54" fmla="*/ 62 w 94"/>
                    <a:gd name="T55" fmla="*/ 6 h 64"/>
                    <a:gd name="T56" fmla="*/ 66 w 94"/>
                    <a:gd name="T57" fmla="*/ 2 h 64"/>
                    <a:gd name="T58" fmla="*/ 78 w 94"/>
                    <a:gd name="T59" fmla="*/ 2 h 64"/>
                    <a:gd name="T60" fmla="*/ 84 w 94"/>
                    <a:gd name="T61" fmla="*/ 0 h 64"/>
                    <a:gd name="T62" fmla="*/ 88 w 94"/>
                    <a:gd name="T63" fmla="*/ 2 h 64"/>
                    <a:gd name="T64" fmla="*/ 92 w 94"/>
                    <a:gd name="T65" fmla="*/ 4 h 64"/>
                    <a:gd name="T66" fmla="*/ 94 w 94"/>
                    <a:gd name="T67" fmla="*/ 4 h 64"/>
                    <a:gd name="T68" fmla="*/ 92 w 94"/>
                    <a:gd name="T69" fmla="*/ 16 h 64"/>
                    <a:gd name="T70" fmla="*/ 84 w 94"/>
                    <a:gd name="T71" fmla="*/ 24 h 64"/>
                    <a:gd name="T72" fmla="*/ 82 w 94"/>
                    <a:gd name="T73" fmla="*/ 28 h 64"/>
                    <a:gd name="T74" fmla="*/ 80 w 94"/>
                    <a:gd name="T75" fmla="*/ 42 h 64"/>
                    <a:gd name="T76" fmla="*/ 78 w 94"/>
                    <a:gd name="T77" fmla="*/ 48 h 64"/>
                    <a:gd name="T78" fmla="*/ 72 w 94"/>
                    <a:gd name="T79" fmla="*/ 54 h 64"/>
                    <a:gd name="T80" fmla="*/ 68 w 94"/>
                    <a:gd name="T81" fmla="*/ 56 h 64"/>
                    <a:gd name="T82" fmla="*/ 66 w 94"/>
                    <a:gd name="T83" fmla="*/ 56 h 64"/>
                    <a:gd name="T84" fmla="*/ 58 w 94"/>
                    <a:gd name="T85" fmla="*/ 56 h 64"/>
                    <a:gd name="T86" fmla="*/ 48 w 94"/>
                    <a:gd name="T87" fmla="*/ 60 h 64"/>
                    <a:gd name="T88" fmla="*/ 44 w 94"/>
                    <a:gd name="T89" fmla="*/ 64 h 64"/>
                    <a:gd name="T90" fmla="*/ 40 w 94"/>
                    <a:gd name="T91"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64">
                      <a:moveTo>
                        <a:pt x="40" y="64"/>
                      </a:moveTo>
                      <a:lnTo>
                        <a:pt x="40" y="64"/>
                      </a:lnTo>
                      <a:lnTo>
                        <a:pt x="36" y="64"/>
                      </a:lnTo>
                      <a:lnTo>
                        <a:pt x="34" y="64"/>
                      </a:lnTo>
                      <a:lnTo>
                        <a:pt x="30" y="62"/>
                      </a:lnTo>
                      <a:lnTo>
                        <a:pt x="30" y="62"/>
                      </a:lnTo>
                      <a:lnTo>
                        <a:pt x="26" y="60"/>
                      </a:lnTo>
                      <a:lnTo>
                        <a:pt x="20" y="56"/>
                      </a:lnTo>
                      <a:lnTo>
                        <a:pt x="20" y="56"/>
                      </a:lnTo>
                      <a:lnTo>
                        <a:pt x="14" y="50"/>
                      </a:lnTo>
                      <a:lnTo>
                        <a:pt x="10" y="44"/>
                      </a:lnTo>
                      <a:lnTo>
                        <a:pt x="10" y="44"/>
                      </a:lnTo>
                      <a:lnTo>
                        <a:pt x="8" y="40"/>
                      </a:lnTo>
                      <a:lnTo>
                        <a:pt x="6" y="38"/>
                      </a:lnTo>
                      <a:lnTo>
                        <a:pt x="2" y="34"/>
                      </a:lnTo>
                      <a:lnTo>
                        <a:pt x="2" y="34"/>
                      </a:lnTo>
                      <a:lnTo>
                        <a:pt x="2" y="34"/>
                      </a:lnTo>
                      <a:lnTo>
                        <a:pt x="2" y="30"/>
                      </a:lnTo>
                      <a:lnTo>
                        <a:pt x="2" y="30"/>
                      </a:lnTo>
                      <a:lnTo>
                        <a:pt x="0" y="26"/>
                      </a:lnTo>
                      <a:lnTo>
                        <a:pt x="0" y="24"/>
                      </a:lnTo>
                      <a:lnTo>
                        <a:pt x="0" y="24"/>
                      </a:lnTo>
                      <a:lnTo>
                        <a:pt x="0" y="22"/>
                      </a:lnTo>
                      <a:lnTo>
                        <a:pt x="2" y="20"/>
                      </a:lnTo>
                      <a:lnTo>
                        <a:pt x="4" y="20"/>
                      </a:lnTo>
                      <a:lnTo>
                        <a:pt x="4" y="20"/>
                      </a:lnTo>
                      <a:lnTo>
                        <a:pt x="6" y="20"/>
                      </a:lnTo>
                      <a:lnTo>
                        <a:pt x="6" y="16"/>
                      </a:lnTo>
                      <a:lnTo>
                        <a:pt x="8" y="12"/>
                      </a:lnTo>
                      <a:lnTo>
                        <a:pt x="8" y="12"/>
                      </a:lnTo>
                      <a:lnTo>
                        <a:pt x="6" y="8"/>
                      </a:lnTo>
                      <a:lnTo>
                        <a:pt x="8" y="6"/>
                      </a:lnTo>
                      <a:lnTo>
                        <a:pt x="10" y="6"/>
                      </a:lnTo>
                      <a:lnTo>
                        <a:pt x="10" y="6"/>
                      </a:lnTo>
                      <a:lnTo>
                        <a:pt x="14" y="8"/>
                      </a:lnTo>
                      <a:lnTo>
                        <a:pt x="20" y="10"/>
                      </a:lnTo>
                      <a:lnTo>
                        <a:pt x="20" y="10"/>
                      </a:lnTo>
                      <a:lnTo>
                        <a:pt x="24" y="10"/>
                      </a:lnTo>
                      <a:lnTo>
                        <a:pt x="32" y="12"/>
                      </a:lnTo>
                      <a:lnTo>
                        <a:pt x="32" y="12"/>
                      </a:lnTo>
                      <a:lnTo>
                        <a:pt x="38" y="12"/>
                      </a:lnTo>
                      <a:lnTo>
                        <a:pt x="38" y="12"/>
                      </a:lnTo>
                      <a:lnTo>
                        <a:pt x="38" y="8"/>
                      </a:lnTo>
                      <a:lnTo>
                        <a:pt x="38" y="8"/>
                      </a:lnTo>
                      <a:lnTo>
                        <a:pt x="38" y="8"/>
                      </a:lnTo>
                      <a:lnTo>
                        <a:pt x="44" y="6"/>
                      </a:lnTo>
                      <a:lnTo>
                        <a:pt x="44" y="6"/>
                      </a:lnTo>
                      <a:lnTo>
                        <a:pt x="52" y="4"/>
                      </a:lnTo>
                      <a:lnTo>
                        <a:pt x="54" y="4"/>
                      </a:lnTo>
                      <a:lnTo>
                        <a:pt x="54" y="6"/>
                      </a:lnTo>
                      <a:lnTo>
                        <a:pt x="54" y="6"/>
                      </a:lnTo>
                      <a:lnTo>
                        <a:pt x="56" y="6"/>
                      </a:lnTo>
                      <a:lnTo>
                        <a:pt x="58" y="8"/>
                      </a:lnTo>
                      <a:lnTo>
                        <a:pt x="60" y="6"/>
                      </a:lnTo>
                      <a:lnTo>
                        <a:pt x="60" y="6"/>
                      </a:lnTo>
                      <a:lnTo>
                        <a:pt x="62" y="6"/>
                      </a:lnTo>
                      <a:lnTo>
                        <a:pt x="66" y="2"/>
                      </a:lnTo>
                      <a:lnTo>
                        <a:pt x="66" y="2"/>
                      </a:lnTo>
                      <a:lnTo>
                        <a:pt x="72" y="2"/>
                      </a:lnTo>
                      <a:lnTo>
                        <a:pt x="78" y="2"/>
                      </a:lnTo>
                      <a:lnTo>
                        <a:pt x="78" y="2"/>
                      </a:lnTo>
                      <a:lnTo>
                        <a:pt x="84" y="0"/>
                      </a:lnTo>
                      <a:lnTo>
                        <a:pt x="86" y="0"/>
                      </a:lnTo>
                      <a:lnTo>
                        <a:pt x="88" y="2"/>
                      </a:lnTo>
                      <a:lnTo>
                        <a:pt x="88" y="2"/>
                      </a:lnTo>
                      <a:lnTo>
                        <a:pt x="92" y="4"/>
                      </a:lnTo>
                      <a:lnTo>
                        <a:pt x="94" y="4"/>
                      </a:lnTo>
                      <a:lnTo>
                        <a:pt x="94" y="4"/>
                      </a:lnTo>
                      <a:lnTo>
                        <a:pt x="92" y="16"/>
                      </a:lnTo>
                      <a:lnTo>
                        <a:pt x="92" y="16"/>
                      </a:lnTo>
                      <a:lnTo>
                        <a:pt x="90" y="20"/>
                      </a:lnTo>
                      <a:lnTo>
                        <a:pt x="84" y="24"/>
                      </a:lnTo>
                      <a:lnTo>
                        <a:pt x="84" y="24"/>
                      </a:lnTo>
                      <a:lnTo>
                        <a:pt x="82" y="28"/>
                      </a:lnTo>
                      <a:lnTo>
                        <a:pt x="80" y="34"/>
                      </a:lnTo>
                      <a:lnTo>
                        <a:pt x="80" y="42"/>
                      </a:lnTo>
                      <a:lnTo>
                        <a:pt x="78" y="48"/>
                      </a:lnTo>
                      <a:lnTo>
                        <a:pt x="78" y="48"/>
                      </a:lnTo>
                      <a:lnTo>
                        <a:pt x="74" y="52"/>
                      </a:lnTo>
                      <a:lnTo>
                        <a:pt x="72" y="54"/>
                      </a:lnTo>
                      <a:lnTo>
                        <a:pt x="68" y="56"/>
                      </a:lnTo>
                      <a:lnTo>
                        <a:pt x="68" y="56"/>
                      </a:lnTo>
                      <a:lnTo>
                        <a:pt x="66" y="56"/>
                      </a:lnTo>
                      <a:lnTo>
                        <a:pt x="66" y="56"/>
                      </a:lnTo>
                      <a:lnTo>
                        <a:pt x="58" y="56"/>
                      </a:lnTo>
                      <a:lnTo>
                        <a:pt x="58" y="56"/>
                      </a:lnTo>
                      <a:lnTo>
                        <a:pt x="52" y="56"/>
                      </a:lnTo>
                      <a:lnTo>
                        <a:pt x="48" y="60"/>
                      </a:lnTo>
                      <a:lnTo>
                        <a:pt x="48" y="60"/>
                      </a:lnTo>
                      <a:lnTo>
                        <a:pt x="44" y="64"/>
                      </a:lnTo>
                      <a:lnTo>
                        <a:pt x="42" y="64"/>
                      </a:lnTo>
                      <a:lnTo>
                        <a:pt x="40" y="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7" name="Freeform 181">
                  <a:extLst>
                    <a:ext uri="{FF2B5EF4-FFF2-40B4-BE49-F238E27FC236}">
                      <a16:creationId xmlns:a16="http://schemas.microsoft.com/office/drawing/2014/main" id="{8949AA02-DF69-A146-883F-C2102F53B6D0}"/>
                    </a:ext>
                  </a:extLst>
                </p:cNvPr>
                <p:cNvSpPr>
                  <a:spLocks noEditPoints="1"/>
                </p:cNvSpPr>
                <p:nvPr/>
              </p:nvSpPr>
              <p:spPr bwMode="auto">
                <a:xfrm>
                  <a:off x="6427793" y="2941941"/>
                  <a:ext cx="191776" cy="256302"/>
                </a:xfrm>
                <a:custGeom>
                  <a:avLst/>
                  <a:gdLst>
                    <a:gd name="T0" fmla="*/ 8 w 98"/>
                    <a:gd name="T1" fmla="*/ 46 h 128"/>
                    <a:gd name="T2" fmla="*/ 12 w 98"/>
                    <a:gd name="T3" fmla="*/ 52 h 128"/>
                    <a:gd name="T4" fmla="*/ 14 w 98"/>
                    <a:gd name="T5" fmla="*/ 60 h 128"/>
                    <a:gd name="T6" fmla="*/ 38 w 98"/>
                    <a:gd name="T7" fmla="*/ 70 h 128"/>
                    <a:gd name="T8" fmla="*/ 32 w 98"/>
                    <a:gd name="T9" fmla="*/ 70 h 128"/>
                    <a:gd name="T10" fmla="*/ 16 w 98"/>
                    <a:gd name="T11" fmla="*/ 72 h 128"/>
                    <a:gd name="T12" fmla="*/ 22 w 98"/>
                    <a:gd name="T13" fmla="*/ 88 h 128"/>
                    <a:gd name="T14" fmla="*/ 24 w 98"/>
                    <a:gd name="T15" fmla="*/ 86 h 128"/>
                    <a:gd name="T16" fmla="*/ 34 w 98"/>
                    <a:gd name="T17" fmla="*/ 88 h 128"/>
                    <a:gd name="T18" fmla="*/ 36 w 98"/>
                    <a:gd name="T19" fmla="*/ 82 h 128"/>
                    <a:gd name="T20" fmla="*/ 48 w 98"/>
                    <a:gd name="T21" fmla="*/ 80 h 128"/>
                    <a:gd name="T22" fmla="*/ 48 w 98"/>
                    <a:gd name="T23" fmla="*/ 74 h 128"/>
                    <a:gd name="T24" fmla="*/ 54 w 98"/>
                    <a:gd name="T25" fmla="*/ 68 h 128"/>
                    <a:gd name="T26" fmla="*/ 44 w 98"/>
                    <a:gd name="T27" fmla="*/ 58 h 128"/>
                    <a:gd name="T28" fmla="*/ 46 w 98"/>
                    <a:gd name="T29" fmla="*/ 60 h 128"/>
                    <a:gd name="T30" fmla="*/ 58 w 98"/>
                    <a:gd name="T31" fmla="*/ 66 h 128"/>
                    <a:gd name="T32" fmla="*/ 64 w 98"/>
                    <a:gd name="T33" fmla="*/ 72 h 128"/>
                    <a:gd name="T34" fmla="*/ 58 w 98"/>
                    <a:gd name="T35" fmla="*/ 60 h 128"/>
                    <a:gd name="T36" fmla="*/ 46 w 98"/>
                    <a:gd name="T37" fmla="*/ 52 h 128"/>
                    <a:gd name="T38" fmla="*/ 42 w 98"/>
                    <a:gd name="T39" fmla="*/ 52 h 128"/>
                    <a:gd name="T40" fmla="*/ 42 w 98"/>
                    <a:gd name="T41" fmla="*/ 48 h 128"/>
                    <a:gd name="T42" fmla="*/ 40 w 98"/>
                    <a:gd name="T43" fmla="*/ 36 h 128"/>
                    <a:gd name="T44" fmla="*/ 34 w 98"/>
                    <a:gd name="T45" fmla="*/ 30 h 128"/>
                    <a:gd name="T46" fmla="*/ 46 w 98"/>
                    <a:gd name="T47" fmla="*/ 32 h 128"/>
                    <a:gd name="T48" fmla="*/ 46 w 98"/>
                    <a:gd name="T49" fmla="*/ 28 h 128"/>
                    <a:gd name="T50" fmla="*/ 54 w 98"/>
                    <a:gd name="T51" fmla="*/ 28 h 128"/>
                    <a:gd name="T52" fmla="*/ 56 w 98"/>
                    <a:gd name="T53" fmla="*/ 22 h 128"/>
                    <a:gd name="T54" fmla="*/ 62 w 98"/>
                    <a:gd name="T55" fmla="*/ 14 h 128"/>
                    <a:gd name="T56" fmla="*/ 82 w 98"/>
                    <a:gd name="T57" fmla="*/ 14 h 128"/>
                    <a:gd name="T58" fmla="*/ 88 w 98"/>
                    <a:gd name="T59" fmla="*/ 14 h 128"/>
                    <a:gd name="T60" fmla="*/ 94 w 98"/>
                    <a:gd name="T61" fmla="*/ 10 h 128"/>
                    <a:gd name="T62" fmla="*/ 96 w 98"/>
                    <a:gd name="T63" fmla="*/ 4 h 128"/>
                    <a:gd name="T64" fmla="*/ 86 w 98"/>
                    <a:gd name="T65" fmla="*/ 4 h 128"/>
                    <a:gd name="T66" fmla="*/ 82 w 98"/>
                    <a:gd name="T67" fmla="*/ 6 h 128"/>
                    <a:gd name="T68" fmla="*/ 72 w 98"/>
                    <a:gd name="T69" fmla="*/ 2 h 128"/>
                    <a:gd name="T70" fmla="*/ 62 w 98"/>
                    <a:gd name="T71" fmla="*/ 4 h 128"/>
                    <a:gd name="T72" fmla="*/ 46 w 98"/>
                    <a:gd name="T73" fmla="*/ 6 h 128"/>
                    <a:gd name="T74" fmla="*/ 44 w 98"/>
                    <a:gd name="T75" fmla="*/ 12 h 128"/>
                    <a:gd name="T76" fmla="*/ 36 w 98"/>
                    <a:gd name="T77" fmla="*/ 14 h 128"/>
                    <a:gd name="T78" fmla="*/ 32 w 98"/>
                    <a:gd name="T79" fmla="*/ 16 h 128"/>
                    <a:gd name="T80" fmla="*/ 26 w 98"/>
                    <a:gd name="T81" fmla="*/ 20 h 128"/>
                    <a:gd name="T82" fmla="*/ 12 w 98"/>
                    <a:gd name="T83" fmla="*/ 32 h 128"/>
                    <a:gd name="T84" fmla="*/ 8 w 98"/>
                    <a:gd name="T85" fmla="*/ 36 h 128"/>
                    <a:gd name="T86" fmla="*/ 46 w 98"/>
                    <a:gd name="T87" fmla="*/ 118 h 128"/>
                    <a:gd name="T88" fmla="*/ 56 w 98"/>
                    <a:gd name="T89" fmla="*/ 124 h 128"/>
                    <a:gd name="T90" fmla="*/ 72 w 98"/>
                    <a:gd name="T91" fmla="*/ 128 h 128"/>
                    <a:gd name="T92" fmla="*/ 80 w 98"/>
                    <a:gd name="T93" fmla="*/ 126 h 128"/>
                    <a:gd name="T94" fmla="*/ 84 w 98"/>
                    <a:gd name="T95" fmla="*/ 122 h 128"/>
                    <a:gd name="T96" fmla="*/ 78 w 98"/>
                    <a:gd name="T97" fmla="*/ 118 h 128"/>
                    <a:gd name="T98" fmla="*/ 68 w 98"/>
                    <a:gd name="T99" fmla="*/ 120 h 128"/>
                    <a:gd name="T100" fmla="*/ 40 w 98"/>
                    <a:gd name="T101" fmla="*/ 54 h 128"/>
                    <a:gd name="T102" fmla="*/ 40 w 98"/>
                    <a:gd name="T103" fmla="*/ 54 h 128"/>
                    <a:gd name="T104" fmla="*/ 84 w 98"/>
                    <a:gd name="T105" fmla="*/ 48 h 128"/>
                    <a:gd name="T106" fmla="*/ 88 w 98"/>
                    <a:gd name="T107" fmla="*/ 50 h 128"/>
                    <a:gd name="T108" fmla="*/ 84 w 98"/>
                    <a:gd name="T109" fmla="*/ 46 h 128"/>
                    <a:gd name="T110" fmla="*/ 0 w 98"/>
                    <a:gd name="T111"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 h="128">
                      <a:moveTo>
                        <a:pt x="2" y="36"/>
                      </a:moveTo>
                      <a:lnTo>
                        <a:pt x="2" y="36"/>
                      </a:lnTo>
                      <a:lnTo>
                        <a:pt x="4" y="44"/>
                      </a:lnTo>
                      <a:lnTo>
                        <a:pt x="4" y="44"/>
                      </a:lnTo>
                      <a:lnTo>
                        <a:pt x="8" y="46"/>
                      </a:lnTo>
                      <a:lnTo>
                        <a:pt x="8" y="46"/>
                      </a:lnTo>
                      <a:lnTo>
                        <a:pt x="8" y="48"/>
                      </a:lnTo>
                      <a:lnTo>
                        <a:pt x="8" y="48"/>
                      </a:lnTo>
                      <a:lnTo>
                        <a:pt x="12" y="52"/>
                      </a:lnTo>
                      <a:lnTo>
                        <a:pt x="12" y="52"/>
                      </a:lnTo>
                      <a:lnTo>
                        <a:pt x="18" y="52"/>
                      </a:lnTo>
                      <a:lnTo>
                        <a:pt x="18" y="52"/>
                      </a:lnTo>
                      <a:lnTo>
                        <a:pt x="14" y="54"/>
                      </a:lnTo>
                      <a:lnTo>
                        <a:pt x="14" y="54"/>
                      </a:lnTo>
                      <a:lnTo>
                        <a:pt x="14" y="60"/>
                      </a:lnTo>
                      <a:lnTo>
                        <a:pt x="16" y="64"/>
                      </a:lnTo>
                      <a:lnTo>
                        <a:pt x="16" y="64"/>
                      </a:lnTo>
                      <a:lnTo>
                        <a:pt x="22" y="64"/>
                      </a:lnTo>
                      <a:lnTo>
                        <a:pt x="28" y="66"/>
                      </a:lnTo>
                      <a:lnTo>
                        <a:pt x="38" y="70"/>
                      </a:lnTo>
                      <a:lnTo>
                        <a:pt x="38" y="70"/>
                      </a:lnTo>
                      <a:lnTo>
                        <a:pt x="38" y="72"/>
                      </a:lnTo>
                      <a:lnTo>
                        <a:pt x="34" y="72"/>
                      </a:lnTo>
                      <a:lnTo>
                        <a:pt x="34" y="72"/>
                      </a:lnTo>
                      <a:lnTo>
                        <a:pt x="32" y="70"/>
                      </a:lnTo>
                      <a:lnTo>
                        <a:pt x="30" y="68"/>
                      </a:lnTo>
                      <a:lnTo>
                        <a:pt x="30" y="68"/>
                      </a:lnTo>
                      <a:lnTo>
                        <a:pt x="24" y="66"/>
                      </a:lnTo>
                      <a:lnTo>
                        <a:pt x="22" y="68"/>
                      </a:lnTo>
                      <a:lnTo>
                        <a:pt x="16" y="72"/>
                      </a:lnTo>
                      <a:lnTo>
                        <a:pt x="16" y="72"/>
                      </a:lnTo>
                      <a:lnTo>
                        <a:pt x="20" y="78"/>
                      </a:lnTo>
                      <a:lnTo>
                        <a:pt x="20" y="86"/>
                      </a:lnTo>
                      <a:lnTo>
                        <a:pt x="20" y="86"/>
                      </a:lnTo>
                      <a:lnTo>
                        <a:pt x="22" y="88"/>
                      </a:lnTo>
                      <a:lnTo>
                        <a:pt x="22" y="88"/>
                      </a:lnTo>
                      <a:lnTo>
                        <a:pt x="22" y="88"/>
                      </a:lnTo>
                      <a:lnTo>
                        <a:pt x="24" y="88"/>
                      </a:lnTo>
                      <a:lnTo>
                        <a:pt x="24" y="86"/>
                      </a:lnTo>
                      <a:lnTo>
                        <a:pt x="24" y="86"/>
                      </a:lnTo>
                      <a:lnTo>
                        <a:pt x="28" y="88"/>
                      </a:lnTo>
                      <a:lnTo>
                        <a:pt x="28" y="88"/>
                      </a:lnTo>
                      <a:lnTo>
                        <a:pt x="34" y="88"/>
                      </a:lnTo>
                      <a:lnTo>
                        <a:pt x="34" y="88"/>
                      </a:lnTo>
                      <a:lnTo>
                        <a:pt x="34" y="88"/>
                      </a:lnTo>
                      <a:lnTo>
                        <a:pt x="38" y="88"/>
                      </a:lnTo>
                      <a:lnTo>
                        <a:pt x="38" y="86"/>
                      </a:lnTo>
                      <a:lnTo>
                        <a:pt x="38" y="86"/>
                      </a:lnTo>
                      <a:lnTo>
                        <a:pt x="36" y="84"/>
                      </a:lnTo>
                      <a:lnTo>
                        <a:pt x="36" y="82"/>
                      </a:lnTo>
                      <a:lnTo>
                        <a:pt x="36" y="82"/>
                      </a:lnTo>
                      <a:lnTo>
                        <a:pt x="42" y="82"/>
                      </a:lnTo>
                      <a:lnTo>
                        <a:pt x="46" y="84"/>
                      </a:lnTo>
                      <a:lnTo>
                        <a:pt x="46" y="84"/>
                      </a:lnTo>
                      <a:lnTo>
                        <a:pt x="48" y="80"/>
                      </a:lnTo>
                      <a:lnTo>
                        <a:pt x="42" y="76"/>
                      </a:lnTo>
                      <a:lnTo>
                        <a:pt x="42" y="76"/>
                      </a:lnTo>
                      <a:lnTo>
                        <a:pt x="42" y="74"/>
                      </a:lnTo>
                      <a:lnTo>
                        <a:pt x="42" y="74"/>
                      </a:lnTo>
                      <a:lnTo>
                        <a:pt x="48" y="74"/>
                      </a:lnTo>
                      <a:lnTo>
                        <a:pt x="48" y="74"/>
                      </a:lnTo>
                      <a:lnTo>
                        <a:pt x="54" y="78"/>
                      </a:lnTo>
                      <a:lnTo>
                        <a:pt x="54" y="78"/>
                      </a:lnTo>
                      <a:lnTo>
                        <a:pt x="54" y="68"/>
                      </a:lnTo>
                      <a:lnTo>
                        <a:pt x="54" y="68"/>
                      </a:lnTo>
                      <a:lnTo>
                        <a:pt x="48" y="66"/>
                      </a:lnTo>
                      <a:lnTo>
                        <a:pt x="44" y="62"/>
                      </a:lnTo>
                      <a:lnTo>
                        <a:pt x="44" y="62"/>
                      </a:lnTo>
                      <a:lnTo>
                        <a:pt x="44" y="58"/>
                      </a:lnTo>
                      <a:lnTo>
                        <a:pt x="44" y="58"/>
                      </a:lnTo>
                      <a:lnTo>
                        <a:pt x="42" y="58"/>
                      </a:lnTo>
                      <a:lnTo>
                        <a:pt x="44" y="56"/>
                      </a:lnTo>
                      <a:lnTo>
                        <a:pt x="44" y="56"/>
                      </a:lnTo>
                      <a:lnTo>
                        <a:pt x="46" y="60"/>
                      </a:lnTo>
                      <a:lnTo>
                        <a:pt x="46" y="60"/>
                      </a:lnTo>
                      <a:lnTo>
                        <a:pt x="50" y="64"/>
                      </a:lnTo>
                      <a:lnTo>
                        <a:pt x="50" y="64"/>
                      </a:lnTo>
                      <a:lnTo>
                        <a:pt x="52" y="66"/>
                      </a:lnTo>
                      <a:lnTo>
                        <a:pt x="52" y="66"/>
                      </a:lnTo>
                      <a:lnTo>
                        <a:pt x="58" y="66"/>
                      </a:lnTo>
                      <a:lnTo>
                        <a:pt x="58" y="66"/>
                      </a:lnTo>
                      <a:lnTo>
                        <a:pt x="62" y="68"/>
                      </a:lnTo>
                      <a:lnTo>
                        <a:pt x="62" y="68"/>
                      </a:lnTo>
                      <a:lnTo>
                        <a:pt x="64" y="72"/>
                      </a:lnTo>
                      <a:lnTo>
                        <a:pt x="64" y="72"/>
                      </a:lnTo>
                      <a:lnTo>
                        <a:pt x="64" y="72"/>
                      </a:lnTo>
                      <a:lnTo>
                        <a:pt x="64" y="70"/>
                      </a:lnTo>
                      <a:lnTo>
                        <a:pt x="64" y="68"/>
                      </a:lnTo>
                      <a:lnTo>
                        <a:pt x="58" y="60"/>
                      </a:lnTo>
                      <a:lnTo>
                        <a:pt x="58" y="60"/>
                      </a:lnTo>
                      <a:lnTo>
                        <a:pt x="50" y="58"/>
                      </a:lnTo>
                      <a:lnTo>
                        <a:pt x="50" y="58"/>
                      </a:lnTo>
                      <a:lnTo>
                        <a:pt x="50" y="54"/>
                      </a:lnTo>
                      <a:lnTo>
                        <a:pt x="50" y="54"/>
                      </a:lnTo>
                      <a:lnTo>
                        <a:pt x="46" y="52"/>
                      </a:lnTo>
                      <a:lnTo>
                        <a:pt x="40" y="54"/>
                      </a:lnTo>
                      <a:lnTo>
                        <a:pt x="40" y="54"/>
                      </a:lnTo>
                      <a:lnTo>
                        <a:pt x="42" y="52"/>
                      </a:lnTo>
                      <a:lnTo>
                        <a:pt x="42" y="52"/>
                      </a:lnTo>
                      <a:lnTo>
                        <a:pt x="42" y="52"/>
                      </a:lnTo>
                      <a:lnTo>
                        <a:pt x="40" y="48"/>
                      </a:lnTo>
                      <a:lnTo>
                        <a:pt x="38" y="44"/>
                      </a:lnTo>
                      <a:lnTo>
                        <a:pt x="38" y="44"/>
                      </a:lnTo>
                      <a:lnTo>
                        <a:pt x="42" y="48"/>
                      </a:lnTo>
                      <a:lnTo>
                        <a:pt x="42" y="48"/>
                      </a:lnTo>
                      <a:lnTo>
                        <a:pt x="46" y="48"/>
                      </a:lnTo>
                      <a:lnTo>
                        <a:pt x="44" y="44"/>
                      </a:lnTo>
                      <a:lnTo>
                        <a:pt x="40" y="40"/>
                      </a:lnTo>
                      <a:lnTo>
                        <a:pt x="40" y="40"/>
                      </a:lnTo>
                      <a:lnTo>
                        <a:pt x="40" y="36"/>
                      </a:lnTo>
                      <a:lnTo>
                        <a:pt x="38" y="32"/>
                      </a:lnTo>
                      <a:lnTo>
                        <a:pt x="38" y="32"/>
                      </a:lnTo>
                      <a:lnTo>
                        <a:pt x="36" y="32"/>
                      </a:lnTo>
                      <a:lnTo>
                        <a:pt x="34" y="30"/>
                      </a:lnTo>
                      <a:lnTo>
                        <a:pt x="34" y="30"/>
                      </a:lnTo>
                      <a:lnTo>
                        <a:pt x="36" y="24"/>
                      </a:lnTo>
                      <a:lnTo>
                        <a:pt x="40" y="20"/>
                      </a:lnTo>
                      <a:lnTo>
                        <a:pt x="40" y="20"/>
                      </a:lnTo>
                      <a:lnTo>
                        <a:pt x="42" y="26"/>
                      </a:lnTo>
                      <a:lnTo>
                        <a:pt x="46" y="32"/>
                      </a:lnTo>
                      <a:lnTo>
                        <a:pt x="46" y="32"/>
                      </a:lnTo>
                      <a:lnTo>
                        <a:pt x="50" y="32"/>
                      </a:lnTo>
                      <a:lnTo>
                        <a:pt x="50" y="32"/>
                      </a:lnTo>
                      <a:lnTo>
                        <a:pt x="46" y="28"/>
                      </a:lnTo>
                      <a:lnTo>
                        <a:pt x="46" y="28"/>
                      </a:lnTo>
                      <a:lnTo>
                        <a:pt x="48" y="28"/>
                      </a:lnTo>
                      <a:lnTo>
                        <a:pt x="48" y="26"/>
                      </a:lnTo>
                      <a:lnTo>
                        <a:pt x="48" y="26"/>
                      </a:lnTo>
                      <a:lnTo>
                        <a:pt x="54" y="28"/>
                      </a:lnTo>
                      <a:lnTo>
                        <a:pt x="54" y="28"/>
                      </a:lnTo>
                      <a:lnTo>
                        <a:pt x="54" y="26"/>
                      </a:lnTo>
                      <a:lnTo>
                        <a:pt x="54" y="24"/>
                      </a:lnTo>
                      <a:lnTo>
                        <a:pt x="54" y="24"/>
                      </a:lnTo>
                      <a:lnTo>
                        <a:pt x="58" y="24"/>
                      </a:lnTo>
                      <a:lnTo>
                        <a:pt x="56" y="22"/>
                      </a:lnTo>
                      <a:lnTo>
                        <a:pt x="56" y="22"/>
                      </a:lnTo>
                      <a:lnTo>
                        <a:pt x="52" y="18"/>
                      </a:lnTo>
                      <a:lnTo>
                        <a:pt x="52" y="16"/>
                      </a:lnTo>
                      <a:lnTo>
                        <a:pt x="52" y="14"/>
                      </a:lnTo>
                      <a:lnTo>
                        <a:pt x="62" y="14"/>
                      </a:lnTo>
                      <a:lnTo>
                        <a:pt x="62" y="14"/>
                      </a:lnTo>
                      <a:lnTo>
                        <a:pt x="68" y="16"/>
                      </a:lnTo>
                      <a:lnTo>
                        <a:pt x="68" y="16"/>
                      </a:lnTo>
                      <a:lnTo>
                        <a:pt x="82" y="14"/>
                      </a:lnTo>
                      <a:lnTo>
                        <a:pt x="82" y="14"/>
                      </a:lnTo>
                      <a:lnTo>
                        <a:pt x="82" y="16"/>
                      </a:lnTo>
                      <a:lnTo>
                        <a:pt x="84" y="18"/>
                      </a:lnTo>
                      <a:lnTo>
                        <a:pt x="84" y="18"/>
                      </a:lnTo>
                      <a:lnTo>
                        <a:pt x="86" y="16"/>
                      </a:lnTo>
                      <a:lnTo>
                        <a:pt x="88" y="14"/>
                      </a:lnTo>
                      <a:lnTo>
                        <a:pt x="88" y="10"/>
                      </a:lnTo>
                      <a:lnTo>
                        <a:pt x="88" y="10"/>
                      </a:lnTo>
                      <a:lnTo>
                        <a:pt x="90" y="8"/>
                      </a:lnTo>
                      <a:lnTo>
                        <a:pt x="90" y="10"/>
                      </a:lnTo>
                      <a:lnTo>
                        <a:pt x="94" y="10"/>
                      </a:lnTo>
                      <a:lnTo>
                        <a:pt x="96" y="10"/>
                      </a:lnTo>
                      <a:lnTo>
                        <a:pt x="96" y="10"/>
                      </a:lnTo>
                      <a:lnTo>
                        <a:pt x="98" y="8"/>
                      </a:lnTo>
                      <a:lnTo>
                        <a:pt x="98" y="6"/>
                      </a:lnTo>
                      <a:lnTo>
                        <a:pt x="96" y="4"/>
                      </a:lnTo>
                      <a:lnTo>
                        <a:pt x="92" y="0"/>
                      </a:lnTo>
                      <a:lnTo>
                        <a:pt x="92" y="0"/>
                      </a:lnTo>
                      <a:lnTo>
                        <a:pt x="88" y="0"/>
                      </a:lnTo>
                      <a:lnTo>
                        <a:pt x="86" y="2"/>
                      </a:lnTo>
                      <a:lnTo>
                        <a:pt x="86" y="4"/>
                      </a:lnTo>
                      <a:lnTo>
                        <a:pt x="86" y="4"/>
                      </a:lnTo>
                      <a:lnTo>
                        <a:pt x="88" y="6"/>
                      </a:lnTo>
                      <a:lnTo>
                        <a:pt x="86" y="6"/>
                      </a:lnTo>
                      <a:lnTo>
                        <a:pt x="82" y="6"/>
                      </a:lnTo>
                      <a:lnTo>
                        <a:pt x="82" y="6"/>
                      </a:lnTo>
                      <a:lnTo>
                        <a:pt x="76" y="6"/>
                      </a:lnTo>
                      <a:lnTo>
                        <a:pt x="76" y="6"/>
                      </a:lnTo>
                      <a:lnTo>
                        <a:pt x="76" y="4"/>
                      </a:lnTo>
                      <a:lnTo>
                        <a:pt x="74" y="2"/>
                      </a:lnTo>
                      <a:lnTo>
                        <a:pt x="72" y="2"/>
                      </a:lnTo>
                      <a:lnTo>
                        <a:pt x="72" y="2"/>
                      </a:lnTo>
                      <a:lnTo>
                        <a:pt x="66" y="0"/>
                      </a:lnTo>
                      <a:lnTo>
                        <a:pt x="64" y="2"/>
                      </a:lnTo>
                      <a:lnTo>
                        <a:pt x="62" y="4"/>
                      </a:lnTo>
                      <a:lnTo>
                        <a:pt x="62" y="4"/>
                      </a:lnTo>
                      <a:lnTo>
                        <a:pt x="60" y="8"/>
                      </a:lnTo>
                      <a:lnTo>
                        <a:pt x="56" y="8"/>
                      </a:lnTo>
                      <a:lnTo>
                        <a:pt x="56" y="8"/>
                      </a:lnTo>
                      <a:lnTo>
                        <a:pt x="50" y="6"/>
                      </a:lnTo>
                      <a:lnTo>
                        <a:pt x="46" y="6"/>
                      </a:lnTo>
                      <a:lnTo>
                        <a:pt x="46" y="6"/>
                      </a:lnTo>
                      <a:lnTo>
                        <a:pt x="46" y="6"/>
                      </a:lnTo>
                      <a:lnTo>
                        <a:pt x="44" y="10"/>
                      </a:lnTo>
                      <a:lnTo>
                        <a:pt x="44" y="10"/>
                      </a:lnTo>
                      <a:lnTo>
                        <a:pt x="44" y="12"/>
                      </a:lnTo>
                      <a:lnTo>
                        <a:pt x="44" y="12"/>
                      </a:lnTo>
                      <a:lnTo>
                        <a:pt x="42" y="12"/>
                      </a:lnTo>
                      <a:lnTo>
                        <a:pt x="42" y="12"/>
                      </a:lnTo>
                      <a:lnTo>
                        <a:pt x="38" y="12"/>
                      </a:lnTo>
                      <a:lnTo>
                        <a:pt x="36" y="14"/>
                      </a:lnTo>
                      <a:lnTo>
                        <a:pt x="34" y="14"/>
                      </a:lnTo>
                      <a:lnTo>
                        <a:pt x="34" y="14"/>
                      </a:lnTo>
                      <a:lnTo>
                        <a:pt x="34" y="16"/>
                      </a:lnTo>
                      <a:lnTo>
                        <a:pt x="32" y="16"/>
                      </a:lnTo>
                      <a:lnTo>
                        <a:pt x="32" y="16"/>
                      </a:lnTo>
                      <a:lnTo>
                        <a:pt x="30" y="18"/>
                      </a:lnTo>
                      <a:lnTo>
                        <a:pt x="30" y="18"/>
                      </a:lnTo>
                      <a:lnTo>
                        <a:pt x="28" y="20"/>
                      </a:lnTo>
                      <a:lnTo>
                        <a:pt x="26" y="20"/>
                      </a:lnTo>
                      <a:lnTo>
                        <a:pt x="26" y="20"/>
                      </a:lnTo>
                      <a:lnTo>
                        <a:pt x="14" y="20"/>
                      </a:lnTo>
                      <a:lnTo>
                        <a:pt x="14" y="26"/>
                      </a:lnTo>
                      <a:lnTo>
                        <a:pt x="14" y="26"/>
                      </a:lnTo>
                      <a:lnTo>
                        <a:pt x="12" y="32"/>
                      </a:lnTo>
                      <a:lnTo>
                        <a:pt x="12" y="32"/>
                      </a:lnTo>
                      <a:lnTo>
                        <a:pt x="8" y="34"/>
                      </a:lnTo>
                      <a:lnTo>
                        <a:pt x="8" y="34"/>
                      </a:lnTo>
                      <a:lnTo>
                        <a:pt x="8" y="34"/>
                      </a:lnTo>
                      <a:lnTo>
                        <a:pt x="8" y="36"/>
                      </a:lnTo>
                      <a:lnTo>
                        <a:pt x="8" y="36"/>
                      </a:lnTo>
                      <a:lnTo>
                        <a:pt x="6" y="36"/>
                      </a:lnTo>
                      <a:lnTo>
                        <a:pt x="2" y="36"/>
                      </a:lnTo>
                      <a:close/>
                      <a:moveTo>
                        <a:pt x="50" y="116"/>
                      </a:moveTo>
                      <a:lnTo>
                        <a:pt x="50" y="116"/>
                      </a:lnTo>
                      <a:lnTo>
                        <a:pt x="46" y="118"/>
                      </a:lnTo>
                      <a:lnTo>
                        <a:pt x="46" y="118"/>
                      </a:lnTo>
                      <a:lnTo>
                        <a:pt x="46" y="120"/>
                      </a:lnTo>
                      <a:lnTo>
                        <a:pt x="46" y="120"/>
                      </a:lnTo>
                      <a:lnTo>
                        <a:pt x="56" y="124"/>
                      </a:lnTo>
                      <a:lnTo>
                        <a:pt x="56" y="124"/>
                      </a:lnTo>
                      <a:lnTo>
                        <a:pt x="62" y="124"/>
                      </a:lnTo>
                      <a:lnTo>
                        <a:pt x="62" y="124"/>
                      </a:lnTo>
                      <a:lnTo>
                        <a:pt x="66" y="126"/>
                      </a:lnTo>
                      <a:lnTo>
                        <a:pt x="68" y="128"/>
                      </a:lnTo>
                      <a:lnTo>
                        <a:pt x="72" y="128"/>
                      </a:lnTo>
                      <a:lnTo>
                        <a:pt x="74" y="126"/>
                      </a:lnTo>
                      <a:lnTo>
                        <a:pt x="74" y="126"/>
                      </a:lnTo>
                      <a:lnTo>
                        <a:pt x="78" y="126"/>
                      </a:lnTo>
                      <a:lnTo>
                        <a:pt x="80" y="126"/>
                      </a:lnTo>
                      <a:lnTo>
                        <a:pt x="80" y="126"/>
                      </a:lnTo>
                      <a:lnTo>
                        <a:pt x="84" y="126"/>
                      </a:lnTo>
                      <a:lnTo>
                        <a:pt x="84" y="126"/>
                      </a:lnTo>
                      <a:lnTo>
                        <a:pt x="86" y="124"/>
                      </a:lnTo>
                      <a:lnTo>
                        <a:pt x="84" y="122"/>
                      </a:lnTo>
                      <a:lnTo>
                        <a:pt x="84" y="122"/>
                      </a:lnTo>
                      <a:lnTo>
                        <a:pt x="80" y="122"/>
                      </a:lnTo>
                      <a:lnTo>
                        <a:pt x="80" y="122"/>
                      </a:lnTo>
                      <a:lnTo>
                        <a:pt x="80" y="118"/>
                      </a:lnTo>
                      <a:lnTo>
                        <a:pt x="80" y="118"/>
                      </a:lnTo>
                      <a:lnTo>
                        <a:pt x="78" y="118"/>
                      </a:lnTo>
                      <a:lnTo>
                        <a:pt x="78" y="118"/>
                      </a:lnTo>
                      <a:lnTo>
                        <a:pt x="78" y="120"/>
                      </a:lnTo>
                      <a:lnTo>
                        <a:pt x="78" y="120"/>
                      </a:lnTo>
                      <a:lnTo>
                        <a:pt x="68" y="120"/>
                      </a:lnTo>
                      <a:lnTo>
                        <a:pt x="68" y="120"/>
                      </a:lnTo>
                      <a:lnTo>
                        <a:pt x="58" y="118"/>
                      </a:lnTo>
                      <a:lnTo>
                        <a:pt x="50" y="116"/>
                      </a:lnTo>
                      <a:lnTo>
                        <a:pt x="50" y="116"/>
                      </a:lnTo>
                      <a:close/>
                      <a:moveTo>
                        <a:pt x="40" y="54"/>
                      </a:moveTo>
                      <a:lnTo>
                        <a:pt x="40" y="54"/>
                      </a:lnTo>
                      <a:lnTo>
                        <a:pt x="42" y="56"/>
                      </a:lnTo>
                      <a:lnTo>
                        <a:pt x="42" y="56"/>
                      </a:lnTo>
                      <a:lnTo>
                        <a:pt x="38" y="54"/>
                      </a:lnTo>
                      <a:lnTo>
                        <a:pt x="40" y="54"/>
                      </a:lnTo>
                      <a:lnTo>
                        <a:pt x="40" y="54"/>
                      </a:lnTo>
                      <a:close/>
                      <a:moveTo>
                        <a:pt x="84" y="46"/>
                      </a:moveTo>
                      <a:lnTo>
                        <a:pt x="84" y="46"/>
                      </a:lnTo>
                      <a:lnTo>
                        <a:pt x="82" y="48"/>
                      </a:lnTo>
                      <a:lnTo>
                        <a:pt x="84" y="48"/>
                      </a:lnTo>
                      <a:lnTo>
                        <a:pt x="84" y="48"/>
                      </a:lnTo>
                      <a:lnTo>
                        <a:pt x="84" y="52"/>
                      </a:lnTo>
                      <a:lnTo>
                        <a:pt x="84" y="52"/>
                      </a:lnTo>
                      <a:lnTo>
                        <a:pt x="88" y="52"/>
                      </a:lnTo>
                      <a:lnTo>
                        <a:pt x="88" y="52"/>
                      </a:lnTo>
                      <a:lnTo>
                        <a:pt x="88" y="50"/>
                      </a:lnTo>
                      <a:lnTo>
                        <a:pt x="88" y="50"/>
                      </a:lnTo>
                      <a:lnTo>
                        <a:pt x="88" y="46"/>
                      </a:lnTo>
                      <a:lnTo>
                        <a:pt x="88" y="46"/>
                      </a:lnTo>
                      <a:lnTo>
                        <a:pt x="84" y="46"/>
                      </a:lnTo>
                      <a:lnTo>
                        <a:pt x="84" y="46"/>
                      </a:lnTo>
                      <a:close/>
                      <a:moveTo>
                        <a:pt x="0" y="36"/>
                      </a:moveTo>
                      <a:lnTo>
                        <a:pt x="0" y="36"/>
                      </a:lnTo>
                      <a:lnTo>
                        <a:pt x="0" y="40"/>
                      </a:lnTo>
                      <a:lnTo>
                        <a:pt x="0" y="40"/>
                      </a:lnTo>
                      <a:lnTo>
                        <a:pt x="0" y="40"/>
                      </a:lnTo>
                      <a:lnTo>
                        <a:pt x="2" y="40"/>
                      </a:lnTo>
                      <a:lnTo>
                        <a:pt x="0" y="36"/>
                      </a:lnTo>
                      <a:lnTo>
                        <a:pt x="0"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8" name="Freeform 183">
                  <a:extLst>
                    <a:ext uri="{FF2B5EF4-FFF2-40B4-BE49-F238E27FC236}">
                      <a16:creationId xmlns:a16="http://schemas.microsoft.com/office/drawing/2014/main" id="{E545560D-2295-E44F-B8C0-634E9C246D4D}"/>
                    </a:ext>
                  </a:extLst>
                </p:cNvPr>
                <p:cNvSpPr>
                  <a:spLocks/>
                </p:cNvSpPr>
                <p:nvPr/>
              </p:nvSpPr>
              <p:spPr bwMode="auto">
                <a:xfrm>
                  <a:off x="6046198" y="2409315"/>
                  <a:ext cx="236785" cy="312367"/>
                </a:xfrm>
                <a:custGeom>
                  <a:avLst/>
                  <a:gdLst>
                    <a:gd name="T0" fmla="*/ 113 w 121"/>
                    <a:gd name="T1" fmla="*/ 20 h 156"/>
                    <a:gd name="T2" fmla="*/ 107 w 121"/>
                    <a:gd name="T3" fmla="*/ 18 h 156"/>
                    <a:gd name="T4" fmla="*/ 93 w 121"/>
                    <a:gd name="T5" fmla="*/ 14 h 156"/>
                    <a:gd name="T6" fmla="*/ 89 w 121"/>
                    <a:gd name="T7" fmla="*/ 22 h 156"/>
                    <a:gd name="T8" fmla="*/ 83 w 121"/>
                    <a:gd name="T9" fmla="*/ 24 h 156"/>
                    <a:gd name="T10" fmla="*/ 83 w 121"/>
                    <a:gd name="T11" fmla="*/ 26 h 156"/>
                    <a:gd name="T12" fmla="*/ 71 w 121"/>
                    <a:gd name="T13" fmla="*/ 18 h 156"/>
                    <a:gd name="T14" fmla="*/ 62 w 121"/>
                    <a:gd name="T15" fmla="*/ 12 h 156"/>
                    <a:gd name="T16" fmla="*/ 58 w 121"/>
                    <a:gd name="T17" fmla="*/ 6 h 156"/>
                    <a:gd name="T18" fmla="*/ 64 w 121"/>
                    <a:gd name="T19" fmla="*/ 2 h 156"/>
                    <a:gd name="T20" fmla="*/ 62 w 121"/>
                    <a:gd name="T21" fmla="*/ 0 h 156"/>
                    <a:gd name="T22" fmla="*/ 56 w 121"/>
                    <a:gd name="T23" fmla="*/ 2 h 156"/>
                    <a:gd name="T24" fmla="*/ 42 w 121"/>
                    <a:gd name="T25" fmla="*/ 6 h 156"/>
                    <a:gd name="T26" fmla="*/ 46 w 121"/>
                    <a:gd name="T27" fmla="*/ 12 h 156"/>
                    <a:gd name="T28" fmla="*/ 46 w 121"/>
                    <a:gd name="T29" fmla="*/ 20 h 156"/>
                    <a:gd name="T30" fmla="*/ 44 w 121"/>
                    <a:gd name="T31" fmla="*/ 28 h 156"/>
                    <a:gd name="T32" fmla="*/ 40 w 121"/>
                    <a:gd name="T33" fmla="*/ 38 h 156"/>
                    <a:gd name="T34" fmla="*/ 26 w 121"/>
                    <a:gd name="T35" fmla="*/ 38 h 156"/>
                    <a:gd name="T36" fmla="*/ 28 w 121"/>
                    <a:gd name="T37" fmla="*/ 46 h 156"/>
                    <a:gd name="T38" fmla="*/ 24 w 121"/>
                    <a:gd name="T39" fmla="*/ 56 h 156"/>
                    <a:gd name="T40" fmla="*/ 24 w 121"/>
                    <a:gd name="T41" fmla="*/ 60 h 156"/>
                    <a:gd name="T42" fmla="*/ 18 w 121"/>
                    <a:gd name="T43" fmla="*/ 64 h 156"/>
                    <a:gd name="T44" fmla="*/ 12 w 121"/>
                    <a:gd name="T45" fmla="*/ 66 h 156"/>
                    <a:gd name="T46" fmla="*/ 4 w 121"/>
                    <a:gd name="T47" fmla="*/ 70 h 156"/>
                    <a:gd name="T48" fmla="*/ 6 w 121"/>
                    <a:gd name="T49" fmla="*/ 88 h 156"/>
                    <a:gd name="T50" fmla="*/ 4 w 121"/>
                    <a:gd name="T51" fmla="*/ 90 h 156"/>
                    <a:gd name="T52" fmla="*/ 6 w 121"/>
                    <a:gd name="T53" fmla="*/ 96 h 156"/>
                    <a:gd name="T54" fmla="*/ 8 w 121"/>
                    <a:gd name="T55" fmla="*/ 104 h 156"/>
                    <a:gd name="T56" fmla="*/ 10 w 121"/>
                    <a:gd name="T57" fmla="*/ 110 h 156"/>
                    <a:gd name="T58" fmla="*/ 10 w 121"/>
                    <a:gd name="T59" fmla="*/ 118 h 156"/>
                    <a:gd name="T60" fmla="*/ 20 w 121"/>
                    <a:gd name="T61" fmla="*/ 118 h 156"/>
                    <a:gd name="T62" fmla="*/ 28 w 121"/>
                    <a:gd name="T63" fmla="*/ 120 h 156"/>
                    <a:gd name="T64" fmla="*/ 34 w 121"/>
                    <a:gd name="T65" fmla="*/ 124 h 156"/>
                    <a:gd name="T66" fmla="*/ 32 w 121"/>
                    <a:gd name="T67" fmla="*/ 138 h 156"/>
                    <a:gd name="T68" fmla="*/ 34 w 121"/>
                    <a:gd name="T69" fmla="*/ 152 h 156"/>
                    <a:gd name="T70" fmla="*/ 42 w 121"/>
                    <a:gd name="T71" fmla="*/ 146 h 156"/>
                    <a:gd name="T72" fmla="*/ 50 w 121"/>
                    <a:gd name="T73" fmla="*/ 148 h 156"/>
                    <a:gd name="T74" fmla="*/ 68 w 121"/>
                    <a:gd name="T75" fmla="*/ 150 h 156"/>
                    <a:gd name="T76" fmla="*/ 75 w 121"/>
                    <a:gd name="T77" fmla="*/ 150 h 156"/>
                    <a:gd name="T78" fmla="*/ 83 w 121"/>
                    <a:gd name="T79" fmla="*/ 144 h 156"/>
                    <a:gd name="T80" fmla="*/ 91 w 121"/>
                    <a:gd name="T81" fmla="*/ 146 h 156"/>
                    <a:gd name="T82" fmla="*/ 99 w 121"/>
                    <a:gd name="T83" fmla="*/ 150 h 156"/>
                    <a:gd name="T84" fmla="*/ 97 w 121"/>
                    <a:gd name="T85" fmla="*/ 140 h 156"/>
                    <a:gd name="T86" fmla="*/ 99 w 121"/>
                    <a:gd name="T87" fmla="*/ 136 h 156"/>
                    <a:gd name="T88" fmla="*/ 103 w 121"/>
                    <a:gd name="T89" fmla="*/ 132 h 156"/>
                    <a:gd name="T90" fmla="*/ 109 w 121"/>
                    <a:gd name="T91" fmla="*/ 124 h 156"/>
                    <a:gd name="T92" fmla="*/ 101 w 121"/>
                    <a:gd name="T93" fmla="*/ 118 h 156"/>
                    <a:gd name="T94" fmla="*/ 97 w 121"/>
                    <a:gd name="T95" fmla="*/ 110 h 156"/>
                    <a:gd name="T96" fmla="*/ 89 w 121"/>
                    <a:gd name="T97" fmla="*/ 98 h 156"/>
                    <a:gd name="T98" fmla="*/ 91 w 121"/>
                    <a:gd name="T99" fmla="*/ 92 h 156"/>
                    <a:gd name="T100" fmla="*/ 101 w 121"/>
                    <a:gd name="T101" fmla="*/ 86 h 156"/>
                    <a:gd name="T102" fmla="*/ 121 w 121"/>
                    <a:gd name="T103" fmla="*/ 82 h 156"/>
                    <a:gd name="T104" fmla="*/ 119 w 121"/>
                    <a:gd name="T105" fmla="*/ 60 h 156"/>
                    <a:gd name="T106" fmla="*/ 119 w 121"/>
                    <a:gd name="T107" fmla="*/ 46 h 156"/>
                    <a:gd name="T108" fmla="*/ 115 w 121"/>
                    <a:gd name="T109" fmla="*/ 38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1" h="156">
                      <a:moveTo>
                        <a:pt x="117" y="22"/>
                      </a:moveTo>
                      <a:lnTo>
                        <a:pt x="117" y="22"/>
                      </a:lnTo>
                      <a:lnTo>
                        <a:pt x="113" y="20"/>
                      </a:lnTo>
                      <a:lnTo>
                        <a:pt x="113" y="20"/>
                      </a:lnTo>
                      <a:lnTo>
                        <a:pt x="113" y="18"/>
                      </a:lnTo>
                      <a:lnTo>
                        <a:pt x="113" y="18"/>
                      </a:lnTo>
                      <a:lnTo>
                        <a:pt x="109" y="18"/>
                      </a:lnTo>
                      <a:lnTo>
                        <a:pt x="107" y="18"/>
                      </a:lnTo>
                      <a:lnTo>
                        <a:pt x="107" y="18"/>
                      </a:lnTo>
                      <a:lnTo>
                        <a:pt x="101" y="16"/>
                      </a:lnTo>
                      <a:lnTo>
                        <a:pt x="101" y="16"/>
                      </a:lnTo>
                      <a:lnTo>
                        <a:pt x="93" y="14"/>
                      </a:lnTo>
                      <a:lnTo>
                        <a:pt x="93" y="14"/>
                      </a:lnTo>
                      <a:lnTo>
                        <a:pt x="91" y="18"/>
                      </a:lnTo>
                      <a:lnTo>
                        <a:pt x="89" y="22"/>
                      </a:lnTo>
                      <a:lnTo>
                        <a:pt x="89" y="22"/>
                      </a:lnTo>
                      <a:lnTo>
                        <a:pt x="87" y="22"/>
                      </a:lnTo>
                      <a:lnTo>
                        <a:pt x="83" y="22"/>
                      </a:lnTo>
                      <a:lnTo>
                        <a:pt x="83" y="22"/>
                      </a:lnTo>
                      <a:lnTo>
                        <a:pt x="83" y="24"/>
                      </a:lnTo>
                      <a:lnTo>
                        <a:pt x="83" y="24"/>
                      </a:lnTo>
                      <a:lnTo>
                        <a:pt x="83" y="26"/>
                      </a:lnTo>
                      <a:lnTo>
                        <a:pt x="83" y="26"/>
                      </a:lnTo>
                      <a:lnTo>
                        <a:pt x="83" y="26"/>
                      </a:lnTo>
                      <a:lnTo>
                        <a:pt x="75" y="24"/>
                      </a:lnTo>
                      <a:lnTo>
                        <a:pt x="75" y="24"/>
                      </a:lnTo>
                      <a:lnTo>
                        <a:pt x="75" y="20"/>
                      </a:lnTo>
                      <a:lnTo>
                        <a:pt x="71" y="18"/>
                      </a:lnTo>
                      <a:lnTo>
                        <a:pt x="71" y="18"/>
                      </a:lnTo>
                      <a:lnTo>
                        <a:pt x="66" y="20"/>
                      </a:lnTo>
                      <a:lnTo>
                        <a:pt x="66" y="20"/>
                      </a:lnTo>
                      <a:lnTo>
                        <a:pt x="62" y="12"/>
                      </a:lnTo>
                      <a:lnTo>
                        <a:pt x="62" y="12"/>
                      </a:lnTo>
                      <a:lnTo>
                        <a:pt x="62" y="8"/>
                      </a:lnTo>
                      <a:lnTo>
                        <a:pt x="62" y="8"/>
                      </a:lnTo>
                      <a:lnTo>
                        <a:pt x="58" y="6"/>
                      </a:lnTo>
                      <a:lnTo>
                        <a:pt x="58" y="6"/>
                      </a:lnTo>
                      <a:lnTo>
                        <a:pt x="60" y="4"/>
                      </a:lnTo>
                      <a:lnTo>
                        <a:pt x="60" y="4"/>
                      </a:lnTo>
                      <a:lnTo>
                        <a:pt x="64" y="2"/>
                      </a:lnTo>
                      <a:lnTo>
                        <a:pt x="64" y="2"/>
                      </a:lnTo>
                      <a:lnTo>
                        <a:pt x="64" y="0"/>
                      </a:lnTo>
                      <a:lnTo>
                        <a:pt x="62" y="0"/>
                      </a:lnTo>
                      <a:lnTo>
                        <a:pt x="62" y="0"/>
                      </a:lnTo>
                      <a:lnTo>
                        <a:pt x="60" y="2"/>
                      </a:lnTo>
                      <a:lnTo>
                        <a:pt x="60" y="2"/>
                      </a:lnTo>
                      <a:lnTo>
                        <a:pt x="56" y="2"/>
                      </a:lnTo>
                      <a:lnTo>
                        <a:pt x="56" y="2"/>
                      </a:lnTo>
                      <a:lnTo>
                        <a:pt x="56" y="0"/>
                      </a:lnTo>
                      <a:lnTo>
                        <a:pt x="44" y="0"/>
                      </a:lnTo>
                      <a:lnTo>
                        <a:pt x="44" y="0"/>
                      </a:lnTo>
                      <a:lnTo>
                        <a:pt x="42" y="6"/>
                      </a:lnTo>
                      <a:lnTo>
                        <a:pt x="44" y="6"/>
                      </a:lnTo>
                      <a:lnTo>
                        <a:pt x="44" y="6"/>
                      </a:lnTo>
                      <a:lnTo>
                        <a:pt x="46" y="12"/>
                      </a:lnTo>
                      <a:lnTo>
                        <a:pt x="46" y="12"/>
                      </a:lnTo>
                      <a:lnTo>
                        <a:pt x="46" y="12"/>
                      </a:lnTo>
                      <a:lnTo>
                        <a:pt x="46" y="12"/>
                      </a:lnTo>
                      <a:lnTo>
                        <a:pt x="46" y="18"/>
                      </a:lnTo>
                      <a:lnTo>
                        <a:pt x="46" y="20"/>
                      </a:lnTo>
                      <a:lnTo>
                        <a:pt x="46" y="24"/>
                      </a:lnTo>
                      <a:lnTo>
                        <a:pt x="50" y="28"/>
                      </a:lnTo>
                      <a:lnTo>
                        <a:pt x="50" y="28"/>
                      </a:lnTo>
                      <a:lnTo>
                        <a:pt x="44" y="28"/>
                      </a:lnTo>
                      <a:lnTo>
                        <a:pt x="44" y="28"/>
                      </a:lnTo>
                      <a:lnTo>
                        <a:pt x="42" y="34"/>
                      </a:lnTo>
                      <a:lnTo>
                        <a:pt x="40" y="38"/>
                      </a:lnTo>
                      <a:lnTo>
                        <a:pt x="40" y="38"/>
                      </a:lnTo>
                      <a:lnTo>
                        <a:pt x="36" y="34"/>
                      </a:lnTo>
                      <a:lnTo>
                        <a:pt x="36" y="34"/>
                      </a:lnTo>
                      <a:lnTo>
                        <a:pt x="30" y="36"/>
                      </a:lnTo>
                      <a:lnTo>
                        <a:pt x="26" y="38"/>
                      </a:lnTo>
                      <a:lnTo>
                        <a:pt x="26" y="40"/>
                      </a:lnTo>
                      <a:lnTo>
                        <a:pt x="30" y="46"/>
                      </a:lnTo>
                      <a:lnTo>
                        <a:pt x="28" y="46"/>
                      </a:lnTo>
                      <a:lnTo>
                        <a:pt x="28" y="46"/>
                      </a:lnTo>
                      <a:lnTo>
                        <a:pt x="28" y="52"/>
                      </a:lnTo>
                      <a:lnTo>
                        <a:pt x="26" y="54"/>
                      </a:lnTo>
                      <a:lnTo>
                        <a:pt x="24" y="56"/>
                      </a:lnTo>
                      <a:lnTo>
                        <a:pt x="24" y="56"/>
                      </a:lnTo>
                      <a:lnTo>
                        <a:pt x="22" y="56"/>
                      </a:lnTo>
                      <a:lnTo>
                        <a:pt x="22" y="56"/>
                      </a:lnTo>
                      <a:lnTo>
                        <a:pt x="24" y="60"/>
                      </a:lnTo>
                      <a:lnTo>
                        <a:pt x="24" y="60"/>
                      </a:lnTo>
                      <a:lnTo>
                        <a:pt x="24" y="62"/>
                      </a:lnTo>
                      <a:lnTo>
                        <a:pt x="22" y="62"/>
                      </a:lnTo>
                      <a:lnTo>
                        <a:pt x="18" y="64"/>
                      </a:lnTo>
                      <a:lnTo>
                        <a:pt x="18" y="64"/>
                      </a:lnTo>
                      <a:lnTo>
                        <a:pt x="18" y="66"/>
                      </a:lnTo>
                      <a:lnTo>
                        <a:pt x="16" y="68"/>
                      </a:lnTo>
                      <a:lnTo>
                        <a:pt x="12" y="66"/>
                      </a:lnTo>
                      <a:lnTo>
                        <a:pt x="12" y="66"/>
                      </a:lnTo>
                      <a:lnTo>
                        <a:pt x="8" y="66"/>
                      </a:lnTo>
                      <a:lnTo>
                        <a:pt x="6" y="66"/>
                      </a:lnTo>
                      <a:lnTo>
                        <a:pt x="4" y="70"/>
                      </a:lnTo>
                      <a:lnTo>
                        <a:pt x="4" y="70"/>
                      </a:lnTo>
                      <a:lnTo>
                        <a:pt x="0" y="84"/>
                      </a:lnTo>
                      <a:lnTo>
                        <a:pt x="0" y="84"/>
                      </a:lnTo>
                      <a:lnTo>
                        <a:pt x="2" y="86"/>
                      </a:lnTo>
                      <a:lnTo>
                        <a:pt x="6" y="88"/>
                      </a:lnTo>
                      <a:lnTo>
                        <a:pt x="6" y="88"/>
                      </a:lnTo>
                      <a:lnTo>
                        <a:pt x="6" y="88"/>
                      </a:lnTo>
                      <a:lnTo>
                        <a:pt x="4" y="88"/>
                      </a:lnTo>
                      <a:lnTo>
                        <a:pt x="4" y="90"/>
                      </a:lnTo>
                      <a:lnTo>
                        <a:pt x="4" y="92"/>
                      </a:lnTo>
                      <a:lnTo>
                        <a:pt x="4" y="92"/>
                      </a:lnTo>
                      <a:lnTo>
                        <a:pt x="6" y="94"/>
                      </a:lnTo>
                      <a:lnTo>
                        <a:pt x="6" y="96"/>
                      </a:lnTo>
                      <a:lnTo>
                        <a:pt x="6" y="100"/>
                      </a:lnTo>
                      <a:lnTo>
                        <a:pt x="6" y="100"/>
                      </a:lnTo>
                      <a:lnTo>
                        <a:pt x="6" y="102"/>
                      </a:lnTo>
                      <a:lnTo>
                        <a:pt x="8" y="104"/>
                      </a:lnTo>
                      <a:lnTo>
                        <a:pt x="8" y="104"/>
                      </a:lnTo>
                      <a:lnTo>
                        <a:pt x="10" y="106"/>
                      </a:lnTo>
                      <a:lnTo>
                        <a:pt x="10" y="106"/>
                      </a:lnTo>
                      <a:lnTo>
                        <a:pt x="10" y="110"/>
                      </a:lnTo>
                      <a:lnTo>
                        <a:pt x="10" y="110"/>
                      </a:lnTo>
                      <a:lnTo>
                        <a:pt x="8" y="112"/>
                      </a:lnTo>
                      <a:lnTo>
                        <a:pt x="8" y="116"/>
                      </a:lnTo>
                      <a:lnTo>
                        <a:pt x="10" y="118"/>
                      </a:lnTo>
                      <a:lnTo>
                        <a:pt x="10" y="118"/>
                      </a:lnTo>
                      <a:lnTo>
                        <a:pt x="14" y="116"/>
                      </a:lnTo>
                      <a:lnTo>
                        <a:pt x="18" y="116"/>
                      </a:lnTo>
                      <a:lnTo>
                        <a:pt x="20" y="118"/>
                      </a:lnTo>
                      <a:lnTo>
                        <a:pt x="20" y="118"/>
                      </a:lnTo>
                      <a:lnTo>
                        <a:pt x="22" y="120"/>
                      </a:lnTo>
                      <a:lnTo>
                        <a:pt x="24" y="122"/>
                      </a:lnTo>
                      <a:lnTo>
                        <a:pt x="28" y="120"/>
                      </a:lnTo>
                      <a:lnTo>
                        <a:pt x="28" y="120"/>
                      </a:lnTo>
                      <a:lnTo>
                        <a:pt x="34" y="122"/>
                      </a:lnTo>
                      <a:lnTo>
                        <a:pt x="34" y="122"/>
                      </a:lnTo>
                      <a:lnTo>
                        <a:pt x="34" y="124"/>
                      </a:lnTo>
                      <a:lnTo>
                        <a:pt x="34" y="130"/>
                      </a:lnTo>
                      <a:lnTo>
                        <a:pt x="34" y="130"/>
                      </a:lnTo>
                      <a:lnTo>
                        <a:pt x="32" y="134"/>
                      </a:lnTo>
                      <a:lnTo>
                        <a:pt x="32" y="138"/>
                      </a:lnTo>
                      <a:lnTo>
                        <a:pt x="32" y="138"/>
                      </a:lnTo>
                      <a:lnTo>
                        <a:pt x="32" y="144"/>
                      </a:lnTo>
                      <a:lnTo>
                        <a:pt x="32" y="148"/>
                      </a:lnTo>
                      <a:lnTo>
                        <a:pt x="34" y="152"/>
                      </a:lnTo>
                      <a:lnTo>
                        <a:pt x="34" y="152"/>
                      </a:lnTo>
                      <a:lnTo>
                        <a:pt x="40" y="148"/>
                      </a:lnTo>
                      <a:lnTo>
                        <a:pt x="40" y="148"/>
                      </a:lnTo>
                      <a:lnTo>
                        <a:pt x="42" y="146"/>
                      </a:lnTo>
                      <a:lnTo>
                        <a:pt x="44" y="146"/>
                      </a:lnTo>
                      <a:lnTo>
                        <a:pt x="46" y="146"/>
                      </a:lnTo>
                      <a:lnTo>
                        <a:pt x="46" y="146"/>
                      </a:lnTo>
                      <a:lnTo>
                        <a:pt x="50" y="148"/>
                      </a:lnTo>
                      <a:lnTo>
                        <a:pt x="62" y="156"/>
                      </a:lnTo>
                      <a:lnTo>
                        <a:pt x="62" y="156"/>
                      </a:lnTo>
                      <a:lnTo>
                        <a:pt x="64" y="152"/>
                      </a:lnTo>
                      <a:lnTo>
                        <a:pt x="68" y="150"/>
                      </a:lnTo>
                      <a:lnTo>
                        <a:pt x="68" y="150"/>
                      </a:lnTo>
                      <a:lnTo>
                        <a:pt x="71" y="150"/>
                      </a:lnTo>
                      <a:lnTo>
                        <a:pt x="75" y="150"/>
                      </a:lnTo>
                      <a:lnTo>
                        <a:pt x="75" y="150"/>
                      </a:lnTo>
                      <a:lnTo>
                        <a:pt x="79" y="148"/>
                      </a:lnTo>
                      <a:lnTo>
                        <a:pt x="81" y="144"/>
                      </a:lnTo>
                      <a:lnTo>
                        <a:pt x="81" y="144"/>
                      </a:lnTo>
                      <a:lnTo>
                        <a:pt x="83" y="144"/>
                      </a:lnTo>
                      <a:lnTo>
                        <a:pt x="85" y="146"/>
                      </a:lnTo>
                      <a:lnTo>
                        <a:pt x="89" y="146"/>
                      </a:lnTo>
                      <a:lnTo>
                        <a:pt x="89" y="146"/>
                      </a:lnTo>
                      <a:lnTo>
                        <a:pt x="91" y="146"/>
                      </a:lnTo>
                      <a:lnTo>
                        <a:pt x="93" y="146"/>
                      </a:lnTo>
                      <a:lnTo>
                        <a:pt x="95" y="150"/>
                      </a:lnTo>
                      <a:lnTo>
                        <a:pt x="95" y="150"/>
                      </a:lnTo>
                      <a:lnTo>
                        <a:pt x="99" y="150"/>
                      </a:lnTo>
                      <a:lnTo>
                        <a:pt x="99" y="144"/>
                      </a:lnTo>
                      <a:lnTo>
                        <a:pt x="99" y="144"/>
                      </a:lnTo>
                      <a:lnTo>
                        <a:pt x="97" y="142"/>
                      </a:lnTo>
                      <a:lnTo>
                        <a:pt x="97" y="140"/>
                      </a:lnTo>
                      <a:lnTo>
                        <a:pt x="95" y="140"/>
                      </a:lnTo>
                      <a:lnTo>
                        <a:pt x="95" y="140"/>
                      </a:lnTo>
                      <a:lnTo>
                        <a:pt x="95" y="138"/>
                      </a:lnTo>
                      <a:lnTo>
                        <a:pt x="99" y="136"/>
                      </a:lnTo>
                      <a:lnTo>
                        <a:pt x="99" y="136"/>
                      </a:lnTo>
                      <a:lnTo>
                        <a:pt x="103" y="134"/>
                      </a:lnTo>
                      <a:lnTo>
                        <a:pt x="103" y="132"/>
                      </a:lnTo>
                      <a:lnTo>
                        <a:pt x="103" y="132"/>
                      </a:lnTo>
                      <a:lnTo>
                        <a:pt x="105" y="128"/>
                      </a:lnTo>
                      <a:lnTo>
                        <a:pt x="107" y="126"/>
                      </a:lnTo>
                      <a:lnTo>
                        <a:pt x="109" y="124"/>
                      </a:lnTo>
                      <a:lnTo>
                        <a:pt x="109" y="124"/>
                      </a:lnTo>
                      <a:lnTo>
                        <a:pt x="105" y="120"/>
                      </a:lnTo>
                      <a:lnTo>
                        <a:pt x="105" y="120"/>
                      </a:lnTo>
                      <a:lnTo>
                        <a:pt x="103" y="118"/>
                      </a:lnTo>
                      <a:lnTo>
                        <a:pt x="101" y="118"/>
                      </a:lnTo>
                      <a:lnTo>
                        <a:pt x="99" y="118"/>
                      </a:lnTo>
                      <a:lnTo>
                        <a:pt x="97" y="114"/>
                      </a:lnTo>
                      <a:lnTo>
                        <a:pt x="97" y="114"/>
                      </a:lnTo>
                      <a:lnTo>
                        <a:pt x="97" y="110"/>
                      </a:lnTo>
                      <a:lnTo>
                        <a:pt x="95" y="106"/>
                      </a:lnTo>
                      <a:lnTo>
                        <a:pt x="95" y="106"/>
                      </a:lnTo>
                      <a:lnTo>
                        <a:pt x="93" y="102"/>
                      </a:lnTo>
                      <a:lnTo>
                        <a:pt x="89" y="98"/>
                      </a:lnTo>
                      <a:lnTo>
                        <a:pt x="89" y="98"/>
                      </a:lnTo>
                      <a:lnTo>
                        <a:pt x="89" y="94"/>
                      </a:lnTo>
                      <a:lnTo>
                        <a:pt x="91" y="92"/>
                      </a:lnTo>
                      <a:lnTo>
                        <a:pt x="91" y="92"/>
                      </a:lnTo>
                      <a:lnTo>
                        <a:pt x="95" y="92"/>
                      </a:lnTo>
                      <a:lnTo>
                        <a:pt x="99" y="90"/>
                      </a:lnTo>
                      <a:lnTo>
                        <a:pt x="99" y="90"/>
                      </a:lnTo>
                      <a:lnTo>
                        <a:pt x="101" y="86"/>
                      </a:lnTo>
                      <a:lnTo>
                        <a:pt x="107" y="84"/>
                      </a:lnTo>
                      <a:lnTo>
                        <a:pt x="107" y="84"/>
                      </a:lnTo>
                      <a:lnTo>
                        <a:pt x="115" y="78"/>
                      </a:lnTo>
                      <a:lnTo>
                        <a:pt x="121" y="82"/>
                      </a:lnTo>
                      <a:lnTo>
                        <a:pt x="121" y="82"/>
                      </a:lnTo>
                      <a:lnTo>
                        <a:pt x="119" y="64"/>
                      </a:lnTo>
                      <a:lnTo>
                        <a:pt x="119" y="64"/>
                      </a:lnTo>
                      <a:lnTo>
                        <a:pt x="119" y="60"/>
                      </a:lnTo>
                      <a:lnTo>
                        <a:pt x="117" y="56"/>
                      </a:lnTo>
                      <a:lnTo>
                        <a:pt x="117" y="56"/>
                      </a:lnTo>
                      <a:lnTo>
                        <a:pt x="119" y="46"/>
                      </a:lnTo>
                      <a:lnTo>
                        <a:pt x="119" y="46"/>
                      </a:lnTo>
                      <a:lnTo>
                        <a:pt x="117" y="44"/>
                      </a:lnTo>
                      <a:lnTo>
                        <a:pt x="115" y="40"/>
                      </a:lnTo>
                      <a:lnTo>
                        <a:pt x="115" y="38"/>
                      </a:lnTo>
                      <a:lnTo>
                        <a:pt x="115" y="38"/>
                      </a:lnTo>
                      <a:lnTo>
                        <a:pt x="117" y="28"/>
                      </a:lnTo>
                      <a:lnTo>
                        <a:pt x="117" y="22"/>
                      </a:lnTo>
                      <a:lnTo>
                        <a:pt x="117" y="2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9" name="Freeform 188">
                  <a:extLst>
                    <a:ext uri="{FF2B5EF4-FFF2-40B4-BE49-F238E27FC236}">
                      <a16:creationId xmlns:a16="http://schemas.microsoft.com/office/drawing/2014/main" id="{0ECC6AE4-CF55-0C48-B8AF-C4A6552347DF}"/>
                    </a:ext>
                  </a:extLst>
                </p:cNvPr>
                <p:cNvSpPr>
                  <a:spLocks noEditPoints="1"/>
                </p:cNvSpPr>
                <p:nvPr/>
              </p:nvSpPr>
              <p:spPr bwMode="auto">
                <a:xfrm>
                  <a:off x="5772231" y="2565499"/>
                  <a:ext cx="379639" cy="388457"/>
                </a:xfrm>
                <a:custGeom>
                  <a:avLst/>
                  <a:gdLst>
                    <a:gd name="T0" fmla="*/ 172 w 194"/>
                    <a:gd name="T1" fmla="*/ 66 h 194"/>
                    <a:gd name="T2" fmla="*/ 168 w 194"/>
                    <a:gd name="T3" fmla="*/ 74 h 194"/>
                    <a:gd name="T4" fmla="*/ 166 w 194"/>
                    <a:gd name="T5" fmla="*/ 78 h 194"/>
                    <a:gd name="T6" fmla="*/ 154 w 194"/>
                    <a:gd name="T7" fmla="*/ 90 h 194"/>
                    <a:gd name="T8" fmla="*/ 148 w 194"/>
                    <a:gd name="T9" fmla="*/ 106 h 194"/>
                    <a:gd name="T10" fmla="*/ 156 w 194"/>
                    <a:gd name="T11" fmla="*/ 108 h 194"/>
                    <a:gd name="T12" fmla="*/ 162 w 194"/>
                    <a:gd name="T13" fmla="*/ 118 h 194"/>
                    <a:gd name="T14" fmla="*/ 154 w 194"/>
                    <a:gd name="T15" fmla="*/ 124 h 194"/>
                    <a:gd name="T16" fmla="*/ 158 w 194"/>
                    <a:gd name="T17" fmla="*/ 134 h 194"/>
                    <a:gd name="T18" fmla="*/ 164 w 194"/>
                    <a:gd name="T19" fmla="*/ 142 h 194"/>
                    <a:gd name="T20" fmla="*/ 160 w 194"/>
                    <a:gd name="T21" fmla="*/ 148 h 194"/>
                    <a:gd name="T22" fmla="*/ 158 w 194"/>
                    <a:gd name="T23" fmla="*/ 152 h 194"/>
                    <a:gd name="T24" fmla="*/ 144 w 194"/>
                    <a:gd name="T25" fmla="*/ 160 h 194"/>
                    <a:gd name="T26" fmla="*/ 134 w 194"/>
                    <a:gd name="T27" fmla="*/ 152 h 194"/>
                    <a:gd name="T28" fmla="*/ 124 w 194"/>
                    <a:gd name="T29" fmla="*/ 152 h 194"/>
                    <a:gd name="T30" fmla="*/ 112 w 194"/>
                    <a:gd name="T31" fmla="*/ 160 h 194"/>
                    <a:gd name="T32" fmla="*/ 102 w 194"/>
                    <a:gd name="T33" fmla="*/ 172 h 194"/>
                    <a:gd name="T34" fmla="*/ 90 w 194"/>
                    <a:gd name="T35" fmla="*/ 172 h 194"/>
                    <a:gd name="T36" fmla="*/ 76 w 194"/>
                    <a:gd name="T37" fmla="*/ 170 h 194"/>
                    <a:gd name="T38" fmla="*/ 64 w 194"/>
                    <a:gd name="T39" fmla="*/ 168 h 194"/>
                    <a:gd name="T40" fmla="*/ 48 w 194"/>
                    <a:gd name="T41" fmla="*/ 164 h 194"/>
                    <a:gd name="T42" fmla="*/ 42 w 194"/>
                    <a:gd name="T43" fmla="*/ 156 h 194"/>
                    <a:gd name="T44" fmla="*/ 52 w 194"/>
                    <a:gd name="T45" fmla="*/ 140 h 194"/>
                    <a:gd name="T46" fmla="*/ 52 w 194"/>
                    <a:gd name="T47" fmla="*/ 130 h 194"/>
                    <a:gd name="T48" fmla="*/ 52 w 194"/>
                    <a:gd name="T49" fmla="*/ 116 h 194"/>
                    <a:gd name="T50" fmla="*/ 50 w 194"/>
                    <a:gd name="T51" fmla="*/ 106 h 194"/>
                    <a:gd name="T52" fmla="*/ 34 w 194"/>
                    <a:gd name="T53" fmla="*/ 94 h 194"/>
                    <a:gd name="T54" fmla="*/ 34 w 194"/>
                    <a:gd name="T55" fmla="*/ 82 h 194"/>
                    <a:gd name="T56" fmla="*/ 30 w 194"/>
                    <a:gd name="T57" fmla="*/ 78 h 194"/>
                    <a:gd name="T58" fmla="*/ 28 w 194"/>
                    <a:gd name="T59" fmla="*/ 72 h 194"/>
                    <a:gd name="T60" fmla="*/ 20 w 194"/>
                    <a:gd name="T61" fmla="*/ 78 h 194"/>
                    <a:gd name="T62" fmla="*/ 12 w 194"/>
                    <a:gd name="T63" fmla="*/ 68 h 194"/>
                    <a:gd name="T64" fmla="*/ 2 w 194"/>
                    <a:gd name="T65" fmla="*/ 64 h 194"/>
                    <a:gd name="T66" fmla="*/ 0 w 194"/>
                    <a:gd name="T67" fmla="*/ 56 h 194"/>
                    <a:gd name="T68" fmla="*/ 14 w 194"/>
                    <a:gd name="T69" fmla="*/ 52 h 194"/>
                    <a:gd name="T70" fmla="*/ 26 w 194"/>
                    <a:gd name="T71" fmla="*/ 54 h 194"/>
                    <a:gd name="T72" fmla="*/ 34 w 194"/>
                    <a:gd name="T73" fmla="*/ 50 h 194"/>
                    <a:gd name="T74" fmla="*/ 48 w 194"/>
                    <a:gd name="T75" fmla="*/ 48 h 194"/>
                    <a:gd name="T76" fmla="*/ 40 w 194"/>
                    <a:gd name="T77" fmla="*/ 28 h 194"/>
                    <a:gd name="T78" fmla="*/ 60 w 194"/>
                    <a:gd name="T79" fmla="*/ 34 h 194"/>
                    <a:gd name="T80" fmla="*/ 82 w 194"/>
                    <a:gd name="T81" fmla="*/ 20 h 194"/>
                    <a:gd name="T82" fmla="*/ 86 w 194"/>
                    <a:gd name="T83" fmla="*/ 8 h 194"/>
                    <a:gd name="T84" fmla="*/ 98 w 194"/>
                    <a:gd name="T85" fmla="*/ 4 h 194"/>
                    <a:gd name="T86" fmla="*/ 104 w 194"/>
                    <a:gd name="T87" fmla="*/ 12 h 194"/>
                    <a:gd name="T88" fmla="*/ 114 w 194"/>
                    <a:gd name="T89" fmla="*/ 16 h 194"/>
                    <a:gd name="T90" fmla="*/ 124 w 194"/>
                    <a:gd name="T91" fmla="*/ 26 h 194"/>
                    <a:gd name="T92" fmla="*/ 130 w 194"/>
                    <a:gd name="T93" fmla="*/ 30 h 194"/>
                    <a:gd name="T94" fmla="*/ 142 w 194"/>
                    <a:gd name="T95" fmla="*/ 32 h 194"/>
                    <a:gd name="T96" fmla="*/ 150 w 194"/>
                    <a:gd name="T97" fmla="*/ 40 h 194"/>
                    <a:gd name="T98" fmla="*/ 162 w 194"/>
                    <a:gd name="T99" fmla="*/ 42 h 194"/>
                    <a:gd name="T100" fmla="*/ 174 w 194"/>
                    <a:gd name="T101" fmla="*/ 46 h 194"/>
                    <a:gd name="T102" fmla="*/ 186 w 194"/>
                    <a:gd name="T103" fmla="*/ 168 h 194"/>
                    <a:gd name="T104" fmla="*/ 180 w 194"/>
                    <a:gd name="T105" fmla="*/ 184 h 194"/>
                    <a:gd name="T106" fmla="*/ 184 w 194"/>
                    <a:gd name="T107" fmla="*/ 190 h 194"/>
                    <a:gd name="T108" fmla="*/ 192 w 194"/>
                    <a:gd name="T109" fmla="*/ 16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4" h="194">
                      <a:moveTo>
                        <a:pt x="174" y="52"/>
                      </a:moveTo>
                      <a:lnTo>
                        <a:pt x="174" y="52"/>
                      </a:lnTo>
                      <a:lnTo>
                        <a:pt x="172" y="56"/>
                      </a:lnTo>
                      <a:lnTo>
                        <a:pt x="172" y="60"/>
                      </a:lnTo>
                      <a:lnTo>
                        <a:pt x="172" y="60"/>
                      </a:lnTo>
                      <a:lnTo>
                        <a:pt x="172" y="66"/>
                      </a:lnTo>
                      <a:lnTo>
                        <a:pt x="172" y="70"/>
                      </a:lnTo>
                      <a:lnTo>
                        <a:pt x="174" y="74"/>
                      </a:lnTo>
                      <a:lnTo>
                        <a:pt x="174" y="74"/>
                      </a:lnTo>
                      <a:lnTo>
                        <a:pt x="172" y="74"/>
                      </a:lnTo>
                      <a:lnTo>
                        <a:pt x="170" y="74"/>
                      </a:lnTo>
                      <a:lnTo>
                        <a:pt x="168" y="74"/>
                      </a:lnTo>
                      <a:lnTo>
                        <a:pt x="168" y="74"/>
                      </a:lnTo>
                      <a:lnTo>
                        <a:pt x="168" y="74"/>
                      </a:lnTo>
                      <a:lnTo>
                        <a:pt x="166" y="74"/>
                      </a:lnTo>
                      <a:lnTo>
                        <a:pt x="166" y="78"/>
                      </a:lnTo>
                      <a:lnTo>
                        <a:pt x="166" y="78"/>
                      </a:lnTo>
                      <a:lnTo>
                        <a:pt x="166" y="78"/>
                      </a:lnTo>
                      <a:lnTo>
                        <a:pt x="162" y="80"/>
                      </a:lnTo>
                      <a:lnTo>
                        <a:pt x="162" y="80"/>
                      </a:lnTo>
                      <a:lnTo>
                        <a:pt x="160" y="82"/>
                      </a:lnTo>
                      <a:lnTo>
                        <a:pt x="158" y="84"/>
                      </a:lnTo>
                      <a:lnTo>
                        <a:pt x="154" y="90"/>
                      </a:lnTo>
                      <a:lnTo>
                        <a:pt x="154" y="90"/>
                      </a:lnTo>
                      <a:lnTo>
                        <a:pt x="146" y="100"/>
                      </a:lnTo>
                      <a:lnTo>
                        <a:pt x="146" y="100"/>
                      </a:lnTo>
                      <a:lnTo>
                        <a:pt x="144" y="104"/>
                      </a:lnTo>
                      <a:lnTo>
                        <a:pt x="144" y="106"/>
                      </a:lnTo>
                      <a:lnTo>
                        <a:pt x="148" y="106"/>
                      </a:lnTo>
                      <a:lnTo>
                        <a:pt x="148" y="106"/>
                      </a:lnTo>
                      <a:lnTo>
                        <a:pt x="150" y="104"/>
                      </a:lnTo>
                      <a:lnTo>
                        <a:pt x="152" y="104"/>
                      </a:lnTo>
                      <a:lnTo>
                        <a:pt x="154" y="106"/>
                      </a:lnTo>
                      <a:lnTo>
                        <a:pt x="154" y="106"/>
                      </a:lnTo>
                      <a:lnTo>
                        <a:pt x="154" y="108"/>
                      </a:lnTo>
                      <a:lnTo>
                        <a:pt x="156" y="108"/>
                      </a:lnTo>
                      <a:lnTo>
                        <a:pt x="160" y="108"/>
                      </a:lnTo>
                      <a:lnTo>
                        <a:pt x="160" y="110"/>
                      </a:lnTo>
                      <a:lnTo>
                        <a:pt x="160" y="110"/>
                      </a:lnTo>
                      <a:lnTo>
                        <a:pt x="164" y="112"/>
                      </a:lnTo>
                      <a:lnTo>
                        <a:pt x="166" y="112"/>
                      </a:lnTo>
                      <a:lnTo>
                        <a:pt x="162" y="118"/>
                      </a:lnTo>
                      <a:lnTo>
                        <a:pt x="162" y="118"/>
                      </a:lnTo>
                      <a:lnTo>
                        <a:pt x="160" y="120"/>
                      </a:lnTo>
                      <a:lnTo>
                        <a:pt x="158" y="122"/>
                      </a:lnTo>
                      <a:lnTo>
                        <a:pt x="156" y="122"/>
                      </a:lnTo>
                      <a:lnTo>
                        <a:pt x="156" y="122"/>
                      </a:lnTo>
                      <a:lnTo>
                        <a:pt x="154" y="124"/>
                      </a:lnTo>
                      <a:lnTo>
                        <a:pt x="154" y="126"/>
                      </a:lnTo>
                      <a:lnTo>
                        <a:pt x="154" y="128"/>
                      </a:lnTo>
                      <a:lnTo>
                        <a:pt x="156" y="130"/>
                      </a:lnTo>
                      <a:lnTo>
                        <a:pt x="156" y="130"/>
                      </a:lnTo>
                      <a:lnTo>
                        <a:pt x="158" y="132"/>
                      </a:lnTo>
                      <a:lnTo>
                        <a:pt x="158" y="134"/>
                      </a:lnTo>
                      <a:lnTo>
                        <a:pt x="156" y="138"/>
                      </a:lnTo>
                      <a:lnTo>
                        <a:pt x="158" y="142"/>
                      </a:lnTo>
                      <a:lnTo>
                        <a:pt x="158" y="142"/>
                      </a:lnTo>
                      <a:lnTo>
                        <a:pt x="160" y="142"/>
                      </a:lnTo>
                      <a:lnTo>
                        <a:pt x="162" y="142"/>
                      </a:lnTo>
                      <a:lnTo>
                        <a:pt x="164" y="142"/>
                      </a:lnTo>
                      <a:lnTo>
                        <a:pt x="164" y="142"/>
                      </a:lnTo>
                      <a:lnTo>
                        <a:pt x="164" y="142"/>
                      </a:lnTo>
                      <a:lnTo>
                        <a:pt x="160" y="146"/>
                      </a:lnTo>
                      <a:lnTo>
                        <a:pt x="160" y="146"/>
                      </a:lnTo>
                      <a:lnTo>
                        <a:pt x="160" y="148"/>
                      </a:lnTo>
                      <a:lnTo>
                        <a:pt x="160" y="148"/>
                      </a:lnTo>
                      <a:lnTo>
                        <a:pt x="162" y="150"/>
                      </a:lnTo>
                      <a:lnTo>
                        <a:pt x="160" y="150"/>
                      </a:lnTo>
                      <a:lnTo>
                        <a:pt x="158" y="148"/>
                      </a:lnTo>
                      <a:lnTo>
                        <a:pt x="154" y="150"/>
                      </a:lnTo>
                      <a:lnTo>
                        <a:pt x="158" y="152"/>
                      </a:lnTo>
                      <a:lnTo>
                        <a:pt x="158" y="152"/>
                      </a:lnTo>
                      <a:lnTo>
                        <a:pt x="154" y="160"/>
                      </a:lnTo>
                      <a:lnTo>
                        <a:pt x="154" y="160"/>
                      </a:lnTo>
                      <a:lnTo>
                        <a:pt x="150" y="160"/>
                      </a:lnTo>
                      <a:lnTo>
                        <a:pt x="146" y="162"/>
                      </a:lnTo>
                      <a:lnTo>
                        <a:pt x="146" y="162"/>
                      </a:lnTo>
                      <a:lnTo>
                        <a:pt x="144" y="160"/>
                      </a:lnTo>
                      <a:lnTo>
                        <a:pt x="142" y="158"/>
                      </a:lnTo>
                      <a:lnTo>
                        <a:pt x="140" y="156"/>
                      </a:lnTo>
                      <a:lnTo>
                        <a:pt x="140" y="156"/>
                      </a:lnTo>
                      <a:lnTo>
                        <a:pt x="136" y="156"/>
                      </a:lnTo>
                      <a:lnTo>
                        <a:pt x="136" y="156"/>
                      </a:lnTo>
                      <a:lnTo>
                        <a:pt x="134" y="152"/>
                      </a:lnTo>
                      <a:lnTo>
                        <a:pt x="134" y="152"/>
                      </a:lnTo>
                      <a:lnTo>
                        <a:pt x="134" y="154"/>
                      </a:lnTo>
                      <a:lnTo>
                        <a:pt x="132" y="154"/>
                      </a:lnTo>
                      <a:lnTo>
                        <a:pt x="132" y="154"/>
                      </a:lnTo>
                      <a:lnTo>
                        <a:pt x="128" y="152"/>
                      </a:lnTo>
                      <a:lnTo>
                        <a:pt x="124" y="152"/>
                      </a:lnTo>
                      <a:lnTo>
                        <a:pt x="122" y="152"/>
                      </a:lnTo>
                      <a:lnTo>
                        <a:pt x="122" y="152"/>
                      </a:lnTo>
                      <a:lnTo>
                        <a:pt x="118" y="156"/>
                      </a:lnTo>
                      <a:lnTo>
                        <a:pt x="114" y="160"/>
                      </a:lnTo>
                      <a:lnTo>
                        <a:pt x="114" y="160"/>
                      </a:lnTo>
                      <a:lnTo>
                        <a:pt x="112" y="160"/>
                      </a:lnTo>
                      <a:lnTo>
                        <a:pt x="108" y="160"/>
                      </a:lnTo>
                      <a:lnTo>
                        <a:pt x="108" y="160"/>
                      </a:lnTo>
                      <a:lnTo>
                        <a:pt x="108" y="170"/>
                      </a:lnTo>
                      <a:lnTo>
                        <a:pt x="108" y="170"/>
                      </a:lnTo>
                      <a:lnTo>
                        <a:pt x="104" y="170"/>
                      </a:lnTo>
                      <a:lnTo>
                        <a:pt x="102" y="172"/>
                      </a:lnTo>
                      <a:lnTo>
                        <a:pt x="102" y="172"/>
                      </a:lnTo>
                      <a:lnTo>
                        <a:pt x="100" y="174"/>
                      </a:lnTo>
                      <a:lnTo>
                        <a:pt x="100" y="174"/>
                      </a:lnTo>
                      <a:lnTo>
                        <a:pt x="94" y="174"/>
                      </a:lnTo>
                      <a:lnTo>
                        <a:pt x="92" y="174"/>
                      </a:lnTo>
                      <a:lnTo>
                        <a:pt x="90" y="172"/>
                      </a:lnTo>
                      <a:lnTo>
                        <a:pt x="90" y="172"/>
                      </a:lnTo>
                      <a:lnTo>
                        <a:pt x="90" y="172"/>
                      </a:lnTo>
                      <a:lnTo>
                        <a:pt x="88" y="172"/>
                      </a:lnTo>
                      <a:lnTo>
                        <a:pt x="86" y="172"/>
                      </a:lnTo>
                      <a:lnTo>
                        <a:pt x="86" y="172"/>
                      </a:lnTo>
                      <a:lnTo>
                        <a:pt x="76" y="170"/>
                      </a:lnTo>
                      <a:lnTo>
                        <a:pt x="76" y="170"/>
                      </a:lnTo>
                      <a:lnTo>
                        <a:pt x="74" y="168"/>
                      </a:lnTo>
                      <a:lnTo>
                        <a:pt x="72" y="168"/>
                      </a:lnTo>
                      <a:lnTo>
                        <a:pt x="68" y="170"/>
                      </a:lnTo>
                      <a:lnTo>
                        <a:pt x="68" y="170"/>
                      </a:lnTo>
                      <a:lnTo>
                        <a:pt x="64" y="168"/>
                      </a:lnTo>
                      <a:lnTo>
                        <a:pt x="60" y="166"/>
                      </a:lnTo>
                      <a:lnTo>
                        <a:pt x="60" y="166"/>
                      </a:lnTo>
                      <a:lnTo>
                        <a:pt x="56" y="166"/>
                      </a:lnTo>
                      <a:lnTo>
                        <a:pt x="52" y="164"/>
                      </a:lnTo>
                      <a:lnTo>
                        <a:pt x="52" y="164"/>
                      </a:lnTo>
                      <a:lnTo>
                        <a:pt x="48" y="164"/>
                      </a:lnTo>
                      <a:lnTo>
                        <a:pt x="46" y="162"/>
                      </a:lnTo>
                      <a:lnTo>
                        <a:pt x="46" y="162"/>
                      </a:lnTo>
                      <a:lnTo>
                        <a:pt x="46" y="162"/>
                      </a:lnTo>
                      <a:lnTo>
                        <a:pt x="44" y="158"/>
                      </a:lnTo>
                      <a:lnTo>
                        <a:pt x="42" y="156"/>
                      </a:lnTo>
                      <a:lnTo>
                        <a:pt x="42" y="156"/>
                      </a:lnTo>
                      <a:lnTo>
                        <a:pt x="48" y="154"/>
                      </a:lnTo>
                      <a:lnTo>
                        <a:pt x="50" y="150"/>
                      </a:lnTo>
                      <a:lnTo>
                        <a:pt x="50" y="150"/>
                      </a:lnTo>
                      <a:lnTo>
                        <a:pt x="52" y="146"/>
                      </a:lnTo>
                      <a:lnTo>
                        <a:pt x="52" y="140"/>
                      </a:lnTo>
                      <a:lnTo>
                        <a:pt x="52" y="140"/>
                      </a:lnTo>
                      <a:lnTo>
                        <a:pt x="54" y="134"/>
                      </a:lnTo>
                      <a:lnTo>
                        <a:pt x="54" y="134"/>
                      </a:lnTo>
                      <a:lnTo>
                        <a:pt x="54" y="132"/>
                      </a:lnTo>
                      <a:lnTo>
                        <a:pt x="56" y="132"/>
                      </a:lnTo>
                      <a:lnTo>
                        <a:pt x="56" y="132"/>
                      </a:lnTo>
                      <a:lnTo>
                        <a:pt x="52" y="130"/>
                      </a:lnTo>
                      <a:lnTo>
                        <a:pt x="52" y="130"/>
                      </a:lnTo>
                      <a:lnTo>
                        <a:pt x="52" y="120"/>
                      </a:lnTo>
                      <a:lnTo>
                        <a:pt x="52" y="120"/>
                      </a:lnTo>
                      <a:lnTo>
                        <a:pt x="54" y="120"/>
                      </a:lnTo>
                      <a:lnTo>
                        <a:pt x="54" y="120"/>
                      </a:lnTo>
                      <a:lnTo>
                        <a:pt x="52" y="116"/>
                      </a:lnTo>
                      <a:lnTo>
                        <a:pt x="52" y="116"/>
                      </a:lnTo>
                      <a:lnTo>
                        <a:pt x="54" y="110"/>
                      </a:lnTo>
                      <a:lnTo>
                        <a:pt x="52" y="104"/>
                      </a:lnTo>
                      <a:lnTo>
                        <a:pt x="52" y="104"/>
                      </a:lnTo>
                      <a:lnTo>
                        <a:pt x="50" y="106"/>
                      </a:lnTo>
                      <a:lnTo>
                        <a:pt x="50" y="106"/>
                      </a:lnTo>
                      <a:lnTo>
                        <a:pt x="48" y="102"/>
                      </a:lnTo>
                      <a:lnTo>
                        <a:pt x="48" y="102"/>
                      </a:lnTo>
                      <a:lnTo>
                        <a:pt x="40" y="98"/>
                      </a:lnTo>
                      <a:lnTo>
                        <a:pt x="36" y="96"/>
                      </a:lnTo>
                      <a:lnTo>
                        <a:pt x="34" y="94"/>
                      </a:lnTo>
                      <a:lnTo>
                        <a:pt x="34" y="94"/>
                      </a:lnTo>
                      <a:lnTo>
                        <a:pt x="34" y="86"/>
                      </a:lnTo>
                      <a:lnTo>
                        <a:pt x="34" y="86"/>
                      </a:lnTo>
                      <a:lnTo>
                        <a:pt x="34" y="88"/>
                      </a:lnTo>
                      <a:lnTo>
                        <a:pt x="34" y="86"/>
                      </a:lnTo>
                      <a:lnTo>
                        <a:pt x="34" y="82"/>
                      </a:lnTo>
                      <a:lnTo>
                        <a:pt x="34" y="82"/>
                      </a:lnTo>
                      <a:lnTo>
                        <a:pt x="30" y="82"/>
                      </a:lnTo>
                      <a:lnTo>
                        <a:pt x="28" y="80"/>
                      </a:lnTo>
                      <a:lnTo>
                        <a:pt x="28" y="80"/>
                      </a:lnTo>
                      <a:lnTo>
                        <a:pt x="30" y="80"/>
                      </a:lnTo>
                      <a:lnTo>
                        <a:pt x="30" y="78"/>
                      </a:lnTo>
                      <a:lnTo>
                        <a:pt x="30" y="78"/>
                      </a:lnTo>
                      <a:lnTo>
                        <a:pt x="24" y="78"/>
                      </a:lnTo>
                      <a:lnTo>
                        <a:pt x="24" y="78"/>
                      </a:lnTo>
                      <a:lnTo>
                        <a:pt x="24" y="76"/>
                      </a:lnTo>
                      <a:lnTo>
                        <a:pt x="26" y="76"/>
                      </a:lnTo>
                      <a:lnTo>
                        <a:pt x="26" y="76"/>
                      </a:lnTo>
                      <a:lnTo>
                        <a:pt x="28" y="72"/>
                      </a:lnTo>
                      <a:lnTo>
                        <a:pt x="28" y="72"/>
                      </a:lnTo>
                      <a:lnTo>
                        <a:pt x="26" y="72"/>
                      </a:lnTo>
                      <a:lnTo>
                        <a:pt x="26" y="72"/>
                      </a:lnTo>
                      <a:lnTo>
                        <a:pt x="26" y="72"/>
                      </a:lnTo>
                      <a:lnTo>
                        <a:pt x="20" y="78"/>
                      </a:lnTo>
                      <a:lnTo>
                        <a:pt x="20" y="78"/>
                      </a:lnTo>
                      <a:lnTo>
                        <a:pt x="18" y="72"/>
                      </a:lnTo>
                      <a:lnTo>
                        <a:pt x="14" y="68"/>
                      </a:lnTo>
                      <a:lnTo>
                        <a:pt x="14" y="68"/>
                      </a:lnTo>
                      <a:lnTo>
                        <a:pt x="12" y="70"/>
                      </a:lnTo>
                      <a:lnTo>
                        <a:pt x="12" y="70"/>
                      </a:lnTo>
                      <a:lnTo>
                        <a:pt x="12" y="68"/>
                      </a:lnTo>
                      <a:lnTo>
                        <a:pt x="12" y="66"/>
                      </a:lnTo>
                      <a:lnTo>
                        <a:pt x="12" y="66"/>
                      </a:lnTo>
                      <a:lnTo>
                        <a:pt x="0" y="68"/>
                      </a:lnTo>
                      <a:lnTo>
                        <a:pt x="0" y="66"/>
                      </a:lnTo>
                      <a:lnTo>
                        <a:pt x="2" y="64"/>
                      </a:lnTo>
                      <a:lnTo>
                        <a:pt x="2" y="64"/>
                      </a:lnTo>
                      <a:lnTo>
                        <a:pt x="2" y="60"/>
                      </a:lnTo>
                      <a:lnTo>
                        <a:pt x="2" y="60"/>
                      </a:lnTo>
                      <a:lnTo>
                        <a:pt x="6" y="62"/>
                      </a:lnTo>
                      <a:lnTo>
                        <a:pt x="6" y="60"/>
                      </a:lnTo>
                      <a:lnTo>
                        <a:pt x="6" y="60"/>
                      </a:lnTo>
                      <a:lnTo>
                        <a:pt x="0" y="56"/>
                      </a:lnTo>
                      <a:lnTo>
                        <a:pt x="0" y="54"/>
                      </a:lnTo>
                      <a:lnTo>
                        <a:pt x="0" y="54"/>
                      </a:lnTo>
                      <a:lnTo>
                        <a:pt x="6" y="50"/>
                      </a:lnTo>
                      <a:lnTo>
                        <a:pt x="6" y="50"/>
                      </a:lnTo>
                      <a:lnTo>
                        <a:pt x="10" y="52"/>
                      </a:lnTo>
                      <a:lnTo>
                        <a:pt x="14" y="52"/>
                      </a:lnTo>
                      <a:lnTo>
                        <a:pt x="16" y="48"/>
                      </a:lnTo>
                      <a:lnTo>
                        <a:pt x="16" y="48"/>
                      </a:lnTo>
                      <a:lnTo>
                        <a:pt x="20" y="48"/>
                      </a:lnTo>
                      <a:lnTo>
                        <a:pt x="22" y="50"/>
                      </a:lnTo>
                      <a:lnTo>
                        <a:pt x="24" y="54"/>
                      </a:lnTo>
                      <a:lnTo>
                        <a:pt x="26" y="54"/>
                      </a:lnTo>
                      <a:lnTo>
                        <a:pt x="26" y="54"/>
                      </a:lnTo>
                      <a:lnTo>
                        <a:pt x="28" y="50"/>
                      </a:lnTo>
                      <a:lnTo>
                        <a:pt x="28" y="50"/>
                      </a:lnTo>
                      <a:lnTo>
                        <a:pt x="32" y="52"/>
                      </a:lnTo>
                      <a:lnTo>
                        <a:pt x="34" y="52"/>
                      </a:lnTo>
                      <a:lnTo>
                        <a:pt x="34" y="50"/>
                      </a:lnTo>
                      <a:lnTo>
                        <a:pt x="34" y="50"/>
                      </a:lnTo>
                      <a:lnTo>
                        <a:pt x="46" y="50"/>
                      </a:lnTo>
                      <a:lnTo>
                        <a:pt x="46" y="50"/>
                      </a:lnTo>
                      <a:lnTo>
                        <a:pt x="46" y="50"/>
                      </a:lnTo>
                      <a:lnTo>
                        <a:pt x="48" y="48"/>
                      </a:lnTo>
                      <a:lnTo>
                        <a:pt x="48" y="48"/>
                      </a:lnTo>
                      <a:lnTo>
                        <a:pt x="44" y="46"/>
                      </a:lnTo>
                      <a:lnTo>
                        <a:pt x="44" y="46"/>
                      </a:lnTo>
                      <a:lnTo>
                        <a:pt x="44" y="42"/>
                      </a:lnTo>
                      <a:lnTo>
                        <a:pt x="44" y="38"/>
                      </a:lnTo>
                      <a:lnTo>
                        <a:pt x="44" y="38"/>
                      </a:lnTo>
                      <a:lnTo>
                        <a:pt x="40" y="28"/>
                      </a:lnTo>
                      <a:lnTo>
                        <a:pt x="40" y="28"/>
                      </a:lnTo>
                      <a:lnTo>
                        <a:pt x="46" y="28"/>
                      </a:lnTo>
                      <a:lnTo>
                        <a:pt x="48" y="28"/>
                      </a:lnTo>
                      <a:lnTo>
                        <a:pt x="50" y="36"/>
                      </a:lnTo>
                      <a:lnTo>
                        <a:pt x="50" y="36"/>
                      </a:lnTo>
                      <a:lnTo>
                        <a:pt x="60" y="34"/>
                      </a:lnTo>
                      <a:lnTo>
                        <a:pt x="68" y="32"/>
                      </a:lnTo>
                      <a:lnTo>
                        <a:pt x="68" y="32"/>
                      </a:lnTo>
                      <a:lnTo>
                        <a:pt x="68" y="28"/>
                      </a:lnTo>
                      <a:lnTo>
                        <a:pt x="68" y="28"/>
                      </a:lnTo>
                      <a:lnTo>
                        <a:pt x="74" y="24"/>
                      </a:lnTo>
                      <a:lnTo>
                        <a:pt x="82" y="20"/>
                      </a:lnTo>
                      <a:lnTo>
                        <a:pt x="82" y="20"/>
                      </a:lnTo>
                      <a:lnTo>
                        <a:pt x="84" y="20"/>
                      </a:lnTo>
                      <a:lnTo>
                        <a:pt x="86" y="20"/>
                      </a:lnTo>
                      <a:lnTo>
                        <a:pt x="86" y="20"/>
                      </a:lnTo>
                      <a:lnTo>
                        <a:pt x="84" y="16"/>
                      </a:lnTo>
                      <a:lnTo>
                        <a:pt x="86" y="8"/>
                      </a:lnTo>
                      <a:lnTo>
                        <a:pt x="86" y="8"/>
                      </a:lnTo>
                      <a:lnTo>
                        <a:pt x="86" y="2"/>
                      </a:lnTo>
                      <a:lnTo>
                        <a:pt x="86" y="2"/>
                      </a:lnTo>
                      <a:lnTo>
                        <a:pt x="94" y="0"/>
                      </a:lnTo>
                      <a:lnTo>
                        <a:pt x="98" y="4"/>
                      </a:lnTo>
                      <a:lnTo>
                        <a:pt x="98" y="4"/>
                      </a:lnTo>
                      <a:lnTo>
                        <a:pt x="98" y="4"/>
                      </a:lnTo>
                      <a:lnTo>
                        <a:pt x="100" y="6"/>
                      </a:lnTo>
                      <a:lnTo>
                        <a:pt x="100" y="6"/>
                      </a:lnTo>
                      <a:lnTo>
                        <a:pt x="102" y="12"/>
                      </a:lnTo>
                      <a:lnTo>
                        <a:pt x="102" y="12"/>
                      </a:lnTo>
                      <a:lnTo>
                        <a:pt x="104" y="12"/>
                      </a:lnTo>
                      <a:lnTo>
                        <a:pt x="108" y="16"/>
                      </a:lnTo>
                      <a:lnTo>
                        <a:pt x="108" y="16"/>
                      </a:lnTo>
                      <a:lnTo>
                        <a:pt x="110" y="18"/>
                      </a:lnTo>
                      <a:lnTo>
                        <a:pt x="112" y="18"/>
                      </a:lnTo>
                      <a:lnTo>
                        <a:pt x="114" y="16"/>
                      </a:lnTo>
                      <a:lnTo>
                        <a:pt x="114" y="16"/>
                      </a:lnTo>
                      <a:lnTo>
                        <a:pt x="114" y="18"/>
                      </a:lnTo>
                      <a:lnTo>
                        <a:pt x="116" y="22"/>
                      </a:lnTo>
                      <a:lnTo>
                        <a:pt x="116" y="22"/>
                      </a:lnTo>
                      <a:lnTo>
                        <a:pt x="120" y="24"/>
                      </a:lnTo>
                      <a:lnTo>
                        <a:pt x="124" y="26"/>
                      </a:lnTo>
                      <a:lnTo>
                        <a:pt x="124" y="26"/>
                      </a:lnTo>
                      <a:lnTo>
                        <a:pt x="126" y="26"/>
                      </a:lnTo>
                      <a:lnTo>
                        <a:pt x="128" y="26"/>
                      </a:lnTo>
                      <a:lnTo>
                        <a:pt x="130" y="24"/>
                      </a:lnTo>
                      <a:lnTo>
                        <a:pt x="130" y="26"/>
                      </a:lnTo>
                      <a:lnTo>
                        <a:pt x="130" y="26"/>
                      </a:lnTo>
                      <a:lnTo>
                        <a:pt x="130" y="30"/>
                      </a:lnTo>
                      <a:lnTo>
                        <a:pt x="132" y="32"/>
                      </a:lnTo>
                      <a:lnTo>
                        <a:pt x="132" y="32"/>
                      </a:lnTo>
                      <a:lnTo>
                        <a:pt x="136" y="32"/>
                      </a:lnTo>
                      <a:lnTo>
                        <a:pt x="142" y="30"/>
                      </a:lnTo>
                      <a:lnTo>
                        <a:pt x="142" y="30"/>
                      </a:lnTo>
                      <a:lnTo>
                        <a:pt x="142" y="32"/>
                      </a:lnTo>
                      <a:lnTo>
                        <a:pt x="142" y="32"/>
                      </a:lnTo>
                      <a:lnTo>
                        <a:pt x="142" y="34"/>
                      </a:lnTo>
                      <a:lnTo>
                        <a:pt x="142" y="36"/>
                      </a:lnTo>
                      <a:lnTo>
                        <a:pt x="144" y="38"/>
                      </a:lnTo>
                      <a:lnTo>
                        <a:pt x="144" y="38"/>
                      </a:lnTo>
                      <a:lnTo>
                        <a:pt x="150" y="40"/>
                      </a:lnTo>
                      <a:lnTo>
                        <a:pt x="150" y="40"/>
                      </a:lnTo>
                      <a:lnTo>
                        <a:pt x="154" y="38"/>
                      </a:lnTo>
                      <a:lnTo>
                        <a:pt x="158" y="38"/>
                      </a:lnTo>
                      <a:lnTo>
                        <a:pt x="160" y="40"/>
                      </a:lnTo>
                      <a:lnTo>
                        <a:pt x="160" y="40"/>
                      </a:lnTo>
                      <a:lnTo>
                        <a:pt x="162" y="42"/>
                      </a:lnTo>
                      <a:lnTo>
                        <a:pt x="164" y="44"/>
                      </a:lnTo>
                      <a:lnTo>
                        <a:pt x="168" y="42"/>
                      </a:lnTo>
                      <a:lnTo>
                        <a:pt x="168" y="42"/>
                      </a:lnTo>
                      <a:lnTo>
                        <a:pt x="174" y="44"/>
                      </a:lnTo>
                      <a:lnTo>
                        <a:pt x="174" y="44"/>
                      </a:lnTo>
                      <a:lnTo>
                        <a:pt x="174" y="46"/>
                      </a:lnTo>
                      <a:lnTo>
                        <a:pt x="174" y="52"/>
                      </a:lnTo>
                      <a:lnTo>
                        <a:pt x="174" y="52"/>
                      </a:lnTo>
                      <a:close/>
                      <a:moveTo>
                        <a:pt x="190" y="160"/>
                      </a:moveTo>
                      <a:lnTo>
                        <a:pt x="190" y="160"/>
                      </a:lnTo>
                      <a:lnTo>
                        <a:pt x="188" y="164"/>
                      </a:lnTo>
                      <a:lnTo>
                        <a:pt x="186" y="168"/>
                      </a:lnTo>
                      <a:lnTo>
                        <a:pt x="186" y="168"/>
                      </a:lnTo>
                      <a:lnTo>
                        <a:pt x="182" y="168"/>
                      </a:lnTo>
                      <a:lnTo>
                        <a:pt x="178" y="170"/>
                      </a:lnTo>
                      <a:lnTo>
                        <a:pt x="178" y="170"/>
                      </a:lnTo>
                      <a:lnTo>
                        <a:pt x="178" y="178"/>
                      </a:lnTo>
                      <a:lnTo>
                        <a:pt x="180" y="184"/>
                      </a:lnTo>
                      <a:lnTo>
                        <a:pt x="180" y="184"/>
                      </a:lnTo>
                      <a:lnTo>
                        <a:pt x="178" y="184"/>
                      </a:lnTo>
                      <a:lnTo>
                        <a:pt x="178" y="186"/>
                      </a:lnTo>
                      <a:lnTo>
                        <a:pt x="178" y="186"/>
                      </a:lnTo>
                      <a:lnTo>
                        <a:pt x="180" y="188"/>
                      </a:lnTo>
                      <a:lnTo>
                        <a:pt x="184" y="190"/>
                      </a:lnTo>
                      <a:lnTo>
                        <a:pt x="190" y="194"/>
                      </a:lnTo>
                      <a:lnTo>
                        <a:pt x="190" y="194"/>
                      </a:lnTo>
                      <a:lnTo>
                        <a:pt x="194" y="178"/>
                      </a:lnTo>
                      <a:lnTo>
                        <a:pt x="194" y="170"/>
                      </a:lnTo>
                      <a:lnTo>
                        <a:pt x="192" y="162"/>
                      </a:lnTo>
                      <a:lnTo>
                        <a:pt x="192" y="162"/>
                      </a:lnTo>
                      <a:lnTo>
                        <a:pt x="190" y="160"/>
                      </a:lnTo>
                      <a:lnTo>
                        <a:pt x="190"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0" name="Freeform 191">
                  <a:extLst>
                    <a:ext uri="{FF2B5EF4-FFF2-40B4-BE49-F238E27FC236}">
                      <a16:creationId xmlns:a16="http://schemas.microsoft.com/office/drawing/2014/main" id="{D6E218F7-FE8F-DB48-961E-71DE1F77FA4F}"/>
                    </a:ext>
                  </a:extLst>
                </p:cNvPr>
                <p:cNvSpPr>
                  <a:spLocks/>
                </p:cNvSpPr>
                <p:nvPr/>
              </p:nvSpPr>
              <p:spPr bwMode="auto">
                <a:xfrm>
                  <a:off x="6447363" y="1712496"/>
                  <a:ext cx="285709" cy="472555"/>
                </a:xfrm>
                <a:custGeom>
                  <a:avLst/>
                  <a:gdLst>
                    <a:gd name="T0" fmla="*/ 54 w 146"/>
                    <a:gd name="T1" fmla="*/ 102 h 236"/>
                    <a:gd name="T2" fmla="*/ 58 w 146"/>
                    <a:gd name="T3" fmla="*/ 100 h 236"/>
                    <a:gd name="T4" fmla="*/ 60 w 146"/>
                    <a:gd name="T5" fmla="*/ 114 h 236"/>
                    <a:gd name="T6" fmla="*/ 58 w 146"/>
                    <a:gd name="T7" fmla="*/ 122 h 236"/>
                    <a:gd name="T8" fmla="*/ 54 w 146"/>
                    <a:gd name="T9" fmla="*/ 122 h 236"/>
                    <a:gd name="T10" fmla="*/ 46 w 146"/>
                    <a:gd name="T11" fmla="*/ 134 h 236"/>
                    <a:gd name="T12" fmla="*/ 40 w 146"/>
                    <a:gd name="T13" fmla="*/ 146 h 236"/>
                    <a:gd name="T14" fmla="*/ 28 w 146"/>
                    <a:gd name="T15" fmla="*/ 156 h 236"/>
                    <a:gd name="T16" fmla="*/ 22 w 146"/>
                    <a:gd name="T17" fmla="*/ 160 h 236"/>
                    <a:gd name="T18" fmla="*/ 18 w 146"/>
                    <a:gd name="T19" fmla="*/ 166 h 236"/>
                    <a:gd name="T20" fmla="*/ 16 w 146"/>
                    <a:gd name="T21" fmla="*/ 178 h 236"/>
                    <a:gd name="T22" fmla="*/ 20 w 146"/>
                    <a:gd name="T23" fmla="*/ 190 h 236"/>
                    <a:gd name="T24" fmla="*/ 16 w 146"/>
                    <a:gd name="T25" fmla="*/ 198 h 236"/>
                    <a:gd name="T26" fmla="*/ 18 w 146"/>
                    <a:gd name="T27" fmla="*/ 210 h 236"/>
                    <a:gd name="T28" fmla="*/ 22 w 146"/>
                    <a:gd name="T29" fmla="*/ 220 h 236"/>
                    <a:gd name="T30" fmla="*/ 24 w 146"/>
                    <a:gd name="T31" fmla="*/ 214 h 236"/>
                    <a:gd name="T32" fmla="*/ 32 w 146"/>
                    <a:gd name="T33" fmla="*/ 218 h 236"/>
                    <a:gd name="T34" fmla="*/ 38 w 146"/>
                    <a:gd name="T35" fmla="*/ 220 h 236"/>
                    <a:gd name="T36" fmla="*/ 28 w 146"/>
                    <a:gd name="T37" fmla="*/ 234 h 236"/>
                    <a:gd name="T38" fmla="*/ 40 w 146"/>
                    <a:gd name="T39" fmla="*/ 230 h 236"/>
                    <a:gd name="T40" fmla="*/ 42 w 146"/>
                    <a:gd name="T41" fmla="*/ 234 h 236"/>
                    <a:gd name="T42" fmla="*/ 54 w 146"/>
                    <a:gd name="T43" fmla="*/ 234 h 236"/>
                    <a:gd name="T44" fmla="*/ 70 w 146"/>
                    <a:gd name="T45" fmla="*/ 224 h 236"/>
                    <a:gd name="T46" fmla="*/ 74 w 146"/>
                    <a:gd name="T47" fmla="*/ 222 h 236"/>
                    <a:gd name="T48" fmla="*/ 84 w 146"/>
                    <a:gd name="T49" fmla="*/ 222 h 236"/>
                    <a:gd name="T50" fmla="*/ 86 w 146"/>
                    <a:gd name="T51" fmla="*/ 216 h 236"/>
                    <a:gd name="T52" fmla="*/ 92 w 146"/>
                    <a:gd name="T53" fmla="*/ 218 h 236"/>
                    <a:gd name="T54" fmla="*/ 140 w 146"/>
                    <a:gd name="T55" fmla="*/ 186 h 236"/>
                    <a:gd name="T56" fmla="*/ 144 w 146"/>
                    <a:gd name="T57" fmla="*/ 170 h 236"/>
                    <a:gd name="T58" fmla="*/ 134 w 146"/>
                    <a:gd name="T59" fmla="*/ 164 h 236"/>
                    <a:gd name="T60" fmla="*/ 138 w 146"/>
                    <a:gd name="T61" fmla="*/ 148 h 236"/>
                    <a:gd name="T62" fmla="*/ 136 w 146"/>
                    <a:gd name="T63" fmla="*/ 138 h 236"/>
                    <a:gd name="T64" fmla="*/ 128 w 146"/>
                    <a:gd name="T65" fmla="*/ 124 h 236"/>
                    <a:gd name="T66" fmla="*/ 126 w 146"/>
                    <a:gd name="T67" fmla="*/ 108 h 236"/>
                    <a:gd name="T68" fmla="*/ 126 w 146"/>
                    <a:gd name="T69" fmla="*/ 100 h 236"/>
                    <a:gd name="T70" fmla="*/ 118 w 146"/>
                    <a:gd name="T71" fmla="*/ 66 h 236"/>
                    <a:gd name="T72" fmla="*/ 126 w 146"/>
                    <a:gd name="T73" fmla="*/ 50 h 236"/>
                    <a:gd name="T74" fmla="*/ 118 w 146"/>
                    <a:gd name="T75" fmla="*/ 42 h 236"/>
                    <a:gd name="T76" fmla="*/ 122 w 146"/>
                    <a:gd name="T77" fmla="*/ 20 h 236"/>
                    <a:gd name="T78" fmla="*/ 116 w 146"/>
                    <a:gd name="T79" fmla="*/ 18 h 236"/>
                    <a:gd name="T80" fmla="*/ 100 w 146"/>
                    <a:gd name="T81" fmla="*/ 0 h 236"/>
                    <a:gd name="T82" fmla="*/ 82 w 146"/>
                    <a:gd name="T83" fmla="*/ 4 h 236"/>
                    <a:gd name="T84" fmla="*/ 76 w 146"/>
                    <a:gd name="T85" fmla="*/ 10 h 236"/>
                    <a:gd name="T86" fmla="*/ 68 w 146"/>
                    <a:gd name="T87" fmla="*/ 20 h 236"/>
                    <a:gd name="T88" fmla="*/ 68 w 146"/>
                    <a:gd name="T89" fmla="*/ 32 h 236"/>
                    <a:gd name="T90" fmla="*/ 60 w 146"/>
                    <a:gd name="T91" fmla="*/ 42 h 236"/>
                    <a:gd name="T92" fmla="*/ 48 w 146"/>
                    <a:gd name="T93" fmla="*/ 34 h 236"/>
                    <a:gd name="T94" fmla="*/ 42 w 146"/>
                    <a:gd name="T95" fmla="*/ 34 h 236"/>
                    <a:gd name="T96" fmla="*/ 10 w 146"/>
                    <a:gd name="T97" fmla="*/ 20 h 236"/>
                    <a:gd name="T98" fmla="*/ 0 w 146"/>
                    <a:gd name="T99" fmla="*/ 28 h 236"/>
                    <a:gd name="T100" fmla="*/ 12 w 146"/>
                    <a:gd name="T101" fmla="*/ 38 h 236"/>
                    <a:gd name="T102" fmla="*/ 26 w 146"/>
                    <a:gd name="T103" fmla="*/ 42 h 236"/>
                    <a:gd name="T104" fmla="*/ 36 w 146"/>
                    <a:gd name="T105" fmla="*/ 54 h 236"/>
                    <a:gd name="T106" fmla="*/ 36 w 146"/>
                    <a:gd name="T107" fmla="*/ 64 h 236"/>
                    <a:gd name="T108" fmla="*/ 38 w 146"/>
                    <a:gd name="T109" fmla="*/ 74 h 236"/>
                    <a:gd name="T110" fmla="*/ 40 w 146"/>
                    <a:gd name="T111" fmla="*/ 9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6" h="236">
                      <a:moveTo>
                        <a:pt x="40" y="98"/>
                      </a:moveTo>
                      <a:lnTo>
                        <a:pt x="40" y="98"/>
                      </a:lnTo>
                      <a:lnTo>
                        <a:pt x="52" y="98"/>
                      </a:lnTo>
                      <a:lnTo>
                        <a:pt x="54" y="102"/>
                      </a:lnTo>
                      <a:lnTo>
                        <a:pt x="54" y="102"/>
                      </a:lnTo>
                      <a:lnTo>
                        <a:pt x="54" y="102"/>
                      </a:lnTo>
                      <a:lnTo>
                        <a:pt x="56" y="102"/>
                      </a:lnTo>
                      <a:lnTo>
                        <a:pt x="56" y="100"/>
                      </a:lnTo>
                      <a:lnTo>
                        <a:pt x="58" y="100"/>
                      </a:lnTo>
                      <a:lnTo>
                        <a:pt x="58" y="100"/>
                      </a:lnTo>
                      <a:lnTo>
                        <a:pt x="58" y="104"/>
                      </a:lnTo>
                      <a:lnTo>
                        <a:pt x="58" y="106"/>
                      </a:lnTo>
                      <a:lnTo>
                        <a:pt x="58" y="112"/>
                      </a:lnTo>
                      <a:lnTo>
                        <a:pt x="60" y="114"/>
                      </a:lnTo>
                      <a:lnTo>
                        <a:pt x="60" y="114"/>
                      </a:lnTo>
                      <a:lnTo>
                        <a:pt x="60" y="116"/>
                      </a:lnTo>
                      <a:lnTo>
                        <a:pt x="58" y="118"/>
                      </a:lnTo>
                      <a:lnTo>
                        <a:pt x="58" y="118"/>
                      </a:lnTo>
                      <a:lnTo>
                        <a:pt x="58" y="120"/>
                      </a:lnTo>
                      <a:lnTo>
                        <a:pt x="58" y="122"/>
                      </a:lnTo>
                      <a:lnTo>
                        <a:pt x="58" y="122"/>
                      </a:lnTo>
                      <a:lnTo>
                        <a:pt x="58" y="122"/>
                      </a:lnTo>
                      <a:lnTo>
                        <a:pt x="58" y="122"/>
                      </a:lnTo>
                      <a:lnTo>
                        <a:pt x="58" y="122"/>
                      </a:lnTo>
                      <a:lnTo>
                        <a:pt x="54" y="122"/>
                      </a:lnTo>
                      <a:lnTo>
                        <a:pt x="52" y="124"/>
                      </a:lnTo>
                      <a:lnTo>
                        <a:pt x="52" y="124"/>
                      </a:lnTo>
                      <a:lnTo>
                        <a:pt x="48" y="128"/>
                      </a:lnTo>
                      <a:lnTo>
                        <a:pt x="48" y="134"/>
                      </a:lnTo>
                      <a:lnTo>
                        <a:pt x="46" y="134"/>
                      </a:lnTo>
                      <a:lnTo>
                        <a:pt x="46" y="134"/>
                      </a:lnTo>
                      <a:lnTo>
                        <a:pt x="40" y="142"/>
                      </a:lnTo>
                      <a:lnTo>
                        <a:pt x="40" y="142"/>
                      </a:lnTo>
                      <a:lnTo>
                        <a:pt x="40" y="146"/>
                      </a:lnTo>
                      <a:lnTo>
                        <a:pt x="40" y="146"/>
                      </a:lnTo>
                      <a:lnTo>
                        <a:pt x="38" y="148"/>
                      </a:lnTo>
                      <a:lnTo>
                        <a:pt x="32" y="150"/>
                      </a:lnTo>
                      <a:lnTo>
                        <a:pt x="32" y="150"/>
                      </a:lnTo>
                      <a:lnTo>
                        <a:pt x="30" y="152"/>
                      </a:lnTo>
                      <a:lnTo>
                        <a:pt x="28" y="156"/>
                      </a:lnTo>
                      <a:lnTo>
                        <a:pt x="26" y="156"/>
                      </a:lnTo>
                      <a:lnTo>
                        <a:pt x="26" y="156"/>
                      </a:lnTo>
                      <a:lnTo>
                        <a:pt x="26" y="160"/>
                      </a:lnTo>
                      <a:lnTo>
                        <a:pt x="26" y="160"/>
                      </a:lnTo>
                      <a:lnTo>
                        <a:pt x="22" y="160"/>
                      </a:lnTo>
                      <a:lnTo>
                        <a:pt x="20" y="160"/>
                      </a:lnTo>
                      <a:lnTo>
                        <a:pt x="20" y="160"/>
                      </a:lnTo>
                      <a:lnTo>
                        <a:pt x="20" y="162"/>
                      </a:lnTo>
                      <a:lnTo>
                        <a:pt x="18" y="166"/>
                      </a:lnTo>
                      <a:lnTo>
                        <a:pt x="18" y="166"/>
                      </a:lnTo>
                      <a:lnTo>
                        <a:pt x="12" y="170"/>
                      </a:lnTo>
                      <a:lnTo>
                        <a:pt x="12" y="170"/>
                      </a:lnTo>
                      <a:lnTo>
                        <a:pt x="12" y="176"/>
                      </a:lnTo>
                      <a:lnTo>
                        <a:pt x="12" y="176"/>
                      </a:lnTo>
                      <a:lnTo>
                        <a:pt x="16" y="178"/>
                      </a:lnTo>
                      <a:lnTo>
                        <a:pt x="16" y="178"/>
                      </a:lnTo>
                      <a:lnTo>
                        <a:pt x="16" y="180"/>
                      </a:lnTo>
                      <a:lnTo>
                        <a:pt x="16" y="182"/>
                      </a:lnTo>
                      <a:lnTo>
                        <a:pt x="20" y="190"/>
                      </a:lnTo>
                      <a:lnTo>
                        <a:pt x="20" y="190"/>
                      </a:lnTo>
                      <a:lnTo>
                        <a:pt x="20" y="192"/>
                      </a:lnTo>
                      <a:lnTo>
                        <a:pt x="20" y="192"/>
                      </a:lnTo>
                      <a:lnTo>
                        <a:pt x="16" y="196"/>
                      </a:lnTo>
                      <a:lnTo>
                        <a:pt x="16" y="198"/>
                      </a:lnTo>
                      <a:lnTo>
                        <a:pt x="16" y="198"/>
                      </a:lnTo>
                      <a:lnTo>
                        <a:pt x="16" y="206"/>
                      </a:lnTo>
                      <a:lnTo>
                        <a:pt x="16" y="206"/>
                      </a:lnTo>
                      <a:lnTo>
                        <a:pt x="18" y="212"/>
                      </a:lnTo>
                      <a:lnTo>
                        <a:pt x="18" y="212"/>
                      </a:lnTo>
                      <a:lnTo>
                        <a:pt x="18" y="210"/>
                      </a:lnTo>
                      <a:lnTo>
                        <a:pt x="20" y="210"/>
                      </a:lnTo>
                      <a:lnTo>
                        <a:pt x="22" y="210"/>
                      </a:lnTo>
                      <a:lnTo>
                        <a:pt x="22" y="210"/>
                      </a:lnTo>
                      <a:lnTo>
                        <a:pt x="22" y="220"/>
                      </a:lnTo>
                      <a:lnTo>
                        <a:pt x="22" y="220"/>
                      </a:lnTo>
                      <a:lnTo>
                        <a:pt x="26" y="220"/>
                      </a:lnTo>
                      <a:lnTo>
                        <a:pt x="26" y="220"/>
                      </a:lnTo>
                      <a:lnTo>
                        <a:pt x="24" y="216"/>
                      </a:lnTo>
                      <a:lnTo>
                        <a:pt x="24" y="214"/>
                      </a:lnTo>
                      <a:lnTo>
                        <a:pt x="24" y="214"/>
                      </a:lnTo>
                      <a:lnTo>
                        <a:pt x="24" y="214"/>
                      </a:lnTo>
                      <a:lnTo>
                        <a:pt x="26" y="216"/>
                      </a:lnTo>
                      <a:lnTo>
                        <a:pt x="26" y="216"/>
                      </a:lnTo>
                      <a:lnTo>
                        <a:pt x="32" y="218"/>
                      </a:lnTo>
                      <a:lnTo>
                        <a:pt x="32" y="218"/>
                      </a:lnTo>
                      <a:lnTo>
                        <a:pt x="32" y="222"/>
                      </a:lnTo>
                      <a:lnTo>
                        <a:pt x="32" y="222"/>
                      </a:lnTo>
                      <a:lnTo>
                        <a:pt x="36" y="222"/>
                      </a:lnTo>
                      <a:lnTo>
                        <a:pt x="38" y="220"/>
                      </a:lnTo>
                      <a:lnTo>
                        <a:pt x="38" y="220"/>
                      </a:lnTo>
                      <a:lnTo>
                        <a:pt x="38" y="224"/>
                      </a:lnTo>
                      <a:lnTo>
                        <a:pt x="38" y="224"/>
                      </a:lnTo>
                      <a:lnTo>
                        <a:pt x="28" y="226"/>
                      </a:lnTo>
                      <a:lnTo>
                        <a:pt x="28" y="226"/>
                      </a:lnTo>
                      <a:lnTo>
                        <a:pt x="28" y="234"/>
                      </a:lnTo>
                      <a:lnTo>
                        <a:pt x="28" y="234"/>
                      </a:lnTo>
                      <a:lnTo>
                        <a:pt x="34" y="232"/>
                      </a:lnTo>
                      <a:lnTo>
                        <a:pt x="36" y="226"/>
                      </a:lnTo>
                      <a:lnTo>
                        <a:pt x="36" y="226"/>
                      </a:lnTo>
                      <a:lnTo>
                        <a:pt x="40" y="230"/>
                      </a:lnTo>
                      <a:lnTo>
                        <a:pt x="40" y="230"/>
                      </a:lnTo>
                      <a:lnTo>
                        <a:pt x="40" y="232"/>
                      </a:lnTo>
                      <a:lnTo>
                        <a:pt x="38" y="234"/>
                      </a:lnTo>
                      <a:lnTo>
                        <a:pt x="38" y="234"/>
                      </a:lnTo>
                      <a:lnTo>
                        <a:pt x="42" y="234"/>
                      </a:lnTo>
                      <a:lnTo>
                        <a:pt x="42" y="234"/>
                      </a:lnTo>
                      <a:lnTo>
                        <a:pt x="42" y="236"/>
                      </a:lnTo>
                      <a:lnTo>
                        <a:pt x="42" y="236"/>
                      </a:lnTo>
                      <a:lnTo>
                        <a:pt x="54" y="234"/>
                      </a:lnTo>
                      <a:lnTo>
                        <a:pt x="54" y="234"/>
                      </a:lnTo>
                      <a:lnTo>
                        <a:pt x="54" y="232"/>
                      </a:lnTo>
                      <a:lnTo>
                        <a:pt x="54" y="232"/>
                      </a:lnTo>
                      <a:lnTo>
                        <a:pt x="60" y="228"/>
                      </a:lnTo>
                      <a:lnTo>
                        <a:pt x="70" y="224"/>
                      </a:lnTo>
                      <a:lnTo>
                        <a:pt x="70" y="224"/>
                      </a:lnTo>
                      <a:lnTo>
                        <a:pt x="70" y="220"/>
                      </a:lnTo>
                      <a:lnTo>
                        <a:pt x="70" y="220"/>
                      </a:lnTo>
                      <a:lnTo>
                        <a:pt x="72" y="220"/>
                      </a:lnTo>
                      <a:lnTo>
                        <a:pt x="74" y="222"/>
                      </a:lnTo>
                      <a:lnTo>
                        <a:pt x="74" y="222"/>
                      </a:lnTo>
                      <a:lnTo>
                        <a:pt x="76" y="220"/>
                      </a:lnTo>
                      <a:lnTo>
                        <a:pt x="78" y="220"/>
                      </a:lnTo>
                      <a:lnTo>
                        <a:pt x="78" y="220"/>
                      </a:lnTo>
                      <a:lnTo>
                        <a:pt x="80" y="220"/>
                      </a:lnTo>
                      <a:lnTo>
                        <a:pt x="84" y="222"/>
                      </a:lnTo>
                      <a:lnTo>
                        <a:pt x="84" y="222"/>
                      </a:lnTo>
                      <a:lnTo>
                        <a:pt x="84" y="218"/>
                      </a:lnTo>
                      <a:lnTo>
                        <a:pt x="84" y="218"/>
                      </a:lnTo>
                      <a:lnTo>
                        <a:pt x="86" y="218"/>
                      </a:lnTo>
                      <a:lnTo>
                        <a:pt x="86" y="216"/>
                      </a:lnTo>
                      <a:lnTo>
                        <a:pt x="86" y="216"/>
                      </a:lnTo>
                      <a:lnTo>
                        <a:pt x="88" y="216"/>
                      </a:lnTo>
                      <a:lnTo>
                        <a:pt x="88" y="218"/>
                      </a:lnTo>
                      <a:lnTo>
                        <a:pt x="88" y="218"/>
                      </a:lnTo>
                      <a:lnTo>
                        <a:pt x="92" y="218"/>
                      </a:lnTo>
                      <a:lnTo>
                        <a:pt x="92" y="218"/>
                      </a:lnTo>
                      <a:lnTo>
                        <a:pt x="100" y="212"/>
                      </a:lnTo>
                      <a:lnTo>
                        <a:pt x="100" y="212"/>
                      </a:lnTo>
                      <a:lnTo>
                        <a:pt x="124" y="196"/>
                      </a:lnTo>
                      <a:lnTo>
                        <a:pt x="140" y="186"/>
                      </a:lnTo>
                      <a:lnTo>
                        <a:pt x="146" y="180"/>
                      </a:lnTo>
                      <a:lnTo>
                        <a:pt x="146" y="180"/>
                      </a:lnTo>
                      <a:lnTo>
                        <a:pt x="146" y="176"/>
                      </a:lnTo>
                      <a:lnTo>
                        <a:pt x="144" y="170"/>
                      </a:lnTo>
                      <a:lnTo>
                        <a:pt x="144" y="170"/>
                      </a:lnTo>
                      <a:lnTo>
                        <a:pt x="144" y="168"/>
                      </a:lnTo>
                      <a:lnTo>
                        <a:pt x="142" y="168"/>
                      </a:lnTo>
                      <a:lnTo>
                        <a:pt x="136" y="166"/>
                      </a:lnTo>
                      <a:lnTo>
                        <a:pt x="136" y="166"/>
                      </a:lnTo>
                      <a:lnTo>
                        <a:pt x="134" y="164"/>
                      </a:lnTo>
                      <a:lnTo>
                        <a:pt x="134" y="162"/>
                      </a:lnTo>
                      <a:lnTo>
                        <a:pt x="134" y="156"/>
                      </a:lnTo>
                      <a:lnTo>
                        <a:pt x="134" y="156"/>
                      </a:lnTo>
                      <a:lnTo>
                        <a:pt x="134" y="152"/>
                      </a:lnTo>
                      <a:lnTo>
                        <a:pt x="138" y="148"/>
                      </a:lnTo>
                      <a:lnTo>
                        <a:pt x="138" y="148"/>
                      </a:lnTo>
                      <a:lnTo>
                        <a:pt x="138" y="146"/>
                      </a:lnTo>
                      <a:lnTo>
                        <a:pt x="138" y="144"/>
                      </a:lnTo>
                      <a:lnTo>
                        <a:pt x="136" y="138"/>
                      </a:lnTo>
                      <a:lnTo>
                        <a:pt x="136" y="138"/>
                      </a:lnTo>
                      <a:lnTo>
                        <a:pt x="134" y="134"/>
                      </a:lnTo>
                      <a:lnTo>
                        <a:pt x="132" y="132"/>
                      </a:lnTo>
                      <a:lnTo>
                        <a:pt x="132" y="132"/>
                      </a:lnTo>
                      <a:lnTo>
                        <a:pt x="128" y="128"/>
                      </a:lnTo>
                      <a:lnTo>
                        <a:pt x="128" y="124"/>
                      </a:lnTo>
                      <a:lnTo>
                        <a:pt x="128" y="124"/>
                      </a:lnTo>
                      <a:lnTo>
                        <a:pt x="126" y="116"/>
                      </a:lnTo>
                      <a:lnTo>
                        <a:pt x="126" y="116"/>
                      </a:lnTo>
                      <a:lnTo>
                        <a:pt x="126" y="112"/>
                      </a:lnTo>
                      <a:lnTo>
                        <a:pt x="126" y="108"/>
                      </a:lnTo>
                      <a:lnTo>
                        <a:pt x="126" y="108"/>
                      </a:lnTo>
                      <a:lnTo>
                        <a:pt x="128" y="106"/>
                      </a:lnTo>
                      <a:lnTo>
                        <a:pt x="126" y="104"/>
                      </a:lnTo>
                      <a:lnTo>
                        <a:pt x="126" y="100"/>
                      </a:lnTo>
                      <a:lnTo>
                        <a:pt x="126" y="100"/>
                      </a:lnTo>
                      <a:lnTo>
                        <a:pt x="126" y="96"/>
                      </a:lnTo>
                      <a:lnTo>
                        <a:pt x="124" y="92"/>
                      </a:lnTo>
                      <a:lnTo>
                        <a:pt x="124" y="92"/>
                      </a:lnTo>
                      <a:lnTo>
                        <a:pt x="118" y="66"/>
                      </a:lnTo>
                      <a:lnTo>
                        <a:pt x="118" y="66"/>
                      </a:lnTo>
                      <a:lnTo>
                        <a:pt x="118" y="64"/>
                      </a:lnTo>
                      <a:lnTo>
                        <a:pt x="120" y="60"/>
                      </a:lnTo>
                      <a:lnTo>
                        <a:pt x="126" y="54"/>
                      </a:lnTo>
                      <a:lnTo>
                        <a:pt x="126" y="54"/>
                      </a:lnTo>
                      <a:lnTo>
                        <a:pt x="126" y="50"/>
                      </a:lnTo>
                      <a:lnTo>
                        <a:pt x="124" y="46"/>
                      </a:lnTo>
                      <a:lnTo>
                        <a:pt x="122" y="42"/>
                      </a:lnTo>
                      <a:lnTo>
                        <a:pt x="122" y="42"/>
                      </a:lnTo>
                      <a:lnTo>
                        <a:pt x="120" y="44"/>
                      </a:lnTo>
                      <a:lnTo>
                        <a:pt x="118" y="42"/>
                      </a:lnTo>
                      <a:lnTo>
                        <a:pt x="118" y="42"/>
                      </a:lnTo>
                      <a:lnTo>
                        <a:pt x="116" y="38"/>
                      </a:lnTo>
                      <a:lnTo>
                        <a:pt x="116" y="32"/>
                      </a:lnTo>
                      <a:lnTo>
                        <a:pt x="118" y="24"/>
                      </a:lnTo>
                      <a:lnTo>
                        <a:pt x="122" y="20"/>
                      </a:lnTo>
                      <a:lnTo>
                        <a:pt x="122" y="18"/>
                      </a:lnTo>
                      <a:lnTo>
                        <a:pt x="122" y="18"/>
                      </a:lnTo>
                      <a:lnTo>
                        <a:pt x="122" y="18"/>
                      </a:lnTo>
                      <a:lnTo>
                        <a:pt x="116" y="18"/>
                      </a:lnTo>
                      <a:lnTo>
                        <a:pt x="116" y="18"/>
                      </a:lnTo>
                      <a:lnTo>
                        <a:pt x="108" y="12"/>
                      </a:lnTo>
                      <a:lnTo>
                        <a:pt x="108" y="12"/>
                      </a:lnTo>
                      <a:lnTo>
                        <a:pt x="104" y="4"/>
                      </a:lnTo>
                      <a:lnTo>
                        <a:pt x="100" y="0"/>
                      </a:lnTo>
                      <a:lnTo>
                        <a:pt x="100" y="0"/>
                      </a:lnTo>
                      <a:lnTo>
                        <a:pt x="96" y="2"/>
                      </a:lnTo>
                      <a:lnTo>
                        <a:pt x="92" y="6"/>
                      </a:lnTo>
                      <a:lnTo>
                        <a:pt x="90" y="6"/>
                      </a:lnTo>
                      <a:lnTo>
                        <a:pt x="90" y="6"/>
                      </a:lnTo>
                      <a:lnTo>
                        <a:pt x="82" y="4"/>
                      </a:lnTo>
                      <a:lnTo>
                        <a:pt x="82" y="4"/>
                      </a:lnTo>
                      <a:lnTo>
                        <a:pt x="80" y="6"/>
                      </a:lnTo>
                      <a:lnTo>
                        <a:pt x="78" y="8"/>
                      </a:lnTo>
                      <a:lnTo>
                        <a:pt x="76" y="10"/>
                      </a:lnTo>
                      <a:lnTo>
                        <a:pt x="76" y="10"/>
                      </a:lnTo>
                      <a:lnTo>
                        <a:pt x="72" y="12"/>
                      </a:lnTo>
                      <a:lnTo>
                        <a:pt x="70" y="14"/>
                      </a:lnTo>
                      <a:lnTo>
                        <a:pt x="70" y="14"/>
                      </a:lnTo>
                      <a:lnTo>
                        <a:pt x="70" y="18"/>
                      </a:lnTo>
                      <a:lnTo>
                        <a:pt x="68" y="20"/>
                      </a:lnTo>
                      <a:lnTo>
                        <a:pt x="68" y="20"/>
                      </a:lnTo>
                      <a:lnTo>
                        <a:pt x="70" y="22"/>
                      </a:lnTo>
                      <a:lnTo>
                        <a:pt x="70" y="28"/>
                      </a:lnTo>
                      <a:lnTo>
                        <a:pt x="70" y="28"/>
                      </a:lnTo>
                      <a:lnTo>
                        <a:pt x="68" y="32"/>
                      </a:lnTo>
                      <a:lnTo>
                        <a:pt x="62" y="36"/>
                      </a:lnTo>
                      <a:lnTo>
                        <a:pt x="62" y="36"/>
                      </a:lnTo>
                      <a:lnTo>
                        <a:pt x="60" y="38"/>
                      </a:lnTo>
                      <a:lnTo>
                        <a:pt x="60" y="40"/>
                      </a:lnTo>
                      <a:lnTo>
                        <a:pt x="60" y="42"/>
                      </a:lnTo>
                      <a:lnTo>
                        <a:pt x="52" y="36"/>
                      </a:lnTo>
                      <a:lnTo>
                        <a:pt x="52" y="36"/>
                      </a:lnTo>
                      <a:lnTo>
                        <a:pt x="52" y="34"/>
                      </a:lnTo>
                      <a:lnTo>
                        <a:pt x="48" y="34"/>
                      </a:lnTo>
                      <a:lnTo>
                        <a:pt x="48" y="34"/>
                      </a:lnTo>
                      <a:lnTo>
                        <a:pt x="46" y="34"/>
                      </a:lnTo>
                      <a:lnTo>
                        <a:pt x="46" y="36"/>
                      </a:lnTo>
                      <a:lnTo>
                        <a:pt x="46" y="36"/>
                      </a:lnTo>
                      <a:lnTo>
                        <a:pt x="42" y="34"/>
                      </a:lnTo>
                      <a:lnTo>
                        <a:pt x="42" y="34"/>
                      </a:lnTo>
                      <a:lnTo>
                        <a:pt x="34" y="34"/>
                      </a:lnTo>
                      <a:lnTo>
                        <a:pt x="28" y="36"/>
                      </a:lnTo>
                      <a:lnTo>
                        <a:pt x="14" y="20"/>
                      </a:lnTo>
                      <a:lnTo>
                        <a:pt x="14" y="20"/>
                      </a:lnTo>
                      <a:lnTo>
                        <a:pt x="10" y="20"/>
                      </a:lnTo>
                      <a:lnTo>
                        <a:pt x="8" y="20"/>
                      </a:lnTo>
                      <a:lnTo>
                        <a:pt x="8" y="22"/>
                      </a:lnTo>
                      <a:lnTo>
                        <a:pt x="6" y="24"/>
                      </a:lnTo>
                      <a:lnTo>
                        <a:pt x="0" y="28"/>
                      </a:lnTo>
                      <a:lnTo>
                        <a:pt x="0" y="28"/>
                      </a:lnTo>
                      <a:lnTo>
                        <a:pt x="4" y="28"/>
                      </a:lnTo>
                      <a:lnTo>
                        <a:pt x="8" y="30"/>
                      </a:lnTo>
                      <a:lnTo>
                        <a:pt x="8" y="32"/>
                      </a:lnTo>
                      <a:lnTo>
                        <a:pt x="8" y="32"/>
                      </a:lnTo>
                      <a:lnTo>
                        <a:pt x="12" y="38"/>
                      </a:lnTo>
                      <a:lnTo>
                        <a:pt x="14" y="40"/>
                      </a:lnTo>
                      <a:lnTo>
                        <a:pt x="18" y="40"/>
                      </a:lnTo>
                      <a:lnTo>
                        <a:pt x="18" y="40"/>
                      </a:lnTo>
                      <a:lnTo>
                        <a:pt x="24" y="42"/>
                      </a:lnTo>
                      <a:lnTo>
                        <a:pt x="26" y="42"/>
                      </a:lnTo>
                      <a:lnTo>
                        <a:pt x="28" y="44"/>
                      </a:lnTo>
                      <a:lnTo>
                        <a:pt x="28" y="44"/>
                      </a:lnTo>
                      <a:lnTo>
                        <a:pt x="34" y="52"/>
                      </a:lnTo>
                      <a:lnTo>
                        <a:pt x="34" y="52"/>
                      </a:lnTo>
                      <a:lnTo>
                        <a:pt x="36" y="54"/>
                      </a:lnTo>
                      <a:lnTo>
                        <a:pt x="36" y="58"/>
                      </a:lnTo>
                      <a:lnTo>
                        <a:pt x="36" y="58"/>
                      </a:lnTo>
                      <a:lnTo>
                        <a:pt x="36" y="60"/>
                      </a:lnTo>
                      <a:lnTo>
                        <a:pt x="36" y="62"/>
                      </a:lnTo>
                      <a:lnTo>
                        <a:pt x="36" y="64"/>
                      </a:lnTo>
                      <a:lnTo>
                        <a:pt x="36" y="66"/>
                      </a:lnTo>
                      <a:lnTo>
                        <a:pt x="36" y="66"/>
                      </a:lnTo>
                      <a:lnTo>
                        <a:pt x="38" y="70"/>
                      </a:lnTo>
                      <a:lnTo>
                        <a:pt x="38" y="74"/>
                      </a:lnTo>
                      <a:lnTo>
                        <a:pt x="38" y="74"/>
                      </a:lnTo>
                      <a:lnTo>
                        <a:pt x="38" y="80"/>
                      </a:lnTo>
                      <a:lnTo>
                        <a:pt x="36" y="84"/>
                      </a:lnTo>
                      <a:lnTo>
                        <a:pt x="36" y="84"/>
                      </a:lnTo>
                      <a:lnTo>
                        <a:pt x="38" y="88"/>
                      </a:lnTo>
                      <a:lnTo>
                        <a:pt x="40" y="9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1" name="Freeform 195">
                  <a:extLst>
                    <a:ext uri="{FF2B5EF4-FFF2-40B4-BE49-F238E27FC236}">
                      <a16:creationId xmlns:a16="http://schemas.microsoft.com/office/drawing/2014/main" id="{8AF555CD-EB0B-3A44-B5A9-5A3C8AECE00B}"/>
                    </a:ext>
                  </a:extLst>
                </p:cNvPr>
                <p:cNvSpPr>
                  <a:spLocks/>
                </p:cNvSpPr>
                <p:nvPr/>
              </p:nvSpPr>
              <p:spPr bwMode="auto">
                <a:xfrm>
                  <a:off x="6525639" y="2201071"/>
                  <a:ext cx="121328" cy="100117"/>
                </a:xfrm>
                <a:custGeom>
                  <a:avLst/>
                  <a:gdLst>
                    <a:gd name="T0" fmla="*/ 60 w 62"/>
                    <a:gd name="T1" fmla="*/ 14 h 50"/>
                    <a:gd name="T2" fmla="*/ 60 w 62"/>
                    <a:gd name="T3" fmla="*/ 12 h 50"/>
                    <a:gd name="T4" fmla="*/ 62 w 62"/>
                    <a:gd name="T5" fmla="*/ 10 h 50"/>
                    <a:gd name="T6" fmla="*/ 58 w 62"/>
                    <a:gd name="T7" fmla="*/ 4 h 50"/>
                    <a:gd name="T8" fmla="*/ 52 w 62"/>
                    <a:gd name="T9" fmla="*/ 2 h 50"/>
                    <a:gd name="T10" fmla="*/ 48 w 62"/>
                    <a:gd name="T11" fmla="*/ 0 h 50"/>
                    <a:gd name="T12" fmla="*/ 44 w 62"/>
                    <a:gd name="T13" fmla="*/ 0 h 50"/>
                    <a:gd name="T14" fmla="*/ 44 w 62"/>
                    <a:gd name="T15" fmla="*/ 4 h 50"/>
                    <a:gd name="T16" fmla="*/ 30 w 62"/>
                    <a:gd name="T17" fmla="*/ 4 h 50"/>
                    <a:gd name="T18" fmla="*/ 30 w 62"/>
                    <a:gd name="T19" fmla="*/ 2 h 50"/>
                    <a:gd name="T20" fmla="*/ 26 w 62"/>
                    <a:gd name="T21" fmla="*/ 2 h 50"/>
                    <a:gd name="T22" fmla="*/ 26 w 62"/>
                    <a:gd name="T23" fmla="*/ 2 h 50"/>
                    <a:gd name="T24" fmla="*/ 24 w 62"/>
                    <a:gd name="T25" fmla="*/ 6 h 50"/>
                    <a:gd name="T26" fmla="*/ 12 w 62"/>
                    <a:gd name="T27" fmla="*/ 6 h 50"/>
                    <a:gd name="T28" fmla="*/ 0 w 62"/>
                    <a:gd name="T29" fmla="*/ 10 h 50"/>
                    <a:gd name="T30" fmla="*/ 0 w 62"/>
                    <a:gd name="T31" fmla="*/ 28 h 50"/>
                    <a:gd name="T32" fmla="*/ 6 w 62"/>
                    <a:gd name="T33" fmla="*/ 28 h 50"/>
                    <a:gd name="T34" fmla="*/ 4 w 62"/>
                    <a:gd name="T35" fmla="*/ 38 h 50"/>
                    <a:gd name="T36" fmla="*/ 12 w 62"/>
                    <a:gd name="T37" fmla="*/ 38 h 50"/>
                    <a:gd name="T38" fmla="*/ 16 w 62"/>
                    <a:gd name="T39" fmla="*/ 38 h 50"/>
                    <a:gd name="T40" fmla="*/ 16 w 62"/>
                    <a:gd name="T41" fmla="*/ 36 h 50"/>
                    <a:gd name="T42" fmla="*/ 26 w 62"/>
                    <a:gd name="T43" fmla="*/ 38 h 50"/>
                    <a:gd name="T44" fmla="*/ 30 w 62"/>
                    <a:gd name="T45" fmla="*/ 40 h 50"/>
                    <a:gd name="T46" fmla="*/ 34 w 62"/>
                    <a:gd name="T47" fmla="*/ 42 h 50"/>
                    <a:gd name="T48" fmla="*/ 44 w 62"/>
                    <a:gd name="T49" fmla="*/ 48 h 50"/>
                    <a:gd name="T50" fmla="*/ 46 w 62"/>
                    <a:gd name="T51" fmla="*/ 44 h 50"/>
                    <a:gd name="T52" fmla="*/ 48 w 62"/>
                    <a:gd name="T53" fmla="*/ 40 h 50"/>
                    <a:gd name="T54" fmla="*/ 52 w 62"/>
                    <a:gd name="T55" fmla="*/ 36 h 50"/>
                    <a:gd name="T56" fmla="*/ 54 w 62"/>
                    <a:gd name="T57" fmla="*/ 30 h 50"/>
                    <a:gd name="T58" fmla="*/ 50 w 62"/>
                    <a:gd name="T59" fmla="*/ 28 h 50"/>
                    <a:gd name="T60" fmla="*/ 50 w 62"/>
                    <a:gd name="T61" fmla="*/ 22 h 50"/>
                    <a:gd name="T62" fmla="*/ 48 w 62"/>
                    <a:gd name="T63" fmla="*/ 16 h 50"/>
                    <a:gd name="T64" fmla="*/ 52 w 62"/>
                    <a:gd name="T65" fmla="*/ 14 h 50"/>
                    <a:gd name="T66" fmla="*/ 56 w 62"/>
                    <a:gd name="T67" fmla="*/ 14 h 50"/>
                    <a:gd name="T68" fmla="*/ 56 w 62"/>
                    <a:gd name="T69"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 h="50">
                      <a:moveTo>
                        <a:pt x="56" y="16"/>
                      </a:moveTo>
                      <a:lnTo>
                        <a:pt x="60" y="14"/>
                      </a:lnTo>
                      <a:lnTo>
                        <a:pt x="60" y="14"/>
                      </a:lnTo>
                      <a:lnTo>
                        <a:pt x="60" y="12"/>
                      </a:lnTo>
                      <a:lnTo>
                        <a:pt x="62" y="10"/>
                      </a:lnTo>
                      <a:lnTo>
                        <a:pt x="62" y="10"/>
                      </a:lnTo>
                      <a:lnTo>
                        <a:pt x="60" y="6"/>
                      </a:lnTo>
                      <a:lnTo>
                        <a:pt x="58" y="4"/>
                      </a:lnTo>
                      <a:lnTo>
                        <a:pt x="58" y="4"/>
                      </a:lnTo>
                      <a:lnTo>
                        <a:pt x="52" y="2"/>
                      </a:lnTo>
                      <a:lnTo>
                        <a:pt x="48" y="0"/>
                      </a:lnTo>
                      <a:lnTo>
                        <a:pt x="48" y="0"/>
                      </a:lnTo>
                      <a:lnTo>
                        <a:pt x="44" y="0"/>
                      </a:lnTo>
                      <a:lnTo>
                        <a:pt x="44" y="0"/>
                      </a:lnTo>
                      <a:lnTo>
                        <a:pt x="44" y="0"/>
                      </a:lnTo>
                      <a:lnTo>
                        <a:pt x="44" y="4"/>
                      </a:lnTo>
                      <a:lnTo>
                        <a:pt x="44" y="4"/>
                      </a:lnTo>
                      <a:lnTo>
                        <a:pt x="30" y="4"/>
                      </a:lnTo>
                      <a:lnTo>
                        <a:pt x="30" y="4"/>
                      </a:lnTo>
                      <a:lnTo>
                        <a:pt x="30" y="2"/>
                      </a:lnTo>
                      <a:lnTo>
                        <a:pt x="28" y="2"/>
                      </a:lnTo>
                      <a:lnTo>
                        <a:pt x="26" y="2"/>
                      </a:lnTo>
                      <a:lnTo>
                        <a:pt x="26" y="2"/>
                      </a:lnTo>
                      <a:lnTo>
                        <a:pt x="26" y="2"/>
                      </a:lnTo>
                      <a:lnTo>
                        <a:pt x="24" y="6"/>
                      </a:lnTo>
                      <a:lnTo>
                        <a:pt x="24" y="6"/>
                      </a:lnTo>
                      <a:lnTo>
                        <a:pt x="18" y="6"/>
                      </a:lnTo>
                      <a:lnTo>
                        <a:pt x="12" y="6"/>
                      </a:lnTo>
                      <a:lnTo>
                        <a:pt x="0" y="10"/>
                      </a:lnTo>
                      <a:lnTo>
                        <a:pt x="0" y="10"/>
                      </a:lnTo>
                      <a:lnTo>
                        <a:pt x="0" y="20"/>
                      </a:lnTo>
                      <a:lnTo>
                        <a:pt x="0" y="28"/>
                      </a:lnTo>
                      <a:lnTo>
                        <a:pt x="0" y="28"/>
                      </a:lnTo>
                      <a:lnTo>
                        <a:pt x="6" y="28"/>
                      </a:lnTo>
                      <a:lnTo>
                        <a:pt x="6" y="28"/>
                      </a:lnTo>
                      <a:lnTo>
                        <a:pt x="4" y="38"/>
                      </a:lnTo>
                      <a:lnTo>
                        <a:pt x="4" y="38"/>
                      </a:lnTo>
                      <a:lnTo>
                        <a:pt x="12" y="38"/>
                      </a:lnTo>
                      <a:lnTo>
                        <a:pt x="12" y="38"/>
                      </a:lnTo>
                      <a:lnTo>
                        <a:pt x="16" y="38"/>
                      </a:lnTo>
                      <a:lnTo>
                        <a:pt x="16" y="36"/>
                      </a:lnTo>
                      <a:lnTo>
                        <a:pt x="16" y="36"/>
                      </a:lnTo>
                      <a:lnTo>
                        <a:pt x="20" y="36"/>
                      </a:lnTo>
                      <a:lnTo>
                        <a:pt x="26" y="38"/>
                      </a:lnTo>
                      <a:lnTo>
                        <a:pt x="26" y="38"/>
                      </a:lnTo>
                      <a:lnTo>
                        <a:pt x="30" y="40"/>
                      </a:lnTo>
                      <a:lnTo>
                        <a:pt x="30" y="42"/>
                      </a:lnTo>
                      <a:lnTo>
                        <a:pt x="34" y="42"/>
                      </a:lnTo>
                      <a:lnTo>
                        <a:pt x="38" y="50"/>
                      </a:lnTo>
                      <a:lnTo>
                        <a:pt x="44" y="48"/>
                      </a:lnTo>
                      <a:lnTo>
                        <a:pt x="44" y="48"/>
                      </a:lnTo>
                      <a:lnTo>
                        <a:pt x="46" y="44"/>
                      </a:lnTo>
                      <a:lnTo>
                        <a:pt x="46" y="40"/>
                      </a:lnTo>
                      <a:lnTo>
                        <a:pt x="48" y="40"/>
                      </a:lnTo>
                      <a:lnTo>
                        <a:pt x="48" y="40"/>
                      </a:lnTo>
                      <a:lnTo>
                        <a:pt x="52" y="36"/>
                      </a:lnTo>
                      <a:lnTo>
                        <a:pt x="54" y="34"/>
                      </a:lnTo>
                      <a:lnTo>
                        <a:pt x="54" y="30"/>
                      </a:lnTo>
                      <a:lnTo>
                        <a:pt x="54" y="30"/>
                      </a:lnTo>
                      <a:lnTo>
                        <a:pt x="50" y="28"/>
                      </a:lnTo>
                      <a:lnTo>
                        <a:pt x="50" y="28"/>
                      </a:lnTo>
                      <a:lnTo>
                        <a:pt x="50" y="22"/>
                      </a:lnTo>
                      <a:lnTo>
                        <a:pt x="48" y="16"/>
                      </a:lnTo>
                      <a:lnTo>
                        <a:pt x="48" y="16"/>
                      </a:lnTo>
                      <a:lnTo>
                        <a:pt x="52" y="14"/>
                      </a:lnTo>
                      <a:lnTo>
                        <a:pt x="52" y="14"/>
                      </a:lnTo>
                      <a:lnTo>
                        <a:pt x="56" y="14"/>
                      </a:lnTo>
                      <a:lnTo>
                        <a:pt x="56" y="14"/>
                      </a:lnTo>
                      <a:lnTo>
                        <a:pt x="56" y="16"/>
                      </a:lnTo>
                      <a:lnTo>
                        <a:pt x="56" y="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2" name="Freeform 203">
                  <a:extLst>
                    <a:ext uri="{FF2B5EF4-FFF2-40B4-BE49-F238E27FC236}">
                      <a16:creationId xmlns:a16="http://schemas.microsoft.com/office/drawing/2014/main" id="{70E0CDF7-9785-924C-A728-825981D9A5B5}"/>
                    </a:ext>
                  </a:extLst>
                </p:cNvPr>
                <p:cNvSpPr>
                  <a:spLocks noEditPoints="1"/>
                </p:cNvSpPr>
                <p:nvPr/>
              </p:nvSpPr>
              <p:spPr bwMode="auto">
                <a:xfrm>
                  <a:off x="6112733" y="2281165"/>
                  <a:ext cx="123286" cy="156184"/>
                </a:xfrm>
                <a:custGeom>
                  <a:avLst/>
                  <a:gdLst>
                    <a:gd name="T0" fmla="*/ 24 w 63"/>
                    <a:gd name="T1" fmla="*/ 54 h 78"/>
                    <a:gd name="T2" fmla="*/ 30 w 63"/>
                    <a:gd name="T3" fmla="*/ 60 h 78"/>
                    <a:gd name="T4" fmla="*/ 32 w 63"/>
                    <a:gd name="T5" fmla="*/ 64 h 78"/>
                    <a:gd name="T6" fmla="*/ 37 w 63"/>
                    <a:gd name="T7" fmla="*/ 64 h 78"/>
                    <a:gd name="T8" fmla="*/ 37 w 63"/>
                    <a:gd name="T9" fmla="*/ 54 h 78"/>
                    <a:gd name="T10" fmla="*/ 30 w 63"/>
                    <a:gd name="T11" fmla="*/ 46 h 78"/>
                    <a:gd name="T12" fmla="*/ 37 w 63"/>
                    <a:gd name="T13" fmla="*/ 38 h 78"/>
                    <a:gd name="T14" fmla="*/ 39 w 63"/>
                    <a:gd name="T15" fmla="*/ 32 h 78"/>
                    <a:gd name="T16" fmla="*/ 32 w 63"/>
                    <a:gd name="T17" fmla="*/ 26 h 78"/>
                    <a:gd name="T18" fmla="*/ 26 w 63"/>
                    <a:gd name="T19" fmla="*/ 16 h 78"/>
                    <a:gd name="T20" fmla="*/ 32 w 63"/>
                    <a:gd name="T21" fmla="*/ 16 h 78"/>
                    <a:gd name="T22" fmla="*/ 37 w 63"/>
                    <a:gd name="T23" fmla="*/ 12 h 78"/>
                    <a:gd name="T24" fmla="*/ 34 w 63"/>
                    <a:gd name="T25" fmla="*/ 6 h 78"/>
                    <a:gd name="T26" fmla="*/ 37 w 63"/>
                    <a:gd name="T27" fmla="*/ 0 h 78"/>
                    <a:gd name="T28" fmla="*/ 26 w 63"/>
                    <a:gd name="T29" fmla="*/ 4 h 78"/>
                    <a:gd name="T30" fmla="*/ 22 w 63"/>
                    <a:gd name="T31" fmla="*/ 10 h 78"/>
                    <a:gd name="T32" fmla="*/ 16 w 63"/>
                    <a:gd name="T33" fmla="*/ 14 h 78"/>
                    <a:gd name="T34" fmla="*/ 8 w 63"/>
                    <a:gd name="T35" fmla="*/ 16 h 78"/>
                    <a:gd name="T36" fmla="*/ 2 w 63"/>
                    <a:gd name="T37" fmla="*/ 22 h 78"/>
                    <a:gd name="T38" fmla="*/ 2 w 63"/>
                    <a:gd name="T39" fmla="*/ 24 h 78"/>
                    <a:gd name="T40" fmla="*/ 8 w 63"/>
                    <a:gd name="T41" fmla="*/ 20 h 78"/>
                    <a:gd name="T42" fmla="*/ 12 w 63"/>
                    <a:gd name="T43" fmla="*/ 18 h 78"/>
                    <a:gd name="T44" fmla="*/ 22 w 63"/>
                    <a:gd name="T45" fmla="*/ 28 h 78"/>
                    <a:gd name="T46" fmla="*/ 16 w 63"/>
                    <a:gd name="T47" fmla="*/ 24 h 78"/>
                    <a:gd name="T48" fmla="*/ 0 w 63"/>
                    <a:gd name="T49" fmla="*/ 30 h 78"/>
                    <a:gd name="T50" fmla="*/ 2 w 63"/>
                    <a:gd name="T51" fmla="*/ 42 h 78"/>
                    <a:gd name="T52" fmla="*/ 2 w 63"/>
                    <a:gd name="T53" fmla="*/ 48 h 78"/>
                    <a:gd name="T54" fmla="*/ 4 w 63"/>
                    <a:gd name="T55" fmla="*/ 56 h 78"/>
                    <a:gd name="T56" fmla="*/ 10 w 63"/>
                    <a:gd name="T57" fmla="*/ 64 h 78"/>
                    <a:gd name="T58" fmla="*/ 61 w 63"/>
                    <a:gd name="T59" fmla="*/ 66 h 78"/>
                    <a:gd name="T60" fmla="*/ 51 w 63"/>
                    <a:gd name="T61" fmla="*/ 70 h 78"/>
                    <a:gd name="T62" fmla="*/ 45 w 63"/>
                    <a:gd name="T63" fmla="*/ 68 h 78"/>
                    <a:gd name="T64" fmla="*/ 43 w 63"/>
                    <a:gd name="T65" fmla="*/ 68 h 78"/>
                    <a:gd name="T66" fmla="*/ 43 w 63"/>
                    <a:gd name="T67" fmla="*/ 72 h 78"/>
                    <a:gd name="T68" fmla="*/ 45 w 63"/>
                    <a:gd name="T69" fmla="*/ 76 h 78"/>
                    <a:gd name="T70" fmla="*/ 49 w 63"/>
                    <a:gd name="T71" fmla="*/ 78 h 78"/>
                    <a:gd name="T72" fmla="*/ 53 w 63"/>
                    <a:gd name="T73" fmla="*/ 76 h 78"/>
                    <a:gd name="T74" fmla="*/ 57 w 63"/>
                    <a:gd name="T75" fmla="*/ 72 h 78"/>
                    <a:gd name="T76" fmla="*/ 63 w 63"/>
                    <a:gd name="T77" fmla="*/ 66 h 78"/>
                    <a:gd name="T78" fmla="*/ 39 w 63"/>
                    <a:gd name="T79" fmla="*/ 66 h 78"/>
                    <a:gd name="T80" fmla="*/ 37 w 63"/>
                    <a:gd name="T81" fmla="*/ 74 h 78"/>
                    <a:gd name="T82" fmla="*/ 39 w 63"/>
                    <a:gd name="T83" fmla="*/ 68 h 78"/>
                    <a:gd name="T84" fmla="*/ 39 w 63"/>
                    <a:gd name="T85" fmla="*/ 66 h 78"/>
                    <a:gd name="T86" fmla="*/ 55 w 63"/>
                    <a:gd name="T87" fmla="*/ 38 h 78"/>
                    <a:gd name="T88" fmla="*/ 53 w 63"/>
                    <a:gd name="T89" fmla="*/ 46 h 78"/>
                    <a:gd name="T90" fmla="*/ 49 w 63"/>
                    <a:gd name="T91" fmla="*/ 50 h 78"/>
                    <a:gd name="T92" fmla="*/ 49 w 63"/>
                    <a:gd name="T93" fmla="*/ 46 h 78"/>
                    <a:gd name="T94" fmla="*/ 43 w 63"/>
                    <a:gd name="T95" fmla="*/ 50 h 78"/>
                    <a:gd name="T96" fmla="*/ 39 w 63"/>
                    <a:gd name="T97" fmla="*/ 50 h 78"/>
                    <a:gd name="T98" fmla="*/ 41 w 63"/>
                    <a:gd name="T99" fmla="*/ 54 h 78"/>
                    <a:gd name="T100" fmla="*/ 43 w 63"/>
                    <a:gd name="T101" fmla="*/ 62 h 78"/>
                    <a:gd name="T102" fmla="*/ 49 w 63"/>
                    <a:gd name="T103" fmla="*/ 62 h 78"/>
                    <a:gd name="T104" fmla="*/ 51 w 63"/>
                    <a:gd name="T105" fmla="*/ 60 h 78"/>
                    <a:gd name="T106" fmla="*/ 55 w 63"/>
                    <a:gd name="T107" fmla="*/ 66 h 78"/>
                    <a:gd name="T108" fmla="*/ 55 w 63"/>
                    <a:gd name="T109" fmla="*/ 62 h 78"/>
                    <a:gd name="T110" fmla="*/ 61 w 63"/>
                    <a:gd name="T111" fmla="*/ 58 h 78"/>
                    <a:gd name="T112" fmla="*/ 57 w 63"/>
                    <a:gd name="T113" fmla="*/ 52 h 78"/>
                    <a:gd name="T114" fmla="*/ 61 w 63"/>
                    <a:gd name="T115" fmla="*/ 50 h 78"/>
                    <a:gd name="T116" fmla="*/ 59 w 63"/>
                    <a:gd name="T117" fmla="*/ 38 h 78"/>
                    <a:gd name="T118" fmla="*/ 12 w 63"/>
                    <a:gd name="T119" fmla="*/ 20 h 78"/>
                    <a:gd name="T120" fmla="*/ 10 w 63"/>
                    <a:gd name="T121" fmla="*/ 26 h 78"/>
                    <a:gd name="T122" fmla="*/ 14 w 63"/>
                    <a:gd name="T123" fmla="*/ 22 h 78"/>
                    <a:gd name="T124" fmla="*/ 12 w 63"/>
                    <a:gd name="T125" fmla="*/ 2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 h="78">
                      <a:moveTo>
                        <a:pt x="22" y="64"/>
                      </a:moveTo>
                      <a:lnTo>
                        <a:pt x="22" y="64"/>
                      </a:lnTo>
                      <a:lnTo>
                        <a:pt x="24" y="54"/>
                      </a:lnTo>
                      <a:lnTo>
                        <a:pt x="24" y="54"/>
                      </a:lnTo>
                      <a:lnTo>
                        <a:pt x="30" y="60"/>
                      </a:lnTo>
                      <a:lnTo>
                        <a:pt x="30" y="60"/>
                      </a:lnTo>
                      <a:lnTo>
                        <a:pt x="30" y="64"/>
                      </a:lnTo>
                      <a:lnTo>
                        <a:pt x="32" y="64"/>
                      </a:lnTo>
                      <a:lnTo>
                        <a:pt x="32" y="64"/>
                      </a:lnTo>
                      <a:lnTo>
                        <a:pt x="32" y="64"/>
                      </a:lnTo>
                      <a:lnTo>
                        <a:pt x="34" y="64"/>
                      </a:lnTo>
                      <a:lnTo>
                        <a:pt x="37" y="64"/>
                      </a:lnTo>
                      <a:lnTo>
                        <a:pt x="37" y="64"/>
                      </a:lnTo>
                      <a:lnTo>
                        <a:pt x="37" y="54"/>
                      </a:lnTo>
                      <a:lnTo>
                        <a:pt x="37" y="54"/>
                      </a:lnTo>
                      <a:lnTo>
                        <a:pt x="26" y="54"/>
                      </a:lnTo>
                      <a:lnTo>
                        <a:pt x="26" y="54"/>
                      </a:lnTo>
                      <a:lnTo>
                        <a:pt x="30" y="46"/>
                      </a:lnTo>
                      <a:lnTo>
                        <a:pt x="32" y="36"/>
                      </a:lnTo>
                      <a:lnTo>
                        <a:pt x="32" y="36"/>
                      </a:lnTo>
                      <a:lnTo>
                        <a:pt x="37" y="38"/>
                      </a:lnTo>
                      <a:lnTo>
                        <a:pt x="41" y="34"/>
                      </a:lnTo>
                      <a:lnTo>
                        <a:pt x="39" y="32"/>
                      </a:lnTo>
                      <a:lnTo>
                        <a:pt x="39" y="32"/>
                      </a:lnTo>
                      <a:lnTo>
                        <a:pt x="34" y="32"/>
                      </a:lnTo>
                      <a:lnTo>
                        <a:pt x="34" y="32"/>
                      </a:lnTo>
                      <a:lnTo>
                        <a:pt x="32" y="26"/>
                      </a:lnTo>
                      <a:lnTo>
                        <a:pt x="32" y="18"/>
                      </a:lnTo>
                      <a:lnTo>
                        <a:pt x="32" y="18"/>
                      </a:lnTo>
                      <a:lnTo>
                        <a:pt x="26" y="16"/>
                      </a:lnTo>
                      <a:lnTo>
                        <a:pt x="26" y="16"/>
                      </a:lnTo>
                      <a:lnTo>
                        <a:pt x="32" y="16"/>
                      </a:lnTo>
                      <a:lnTo>
                        <a:pt x="32" y="16"/>
                      </a:lnTo>
                      <a:lnTo>
                        <a:pt x="34" y="12"/>
                      </a:lnTo>
                      <a:lnTo>
                        <a:pt x="34" y="12"/>
                      </a:lnTo>
                      <a:lnTo>
                        <a:pt x="37" y="12"/>
                      </a:lnTo>
                      <a:lnTo>
                        <a:pt x="37" y="12"/>
                      </a:lnTo>
                      <a:lnTo>
                        <a:pt x="34" y="6"/>
                      </a:lnTo>
                      <a:lnTo>
                        <a:pt x="34" y="6"/>
                      </a:lnTo>
                      <a:lnTo>
                        <a:pt x="37" y="2"/>
                      </a:lnTo>
                      <a:lnTo>
                        <a:pt x="37" y="2"/>
                      </a:lnTo>
                      <a:lnTo>
                        <a:pt x="37" y="0"/>
                      </a:lnTo>
                      <a:lnTo>
                        <a:pt x="37" y="0"/>
                      </a:lnTo>
                      <a:lnTo>
                        <a:pt x="30" y="2"/>
                      </a:lnTo>
                      <a:lnTo>
                        <a:pt x="26" y="4"/>
                      </a:lnTo>
                      <a:lnTo>
                        <a:pt x="26" y="4"/>
                      </a:lnTo>
                      <a:lnTo>
                        <a:pt x="24" y="8"/>
                      </a:lnTo>
                      <a:lnTo>
                        <a:pt x="22" y="10"/>
                      </a:lnTo>
                      <a:lnTo>
                        <a:pt x="22" y="12"/>
                      </a:lnTo>
                      <a:lnTo>
                        <a:pt x="22" y="12"/>
                      </a:lnTo>
                      <a:lnTo>
                        <a:pt x="16" y="14"/>
                      </a:lnTo>
                      <a:lnTo>
                        <a:pt x="14" y="14"/>
                      </a:lnTo>
                      <a:lnTo>
                        <a:pt x="12" y="14"/>
                      </a:lnTo>
                      <a:lnTo>
                        <a:pt x="8" y="16"/>
                      </a:lnTo>
                      <a:lnTo>
                        <a:pt x="8" y="16"/>
                      </a:lnTo>
                      <a:lnTo>
                        <a:pt x="2" y="22"/>
                      </a:lnTo>
                      <a:lnTo>
                        <a:pt x="2" y="22"/>
                      </a:lnTo>
                      <a:lnTo>
                        <a:pt x="2" y="24"/>
                      </a:lnTo>
                      <a:lnTo>
                        <a:pt x="2" y="24"/>
                      </a:lnTo>
                      <a:lnTo>
                        <a:pt x="2" y="24"/>
                      </a:lnTo>
                      <a:lnTo>
                        <a:pt x="6" y="24"/>
                      </a:lnTo>
                      <a:lnTo>
                        <a:pt x="6" y="24"/>
                      </a:lnTo>
                      <a:lnTo>
                        <a:pt x="8" y="20"/>
                      </a:lnTo>
                      <a:lnTo>
                        <a:pt x="8" y="20"/>
                      </a:lnTo>
                      <a:lnTo>
                        <a:pt x="10" y="18"/>
                      </a:lnTo>
                      <a:lnTo>
                        <a:pt x="12" y="18"/>
                      </a:lnTo>
                      <a:lnTo>
                        <a:pt x="20" y="18"/>
                      </a:lnTo>
                      <a:lnTo>
                        <a:pt x="20" y="18"/>
                      </a:lnTo>
                      <a:lnTo>
                        <a:pt x="22" y="28"/>
                      </a:lnTo>
                      <a:lnTo>
                        <a:pt x="22" y="28"/>
                      </a:lnTo>
                      <a:lnTo>
                        <a:pt x="18" y="24"/>
                      </a:lnTo>
                      <a:lnTo>
                        <a:pt x="16" y="24"/>
                      </a:lnTo>
                      <a:lnTo>
                        <a:pt x="12" y="32"/>
                      </a:lnTo>
                      <a:lnTo>
                        <a:pt x="12" y="32"/>
                      </a:lnTo>
                      <a:lnTo>
                        <a:pt x="0" y="30"/>
                      </a:lnTo>
                      <a:lnTo>
                        <a:pt x="0" y="30"/>
                      </a:lnTo>
                      <a:lnTo>
                        <a:pt x="2" y="40"/>
                      </a:lnTo>
                      <a:lnTo>
                        <a:pt x="2" y="42"/>
                      </a:lnTo>
                      <a:lnTo>
                        <a:pt x="6" y="44"/>
                      </a:lnTo>
                      <a:lnTo>
                        <a:pt x="6" y="46"/>
                      </a:lnTo>
                      <a:lnTo>
                        <a:pt x="2" y="48"/>
                      </a:lnTo>
                      <a:lnTo>
                        <a:pt x="2" y="48"/>
                      </a:lnTo>
                      <a:lnTo>
                        <a:pt x="2" y="52"/>
                      </a:lnTo>
                      <a:lnTo>
                        <a:pt x="4" y="56"/>
                      </a:lnTo>
                      <a:lnTo>
                        <a:pt x="10" y="62"/>
                      </a:lnTo>
                      <a:lnTo>
                        <a:pt x="10" y="62"/>
                      </a:lnTo>
                      <a:lnTo>
                        <a:pt x="10" y="64"/>
                      </a:lnTo>
                      <a:lnTo>
                        <a:pt x="22" y="64"/>
                      </a:lnTo>
                      <a:close/>
                      <a:moveTo>
                        <a:pt x="61" y="66"/>
                      </a:moveTo>
                      <a:lnTo>
                        <a:pt x="61" y="66"/>
                      </a:lnTo>
                      <a:lnTo>
                        <a:pt x="55" y="68"/>
                      </a:lnTo>
                      <a:lnTo>
                        <a:pt x="51" y="70"/>
                      </a:lnTo>
                      <a:lnTo>
                        <a:pt x="51" y="70"/>
                      </a:lnTo>
                      <a:lnTo>
                        <a:pt x="49" y="70"/>
                      </a:lnTo>
                      <a:lnTo>
                        <a:pt x="49" y="70"/>
                      </a:lnTo>
                      <a:lnTo>
                        <a:pt x="45" y="68"/>
                      </a:lnTo>
                      <a:lnTo>
                        <a:pt x="45" y="68"/>
                      </a:lnTo>
                      <a:lnTo>
                        <a:pt x="43" y="68"/>
                      </a:lnTo>
                      <a:lnTo>
                        <a:pt x="43" y="68"/>
                      </a:lnTo>
                      <a:lnTo>
                        <a:pt x="43" y="68"/>
                      </a:lnTo>
                      <a:lnTo>
                        <a:pt x="43" y="70"/>
                      </a:lnTo>
                      <a:lnTo>
                        <a:pt x="43" y="72"/>
                      </a:lnTo>
                      <a:lnTo>
                        <a:pt x="43" y="72"/>
                      </a:lnTo>
                      <a:lnTo>
                        <a:pt x="45" y="76"/>
                      </a:lnTo>
                      <a:lnTo>
                        <a:pt x="45" y="76"/>
                      </a:lnTo>
                      <a:lnTo>
                        <a:pt x="45" y="76"/>
                      </a:lnTo>
                      <a:lnTo>
                        <a:pt x="47" y="78"/>
                      </a:lnTo>
                      <a:lnTo>
                        <a:pt x="49" y="78"/>
                      </a:lnTo>
                      <a:lnTo>
                        <a:pt x="51" y="76"/>
                      </a:lnTo>
                      <a:lnTo>
                        <a:pt x="51" y="76"/>
                      </a:lnTo>
                      <a:lnTo>
                        <a:pt x="53" y="76"/>
                      </a:lnTo>
                      <a:lnTo>
                        <a:pt x="55" y="76"/>
                      </a:lnTo>
                      <a:lnTo>
                        <a:pt x="55" y="76"/>
                      </a:lnTo>
                      <a:lnTo>
                        <a:pt x="57" y="72"/>
                      </a:lnTo>
                      <a:lnTo>
                        <a:pt x="57" y="72"/>
                      </a:lnTo>
                      <a:lnTo>
                        <a:pt x="61" y="68"/>
                      </a:lnTo>
                      <a:lnTo>
                        <a:pt x="63" y="66"/>
                      </a:lnTo>
                      <a:lnTo>
                        <a:pt x="61" y="66"/>
                      </a:lnTo>
                      <a:lnTo>
                        <a:pt x="61" y="66"/>
                      </a:lnTo>
                      <a:close/>
                      <a:moveTo>
                        <a:pt x="39" y="66"/>
                      </a:moveTo>
                      <a:lnTo>
                        <a:pt x="39" y="66"/>
                      </a:lnTo>
                      <a:lnTo>
                        <a:pt x="37" y="72"/>
                      </a:lnTo>
                      <a:lnTo>
                        <a:pt x="37" y="74"/>
                      </a:lnTo>
                      <a:lnTo>
                        <a:pt x="37" y="74"/>
                      </a:lnTo>
                      <a:lnTo>
                        <a:pt x="37" y="74"/>
                      </a:lnTo>
                      <a:lnTo>
                        <a:pt x="39" y="68"/>
                      </a:lnTo>
                      <a:lnTo>
                        <a:pt x="41" y="66"/>
                      </a:lnTo>
                      <a:lnTo>
                        <a:pt x="39" y="64"/>
                      </a:lnTo>
                      <a:lnTo>
                        <a:pt x="39" y="66"/>
                      </a:lnTo>
                      <a:lnTo>
                        <a:pt x="39" y="66"/>
                      </a:lnTo>
                      <a:close/>
                      <a:moveTo>
                        <a:pt x="55" y="38"/>
                      </a:moveTo>
                      <a:lnTo>
                        <a:pt x="55" y="38"/>
                      </a:lnTo>
                      <a:lnTo>
                        <a:pt x="51" y="40"/>
                      </a:lnTo>
                      <a:lnTo>
                        <a:pt x="53" y="46"/>
                      </a:lnTo>
                      <a:lnTo>
                        <a:pt x="53" y="46"/>
                      </a:lnTo>
                      <a:lnTo>
                        <a:pt x="51" y="48"/>
                      </a:lnTo>
                      <a:lnTo>
                        <a:pt x="51" y="50"/>
                      </a:lnTo>
                      <a:lnTo>
                        <a:pt x="49" y="50"/>
                      </a:lnTo>
                      <a:lnTo>
                        <a:pt x="49" y="50"/>
                      </a:lnTo>
                      <a:lnTo>
                        <a:pt x="49" y="46"/>
                      </a:lnTo>
                      <a:lnTo>
                        <a:pt x="49" y="46"/>
                      </a:lnTo>
                      <a:lnTo>
                        <a:pt x="45" y="46"/>
                      </a:lnTo>
                      <a:lnTo>
                        <a:pt x="43" y="46"/>
                      </a:lnTo>
                      <a:lnTo>
                        <a:pt x="43" y="50"/>
                      </a:lnTo>
                      <a:lnTo>
                        <a:pt x="43" y="50"/>
                      </a:lnTo>
                      <a:lnTo>
                        <a:pt x="39" y="50"/>
                      </a:lnTo>
                      <a:lnTo>
                        <a:pt x="39" y="50"/>
                      </a:lnTo>
                      <a:lnTo>
                        <a:pt x="39" y="52"/>
                      </a:lnTo>
                      <a:lnTo>
                        <a:pt x="39" y="52"/>
                      </a:lnTo>
                      <a:lnTo>
                        <a:pt x="41" y="54"/>
                      </a:lnTo>
                      <a:lnTo>
                        <a:pt x="43" y="54"/>
                      </a:lnTo>
                      <a:lnTo>
                        <a:pt x="43" y="54"/>
                      </a:lnTo>
                      <a:lnTo>
                        <a:pt x="43" y="62"/>
                      </a:lnTo>
                      <a:lnTo>
                        <a:pt x="43" y="62"/>
                      </a:lnTo>
                      <a:lnTo>
                        <a:pt x="49" y="62"/>
                      </a:lnTo>
                      <a:lnTo>
                        <a:pt x="49" y="62"/>
                      </a:lnTo>
                      <a:lnTo>
                        <a:pt x="47" y="60"/>
                      </a:lnTo>
                      <a:lnTo>
                        <a:pt x="49" y="60"/>
                      </a:lnTo>
                      <a:lnTo>
                        <a:pt x="51" y="60"/>
                      </a:lnTo>
                      <a:lnTo>
                        <a:pt x="51" y="66"/>
                      </a:lnTo>
                      <a:lnTo>
                        <a:pt x="51" y="66"/>
                      </a:lnTo>
                      <a:lnTo>
                        <a:pt x="55" y="66"/>
                      </a:lnTo>
                      <a:lnTo>
                        <a:pt x="55" y="66"/>
                      </a:lnTo>
                      <a:lnTo>
                        <a:pt x="55" y="62"/>
                      </a:lnTo>
                      <a:lnTo>
                        <a:pt x="55" y="62"/>
                      </a:lnTo>
                      <a:lnTo>
                        <a:pt x="59" y="60"/>
                      </a:lnTo>
                      <a:lnTo>
                        <a:pt x="61" y="58"/>
                      </a:lnTo>
                      <a:lnTo>
                        <a:pt x="61" y="58"/>
                      </a:lnTo>
                      <a:lnTo>
                        <a:pt x="61" y="54"/>
                      </a:lnTo>
                      <a:lnTo>
                        <a:pt x="61" y="54"/>
                      </a:lnTo>
                      <a:lnTo>
                        <a:pt x="57" y="52"/>
                      </a:lnTo>
                      <a:lnTo>
                        <a:pt x="57" y="52"/>
                      </a:lnTo>
                      <a:lnTo>
                        <a:pt x="61" y="50"/>
                      </a:lnTo>
                      <a:lnTo>
                        <a:pt x="61" y="50"/>
                      </a:lnTo>
                      <a:lnTo>
                        <a:pt x="61" y="44"/>
                      </a:lnTo>
                      <a:lnTo>
                        <a:pt x="59" y="38"/>
                      </a:lnTo>
                      <a:lnTo>
                        <a:pt x="59" y="38"/>
                      </a:lnTo>
                      <a:lnTo>
                        <a:pt x="55" y="38"/>
                      </a:lnTo>
                      <a:lnTo>
                        <a:pt x="55" y="38"/>
                      </a:lnTo>
                      <a:close/>
                      <a:moveTo>
                        <a:pt x="12" y="20"/>
                      </a:moveTo>
                      <a:lnTo>
                        <a:pt x="12" y="20"/>
                      </a:lnTo>
                      <a:lnTo>
                        <a:pt x="10" y="24"/>
                      </a:lnTo>
                      <a:lnTo>
                        <a:pt x="10" y="26"/>
                      </a:lnTo>
                      <a:lnTo>
                        <a:pt x="12" y="24"/>
                      </a:lnTo>
                      <a:lnTo>
                        <a:pt x="12" y="24"/>
                      </a:lnTo>
                      <a:lnTo>
                        <a:pt x="14" y="22"/>
                      </a:lnTo>
                      <a:lnTo>
                        <a:pt x="14" y="20"/>
                      </a:lnTo>
                      <a:lnTo>
                        <a:pt x="12" y="20"/>
                      </a:lnTo>
                      <a:lnTo>
                        <a:pt x="12"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3" name="Freeform 204">
                  <a:extLst>
                    <a:ext uri="{FF2B5EF4-FFF2-40B4-BE49-F238E27FC236}">
                      <a16:creationId xmlns:a16="http://schemas.microsoft.com/office/drawing/2014/main" id="{514133B9-B034-3A43-85E0-519F51870147}"/>
                    </a:ext>
                  </a:extLst>
                </p:cNvPr>
                <p:cNvSpPr>
                  <a:spLocks/>
                </p:cNvSpPr>
                <p:nvPr/>
              </p:nvSpPr>
              <p:spPr bwMode="auto">
                <a:xfrm>
                  <a:off x="6220362" y="2565499"/>
                  <a:ext cx="156552" cy="104122"/>
                </a:xfrm>
                <a:custGeom>
                  <a:avLst/>
                  <a:gdLst>
                    <a:gd name="T0" fmla="*/ 64 w 80"/>
                    <a:gd name="T1" fmla="*/ 46 h 52"/>
                    <a:gd name="T2" fmla="*/ 66 w 80"/>
                    <a:gd name="T3" fmla="*/ 42 h 52"/>
                    <a:gd name="T4" fmla="*/ 70 w 80"/>
                    <a:gd name="T5" fmla="*/ 40 h 52"/>
                    <a:gd name="T6" fmla="*/ 72 w 80"/>
                    <a:gd name="T7" fmla="*/ 38 h 52"/>
                    <a:gd name="T8" fmla="*/ 72 w 80"/>
                    <a:gd name="T9" fmla="*/ 34 h 52"/>
                    <a:gd name="T10" fmla="*/ 80 w 80"/>
                    <a:gd name="T11" fmla="*/ 32 h 52"/>
                    <a:gd name="T12" fmla="*/ 78 w 80"/>
                    <a:gd name="T13" fmla="*/ 26 h 52"/>
                    <a:gd name="T14" fmla="*/ 74 w 80"/>
                    <a:gd name="T15" fmla="*/ 24 h 52"/>
                    <a:gd name="T16" fmla="*/ 74 w 80"/>
                    <a:gd name="T17" fmla="*/ 22 h 52"/>
                    <a:gd name="T18" fmla="*/ 70 w 80"/>
                    <a:gd name="T19" fmla="*/ 18 h 52"/>
                    <a:gd name="T20" fmla="*/ 68 w 80"/>
                    <a:gd name="T21" fmla="*/ 18 h 52"/>
                    <a:gd name="T22" fmla="*/ 58 w 80"/>
                    <a:gd name="T23" fmla="*/ 16 h 52"/>
                    <a:gd name="T24" fmla="*/ 54 w 80"/>
                    <a:gd name="T25" fmla="*/ 12 h 52"/>
                    <a:gd name="T26" fmla="*/ 50 w 80"/>
                    <a:gd name="T27" fmla="*/ 10 h 52"/>
                    <a:gd name="T28" fmla="*/ 48 w 80"/>
                    <a:gd name="T29" fmla="*/ 10 h 52"/>
                    <a:gd name="T30" fmla="*/ 46 w 80"/>
                    <a:gd name="T31" fmla="*/ 8 h 52"/>
                    <a:gd name="T32" fmla="*/ 44 w 80"/>
                    <a:gd name="T33" fmla="*/ 6 h 52"/>
                    <a:gd name="T34" fmla="*/ 32 w 80"/>
                    <a:gd name="T35" fmla="*/ 4 h 52"/>
                    <a:gd name="T36" fmla="*/ 26 w 80"/>
                    <a:gd name="T37" fmla="*/ 0 h 52"/>
                    <a:gd name="T38" fmla="*/ 18 w 80"/>
                    <a:gd name="T39" fmla="*/ 6 h 52"/>
                    <a:gd name="T40" fmla="*/ 10 w 80"/>
                    <a:gd name="T41" fmla="*/ 12 h 52"/>
                    <a:gd name="T42" fmla="*/ 6 w 80"/>
                    <a:gd name="T43" fmla="*/ 14 h 52"/>
                    <a:gd name="T44" fmla="*/ 2 w 80"/>
                    <a:gd name="T45" fmla="*/ 14 h 52"/>
                    <a:gd name="T46" fmla="*/ 0 w 80"/>
                    <a:gd name="T47" fmla="*/ 20 h 52"/>
                    <a:gd name="T48" fmla="*/ 4 w 80"/>
                    <a:gd name="T49" fmla="*/ 24 h 52"/>
                    <a:gd name="T50" fmla="*/ 6 w 80"/>
                    <a:gd name="T51" fmla="*/ 28 h 52"/>
                    <a:gd name="T52" fmla="*/ 8 w 80"/>
                    <a:gd name="T53" fmla="*/ 36 h 52"/>
                    <a:gd name="T54" fmla="*/ 10 w 80"/>
                    <a:gd name="T55" fmla="*/ 40 h 52"/>
                    <a:gd name="T56" fmla="*/ 14 w 80"/>
                    <a:gd name="T57" fmla="*/ 40 h 52"/>
                    <a:gd name="T58" fmla="*/ 16 w 80"/>
                    <a:gd name="T59" fmla="*/ 42 h 52"/>
                    <a:gd name="T60" fmla="*/ 20 w 80"/>
                    <a:gd name="T61" fmla="*/ 46 h 52"/>
                    <a:gd name="T62" fmla="*/ 28 w 80"/>
                    <a:gd name="T63" fmla="*/ 52 h 52"/>
                    <a:gd name="T64" fmla="*/ 30 w 80"/>
                    <a:gd name="T65" fmla="*/ 50 h 52"/>
                    <a:gd name="T66" fmla="*/ 34 w 80"/>
                    <a:gd name="T67" fmla="*/ 44 h 52"/>
                    <a:gd name="T68" fmla="*/ 36 w 80"/>
                    <a:gd name="T69" fmla="*/ 42 h 52"/>
                    <a:gd name="T70" fmla="*/ 42 w 80"/>
                    <a:gd name="T71" fmla="*/ 42 h 52"/>
                    <a:gd name="T72" fmla="*/ 44 w 80"/>
                    <a:gd name="T73" fmla="*/ 44 h 52"/>
                    <a:gd name="T74" fmla="*/ 54 w 80"/>
                    <a:gd name="T75" fmla="*/ 48 h 52"/>
                    <a:gd name="T76" fmla="*/ 64 w 80"/>
                    <a:gd name="T77" fmla="*/ 4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0" h="52">
                      <a:moveTo>
                        <a:pt x="64" y="46"/>
                      </a:moveTo>
                      <a:lnTo>
                        <a:pt x="64" y="46"/>
                      </a:lnTo>
                      <a:lnTo>
                        <a:pt x="64" y="44"/>
                      </a:lnTo>
                      <a:lnTo>
                        <a:pt x="66" y="42"/>
                      </a:lnTo>
                      <a:lnTo>
                        <a:pt x="70" y="40"/>
                      </a:lnTo>
                      <a:lnTo>
                        <a:pt x="70" y="40"/>
                      </a:lnTo>
                      <a:lnTo>
                        <a:pt x="70" y="40"/>
                      </a:lnTo>
                      <a:lnTo>
                        <a:pt x="72" y="38"/>
                      </a:lnTo>
                      <a:lnTo>
                        <a:pt x="72" y="36"/>
                      </a:lnTo>
                      <a:lnTo>
                        <a:pt x="72" y="34"/>
                      </a:lnTo>
                      <a:lnTo>
                        <a:pt x="72" y="34"/>
                      </a:lnTo>
                      <a:lnTo>
                        <a:pt x="80" y="32"/>
                      </a:lnTo>
                      <a:lnTo>
                        <a:pt x="80" y="32"/>
                      </a:lnTo>
                      <a:lnTo>
                        <a:pt x="78" y="26"/>
                      </a:lnTo>
                      <a:lnTo>
                        <a:pt x="76" y="24"/>
                      </a:lnTo>
                      <a:lnTo>
                        <a:pt x="74" y="24"/>
                      </a:lnTo>
                      <a:lnTo>
                        <a:pt x="74" y="24"/>
                      </a:lnTo>
                      <a:lnTo>
                        <a:pt x="74" y="22"/>
                      </a:lnTo>
                      <a:lnTo>
                        <a:pt x="72" y="20"/>
                      </a:lnTo>
                      <a:lnTo>
                        <a:pt x="70" y="18"/>
                      </a:lnTo>
                      <a:lnTo>
                        <a:pt x="68" y="18"/>
                      </a:lnTo>
                      <a:lnTo>
                        <a:pt x="68" y="18"/>
                      </a:lnTo>
                      <a:lnTo>
                        <a:pt x="64" y="18"/>
                      </a:lnTo>
                      <a:lnTo>
                        <a:pt x="58" y="16"/>
                      </a:lnTo>
                      <a:lnTo>
                        <a:pt x="58" y="16"/>
                      </a:lnTo>
                      <a:lnTo>
                        <a:pt x="54" y="12"/>
                      </a:lnTo>
                      <a:lnTo>
                        <a:pt x="52" y="10"/>
                      </a:lnTo>
                      <a:lnTo>
                        <a:pt x="50" y="10"/>
                      </a:lnTo>
                      <a:lnTo>
                        <a:pt x="50" y="10"/>
                      </a:lnTo>
                      <a:lnTo>
                        <a:pt x="48" y="10"/>
                      </a:lnTo>
                      <a:lnTo>
                        <a:pt x="46" y="10"/>
                      </a:lnTo>
                      <a:lnTo>
                        <a:pt x="46" y="8"/>
                      </a:lnTo>
                      <a:lnTo>
                        <a:pt x="44" y="6"/>
                      </a:lnTo>
                      <a:lnTo>
                        <a:pt x="44" y="6"/>
                      </a:lnTo>
                      <a:lnTo>
                        <a:pt x="36" y="6"/>
                      </a:lnTo>
                      <a:lnTo>
                        <a:pt x="32" y="4"/>
                      </a:lnTo>
                      <a:lnTo>
                        <a:pt x="26" y="0"/>
                      </a:lnTo>
                      <a:lnTo>
                        <a:pt x="26" y="0"/>
                      </a:lnTo>
                      <a:lnTo>
                        <a:pt x="18" y="6"/>
                      </a:lnTo>
                      <a:lnTo>
                        <a:pt x="18" y="6"/>
                      </a:lnTo>
                      <a:lnTo>
                        <a:pt x="12" y="8"/>
                      </a:lnTo>
                      <a:lnTo>
                        <a:pt x="10" y="12"/>
                      </a:lnTo>
                      <a:lnTo>
                        <a:pt x="10" y="12"/>
                      </a:lnTo>
                      <a:lnTo>
                        <a:pt x="6" y="14"/>
                      </a:lnTo>
                      <a:lnTo>
                        <a:pt x="2" y="14"/>
                      </a:lnTo>
                      <a:lnTo>
                        <a:pt x="2" y="14"/>
                      </a:lnTo>
                      <a:lnTo>
                        <a:pt x="0" y="16"/>
                      </a:lnTo>
                      <a:lnTo>
                        <a:pt x="0" y="20"/>
                      </a:lnTo>
                      <a:lnTo>
                        <a:pt x="0" y="20"/>
                      </a:lnTo>
                      <a:lnTo>
                        <a:pt x="4" y="24"/>
                      </a:lnTo>
                      <a:lnTo>
                        <a:pt x="6" y="28"/>
                      </a:lnTo>
                      <a:lnTo>
                        <a:pt x="6" y="28"/>
                      </a:lnTo>
                      <a:lnTo>
                        <a:pt x="8" y="32"/>
                      </a:lnTo>
                      <a:lnTo>
                        <a:pt x="8" y="36"/>
                      </a:lnTo>
                      <a:lnTo>
                        <a:pt x="8" y="36"/>
                      </a:lnTo>
                      <a:lnTo>
                        <a:pt x="10" y="40"/>
                      </a:lnTo>
                      <a:lnTo>
                        <a:pt x="12" y="40"/>
                      </a:lnTo>
                      <a:lnTo>
                        <a:pt x="14" y="40"/>
                      </a:lnTo>
                      <a:lnTo>
                        <a:pt x="16" y="42"/>
                      </a:lnTo>
                      <a:lnTo>
                        <a:pt x="16" y="42"/>
                      </a:lnTo>
                      <a:lnTo>
                        <a:pt x="20" y="46"/>
                      </a:lnTo>
                      <a:lnTo>
                        <a:pt x="20" y="46"/>
                      </a:lnTo>
                      <a:lnTo>
                        <a:pt x="24" y="50"/>
                      </a:lnTo>
                      <a:lnTo>
                        <a:pt x="28" y="52"/>
                      </a:lnTo>
                      <a:lnTo>
                        <a:pt x="30" y="50"/>
                      </a:lnTo>
                      <a:lnTo>
                        <a:pt x="30" y="50"/>
                      </a:lnTo>
                      <a:lnTo>
                        <a:pt x="30" y="50"/>
                      </a:lnTo>
                      <a:lnTo>
                        <a:pt x="34" y="44"/>
                      </a:lnTo>
                      <a:lnTo>
                        <a:pt x="36" y="42"/>
                      </a:lnTo>
                      <a:lnTo>
                        <a:pt x="36" y="42"/>
                      </a:lnTo>
                      <a:lnTo>
                        <a:pt x="38" y="42"/>
                      </a:lnTo>
                      <a:lnTo>
                        <a:pt x="42" y="42"/>
                      </a:lnTo>
                      <a:lnTo>
                        <a:pt x="44" y="44"/>
                      </a:lnTo>
                      <a:lnTo>
                        <a:pt x="44" y="44"/>
                      </a:lnTo>
                      <a:lnTo>
                        <a:pt x="48" y="46"/>
                      </a:lnTo>
                      <a:lnTo>
                        <a:pt x="54" y="48"/>
                      </a:lnTo>
                      <a:lnTo>
                        <a:pt x="54" y="48"/>
                      </a:lnTo>
                      <a:lnTo>
                        <a:pt x="64" y="46"/>
                      </a:lnTo>
                      <a:lnTo>
                        <a:pt x="64"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4" name="Freeform 207">
                  <a:extLst>
                    <a:ext uri="{FF2B5EF4-FFF2-40B4-BE49-F238E27FC236}">
                      <a16:creationId xmlns:a16="http://schemas.microsoft.com/office/drawing/2014/main" id="{02AAE0D7-955D-A949-9FB2-0D46C059EC95}"/>
                    </a:ext>
                  </a:extLst>
                </p:cNvPr>
                <p:cNvSpPr>
                  <a:spLocks/>
                </p:cNvSpPr>
                <p:nvPr/>
              </p:nvSpPr>
              <p:spPr bwMode="auto">
                <a:xfrm>
                  <a:off x="6251194" y="2741705"/>
                  <a:ext cx="160752" cy="176207"/>
                </a:xfrm>
                <a:custGeom>
                  <a:avLst/>
                  <a:gdLst>
                    <a:gd name="T0" fmla="*/ 66 w 82"/>
                    <a:gd name="T1" fmla="*/ 84 h 88"/>
                    <a:gd name="T2" fmla="*/ 62 w 82"/>
                    <a:gd name="T3" fmla="*/ 80 h 88"/>
                    <a:gd name="T4" fmla="*/ 56 w 82"/>
                    <a:gd name="T5" fmla="*/ 76 h 88"/>
                    <a:gd name="T6" fmla="*/ 46 w 82"/>
                    <a:gd name="T7" fmla="*/ 64 h 88"/>
                    <a:gd name="T8" fmla="*/ 38 w 82"/>
                    <a:gd name="T9" fmla="*/ 54 h 88"/>
                    <a:gd name="T10" fmla="*/ 40 w 82"/>
                    <a:gd name="T11" fmla="*/ 52 h 88"/>
                    <a:gd name="T12" fmla="*/ 32 w 82"/>
                    <a:gd name="T13" fmla="*/ 40 h 88"/>
                    <a:gd name="T14" fmla="*/ 32 w 82"/>
                    <a:gd name="T15" fmla="*/ 34 h 88"/>
                    <a:gd name="T16" fmla="*/ 36 w 82"/>
                    <a:gd name="T17" fmla="*/ 34 h 88"/>
                    <a:gd name="T18" fmla="*/ 42 w 82"/>
                    <a:gd name="T19" fmla="*/ 38 h 88"/>
                    <a:gd name="T20" fmla="*/ 44 w 82"/>
                    <a:gd name="T21" fmla="*/ 38 h 88"/>
                    <a:gd name="T22" fmla="*/ 50 w 82"/>
                    <a:gd name="T23" fmla="*/ 40 h 88"/>
                    <a:gd name="T24" fmla="*/ 60 w 82"/>
                    <a:gd name="T25" fmla="*/ 38 h 88"/>
                    <a:gd name="T26" fmla="*/ 66 w 82"/>
                    <a:gd name="T27" fmla="*/ 40 h 88"/>
                    <a:gd name="T28" fmla="*/ 68 w 82"/>
                    <a:gd name="T29" fmla="*/ 42 h 88"/>
                    <a:gd name="T30" fmla="*/ 80 w 82"/>
                    <a:gd name="T31" fmla="*/ 44 h 88"/>
                    <a:gd name="T32" fmla="*/ 82 w 82"/>
                    <a:gd name="T33" fmla="*/ 40 h 88"/>
                    <a:gd name="T34" fmla="*/ 80 w 82"/>
                    <a:gd name="T35" fmla="*/ 34 h 88"/>
                    <a:gd name="T36" fmla="*/ 80 w 82"/>
                    <a:gd name="T37" fmla="*/ 30 h 88"/>
                    <a:gd name="T38" fmla="*/ 74 w 82"/>
                    <a:gd name="T39" fmla="*/ 30 h 88"/>
                    <a:gd name="T40" fmla="*/ 66 w 82"/>
                    <a:gd name="T41" fmla="*/ 26 h 88"/>
                    <a:gd name="T42" fmla="*/ 54 w 82"/>
                    <a:gd name="T43" fmla="*/ 16 h 88"/>
                    <a:gd name="T44" fmla="*/ 48 w 82"/>
                    <a:gd name="T45" fmla="*/ 6 h 88"/>
                    <a:gd name="T46" fmla="*/ 42 w 82"/>
                    <a:gd name="T47" fmla="*/ 0 h 88"/>
                    <a:gd name="T48" fmla="*/ 38 w 82"/>
                    <a:gd name="T49" fmla="*/ 4 h 88"/>
                    <a:gd name="T50" fmla="*/ 32 w 82"/>
                    <a:gd name="T51" fmla="*/ 8 h 88"/>
                    <a:gd name="T52" fmla="*/ 28 w 82"/>
                    <a:gd name="T53" fmla="*/ 10 h 88"/>
                    <a:gd name="T54" fmla="*/ 22 w 82"/>
                    <a:gd name="T55" fmla="*/ 22 h 88"/>
                    <a:gd name="T56" fmla="*/ 18 w 82"/>
                    <a:gd name="T57" fmla="*/ 20 h 88"/>
                    <a:gd name="T58" fmla="*/ 16 w 82"/>
                    <a:gd name="T59" fmla="*/ 20 h 88"/>
                    <a:gd name="T60" fmla="*/ 16 w 82"/>
                    <a:gd name="T61" fmla="*/ 28 h 88"/>
                    <a:gd name="T62" fmla="*/ 0 w 82"/>
                    <a:gd name="T63" fmla="*/ 34 h 88"/>
                    <a:gd name="T64" fmla="*/ 2 w 82"/>
                    <a:gd name="T65" fmla="*/ 40 h 88"/>
                    <a:gd name="T66" fmla="*/ 6 w 82"/>
                    <a:gd name="T67" fmla="*/ 44 h 88"/>
                    <a:gd name="T68" fmla="*/ 6 w 82"/>
                    <a:gd name="T69" fmla="*/ 42 h 88"/>
                    <a:gd name="T70" fmla="*/ 10 w 82"/>
                    <a:gd name="T71" fmla="*/ 40 h 88"/>
                    <a:gd name="T72" fmla="*/ 16 w 82"/>
                    <a:gd name="T73" fmla="*/ 34 h 88"/>
                    <a:gd name="T74" fmla="*/ 16 w 82"/>
                    <a:gd name="T75" fmla="*/ 46 h 88"/>
                    <a:gd name="T76" fmla="*/ 24 w 82"/>
                    <a:gd name="T77" fmla="*/ 56 h 88"/>
                    <a:gd name="T78" fmla="*/ 22 w 82"/>
                    <a:gd name="T79" fmla="*/ 60 h 88"/>
                    <a:gd name="T80" fmla="*/ 28 w 82"/>
                    <a:gd name="T81" fmla="*/ 64 h 88"/>
                    <a:gd name="T82" fmla="*/ 34 w 82"/>
                    <a:gd name="T83" fmla="*/ 66 h 88"/>
                    <a:gd name="T84" fmla="*/ 38 w 82"/>
                    <a:gd name="T85" fmla="*/ 68 h 88"/>
                    <a:gd name="T86" fmla="*/ 54 w 82"/>
                    <a:gd name="T87" fmla="*/ 80 h 88"/>
                    <a:gd name="T88" fmla="*/ 60 w 82"/>
                    <a:gd name="T89" fmla="*/ 80 h 88"/>
                    <a:gd name="T90" fmla="*/ 66 w 82"/>
                    <a:gd name="T91" fmla="*/ 88 h 88"/>
                    <a:gd name="T92" fmla="*/ 70 w 82"/>
                    <a:gd name="T93"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2" h="88">
                      <a:moveTo>
                        <a:pt x="70" y="88"/>
                      </a:moveTo>
                      <a:lnTo>
                        <a:pt x="70" y="88"/>
                      </a:lnTo>
                      <a:lnTo>
                        <a:pt x="66" y="84"/>
                      </a:lnTo>
                      <a:lnTo>
                        <a:pt x="66" y="84"/>
                      </a:lnTo>
                      <a:lnTo>
                        <a:pt x="62" y="80"/>
                      </a:lnTo>
                      <a:lnTo>
                        <a:pt x="62" y="80"/>
                      </a:lnTo>
                      <a:lnTo>
                        <a:pt x="60" y="78"/>
                      </a:lnTo>
                      <a:lnTo>
                        <a:pt x="56" y="76"/>
                      </a:lnTo>
                      <a:lnTo>
                        <a:pt x="56" y="76"/>
                      </a:lnTo>
                      <a:lnTo>
                        <a:pt x="52" y="70"/>
                      </a:lnTo>
                      <a:lnTo>
                        <a:pt x="52" y="70"/>
                      </a:lnTo>
                      <a:lnTo>
                        <a:pt x="46" y="64"/>
                      </a:lnTo>
                      <a:lnTo>
                        <a:pt x="40" y="56"/>
                      </a:lnTo>
                      <a:lnTo>
                        <a:pt x="40" y="56"/>
                      </a:lnTo>
                      <a:lnTo>
                        <a:pt x="38" y="54"/>
                      </a:lnTo>
                      <a:lnTo>
                        <a:pt x="40" y="54"/>
                      </a:lnTo>
                      <a:lnTo>
                        <a:pt x="40" y="52"/>
                      </a:lnTo>
                      <a:lnTo>
                        <a:pt x="40" y="52"/>
                      </a:lnTo>
                      <a:lnTo>
                        <a:pt x="36" y="44"/>
                      </a:lnTo>
                      <a:lnTo>
                        <a:pt x="32" y="40"/>
                      </a:lnTo>
                      <a:lnTo>
                        <a:pt x="32" y="40"/>
                      </a:lnTo>
                      <a:lnTo>
                        <a:pt x="32" y="36"/>
                      </a:lnTo>
                      <a:lnTo>
                        <a:pt x="32" y="36"/>
                      </a:lnTo>
                      <a:lnTo>
                        <a:pt x="32" y="34"/>
                      </a:lnTo>
                      <a:lnTo>
                        <a:pt x="34" y="34"/>
                      </a:lnTo>
                      <a:lnTo>
                        <a:pt x="36" y="34"/>
                      </a:lnTo>
                      <a:lnTo>
                        <a:pt x="36" y="34"/>
                      </a:lnTo>
                      <a:lnTo>
                        <a:pt x="38" y="38"/>
                      </a:lnTo>
                      <a:lnTo>
                        <a:pt x="40" y="38"/>
                      </a:lnTo>
                      <a:lnTo>
                        <a:pt x="42" y="38"/>
                      </a:lnTo>
                      <a:lnTo>
                        <a:pt x="42" y="38"/>
                      </a:lnTo>
                      <a:lnTo>
                        <a:pt x="42" y="36"/>
                      </a:lnTo>
                      <a:lnTo>
                        <a:pt x="44" y="38"/>
                      </a:lnTo>
                      <a:lnTo>
                        <a:pt x="48" y="40"/>
                      </a:lnTo>
                      <a:lnTo>
                        <a:pt x="48" y="40"/>
                      </a:lnTo>
                      <a:lnTo>
                        <a:pt x="50" y="40"/>
                      </a:lnTo>
                      <a:lnTo>
                        <a:pt x="52" y="38"/>
                      </a:lnTo>
                      <a:lnTo>
                        <a:pt x="56" y="38"/>
                      </a:lnTo>
                      <a:lnTo>
                        <a:pt x="60" y="38"/>
                      </a:lnTo>
                      <a:lnTo>
                        <a:pt x="60" y="38"/>
                      </a:lnTo>
                      <a:lnTo>
                        <a:pt x="66" y="40"/>
                      </a:lnTo>
                      <a:lnTo>
                        <a:pt x="66" y="40"/>
                      </a:lnTo>
                      <a:lnTo>
                        <a:pt x="66" y="40"/>
                      </a:lnTo>
                      <a:lnTo>
                        <a:pt x="68" y="42"/>
                      </a:lnTo>
                      <a:lnTo>
                        <a:pt x="68" y="42"/>
                      </a:lnTo>
                      <a:lnTo>
                        <a:pt x="70" y="44"/>
                      </a:lnTo>
                      <a:lnTo>
                        <a:pt x="74" y="44"/>
                      </a:lnTo>
                      <a:lnTo>
                        <a:pt x="80" y="44"/>
                      </a:lnTo>
                      <a:lnTo>
                        <a:pt x="80" y="44"/>
                      </a:lnTo>
                      <a:lnTo>
                        <a:pt x="82" y="42"/>
                      </a:lnTo>
                      <a:lnTo>
                        <a:pt x="82" y="40"/>
                      </a:lnTo>
                      <a:lnTo>
                        <a:pt x="80" y="36"/>
                      </a:lnTo>
                      <a:lnTo>
                        <a:pt x="80" y="36"/>
                      </a:lnTo>
                      <a:lnTo>
                        <a:pt x="80" y="34"/>
                      </a:lnTo>
                      <a:lnTo>
                        <a:pt x="80" y="32"/>
                      </a:lnTo>
                      <a:lnTo>
                        <a:pt x="82" y="30"/>
                      </a:lnTo>
                      <a:lnTo>
                        <a:pt x="80" y="30"/>
                      </a:lnTo>
                      <a:lnTo>
                        <a:pt x="80" y="30"/>
                      </a:lnTo>
                      <a:lnTo>
                        <a:pt x="76" y="30"/>
                      </a:lnTo>
                      <a:lnTo>
                        <a:pt x="74" y="30"/>
                      </a:lnTo>
                      <a:lnTo>
                        <a:pt x="70" y="28"/>
                      </a:lnTo>
                      <a:lnTo>
                        <a:pt x="70" y="28"/>
                      </a:lnTo>
                      <a:lnTo>
                        <a:pt x="66" y="26"/>
                      </a:lnTo>
                      <a:lnTo>
                        <a:pt x="60" y="22"/>
                      </a:lnTo>
                      <a:lnTo>
                        <a:pt x="60" y="22"/>
                      </a:lnTo>
                      <a:lnTo>
                        <a:pt x="54" y="16"/>
                      </a:lnTo>
                      <a:lnTo>
                        <a:pt x="50" y="10"/>
                      </a:lnTo>
                      <a:lnTo>
                        <a:pt x="50" y="10"/>
                      </a:lnTo>
                      <a:lnTo>
                        <a:pt x="48" y="6"/>
                      </a:lnTo>
                      <a:lnTo>
                        <a:pt x="46" y="4"/>
                      </a:lnTo>
                      <a:lnTo>
                        <a:pt x="42" y="0"/>
                      </a:lnTo>
                      <a:lnTo>
                        <a:pt x="42" y="0"/>
                      </a:lnTo>
                      <a:lnTo>
                        <a:pt x="40" y="2"/>
                      </a:lnTo>
                      <a:lnTo>
                        <a:pt x="38" y="4"/>
                      </a:lnTo>
                      <a:lnTo>
                        <a:pt x="38" y="4"/>
                      </a:lnTo>
                      <a:lnTo>
                        <a:pt x="36" y="8"/>
                      </a:lnTo>
                      <a:lnTo>
                        <a:pt x="32" y="8"/>
                      </a:lnTo>
                      <a:lnTo>
                        <a:pt x="32" y="8"/>
                      </a:lnTo>
                      <a:lnTo>
                        <a:pt x="30" y="8"/>
                      </a:lnTo>
                      <a:lnTo>
                        <a:pt x="28" y="10"/>
                      </a:lnTo>
                      <a:lnTo>
                        <a:pt x="28" y="10"/>
                      </a:lnTo>
                      <a:lnTo>
                        <a:pt x="26" y="18"/>
                      </a:lnTo>
                      <a:lnTo>
                        <a:pt x="24" y="22"/>
                      </a:lnTo>
                      <a:lnTo>
                        <a:pt x="22" y="22"/>
                      </a:lnTo>
                      <a:lnTo>
                        <a:pt x="22" y="22"/>
                      </a:lnTo>
                      <a:lnTo>
                        <a:pt x="20" y="22"/>
                      </a:lnTo>
                      <a:lnTo>
                        <a:pt x="18" y="20"/>
                      </a:lnTo>
                      <a:lnTo>
                        <a:pt x="18" y="18"/>
                      </a:lnTo>
                      <a:lnTo>
                        <a:pt x="16" y="20"/>
                      </a:lnTo>
                      <a:lnTo>
                        <a:pt x="16" y="20"/>
                      </a:lnTo>
                      <a:lnTo>
                        <a:pt x="18" y="24"/>
                      </a:lnTo>
                      <a:lnTo>
                        <a:pt x="16" y="28"/>
                      </a:lnTo>
                      <a:lnTo>
                        <a:pt x="16" y="28"/>
                      </a:lnTo>
                      <a:lnTo>
                        <a:pt x="12" y="30"/>
                      </a:lnTo>
                      <a:lnTo>
                        <a:pt x="8" y="32"/>
                      </a:lnTo>
                      <a:lnTo>
                        <a:pt x="0" y="34"/>
                      </a:lnTo>
                      <a:lnTo>
                        <a:pt x="0" y="34"/>
                      </a:lnTo>
                      <a:lnTo>
                        <a:pt x="0" y="34"/>
                      </a:lnTo>
                      <a:lnTo>
                        <a:pt x="2" y="40"/>
                      </a:lnTo>
                      <a:lnTo>
                        <a:pt x="2" y="46"/>
                      </a:lnTo>
                      <a:lnTo>
                        <a:pt x="2" y="46"/>
                      </a:lnTo>
                      <a:lnTo>
                        <a:pt x="6" y="44"/>
                      </a:lnTo>
                      <a:lnTo>
                        <a:pt x="6" y="44"/>
                      </a:lnTo>
                      <a:lnTo>
                        <a:pt x="6" y="42"/>
                      </a:lnTo>
                      <a:lnTo>
                        <a:pt x="6" y="42"/>
                      </a:lnTo>
                      <a:lnTo>
                        <a:pt x="8" y="40"/>
                      </a:lnTo>
                      <a:lnTo>
                        <a:pt x="10" y="40"/>
                      </a:lnTo>
                      <a:lnTo>
                        <a:pt x="10" y="40"/>
                      </a:lnTo>
                      <a:lnTo>
                        <a:pt x="14" y="30"/>
                      </a:lnTo>
                      <a:lnTo>
                        <a:pt x="14" y="30"/>
                      </a:lnTo>
                      <a:lnTo>
                        <a:pt x="16" y="34"/>
                      </a:lnTo>
                      <a:lnTo>
                        <a:pt x="18" y="38"/>
                      </a:lnTo>
                      <a:lnTo>
                        <a:pt x="16" y="46"/>
                      </a:lnTo>
                      <a:lnTo>
                        <a:pt x="16" y="46"/>
                      </a:lnTo>
                      <a:lnTo>
                        <a:pt x="24" y="52"/>
                      </a:lnTo>
                      <a:lnTo>
                        <a:pt x="26" y="54"/>
                      </a:lnTo>
                      <a:lnTo>
                        <a:pt x="24" y="56"/>
                      </a:lnTo>
                      <a:lnTo>
                        <a:pt x="22" y="56"/>
                      </a:lnTo>
                      <a:lnTo>
                        <a:pt x="22" y="56"/>
                      </a:lnTo>
                      <a:lnTo>
                        <a:pt x="22" y="60"/>
                      </a:lnTo>
                      <a:lnTo>
                        <a:pt x="22" y="60"/>
                      </a:lnTo>
                      <a:lnTo>
                        <a:pt x="28" y="64"/>
                      </a:lnTo>
                      <a:lnTo>
                        <a:pt x="28" y="64"/>
                      </a:lnTo>
                      <a:lnTo>
                        <a:pt x="32" y="64"/>
                      </a:lnTo>
                      <a:lnTo>
                        <a:pt x="32" y="64"/>
                      </a:lnTo>
                      <a:lnTo>
                        <a:pt x="34" y="66"/>
                      </a:lnTo>
                      <a:lnTo>
                        <a:pt x="34" y="68"/>
                      </a:lnTo>
                      <a:lnTo>
                        <a:pt x="34" y="68"/>
                      </a:lnTo>
                      <a:lnTo>
                        <a:pt x="38" y="68"/>
                      </a:lnTo>
                      <a:lnTo>
                        <a:pt x="42" y="66"/>
                      </a:lnTo>
                      <a:lnTo>
                        <a:pt x="42" y="66"/>
                      </a:lnTo>
                      <a:lnTo>
                        <a:pt x="54" y="80"/>
                      </a:lnTo>
                      <a:lnTo>
                        <a:pt x="54" y="80"/>
                      </a:lnTo>
                      <a:lnTo>
                        <a:pt x="58" y="80"/>
                      </a:lnTo>
                      <a:lnTo>
                        <a:pt x="60" y="80"/>
                      </a:lnTo>
                      <a:lnTo>
                        <a:pt x="60" y="80"/>
                      </a:lnTo>
                      <a:lnTo>
                        <a:pt x="62" y="84"/>
                      </a:lnTo>
                      <a:lnTo>
                        <a:pt x="66" y="88"/>
                      </a:lnTo>
                      <a:lnTo>
                        <a:pt x="66" y="88"/>
                      </a:lnTo>
                      <a:lnTo>
                        <a:pt x="70" y="88"/>
                      </a:lnTo>
                      <a:lnTo>
                        <a:pt x="70" y="8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5" name="Freeform 243">
                  <a:extLst>
                    <a:ext uri="{FF2B5EF4-FFF2-40B4-BE49-F238E27FC236}">
                      <a16:creationId xmlns:a16="http://schemas.microsoft.com/office/drawing/2014/main" id="{6153FB74-4E1C-4244-B375-DC9F76D3FF7F}"/>
                    </a:ext>
                  </a:extLst>
                </p:cNvPr>
                <p:cNvSpPr>
                  <a:spLocks/>
                </p:cNvSpPr>
                <p:nvPr/>
              </p:nvSpPr>
              <p:spPr bwMode="auto">
                <a:xfrm>
                  <a:off x="6496838" y="2841822"/>
                  <a:ext cx="157140" cy="116137"/>
                </a:xfrm>
                <a:custGeom>
                  <a:avLst/>
                  <a:gdLst>
                    <a:gd name="T0" fmla="*/ 80 w 80"/>
                    <a:gd name="T1" fmla="*/ 4 h 58"/>
                    <a:gd name="T2" fmla="*/ 74 w 80"/>
                    <a:gd name="T3" fmla="*/ 0 h 58"/>
                    <a:gd name="T4" fmla="*/ 66 w 80"/>
                    <a:gd name="T5" fmla="*/ 2 h 58"/>
                    <a:gd name="T6" fmla="*/ 62 w 80"/>
                    <a:gd name="T7" fmla="*/ 4 h 58"/>
                    <a:gd name="T8" fmla="*/ 56 w 80"/>
                    <a:gd name="T9" fmla="*/ 0 h 58"/>
                    <a:gd name="T10" fmla="*/ 52 w 80"/>
                    <a:gd name="T11" fmla="*/ 0 h 58"/>
                    <a:gd name="T12" fmla="*/ 48 w 80"/>
                    <a:gd name="T13" fmla="*/ 4 h 58"/>
                    <a:gd name="T14" fmla="*/ 40 w 80"/>
                    <a:gd name="T15" fmla="*/ 8 h 58"/>
                    <a:gd name="T16" fmla="*/ 34 w 80"/>
                    <a:gd name="T17" fmla="*/ 8 h 58"/>
                    <a:gd name="T18" fmla="*/ 28 w 80"/>
                    <a:gd name="T19" fmla="*/ 8 h 58"/>
                    <a:gd name="T20" fmla="*/ 24 w 80"/>
                    <a:gd name="T21" fmla="*/ 8 h 58"/>
                    <a:gd name="T22" fmla="*/ 20 w 80"/>
                    <a:gd name="T23" fmla="*/ 8 h 58"/>
                    <a:gd name="T24" fmla="*/ 16 w 80"/>
                    <a:gd name="T25" fmla="*/ 8 h 58"/>
                    <a:gd name="T26" fmla="*/ 14 w 80"/>
                    <a:gd name="T27" fmla="*/ 6 h 58"/>
                    <a:gd name="T28" fmla="*/ 16 w 80"/>
                    <a:gd name="T29" fmla="*/ 4 h 58"/>
                    <a:gd name="T30" fmla="*/ 14 w 80"/>
                    <a:gd name="T31" fmla="*/ 2 h 58"/>
                    <a:gd name="T32" fmla="*/ 10 w 80"/>
                    <a:gd name="T33" fmla="*/ 0 h 58"/>
                    <a:gd name="T34" fmla="*/ 6 w 80"/>
                    <a:gd name="T35" fmla="*/ 8 h 58"/>
                    <a:gd name="T36" fmla="*/ 2 w 80"/>
                    <a:gd name="T37" fmla="*/ 10 h 58"/>
                    <a:gd name="T38" fmla="*/ 2 w 80"/>
                    <a:gd name="T39" fmla="*/ 12 h 58"/>
                    <a:gd name="T40" fmla="*/ 2 w 80"/>
                    <a:gd name="T41" fmla="*/ 20 h 58"/>
                    <a:gd name="T42" fmla="*/ 4 w 80"/>
                    <a:gd name="T43" fmla="*/ 22 h 58"/>
                    <a:gd name="T44" fmla="*/ 10 w 80"/>
                    <a:gd name="T45" fmla="*/ 24 h 58"/>
                    <a:gd name="T46" fmla="*/ 10 w 80"/>
                    <a:gd name="T47" fmla="*/ 26 h 58"/>
                    <a:gd name="T48" fmla="*/ 6 w 80"/>
                    <a:gd name="T49" fmla="*/ 32 h 58"/>
                    <a:gd name="T50" fmla="*/ 4 w 80"/>
                    <a:gd name="T51" fmla="*/ 36 h 58"/>
                    <a:gd name="T52" fmla="*/ 8 w 80"/>
                    <a:gd name="T53" fmla="*/ 40 h 58"/>
                    <a:gd name="T54" fmla="*/ 8 w 80"/>
                    <a:gd name="T55" fmla="*/ 42 h 58"/>
                    <a:gd name="T56" fmla="*/ 8 w 80"/>
                    <a:gd name="T57" fmla="*/ 44 h 58"/>
                    <a:gd name="T58" fmla="*/ 8 w 80"/>
                    <a:gd name="T59" fmla="*/ 46 h 58"/>
                    <a:gd name="T60" fmla="*/ 10 w 80"/>
                    <a:gd name="T61" fmla="*/ 50 h 58"/>
                    <a:gd name="T62" fmla="*/ 10 w 80"/>
                    <a:gd name="T63" fmla="*/ 56 h 58"/>
                    <a:gd name="T64" fmla="*/ 20 w 80"/>
                    <a:gd name="T65" fmla="*/ 58 h 58"/>
                    <a:gd name="T66" fmla="*/ 24 w 80"/>
                    <a:gd name="T67" fmla="*/ 58 h 58"/>
                    <a:gd name="T68" fmla="*/ 26 w 80"/>
                    <a:gd name="T69" fmla="*/ 54 h 58"/>
                    <a:gd name="T70" fmla="*/ 30 w 80"/>
                    <a:gd name="T71" fmla="*/ 50 h 58"/>
                    <a:gd name="T72" fmla="*/ 36 w 80"/>
                    <a:gd name="T73" fmla="*/ 52 h 58"/>
                    <a:gd name="T74" fmla="*/ 40 w 80"/>
                    <a:gd name="T75" fmla="*/ 54 h 58"/>
                    <a:gd name="T76" fmla="*/ 40 w 80"/>
                    <a:gd name="T77" fmla="*/ 56 h 58"/>
                    <a:gd name="T78" fmla="*/ 46 w 80"/>
                    <a:gd name="T79" fmla="*/ 56 h 58"/>
                    <a:gd name="T80" fmla="*/ 52 w 80"/>
                    <a:gd name="T81" fmla="*/ 56 h 58"/>
                    <a:gd name="T82" fmla="*/ 50 w 80"/>
                    <a:gd name="T83" fmla="*/ 54 h 58"/>
                    <a:gd name="T84" fmla="*/ 52 w 80"/>
                    <a:gd name="T85" fmla="*/ 50 h 58"/>
                    <a:gd name="T86" fmla="*/ 56 w 80"/>
                    <a:gd name="T87" fmla="*/ 50 h 58"/>
                    <a:gd name="T88" fmla="*/ 56 w 80"/>
                    <a:gd name="T89" fmla="*/ 48 h 58"/>
                    <a:gd name="T90" fmla="*/ 60 w 80"/>
                    <a:gd name="T91" fmla="*/ 46 h 58"/>
                    <a:gd name="T92" fmla="*/ 64 w 80"/>
                    <a:gd name="T93" fmla="*/ 48 h 58"/>
                    <a:gd name="T94" fmla="*/ 72 w 80"/>
                    <a:gd name="T95" fmla="*/ 48 h 58"/>
                    <a:gd name="T96" fmla="*/ 70 w 80"/>
                    <a:gd name="T97" fmla="*/ 42 h 58"/>
                    <a:gd name="T98" fmla="*/ 66 w 80"/>
                    <a:gd name="T99" fmla="*/ 40 h 58"/>
                    <a:gd name="T100" fmla="*/ 70 w 80"/>
                    <a:gd name="T101" fmla="*/ 34 h 58"/>
                    <a:gd name="T102" fmla="*/ 70 w 80"/>
                    <a:gd name="T103" fmla="*/ 34 h 58"/>
                    <a:gd name="T104" fmla="*/ 70 w 80"/>
                    <a:gd name="T105" fmla="*/ 28 h 58"/>
                    <a:gd name="T106" fmla="*/ 80 w 80"/>
                    <a:gd name="T107" fmla="*/ 20 h 58"/>
                    <a:gd name="T108" fmla="*/ 80 w 80"/>
                    <a:gd name="T109" fmla="*/ 16 h 58"/>
                    <a:gd name="T110" fmla="*/ 80 w 80"/>
                    <a:gd name="T111"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0" h="58">
                      <a:moveTo>
                        <a:pt x="80" y="4"/>
                      </a:moveTo>
                      <a:lnTo>
                        <a:pt x="80" y="4"/>
                      </a:lnTo>
                      <a:lnTo>
                        <a:pt x="74" y="0"/>
                      </a:lnTo>
                      <a:lnTo>
                        <a:pt x="74" y="0"/>
                      </a:lnTo>
                      <a:lnTo>
                        <a:pt x="70" y="0"/>
                      </a:lnTo>
                      <a:lnTo>
                        <a:pt x="66" y="2"/>
                      </a:lnTo>
                      <a:lnTo>
                        <a:pt x="66" y="2"/>
                      </a:lnTo>
                      <a:lnTo>
                        <a:pt x="62" y="4"/>
                      </a:lnTo>
                      <a:lnTo>
                        <a:pt x="60" y="2"/>
                      </a:lnTo>
                      <a:lnTo>
                        <a:pt x="56" y="0"/>
                      </a:lnTo>
                      <a:lnTo>
                        <a:pt x="56" y="0"/>
                      </a:lnTo>
                      <a:lnTo>
                        <a:pt x="52" y="0"/>
                      </a:lnTo>
                      <a:lnTo>
                        <a:pt x="48" y="4"/>
                      </a:lnTo>
                      <a:lnTo>
                        <a:pt x="48" y="4"/>
                      </a:lnTo>
                      <a:lnTo>
                        <a:pt x="44" y="6"/>
                      </a:lnTo>
                      <a:lnTo>
                        <a:pt x="40" y="8"/>
                      </a:lnTo>
                      <a:lnTo>
                        <a:pt x="40" y="8"/>
                      </a:lnTo>
                      <a:lnTo>
                        <a:pt x="34" y="8"/>
                      </a:lnTo>
                      <a:lnTo>
                        <a:pt x="28" y="8"/>
                      </a:lnTo>
                      <a:lnTo>
                        <a:pt x="28" y="8"/>
                      </a:lnTo>
                      <a:lnTo>
                        <a:pt x="26" y="6"/>
                      </a:lnTo>
                      <a:lnTo>
                        <a:pt x="24" y="8"/>
                      </a:lnTo>
                      <a:lnTo>
                        <a:pt x="24" y="8"/>
                      </a:lnTo>
                      <a:lnTo>
                        <a:pt x="20" y="8"/>
                      </a:lnTo>
                      <a:lnTo>
                        <a:pt x="20" y="8"/>
                      </a:lnTo>
                      <a:lnTo>
                        <a:pt x="16" y="8"/>
                      </a:lnTo>
                      <a:lnTo>
                        <a:pt x="14" y="8"/>
                      </a:lnTo>
                      <a:lnTo>
                        <a:pt x="14" y="6"/>
                      </a:lnTo>
                      <a:lnTo>
                        <a:pt x="16" y="4"/>
                      </a:lnTo>
                      <a:lnTo>
                        <a:pt x="16" y="4"/>
                      </a:lnTo>
                      <a:lnTo>
                        <a:pt x="16" y="2"/>
                      </a:lnTo>
                      <a:lnTo>
                        <a:pt x="14" y="2"/>
                      </a:lnTo>
                      <a:lnTo>
                        <a:pt x="10" y="0"/>
                      </a:lnTo>
                      <a:lnTo>
                        <a:pt x="10" y="0"/>
                      </a:lnTo>
                      <a:lnTo>
                        <a:pt x="10" y="4"/>
                      </a:lnTo>
                      <a:lnTo>
                        <a:pt x="6" y="8"/>
                      </a:lnTo>
                      <a:lnTo>
                        <a:pt x="6" y="8"/>
                      </a:lnTo>
                      <a:lnTo>
                        <a:pt x="2" y="10"/>
                      </a:lnTo>
                      <a:lnTo>
                        <a:pt x="2" y="12"/>
                      </a:lnTo>
                      <a:lnTo>
                        <a:pt x="2" y="12"/>
                      </a:lnTo>
                      <a:lnTo>
                        <a:pt x="0" y="16"/>
                      </a:lnTo>
                      <a:lnTo>
                        <a:pt x="2" y="20"/>
                      </a:lnTo>
                      <a:lnTo>
                        <a:pt x="2" y="20"/>
                      </a:lnTo>
                      <a:lnTo>
                        <a:pt x="4" y="22"/>
                      </a:lnTo>
                      <a:lnTo>
                        <a:pt x="10" y="24"/>
                      </a:lnTo>
                      <a:lnTo>
                        <a:pt x="10" y="24"/>
                      </a:lnTo>
                      <a:lnTo>
                        <a:pt x="10" y="24"/>
                      </a:lnTo>
                      <a:lnTo>
                        <a:pt x="10" y="26"/>
                      </a:lnTo>
                      <a:lnTo>
                        <a:pt x="6" y="32"/>
                      </a:lnTo>
                      <a:lnTo>
                        <a:pt x="6" y="32"/>
                      </a:lnTo>
                      <a:lnTo>
                        <a:pt x="4" y="36"/>
                      </a:lnTo>
                      <a:lnTo>
                        <a:pt x="4" y="36"/>
                      </a:lnTo>
                      <a:lnTo>
                        <a:pt x="4" y="36"/>
                      </a:lnTo>
                      <a:lnTo>
                        <a:pt x="8" y="40"/>
                      </a:lnTo>
                      <a:lnTo>
                        <a:pt x="8" y="40"/>
                      </a:lnTo>
                      <a:lnTo>
                        <a:pt x="8" y="42"/>
                      </a:lnTo>
                      <a:lnTo>
                        <a:pt x="8" y="44"/>
                      </a:lnTo>
                      <a:lnTo>
                        <a:pt x="8" y="44"/>
                      </a:lnTo>
                      <a:lnTo>
                        <a:pt x="8" y="46"/>
                      </a:lnTo>
                      <a:lnTo>
                        <a:pt x="8" y="46"/>
                      </a:lnTo>
                      <a:lnTo>
                        <a:pt x="12" y="50"/>
                      </a:lnTo>
                      <a:lnTo>
                        <a:pt x="10" y="50"/>
                      </a:lnTo>
                      <a:lnTo>
                        <a:pt x="10" y="56"/>
                      </a:lnTo>
                      <a:lnTo>
                        <a:pt x="10" y="56"/>
                      </a:lnTo>
                      <a:lnTo>
                        <a:pt x="14" y="56"/>
                      </a:lnTo>
                      <a:lnTo>
                        <a:pt x="20" y="58"/>
                      </a:lnTo>
                      <a:lnTo>
                        <a:pt x="20" y="58"/>
                      </a:lnTo>
                      <a:lnTo>
                        <a:pt x="24" y="58"/>
                      </a:lnTo>
                      <a:lnTo>
                        <a:pt x="26" y="54"/>
                      </a:lnTo>
                      <a:lnTo>
                        <a:pt x="26" y="54"/>
                      </a:lnTo>
                      <a:lnTo>
                        <a:pt x="28" y="52"/>
                      </a:lnTo>
                      <a:lnTo>
                        <a:pt x="30" y="50"/>
                      </a:lnTo>
                      <a:lnTo>
                        <a:pt x="36" y="52"/>
                      </a:lnTo>
                      <a:lnTo>
                        <a:pt x="36" y="52"/>
                      </a:lnTo>
                      <a:lnTo>
                        <a:pt x="38" y="52"/>
                      </a:lnTo>
                      <a:lnTo>
                        <a:pt x="40" y="54"/>
                      </a:lnTo>
                      <a:lnTo>
                        <a:pt x="40" y="56"/>
                      </a:lnTo>
                      <a:lnTo>
                        <a:pt x="40" y="56"/>
                      </a:lnTo>
                      <a:lnTo>
                        <a:pt x="46" y="56"/>
                      </a:lnTo>
                      <a:lnTo>
                        <a:pt x="46" y="56"/>
                      </a:lnTo>
                      <a:lnTo>
                        <a:pt x="50" y="56"/>
                      </a:lnTo>
                      <a:lnTo>
                        <a:pt x="52" y="56"/>
                      </a:lnTo>
                      <a:lnTo>
                        <a:pt x="50" y="54"/>
                      </a:lnTo>
                      <a:lnTo>
                        <a:pt x="50" y="54"/>
                      </a:lnTo>
                      <a:lnTo>
                        <a:pt x="50" y="52"/>
                      </a:lnTo>
                      <a:lnTo>
                        <a:pt x="52" y="50"/>
                      </a:lnTo>
                      <a:lnTo>
                        <a:pt x="56" y="50"/>
                      </a:lnTo>
                      <a:lnTo>
                        <a:pt x="56" y="50"/>
                      </a:lnTo>
                      <a:lnTo>
                        <a:pt x="56" y="50"/>
                      </a:lnTo>
                      <a:lnTo>
                        <a:pt x="56" y="48"/>
                      </a:lnTo>
                      <a:lnTo>
                        <a:pt x="56" y="48"/>
                      </a:lnTo>
                      <a:lnTo>
                        <a:pt x="60" y="46"/>
                      </a:lnTo>
                      <a:lnTo>
                        <a:pt x="64" y="48"/>
                      </a:lnTo>
                      <a:lnTo>
                        <a:pt x="64" y="48"/>
                      </a:lnTo>
                      <a:lnTo>
                        <a:pt x="68" y="48"/>
                      </a:lnTo>
                      <a:lnTo>
                        <a:pt x="72" y="48"/>
                      </a:lnTo>
                      <a:lnTo>
                        <a:pt x="72" y="48"/>
                      </a:lnTo>
                      <a:lnTo>
                        <a:pt x="70" y="42"/>
                      </a:lnTo>
                      <a:lnTo>
                        <a:pt x="70" y="42"/>
                      </a:lnTo>
                      <a:lnTo>
                        <a:pt x="66" y="40"/>
                      </a:lnTo>
                      <a:lnTo>
                        <a:pt x="66" y="40"/>
                      </a:lnTo>
                      <a:lnTo>
                        <a:pt x="70" y="34"/>
                      </a:lnTo>
                      <a:lnTo>
                        <a:pt x="70" y="34"/>
                      </a:lnTo>
                      <a:lnTo>
                        <a:pt x="70" y="34"/>
                      </a:lnTo>
                      <a:lnTo>
                        <a:pt x="70" y="34"/>
                      </a:lnTo>
                      <a:lnTo>
                        <a:pt x="70" y="28"/>
                      </a:lnTo>
                      <a:lnTo>
                        <a:pt x="70" y="28"/>
                      </a:lnTo>
                      <a:lnTo>
                        <a:pt x="80" y="20"/>
                      </a:lnTo>
                      <a:lnTo>
                        <a:pt x="80" y="20"/>
                      </a:lnTo>
                      <a:lnTo>
                        <a:pt x="80" y="16"/>
                      </a:lnTo>
                      <a:lnTo>
                        <a:pt x="80" y="12"/>
                      </a:lnTo>
                      <a:lnTo>
                        <a:pt x="80" y="4"/>
                      </a:lnTo>
                      <a:lnTo>
                        <a:pt x="8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6" name="Freeform 250">
                  <a:extLst>
                    <a:ext uri="{FF2B5EF4-FFF2-40B4-BE49-F238E27FC236}">
                      <a16:creationId xmlns:a16="http://schemas.microsoft.com/office/drawing/2014/main" id="{2DA9C88F-7FB1-6042-841C-02C069BF416F}"/>
                    </a:ext>
                  </a:extLst>
                </p:cNvPr>
                <p:cNvSpPr>
                  <a:spLocks/>
                </p:cNvSpPr>
                <p:nvPr/>
              </p:nvSpPr>
              <p:spPr bwMode="auto">
                <a:xfrm>
                  <a:off x="6314411" y="2809786"/>
                  <a:ext cx="101148" cy="108127"/>
                </a:xfrm>
                <a:custGeom>
                  <a:avLst/>
                  <a:gdLst>
                    <a:gd name="T0" fmla="*/ 48 w 52"/>
                    <a:gd name="T1" fmla="*/ 10 h 54"/>
                    <a:gd name="T2" fmla="*/ 38 w 52"/>
                    <a:gd name="T3" fmla="*/ 10 h 54"/>
                    <a:gd name="T4" fmla="*/ 36 w 52"/>
                    <a:gd name="T5" fmla="*/ 8 h 54"/>
                    <a:gd name="T6" fmla="*/ 34 w 52"/>
                    <a:gd name="T7" fmla="*/ 6 h 54"/>
                    <a:gd name="T8" fmla="*/ 28 w 52"/>
                    <a:gd name="T9" fmla="*/ 4 h 54"/>
                    <a:gd name="T10" fmla="*/ 24 w 52"/>
                    <a:gd name="T11" fmla="*/ 4 h 54"/>
                    <a:gd name="T12" fmla="*/ 18 w 52"/>
                    <a:gd name="T13" fmla="*/ 6 h 54"/>
                    <a:gd name="T14" fmla="*/ 16 w 52"/>
                    <a:gd name="T15" fmla="*/ 6 h 54"/>
                    <a:gd name="T16" fmla="*/ 10 w 52"/>
                    <a:gd name="T17" fmla="*/ 2 h 54"/>
                    <a:gd name="T18" fmla="*/ 10 w 52"/>
                    <a:gd name="T19" fmla="*/ 4 h 54"/>
                    <a:gd name="T20" fmla="*/ 6 w 52"/>
                    <a:gd name="T21" fmla="*/ 4 h 54"/>
                    <a:gd name="T22" fmla="*/ 4 w 52"/>
                    <a:gd name="T23" fmla="*/ 0 h 54"/>
                    <a:gd name="T24" fmla="*/ 0 w 52"/>
                    <a:gd name="T25" fmla="*/ 0 h 54"/>
                    <a:gd name="T26" fmla="*/ 0 w 52"/>
                    <a:gd name="T27" fmla="*/ 2 h 54"/>
                    <a:gd name="T28" fmla="*/ 0 w 52"/>
                    <a:gd name="T29" fmla="*/ 6 h 54"/>
                    <a:gd name="T30" fmla="*/ 8 w 52"/>
                    <a:gd name="T31" fmla="*/ 18 h 54"/>
                    <a:gd name="T32" fmla="*/ 8 w 52"/>
                    <a:gd name="T33" fmla="*/ 20 h 54"/>
                    <a:gd name="T34" fmla="*/ 8 w 52"/>
                    <a:gd name="T35" fmla="*/ 22 h 54"/>
                    <a:gd name="T36" fmla="*/ 14 w 52"/>
                    <a:gd name="T37" fmla="*/ 30 h 54"/>
                    <a:gd name="T38" fmla="*/ 20 w 52"/>
                    <a:gd name="T39" fmla="*/ 36 h 54"/>
                    <a:gd name="T40" fmla="*/ 24 w 52"/>
                    <a:gd name="T41" fmla="*/ 42 h 54"/>
                    <a:gd name="T42" fmla="*/ 30 w 52"/>
                    <a:gd name="T43" fmla="*/ 46 h 54"/>
                    <a:gd name="T44" fmla="*/ 34 w 52"/>
                    <a:gd name="T45" fmla="*/ 50 h 54"/>
                    <a:gd name="T46" fmla="*/ 38 w 52"/>
                    <a:gd name="T47" fmla="*/ 54 h 54"/>
                    <a:gd name="T48" fmla="*/ 36 w 52"/>
                    <a:gd name="T49" fmla="*/ 50 h 54"/>
                    <a:gd name="T50" fmla="*/ 36 w 52"/>
                    <a:gd name="T51" fmla="*/ 46 h 54"/>
                    <a:gd name="T52" fmla="*/ 38 w 52"/>
                    <a:gd name="T53" fmla="*/ 38 h 54"/>
                    <a:gd name="T54" fmla="*/ 44 w 52"/>
                    <a:gd name="T55" fmla="*/ 36 h 54"/>
                    <a:gd name="T56" fmla="*/ 46 w 52"/>
                    <a:gd name="T57" fmla="*/ 32 h 54"/>
                    <a:gd name="T58" fmla="*/ 50 w 52"/>
                    <a:gd name="T59" fmla="*/ 30 h 54"/>
                    <a:gd name="T60" fmla="*/ 52 w 52"/>
                    <a:gd name="T61" fmla="*/ 28 h 54"/>
                    <a:gd name="T62" fmla="*/ 50 w 52"/>
                    <a:gd name="T63" fmla="*/ 26 h 54"/>
                    <a:gd name="T64" fmla="*/ 46 w 52"/>
                    <a:gd name="T65" fmla="*/ 22 h 54"/>
                    <a:gd name="T66" fmla="*/ 50 w 52"/>
                    <a:gd name="T67" fmla="*/ 22 h 54"/>
                    <a:gd name="T68" fmla="*/ 52 w 52"/>
                    <a:gd name="T69" fmla="*/ 20 h 54"/>
                    <a:gd name="T70" fmla="*/ 50 w 52"/>
                    <a:gd name="T71" fmla="*/ 18 h 54"/>
                    <a:gd name="T72" fmla="*/ 48 w 52"/>
                    <a:gd name="T73" fmla="*/ 14 h 54"/>
                    <a:gd name="T74" fmla="*/ 48 w 52"/>
                    <a:gd name="T7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 h="54">
                      <a:moveTo>
                        <a:pt x="48" y="10"/>
                      </a:moveTo>
                      <a:lnTo>
                        <a:pt x="48" y="10"/>
                      </a:lnTo>
                      <a:lnTo>
                        <a:pt x="42" y="10"/>
                      </a:lnTo>
                      <a:lnTo>
                        <a:pt x="38" y="10"/>
                      </a:lnTo>
                      <a:lnTo>
                        <a:pt x="36" y="8"/>
                      </a:lnTo>
                      <a:lnTo>
                        <a:pt x="36" y="8"/>
                      </a:lnTo>
                      <a:lnTo>
                        <a:pt x="34" y="6"/>
                      </a:lnTo>
                      <a:lnTo>
                        <a:pt x="34" y="6"/>
                      </a:lnTo>
                      <a:lnTo>
                        <a:pt x="34" y="6"/>
                      </a:lnTo>
                      <a:lnTo>
                        <a:pt x="28" y="4"/>
                      </a:lnTo>
                      <a:lnTo>
                        <a:pt x="28" y="4"/>
                      </a:lnTo>
                      <a:lnTo>
                        <a:pt x="24" y="4"/>
                      </a:lnTo>
                      <a:lnTo>
                        <a:pt x="20" y="4"/>
                      </a:lnTo>
                      <a:lnTo>
                        <a:pt x="18" y="6"/>
                      </a:lnTo>
                      <a:lnTo>
                        <a:pt x="16" y="6"/>
                      </a:lnTo>
                      <a:lnTo>
                        <a:pt x="16" y="6"/>
                      </a:lnTo>
                      <a:lnTo>
                        <a:pt x="12" y="4"/>
                      </a:lnTo>
                      <a:lnTo>
                        <a:pt x="10" y="2"/>
                      </a:lnTo>
                      <a:lnTo>
                        <a:pt x="10" y="4"/>
                      </a:lnTo>
                      <a:lnTo>
                        <a:pt x="10" y="4"/>
                      </a:lnTo>
                      <a:lnTo>
                        <a:pt x="8" y="4"/>
                      </a:lnTo>
                      <a:lnTo>
                        <a:pt x="6" y="4"/>
                      </a:lnTo>
                      <a:lnTo>
                        <a:pt x="4" y="0"/>
                      </a:lnTo>
                      <a:lnTo>
                        <a:pt x="4" y="0"/>
                      </a:lnTo>
                      <a:lnTo>
                        <a:pt x="2" y="0"/>
                      </a:lnTo>
                      <a:lnTo>
                        <a:pt x="0" y="0"/>
                      </a:lnTo>
                      <a:lnTo>
                        <a:pt x="0" y="2"/>
                      </a:lnTo>
                      <a:lnTo>
                        <a:pt x="0" y="2"/>
                      </a:lnTo>
                      <a:lnTo>
                        <a:pt x="0" y="6"/>
                      </a:lnTo>
                      <a:lnTo>
                        <a:pt x="0" y="6"/>
                      </a:lnTo>
                      <a:lnTo>
                        <a:pt x="4" y="10"/>
                      </a:lnTo>
                      <a:lnTo>
                        <a:pt x="8" y="18"/>
                      </a:lnTo>
                      <a:lnTo>
                        <a:pt x="8" y="18"/>
                      </a:lnTo>
                      <a:lnTo>
                        <a:pt x="8" y="20"/>
                      </a:lnTo>
                      <a:lnTo>
                        <a:pt x="6" y="20"/>
                      </a:lnTo>
                      <a:lnTo>
                        <a:pt x="8" y="22"/>
                      </a:lnTo>
                      <a:lnTo>
                        <a:pt x="8" y="22"/>
                      </a:lnTo>
                      <a:lnTo>
                        <a:pt x="14" y="30"/>
                      </a:lnTo>
                      <a:lnTo>
                        <a:pt x="20" y="36"/>
                      </a:lnTo>
                      <a:lnTo>
                        <a:pt x="20" y="36"/>
                      </a:lnTo>
                      <a:lnTo>
                        <a:pt x="24" y="42"/>
                      </a:lnTo>
                      <a:lnTo>
                        <a:pt x="24" y="42"/>
                      </a:lnTo>
                      <a:lnTo>
                        <a:pt x="28" y="44"/>
                      </a:lnTo>
                      <a:lnTo>
                        <a:pt x="30" y="46"/>
                      </a:lnTo>
                      <a:lnTo>
                        <a:pt x="30" y="46"/>
                      </a:lnTo>
                      <a:lnTo>
                        <a:pt x="34" y="50"/>
                      </a:lnTo>
                      <a:lnTo>
                        <a:pt x="34" y="50"/>
                      </a:lnTo>
                      <a:lnTo>
                        <a:pt x="38" y="54"/>
                      </a:lnTo>
                      <a:lnTo>
                        <a:pt x="38" y="54"/>
                      </a:lnTo>
                      <a:lnTo>
                        <a:pt x="36" y="50"/>
                      </a:lnTo>
                      <a:lnTo>
                        <a:pt x="36" y="46"/>
                      </a:lnTo>
                      <a:lnTo>
                        <a:pt x="36" y="46"/>
                      </a:lnTo>
                      <a:lnTo>
                        <a:pt x="36" y="42"/>
                      </a:lnTo>
                      <a:lnTo>
                        <a:pt x="38" y="38"/>
                      </a:lnTo>
                      <a:lnTo>
                        <a:pt x="38" y="38"/>
                      </a:lnTo>
                      <a:lnTo>
                        <a:pt x="44" y="36"/>
                      </a:lnTo>
                      <a:lnTo>
                        <a:pt x="44" y="36"/>
                      </a:lnTo>
                      <a:lnTo>
                        <a:pt x="46" y="32"/>
                      </a:lnTo>
                      <a:lnTo>
                        <a:pt x="46" y="32"/>
                      </a:lnTo>
                      <a:lnTo>
                        <a:pt x="50" y="30"/>
                      </a:lnTo>
                      <a:lnTo>
                        <a:pt x="52" y="28"/>
                      </a:lnTo>
                      <a:lnTo>
                        <a:pt x="52" y="28"/>
                      </a:lnTo>
                      <a:lnTo>
                        <a:pt x="52" y="26"/>
                      </a:lnTo>
                      <a:lnTo>
                        <a:pt x="50" y="26"/>
                      </a:lnTo>
                      <a:lnTo>
                        <a:pt x="48" y="24"/>
                      </a:lnTo>
                      <a:lnTo>
                        <a:pt x="46" y="22"/>
                      </a:lnTo>
                      <a:lnTo>
                        <a:pt x="46" y="22"/>
                      </a:lnTo>
                      <a:lnTo>
                        <a:pt x="50" y="22"/>
                      </a:lnTo>
                      <a:lnTo>
                        <a:pt x="52" y="20"/>
                      </a:lnTo>
                      <a:lnTo>
                        <a:pt x="52" y="20"/>
                      </a:lnTo>
                      <a:lnTo>
                        <a:pt x="52" y="18"/>
                      </a:lnTo>
                      <a:lnTo>
                        <a:pt x="50" y="18"/>
                      </a:lnTo>
                      <a:lnTo>
                        <a:pt x="48" y="14"/>
                      </a:lnTo>
                      <a:lnTo>
                        <a:pt x="48" y="14"/>
                      </a:lnTo>
                      <a:lnTo>
                        <a:pt x="48" y="10"/>
                      </a:lnTo>
                      <a:lnTo>
                        <a:pt x="48"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7" name="Freeform 255">
                  <a:extLst>
                    <a:ext uri="{FF2B5EF4-FFF2-40B4-BE49-F238E27FC236}">
                      <a16:creationId xmlns:a16="http://schemas.microsoft.com/office/drawing/2014/main" id="{352E6022-5E6D-B64F-919F-6633C695E4A0}"/>
                    </a:ext>
                  </a:extLst>
                </p:cNvPr>
                <p:cNvSpPr>
                  <a:spLocks/>
                </p:cNvSpPr>
                <p:nvPr/>
              </p:nvSpPr>
              <p:spPr bwMode="auto">
                <a:xfrm>
                  <a:off x="5954975" y="2553485"/>
                  <a:ext cx="102953" cy="76090"/>
                </a:xfrm>
                <a:custGeom>
                  <a:avLst/>
                  <a:gdLst>
                    <a:gd name="T0" fmla="*/ 16 w 52"/>
                    <a:gd name="T1" fmla="*/ 0 h 38"/>
                    <a:gd name="T2" fmla="*/ 10 w 52"/>
                    <a:gd name="T3" fmla="*/ 4 h 38"/>
                    <a:gd name="T4" fmla="*/ 4 w 52"/>
                    <a:gd name="T5" fmla="*/ 10 h 38"/>
                    <a:gd name="T6" fmla="*/ 4 w 52"/>
                    <a:gd name="T7" fmla="*/ 10 h 38"/>
                    <a:gd name="T8" fmla="*/ 6 w 52"/>
                    <a:gd name="T9" fmla="*/ 12 h 38"/>
                    <a:gd name="T10" fmla="*/ 8 w 52"/>
                    <a:gd name="T11" fmla="*/ 18 h 38"/>
                    <a:gd name="T12" fmla="*/ 14 w 52"/>
                    <a:gd name="T13" fmla="*/ 22 h 38"/>
                    <a:gd name="T14" fmla="*/ 16 w 52"/>
                    <a:gd name="T15" fmla="*/ 24 h 38"/>
                    <a:gd name="T16" fmla="*/ 20 w 52"/>
                    <a:gd name="T17" fmla="*/ 22 h 38"/>
                    <a:gd name="T18" fmla="*/ 20 w 52"/>
                    <a:gd name="T19" fmla="*/ 24 h 38"/>
                    <a:gd name="T20" fmla="*/ 22 w 52"/>
                    <a:gd name="T21" fmla="*/ 28 h 38"/>
                    <a:gd name="T22" fmla="*/ 30 w 52"/>
                    <a:gd name="T23" fmla="*/ 32 h 38"/>
                    <a:gd name="T24" fmla="*/ 32 w 52"/>
                    <a:gd name="T25" fmla="*/ 32 h 38"/>
                    <a:gd name="T26" fmla="*/ 36 w 52"/>
                    <a:gd name="T27" fmla="*/ 30 h 38"/>
                    <a:gd name="T28" fmla="*/ 36 w 52"/>
                    <a:gd name="T29" fmla="*/ 32 h 38"/>
                    <a:gd name="T30" fmla="*/ 38 w 52"/>
                    <a:gd name="T31" fmla="*/ 38 h 38"/>
                    <a:gd name="T32" fmla="*/ 42 w 52"/>
                    <a:gd name="T33" fmla="*/ 38 h 38"/>
                    <a:gd name="T34" fmla="*/ 48 w 52"/>
                    <a:gd name="T35" fmla="*/ 36 h 38"/>
                    <a:gd name="T36" fmla="*/ 48 w 52"/>
                    <a:gd name="T37" fmla="*/ 34 h 38"/>
                    <a:gd name="T38" fmla="*/ 50 w 52"/>
                    <a:gd name="T39" fmla="*/ 30 h 38"/>
                    <a:gd name="T40" fmla="*/ 52 w 52"/>
                    <a:gd name="T41" fmla="*/ 28 h 38"/>
                    <a:gd name="T42" fmla="*/ 52 w 52"/>
                    <a:gd name="T43" fmla="*/ 22 h 38"/>
                    <a:gd name="T44" fmla="*/ 50 w 52"/>
                    <a:gd name="T45" fmla="*/ 20 h 38"/>
                    <a:gd name="T46" fmla="*/ 50 w 52"/>
                    <a:gd name="T47" fmla="*/ 16 h 38"/>
                    <a:gd name="T48" fmla="*/ 52 w 52"/>
                    <a:gd name="T49" fmla="*/ 16 h 38"/>
                    <a:gd name="T50" fmla="*/ 48 w 52"/>
                    <a:gd name="T51" fmla="*/ 14 h 38"/>
                    <a:gd name="T52" fmla="*/ 46 w 52"/>
                    <a:gd name="T53" fmla="*/ 12 h 38"/>
                    <a:gd name="T54" fmla="*/ 42 w 52"/>
                    <a:gd name="T55" fmla="*/ 10 h 38"/>
                    <a:gd name="T56" fmla="*/ 40 w 52"/>
                    <a:gd name="T57" fmla="*/ 8 h 38"/>
                    <a:gd name="T58" fmla="*/ 38 w 52"/>
                    <a:gd name="T59" fmla="*/ 6 h 38"/>
                    <a:gd name="T60" fmla="*/ 34 w 52"/>
                    <a:gd name="T61" fmla="*/ 6 h 38"/>
                    <a:gd name="T62" fmla="*/ 28 w 52"/>
                    <a:gd name="T63" fmla="*/ 10 h 38"/>
                    <a:gd name="T64" fmla="*/ 26 w 52"/>
                    <a:gd name="T65" fmla="*/ 10 h 38"/>
                    <a:gd name="T66" fmla="*/ 18 w 52"/>
                    <a:gd name="T67" fmla="*/ 4 h 38"/>
                    <a:gd name="T68" fmla="*/ 16 w 52"/>
                    <a:gd name="T6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 h="38">
                      <a:moveTo>
                        <a:pt x="16" y="0"/>
                      </a:moveTo>
                      <a:lnTo>
                        <a:pt x="16" y="0"/>
                      </a:lnTo>
                      <a:lnTo>
                        <a:pt x="10" y="4"/>
                      </a:lnTo>
                      <a:lnTo>
                        <a:pt x="10" y="4"/>
                      </a:lnTo>
                      <a:lnTo>
                        <a:pt x="0" y="6"/>
                      </a:lnTo>
                      <a:lnTo>
                        <a:pt x="4" y="10"/>
                      </a:lnTo>
                      <a:lnTo>
                        <a:pt x="4" y="10"/>
                      </a:lnTo>
                      <a:lnTo>
                        <a:pt x="4" y="10"/>
                      </a:lnTo>
                      <a:lnTo>
                        <a:pt x="6" y="12"/>
                      </a:lnTo>
                      <a:lnTo>
                        <a:pt x="6" y="12"/>
                      </a:lnTo>
                      <a:lnTo>
                        <a:pt x="8" y="18"/>
                      </a:lnTo>
                      <a:lnTo>
                        <a:pt x="8" y="18"/>
                      </a:lnTo>
                      <a:lnTo>
                        <a:pt x="10" y="18"/>
                      </a:lnTo>
                      <a:lnTo>
                        <a:pt x="14" y="22"/>
                      </a:lnTo>
                      <a:lnTo>
                        <a:pt x="14" y="22"/>
                      </a:lnTo>
                      <a:lnTo>
                        <a:pt x="16" y="24"/>
                      </a:lnTo>
                      <a:lnTo>
                        <a:pt x="18" y="24"/>
                      </a:lnTo>
                      <a:lnTo>
                        <a:pt x="20" y="22"/>
                      </a:lnTo>
                      <a:lnTo>
                        <a:pt x="20" y="22"/>
                      </a:lnTo>
                      <a:lnTo>
                        <a:pt x="20" y="24"/>
                      </a:lnTo>
                      <a:lnTo>
                        <a:pt x="22" y="28"/>
                      </a:lnTo>
                      <a:lnTo>
                        <a:pt x="22" y="28"/>
                      </a:lnTo>
                      <a:lnTo>
                        <a:pt x="26" y="30"/>
                      </a:lnTo>
                      <a:lnTo>
                        <a:pt x="30" y="32"/>
                      </a:lnTo>
                      <a:lnTo>
                        <a:pt x="30" y="32"/>
                      </a:lnTo>
                      <a:lnTo>
                        <a:pt x="32" y="32"/>
                      </a:lnTo>
                      <a:lnTo>
                        <a:pt x="34" y="32"/>
                      </a:lnTo>
                      <a:lnTo>
                        <a:pt x="36" y="30"/>
                      </a:lnTo>
                      <a:lnTo>
                        <a:pt x="36" y="32"/>
                      </a:lnTo>
                      <a:lnTo>
                        <a:pt x="36" y="32"/>
                      </a:lnTo>
                      <a:lnTo>
                        <a:pt x="36" y="36"/>
                      </a:lnTo>
                      <a:lnTo>
                        <a:pt x="38" y="38"/>
                      </a:lnTo>
                      <a:lnTo>
                        <a:pt x="38" y="38"/>
                      </a:lnTo>
                      <a:lnTo>
                        <a:pt x="42" y="38"/>
                      </a:lnTo>
                      <a:lnTo>
                        <a:pt x="48" y="36"/>
                      </a:lnTo>
                      <a:lnTo>
                        <a:pt x="48" y="36"/>
                      </a:lnTo>
                      <a:lnTo>
                        <a:pt x="48" y="34"/>
                      </a:lnTo>
                      <a:lnTo>
                        <a:pt x="48" y="34"/>
                      </a:lnTo>
                      <a:lnTo>
                        <a:pt x="48" y="30"/>
                      </a:lnTo>
                      <a:lnTo>
                        <a:pt x="50" y="30"/>
                      </a:lnTo>
                      <a:lnTo>
                        <a:pt x="52" y="28"/>
                      </a:lnTo>
                      <a:lnTo>
                        <a:pt x="52" y="28"/>
                      </a:lnTo>
                      <a:lnTo>
                        <a:pt x="52" y="24"/>
                      </a:lnTo>
                      <a:lnTo>
                        <a:pt x="52" y="22"/>
                      </a:lnTo>
                      <a:lnTo>
                        <a:pt x="50" y="20"/>
                      </a:lnTo>
                      <a:lnTo>
                        <a:pt x="50" y="20"/>
                      </a:lnTo>
                      <a:lnTo>
                        <a:pt x="50" y="18"/>
                      </a:lnTo>
                      <a:lnTo>
                        <a:pt x="50" y="16"/>
                      </a:lnTo>
                      <a:lnTo>
                        <a:pt x="52" y="16"/>
                      </a:lnTo>
                      <a:lnTo>
                        <a:pt x="52" y="16"/>
                      </a:lnTo>
                      <a:lnTo>
                        <a:pt x="52" y="16"/>
                      </a:lnTo>
                      <a:lnTo>
                        <a:pt x="48" y="14"/>
                      </a:lnTo>
                      <a:lnTo>
                        <a:pt x="46" y="12"/>
                      </a:lnTo>
                      <a:lnTo>
                        <a:pt x="46" y="12"/>
                      </a:lnTo>
                      <a:lnTo>
                        <a:pt x="44" y="12"/>
                      </a:lnTo>
                      <a:lnTo>
                        <a:pt x="42" y="10"/>
                      </a:lnTo>
                      <a:lnTo>
                        <a:pt x="40" y="8"/>
                      </a:lnTo>
                      <a:lnTo>
                        <a:pt x="40" y="8"/>
                      </a:lnTo>
                      <a:lnTo>
                        <a:pt x="40" y="6"/>
                      </a:lnTo>
                      <a:lnTo>
                        <a:pt x="38" y="6"/>
                      </a:lnTo>
                      <a:lnTo>
                        <a:pt x="34" y="6"/>
                      </a:lnTo>
                      <a:lnTo>
                        <a:pt x="34" y="6"/>
                      </a:lnTo>
                      <a:lnTo>
                        <a:pt x="30" y="8"/>
                      </a:lnTo>
                      <a:lnTo>
                        <a:pt x="28" y="10"/>
                      </a:lnTo>
                      <a:lnTo>
                        <a:pt x="26" y="10"/>
                      </a:lnTo>
                      <a:lnTo>
                        <a:pt x="26" y="10"/>
                      </a:lnTo>
                      <a:lnTo>
                        <a:pt x="22" y="8"/>
                      </a:lnTo>
                      <a:lnTo>
                        <a:pt x="18" y="4"/>
                      </a:lnTo>
                      <a:lnTo>
                        <a:pt x="16" y="0"/>
                      </a:lnTo>
                      <a:lnTo>
                        <a:pt x="1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8" name="Freeform 256">
                  <a:extLst>
                    <a:ext uri="{FF2B5EF4-FFF2-40B4-BE49-F238E27FC236}">
                      <a16:creationId xmlns:a16="http://schemas.microsoft.com/office/drawing/2014/main" id="{3599339B-C353-FC47-AD59-C0E0413075B8}"/>
                    </a:ext>
                  </a:extLst>
                </p:cNvPr>
                <p:cNvSpPr>
                  <a:spLocks/>
                </p:cNvSpPr>
                <p:nvPr/>
              </p:nvSpPr>
              <p:spPr bwMode="auto">
                <a:xfrm>
                  <a:off x="6543799" y="2357254"/>
                  <a:ext cx="196876" cy="184215"/>
                </a:xfrm>
                <a:custGeom>
                  <a:avLst/>
                  <a:gdLst>
                    <a:gd name="T0" fmla="*/ 28 w 100"/>
                    <a:gd name="T1" fmla="*/ 18 h 92"/>
                    <a:gd name="T2" fmla="*/ 34 w 100"/>
                    <a:gd name="T3" fmla="*/ 12 h 92"/>
                    <a:gd name="T4" fmla="*/ 38 w 100"/>
                    <a:gd name="T5" fmla="*/ 12 h 92"/>
                    <a:gd name="T6" fmla="*/ 44 w 100"/>
                    <a:gd name="T7" fmla="*/ 8 h 92"/>
                    <a:gd name="T8" fmla="*/ 44 w 100"/>
                    <a:gd name="T9" fmla="*/ 2 h 92"/>
                    <a:gd name="T10" fmla="*/ 46 w 100"/>
                    <a:gd name="T11" fmla="*/ 0 h 92"/>
                    <a:gd name="T12" fmla="*/ 54 w 100"/>
                    <a:gd name="T13" fmla="*/ 2 h 92"/>
                    <a:gd name="T14" fmla="*/ 56 w 100"/>
                    <a:gd name="T15" fmla="*/ 0 h 92"/>
                    <a:gd name="T16" fmla="*/ 58 w 100"/>
                    <a:gd name="T17" fmla="*/ 2 h 92"/>
                    <a:gd name="T18" fmla="*/ 60 w 100"/>
                    <a:gd name="T19" fmla="*/ 4 h 92"/>
                    <a:gd name="T20" fmla="*/ 64 w 100"/>
                    <a:gd name="T21" fmla="*/ 2 h 92"/>
                    <a:gd name="T22" fmla="*/ 66 w 100"/>
                    <a:gd name="T23" fmla="*/ 2 h 92"/>
                    <a:gd name="T24" fmla="*/ 72 w 100"/>
                    <a:gd name="T25" fmla="*/ 4 h 92"/>
                    <a:gd name="T26" fmla="*/ 78 w 100"/>
                    <a:gd name="T27" fmla="*/ 6 h 92"/>
                    <a:gd name="T28" fmla="*/ 80 w 100"/>
                    <a:gd name="T29" fmla="*/ 8 h 92"/>
                    <a:gd name="T30" fmla="*/ 82 w 100"/>
                    <a:gd name="T31" fmla="*/ 12 h 92"/>
                    <a:gd name="T32" fmla="*/ 84 w 100"/>
                    <a:gd name="T33" fmla="*/ 16 h 92"/>
                    <a:gd name="T34" fmla="*/ 86 w 100"/>
                    <a:gd name="T35" fmla="*/ 20 h 92"/>
                    <a:gd name="T36" fmla="*/ 88 w 100"/>
                    <a:gd name="T37" fmla="*/ 26 h 92"/>
                    <a:gd name="T38" fmla="*/ 88 w 100"/>
                    <a:gd name="T39" fmla="*/ 36 h 92"/>
                    <a:gd name="T40" fmla="*/ 90 w 100"/>
                    <a:gd name="T41" fmla="*/ 38 h 92"/>
                    <a:gd name="T42" fmla="*/ 98 w 100"/>
                    <a:gd name="T43" fmla="*/ 46 h 92"/>
                    <a:gd name="T44" fmla="*/ 100 w 100"/>
                    <a:gd name="T45" fmla="*/ 52 h 92"/>
                    <a:gd name="T46" fmla="*/ 98 w 100"/>
                    <a:gd name="T47" fmla="*/ 56 h 92"/>
                    <a:gd name="T48" fmla="*/ 96 w 100"/>
                    <a:gd name="T49" fmla="*/ 56 h 92"/>
                    <a:gd name="T50" fmla="*/ 90 w 100"/>
                    <a:gd name="T51" fmla="*/ 54 h 92"/>
                    <a:gd name="T52" fmla="*/ 88 w 100"/>
                    <a:gd name="T53" fmla="*/ 56 h 92"/>
                    <a:gd name="T54" fmla="*/ 90 w 100"/>
                    <a:gd name="T55" fmla="*/ 60 h 92"/>
                    <a:gd name="T56" fmla="*/ 94 w 100"/>
                    <a:gd name="T57" fmla="*/ 64 h 92"/>
                    <a:gd name="T58" fmla="*/ 94 w 100"/>
                    <a:gd name="T59" fmla="*/ 80 h 92"/>
                    <a:gd name="T60" fmla="*/ 88 w 100"/>
                    <a:gd name="T61" fmla="*/ 80 h 92"/>
                    <a:gd name="T62" fmla="*/ 86 w 100"/>
                    <a:gd name="T63" fmla="*/ 82 h 92"/>
                    <a:gd name="T64" fmla="*/ 86 w 100"/>
                    <a:gd name="T65" fmla="*/ 86 h 92"/>
                    <a:gd name="T66" fmla="*/ 82 w 100"/>
                    <a:gd name="T67" fmla="*/ 90 h 92"/>
                    <a:gd name="T68" fmla="*/ 76 w 100"/>
                    <a:gd name="T69" fmla="*/ 90 h 92"/>
                    <a:gd name="T70" fmla="*/ 70 w 100"/>
                    <a:gd name="T71" fmla="*/ 90 h 92"/>
                    <a:gd name="T72" fmla="*/ 64 w 100"/>
                    <a:gd name="T73" fmla="*/ 90 h 92"/>
                    <a:gd name="T74" fmla="*/ 62 w 100"/>
                    <a:gd name="T75" fmla="*/ 90 h 92"/>
                    <a:gd name="T76" fmla="*/ 58 w 100"/>
                    <a:gd name="T77" fmla="*/ 88 h 92"/>
                    <a:gd name="T78" fmla="*/ 56 w 100"/>
                    <a:gd name="T79" fmla="*/ 92 h 92"/>
                    <a:gd name="T80" fmla="*/ 54 w 100"/>
                    <a:gd name="T81" fmla="*/ 88 h 92"/>
                    <a:gd name="T82" fmla="*/ 50 w 100"/>
                    <a:gd name="T83" fmla="*/ 88 h 92"/>
                    <a:gd name="T84" fmla="*/ 38 w 100"/>
                    <a:gd name="T85" fmla="*/ 88 h 92"/>
                    <a:gd name="T86" fmla="*/ 24 w 100"/>
                    <a:gd name="T87" fmla="*/ 86 h 92"/>
                    <a:gd name="T88" fmla="*/ 14 w 100"/>
                    <a:gd name="T89" fmla="*/ 86 h 92"/>
                    <a:gd name="T90" fmla="*/ 12 w 100"/>
                    <a:gd name="T91" fmla="*/ 90 h 92"/>
                    <a:gd name="T92" fmla="*/ 8 w 100"/>
                    <a:gd name="T93" fmla="*/ 90 h 92"/>
                    <a:gd name="T94" fmla="*/ 6 w 100"/>
                    <a:gd name="T95" fmla="*/ 86 h 92"/>
                    <a:gd name="T96" fmla="*/ 2 w 100"/>
                    <a:gd name="T97" fmla="*/ 88 h 92"/>
                    <a:gd name="T98" fmla="*/ 0 w 100"/>
                    <a:gd name="T99" fmla="*/ 78 h 92"/>
                    <a:gd name="T100" fmla="*/ 4 w 100"/>
                    <a:gd name="T101" fmla="*/ 72 h 92"/>
                    <a:gd name="T102" fmla="*/ 4 w 100"/>
                    <a:gd name="T103" fmla="*/ 66 h 92"/>
                    <a:gd name="T104" fmla="*/ 2 w 100"/>
                    <a:gd name="T105" fmla="*/ 62 h 92"/>
                    <a:gd name="T106" fmla="*/ 0 w 100"/>
                    <a:gd name="T107" fmla="*/ 54 h 92"/>
                    <a:gd name="T108" fmla="*/ 6 w 100"/>
                    <a:gd name="T109" fmla="*/ 52 h 92"/>
                    <a:gd name="T110" fmla="*/ 14 w 100"/>
                    <a:gd name="T111" fmla="*/ 52 h 92"/>
                    <a:gd name="T112" fmla="*/ 16 w 100"/>
                    <a:gd name="T113" fmla="*/ 50 h 92"/>
                    <a:gd name="T114" fmla="*/ 22 w 100"/>
                    <a:gd name="T115" fmla="*/ 46 h 92"/>
                    <a:gd name="T116" fmla="*/ 22 w 100"/>
                    <a:gd name="T117" fmla="*/ 38 h 92"/>
                    <a:gd name="T118" fmla="*/ 22 w 100"/>
                    <a:gd name="T119" fmla="*/ 32 h 92"/>
                    <a:gd name="T120" fmla="*/ 26 w 100"/>
                    <a:gd name="T121" fmla="*/ 26 h 92"/>
                    <a:gd name="T122" fmla="*/ 30 w 100"/>
                    <a:gd name="T123" fmla="*/ 22 h 92"/>
                    <a:gd name="T124" fmla="*/ 28 w 100"/>
                    <a:gd name="T12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 h="92">
                      <a:moveTo>
                        <a:pt x="28" y="18"/>
                      </a:moveTo>
                      <a:lnTo>
                        <a:pt x="28" y="18"/>
                      </a:lnTo>
                      <a:lnTo>
                        <a:pt x="32" y="14"/>
                      </a:lnTo>
                      <a:lnTo>
                        <a:pt x="34" y="12"/>
                      </a:lnTo>
                      <a:lnTo>
                        <a:pt x="38" y="12"/>
                      </a:lnTo>
                      <a:lnTo>
                        <a:pt x="38" y="12"/>
                      </a:lnTo>
                      <a:lnTo>
                        <a:pt x="42" y="14"/>
                      </a:lnTo>
                      <a:lnTo>
                        <a:pt x="44" y="8"/>
                      </a:lnTo>
                      <a:lnTo>
                        <a:pt x="44" y="8"/>
                      </a:lnTo>
                      <a:lnTo>
                        <a:pt x="44" y="2"/>
                      </a:lnTo>
                      <a:lnTo>
                        <a:pt x="46" y="0"/>
                      </a:lnTo>
                      <a:lnTo>
                        <a:pt x="46" y="0"/>
                      </a:lnTo>
                      <a:lnTo>
                        <a:pt x="50" y="2"/>
                      </a:lnTo>
                      <a:lnTo>
                        <a:pt x="54" y="2"/>
                      </a:lnTo>
                      <a:lnTo>
                        <a:pt x="56" y="0"/>
                      </a:lnTo>
                      <a:lnTo>
                        <a:pt x="56" y="0"/>
                      </a:lnTo>
                      <a:lnTo>
                        <a:pt x="56" y="0"/>
                      </a:lnTo>
                      <a:lnTo>
                        <a:pt x="58" y="2"/>
                      </a:lnTo>
                      <a:lnTo>
                        <a:pt x="58" y="4"/>
                      </a:lnTo>
                      <a:lnTo>
                        <a:pt x="60" y="4"/>
                      </a:lnTo>
                      <a:lnTo>
                        <a:pt x="60" y="4"/>
                      </a:lnTo>
                      <a:lnTo>
                        <a:pt x="64" y="2"/>
                      </a:lnTo>
                      <a:lnTo>
                        <a:pt x="66" y="2"/>
                      </a:lnTo>
                      <a:lnTo>
                        <a:pt x="66" y="2"/>
                      </a:lnTo>
                      <a:lnTo>
                        <a:pt x="72" y="4"/>
                      </a:lnTo>
                      <a:lnTo>
                        <a:pt x="72" y="4"/>
                      </a:lnTo>
                      <a:lnTo>
                        <a:pt x="76" y="6"/>
                      </a:lnTo>
                      <a:lnTo>
                        <a:pt x="78" y="6"/>
                      </a:lnTo>
                      <a:lnTo>
                        <a:pt x="80" y="8"/>
                      </a:lnTo>
                      <a:lnTo>
                        <a:pt x="80" y="8"/>
                      </a:lnTo>
                      <a:lnTo>
                        <a:pt x="80" y="10"/>
                      </a:lnTo>
                      <a:lnTo>
                        <a:pt x="82" y="12"/>
                      </a:lnTo>
                      <a:lnTo>
                        <a:pt x="84" y="12"/>
                      </a:lnTo>
                      <a:lnTo>
                        <a:pt x="84" y="16"/>
                      </a:lnTo>
                      <a:lnTo>
                        <a:pt x="84" y="16"/>
                      </a:lnTo>
                      <a:lnTo>
                        <a:pt x="86" y="20"/>
                      </a:lnTo>
                      <a:lnTo>
                        <a:pt x="88" y="26"/>
                      </a:lnTo>
                      <a:lnTo>
                        <a:pt x="88" y="26"/>
                      </a:lnTo>
                      <a:lnTo>
                        <a:pt x="88" y="34"/>
                      </a:lnTo>
                      <a:lnTo>
                        <a:pt x="88" y="36"/>
                      </a:lnTo>
                      <a:lnTo>
                        <a:pt x="90" y="38"/>
                      </a:lnTo>
                      <a:lnTo>
                        <a:pt x="90" y="38"/>
                      </a:lnTo>
                      <a:lnTo>
                        <a:pt x="94" y="42"/>
                      </a:lnTo>
                      <a:lnTo>
                        <a:pt x="98" y="46"/>
                      </a:lnTo>
                      <a:lnTo>
                        <a:pt x="98" y="46"/>
                      </a:lnTo>
                      <a:lnTo>
                        <a:pt x="100" y="52"/>
                      </a:lnTo>
                      <a:lnTo>
                        <a:pt x="100" y="54"/>
                      </a:lnTo>
                      <a:lnTo>
                        <a:pt x="98" y="56"/>
                      </a:lnTo>
                      <a:lnTo>
                        <a:pt x="98" y="56"/>
                      </a:lnTo>
                      <a:lnTo>
                        <a:pt x="96" y="56"/>
                      </a:lnTo>
                      <a:lnTo>
                        <a:pt x="92" y="54"/>
                      </a:lnTo>
                      <a:lnTo>
                        <a:pt x="90" y="54"/>
                      </a:lnTo>
                      <a:lnTo>
                        <a:pt x="88" y="56"/>
                      </a:lnTo>
                      <a:lnTo>
                        <a:pt x="88" y="56"/>
                      </a:lnTo>
                      <a:lnTo>
                        <a:pt x="88" y="60"/>
                      </a:lnTo>
                      <a:lnTo>
                        <a:pt x="90" y="60"/>
                      </a:lnTo>
                      <a:lnTo>
                        <a:pt x="92" y="62"/>
                      </a:lnTo>
                      <a:lnTo>
                        <a:pt x="94" y="64"/>
                      </a:lnTo>
                      <a:lnTo>
                        <a:pt x="94" y="64"/>
                      </a:lnTo>
                      <a:lnTo>
                        <a:pt x="94" y="80"/>
                      </a:lnTo>
                      <a:lnTo>
                        <a:pt x="94" y="80"/>
                      </a:lnTo>
                      <a:lnTo>
                        <a:pt x="88" y="80"/>
                      </a:lnTo>
                      <a:lnTo>
                        <a:pt x="88" y="80"/>
                      </a:lnTo>
                      <a:lnTo>
                        <a:pt x="86" y="82"/>
                      </a:lnTo>
                      <a:lnTo>
                        <a:pt x="86" y="86"/>
                      </a:lnTo>
                      <a:lnTo>
                        <a:pt x="86" y="86"/>
                      </a:lnTo>
                      <a:lnTo>
                        <a:pt x="84" y="90"/>
                      </a:lnTo>
                      <a:lnTo>
                        <a:pt x="82" y="90"/>
                      </a:lnTo>
                      <a:lnTo>
                        <a:pt x="82" y="90"/>
                      </a:lnTo>
                      <a:lnTo>
                        <a:pt x="76" y="90"/>
                      </a:lnTo>
                      <a:lnTo>
                        <a:pt x="70" y="90"/>
                      </a:lnTo>
                      <a:lnTo>
                        <a:pt x="70" y="90"/>
                      </a:lnTo>
                      <a:lnTo>
                        <a:pt x="66" y="88"/>
                      </a:lnTo>
                      <a:lnTo>
                        <a:pt x="64" y="90"/>
                      </a:lnTo>
                      <a:lnTo>
                        <a:pt x="64" y="90"/>
                      </a:lnTo>
                      <a:lnTo>
                        <a:pt x="62" y="90"/>
                      </a:lnTo>
                      <a:lnTo>
                        <a:pt x="60" y="90"/>
                      </a:lnTo>
                      <a:lnTo>
                        <a:pt x="58" y="88"/>
                      </a:lnTo>
                      <a:lnTo>
                        <a:pt x="58" y="88"/>
                      </a:lnTo>
                      <a:lnTo>
                        <a:pt x="56" y="92"/>
                      </a:lnTo>
                      <a:lnTo>
                        <a:pt x="54" y="88"/>
                      </a:lnTo>
                      <a:lnTo>
                        <a:pt x="54" y="88"/>
                      </a:lnTo>
                      <a:lnTo>
                        <a:pt x="50" y="88"/>
                      </a:lnTo>
                      <a:lnTo>
                        <a:pt x="50" y="88"/>
                      </a:lnTo>
                      <a:lnTo>
                        <a:pt x="44" y="90"/>
                      </a:lnTo>
                      <a:lnTo>
                        <a:pt x="38" y="88"/>
                      </a:lnTo>
                      <a:lnTo>
                        <a:pt x="38" y="88"/>
                      </a:lnTo>
                      <a:lnTo>
                        <a:pt x="24" y="86"/>
                      </a:lnTo>
                      <a:lnTo>
                        <a:pt x="24" y="86"/>
                      </a:lnTo>
                      <a:lnTo>
                        <a:pt x="14" y="86"/>
                      </a:lnTo>
                      <a:lnTo>
                        <a:pt x="14" y="86"/>
                      </a:lnTo>
                      <a:lnTo>
                        <a:pt x="12" y="90"/>
                      </a:lnTo>
                      <a:lnTo>
                        <a:pt x="10" y="92"/>
                      </a:lnTo>
                      <a:lnTo>
                        <a:pt x="8" y="90"/>
                      </a:lnTo>
                      <a:lnTo>
                        <a:pt x="8" y="90"/>
                      </a:lnTo>
                      <a:lnTo>
                        <a:pt x="6" y="86"/>
                      </a:lnTo>
                      <a:lnTo>
                        <a:pt x="4" y="86"/>
                      </a:lnTo>
                      <a:lnTo>
                        <a:pt x="2" y="88"/>
                      </a:lnTo>
                      <a:lnTo>
                        <a:pt x="2" y="88"/>
                      </a:lnTo>
                      <a:lnTo>
                        <a:pt x="0" y="78"/>
                      </a:lnTo>
                      <a:lnTo>
                        <a:pt x="0" y="78"/>
                      </a:lnTo>
                      <a:lnTo>
                        <a:pt x="4" y="72"/>
                      </a:lnTo>
                      <a:lnTo>
                        <a:pt x="4" y="68"/>
                      </a:lnTo>
                      <a:lnTo>
                        <a:pt x="4" y="66"/>
                      </a:lnTo>
                      <a:lnTo>
                        <a:pt x="4" y="66"/>
                      </a:lnTo>
                      <a:lnTo>
                        <a:pt x="2" y="62"/>
                      </a:lnTo>
                      <a:lnTo>
                        <a:pt x="0" y="58"/>
                      </a:lnTo>
                      <a:lnTo>
                        <a:pt x="0" y="54"/>
                      </a:lnTo>
                      <a:lnTo>
                        <a:pt x="6" y="52"/>
                      </a:lnTo>
                      <a:lnTo>
                        <a:pt x="6" y="52"/>
                      </a:lnTo>
                      <a:lnTo>
                        <a:pt x="14" y="52"/>
                      </a:lnTo>
                      <a:lnTo>
                        <a:pt x="14" y="52"/>
                      </a:lnTo>
                      <a:lnTo>
                        <a:pt x="14" y="52"/>
                      </a:lnTo>
                      <a:lnTo>
                        <a:pt x="16" y="50"/>
                      </a:lnTo>
                      <a:lnTo>
                        <a:pt x="16" y="48"/>
                      </a:lnTo>
                      <a:lnTo>
                        <a:pt x="22" y="46"/>
                      </a:lnTo>
                      <a:lnTo>
                        <a:pt x="22" y="46"/>
                      </a:lnTo>
                      <a:lnTo>
                        <a:pt x="22" y="38"/>
                      </a:lnTo>
                      <a:lnTo>
                        <a:pt x="22" y="38"/>
                      </a:lnTo>
                      <a:lnTo>
                        <a:pt x="22" y="32"/>
                      </a:lnTo>
                      <a:lnTo>
                        <a:pt x="26" y="26"/>
                      </a:lnTo>
                      <a:lnTo>
                        <a:pt x="26" y="26"/>
                      </a:lnTo>
                      <a:lnTo>
                        <a:pt x="28" y="24"/>
                      </a:lnTo>
                      <a:lnTo>
                        <a:pt x="30" y="22"/>
                      </a:lnTo>
                      <a:lnTo>
                        <a:pt x="28" y="18"/>
                      </a:lnTo>
                      <a:lnTo>
                        <a:pt x="28"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9" name="Freeform 259">
                  <a:extLst>
                    <a:ext uri="{FF2B5EF4-FFF2-40B4-BE49-F238E27FC236}">
                      <a16:creationId xmlns:a16="http://schemas.microsoft.com/office/drawing/2014/main" id="{BECBE8CF-C3A8-2A4B-8784-BA900E7787ED}"/>
                    </a:ext>
                  </a:extLst>
                </p:cNvPr>
                <p:cNvSpPr>
                  <a:spLocks/>
                </p:cNvSpPr>
                <p:nvPr/>
              </p:nvSpPr>
              <p:spPr bwMode="auto">
                <a:xfrm>
                  <a:off x="6162690" y="2649598"/>
                  <a:ext cx="186039" cy="100117"/>
                </a:xfrm>
                <a:custGeom>
                  <a:avLst/>
                  <a:gdLst>
                    <a:gd name="T0" fmla="*/ 0 w 95"/>
                    <a:gd name="T1" fmla="*/ 36 h 50"/>
                    <a:gd name="T2" fmla="*/ 4 w 95"/>
                    <a:gd name="T3" fmla="*/ 38 h 50"/>
                    <a:gd name="T4" fmla="*/ 4 w 95"/>
                    <a:gd name="T5" fmla="*/ 44 h 50"/>
                    <a:gd name="T6" fmla="*/ 13 w 95"/>
                    <a:gd name="T7" fmla="*/ 46 h 50"/>
                    <a:gd name="T8" fmla="*/ 13 w 95"/>
                    <a:gd name="T9" fmla="*/ 46 h 50"/>
                    <a:gd name="T10" fmla="*/ 17 w 95"/>
                    <a:gd name="T11" fmla="*/ 44 h 50"/>
                    <a:gd name="T12" fmla="*/ 19 w 95"/>
                    <a:gd name="T13" fmla="*/ 46 h 50"/>
                    <a:gd name="T14" fmla="*/ 23 w 95"/>
                    <a:gd name="T15" fmla="*/ 46 h 50"/>
                    <a:gd name="T16" fmla="*/ 27 w 95"/>
                    <a:gd name="T17" fmla="*/ 48 h 50"/>
                    <a:gd name="T18" fmla="*/ 29 w 95"/>
                    <a:gd name="T19" fmla="*/ 50 h 50"/>
                    <a:gd name="T20" fmla="*/ 31 w 95"/>
                    <a:gd name="T21" fmla="*/ 50 h 50"/>
                    <a:gd name="T22" fmla="*/ 35 w 95"/>
                    <a:gd name="T23" fmla="*/ 48 h 50"/>
                    <a:gd name="T24" fmla="*/ 43 w 95"/>
                    <a:gd name="T25" fmla="*/ 48 h 50"/>
                    <a:gd name="T26" fmla="*/ 47 w 95"/>
                    <a:gd name="T27" fmla="*/ 48 h 50"/>
                    <a:gd name="T28" fmla="*/ 49 w 95"/>
                    <a:gd name="T29" fmla="*/ 46 h 50"/>
                    <a:gd name="T30" fmla="*/ 55 w 95"/>
                    <a:gd name="T31" fmla="*/ 44 h 50"/>
                    <a:gd name="T32" fmla="*/ 61 w 95"/>
                    <a:gd name="T33" fmla="*/ 46 h 50"/>
                    <a:gd name="T34" fmla="*/ 63 w 95"/>
                    <a:gd name="T35" fmla="*/ 42 h 50"/>
                    <a:gd name="T36" fmla="*/ 71 w 95"/>
                    <a:gd name="T37" fmla="*/ 38 h 50"/>
                    <a:gd name="T38" fmla="*/ 75 w 95"/>
                    <a:gd name="T39" fmla="*/ 40 h 50"/>
                    <a:gd name="T40" fmla="*/ 79 w 95"/>
                    <a:gd name="T41" fmla="*/ 40 h 50"/>
                    <a:gd name="T42" fmla="*/ 85 w 95"/>
                    <a:gd name="T43" fmla="*/ 36 h 50"/>
                    <a:gd name="T44" fmla="*/ 87 w 95"/>
                    <a:gd name="T45" fmla="*/ 32 h 50"/>
                    <a:gd name="T46" fmla="*/ 89 w 95"/>
                    <a:gd name="T47" fmla="*/ 32 h 50"/>
                    <a:gd name="T48" fmla="*/ 91 w 95"/>
                    <a:gd name="T49" fmla="*/ 28 h 50"/>
                    <a:gd name="T50" fmla="*/ 93 w 95"/>
                    <a:gd name="T51" fmla="*/ 24 h 50"/>
                    <a:gd name="T52" fmla="*/ 93 w 95"/>
                    <a:gd name="T53" fmla="*/ 18 h 50"/>
                    <a:gd name="T54" fmla="*/ 93 w 95"/>
                    <a:gd name="T55" fmla="*/ 12 h 50"/>
                    <a:gd name="T56" fmla="*/ 89 w 95"/>
                    <a:gd name="T57" fmla="*/ 10 h 50"/>
                    <a:gd name="T58" fmla="*/ 93 w 95"/>
                    <a:gd name="T59" fmla="*/ 4 h 50"/>
                    <a:gd name="T60" fmla="*/ 83 w 95"/>
                    <a:gd name="T61" fmla="*/ 6 h 50"/>
                    <a:gd name="T62" fmla="*/ 77 w 95"/>
                    <a:gd name="T63" fmla="*/ 4 h 50"/>
                    <a:gd name="T64" fmla="*/ 73 w 95"/>
                    <a:gd name="T65" fmla="*/ 2 h 50"/>
                    <a:gd name="T66" fmla="*/ 67 w 95"/>
                    <a:gd name="T67" fmla="*/ 0 h 50"/>
                    <a:gd name="T68" fmla="*/ 65 w 95"/>
                    <a:gd name="T69" fmla="*/ 0 h 50"/>
                    <a:gd name="T70" fmla="*/ 59 w 95"/>
                    <a:gd name="T71" fmla="*/ 8 h 50"/>
                    <a:gd name="T72" fmla="*/ 59 w 95"/>
                    <a:gd name="T73" fmla="*/ 8 h 50"/>
                    <a:gd name="T74" fmla="*/ 53 w 95"/>
                    <a:gd name="T75" fmla="*/ 8 h 50"/>
                    <a:gd name="T76" fmla="*/ 49 w 95"/>
                    <a:gd name="T77" fmla="*/ 4 h 50"/>
                    <a:gd name="T78" fmla="*/ 45 w 95"/>
                    <a:gd name="T79" fmla="*/ 8 h 50"/>
                    <a:gd name="T80" fmla="*/ 43 w 95"/>
                    <a:gd name="T81" fmla="*/ 12 h 50"/>
                    <a:gd name="T82" fmla="*/ 39 w 95"/>
                    <a:gd name="T83" fmla="*/ 16 h 50"/>
                    <a:gd name="T84" fmla="*/ 35 w 95"/>
                    <a:gd name="T85" fmla="*/ 18 h 50"/>
                    <a:gd name="T86" fmla="*/ 35 w 95"/>
                    <a:gd name="T87" fmla="*/ 20 h 50"/>
                    <a:gd name="T88" fmla="*/ 37 w 95"/>
                    <a:gd name="T89" fmla="*/ 22 h 50"/>
                    <a:gd name="T90" fmla="*/ 39 w 95"/>
                    <a:gd name="T91" fmla="*/ 24 h 50"/>
                    <a:gd name="T92" fmla="*/ 35 w 95"/>
                    <a:gd name="T93" fmla="*/ 30 h 50"/>
                    <a:gd name="T94" fmla="*/ 33 w 95"/>
                    <a:gd name="T95" fmla="*/ 26 h 50"/>
                    <a:gd name="T96" fmla="*/ 29 w 95"/>
                    <a:gd name="T97" fmla="*/ 26 h 50"/>
                    <a:gd name="T98" fmla="*/ 25 w 95"/>
                    <a:gd name="T99" fmla="*/ 26 h 50"/>
                    <a:gd name="T100" fmla="*/ 21 w 95"/>
                    <a:gd name="T101" fmla="*/ 24 h 50"/>
                    <a:gd name="T102" fmla="*/ 19 w 95"/>
                    <a:gd name="T103" fmla="*/ 28 h 50"/>
                    <a:gd name="T104" fmla="*/ 15 w 95"/>
                    <a:gd name="T105" fmla="*/ 30 h 50"/>
                    <a:gd name="T106" fmla="*/ 8 w 95"/>
                    <a:gd name="T107" fmla="*/ 30 h 50"/>
                    <a:gd name="T108" fmla="*/ 4 w 95"/>
                    <a:gd name="T109" fmla="*/ 34 h 50"/>
                    <a:gd name="T110" fmla="*/ 0 w 95"/>
                    <a:gd name="T111"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5" h="50">
                      <a:moveTo>
                        <a:pt x="0" y="36"/>
                      </a:moveTo>
                      <a:lnTo>
                        <a:pt x="0" y="36"/>
                      </a:lnTo>
                      <a:lnTo>
                        <a:pt x="4" y="36"/>
                      </a:lnTo>
                      <a:lnTo>
                        <a:pt x="4" y="38"/>
                      </a:lnTo>
                      <a:lnTo>
                        <a:pt x="4" y="44"/>
                      </a:lnTo>
                      <a:lnTo>
                        <a:pt x="4" y="44"/>
                      </a:lnTo>
                      <a:lnTo>
                        <a:pt x="8" y="46"/>
                      </a:lnTo>
                      <a:lnTo>
                        <a:pt x="13" y="46"/>
                      </a:lnTo>
                      <a:lnTo>
                        <a:pt x="13" y="46"/>
                      </a:lnTo>
                      <a:lnTo>
                        <a:pt x="13" y="46"/>
                      </a:lnTo>
                      <a:lnTo>
                        <a:pt x="13" y="44"/>
                      </a:lnTo>
                      <a:lnTo>
                        <a:pt x="17" y="44"/>
                      </a:lnTo>
                      <a:lnTo>
                        <a:pt x="17" y="44"/>
                      </a:lnTo>
                      <a:lnTo>
                        <a:pt x="19" y="46"/>
                      </a:lnTo>
                      <a:lnTo>
                        <a:pt x="23" y="46"/>
                      </a:lnTo>
                      <a:lnTo>
                        <a:pt x="23" y="46"/>
                      </a:lnTo>
                      <a:lnTo>
                        <a:pt x="25" y="46"/>
                      </a:lnTo>
                      <a:lnTo>
                        <a:pt x="27" y="48"/>
                      </a:lnTo>
                      <a:lnTo>
                        <a:pt x="27" y="48"/>
                      </a:lnTo>
                      <a:lnTo>
                        <a:pt x="29" y="50"/>
                      </a:lnTo>
                      <a:lnTo>
                        <a:pt x="29" y="50"/>
                      </a:lnTo>
                      <a:lnTo>
                        <a:pt x="31" y="50"/>
                      </a:lnTo>
                      <a:lnTo>
                        <a:pt x="35" y="48"/>
                      </a:lnTo>
                      <a:lnTo>
                        <a:pt x="35" y="48"/>
                      </a:lnTo>
                      <a:lnTo>
                        <a:pt x="43" y="48"/>
                      </a:lnTo>
                      <a:lnTo>
                        <a:pt x="43" y="48"/>
                      </a:lnTo>
                      <a:lnTo>
                        <a:pt x="47" y="48"/>
                      </a:lnTo>
                      <a:lnTo>
                        <a:pt x="47" y="48"/>
                      </a:lnTo>
                      <a:lnTo>
                        <a:pt x="49" y="46"/>
                      </a:lnTo>
                      <a:lnTo>
                        <a:pt x="49" y="46"/>
                      </a:lnTo>
                      <a:lnTo>
                        <a:pt x="49" y="44"/>
                      </a:lnTo>
                      <a:lnTo>
                        <a:pt x="55" y="44"/>
                      </a:lnTo>
                      <a:lnTo>
                        <a:pt x="55" y="44"/>
                      </a:lnTo>
                      <a:lnTo>
                        <a:pt x="61" y="46"/>
                      </a:lnTo>
                      <a:lnTo>
                        <a:pt x="63" y="42"/>
                      </a:lnTo>
                      <a:lnTo>
                        <a:pt x="63" y="42"/>
                      </a:lnTo>
                      <a:lnTo>
                        <a:pt x="67" y="40"/>
                      </a:lnTo>
                      <a:lnTo>
                        <a:pt x="71" y="38"/>
                      </a:lnTo>
                      <a:lnTo>
                        <a:pt x="71" y="38"/>
                      </a:lnTo>
                      <a:lnTo>
                        <a:pt x="75" y="40"/>
                      </a:lnTo>
                      <a:lnTo>
                        <a:pt x="79" y="40"/>
                      </a:lnTo>
                      <a:lnTo>
                        <a:pt x="79" y="40"/>
                      </a:lnTo>
                      <a:lnTo>
                        <a:pt x="85" y="36"/>
                      </a:lnTo>
                      <a:lnTo>
                        <a:pt x="85" y="36"/>
                      </a:lnTo>
                      <a:lnTo>
                        <a:pt x="85" y="34"/>
                      </a:lnTo>
                      <a:lnTo>
                        <a:pt x="87" y="32"/>
                      </a:lnTo>
                      <a:lnTo>
                        <a:pt x="89" y="32"/>
                      </a:lnTo>
                      <a:lnTo>
                        <a:pt x="89" y="32"/>
                      </a:lnTo>
                      <a:lnTo>
                        <a:pt x="91" y="32"/>
                      </a:lnTo>
                      <a:lnTo>
                        <a:pt x="91" y="28"/>
                      </a:lnTo>
                      <a:lnTo>
                        <a:pt x="93" y="24"/>
                      </a:lnTo>
                      <a:lnTo>
                        <a:pt x="93" y="24"/>
                      </a:lnTo>
                      <a:lnTo>
                        <a:pt x="91" y="20"/>
                      </a:lnTo>
                      <a:lnTo>
                        <a:pt x="93" y="18"/>
                      </a:lnTo>
                      <a:lnTo>
                        <a:pt x="95" y="18"/>
                      </a:lnTo>
                      <a:lnTo>
                        <a:pt x="93" y="12"/>
                      </a:lnTo>
                      <a:lnTo>
                        <a:pt x="93" y="12"/>
                      </a:lnTo>
                      <a:lnTo>
                        <a:pt x="89" y="10"/>
                      </a:lnTo>
                      <a:lnTo>
                        <a:pt x="89" y="8"/>
                      </a:lnTo>
                      <a:lnTo>
                        <a:pt x="93" y="4"/>
                      </a:lnTo>
                      <a:lnTo>
                        <a:pt x="93" y="4"/>
                      </a:lnTo>
                      <a:lnTo>
                        <a:pt x="83" y="6"/>
                      </a:lnTo>
                      <a:lnTo>
                        <a:pt x="83" y="6"/>
                      </a:lnTo>
                      <a:lnTo>
                        <a:pt x="77" y="4"/>
                      </a:lnTo>
                      <a:lnTo>
                        <a:pt x="73" y="2"/>
                      </a:lnTo>
                      <a:lnTo>
                        <a:pt x="73" y="2"/>
                      </a:lnTo>
                      <a:lnTo>
                        <a:pt x="71" y="0"/>
                      </a:lnTo>
                      <a:lnTo>
                        <a:pt x="67" y="0"/>
                      </a:lnTo>
                      <a:lnTo>
                        <a:pt x="65" y="0"/>
                      </a:lnTo>
                      <a:lnTo>
                        <a:pt x="65" y="0"/>
                      </a:lnTo>
                      <a:lnTo>
                        <a:pt x="63" y="2"/>
                      </a:lnTo>
                      <a:lnTo>
                        <a:pt x="59" y="8"/>
                      </a:lnTo>
                      <a:lnTo>
                        <a:pt x="59" y="8"/>
                      </a:lnTo>
                      <a:lnTo>
                        <a:pt x="59" y="8"/>
                      </a:lnTo>
                      <a:lnTo>
                        <a:pt x="57" y="10"/>
                      </a:lnTo>
                      <a:lnTo>
                        <a:pt x="53" y="8"/>
                      </a:lnTo>
                      <a:lnTo>
                        <a:pt x="49" y="4"/>
                      </a:lnTo>
                      <a:lnTo>
                        <a:pt x="49" y="4"/>
                      </a:lnTo>
                      <a:lnTo>
                        <a:pt x="47" y="6"/>
                      </a:lnTo>
                      <a:lnTo>
                        <a:pt x="45" y="8"/>
                      </a:lnTo>
                      <a:lnTo>
                        <a:pt x="43" y="12"/>
                      </a:lnTo>
                      <a:lnTo>
                        <a:pt x="43" y="12"/>
                      </a:lnTo>
                      <a:lnTo>
                        <a:pt x="43" y="14"/>
                      </a:lnTo>
                      <a:lnTo>
                        <a:pt x="39" y="16"/>
                      </a:lnTo>
                      <a:lnTo>
                        <a:pt x="39" y="16"/>
                      </a:lnTo>
                      <a:lnTo>
                        <a:pt x="35" y="18"/>
                      </a:lnTo>
                      <a:lnTo>
                        <a:pt x="35" y="20"/>
                      </a:lnTo>
                      <a:lnTo>
                        <a:pt x="35" y="20"/>
                      </a:lnTo>
                      <a:lnTo>
                        <a:pt x="37" y="20"/>
                      </a:lnTo>
                      <a:lnTo>
                        <a:pt x="37" y="22"/>
                      </a:lnTo>
                      <a:lnTo>
                        <a:pt x="39" y="24"/>
                      </a:lnTo>
                      <a:lnTo>
                        <a:pt x="39" y="24"/>
                      </a:lnTo>
                      <a:lnTo>
                        <a:pt x="39" y="30"/>
                      </a:lnTo>
                      <a:lnTo>
                        <a:pt x="35" y="30"/>
                      </a:lnTo>
                      <a:lnTo>
                        <a:pt x="35" y="30"/>
                      </a:lnTo>
                      <a:lnTo>
                        <a:pt x="33" y="26"/>
                      </a:lnTo>
                      <a:lnTo>
                        <a:pt x="31" y="26"/>
                      </a:lnTo>
                      <a:lnTo>
                        <a:pt x="29" y="26"/>
                      </a:lnTo>
                      <a:lnTo>
                        <a:pt x="29" y="26"/>
                      </a:lnTo>
                      <a:lnTo>
                        <a:pt x="25" y="26"/>
                      </a:lnTo>
                      <a:lnTo>
                        <a:pt x="23" y="24"/>
                      </a:lnTo>
                      <a:lnTo>
                        <a:pt x="21" y="24"/>
                      </a:lnTo>
                      <a:lnTo>
                        <a:pt x="21" y="24"/>
                      </a:lnTo>
                      <a:lnTo>
                        <a:pt x="19" y="28"/>
                      </a:lnTo>
                      <a:lnTo>
                        <a:pt x="15" y="30"/>
                      </a:lnTo>
                      <a:lnTo>
                        <a:pt x="15" y="30"/>
                      </a:lnTo>
                      <a:lnTo>
                        <a:pt x="11" y="30"/>
                      </a:lnTo>
                      <a:lnTo>
                        <a:pt x="8" y="30"/>
                      </a:lnTo>
                      <a:lnTo>
                        <a:pt x="8" y="30"/>
                      </a:lnTo>
                      <a:lnTo>
                        <a:pt x="4" y="34"/>
                      </a:lnTo>
                      <a:lnTo>
                        <a:pt x="0" y="36"/>
                      </a:lnTo>
                      <a:lnTo>
                        <a:pt x="0"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0" name="Freeform 264">
                  <a:extLst>
                    <a:ext uri="{FF2B5EF4-FFF2-40B4-BE49-F238E27FC236}">
                      <a16:creationId xmlns:a16="http://schemas.microsoft.com/office/drawing/2014/main" id="{E6DA4619-B85E-5D44-AB63-D64B80F4F2C5}"/>
                    </a:ext>
                  </a:extLst>
                </p:cNvPr>
                <p:cNvSpPr>
                  <a:spLocks/>
                </p:cNvSpPr>
                <p:nvPr/>
              </p:nvSpPr>
              <p:spPr bwMode="auto">
                <a:xfrm>
                  <a:off x="5940527" y="2909903"/>
                  <a:ext cx="10837" cy="8009"/>
                </a:xfrm>
                <a:custGeom>
                  <a:avLst/>
                  <a:gdLst>
                    <a:gd name="T0" fmla="*/ 6 w 6"/>
                    <a:gd name="T1" fmla="*/ 2 h 4"/>
                    <a:gd name="T2" fmla="*/ 2 w 6"/>
                    <a:gd name="T3" fmla="*/ 4 h 4"/>
                    <a:gd name="T4" fmla="*/ 0 w 6"/>
                    <a:gd name="T5" fmla="*/ 0 h 4"/>
                    <a:gd name="T6" fmla="*/ 0 w 6"/>
                    <a:gd name="T7" fmla="*/ 0 h 4"/>
                    <a:gd name="T8" fmla="*/ 2 w 6"/>
                    <a:gd name="T9" fmla="*/ 0 h 4"/>
                    <a:gd name="T10" fmla="*/ 4 w 6"/>
                    <a:gd name="T11" fmla="*/ 0 h 4"/>
                    <a:gd name="T12" fmla="*/ 4 w 6"/>
                    <a:gd name="T13" fmla="*/ 0 h 4"/>
                    <a:gd name="T14" fmla="*/ 6 w 6"/>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6" y="2"/>
                      </a:moveTo>
                      <a:lnTo>
                        <a:pt x="2" y="4"/>
                      </a:lnTo>
                      <a:lnTo>
                        <a:pt x="0" y="0"/>
                      </a:lnTo>
                      <a:lnTo>
                        <a:pt x="0" y="0"/>
                      </a:lnTo>
                      <a:lnTo>
                        <a:pt x="2" y="0"/>
                      </a:lnTo>
                      <a:lnTo>
                        <a:pt x="4" y="0"/>
                      </a:lnTo>
                      <a:lnTo>
                        <a:pt x="4"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1" name="Freeform 266">
                  <a:extLst>
                    <a:ext uri="{FF2B5EF4-FFF2-40B4-BE49-F238E27FC236}">
                      <a16:creationId xmlns:a16="http://schemas.microsoft.com/office/drawing/2014/main" id="{A5B7304E-3F5C-C441-96C7-13535C79C68B}"/>
                    </a:ext>
                  </a:extLst>
                </p:cNvPr>
                <p:cNvSpPr>
                  <a:spLocks/>
                </p:cNvSpPr>
                <p:nvPr/>
              </p:nvSpPr>
              <p:spPr bwMode="auto">
                <a:xfrm>
                  <a:off x="6402914" y="2909903"/>
                  <a:ext cx="52380" cy="104122"/>
                </a:xfrm>
                <a:custGeom>
                  <a:avLst/>
                  <a:gdLst>
                    <a:gd name="T0" fmla="*/ 0 w 26"/>
                    <a:gd name="T1" fmla="*/ 10 h 52"/>
                    <a:gd name="T2" fmla="*/ 0 w 26"/>
                    <a:gd name="T3" fmla="*/ 10 h 52"/>
                    <a:gd name="T4" fmla="*/ 2 w 26"/>
                    <a:gd name="T5" fmla="*/ 12 h 52"/>
                    <a:gd name="T6" fmla="*/ 2 w 26"/>
                    <a:gd name="T7" fmla="*/ 12 h 52"/>
                    <a:gd name="T8" fmla="*/ 6 w 26"/>
                    <a:gd name="T9" fmla="*/ 12 h 52"/>
                    <a:gd name="T10" fmla="*/ 6 w 26"/>
                    <a:gd name="T11" fmla="*/ 12 h 52"/>
                    <a:gd name="T12" fmla="*/ 4 w 26"/>
                    <a:gd name="T13" fmla="*/ 20 h 52"/>
                    <a:gd name="T14" fmla="*/ 6 w 26"/>
                    <a:gd name="T15" fmla="*/ 22 h 52"/>
                    <a:gd name="T16" fmla="*/ 6 w 26"/>
                    <a:gd name="T17" fmla="*/ 24 h 52"/>
                    <a:gd name="T18" fmla="*/ 6 w 26"/>
                    <a:gd name="T19" fmla="*/ 24 h 52"/>
                    <a:gd name="T20" fmla="*/ 4 w 26"/>
                    <a:gd name="T21" fmla="*/ 30 h 52"/>
                    <a:gd name="T22" fmla="*/ 4 w 26"/>
                    <a:gd name="T23" fmla="*/ 38 h 52"/>
                    <a:gd name="T24" fmla="*/ 4 w 26"/>
                    <a:gd name="T25" fmla="*/ 38 h 52"/>
                    <a:gd name="T26" fmla="*/ 4 w 26"/>
                    <a:gd name="T27" fmla="*/ 42 h 52"/>
                    <a:gd name="T28" fmla="*/ 8 w 26"/>
                    <a:gd name="T29" fmla="*/ 44 h 52"/>
                    <a:gd name="T30" fmla="*/ 14 w 26"/>
                    <a:gd name="T31" fmla="*/ 48 h 52"/>
                    <a:gd name="T32" fmla="*/ 14 w 26"/>
                    <a:gd name="T33" fmla="*/ 48 h 52"/>
                    <a:gd name="T34" fmla="*/ 14 w 26"/>
                    <a:gd name="T35" fmla="*/ 52 h 52"/>
                    <a:gd name="T36" fmla="*/ 14 w 26"/>
                    <a:gd name="T37" fmla="*/ 52 h 52"/>
                    <a:gd name="T38" fmla="*/ 18 w 26"/>
                    <a:gd name="T39" fmla="*/ 52 h 52"/>
                    <a:gd name="T40" fmla="*/ 18 w 26"/>
                    <a:gd name="T41" fmla="*/ 52 h 52"/>
                    <a:gd name="T42" fmla="*/ 20 w 26"/>
                    <a:gd name="T43" fmla="*/ 52 h 52"/>
                    <a:gd name="T44" fmla="*/ 20 w 26"/>
                    <a:gd name="T45" fmla="*/ 52 h 52"/>
                    <a:gd name="T46" fmla="*/ 20 w 26"/>
                    <a:gd name="T47" fmla="*/ 50 h 52"/>
                    <a:gd name="T48" fmla="*/ 20 w 26"/>
                    <a:gd name="T49" fmla="*/ 50 h 52"/>
                    <a:gd name="T50" fmla="*/ 20 w 26"/>
                    <a:gd name="T51" fmla="*/ 50 h 52"/>
                    <a:gd name="T52" fmla="*/ 24 w 26"/>
                    <a:gd name="T53" fmla="*/ 48 h 52"/>
                    <a:gd name="T54" fmla="*/ 24 w 26"/>
                    <a:gd name="T55" fmla="*/ 48 h 52"/>
                    <a:gd name="T56" fmla="*/ 26 w 26"/>
                    <a:gd name="T57" fmla="*/ 42 h 52"/>
                    <a:gd name="T58" fmla="*/ 26 w 26"/>
                    <a:gd name="T59" fmla="*/ 36 h 52"/>
                    <a:gd name="T60" fmla="*/ 26 w 26"/>
                    <a:gd name="T61" fmla="*/ 36 h 52"/>
                    <a:gd name="T62" fmla="*/ 24 w 26"/>
                    <a:gd name="T63" fmla="*/ 34 h 52"/>
                    <a:gd name="T64" fmla="*/ 22 w 26"/>
                    <a:gd name="T65" fmla="*/ 30 h 52"/>
                    <a:gd name="T66" fmla="*/ 22 w 26"/>
                    <a:gd name="T67" fmla="*/ 30 h 52"/>
                    <a:gd name="T68" fmla="*/ 20 w 26"/>
                    <a:gd name="T69" fmla="*/ 26 h 52"/>
                    <a:gd name="T70" fmla="*/ 22 w 26"/>
                    <a:gd name="T71" fmla="*/ 24 h 52"/>
                    <a:gd name="T72" fmla="*/ 22 w 26"/>
                    <a:gd name="T73" fmla="*/ 24 h 52"/>
                    <a:gd name="T74" fmla="*/ 22 w 26"/>
                    <a:gd name="T75" fmla="*/ 18 h 52"/>
                    <a:gd name="T76" fmla="*/ 22 w 26"/>
                    <a:gd name="T77" fmla="*/ 16 h 52"/>
                    <a:gd name="T78" fmla="*/ 20 w 26"/>
                    <a:gd name="T79" fmla="*/ 8 h 52"/>
                    <a:gd name="T80" fmla="*/ 14 w 26"/>
                    <a:gd name="T81" fmla="*/ 2 h 52"/>
                    <a:gd name="T82" fmla="*/ 12 w 26"/>
                    <a:gd name="T83" fmla="*/ 6 h 52"/>
                    <a:gd name="T84" fmla="*/ 10 w 26"/>
                    <a:gd name="T85" fmla="*/ 0 h 52"/>
                    <a:gd name="T86" fmla="*/ 2 w 26"/>
                    <a:gd name="T87" fmla="*/ 4 h 52"/>
                    <a:gd name="T88" fmla="*/ 0 w 26"/>
                    <a:gd name="T89" fmla="*/ 1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 h="52">
                      <a:moveTo>
                        <a:pt x="0" y="10"/>
                      </a:moveTo>
                      <a:lnTo>
                        <a:pt x="0" y="10"/>
                      </a:lnTo>
                      <a:lnTo>
                        <a:pt x="2" y="12"/>
                      </a:lnTo>
                      <a:lnTo>
                        <a:pt x="2" y="12"/>
                      </a:lnTo>
                      <a:lnTo>
                        <a:pt x="6" y="12"/>
                      </a:lnTo>
                      <a:lnTo>
                        <a:pt x="6" y="12"/>
                      </a:lnTo>
                      <a:lnTo>
                        <a:pt x="4" y="20"/>
                      </a:lnTo>
                      <a:lnTo>
                        <a:pt x="6" y="22"/>
                      </a:lnTo>
                      <a:lnTo>
                        <a:pt x="6" y="24"/>
                      </a:lnTo>
                      <a:lnTo>
                        <a:pt x="6" y="24"/>
                      </a:lnTo>
                      <a:lnTo>
                        <a:pt x="4" y="30"/>
                      </a:lnTo>
                      <a:lnTo>
                        <a:pt x="4" y="38"/>
                      </a:lnTo>
                      <a:lnTo>
                        <a:pt x="4" y="38"/>
                      </a:lnTo>
                      <a:lnTo>
                        <a:pt x="4" y="42"/>
                      </a:lnTo>
                      <a:lnTo>
                        <a:pt x="8" y="44"/>
                      </a:lnTo>
                      <a:lnTo>
                        <a:pt x="14" y="48"/>
                      </a:lnTo>
                      <a:lnTo>
                        <a:pt x="14" y="48"/>
                      </a:lnTo>
                      <a:lnTo>
                        <a:pt x="14" y="52"/>
                      </a:lnTo>
                      <a:lnTo>
                        <a:pt x="14" y="52"/>
                      </a:lnTo>
                      <a:lnTo>
                        <a:pt x="18" y="52"/>
                      </a:lnTo>
                      <a:lnTo>
                        <a:pt x="18" y="52"/>
                      </a:lnTo>
                      <a:lnTo>
                        <a:pt x="20" y="52"/>
                      </a:lnTo>
                      <a:lnTo>
                        <a:pt x="20" y="52"/>
                      </a:lnTo>
                      <a:lnTo>
                        <a:pt x="20" y="50"/>
                      </a:lnTo>
                      <a:lnTo>
                        <a:pt x="20" y="50"/>
                      </a:lnTo>
                      <a:lnTo>
                        <a:pt x="20" y="50"/>
                      </a:lnTo>
                      <a:lnTo>
                        <a:pt x="24" y="48"/>
                      </a:lnTo>
                      <a:lnTo>
                        <a:pt x="24" y="48"/>
                      </a:lnTo>
                      <a:lnTo>
                        <a:pt x="26" y="42"/>
                      </a:lnTo>
                      <a:lnTo>
                        <a:pt x="26" y="36"/>
                      </a:lnTo>
                      <a:lnTo>
                        <a:pt x="26" y="36"/>
                      </a:lnTo>
                      <a:lnTo>
                        <a:pt x="24" y="34"/>
                      </a:lnTo>
                      <a:lnTo>
                        <a:pt x="22" y="30"/>
                      </a:lnTo>
                      <a:lnTo>
                        <a:pt x="22" y="30"/>
                      </a:lnTo>
                      <a:lnTo>
                        <a:pt x="20" y="26"/>
                      </a:lnTo>
                      <a:lnTo>
                        <a:pt x="22" y="24"/>
                      </a:lnTo>
                      <a:lnTo>
                        <a:pt x="22" y="24"/>
                      </a:lnTo>
                      <a:lnTo>
                        <a:pt x="22" y="18"/>
                      </a:lnTo>
                      <a:lnTo>
                        <a:pt x="22" y="16"/>
                      </a:lnTo>
                      <a:lnTo>
                        <a:pt x="20" y="8"/>
                      </a:lnTo>
                      <a:lnTo>
                        <a:pt x="14" y="2"/>
                      </a:lnTo>
                      <a:lnTo>
                        <a:pt x="12" y="6"/>
                      </a:lnTo>
                      <a:lnTo>
                        <a:pt x="10" y="0"/>
                      </a:lnTo>
                      <a:lnTo>
                        <a:pt x="2" y="4"/>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724" name="Group 723">
              <a:extLst>
                <a:ext uri="{FF2B5EF4-FFF2-40B4-BE49-F238E27FC236}">
                  <a16:creationId xmlns:a16="http://schemas.microsoft.com/office/drawing/2014/main" id="{D3C9D664-8EA7-3640-817A-AA985E3750AB}"/>
                </a:ext>
              </a:extLst>
            </p:cNvPr>
            <p:cNvGrpSpPr/>
            <p:nvPr/>
          </p:nvGrpSpPr>
          <p:grpSpPr>
            <a:xfrm>
              <a:off x="430098" y="537284"/>
              <a:ext cx="3683539" cy="2648402"/>
              <a:chOff x="1497263" y="1328044"/>
              <a:chExt cx="3057906" cy="2198583"/>
            </a:xfrm>
            <a:solidFill>
              <a:schemeClr val="bg2"/>
            </a:solidFill>
          </p:grpSpPr>
          <p:sp>
            <p:nvSpPr>
              <p:cNvPr id="725" name="Freeform 297">
                <a:extLst>
                  <a:ext uri="{FF2B5EF4-FFF2-40B4-BE49-F238E27FC236}">
                    <a16:creationId xmlns:a16="http://schemas.microsoft.com/office/drawing/2014/main" id="{BC2BC93A-130F-BC49-BD6A-3D2DF7943837}"/>
                  </a:ext>
                </a:extLst>
              </p:cNvPr>
              <p:cNvSpPr>
                <a:spLocks/>
              </p:cNvSpPr>
              <p:nvPr/>
            </p:nvSpPr>
            <p:spPr bwMode="auto">
              <a:xfrm>
                <a:off x="3729225" y="2889879"/>
                <a:ext cx="7827" cy="16019"/>
              </a:xfrm>
              <a:custGeom>
                <a:avLst/>
                <a:gdLst>
                  <a:gd name="T0" fmla="*/ 2 w 4"/>
                  <a:gd name="T1" fmla="*/ 0 h 8"/>
                  <a:gd name="T2" fmla="*/ 2 w 4"/>
                  <a:gd name="T3" fmla="*/ 0 h 8"/>
                  <a:gd name="T4" fmla="*/ 4 w 4"/>
                  <a:gd name="T5" fmla="*/ 0 h 8"/>
                  <a:gd name="T6" fmla="*/ 4 w 4"/>
                  <a:gd name="T7" fmla="*/ 2 h 8"/>
                  <a:gd name="T8" fmla="*/ 0 w 4"/>
                  <a:gd name="T9" fmla="*/ 8 h 8"/>
                  <a:gd name="T10" fmla="*/ 0 w 4"/>
                  <a:gd name="T11" fmla="*/ 8 h 8"/>
                  <a:gd name="T12" fmla="*/ 0 w 4"/>
                  <a:gd name="T13" fmla="*/ 6 h 8"/>
                  <a:gd name="T14" fmla="*/ 0 w 4"/>
                  <a:gd name="T15" fmla="*/ 4 h 8"/>
                  <a:gd name="T16" fmla="*/ 2 w 4"/>
                  <a:gd name="T17" fmla="*/ 0 h 8"/>
                  <a:gd name="T18" fmla="*/ 2 w 4"/>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8">
                    <a:moveTo>
                      <a:pt x="2" y="0"/>
                    </a:moveTo>
                    <a:lnTo>
                      <a:pt x="2" y="0"/>
                    </a:lnTo>
                    <a:lnTo>
                      <a:pt x="4" y="0"/>
                    </a:lnTo>
                    <a:lnTo>
                      <a:pt x="4" y="2"/>
                    </a:lnTo>
                    <a:lnTo>
                      <a:pt x="0" y="8"/>
                    </a:lnTo>
                    <a:lnTo>
                      <a:pt x="0" y="8"/>
                    </a:lnTo>
                    <a:lnTo>
                      <a:pt x="0" y="6"/>
                    </a:lnTo>
                    <a:lnTo>
                      <a:pt x="0" y="4"/>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6" name="Freeform 298">
                <a:extLst>
                  <a:ext uri="{FF2B5EF4-FFF2-40B4-BE49-F238E27FC236}">
                    <a16:creationId xmlns:a16="http://schemas.microsoft.com/office/drawing/2014/main" id="{AC763632-3E06-A942-AE59-2E77EDE02EFE}"/>
                  </a:ext>
                </a:extLst>
              </p:cNvPr>
              <p:cNvSpPr>
                <a:spLocks/>
              </p:cNvSpPr>
              <p:nvPr/>
            </p:nvSpPr>
            <p:spPr bwMode="auto">
              <a:xfrm>
                <a:off x="2688154" y="2661611"/>
                <a:ext cx="15656" cy="32038"/>
              </a:xfrm>
              <a:custGeom>
                <a:avLst/>
                <a:gdLst>
                  <a:gd name="T0" fmla="*/ 6 w 8"/>
                  <a:gd name="T1" fmla="*/ 0 h 16"/>
                  <a:gd name="T2" fmla="*/ 6 w 8"/>
                  <a:gd name="T3" fmla="*/ 0 h 16"/>
                  <a:gd name="T4" fmla="*/ 6 w 8"/>
                  <a:gd name="T5" fmla="*/ 2 h 16"/>
                  <a:gd name="T6" fmla="*/ 8 w 8"/>
                  <a:gd name="T7" fmla="*/ 4 h 16"/>
                  <a:gd name="T8" fmla="*/ 8 w 8"/>
                  <a:gd name="T9" fmla="*/ 4 h 16"/>
                  <a:gd name="T10" fmla="*/ 4 w 8"/>
                  <a:gd name="T11" fmla="*/ 8 h 16"/>
                  <a:gd name="T12" fmla="*/ 4 w 8"/>
                  <a:gd name="T13" fmla="*/ 8 h 16"/>
                  <a:gd name="T14" fmla="*/ 4 w 8"/>
                  <a:gd name="T15" fmla="*/ 16 h 16"/>
                  <a:gd name="T16" fmla="*/ 4 w 8"/>
                  <a:gd name="T17" fmla="*/ 16 h 16"/>
                  <a:gd name="T18" fmla="*/ 2 w 8"/>
                  <a:gd name="T19" fmla="*/ 14 h 16"/>
                  <a:gd name="T20" fmla="*/ 2 w 8"/>
                  <a:gd name="T21" fmla="*/ 14 h 16"/>
                  <a:gd name="T22" fmla="*/ 2 w 8"/>
                  <a:gd name="T23" fmla="*/ 12 h 16"/>
                  <a:gd name="T24" fmla="*/ 2 w 8"/>
                  <a:gd name="T25" fmla="*/ 12 h 16"/>
                  <a:gd name="T26" fmla="*/ 0 w 8"/>
                  <a:gd name="T27" fmla="*/ 8 h 16"/>
                  <a:gd name="T28" fmla="*/ 0 w 8"/>
                  <a:gd name="T29" fmla="*/ 6 h 16"/>
                  <a:gd name="T30" fmla="*/ 2 w 8"/>
                  <a:gd name="T31" fmla="*/ 4 h 16"/>
                  <a:gd name="T32" fmla="*/ 2 w 8"/>
                  <a:gd name="T33" fmla="*/ 4 h 16"/>
                  <a:gd name="T34" fmla="*/ 2 w 8"/>
                  <a:gd name="T35" fmla="*/ 6 h 16"/>
                  <a:gd name="T36" fmla="*/ 2 w 8"/>
                  <a:gd name="T37" fmla="*/ 6 h 16"/>
                  <a:gd name="T38" fmla="*/ 2 w 8"/>
                  <a:gd name="T39" fmla="*/ 6 h 16"/>
                  <a:gd name="T40" fmla="*/ 4 w 8"/>
                  <a:gd name="T41" fmla="*/ 4 h 16"/>
                  <a:gd name="T42" fmla="*/ 2 w 8"/>
                  <a:gd name="T43" fmla="*/ 2 h 16"/>
                  <a:gd name="T44" fmla="*/ 2 w 8"/>
                  <a:gd name="T45" fmla="*/ 2 h 16"/>
                  <a:gd name="T46" fmla="*/ 4 w 8"/>
                  <a:gd name="T47" fmla="*/ 2 h 16"/>
                  <a:gd name="T48" fmla="*/ 6 w 8"/>
                  <a:gd name="T4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 h="16">
                    <a:moveTo>
                      <a:pt x="6" y="0"/>
                    </a:moveTo>
                    <a:lnTo>
                      <a:pt x="6" y="0"/>
                    </a:lnTo>
                    <a:lnTo>
                      <a:pt x="6" y="2"/>
                    </a:lnTo>
                    <a:lnTo>
                      <a:pt x="8" y="4"/>
                    </a:lnTo>
                    <a:lnTo>
                      <a:pt x="8" y="4"/>
                    </a:lnTo>
                    <a:lnTo>
                      <a:pt x="4" y="8"/>
                    </a:lnTo>
                    <a:lnTo>
                      <a:pt x="4" y="8"/>
                    </a:lnTo>
                    <a:lnTo>
                      <a:pt x="4" y="16"/>
                    </a:lnTo>
                    <a:lnTo>
                      <a:pt x="4" y="16"/>
                    </a:lnTo>
                    <a:lnTo>
                      <a:pt x="2" y="14"/>
                    </a:lnTo>
                    <a:lnTo>
                      <a:pt x="2" y="14"/>
                    </a:lnTo>
                    <a:lnTo>
                      <a:pt x="2" y="12"/>
                    </a:lnTo>
                    <a:lnTo>
                      <a:pt x="2" y="12"/>
                    </a:lnTo>
                    <a:lnTo>
                      <a:pt x="0" y="8"/>
                    </a:lnTo>
                    <a:lnTo>
                      <a:pt x="0" y="6"/>
                    </a:lnTo>
                    <a:lnTo>
                      <a:pt x="2" y="4"/>
                    </a:lnTo>
                    <a:lnTo>
                      <a:pt x="2" y="4"/>
                    </a:lnTo>
                    <a:lnTo>
                      <a:pt x="2" y="6"/>
                    </a:lnTo>
                    <a:lnTo>
                      <a:pt x="2" y="6"/>
                    </a:lnTo>
                    <a:lnTo>
                      <a:pt x="2" y="6"/>
                    </a:lnTo>
                    <a:lnTo>
                      <a:pt x="4" y="4"/>
                    </a:lnTo>
                    <a:lnTo>
                      <a:pt x="2" y="2"/>
                    </a:lnTo>
                    <a:lnTo>
                      <a:pt x="2" y="2"/>
                    </a:lnTo>
                    <a:lnTo>
                      <a:pt x="4" y="2"/>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7" name="Freeform 299">
                <a:extLst>
                  <a:ext uri="{FF2B5EF4-FFF2-40B4-BE49-F238E27FC236}">
                    <a16:creationId xmlns:a16="http://schemas.microsoft.com/office/drawing/2014/main" id="{97D94711-2DF8-7146-838B-8C4B651718D2}"/>
                  </a:ext>
                </a:extLst>
              </p:cNvPr>
              <p:cNvSpPr>
                <a:spLocks/>
              </p:cNvSpPr>
              <p:nvPr/>
            </p:nvSpPr>
            <p:spPr bwMode="auto">
              <a:xfrm>
                <a:off x="2680326" y="2701658"/>
                <a:ext cx="11741" cy="16019"/>
              </a:xfrm>
              <a:custGeom>
                <a:avLst/>
                <a:gdLst>
                  <a:gd name="T0" fmla="*/ 6 w 6"/>
                  <a:gd name="T1" fmla="*/ 0 h 8"/>
                  <a:gd name="T2" fmla="*/ 6 w 6"/>
                  <a:gd name="T3" fmla="*/ 0 h 8"/>
                  <a:gd name="T4" fmla="*/ 6 w 6"/>
                  <a:gd name="T5" fmla="*/ 2 h 8"/>
                  <a:gd name="T6" fmla="*/ 6 w 6"/>
                  <a:gd name="T7" fmla="*/ 2 h 8"/>
                  <a:gd name="T8" fmla="*/ 2 w 6"/>
                  <a:gd name="T9" fmla="*/ 4 h 8"/>
                  <a:gd name="T10" fmla="*/ 2 w 6"/>
                  <a:gd name="T11" fmla="*/ 4 h 8"/>
                  <a:gd name="T12" fmla="*/ 2 w 6"/>
                  <a:gd name="T13" fmla="*/ 8 h 8"/>
                  <a:gd name="T14" fmla="*/ 2 w 6"/>
                  <a:gd name="T15" fmla="*/ 8 h 8"/>
                  <a:gd name="T16" fmla="*/ 0 w 6"/>
                  <a:gd name="T17" fmla="*/ 6 h 8"/>
                  <a:gd name="T18" fmla="*/ 0 w 6"/>
                  <a:gd name="T19" fmla="*/ 4 h 8"/>
                  <a:gd name="T20" fmla="*/ 0 w 6"/>
                  <a:gd name="T21" fmla="*/ 4 h 8"/>
                  <a:gd name="T22" fmla="*/ 6 w 6"/>
                  <a:gd name="T23" fmla="*/ 0 h 8"/>
                  <a:gd name="T24" fmla="*/ 6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6" y="0"/>
                    </a:moveTo>
                    <a:lnTo>
                      <a:pt x="6" y="0"/>
                    </a:lnTo>
                    <a:lnTo>
                      <a:pt x="6" y="2"/>
                    </a:lnTo>
                    <a:lnTo>
                      <a:pt x="6" y="2"/>
                    </a:lnTo>
                    <a:lnTo>
                      <a:pt x="2" y="4"/>
                    </a:lnTo>
                    <a:lnTo>
                      <a:pt x="2" y="4"/>
                    </a:lnTo>
                    <a:lnTo>
                      <a:pt x="2" y="8"/>
                    </a:lnTo>
                    <a:lnTo>
                      <a:pt x="2" y="8"/>
                    </a:lnTo>
                    <a:lnTo>
                      <a:pt x="0" y="6"/>
                    </a:lnTo>
                    <a:lnTo>
                      <a:pt x="0" y="4"/>
                    </a:lnTo>
                    <a:lnTo>
                      <a:pt x="0" y="4"/>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8" name="Freeform 300">
                <a:extLst>
                  <a:ext uri="{FF2B5EF4-FFF2-40B4-BE49-F238E27FC236}">
                    <a16:creationId xmlns:a16="http://schemas.microsoft.com/office/drawing/2014/main" id="{EE28A34D-F04A-2B45-BCEF-9B3F2D1A89BE}"/>
                  </a:ext>
                </a:extLst>
              </p:cNvPr>
              <p:cNvSpPr>
                <a:spLocks/>
              </p:cNvSpPr>
              <p:nvPr/>
            </p:nvSpPr>
            <p:spPr bwMode="auto">
              <a:xfrm>
                <a:off x="3983623" y="2809786"/>
                <a:ext cx="3914" cy="20024"/>
              </a:xfrm>
              <a:custGeom>
                <a:avLst/>
                <a:gdLst>
                  <a:gd name="T0" fmla="*/ 2 w 2"/>
                  <a:gd name="T1" fmla="*/ 0 h 10"/>
                  <a:gd name="T2" fmla="*/ 2 w 2"/>
                  <a:gd name="T3" fmla="*/ 0 h 10"/>
                  <a:gd name="T4" fmla="*/ 2 w 2"/>
                  <a:gd name="T5" fmla="*/ 10 h 10"/>
                  <a:gd name="T6" fmla="*/ 0 w 2"/>
                  <a:gd name="T7" fmla="*/ 10 h 10"/>
                  <a:gd name="T8" fmla="*/ 0 w 2"/>
                  <a:gd name="T9" fmla="*/ 10 h 10"/>
                  <a:gd name="T10" fmla="*/ 0 w 2"/>
                  <a:gd name="T11" fmla="*/ 4 h 10"/>
                  <a:gd name="T12" fmla="*/ 2 w 2"/>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2" h="10">
                    <a:moveTo>
                      <a:pt x="2" y="0"/>
                    </a:moveTo>
                    <a:lnTo>
                      <a:pt x="2" y="0"/>
                    </a:lnTo>
                    <a:lnTo>
                      <a:pt x="2" y="10"/>
                    </a:lnTo>
                    <a:lnTo>
                      <a:pt x="0" y="10"/>
                    </a:lnTo>
                    <a:lnTo>
                      <a:pt x="0" y="10"/>
                    </a:lnTo>
                    <a:lnTo>
                      <a:pt x="0" y="4"/>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9" name="Freeform 218">
                <a:extLst>
                  <a:ext uri="{FF2B5EF4-FFF2-40B4-BE49-F238E27FC236}">
                    <a16:creationId xmlns:a16="http://schemas.microsoft.com/office/drawing/2014/main" id="{D809DC2E-387D-F945-8CF3-65BD5020E4C0}"/>
                  </a:ext>
                </a:extLst>
              </p:cNvPr>
              <p:cNvSpPr>
                <a:spLocks/>
              </p:cNvSpPr>
              <p:nvPr/>
            </p:nvSpPr>
            <p:spPr bwMode="auto">
              <a:xfrm>
                <a:off x="3798368" y="1720507"/>
                <a:ext cx="5418" cy="4005"/>
              </a:xfrm>
              <a:custGeom>
                <a:avLst/>
                <a:gdLst>
                  <a:gd name="T0" fmla="*/ 0 w 2"/>
                  <a:gd name="T1" fmla="*/ 0 h 2"/>
                  <a:gd name="T2" fmla="*/ 2 w 2"/>
                  <a:gd name="T3" fmla="*/ 2 h 2"/>
                  <a:gd name="T4" fmla="*/ 2 w 2"/>
                  <a:gd name="T5" fmla="*/ 2 h 2"/>
                  <a:gd name="T6" fmla="*/ 2 w 2"/>
                  <a:gd name="T7" fmla="*/ 0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2"/>
                    </a:lnTo>
                    <a:lnTo>
                      <a:pt x="2"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0" name="Freeform 219">
                <a:extLst>
                  <a:ext uri="{FF2B5EF4-FFF2-40B4-BE49-F238E27FC236}">
                    <a16:creationId xmlns:a16="http://schemas.microsoft.com/office/drawing/2014/main" id="{F24D19D7-7867-2C4D-BB04-93E533B42F77}"/>
                  </a:ext>
                </a:extLst>
              </p:cNvPr>
              <p:cNvSpPr>
                <a:spLocks/>
              </p:cNvSpPr>
              <p:nvPr/>
            </p:nvSpPr>
            <p:spPr bwMode="auto">
              <a:xfrm>
                <a:off x="3841716" y="1592356"/>
                <a:ext cx="3613" cy="4005"/>
              </a:xfrm>
              <a:custGeom>
                <a:avLst/>
                <a:gdLst>
                  <a:gd name="T0" fmla="*/ 2 w 2"/>
                  <a:gd name="T1" fmla="*/ 0 h 2"/>
                  <a:gd name="T2" fmla="*/ 2 w 2"/>
                  <a:gd name="T3" fmla="*/ 0 h 2"/>
                  <a:gd name="T4" fmla="*/ 2 w 2"/>
                  <a:gd name="T5" fmla="*/ 2 h 2"/>
                  <a:gd name="T6" fmla="*/ 0 w 2"/>
                  <a:gd name="T7" fmla="*/ 2 h 2"/>
                  <a:gd name="T8" fmla="*/ 0 w 2"/>
                  <a:gd name="T9" fmla="*/ 2 h 2"/>
                  <a:gd name="T10" fmla="*/ 0 w 2"/>
                  <a:gd name="T11" fmla="*/ 0 h 2"/>
                  <a:gd name="T12" fmla="*/ 2 w 2"/>
                  <a:gd name="T13" fmla="*/ 0 h 2"/>
                  <a:gd name="T14" fmla="*/ 2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2" y="0"/>
                    </a:moveTo>
                    <a:lnTo>
                      <a:pt x="2" y="0"/>
                    </a:lnTo>
                    <a:lnTo>
                      <a:pt x="2" y="2"/>
                    </a:lnTo>
                    <a:lnTo>
                      <a:pt x="0" y="2"/>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1" name="Freeform 220">
                <a:extLst>
                  <a:ext uri="{FF2B5EF4-FFF2-40B4-BE49-F238E27FC236}">
                    <a16:creationId xmlns:a16="http://schemas.microsoft.com/office/drawing/2014/main" id="{C6D542B6-4223-A840-B9F9-732341FBB477}"/>
                  </a:ext>
                </a:extLst>
              </p:cNvPr>
              <p:cNvSpPr>
                <a:spLocks/>
              </p:cNvSpPr>
              <p:nvPr/>
            </p:nvSpPr>
            <p:spPr bwMode="auto">
              <a:xfrm>
                <a:off x="3845329" y="1600365"/>
                <a:ext cx="3613" cy="4005"/>
              </a:xfrm>
              <a:custGeom>
                <a:avLst/>
                <a:gdLst>
                  <a:gd name="T0" fmla="*/ 2 h 2"/>
                  <a:gd name="T1" fmla="*/ 2 h 2"/>
                  <a:gd name="T2" fmla="*/ 0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0"/>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2" name="Freeform 221">
                <a:extLst>
                  <a:ext uri="{FF2B5EF4-FFF2-40B4-BE49-F238E27FC236}">
                    <a16:creationId xmlns:a16="http://schemas.microsoft.com/office/drawing/2014/main" id="{E098EAEC-B1FB-704F-802B-35E58C4423AC}"/>
                  </a:ext>
                </a:extLst>
              </p:cNvPr>
              <p:cNvSpPr>
                <a:spLocks/>
              </p:cNvSpPr>
              <p:nvPr/>
            </p:nvSpPr>
            <p:spPr bwMode="auto">
              <a:xfrm>
                <a:off x="4076523" y="1704487"/>
                <a:ext cx="23481" cy="8009"/>
              </a:xfrm>
              <a:custGeom>
                <a:avLst/>
                <a:gdLst>
                  <a:gd name="T0" fmla="*/ 2 w 12"/>
                  <a:gd name="T1" fmla="*/ 0 h 4"/>
                  <a:gd name="T2" fmla="*/ 2 w 12"/>
                  <a:gd name="T3" fmla="*/ 0 h 4"/>
                  <a:gd name="T4" fmla="*/ 10 w 12"/>
                  <a:gd name="T5" fmla="*/ 2 h 4"/>
                  <a:gd name="T6" fmla="*/ 12 w 12"/>
                  <a:gd name="T7" fmla="*/ 4 h 4"/>
                  <a:gd name="T8" fmla="*/ 12 w 12"/>
                  <a:gd name="T9" fmla="*/ 4 h 4"/>
                  <a:gd name="T10" fmla="*/ 4 w 12"/>
                  <a:gd name="T11" fmla="*/ 2 h 4"/>
                  <a:gd name="T12" fmla="*/ 0 w 12"/>
                  <a:gd name="T13" fmla="*/ 2 h 4"/>
                  <a:gd name="T14" fmla="*/ 2 w 12"/>
                  <a:gd name="T15" fmla="*/ 0 h 4"/>
                  <a:gd name="T16" fmla="*/ 2 w 1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
                    <a:moveTo>
                      <a:pt x="2" y="0"/>
                    </a:moveTo>
                    <a:lnTo>
                      <a:pt x="2" y="0"/>
                    </a:lnTo>
                    <a:lnTo>
                      <a:pt x="10" y="2"/>
                    </a:lnTo>
                    <a:lnTo>
                      <a:pt x="12" y="4"/>
                    </a:lnTo>
                    <a:lnTo>
                      <a:pt x="12" y="4"/>
                    </a:lnTo>
                    <a:lnTo>
                      <a:pt x="4" y="2"/>
                    </a:lnTo>
                    <a:lnTo>
                      <a:pt x="0" y="2"/>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3" name="Freeform 222">
                <a:extLst>
                  <a:ext uri="{FF2B5EF4-FFF2-40B4-BE49-F238E27FC236}">
                    <a16:creationId xmlns:a16="http://schemas.microsoft.com/office/drawing/2014/main" id="{DE44CD73-B0E5-8C48-9093-8226753E0013}"/>
                  </a:ext>
                </a:extLst>
              </p:cNvPr>
              <p:cNvSpPr>
                <a:spLocks/>
              </p:cNvSpPr>
              <p:nvPr/>
            </p:nvSpPr>
            <p:spPr bwMode="auto">
              <a:xfrm>
                <a:off x="4053043" y="1668444"/>
                <a:ext cx="9032" cy="12014"/>
              </a:xfrm>
              <a:custGeom>
                <a:avLst/>
                <a:gdLst>
                  <a:gd name="T0" fmla="*/ 2 w 4"/>
                  <a:gd name="T1" fmla="*/ 0 h 6"/>
                  <a:gd name="T2" fmla="*/ 2 w 4"/>
                  <a:gd name="T3" fmla="*/ 0 h 6"/>
                  <a:gd name="T4" fmla="*/ 4 w 4"/>
                  <a:gd name="T5" fmla="*/ 0 h 6"/>
                  <a:gd name="T6" fmla="*/ 4 w 4"/>
                  <a:gd name="T7" fmla="*/ 2 h 6"/>
                  <a:gd name="T8" fmla="*/ 4 w 4"/>
                  <a:gd name="T9" fmla="*/ 6 h 6"/>
                  <a:gd name="T10" fmla="*/ 4 w 4"/>
                  <a:gd name="T11" fmla="*/ 6 h 6"/>
                  <a:gd name="T12" fmla="*/ 0 w 4"/>
                  <a:gd name="T13" fmla="*/ 6 h 6"/>
                  <a:gd name="T14" fmla="*/ 0 w 4"/>
                  <a:gd name="T15" fmla="*/ 6 h 6"/>
                  <a:gd name="T16" fmla="*/ 0 w 4"/>
                  <a:gd name="T17" fmla="*/ 2 h 6"/>
                  <a:gd name="T18" fmla="*/ 0 w 4"/>
                  <a:gd name="T19" fmla="*/ 0 h 6"/>
                  <a:gd name="T20" fmla="*/ 2 w 4"/>
                  <a:gd name="T21" fmla="*/ 0 h 6"/>
                  <a:gd name="T22" fmla="*/ 2 w 4"/>
                  <a:gd name="T2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6">
                    <a:moveTo>
                      <a:pt x="2" y="0"/>
                    </a:moveTo>
                    <a:lnTo>
                      <a:pt x="2" y="0"/>
                    </a:lnTo>
                    <a:lnTo>
                      <a:pt x="4" y="0"/>
                    </a:lnTo>
                    <a:lnTo>
                      <a:pt x="4" y="2"/>
                    </a:lnTo>
                    <a:lnTo>
                      <a:pt x="4" y="6"/>
                    </a:lnTo>
                    <a:lnTo>
                      <a:pt x="4" y="6"/>
                    </a:lnTo>
                    <a:lnTo>
                      <a:pt x="0" y="6"/>
                    </a:lnTo>
                    <a:lnTo>
                      <a:pt x="0" y="6"/>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4" name="Freeform 223">
                <a:extLst>
                  <a:ext uri="{FF2B5EF4-FFF2-40B4-BE49-F238E27FC236}">
                    <a16:creationId xmlns:a16="http://schemas.microsoft.com/office/drawing/2014/main" id="{CEF9F531-0448-8A43-B316-4D2A84F930FA}"/>
                  </a:ext>
                </a:extLst>
              </p:cNvPr>
              <p:cNvSpPr>
                <a:spLocks/>
              </p:cNvSpPr>
              <p:nvPr/>
            </p:nvSpPr>
            <p:spPr bwMode="auto">
              <a:xfrm>
                <a:off x="4183089" y="1980811"/>
                <a:ext cx="3613" cy="8009"/>
              </a:xfrm>
              <a:custGeom>
                <a:avLst/>
                <a:gdLst>
                  <a:gd name="T0" fmla="*/ 0 w 2"/>
                  <a:gd name="T1" fmla="*/ 0 h 4"/>
                  <a:gd name="T2" fmla="*/ 0 w 2"/>
                  <a:gd name="T3" fmla="*/ 0 h 4"/>
                  <a:gd name="T4" fmla="*/ 2 w 2"/>
                  <a:gd name="T5" fmla="*/ 2 h 4"/>
                  <a:gd name="T6" fmla="*/ 2 w 2"/>
                  <a:gd name="T7" fmla="*/ 4 h 4"/>
                  <a:gd name="T8" fmla="*/ 2 w 2"/>
                  <a:gd name="T9" fmla="*/ 2 h 4"/>
                  <a:gd name="T10" fmla="*/ 2 w 2"/>
                  <a:gd name="T11" fmla="*/ 2 h 4"/>
                  <a:gd name="T12" fmla="*/ 0 w 2"/>
                  <a:gd name="T13" fmla="*/ 0 h 4"/>
                  <a:gd name="T14" fmla="*/ 0 w 2"/>
                  <a:gd name="T15" fmla="*/ 0 h 4"/>
                  <a:gd name="T16" fmla="*/ 0 w 2"/>
                  <a:gd name="T17" fmla="*/ 0 h 4"/>
                  <a:gd name="T18" fmla="*/ 0 w 2"/>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4">
                    <a:moveTo>
                      <a:pt x="0" y="0"/>
                    </a:moveTo>
                    <a:lnTo>
                      <a:pt x="0" y="0"/>
                    </a:lnTo>
                    <a:lnTo>
                      <a:pt x="2" y="2"/>
                    </a:lnTo>
                    <a:lnTo>
                      <a:pt x="2" y="4"/>
                    </a:lnTo>
                    <a:lnTo>
                      <a:pt x="2" y="2"/>
                    </a:lnTo>
                    <a:lnTo>
                      <a:pt x="2" y="2"/>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5" name="Freeform 224">
                <a:extLst>
                  <a:ext uri="{FF2B5EF4-FFF2-40B4-BE49-F238E27FC236}">
                    <a16:creationId xmlns:a16="http://schemas.microsoft.com/office/drawing/2014/main" id="{7001F4AF-BE09-4948-B0FC-54556255F1B9}"/>
                  </a:ext>
                </a:extLst>
              </p:cNvPr>
              <p:cNvSpPr>
                <a:spLocks/>
              </p:cNvSpPr>
              <p:nvPr/>
            </p:nvSpPr>
            <p:spPr bwMode="auto">
              <a:xfrm>
                <a:off x="3592461" y="2617560"/>
                <a:ext cx="1806" cy="2002"/>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6" name="Freeform 225">
                <a:extLst>
                  <a:ext uri="{FF2B5EF4-FFF2-40B4-BE49-F238E27FC236}">
                    <a16:creationId xmlns:a16="http://schemas.microsoft.com/office/drawing/2014/main" id="{D3E794B5-9389-044D-9156-65E492334BDD}"/>
                  </a:ext>
                </a:extLst>
              </p:cNvPr>
              <p:cNvSpPr>
                <a:spLocks/>
              </p:cNvSpPr>
              <p:nvPr/>
            </p:nvSpPr>
            <p:spPr bwMode="auto">
              <a:xfrm>
                <a:off x="3563562" y="2669621"/>
                <a:ext cx="5418"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2 w 2"/>
                  <a:gd name="T13" fmla="*/ 0 h 2"/>
                  <a:gd name="T14" fmla="*/ 0 w 2"/>
                  <a:gd name="T15" fmla="*/ 0 h 2"/>
                  <a:gd name="T16" fmla="*/ 0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0" y="0"/>
                    </a:moveTo>
                    <a:lnTo>
                      <a:pt x="0" y="0"/>
                    </a:lnTo>
                    <a:lnTo>
                      <a:pt x="0" y="2"/>
                    </a:lnTo>
                    <a:lnTo>
                      <a:pt x="2" y="2"/>
                    </a:lnTo>
                    <a:lnTo>
                      <a:pt x="2" y="2"/>
                    </a:lnTo>
                    <a:lnTo>
                      <a:pt x="2" y="0"/>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7" name="Freeform 226">
                <a:extLst>
                  <a:ext uri="{FF2B5EF4-FFF2-40B4-BE49-F238E27FC236}">
                    <a16:creationId xmlns:a16="http://schemas.microsoft.com/office/drawing/2014/main" id="{9599BFA6-C5C5-D44A-9644-71EAAC0F3F86}"/>
                  </a:ext>
                </a:extLst>
              </p:cNvPr>
              <p:cNvSpPr>
                <a:spLocks/>
              </p:cNvSpPr>
              <p:nvPr/>
            </p:nvSpPr>
            <p:spPr bwMode="auto">
              <a:xfrm>
                <a:off x="3596073" y="2649598"/>
                <a:ext cx="7225" cy="4005"/>
              </a:xfrm>
              <a:custGeom>
                <a:avLst/>
                <a:gdLst>
                  <a:gd name="T0" fmla="*/ 2 w 4"/>
                  <a:gd name="T1" fmla="*/ 0 h 2"/>
                  <a:gd name="T2" fmla="*/ 2 w 4"/>
                  <a:gd name="T3" fmla="*/ 0 h 2"/>
                  <a:gd name="T4" fmla="*/ 0 w 4"/>
                  <a:gd name="T5" fmla="*/ 2 h 2"/>
                  <a:gd name="T6" fmla="*/ 0 w 4"/>
                  <a:gd name="T7" fmla="*/ 2 h 2"/>
                  <a:gd name="T8" fmla="*/ 4 w 4"/>
                  <a:gd name="T9" fmla="*/ 0 h 2"/>
                  <a:gd name="T10" fmla="*/ 2 w 4"/>
                  <a:gd name="T11" fmla="*/ 0 h 2"/>
                  <a:gd name="T12" fmla="*/ 2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2" y="0"/>
                    </a:moveTo>
                    <a:lnTo>
                      <a:pt x="2" y="0"/>
                    </a:lnTo>
                    <a:lnTo>
                      <a:pt x="0" y="2"/>
                    </a:lnTo>
                    <a:lnTo>
                      <a:pt x="0" y="2"/>
                    </a:lnTo>
                    <a:lnTo>
                      <a:pt x="4"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8" name="Freeform 227">
                <a:extLst>
                  <a:ext uri="{FF2B5EF4-FFF2-40B4-BE49-F238E27FC236}">
                    <a16:creationId xmlns:a16="http://schemas.microsoft.com/office/drawing/2014/main" id="{FDED255F-D5AD-FE42-A860-7BEECD8A7DC5}"/>
                  </a:ext>
                </a:extLst>
              </p:cNvPr>
              <p:cNvSpPr>
                <a:spLocks/>
              </p:cNvSpPr>
              <p:nvPr/>
            </p:nvSpPr>
            <p:spPr bwMode="auto">
              <a:xfrm>
                <a:off x="3724313" y="2905898"/>
                <a:ext cx="1806" cy="8009"/>
              </a:xfrm>
              <a:custGeom>
                <a:avLst/>
                <a:gdLst>
                  <a:gd name="T0" fmla="*/ 4 h 4"/>
                  <a:gd name="T1" fmla="*/ 2 h 4"/>
                  <a:gd name="T2" fmla="*/ 2 h 4"/>
                  <a:gd name="T3" fmla="*/ 0 h 4"/>
                  <a:gd name="T4" fmla="*/ 0 h 4"/>
                  <a:gd name="T5" fmla="*/ 4 h 4"/>
                  <a:gd name="T6" fmla="*/ 4 h 4"/>
                </a:gdLst>
                <a:ahLst/>
                <a:cxnLst>
                  <a:cxn ang="0">
                    <a:pos x="0" y="T0"/>
                  </a:cxn>
                  <a:cxn ang="0">
                    <a:pos x="0" y="T1"/>
                  </a:cxn>
                  <a:cxn ang="0">
                    <a:pos x="0" y="T2"/>
                  </a:cxn>
                  <a:cxn ang="0">
                    <a:pos x="0" y="T3"/>
                  </a:cxn>
                  <a:cxn ang="0">
                    <a:pos x="0" y="T4"/>
                  </a:cxn>
                  <a:cxn ang="0">
                    <a:pos x="0" y="T5"/>
                  </a:cxn>
                  <a:cxn ang="0">
                    <a:pos x="0" y="T6"/>
                  </a:cxn>
                </a:cxnLst>
                <a:rect l="0" t="0" r="r" b="b"/>
                <a:pathLst>
                  <a:path h="4">
                    <a:moveTo>
                      <a:pt x="0" y="4"/>
                    </a:moveTo>
                    <a:lnTo>
                      <a:pt x="0" y="2"/>
                    </a:lnTo>
                    <a:lnTo>
                      <a:pt x="0" y="2"/>
                    </a:lnTo>
                    <a:lnTo>
                      <a:pt x="0" y="0"/>
                    </a:lnTo>
                    <a:lnTo>
                      <a:pt x="0" y="0"/>
                    </a:lnTo>
                    <a:lnTo>
                      <a:pt x="0" y="4"/>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9" name="Freeform 228">
                <a:extLst>
                  <a:ext uri="{FF2B5EF4-FFF2-40B4-BE49-F238E27FC236}">
                    <a16:creationId xmlns:a16="http://schemas.microsoft.com/office/drawing/2014/main" id="{60422FCF-B2D3-FD4E-852E-8372BCFE12F7}"/>
                  </a:ext>
                </a:extLst>
              </p:cNvPr>
              <p:cNvSpPr>
                <a:spLocks/>
              </p:cNvSpPr>
              <p:nvPr/>
            </p:nvSpPr>
            <p:spPr bwMode="auto">
              <a:xfrm>
                <a:off x="2476226" y="1732520"/>
                <a:ext cx="1806" cy="4005"/>
              </a:xfrm>
              <a:custGeom>
                <a:avLst/>
                <a:gdLst>
                  <a:gd name="T0" fmla="*/ 2 h 2"/>
                  <a:gd name="T1" fmla="*/ 2 h 2"/>
                  <a:gd name="T2" fmla="*/ 0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0"/>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0" name="Freeform 229">
                <a:extLst>
                  <a:ext uri="{FF2B5EF4-FFF2-40B4-BE49-F238E27FC236}">
                    <a16:creationId xmlns:a16="http://schemas.microsoft.com/office/drawing/2014/main" id="{05E6ACF6-B6E9-2B47-BA85-69EF6F65CAFD}"/>
                  </a:ext>
                </a:extLst>
              </p:cNvPr>
              <p:cNvSpPr>
                <a:spLocks/>
              </p:cNvSpPr>
              <p:nvPr/>
            </p:nvSpPr>
            <p:spPr bwMode="auto">
              <a:xfrm>
                <a:off x="2526800" y="2449362"/>
                <a:ext cx="1806" cy="4005"/>
              </a:xfrm>
              <a:custGeom>
                <a:avLst/>
                <a:gdLst>
                  <a:gd name="T0" fmla="*/ 2 h 2"/>
                  <a:gd name="T1" fmla="*/ 2 h 2"/>
                  <a:gd name="T2" fmla="*/ 2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2"/>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1" name="Freeform 230">
                <a:extLst>
                  <a:ext uri="{FF2B5EF4-FFF2-40B4-BE49-F238E27FC236}">
                    <a16:creationId xmlns:a16="http://schemas.microsoft.com/office/drawing/2014/main" id="{55B03C08-4A72-7749-B46B-66ED4DBF5D91}"/>
                  </a:ext>
                </a:extLst>
              </p:cNvPr>
              <p:cNvSpPr>
                <a:spLocks/>
              </p:cNvSpPr>
              <p:nvPr/>
            </p:nvSpPr>
            <p:spPr bwMode="auto">
              <a:xfrm>
                <a:off x="3361266" y="1808609"/>
                <a:ext cx="1806" cy="4005"/>
              </a:xfrm>
              <a:custGeom>
                <a:avLst/>
                <a:gdLst>
                  <a:gd name="T0" fmla="*/ 0 h 2"/>
                  <a:gd name="T1" fmla="*/ 2 h 2"/>
                  <a:gd name="T2" fmla="*/ 2 h 2"/>
                  <a:gd name="T3" fmla="*/ 2 h 2"/>
                  <a:gd name="T4" fmla="*/ 0 h 2"/>
                  <a:gd name="T5" fmla="*/ 0 h 2"/>
                  <a:gd name="T6" fmla="*/ 0 h 2"/>
                </a:gdLst>
                <a:ahLst/>
                <a:cxnLst>
                  <a:cxn ang="0">
                    <a:pos x="0" y="T0"/>
                  </a:cxn>
                  <a:cxn ang="0">
                    <a:pos x="0" y="T1"/>
                  </a:cxn>
                  <a:cxn ang="0">
                    <a:pos x="0" y="T2"/>
                  </a:cxn>
                  <a:cxn ang="0">
                    <a:pos x="0" y="T3"/>
                  </a:cxn>
                  <a:cxn ang="0">
                    <a:pos x="0" y="T4"/>
                  </a:cxn>
                  <a:cxn ang="0">
                    <a:pos x="0" y="T5"/>
                  </a:cxn>
                  <a:cxn ang="0">
                    <a:pos x="0" y="T6"/>
                  </a:cxn>
                </a:cxnLst>
                <a:rect l="0" t="0" r="r" b="b"/>
                <a:pathLst>
                  <a:path h="2">
                    <a:moveTo>
                      <a:pt x="0" y="0"/>
                    </a:moveTo>
                    <a:lnTo>
                      <a:pt x="0" y="2"/>
                    </a:lnTo>
                    <a:lnTo>
                      <a:pt x="0" y="2"/>
                    </a:lnTo>
                    <a:lnTo>
                      <a:pt x="0" y="2"/>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2" name="Freeform 231">
                <a:extLst>
                  <a:ext uri="{FF2B5EF4-FFF2-40B4-BE49-F238E27FC236}">
                    <a16:creationId xmlns:a16="http://schemas.microsoft.com/office/drawing/2014/main" id="{65CF62F7-08A2-874C-99BE-CE7E923FC7BF}"/>
                  </a:ext>
                </a:extLst>
              </p:cNvPr>
              <p:cNvSpPr>
                <a:spLocks/>
              </p:cNvSpPr>
              <p:nvPr/>
            </p:nvSpPr>
            <p:spPr bwMode="auto">
              <a:xfrm>
                <a:off x="4042205" y="2721682"/>
                <a:ext cx="14449" cy="12014"/>
              </a:xfrm>
              <a:custGeom>
                <a:avLst/>
                <a:gdLst>
                  <a:gd name="T0" fmla="*/ 2 w 8"/>
                  <a:gd name="T1" fmla="*/ 4 h 6"/>
                  <a:gd name="T2" fmla="*/ 2 w 8"/>
                  <a:gd name="T3" fmla="*/ 4 h 6"/>
                  <a:gd name="T4" fmla="*/ 0 w 8"/>
                  <a:gd name="T5" fmla="*/ 6 h 6"/>
                  <a:gd name="T6" fmla="*/ 0 w 8"/>
                  <a:gd name="T7" fmla="*/ 4 h 6"/>
                  <a:gd name="T8" fmla="*/ 6 w 8"/>
                  <a:gd name="T9" fmla="*/ 0 h 6"/>
                  <a:gd name="T10" fmla="*/ 6 w 8"/>
                  <a:gd name="T11" fmla="*/ 0 h 6"/>
                  <a:gd name="T12" fmla="*/ 8 w 8"/>
                  <a:gd name="T13" fmla="*/ 0 h 6"/>
                  <a:gd name="T14" fmla="*/ 6 w 8"/>
                  <a:gd name="T15" fmla="*/ 2 h 6"/>
                  <a:gd name="T16" fmla="*/ 2 w 8"/>
                  <a:gd name="T17" fmla="*/ 4 h 6"/>
                  <a:gd name="T18" fmla="*/ 2 w 8"/>
                  <a:gd name="T1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6">
                    <a:moveTo>
                      <a:pt x="2" y="4"/>
                    </a:moveTo>
                    <a:lnTo>
                      <a:pt x="2" y="4"/>
                    </a:lnTo>
                    <a:lnTo>
                      <a:pt x="0" y="6"/>
                    </a:lnTo>
                    <a:lnTo>
                      <a:pt x="0" y="4"/>
                    </a:lnTo>
                    <a:lnTo>
                      <a:pt x="6" y="0"/>
                    </a:lnTo>
                    <a:lnTo>
                      <a:pt x="6" y="0"/>
                    </a:lnTo>
                    <a:lnTo>
                      <a:pt x="8" y="0"/>
                    </a:lnTo>
                    <a:lnTo>
                      <a:pt x="6" y="2"/>
                    </a:lnTo>
                    <a:lnTo>
                      <a:pt x="2" y="4"/>
                    </a:lnTo>
                    <a:lnTo>
                      <a:pt x="2"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3" name="Freeform 232">
                <a:extLst>
                  <a:ext uri="{FF2B5EF4-FFF2-40B4-BE49-F238E27FC236}">
                    <a16:creationId xmlns:a16="http://schemas.microsoft.com/office/drawing/2014/main" id="{B60AA66C-9B39-A641-96D8-628F1826F3D2}"/>
                  </a:ext>
                </a:extLst>
              </p:cNvPr>
              <p:cNvSpPr>
                <a:spLocks/>
              </p:cNvSpPr>
              <p:nvPr/>
            </p:nvSpPr>
            <p:spPr bwMode="auto">
              <a:xfrm>
                <a:off x="4123485" y="2765734"/>
                <a:ext cx="3613" cy="4005"/>
              </a:xfrm>
              <a:custGeom>
                <a:avLst/>
                <a:gdLst>
                  <a:gd name="T0" fmla="*/ 0 w 2"/>
                  <a:gd name="T1" fmla="*/ 2 h 2"/>
                  <a:gd name="T2" fmla="*/ 0 w 2"/>
                  <a:gd name="T3" fmla="*/ 2 h 2"/>
                  <a:gd name="T4" fmla="*/ 0 w 2"/>
                  <a:gd name="T5" fmla="*/ 0 h 2"/>
                  <a:gd name="T6" fmla="*/ 2 w 2"/>
                  <a:gd name="T7" fmla="*/ 0 h 2"/>
                  <a:gd name="T8" fmla="*/ 2 w 2"/>
                  <a:gd name="T9" fmla="*/ 0 h 2"/>
                  <a:gd name="T10" fmla="*/ 2 w 2"/>
                  <a:gd name="T11" fmla="*/ 0 h 2"/>
                  <a:gd name="T12" fmla="*/ 0 w 2"/>
                  <a:gd name="T13" fmla="*/ 2 h 2"/>
                  <a:gd name="T14" fmla="*/ 0 w 2"/>
                  <a:gd name="T15" fmla="*/ 2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0" y="2"/>
                    </a:moveTo>
                    <a:lnTo>
                      <a:pt x="0" y="2"/>
                    </a:lnTo>
                    <a:lnTo>
                      <a:pt x="0" y="0"/>
                    </a:lnTo>
                    <a:lnTo>
                      <a:pt x="2" y="0"/>
                    </a:lnTo>
                    <a:lnTo>
                      <a:pt x="2" y="0"/>
                    </a:lnTo>
                    <a:lnTo>
                      <a:pt x="2" y="0"/>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4" name="Freeform 233">
                <a:extLst>
                  <a:ext uri="{FF2B5EF4-FFF2-40B4-BE49-F238E27FC236}">
                    <a16:creationId xmlns:a16="http://schemas.microsoft.com/office/drawing/2014/main" id="{42C14173-E080-7A4E-BC92-9B135A783610}"/>
                  </a:ext>
                </a:extLst>
              </p:cNvPr>
              <p:cNvSpPr>
                <a:spLocks/>
              </p:cNvSpPr>
              <p:nvPr/>
            </p:nvSpPr>
            <p:spPr bwMode="auto">
              <a:xfrm>
                <a:off x="3689996" y="1884699"/>
                <a:ext cx="3613" cy="4005"/>
              </a:xfrm>
              <a:custGeom>
                <a:avLst/>
                <a:gdLst>
                  <a:gd name="T0" fmla="*/ 0 w 2"/>
                  <a:gd name="T1" fmla="*/ 0 h 2"/>
                  <a:gd name="T2" fmla="*/ 0 w 2"/>
                  <a:gd name="T3" fmla="*/ 2 h 2"/>
                  <a:gd name="T4" fmla="*/ 0 w 2"/>
                  <a:gd name="T5" fmla="*/ 2 h 2"/>
                  <a:gd name="T6" fmla="*/ 2 w 2"/>
                  <a:gd name="T7" fmla="*/ 0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0" y="2"/>
                    </a:lnTo>
                    <a:lnTo>
                      <a:pt x="0"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5" name="Freeform 234">
                <a:extLst>
                  <a:ext uri="{FF2B5EF4-FFF2-40B4-BE49-F238E27FC236}">
                    <a16:creationId xmlns:a16="http://schemas.microsoft.com/office/drawing/2014/main" id="{F8C3340F-B13E-C547-884B-DDBB4A0539C2}"/>
                  </a:ext>
                </a:extLst>
              </p:cNvPr>
              <p:cNvSpPr>
                <a:spLocks/>
              </p:cNvSpPr>
              <p:nvPr/>
            </p:nvSpPr>
            <p:spPr bwMode="auto">
              <a:xfrm>
                <a:off x="2499707" y="2389291"/>
                <a:ext cx="1806" cy="2002"/>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6" name="Rectangle 235">
                <a:extLst>
                  <a:ext uri="{FF2B5EF4-FFF2-40B4-BE49-F238E27FC236}">
                    <a16:creationId xmlns:a16="http://schemas.microsoft.com/office/drawing/2014/main" id="{0780FA5B-D333-1B41-AC36-ADCECBB5EFBF}"/>
                  </a:ext>
                </a:extLst>
              </p:cNvPr>
              <p:cNvSpPr>
                <a:spLocks noChangeArrowheads="1"/>
              </p:cNvSpPr>
              <p:nvPr/>
            </p:nvSpPr>
            <p:spPr bwMode="auto">
              <a:xfrm>
                <a:off x="2499707" y="2389291"/>
                <a:ext cx="1806" cy="4005"/>
              </a:xfrm>
              <a:prstGeom prst="rect">
                <a:avLst/>
              </a:prstGeom>
              <a:grpFill/>
              <a:ln w="3175">
                <a:no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7" name="Freeform 236">
                <a:extLst>
                  <a:ext uri="{FF2B5EF4-FFF2-40B4-BE49-F238E27FC236}">
                    <a16:creationId xmlns:a16="http://schemas.microsoft.com/office/drawing/2014/main" id="{209CAA32-7E19-904F-9E48-7988A6313090}"/>
                  </a:ext>
                </a:extLst>
              </p:cNvPr>
              <p:cNvSpPr>
                <a:spLocks/>
              </p:cNvSpPr>
              <p:nvPr/>
            </p:nvSpPr>
            <p:spPr bwMode="auto">
              <a:xfrm>
                <a:off x="3549112" y="1396125"/>
                <a:ext cx="1806" cy="4005"/>
              </a:xfrm>
              <a:custGeom>
                <a:avLst/>
                <a:gdLst>
                  <a:gd name="T0" fmla="*/ 0 h 2"/>
                  <a:gd name="T1" fmla="*/ 0 h 2"/>
                  <a:gd name="T2" fmla="*/ 0 h 2"/>
                  <a:gd name="T3" fmla="*/ 2 h 2"/>
                  <a:gd name="T4" fmla="*/ 2 h 2"/>
                  <a:gd name="T5" fmla="*/ 0 h 2"/>
                  <a:gd name="T6" fmla="*/ 0 h 2"/>
                  <a:gd name="T7" fmla="*/ 0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0"/>
                    </a:moveTo>
                    <a:lnTo>
                      <a:pt x="0" y="0"/>
                    </a:lnTo>
                    <a:lnTo>
                      <a:pt x="0" y="0"/>
                    </a:lnTo>
                    <a:lnTo>
                      <a:pt x="0" y="2"/>
                    </a:lnTo>
                    <a:lnTo>
                      <a:pt x="0" y="2"/>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748" name="Group 747">
                <a:extLst>
                  <a:ext uri="{FF2B5EF4-FFF2-40B4-BE49-F238E27FC236}">
                    <a16:creationId xmlns:a16="http://schemas.microsoft.com/office/drawing/2014/main" id="{A689E0BD-A0C7-2248-8663-087B2BAA1ADE}"/>
                  </a:ext>
                </a:extLst>
              </p:cNvPr>
              <p:cNvGrpSpPr/>
              <p:nvPr/>
            </p:nvGrpSpPr>
            <p:grpSpPr>
              <a:xfrm>
                <a:off x="1497263" y="1328044"/>
                <a:ext cx="3057906" cy="2198583"/>
                <a:chOff x="1497263" y="1328044"/>
                <a:chExt cx="3057906" cy="2198583"/>
              </a:xfrm>
              <a:grpFill/>
            </p:grpSpPr>
            <p:sp>
              <p:nvSpPr>
                <p:cNvPr id="749" name="Freeform 237">
                  <a:extLst>
                    <a:ext uri="{FF2B5EF4-FFF2-40B4-BE49-F238E27FC236}">
                      <a16:creationId xmlns:a16="http://schemas.microsoft.com/office/drawing/2014/main" id="{93225F5A-EC5C-ED47-A39C-E3EFDEA34CD2}"/>
                    </a:ext>
                  </a:extLst>
                </p:cNvPr>
                <p:cNvSpPr>
                  <a:spLocks noEditPoints="1"/>
                </p:cNvSpPr>
                <p:nvPr/>
              </p:nvSpPr>
              <p:spPr bwMode="auto">
                <a:xfrm>
                  <a:off x="2190846" y="1328044"/>
                  <a:ext cx="2364323" cy="1585862"/>
                </a:xfrm>
                <a:custGeom>
                  <a:avLst/>
                  <a:gdLst>
                    <a:gd name="T0" fmla="*/ 860 w 1208"/>
                    <a:gd name="T1" fmla="*/ 106 h 792"/>
                    <a:gd name="T2" fmla="*/ 540 w 1208"/>
                    <a:gd name="T3" fmla="*/ 46 h 792"/>
                    <a:gd name="T4" fmla="*/ 528 w 1208"/>
                    <a:gd name="T5" fmla="*/ 30 h 792"/>
                    <a:gd name="T6" fmla="*/ 668 w 1208"/>
                    <a:gd name="T7" fmla="*/ 36 h 792"/>
                    <a:gd name="T8" fmla="*/ 744 w 1208"/>
                    <a:gd name="T9" fmla="*/ 42 h 792"/>
                    <a:gd name="T10" fmla="*/ 716 w 1208"/>
                    <a:gd name="T11" fmla="*/ 74 h 792"/>
                    <a:gd name="T12" fmla="*/ 406 w 1208"/>
                    <a:gd name="T13" fmla="*/ 56 h 792"/>
                    <a:gd name="T14" fmla="*/ 456 w 1208"/>
                    <a:gd name="T15" fmla="*/ 22 h 792"/>
                    <a:gd name="T16" fmla="*/ 762 w 1208"/>
                    <a:gd name="T17" fmla="*/ 308 h 792"/>
                    <a:gd name="T18" fmla="*/ 1078 w 1208"/>
                    <a:gd name="T19" fmla="*/ 276 h 792"/>
                    <a:gd name="T20" fmla="*/ 1016 w 1208"/>
                    <a:gd name="T21" fmla="*/ 288 h 792"/>
                    <a:gd name="T22" fmla="*/ 1024 w 1208"/>
                    <a:gd name="T23" fmla="*/ 332 h 792"/>
                    <a:gd name="T24" fmla="*/ 962 w 1208"/>
                    <a:gd name="T25" fmla="*/ 374 h 792"/>
                    <a:gd name="T26" fmla="*/ 862 w 1208"/>
                    <a:gd name="T27" fmla="*/ 348 h 792"/>
                    <a:gd name="T28" fmla="*/ 920 w 1208"/>
                    <a:gd name="T29" fmla="*/ 226 h 792"/>
                    <a:gd name="T30" fmla="*/ 842 w 1208"/>
                    <a:gd name="T31" fmla="*/ 172 h 792"/>
                    <a:gd name="T32" fmla="*/ 742 w 1208"/>
                    <a:gd name="T33" fmla="*/ 172 h 792"/>
                    <a:gd name="T34" fmla="*/ 762 w 1208"/>
                    <a:gd name="T35" fmla="*/ 154 h 792"/>
                    <a:gd name="T36" fmla="*/ 818 w 1208"/>
                    <a:gd name="T37" fmla="*/ 136 h 792"/>
                    <a:gd name="T38" fmla="*/ 906 w 1208"/>
                    <a:gd name="T39" fmla="*/ 146 h 792"/>
                    <a:gd name="T40" fmla="*/ 982 w 1208"/>
                    <a:gd name="T41" fmla="*/ 170 h 792"/>
                    <a:gd name="T42" fmla="*/ 1008 w 1208"/>
                    <a:gd name="T43" fmla="*/ 238 h 792"/>
                    <a:gd name="T44" fmla="*/ 1078 w 1208"/>
                    <a:gd name="T45" fmla="*/ 256 h 792"/>
                    <a:gd name="T46" fmla="*/ 1030 w 1208"/>
                    <a:gd name="T47" fmla="*/ 722 h 792"/>
                    <a:gd name="T48" fmla="*/ 904 w 1208"/>
                    <a:gd name="T49" fmla="*/ 732 h 792"/>
                    <a:gd name="T50" fmla="*/ 822 w 1208"/>
                    <a:gd name="T51" fmla="*/ 750 h 792"/>
                    <a:gd name="T52" fmla="*/ 702 w 1208"/>
                    <a:gd name="T53" fmla="*/ 666 h 792"/>
                    <a:gd name="T54" fmla="*/ 198 w 1208"/>
                    <a:gd name="T55" fmla="*/ 626 h 792"/>
                    <a:gd name="T56" fmla="*/ 182 w 1208"/>
                    <a:gd name="T57" fmla="*/ 592 h 792"/>
                    <a:gd name="T58" fmla="*/ 132 w 1208"/>
                    <a:gd name="T59" fmla="*/ 478 h 792"/>
                    <a:gd name="T60" fmla="*/ 82 w 1208"/>
                    <a:gd name="T61" fmla="*/ 206 h 792"/>
                    <a:gd name="T62" fmla="*/ 148 w 1208"/>
                    <a:gd name="T63" fmla="*/ 200 h 792"/>
                    <a:gd name="T64" fmla="*/ 344 w 1208"/>
                    <a:gd name="T65" fmla="*/ 220 h 792"/>
                    <a:gd name="T66" fmla="*/ 468 w 1208"/>
                    <a:gd name="T67" fmla="*/ 232 h 792"/>
                    <a:gd name="T68" fmla="*/ 532 w 1208"/>
                    <a:gd name="T69" fmla="*/ 250 h 792"/>
                    <a:gd name="T70" fmla="*/ 634 w 1208"/>
                    <a:gd name="T71" fmla="*/ 232 h 792"/>
                    <a:gd name="T72" fmla="*/ 622 w 1208"/>
                    <a:gd name="T73" fmla="*/ 154 h 792"/>
                    <a:gd name="T74" fmla="*/ 634 w 1208"/>
                    <a:gd name="T75" fmla="*/ 138 h 792"/>
                    <a:gd name="T76" fmla="*/ 716 w 1208"/>
                    <a:gd name="T77" fmla="*/ 204 h 792"/>
                    <a:gd name="T78" fmla="*/ 810 w 1208"/>
                    <a:gd name="T79" fmla="*/ 206 h 792"/>
                    <a:gd name="T80" fmla="*/ 738 w 1208"/>
                    <a:gd name="T81" fmla="*/ 302 h 792"/>
                    <a:gd name="T82" fmla="*/ 666 w 1208"/>
                    <a:gd name="T83" fmla="*/ 374 h 792"/>
                    <a:gd name="T84" fmla="*/ 748 w 1208"/>
                    <a:gd name="T85" fmla="*/ 518 h 792"/>
                    <a:gd name="T86" fmla="*/ 858 w 1208"/>
                    <a:gd name="T87" fmla="*/ 524 h 792"/>
                    <a:gd name="T88" fmla="*/ 870 w 1208"/>
                    <a:gd name="T89" fmla="*/ 372 h 792"/>
                    <a:gd name="T90" fmla="*/ 1004 w 1208"/>
                    <a:gd name="T91" fmla="*/ 458 h 792"/>
                    <a:gd name="T92" fmla="*/ 1076 w 1208"/>
                    <a:gd name="T93" fmla="*/ 496 h 792"/>
                    <a:gd name="T94" fmla="*/ 1098 w 1208"/>
                    <a:gd name="T95" fmla="*/ 570 h 792"/>
                    <a:gd name="T96" fmla="*/ 1072 w 1208"/>
                    <a:gd name="T97" fmla="*/ 632 h 792"/>
                    <a:gd name="T98" fmla="*/ 998 w 1208"/>
                    <a:gd name="T99" fmla="*/ 656 h 792"/>
                    <a:gd name="T100" fmla="*/ 1052 w 1208"/>
                    <a:gd name="T101" fmla="*/ 724 h 792"/>
                    <a:gd name="T102" fmla="*/ 1160 w 1208"/>
                    <a:gd name="T103" fmla="*/ 646 h 792"/>
                    <a:gd name="T104" fmla="*/ 1112 w 1208"/>
                    <a:gd name="T105" fmla="*/ 656 h 792"/>
                    <a:gd name="T106" fmla="*/ 1204 w 1208"/>
                    <a:gd name="T107" fmla="*/ 688 h 792"/>
                    <a:gd name="T108" fmla="*/ 122 w 1208"/>
                    <a:gd name="T109" fmla="*/ 556 h 792"/>
                    <a:gd name="T110" fmla="*/ 440 w 1208"/>
                    <a:gd name="T111" fmla="*/ 108 h 792"/>
                    <a:gd name="T112" fmla="*/ 318 w 1208"/>
                    <a:gd name="T113" fmla="*/ 148 h 792"/>
                    <a:gd name="T114" fmla="*/ 352 w 1208"/>
                    <a:gd name="T115" fmla="*/ 184 h 792"/>
                    <a:gd name="T116" fmla="*/ 518 w 1208"/>
                    <a:gd name="T117" fmla="*/ 216 h 792"/>
                    <a:gd name="T118" fmla="*/ 590 w 1208"/>
                    <a:gd name="T119" fmla="*/ 86 h 792"/>
                    <a:gd name="T120" fmla="*/ 578 w 1208"/>
                    <a:gd name="T121" fmla="*/ 156 h 792"/>
                    <a:gd name="T122" fmla="*/ 136 w 1208"/>
                    <a:gd name="T123" fmla="*/ 576 h 792"/>
                    <a:gd name="T124" fmla="*/ 308 w 1208"/>
                    <a:gd name="T125" fmla="*/ 118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08" h="792">
                      <a:moveTo>
                        <a:pt x="790" y="726"/>
                      </a:moveTo>
                      <a:lnTo>
                        <a:pt x="790" y="726"/>
                      </a:lnTo>
                      <a:lnTo>
                        <a:pt x="784" y="722"/>
                      </a:lnTo>
                      <a:lnTo>
                        <a:pt x="784" y="722"/>
                      </a:lnTo>
                      <a:lnTo>
                        <a:pt x="786" y="720"/>
                      </a:lnTo>
                      <a:lnTo>
                        <a:pt x="786" y="720"/>
                      </a:lnTo>
                      <a:lnTo>
                        <a:pt x="792" y="722"/>
                      </a:lnTo>
                      <a:lnTo>
                        <a:pt x="798" y="724"/>
                      </a:lnTo>
                      <a:lnTo>
                        <a:pt x="798" y="724"/>
                      </a:lnTo>
                      <a:lnTo>
                        <a:pt x="800" y="726"/>
                      </a:lnTo>
                      <a:lnTo>
                        <a:pt x="802" y="726"/>
                      </a:lnTo>
                      <a:lnTo>
                        <a:pt x="800" y="726"/>
                      </a:lnTo>
                      <a:lnTo>
                        <a:pt x="800" y="726"/>
                      </a:lnTo>
                      <a:lnTo>
                        <a:pt x="790" y="726"/>
                      </a:lnTo>
                      <a:lnTo>
                        <a:pt x="790" y="726"/>
                      </a:lnTo>
                      <a:close/>
                      <a:moveTo>
                        <a:pt x="840" y="190"/>
                      </a:moveTo>
                      <a:lnTo>
                        <a:pt x="840" y="190"/>
                      </a:lnTo>
                      <a:lnTo>
                        <a:pt x="838" y="192"/>
                      </a:lnTo>
                      <a:lnTo>
                        <a:pt x="834" y="194"/>
                      </a:lnTo>
                      <a:lnTo>
                        <a:pt x="834" y="194"/>
                      </a:lnTo>
                      <a:lnTo>
                        <a:pt x="824" y="194"/>
                      </a:lnTo>
                      <a:lnTo>
                        <a:pt x="824" y="194"/>
                      </a:lnTo>
                      <a:lnTo>
                        <a:pt x="824" y="196"/>
                      </a:lnTo>
                      <a:lnTo>
                        <a:pt x="826" y="196"/>
                      </a:lnTo>
                      <a:lnTo>
                        <a:pt x="826" y="196"/>
                      </a:lnTo>
                      <a:lnTo>
                        <a:pt x="826" y="198"/>
                      </a:lnTo>
                      <a:lnTo>
                        <a:pt x="826" y="198"/>
                      </a:lnTo>
                      <a:lnTo>
                        <a:pt x="826" y="198"/>
                      </a:lnTo>
                      <a:lnTo>
                        <a:pt x="826" y="198"/>
                      </a:lnTo>
                      <a:lnTo>
                        <a:pt x="826" y="198"/>
                      </a:lnTo>
                      <a:lnTo>
                        <a:pt x="828" y="200"/>
                      </a:lnTo>
                      <a:lnTo>
                        <a:pt x="828" y="200"/>
                      </a:lnTo>
                      <a:lnTo>
                        <a:pt x="830" y="198"/>
                      </a:lnTo>
                      <a:lnTo>
                        <a:pt x="830" y="198"/>
                      </a:lnTo>
                      <a:lnTo>
                        <a:pt x="832" y="202"/>
                      </a:lnTo>
                      <a:lnTo>
                        <a:pt x="834" y="202"/>
                      </a:lnTo>
                      <a:lnTo>
                        <a:pt x="834" y="202"/>
                      </a:lnTo>
                      <a:lnTo>
                        <a:pt x="842" y="194"/>
                      </a:lnTo>
                      <a:lnTo>
                        <a:pt x="846" y="190"/>
                      </a:lnTo>
                      <a:lnTo>
                        <a:pt x="844" y="190"/>
                      </a:lnTo>
                      <a:lnTo>
                        <a:pt x="840" y="190"/>
                      </a:lnTo>
                      <a:lnTo>
                        <a:pt x="840" y="190"/>
                      </a:lnTo>
                      <a:close/>
                      <a:moveTo>
                        <a:pt x="868" y="100"/>
                      </a:moveTo>
                      <a:lnTo>
                        <a:pt x="866" y="100"/>
                      </a:lnTo>
                      <a:lnTo>
                        <a:pt x="866" y="100"/>
                      </a:lnTo>
                      <a:lnTo>
                        <a:pt x="862" y="88"/>
                      </a:lnTo>
                      <a:lnTo>
                        <a:pt x="862" y="88"/>
                      </a:lnTo>
                      <a:lnTo>
                        <a:pt x="860" y="84"/>
                      </a:lnTo>
                      <a:lnTo>
                        <a:pt x="860" y="84"/>
                      </a:lnTo>
                      <a:lnTo>
                        <a:pt x="856" y="84"/>
                      </a:lnTo>
                      <a:lnTo>
                        <a:pt x="856" y="84"/>
                      </a:lnTo>
                      <a:lnTo>
                        <a:pt x="854" y="84"/>
                      </a:lnTo>
                      <a:lnTo>
                        <a:pt x="852" y="82"/>
                      </a:lnTo>
                      <a:lnTo>
                        <a:pt x="852" y="82"/>
                      </a:lnTo>
                      <a:lnTo>
                        <a:pt x="846" y="84"/>
                      </a:lnTo>
                      <a:lnTo>
                        <a:pt x="840" y="86"/>
                      </a:lnTo>
                      <a:lnTo>
                        <a:pt x="840" y="86"/>
                      </a:lnTo>
                      <a:lnTo>
                        <a:pt x="840" y="86"/>
                      </a:lnTo>
                      <a:lnTo>
                        <a:pt x="836" y="86"/>
                      </a:lnTo>
                      <a:lnTo>
                        <a:pt x="834" y="86"/>
                      </a:lnTo>
                      <a:lnTo>
                        <a:pt x="830" y="82"/>
                      </a:lnTo>
                      <a:lnTo>
                        <a:pt x="830" y="82"/>
                      </a:lnTo>
                      <a:lnTo>
                        <a:pt x="826" y="84"/>
                      </a:lnTo>
                      <a:lnTo>
                        <a:pt x="822" y="86"/>
                      </a:lnTo>
                      <a:lnTo>
                        <a:pt x="822" y="86"/>
                      </a:lnTo>
                      <a:lnTo>
                        <a:pt x="818" y="86"/>
                      </a:lnTo>
                      <a:lnTo>
                        <a:pt x="818" y="86"/>
                      </a:lnTo>
                      <a:lnTo>
                        <a:pt x="814" y="90"/>
                      </a:lnTo>
                      <a:lnTo>
                        <a:pt x="812" y="96"/>
                      </a:lnTo>
                      <a:lnTo>
                        <a:pt x="808" y="108"/>
                      </a:lnTo>
                      <a:lnTo>
                        <a:pt x="808" y="108"/>
                      </a:lnTo>
                      <a:lnTo>
                        <a:pt x="808" y="106"/>
                      </a:lnTo>
                      <a:lnTo>
                        <a:pt x="808" y="110"/>
                      </a:lnTo>
                      <a:lnTo>
                        <a:pt x="810" y="114"/>
                      </a:lnTo>
                      <a:lnTo>
                        <a:pt x="814" y="118"/>
                      </a:lnTo>
                      <a:lnTo>
                        <a:pt x="814" y="118"/>
                      </a:lnTo>
                      <a:lnTo>
                        <a:pt x="818" y="118"/>
                      </a:lnTo>
                      <a:lnTo>
                        <a:pt x="820" y="116"/>
                      </a:lnTo>
                      <a:lnTo>
                        <a:pt x="824" y="114"/>
                      </a:lnTo>
                      <a:lnTo>
                        <a:pt x="824" y="114"/>
                      </a:lnTo>
                      <a:lnTo>
                        <a:pt x="830" y="116"/>
                      </a:lnTo>
                      <a:lnTo>
                        <a:pt x="838" y="116"/>
                      </a:lnTo>
                      <a:lnTo>
                        <a:pt x="838" y="116"/>
                      </a:lnTo>
                      <a:lnTo>
                        <a:pt x="842" y="116"/>
                      </a:lnTo>
                      <a:lnTo>
                        <a:pt x="844" y="112"/>
                      </a:lnTo>
                      <a:lnTo>
                        <a:pt x="850" y="108"/>
                      </a:lnTo>
                      <a:lnTo>
                        <a:pt x="850" y="108"/>
                      </a:lnTo>
                      <a:lnTo>
                        <a:pt x="852" y="108"/>
                      </a:lnTo>
                      <a:lnTo>
                        <a:pt x="856" y="108"/>
                      </a:lnTo>
                      <a:lnTo>
                        <a:pt x="856" y="108"/>
                      </a:lnTo>
                      <a:lnTo>
                        <a:pt x="858" y="106"/>
                      </a:lnTo>
                      <a:lnTo>
                        <a:pt x="858" y="106"/>
                      </a:lnTo>
                      <a:lnTo>
                        <a:pt x="860" y="106"/>
                      </a:lnTo>
                      <a:lnTo>
                        <a:pt x="864" y="106"/>
                      </a:lnTo>
                      <a:lnTo>
                        <a:pt x="864" y="106"/>
                      </a:lnTo>
                      <a:lnTo>
                        <a:pt x="868" y="104"/>
                      </a:lnTo>
                      <a:lnTo>
                        <a:pt x="868" y="104"/>
                      </a:lnTo>
                      <a:lnTo>
                        <a:pt x="868" y="100"/>
                      </a:lnTo>
                      <a:lnTo>
                        <a:pt x="868" y="100"/>
                      </a:lnTo>
                      <a:close/>
                      <a:moveTo>
                        <a:pt x="570" y="12"/>
                      </a:moveTo>
                      <a:lnTo>
                        <a:pt x="570" y="12"/>
                      </a:lnTo>
                      <a:lnTo>
                        <a:pt x="572" y="14"/>
                      </a:lnTo>
                      <a:lnTo>
                        <a:pt x="572" y="14"/>
                      </a:lnTo>
                      <a:lnTo>
                        <a:pt x="572" y="14"/>
                      </a:lnTo>
                      <a:lnTo>
                        <a:pt x="572" y="16"/>
                      </a:lnTo>
                      <a:lnTo>
                        <a:pt x="570" y="16"/>
                      </a:lnTo>
                      <a:lnTo>
                        <a:pt x="564" y="16"/>
                      </a:lnTo>
                      <a:lnTo>
                        <a:pt x="564" y="16"/>
                      </a:lnTo>
                      <a:lnTo>
                        <a:pt x="564" y="14"/>
                      </a:lnTo>
                      <a:lnTo>
                        <a:pt x="564" y="14"/>
                      </a:lnTo>
                      <a:lnTo>
                        <a:pt x="566" y="12"/>
                      </a:lnTo>
                      <a:lnTo>
                        <a:pt x="566" y="12"/>
                      </a:lnTo>
                      <a:lnTo>
                        <a:pt x="560" y="4"/>
                      </a:lnTo>
                      <a:lnTo>
                        <a:pt x="560" y="6"/>
                      </a:lnTo>
                      <a:lnTo>
                        <a:pt x="560" y="6"/>
                      </a:lnTo>
                      <a:lnTo>
                        <a:pt x="554" y="6"/>
                      </a:lnTo>
                      <a:lnTo>
                        <a:pt x="554" y="6"/>
                      </a:lnTo>
                      <a:lnTo>
                        <a:pt x="554" y="8"/>
                      </a:lnTo>
                      <a:lnTo>
                        <a:pt x="552" y="8"/>
                      </a:lnTo>
                      <a:lnTo>
                        <a:pt x="554" y="12"/>
                      </a:lnTo>
                      <a:lnTo>
                        <a:pt x="554" y="12"/>
                      </a:lnTo>
                      <a:lnTo>
                        <a:pt x="562" y="14"/>
                      </a:lnTo>
                      <a:lnTo>
                        <a:pt x="562" y="14"/>
                      </a:lnTo>
                      <a:lnTo>
                        <a:pt x="562" y="14"/>
                      </a:lnTo>
                      <a:lnTo>
                        <a:pt x="562" y="16"/>
                      </a:lnTo>
                      <a:lnTo>
                        <a:pt x="562" y="16"/>
                      </a:lnTo>
                      <a:lnTo>
                        <a:pt x="552" y="16"/>
                      </a:lnTo>
                      <a:lnTo>
                        <a:pt x="552" y="16"/>
                      </a:lnTo>
                      <a:lnTo>
                        <a:pt x="552" y="20"/>
                      </a:lnTo>
                      <a:lnTo>
                        <a:pt x="552" y="20"/>
                      </a:lnTo>
                      <a:lnTo>
                        <a:pt x="554" y="22"/>
                      </a:lnTo>
                      <a:lnTo>
                        <a:pt x="558" y="24"/>
                      </a:lnTo>
                      <a:lnTo>
                        <a:pt x="558" y="24"/>
                      </a:lnTo>
                      <a:lnTo>
                        <a:pt x="558" y="32"/>
                      </a:lnTo>
                      <a:lnTo>
                        <a:pt x="558" y="32"/>
                      </a:lnTo>
                      <a:lnTo>
                        <a:pt x="560" y="32"/>
                      </a:lnTo>
                      <a:lnTo>
                        <a:pt x="560" y="34"/>
                      </a:lnTo>
                      <a:lnTo>
                        <a:pt x="558" y="38"/>
                      </a:lnTo>
                      <a:lnTo>
                        <a:pt x="558" y="38"/>
                      </a:lnTo>
                      <a:lnTo>
                        <a:pt x="554" y="36"/>
                      </a:lnTo>
                      <a:lnTo>
                        <a:pt x="554" y="36"/>
                      </a:lnTo>
                      <a:lnTo>
                        <a:pt x="554" y="34"/>
                      </a:lnTo>
                      <a:lnTo>
                        <a:pt x="554" y="30"/>
                      </a:lnTo>
                      <a:lnTo>
                        <a:pt x="554" y="30"/>
                      </a:lnTo>
                      <a:lnTo>
                        <a:pt x="544" y="22"/>
                      </a:lnTo>
                      <a:lnTo>
                        <a:pt x="544" y="22"/>
                      </a:lnTo>
                      <a:lnTo>
                        <a:pt x="542" y="16"/>
                      </a:lnTo>
                      <a:lnTo>
                        <a:pt x="542" y="16"/>
                      </a:lnTo>
                      <a:lnTo>
                        <a:pt x="538" y="14"/>
                      </a:lnTo>
                      <a:lnTo>
                        <a:pt x="536" y="14"/>
                      </a:lnTo>
                      <a:lnTo>
                        <a:pt x="534" y="16"/>
                      </a:lnTo>
                      <a:lnTo>
                        <a:pt x="534" y="16"/>
                      </a:lnTo>
                      <a:lnTo>
                        <a:pt x="534" y="16"/>
                      </a:lnTo>
                      <a:lnTo>
                        <a:pt x="534" y="18"/>
                      </a:lnTo>
                      <a:lnTo>
                        <a:pt x="532" y="20"/>
                      </a:lnTo>
                      <a:lnTo>
                        <a:pt x="532" y="20"/>
                      </a:lnTo>
                      <a:lnTo>
                        <a:pt x="536" y="20"/>
                      </a:lnTo>
                      <a:lnTo>
                        <a:pt x="536" y="20"/>
                      </a:lnTo>
                      <a:lnTo>
                        <a:pt x="536" y="26"/>
                      </a:lnTo>
                      <a:lnTo>
                        <a:pt x="538" y="32"/>
                      </a:lnTo>
                      <a:lnTo>
                        <a:pt x="538" y="32"/>
                      </a:lnTo>
                      <a:lnTo>
                        <a:pt x="540" y="32"/>
                      </a:lnTo>
                      <a:lnTo>
                        <a:pt x="540" y="32"/>
                      </a:lnTo>
                      <a:lnTo>
                        <a:pt x="542" y="38"/>
                      </a:lnTo>
                      <a:lnTo>
                        <a:pt x="542" y="38"/>
                      </a:lnTo>
                      <a:lnTo>
                        <a:pt x="540" y="40"/>
                      </a:lnTo>
                      <a:lnTo>
                        <a:pt x="538" y="40"/>
                      </a:lnTo>
                      <a:lnTo>
                        <a:pt x="538" y="40"/>
                      </a:lnTo>
                      <a:lnTo>
                        <a:pt x="538" y="38"/>
                      </a:lnTo>
                      <a:lnTo>
                        <a:pt x="538" y="38"/>
                      </a:lnTo>
                      <a:lnTo>
                        <a:pt x="526" y="40"/>
                      </a:lnTo>
                      <a:lnTo>
                        <a:pt x="526" y="40"/>
                      </a:lnTo>
                      <a:lnTo>
                        <a:pt x="528" y="40"/>
                      </a:lnTo>
                      <a:lnTo>
                        <a:pt x="530" y="42"/>
                      </a:lnTo>
                      <a:lnTo>
                        <a:pt x="528" y="44"/>
                      </a:lnTo>
                      <a:lnTo>
                        <a:pt x="528" y="44"/>
                      </a:lnTo>
                      <a:lnTo>
                        <a:pt x="524" y="44"/>
                      </a:lnTo>
                      <a:lnTo>
                        <a:pt x="524" y="44"/>
                      </a:lnTo>
                      <a:lnTo>
                        <a:pt x="524" y="50"/>
                      </a:lnTo>
                      <a:lnTo>
                        <a:pt x="524" y="50"/>
                      </a:lnTo>
                      <a:lnTo>
                        <a:pt x="526" y="52"/>
                      </a:lnTo>
                      <a:lnTo>
                        <a:pt x="530" y="52"/>
                      </a:lnTo>
                      <a:lnTo>
                        <a:pt x="530" y="52"/>
                      </a:lnTo>
                      <a:lnTo>
                        <a:pt x="536" y="50"/>
                      </a:lnTo>
                      <a:lnTo>
                        <a:pt x="540" y="46"/>
                      </a:lnTo>
                      <a:lnTo>
                        <a:pt x="540" y="46"/>
                      </a:lnTo>
                      <a:lnTo>
                        <a:pt x="546" y="46"/>
                      </a:lnTo>
                      <a:lnTo>
                        <a:pt x="554" y="46"/>
                      </a:lnTo>
                      <a:lnTo>
                        <a:pt x="554" y="46"/>
                      </a:lnTo>
                      <a:lnTo>
                        <a:pt x="560" y="42"/>
                      </a:lnTo>
                      <a:lnTo>
                        <a:pt x="560" y="42"/>
                      </a:lnTo>
                      <a:lnTo>
                        <a:pt x="560" y="46"/>
                      </a:lnTo>
                      <a:lnTo>
                        <a:pt x="558" y="46"/>
                      </a:lnTo>
                      <a:lnTo>
                        <a:pt x="558" y="46"/>
                      </a:lnTo>
                      <a:lnTo>
                        <a:pt x="556" y="48"/>
                      </a:lnTo>
                      <a:lnTo>
                        <a:pt x="556" y="48"/>
                      </a:lnTo>
                      <a:lnTo>
                        <a:pt x="550" y="52"/>
                      </a:lnTo>
                      <a:lnTo>
                        <a:pt x="550" y="52"/>
                      </a:lnTo>
                      <a:lnTo>
                        <a:pt x="550" y="58"/>
                      </a:lnTo>
                      <a:lnTo>
                        <a:pt x="554" y="60"/>
                      </a:lnTo>
                      <a:lnTo>
                        <a:pt x="558" y="60"/>
                      </a:lnTo>
                      <a:lnTo>
                        <a:pt x="564" y="60"/>
                      </a:lnTo>
                      <a:lnTo>
                        <a:pt x="564" y="60"/>
                      </a:lnTo>
                      <a:lnTo>
                        <a:pt x="572" y="62"/>
                      </a:lnTo>
                      <a:lnTo>
                        <a:pt x="572" y="62"/>
                      </a:lnTo>
                      <a:lnTo>
                        <a:pt x="582" y="60"/>
                      </a:lnTo>
                      <a:lnTo>
                        <a:pt x="594" y="60"/>
                      </a:lnTo>
                      <a:lnTo>
                        <a:pt x="594" y="60"/>
                      </a:lnTo>
                      <a:lnTo>
                        <a:pt x="596" y="58"/>
                      </a:lnTo>
                      <a:lnTo>
                        <a:pt x="596" y="58"/>
                      </a:lnTo>
                      <a:lnTo>
                        <a:pt x="594" y="54"/>
                      </a:lnTo>
                      <a:lnTo>
                        <a:pt x="594" y="54"/>
                      </a:lnTo>
                      <a:lnTo>
                        <a:pt x="594" y="54"/>
                      </a:lnTo>
                      <a:lnTo>
                        <a:pt x="596" y="54"/>
                      </a:lnTo>
                      <a:lnTo>
                        <a:pt x="596" y="54"/>
                      </a:lnTo>
                      <a:lnTo>
                        <a:pt x="598" y="52"/>
                      </a:lnTo>
                      <a:lnTo>
                        <a:pt x="596" y="50"/>
                      </a:lnTo>
                      <a:lnTo>
                        <a:pt x="596" y="50"/>
                      </a:lnTo>
                      <a:lnTo>
                        <a:pt x="594" y="48"/>
                      </a:lnTo>
                      <a:lnTo>
                        <a:pt x="592" y="48"/>
                      </a:lnTo>
                      <a:lnTo>
                        <a:pt x="592" y="48"/>
                      </a:lnTo>
                      <a:lnTo>
                        <a:pt x="592" y="42"/>
                      </a:lnTo>
                      <a:lnTo>
                        <a:pt x="592" y="42"/>
                      </a:lnTo>
                      <a:lnTo>
                        <a:pt x="594" y="42"/>
                      </a:lnTo>
                      <a:lnTo>
                        <a:pt x="594" y="42"/>
                      </a:lnTo>
                      <a:lnTo>
                        <a:pt x="594" y="38"/>
                      </a:lnTo>
                      <a:lnTo>
                        <a:pt x="594" y="38"/>
                      </a:lnTo>
                      <a:lnTo>
                        <a:pt x="588" y="38"/>
                      </a:lnTo>
                      <a:lnTo>
                        <a:pt x="588" y="38"/>
                      </a:lnTo>
                      <a:lnTo>
                        <a:pt x="590" y="34"/>
                      </a:lnTo>
                      <a:lnTo>
                        <a:pt x="590" y="30"/>
                      </a:lnTo>
                      <a:lnTo>
                        <a:pt x="588" y="26"/>
                      </a:lnTo>
                      <a:lnTo>
                        <a:pt x="588" y="26"/>
                      </a:lnTo>
                      <a:lnTo>
                        <a:pt x="586" y="22"/>
                      </a:lnTo>
                      <a:lnTo>
                        <a:pt x="588" y="16"/>
                      </a:lnTo>
                      <a:lnTo>
                        <a:pt x="588" y="16"/>
                      </a:lnTo>
                      <a:lnTo>
                        <a:pt x="578" y="12"/>
                      </a:lnTo>
                      <a:lnTo>
                        <a:pt x="578" y="12"/>
                      </a:lnTo>
                      <a:lnTo>
                        <a:pt x="580" y="12"/>
                      </a:lnTo>
                      <a:lnTo>
                        <a:pt x="580" y="10"/>
                      </a:lnTo>
                      <a:lnTo>
                        <a:pt x="580" y="10"/>
                      </a:lnTo>
                      <a:lnTo>
                        <a:pt x="576" y="8"/>
                      </a:lnTo>
                      <a:lnTo>
                        <a:pt x="572" y="6"/>
                      </a:lnTo>
                      <a:lnTo>
                        <a:pt x="572" y="6"/>
                      </a:lnTo>
                      <a:lnTo>
                        <a:pt x="570" y="12"/>
                      </a:lnTo>
                      <a:lnTo>
                        <a:pt x="570" y="12"/>
                      </a:lnTo>
                      <a:close/>
                      <a:moveTo>
                        <a:pt x="504" y="26"/>
                      </a:moveTo>
                      <a:lnTo>
                        <a:pt x="504" y="28"/>
                      </a:lnTo>
                      <a:lnTo>
                        <a:pt x="504" y="28"/>
                      </a:lnTo>
                      <a:lnTo>
                        <a:pt x="518" y="26"/>
                      </a:lnTo>
                      <a:lnTo>
                        <a:pt x="518" y="26"/>
                      </a:lnTo>
                      <a:lnTo>
                        <a:pt x="516" y="28"/>
                      </a:lnTo>
                      <a:lnTo>
                        <a:pt x="516" y="28"/>
                      </a:lnTo>
                      <a:lnTo>
                        <a:pt x="506" y="32"/>
                      </a:lnTo>
                      <a:lnTo>
                        <a:pt x="504" y="34"/>
                      </a:lnTo>
                      <a:lnTo>
                        <a:pt x="504" y="34"/>
                      </a:lnTo>
                      <a:lnTo>
                        <a:pt x="516" y="32"/>
                      </a:lnTo>
                      <a:lnTo>
                        <a:pt x="518" y="34"/>
                      </a:lnTo>
                      <a:lnTo>
                        <a:pt x="518" y="34"/>
                      </a:lnTo>
                      <a:lnTo>
                        <a:pt x="514" y="36"/>
                      </a:lnTo>
                      <a:lnTo>
                        <a:pt x="514" y="36"/>
                      </a:lnTo>
                      <a:lnTo>
                        <a:pt x="512" y="40"/>
                      </a:lnTo>
                      <a:lnTo>
                        <a:pt x="512" y="40"/>
                      </a:lnTo>
                      <a:lnTo>
                        <a:pt x="508" y="40"/>
                      </a:lnTo>
                      <a:lnTo>
                        <a:pt x="508" y="40"/>
                      </a:lnTo>
                      <a:lnTo>
                        <a:pt x="508" y="44"/>
                      </a:lnTo>
                      <a:lnTo>
                        <a:pt x="508" y="44"/>
                      </a:lnTo>
                      <a:lnTo>
                        <a:pt x="514" y="44"/>
                      </a:lnTo>
                      <a:lnTo>
                        <a:pt x="520" y="42"/>
                      </a:lnTo>
                      <a:lnTo>
                        <a:pt x="520" y="42"/>
                      </a:lnTo>
                      <a:lnTo>
                        <a:pt x="522" y="40"/>
                      </a:lnTo>
                      <a:lnTo>
                        <a:pt x="524" y="38"/>
                      </a:lnTo>
                      <a:lnTo>
                        <a:pt x="524" y="38"/>
                      </a:lnTo>
                      <a:lnTo>
                        <a:pt x="530" y="34"/>
                      </a:lnTo>
                      <a:lnTo>
                        <a:pt x="530" y="34"/>
                      </a:lnTo>
                      <a:lnTo>
                        <a:pt x="530" y="32"/>
                      </a:lnTo>
                      <a:lnTo>
                        <a:pt x="530" y="32"/>
                      </a:lnTo>
                      <a:lnTo>
                        <a:pt x="528" y="32"/>
                      </a:lnTo>
                      <a:lnTo>
                        <a:pt x="528" y="30"/>
                      </a:lnTo>
                      <a:lnTo>
                        <a:pt x="530" y="28"/>
                      </a:lnTo>
                      <a:lnTo>
                        <a:pt x="530" y="28"/>
                      </a:lnTo>
                      <a:lnTo>
                        <a:pt x="530" y="26"/>
                      </a:lnTo>
                      <a:lnTo>
                        <a:pt x="530" y="26"/>
                      </a:lnTo>
                      <a:lnTo>
                        <a:pt x="530" y="24"/>
                      </a:lnTo>
                      <a:lnTo>
                        <a:pt x="526" y="22"/>
                      </a:lnTo>
                      <a:lnTo>
                        <a:pt x="526" y="22"/>
                      </a:lnTo>
                      <a:lnTo>
                        <a:pt x="520" y="24"/>
                      </a:lnTo>
                      <a:lnTo>
                        <a:pt x="520" y="24"/>
                      </a:lnTo>
                      <a:lnTo>
                        <a:pt x="524" y="18"/>
                      </a:lnTo>
                      <a:lnTo>
                        <a:pt x="524" y="16"/>
                      </a:lnTo>
                      <a:lnTo>
                        <a:pt x="520" y="14"/>
                      </a:lnTo>
                      <a:lnTo>
                        <a:pt x="520" y="14"/>
                      </a:lnTo>
                      <a:lnTo>
                        <a:pt x="512" y="16"/>
                      </a:lnTo>
                      <a:lnTo>
                        <a:pt x="506" y="18"/>
                      </a:lnTo>
                      <a:lnTo>
                        <a:pt x="506" y="18"/>
                      </a:lnTo>
                      <a:lnTo>
                        <a:pt x="502" y="20"/>
                      </a:lnTo>
                      <a:lnTo>
                        <a:pt x="502" y="20"/>
                      </a:lnTo>
                      <a:lnTo>
                        <a:pt x="500" y="20"/>
                      </a:lnTo>
                      <a:lnTo>
                        <a:pt x="500" y="22"/>
                      </a:lnTo>
                      <a:lnTo>
                        <a:pt x="500" y="24"/>
                      </a:lnTo>
                      <a:lnTo>
                        <a:pt x="504" y="26"/>
                      </a:lnTo>
                      <a:lnTo>
                        <a:pt x="504" y="26"/>
                      </a:lnTo>
                      <a:close/>
                      <a:moveTo>
                        <a:pt x="616" y="64"/>
                      </a:moveTo>
                      <a:lnTo>
                        <a:pt x="616" y="64"/>
                      </a:lnTo>
                      <a:lnTo>
                        <a:pt x="628" y="68"/>
                      </a:lnTo>
                      <a:lnTo>
                        <a:pt x="628" y="68"/>
                      </a:lnTo>
                      <a:lnTo>
                        <a:pt x="628" y="66"/>
                      </a:lnTo>
                      <a:lnTo>
                        <a:pt x="630" y="66"/>
                      </a:lnTo>
                      <a:lnTo>
                        <a:pt x="630" y="66"/>
                      </a:lnTo>
                      <a:lnTo>
                        <a:pt x="634" y="70"/>
                      </a:lnTo>
                      <a:lnTo>
                        <a:pt x="634" y="70"/>
                      </a:lnTo>
                      <a:lnTo>
                        <a:pt x="640" y="70"/>
                      </a:lnTo>
                      <a:lnTo>
                        <a:pt x="640" y="70"/>
                      </a:lnTo>
                      <a:lnTo>
                        <a:pt x="642" y="58"/>
                      </a:lnTo>
                      <a:lnTo>
                        <a:pt x="642" y="52"/>
                      </a:lnTo>
                      <a:lnTo>
                        <a:pt x="642" y="48"/>
                      </a:lnTo>
                      <a:lnTo>
                        <a:pt x="642" y="48"/>
                      </a:lnTo>
                      <a:lnTo>
                        <a:pt x="638" y="46"/>
                      </a:lnTo>
                      <a:lnTo>
                        <a:pt x="636" y="44"/>
                      </a:lnTo>
                      <a:lnTo>
                        <a:pt x="636" y="44"/>
                      </a:lnTo>
                      <a:lnTo>
                        <a:pt x="634" y="40"/>
                      </a:lnTo>
                      <a:lnTo>
                        <a:pt x="634" y="40"/>
                      </a:lnTo>
                      <a:lnTo>
                        <a:pt x="632" y="40"/>
                      </a:lnTo>
                      <a:lnTo>
                        <a:pt x="628" y="38"/>
                      </a:lnTo>
                      <a:lnTo>
                        <a:pt x="620" y="38"/>
                      </a:lnTo>
                      <a:lnTo>
                        <a:pt x="620" y="38"/>
                      </a:lnTo>
                      <a:lnTo>
                        <a:pt x="618" y="44"/>
                      </a:lnTo>
                      <a:lnTo>
                        <a:pt x="614" y="48"/>
                      </a:lnTo>
                      <a:lnTo>
                        <a:pt x="614" y="48"/>
                      </a:lnTo>
                      <a:lnTo>
                        <a:pt x="612" y="50"/>
                      </a:lnTo>
                      <a:lnTo>
                        <a:pt x="610" y="50"/>
                      </a:lnTo>
                      <a:lnTo>
                        <a:pt x="610" y="50"/>
                      </a:lnTo>
                      <a:lnTo>
                        <a:pt x="610" y="54"/>
                      </a:lnTo>
                      <a:lnTo>
                        <a:pt x="610" y="54"/>
                      </a:lnTo>
                      <a:lnTo>
                        <a:pt x="608" y="56"/>
                      </a:lnTo>
                      <a:lnTo>
                        <a:pt x="608" y="56"/>
                      </a:lnTo>
                      <a:lnTo>
                        <a:pt x="608" y="60"/>
                      </a:lnTo>
                      <a:lnTo>
                        <a:pt x="608" y="62"/>
                      </a:lnTo>
                      <a:lnTo>
                        <a:pt x="608" y="62"/>
                      </a:lnTo>
                      <a:lnTo>
                        <a:pt x="610" y="62"/>
                      </a:lnTo>
                      <a:lnTo>
                        <a:pt x="610" y="60"/>
                      </a:lnTo>
                      <a:lnTo>
                        <a:pt x="610" y="60"/>
                      </a:lnTo>
                      <a:lnTo>
                        <a:pt x="614" y="62"/>
                      </a:lnTo>
                      <a:lnTo>
                        <a:pt x="614" y="62"/>
                      </a:lnTo>
                      <a:lnTo>
                        <a:pt x="616" y="64"/>
                      </a:lnTo>
                      <a:lnTo>
                        <a:pt x="616" y="64"/>
                      </a:lnTo>
                      <a:close/>
                      <a:moveTo>
                        <a:pt x="682" y="74"/>
                      </a:moveTo>
                      <a:lnTo>
                        <a:pt x="682" y="74"/>
                      </a:lnTo>
                      <a:lnTo>
                        <a:pt x="682" y="74"/>
                      </a:lnTo>
                      <a:lnTo>
                        <a:pt x="680" y="72"/>
                      </a:lnTo>
                      <a:lnTo>
                        <a:pt x="680" y="70"/>
                      </a:lnTo>
                      <a:lnTo>
                        <a:pt x="676" y="70"/>
                      </a:lnTo>
                      <a:lnTo>
                        <a:pt x="676" y="74"/>
                      </a:lnTo>
                      <a:lnTo>
                        <a:pt x="676" y="74"/>
                      </a:lnTo>
                      <a:lnTo>
                        <a:pt x="672" y="74"/>
                      </a:lnTo>
                      <a:lnTo>
                        <a:pt x="668" y="74"/>
                      </a:lnTo>
                      <a:lnTo>
                        <a:pt x="668" y="74"/>
                      </a:lnTo>
                      <a:lnTo>
                        <a:pt x="668" y="68"/>
                      </a:lnTo>
                      <a:lnTo>
                        <a:pt x="668" y="68"/>
                      </a:lnTo>
                      <a:lnTo>
                        <a:pt x="668" y="66"/>
                      </a:lnTo>
                      <a:lnTo>
                        <a:pt x="668" y="66"/>
                      </a:lnTo>
                      <a:lnTo>
                        <a:pt x="666" y="58"/>
                      </a:lnTo>
                      <a:lnTo>
                        <a:pt x="666" y="58"/>
                      </a:lnTo>
                      <a:lnTo>
                        <a:pt x="668" y="56"/>
                      </a:lnTo>
                      <a:lnTo>
                        <a:pt x="668" y="52"/>
                      </a:lnTo>
                      <a:lnTo>
                        <a:pt x="668" y="52"/>
                      </a:lnTo>
                      <a:lnTo>
                        <a:pt x="666" y="48"/>
                      </a:lnTo>
                      <a:lnTo>
                        <a:pt x="666" y="48"/>
                      </a:lnTo>
                      <a:lnTo>
                        <a:pt x="670" y="44"/>
                      </a:lnTo>
                      <a:lnTo>
                        <a:pt x="670" y="40"/>
                      </a:lnTo>
                      <a:lnTo>
                        <a:pt x="668" y="36"/>
                      </a:lnTo>
                      <a:lnTo>
                        <a:pt x="668" y="36"/>
                      </a:lnTo>
                      <a:lnTo>
                        <a:pt x="664" y="34"/>
                      </a:lnTo>
                      <a:lnTo>
                        <a:pt x="664" y="34"/>
                      </a:lnTo>
                      <a:lnTo>
                        <a:pt x="664" y="32"/>
                      </a:lnTo>
                      <a:lnTo>
                        <a:pt x="664" y="32"/>
                      </a:lnTo>
                      <a:lnTo>
                        <a:pt x="662" y="28"/>
                      </a:lnTo>
                      <a:lnTo>
                        <a:pt x="658" y="28"/>
                      </a:lnTo>
                      <a:lnTo>
                        <a:pt x="648" y="26"/>
                      </a:lnTo>
                      <a:lnTo>
                        <a:pt x="648" y="22"/>
                      </a:lnTo>
                      <a:lnTo>
                        <a:pt x="648" y="22"/>
                      </a:lnTo>
                      <a:lnTo>
                        <a:pt x="646" y="22"/>
                      </a:lnTo>
                      <a:lnTo>
                        <a:pt x="644" y="24"/>
                      </a:lnTo>
                      <a:lnTo>
                        <a:pt x="642" y="28"/>
                      </a:lnTo>
                      <a:lnTo>
                        <a:pt x="642" y="28"/>
                      </a:lnTo>
                      <a:lnTo>
                        <a:pt x="640" y="28"/>
                      </a:lnTo>
                      <a:lnTo>
                        <a:pt x="640" y="28"/>
                      </a:lnTo>
                      <a:lnTo>
                        <a:pt x="634" y="24"/>
                      </a:lnTo>
                      <a:lnTo>
                        <a:pt x="628" y="22"/>
                      </a:lnTo>
                      <a:lnTo>
                        <a:pt x="628" y="22"/>
                      </a:lnTo>
                      <a:lnTo>
                        <a:pt x="622" y="22"/>
                      </a:lnTo>
                      <a:lnTo>
                        <a:pt x="618" y="20"/>
                      </a:lnTo>
                      <a:lnTo>
                        <a:pt x="618" y="20"/>
                      </a:lnTo>
                      <a:lnTo>
                        <a:pt x="616" y="18"/>
                      </a:lnTo>
                      <a:lnTo>
                        <a:pt x="614" y="14"/>
                      </a:lnTo>
                      <a:lnTo>
                        <a:pt x="614" y="14"/>
                      </a:lnTo>
                      <a:lnTo>
                        <a:pt x="608" y="10"/>
                      </a:lnTo>
                      <a:lnTo>
                        <a:pt x="608" y="10"/>
                      </a:lnTo>
                      <a:lnTo>
                        <a:pt x="608" y="8"/>
                      </a:lnTo>
                      <a:lnTo>
                        <a:pt x="608" y="8"/>
                      </a:lnTo>
                      <a:lnTo>
                        <a:pt x="610" y="8"/>
                      </a:lnTo>
                      <a:lnTo>
                        <a:pt x="610" y="8"/>
                      </a:lnTo>
                      <a:lnTo>
                        <a:pt x="614" y="2"/>
                      </a:lnTo>
                      <a:lnTo>
                        <a:pt x="614" y="2"/>
                      </a:lnTo>
                      <a:lnTo>
                        <a:pt x="620" y="4"/>
                      </a:lnTo>
                      <a:lnTo>
                        <a:pt x="620" y="4"/>
                      </a:lnTo>
                      <a:lnTo>
                        <a:pt x="624" y="2"/>
                      </a:lnTo>
                      <a:lnTo>
                        <a:pt x="624" y="2"/>
                      </a:lnTo>
                      <a:lnTo>
                        <a:pt x="624" y="4"/>
                      </a:lnTo>
                      <a:lnTo>
                        <a:pt x="624" y="4"/>
                      </a:lnTo>
                      <a:lnTo>
                        <a:pt x="634" y="6"/>
                      </a:lnTo>
                      <a:lnTo>
                        <a:pt x="634" y="6"/>
                      </a:lnTo>
                      <a:lnTo>
                        <a:pt x="640" y="6"/>
                      </a:lnTo>
                      <a:lnTo>
                        <a:pt x="644" y="6"/>
                      </a:lnTo>
                      <a:lnTo>
                        <a:pt x="644" y="6"/>
                      </a:lnTo>
                      <a:lnTo>
                        <a:pt x="650" y="10"/>
                      </a:lnTo>
                      <a:lnTo>
                        <a:pt x="650" y="10"/>
                      </a:lnTo>
                      <a:lnTo>
                        <a:pt x="650" y="14"/>
                      </a:lnTo>
                      <a:lnTo>
                        <a:pt x="650" y="14"/>
                      </a:lnTo>
                      <a:lnTo>
                        <a:pt x="660" y="14"/>
                      </a:lnTo>
                      <a:lnTo>
                        <a:pt x="674" y="10"/>
                      </a:lnTo>
                      <a:lnTo>
                        <a:pt x="674" y="10"/>
                      </a:lnTo>
                      <a:lnTo>
                        <a:pt x="676" y="16"/>
                      </a:lnTo>
                      <a:lnTo>
                        <a:pt x="676" y="16"/>
                      </a:lnTo>
                      <a:lnTo>
                        <a:pt x="680" y="16"/>
                      </a:lnTo>
                      <a:lnTo>
                        <a:pt x="684" y="16"/>
                      </a:lnTo>
                      <a:lnTo>
                        <a:pt x="684" y="16"/>
                      </a:lnTo>
                      <a:lnTo>
                        <a:pt x="686" y="20"/>
                      </a:lnTo>
                      <a:lnTo>
                        <a:pt x="686" y="20"/>
                      </a:lnTo>
                      <a:lnTo>
                        <a:pt x="696" y="22"/>
                      </a:lnTo>
                      <a:lnTo>
                        <a:pt x="696" y="22"/>
                      </a:lnTo>
                      <a:lnTo>
                        <a:pt x="696" y="26"/>
                      </a:lnTo>
                      <a:lnTo>
                        <a:pt x="696" y="26"/>
                      </a:lnTo>
                      <a:lnTo>
                        <a:pt x="690" y="28"/>
                      </a:lnTo>
                      <a:lnTo>
                        <a:pt x="682" y="28"/>
                      </a:lnTo>
                      <a:lnTo>
                        <a:pt x="682" y="30"/>
                      </a:lnTo>
                      <a:lnTo>
                        <a:pt x="682" y="30"/>
                      </a:lnTo>
                      <a:lnTo>
                        <a:pt x="686" y="32"/>
                      </a:lnTo>
                      <a:lnTo>
                        <a:pt x="686" y="32"/>
                      </a:lnTo>
                      <a:lnTo>
                        <a:pt x="684" y="36"/>
                      </a:lnTo>
                      <a:lnTo>
                        <a:pt x="684" y="36"/>
                      </a:lnTo>
                      <a:lnTo>
                        <a:pt x="686" y="36"/>
                      </a:lnTo>
                      <a:lnTo>
                        <a:pt x="686" y="36"/>
                      </a:lnTo>
                      <a:lnTo>
                        <a:pt x="688" y="32"/>
                      </a:lnTo>
                      <a:lnTo>
                        <a:pt x="688" y="32"/>
                      </a:lnTo>
                      <a:lnTo>
                        <a:pt x="694" y="32"/>
                      </a:lnTo>
                      <a:lnTo>
                        <a:pt x="700" y="34"/>
                      </a:lnTo>
                      <a:lnTo>
                        <a:pt x="700" y="34"/>
                      </a:lnTo>
                      <a:lnTo>
                        <a:pt x="700" y="40"/>
                      </a:lnTo>
                      <a:lnTo>
                        <a:pt x="700" y="40"/>
                      </a:lnTo>
                      <a:lnTo>
                        <a:pt x="702" y="38"/>
                      </a:lnTo>
                      <a:lnTo>
                        <a:pt x="702" y="36"/>
                      </a:lnTo>
                      <a:lnTo>
                        <a:pt x="702" y="36"/>
                      </a:lnTo>
                      <a:lnTo>
                        <a:pt x="716" y="40"/>
                      </a:lnTo>
                      <a:lnTo>
                        <a:pt x="716" y="42"/>
                      </a:lnTo>
                      <a:lnTo>
                        <a:pt x="716" y="42"/>
                      </a:lnTo>
                      <a:lnTo>
                        <a:pt x="718" y="42"/>
                      </a:lnTo>
                      <a:lnTo>
                        <a:pt x="718" y="40"/>
                      </a:lnTo>
                      <a:lnTo>
                        <a:pt x="718" y="40"/>
                      </a:lnTo>
                      <a:lnTo>
                        <a:pt x="722" y="42"/>
                      </a:lnTo>
                      <a:lnTo>
                        <a:pt x="726" y="44"/>
                      </a:lnTo>
                      <a:lnTo>
                        <a:pt x="726" y="38"/>
                      </a:lnTo>
                      <a:lnTo>
                        <a:pt x="726" y="38"/>
                      </a:lnTo>
                      <a:lnTo>
                        <a:pt x="734" y="42"/>
                      </a:lnTo>
                      <a:lnTo>
                        <a:pt x="744" y="42"/>
                      </a:lnTo>
                      <a:lnTo>
                        <a:pt x="744" y="42"/>
                      </a:lnTo>
                      <a:lnTo>
                        <a:pt x="744" y="40"/>
                      </a:lnTo>
                      <a:lnTo>
                        <a:pt x="744" y="40"/>
                      </a:lnTo>
                      <a:lnTo>
                        <a:pt x="748" y="38"/>
                      </a:lnTo>
                      <a:lnTo>
                        <a:pt x="748" y="38"/>
                      </a:lnTo>
                      <a:lnTo>
                        <a:pt x="756" y="38"/>
                      </a:lnTo>
                      <a:lnTo>
                        <a:pt x="762" y="38"/>
                      </a:lnTo>
                      <a:lnTo>
                        <a:pt x="762" y="34"/>
                      </a:lnTo>
                      <a:lnTo>
                        <a:pt x="762" y="34"/>
                      </a:lnTo>
                      <a:lnTo>
                        <a:pt x="768" y="34"/>
                      </a:lnTo>
                      <a:lnTo>
                        <a:pt x="770" y="32"/>
                      </a:lnTo>
                      <a:lnTo>
                        <a:pt x="770" y="32"/>
                      </a:lnTo>
                      <a:lnTo>
                        <a:pt x="774" y="32"/>
                      </a:lnTo>
                      <a:lnTo>
                        <a:pt x="776" y="34"/>
                      </a:lnTo>
                      <a:lnTo>
                        <a:pt x="780" y="36"/>
                      </a:lnTo>
                      <a:lnTo>
                        <a:pt x="780" y="36"/>
                      </a:lnTo>
                      <a:lnTo>
                        <a:pt x="784" y="34"/>
                      </a:lnTo>
                      <a:lnTo>
                        <a:pt x="786" y="34"/>
                      </a:lnTo>
                      <a:lnTo>
                        <a:pt x="786" y="34"/>
                      </a:lnTo>
                      <a:lnTo>
                        <a:pt x="802" y="34"/>
                      </a:lnTo>
                      <a:lnTo>
                        <a:pt x="802" y="34"/>
                      </a:lnTo>
                      <a:lnTo>
                        <a:pt x="802" y="38"/>
                      </a:lnTo>
                      <a:lnTo>
                        <a:pt x="806" y="40"/>
                      </a:lnTo>
                      <a:lnTo>
                        <a:pt x="806" y="40"/>
                      </a:lnTo>
                      <a:lnTo>
                        <a:pt x="810" y="40"/>
                      </a:lnTo>
                      <a:lnTo>
                        <a:pt x="812" y="38"/>
                      </a:lnTo>
                      <a:lnTo>
                        <a:pt x="812" y="38"/>
                      </a:lnTo>
                      <a:lnTo>
                        <a:pt x="816" y="38"/>
                      </a:lnTo>
                      <a:lnTo>
                        <a:pt x="820" y="40"/>
                      </a:lnTo>
                      <a:lnTo>
                        <a:pt x="826" y="44"/>
                      </a:lnTo>
                      <a:lnTo>
                        <a:pt x="826" y="44"/>
                      </a:lnTo>
                      <a:lnTo>
                        <a:pt x="830" y="44"/>
                      </a:lnTo>
                      <a:lnTo>
                        <a:pt x="830" y="44"/>
                      </a:lnTo>
                      <a:lnTo>
                        <a:pt x="832" y="50"/>
                      </a:lnTo>
                      <a:lnTo>
                        <a:pt x="832" y="52"/>
                      </a:lnTo>
                      <a:lnTo>
                        <a:pt x="830" y="54"/>
                      </a:lnTo>
                      <a:lnTo>
                        <a:pt x="830" y="54"/>
                      </a:lnTo>
                      <a:lnTo>
                        <a:pt x="822" y="60"/>
                      </a:lnTo>
                      <a:lnTo>
                        <a:pt x="822" y="60"/>
                      </a:lnTo>
                      <a:lnTo>
                        <a:pt x="822" y="58"/>
                      </a:lnTo>
                      <a:lnTo>
                        <a:pt x="822" y="60"/>
                      </a:lnTo>
                      <a:lnTo>
                        <a:pt x="822" y="60"/>
                      </a:lnTo>
                      <a:lnTo>
                        <a:pt x="822" y="64"/>
                      </a:lnTo>
                      <a:lnTo>
                        <a:pt x="822" y="66"/>
                      </a:lnTo>
                      <a:lnTo>
                        <a:pt x="822" y="64"/>
                      </a:lnTo>
                      <a:lnTo>
                        <a:pt x="822" y="64"/>
                      </a:lnTo>
                      <a:lnTo>
                        <a:pt x="820" y="68"/>
                      </a:lnTo>
                      <a:lnTo>
                        <a:pt x="820" y="68"/>
                      </a:lnTo>
                      <a:lnTo>
                        <a:pt x="806" y="70"/>
                      </a:lnTo>
                      <a:lnTo>
                        <a:pt x="794" y="70"/>
                      </a:lnTo>
                      <a:lnTo>
                        <a:pt x="794" y="70"/>
                      </a:lnTo>
                      <a:lnTo>
                        <a:pt x="792" y="68"/>
                      </a:lnTo>
                      <a:lnTo>
                        <a:pt x="792" y="68"/>
                      </a:lnTo>
                      <a:lnTo>
                        <a:pt x="792" y="68"/>
                      </a:lnTo>
                      <a:lnTo>
                        <a:pt x="792" y="70"/>
                      </a:lnTo>
                      <a:lnTo>
                        <a:pt x="792" y="70"/>
                      </a:lnTo>
                      <a:lnTo>
                        <a:pt x="790" y="70"/>
                      </a:lnTo>
                      <a:lnTo>
                        <a:pt x="788" y="70"/>
                      </a:lnTo>
                      <a:lnTo>
                        <a:pt x="788" y="70"/>
                      </a:lnTo>
                      <a:lnTo>
                        <a:pt x="784" y="68"/>
                      </a:lnTo>
                      <a:lnTo>
                        <a:pt x="784" y="68"/>
                      </a:lnTo>
                      <a:lnTo>
                        <a:pt x="782" y="64"/>
                      </a:lnTo>
                      <a:lnTo>
                        <a:pt x="782" y="64"/>
                      </a:lnTo>
                      <a:lnTo>
                        <a:pt x="780" y="64"/>
                      </a:lnTo>
                      <a:lnTo>
                        <a:pt x="780" y="64"/>
                      </a:lnTo>
                      <a:lnTo>
                        <a:pt x="780" y="70"/>
                      </a:lnTo>
                      <a:lnTo>
                        <a:pt x="780" y="70"/>
                      </a:lnTo>
                      <a:lnTo>
                        <a:pt x="778" y="70"/>
                      </a:lnTo>
                      <a:lnTo>
                        <a:pt x="778" y="70"/>
                      </a:lnTo>
                      <a:lnTo>
                        <a:pt x="778" y="70"/>
                      </a:lnTo>
                      <a:lnTo>
                        <a:pt x="762" y="72"/>
                      </a:lnTo>
                      <a:lnTo>
                        <a:pt x="762" y="72"/>
                      </a:lnTo>
                      <a:lnTo>
                        <a:pt x="754" y="70"/>
                      </a:lnTo>
                      <a:lnTo>
                        <a:pt x="754" y="70"/>
                      </a:lnTo>
                      <a:lnTo>
                        <a:pt x="750" y="72"/>
                      </a:lnTo>
                      <a:lnTo>
                        <a:pt x="750" y="72"/>
                      </a:lnTo>
                      <a:lnTo>
                        <a:pt x="750" y="70"/>
                      </a:lnTo>
                      <a:lnTo>
                        <a:pt x="748" y="68"/>
                      </a:lnTo>
                      <a:lnTo>
                        <a:pt x="748" y="72"/>
                      </a:lnTo>
                      <a:lnTo>
                        <a:pt x="748" y="72"/>
                      </a:lnTo>
                      <a:lnTo>
                        <a:pt x="736" y="72"/>
                      </a:lnTo>
                      <a:lnTo>
                        <a:pt x="736" y="72"/>
                      </a:lnTo>
                      <a:lnTo>
                        <a:pt x="736" y="70"/>
                      </a:lnTo>
                      <a:lnTo>
                        <a:pt x="736" y="68"/>
                      </a:lnTo>
                      <a:lnTo>
                        <a:pt x="736" y="68"/>
                      </a:lnTo>
                      <a:lnTo>
                        <a:pt x="730" y="68"/>
                      </a:lnTo>
                      <a:lnTo>
                        <a:pt x="730" y="72"/>
                      </a:lnTo>
                      <a:lnTo>
                        <a:pt x="730" y="72"/>
                      </a:lnTo>
                      <a:lnTo>
                        <a:pt x="724" y="72"/>
                      </a:lnTo>
                      <a:lnTo>
                        <a:pt x="722" y="70"/>
                      </a:lnTo>
                      <a:lnTo>
                        <a:pt x="722" y="70"/>
                      </a:lnTo>
                      <a:lnTo>
                        <a:pt x="716" y="74"/>
                      </a:lnTo>
                      <a:lnTo>
                        <a:pt x="716" y="74"/>
                      </a:lnTo>
                      <a:lnTo>
                        <a:pt x="712" y="74"/>
                      </a:lnTo>
                      <a:lnTo>
                        <a:pt x="710" y="72"/>
                      </a:lnTo>
                      <a:lnTo>
                        <a:pt x="710" y="72"/>
                      </a:lnTo>
                      <a:lnTo>
                        <a:pt x="706" y="62"/>
                      </a:lnTo>
                      <a:lnTo>
                        <a:pt x="700" y="66"/>
                      </a:lnTo>
                      <a:lnTo>
                        <a:pt x="700" y="66"/>
                      </a:lnTo>
                      <a:lnTo>
                        <a:pt x="700" y="68"/>
                      </a:lnTo>
                      <a:lnTo>
                        <a:pt x="700" y="70"/>
                      </a:lnTo>
                      <a:lnTo>
                        <a:pt x="700" y="70"/>
                      </a:lnTo>
                      <a:lnTo>
                        <a:pt x="682" y="74"/>
                      </a:lnTo>
                      <a:lnTo>
                        <a:pt x="682" y="74"/>
                      </a:lnTo>
                      <a:close/>
                      <a:moveTo>
                        <a:pt x="348" y="36"/>
                      </a:moveTo>
                      <a:lnTo>
                        <a:pt x="348" y="36"/>
                      </a:lnTo>
                      <a:lnTo>
                        <a:pt x="342" y="38"/>
                      </a:lnTo>
                      <a:lnTo>
                        <a:pt x="342" y="38"/>
                      </a:lnTo>
                      <a:lnTo>
                        <a:pt x="336" y="38"/>
                      </a:lnTo>
                      <a:lnTo>
                        <a:pt x="336" y="38"/>
                      </a:lnTo>
                      <a:lnTo>
                        <a:pt x="336" y="38"/>
                      </a:lnTo>
                      <a:lnTo>
                        <a:pt x="334" y="40"/>
                      </a:lnTo>
                      <a:lnTo>
                        <a:pt x="336" y="44"/>
                      </a:lnTo>
                      <a:lnTo>
                        <a:pt x="336" y="44"/>
                      </a:lnTo>
                      <a:lnTo>
                        <a:pt x="344" y="42"/>
                      </a:lnTo>
                      <a:lnTo>
                        <a:pt x="346" y="44"/>
                      </a:lnTo>
                      <a:lnTo>
                        <a:pt x="344" y="44"/>
                      </a:lnTo>
                      <a:lnTo>
                        <a:pt x="342" y="46"/>
                      </a:lnTo>
                      <a:lnTo>
                        <a:pt x="342" y="46"/>
                      </a:lnTo>
                      <a:lnTo>
                        <a:pt x="334" y="48"/>
                      </a:lnTo>
                      <a:lnTo>
                        <a:pt x="334" y="48"/>
                      </a:lnTo>
                      <a:lnTo>
                        <a:pt x="332" y="50"/>
                      </a:lnTo>
                      <a:lnTo>
                        <a:pt x="332" y="50"/>
                      </a:lnTo>
                      <a:lnTo>
                        <a:pt x="332" y="52"/>
                      </a:lnTo>
                      <a:lnTo>
                        <a:pt x="332" y="52"/>
                      </a:lnTo>
                      <a:lnTo>
                        <a:pt x="336" y="54"/>
                      </a:lnTo>
                      <a:lnTo>
                        <a:pt x="340" y="54"/>
                      </a:lnTo>
                      <a:lnTo>
                        <a:pt x="348" y="52"/>
                      </a:lnTo>
                      <a:lnTo>
                        <a:pt x="348" y="52"/>
                      </a:lnTo>
                      <a:lnTo>
                        <a:pt x="348" y="52"/>
                      </a:lnTo>
                      <a:lnTo>
                        <a:pt x="350" y="52"/>
                      </a:lnTo>
                      <a:lnTo>
                        <a:pt x="350" y="52"/>
                      </a:lnTo>
                      <a:lnTo>
                        <a:pt x="350" y="56"/>
                      </a:lnTo>
                      <a:lnTo>
                        <a:pt x="350" y="56"/>
                      </a:lnTo>
                      <a:lnTo>
                        <a:pt x="352" y="56"/>
                      </a:lnTo>
                      <a:lnTo>
                        <a:pt x="352" y="56"/>
                      </a:lnTo>
                      <a:lnTo>
                        <a:pt x="352" y="50"/>
                      </a:lnTo>
                      <a:lnTo>
                        <a:pt x="352" y="50"/>
                      </a:lnTo>
                      <a:lnTo>
                        <a:pt x="356" y="50"/>
                      </a:lnTo>
                      <a:lnTo>
                        <a:pt x="356" y="50"/>
                      </a:lnTo>
                      <a:lnTo>
                        <a:pt x="356" y="54"/>
                      </a:lnTo>
                      <a:lnTo>
                        <a:pt x="356" y="58"/>
                      </a:lnTo>
                      <a:lnTo>
                        <a:pt x="356" y="58"/>
                      </a:lnTo>
                      <a:lnTo>
                        <a:pt x="360" y="58"/>
                      </a:lnTo>
                      <a:lnTo>
                        <a:pt x="360" y="58"/>
                      </a:lnTo>
                      <a:lnTo>
                        <a:pt x="362" y="54"/>
                      </a:lnTo>
                      <a:lnTo>
                        <a:pt x="364" y="54"/>
                      </a:lnTo>
                      <a:lnTo>
                        <a:pt x="364" y="54"/>
                      </a:lnTo>
                      <a:lnTo>
                        <a:pt x="364" y="52"/>
                      </a:lnTo>
                      <a:lnTo>
                        <a:pt x="364" y="48"/>
                      </a:lnTo>
                      <a:lnTo>
                        <a:pt x="364" y="46"/>
                      </a:lnTo>
                      <a:lnTo>
                        <a:pt x="366" y="46"/>
                      </a:lnTo>
                      <a:lnTo>
                        <a:pt x="366" y="46"/>
                      </a:lnTo>
                      <a:lnTo>
                        <a:pt x="364" y="44"/>
                      </a:lnTo>
                      <a:lnTo>
                        <a:pt x="364" y="42"/>
                      </a:lnTo>
                      <a:lnTo>
                        <a:pt x="364" y="42"/>
                      </a:lnTo>
                      <a:lnTo>
                        <a:pt x="364" y="38"/>
                      </a:lnTo>
                      <a:lnTo>
                        <a:pt x="364" y="38"/>
                      </a:lnTo>
                      <a:lnTo>
                        <a:pt x="368" y="38"/>
                      </a:lnTo>
                      <a:lnTo>
                        <a:pt x="368" y="38"/>
                      </a:lnTo>
                      <a:lnTo>
                        <a:pt x="368" y="52"/>
                      </a:lnTo>
                      <a:lnTo>
                        <a:pt x="368" y="52"/>
                      </a:lnTo>
                      <a:lnTo>
                        <a:pt x="378" y="52"/>
                      </a:lnTo>
                      <a:lnTo>
                        <a:pt x="382" y="52"/>
                      </a:lnTo>
                      <a:lnTo>
                        <a:pt x="388" y="50"/>
                      </a:lnTo>
                      <a:lnTo>
                        <a:pt x="388" y="50"/>
                      </a:lnTo>
                      <a:lnTo>
                        <a:pt x="390" y="46"/>
                      </a:lnTo>
                      <a:lnTo>
                        <a:pt x="390" y="46"/>
                      </a:lnTo>
                      <a:lnTo>
                        <a:pt x="394" y="46"/>
                      </a:lnTo>
                      <a:lnTo>
                        <a:pt x="394" y="46"/>
                      </a:lnTo>
                      <a:lnTo>
                        <a:pt x="396" y="50"/>
                      </a:lnTo>
                      <a:lnTo>
                        <a:pt x="396" y="50"/>
                      </a:lnTo>
                      <a:lnTo>
                        <a:pt x="400" y="50"/>
                      </a:lnTo>
                      <a:lnTo>
                        <a:pt x="400" y="48"/>
                      </a:lnTo>
                      <a:lnTo>
                        <a:pt x="400" y="48"/>
                      </a:lnTo>
                      <a:lnTo>
                        <a:pt x="406" y="50"/>
                      </a:lnTo>
                      <a:lnTo>
                        <a:pt x="412" y="48"/>
                      </a:lnTo>
                      <a:lnTo>
                        <a:pt x="412" y="48"/>
                      </a:lnTo>
                      <a:lnTo>
                        <a:pt x="412" y="44"/>
                      </a:lnTo>
                      <a:lnTo>
                        <a:pt x="412" y="44"/>
                      </a:lnTo>
                      <a:lnTo>
                        <a:pt x="414" y="44"/>
                      </a:lnTo>
                      <a:lnTo>
                        <a:pt x="414" y="44"/>
                      </a:lnTo>
                      <a:lnTo>
                        <a:pt x="414" y="48"/>
                      </a:lnTo>
                      <a:lnTo>
                        <a:pt x="414" y="48"/>
                      </a:lnTo>
                      <a:lnTo>
                        <a:pt x="410" y="52"/>
                      </a:lnTo>
                      <a:lnTo>
                        <a:pt x="406" y="56"/>
                      </a:lnTo>
                      <a:lnTo>
                        <a:pt x="406" y="56"/>
                      </a:lnTo>
                      <a:lnTo>
                        <a:pt x="402" y="58"/>
                      </a:lnTo>
                      <a:lnTo>
                        <a:pt x="398" y="58"/>
                      </a:lnTo>
                      <a:lnTo>
                        <a:pt x="388" y="58"/>
                      </a:lnTo>
                      <a:lnTo>
                        <a:pt x="388" y="58"/>
                      </a:lnTo>
                      <a:lnTo>
                        <a:pt x="382" y="60"/>
                      </a:lnTo>
                      <a:lnTo>
                        <a:pt x="382" y="60"/>
                      </a:lnTo>
                      <a:lnTo>
                        <a:pt x="380" y="64"/>
                      </a:lnTo>
                      <a:lnTo>
                        <a:pt x="380" y="64"/>
                      </a:lnTo>
                      <a:lnTo>
                        <a:pt x="376" y="64"/>
                      </a:lnTo>
                      <a:lnTo>
                        <a:pt x="376" y="64"/>
                      </a:lnTo>
                      <a:lnTo>
                        <a:pt x="372" y="64"/>
                      </a:lnTo>
                      <a:lnTo>
                        <a:pt x="370" y="68"/>
                      </a:lnTo>
                      <a:lnTo>
                        <a:pt x="370" y="70"/>
                      </a:lnTo>
                      <a:lnTo>
                        <a:pt x="372" y="74"/>
                      </a:lnTo>
                      <a:lnTo>
                        <a:pt x="372" y="74"/>
                      </a:lnTo>
                      <a:lnTo>
                        <a:pt x="376" y="76"/>
                      </a:lnTo>
                      <a:lnTo>
                        <a:pt x="376" y="76"/>
                      </a:lnTo>
                      <a:lnTo>
                        <a:pt x="386" y="76"/>
                      </a:lnTo>
                      <a:lnTo>
                        <a:pt x="392" y="74"/>
                      </a:lnTo>
                      <a:lnTo>
                        <a:pt x="392" y="74"/>
                      </a:lnTo>
                      <a:lnTo>
                        <a:pt x="396" y="70"/>
                      </a:lnTo>
                      <a:lnTo>
                        <a:pt x="396" y="70"/>
                      </a:lnTo>
                      <a:lnTo>
                        <a:pt x="400" y="70"/>
                      </a:lnTo>
                      <a:lnTo>
                        <a:pt x="404" y="68"/>
                      </a:lnTo>
                      <a:lnTo>
                        <a:pt x="404" y="68"/>
                      </a:lnTo>
                      <a:lnTo>
                        <a:pt x="406" y="64"/>
                      </a:lnTo>
                      <a:lnTo>
                        <a:pt x="410" y="60"/>
                      </a:lnTo>
                      <a:lnTo>
                        <a:pt x="410" y="60"/>
                      </a:lnTo>
                      <a:lnTo>
                        <a:pt x="414" y="60"/>
                      </a:lnTo>
                      <a:lnTo>
                        <a:pt x="418" y="62"/>
                      </a:lnTo>
                      <a:lnTo>
                        <a:pt x="418" y="62"/>
                      </a:lnTo>
                      <a:lnTo>
                        <a:pt x="422" y="58"/>
                      </a:lnTo>
                      <a:lnTo>
                        <a:pt x="422" y="58"/>
                      </a:lnTo>
                      <a:lnTo>
                        <a:pt x="428" y="58"/>
                      </a:lnTo>
                      <a:lnTo>
                        <a:pt x="434" y="56"/>
                      </a:lnTo>
                      <a:lnTo>
                        <a:pt x="434" y="56"/>
                      </a:lnTo>
                      <a:lnTo>
                        <a:pt x="436" y="54"/>
                      </a:lnTo>
                      <a:lnTo>
                        <a:pt x="436" y="54"/>
                      </a:lnTo>
                      <a:lnTo>
                        <a:pt x="440" y="54"/>
                      </a:lnTo>
                      <a:lnTo>
                        <a:pt x="440" y="54"/>
                      </a:lnTo>
                      <a:lnTo>
                        <a:pt x="440" y="56"/>
                      </a:lnTo>
                      <a:lnTo>
                        <a:pt x="440" y="58"/>
                      </a:lnTo>
                      <a:lnTo>
                        <a:pt x="442" y="60"/>
                      </a:lnTo>
                      <a:lnTo>
                        <a:pt x="448" y="60"/>
                      </a:lnTo>
                      <a:lnTo>
                        <a:pt x="448" y="60"/>
                      </a:lnTo>
                      <a:lnTo>
                        <a:pt x="452" y="56"/>
                      </a:lnTo>
                      <a:lnTo>
                        <a:pt x="454" y="52"/>
                      </a:lnTo>
                      <a:lnTo>
                        <a:pt x="454" y="52"/>
                      </a:lnTo>
                      <a:lnTo>
                        <a:pt x="456" y="54"/>
                      </a:lnTo>
                      <a:lnTo>
                        <a:pt x="458" y="54"/>
                      </a:lnTo>
                      <a:lnTo>
                        <a:pt x="458" y="54"/>
                      </a:lnTo>
                      <a:lnTo>
                        <a:pt x="468" y="54"/>
                      </a:lnTo>
                      <a:lnTo>
                        <a:pt x="470" y="54"/>
                      </a:lnTo>
                      <a:lnTo>
                        <a:pt x="474" y="54"/>
                      </a:lnTo>
                      <a:lnTo>
                        <a:pt x="474" y="54"/>
                      </a:lnTo>
                      <a:lnTo>
                        <a:pt x="474" y="54"/>
                      </a:lnTo>
                      <a:lnTo>
                        <a:pt x="478" y="50"/>
                      </a:lnTo>
                      <a:lnTo>
                        <a:pt x="478" y="50"/>
                      </a:lnTo>
                      <a:lnTo>
                        <a:pt x="480" y="50"/>
                      </a:lnTo>
                      <a:lnTo>
                        <a:pt x="480" y="50"/>
                      </a:lnTo>
                      <a:lnTo>
                        <a:pt x="478" y="36"/>
                      </a:lnTo>
                      <a:lnTo>
                        <a:pt x="478" y="30"/>
                      </a:lnTo>
                      <a:lnTo>
                        <a:pt x="476" y="26"/>
                      </a:lnTo>
                      <a:lnTo>
                        <a:pt x="476" y="26"/>
                      </a:lnTo>
                      <a:lnTo>
                        <a:pt x="470" y="22"/>
                      </a:lnTo>
                      <a:lnTo>
                        <a:pt x="470" y="22"/>
                      </a:lnTo>
                      <a:lnTo>
                        <a:pt x="470" y="20"/>
                      </a:lnTo>
                      <a:lnTo>
                        <a:pt x="468" y="22"/>
                      </a:lnTo>
                      <a:lnTo>
                        <a:pt x="468" y="22"/>
                      </a:lnTo>
                      <a:lnTo>
                        <a:pt x="468" y="22"/>
                      </a:lnTo>
                      <a:lnTo>
                        <a:pt x="468" y="28"/>
                      </a:lnTo>
                      <a:lnTo>
                        <a:pt x="470" y="30"/>
                      </a:lnTo>
                      <a:lnTo>
                        <a:pt x="470" y="30"/>
                      </a:lnTo>
                      <a:lnTo>
                        <a:pt x="468" y="32"/>
                      </a:lnTo>
                      <a:lnTo>
                        <a:pt x="466" y="34"/>
                      </a:lnTo>
                      <a:lnTo>
                        <a:pt x="466" y="34"/>
                      </a:lnTo>
                      <a:lnTo>
                        <a:pt x="466" y="38"/>
                      </a:lnTo>
                      <a:lnTo>
                        <a:pt x="466" y="38"/>
                      </a:lnTo>
                      <a:lnTo>
                        <a:pt x="464" y="40"/>
                      </a:lnTo>
                      <a:lnTo>
                        <a:pt x="464" y="40"/>
                      </a:lnTo>
                      <a:lnTo>
                        <a:pt x="462" y="30"/>
                      </a:lnTo>
                      <a:lnTo>
                        <a:pt x="462" y="30"/>
                      </a:lnTo>
                      <a:lnTo>
                        <a:pt x="456" y="32"/>
                      </a:lnTo>
                      <a:lnTo>
                        <a:pt x="456" y="32"/>
                      </a:lnTo>
                      <a:lnTo>
                        <a:pt x="456" y="36"/>
                      </a:lnTo>
                      <a:lnTo>
                        <a:pt x="456" y="36"/>
                      </a:lnTo>
                      <a:lnTo>
                        <a:pt x="454" y="36"/>
                      </a:lnTo>
                      <a:lnTo>
                        <a:pt x="454" y="34"/>
                      </a:lnTo>
                      <a:lnTo>
                        <a:pt x="456" y="32"/>
                      </a:lnTo>
                      <a:lnTo>
                        <a:pt x="456" y="32"/>
                      </a:lnTo>
                      <a:lnTo>
                        <a:pt x="456" y="28"/>
                      </a:lnTo>
                      <a:lnTo>
                        <a:pt x="456" y="22"/>
                      </a:lnTo>
                      <a:lnTo>
                        <a:pt x="456" y="20"/>
                      </a:lnTo>
                      <a:lnTo>
                        <a:pt x="456" y="20"/>
                      </a:lnTo>
                      <a:lnTo>
                        <a:pt x="452" y="20"/>
                      </a:lnTo>
                      <a:lnTo>
                        <a:pt x="452" y="20"/>
                      </a:lnTo>
                      <a:lnTo>
                        <a:pt x="450" y="22"/>
                      </a:lnTo>
                      <a:lnTo>
                        <a:pt x="450" y="22"/>
                      </a:lnTo>
                      <a:lnTo>
                        <a:pt x="446" y="24"/>
                      </a:lnTo>
                      <a:lnTo>
                        <a:pt x="446" y="24"/>
                      </a:lnTo>
                      <a:lnTo>
                        <a:pt x="440" y="16"/>
                      </a:lnTo>
                      <a:lnTo>
                        <a:pt x="440" y="16"/>
                      </a:lnTo>
                      <a:lnTo>
                        <a:pt x="436" y="16"/>
                      </a:lnTo>
                      <a:lnTo>
                        <a:pt x="434" y="14"/>
                      </a:lnTo>
                      <a:lnTo>
                        <a:pt x="434" y="14"/>
                      </a:lnTo>
                      <a:lnTo>
                        <a:pt x="434" y="10"/>
                      </a:lnTo>
                      <a:lnTo>
                        <a:pt x="432" y="6"/>
                      </a:lnTo>
                      <a:lnTo>
                        <a:pt x="432" y="2"/>
                      </a:lnTo>
                      <a:lnTo>
                        <a:pt x="428" y="0"/>
                      </a:lnTo>
                      <a:lnTo>
                        <a:pt x="428" y="4"/>
                      </a:lnTo>
                      <a:lnTo>
                        <a:pt x="426" y="4"/>
                      </a:lnTo>
                      <a:lnTo>
                        <a:pt x="426" y="4"/>
                      </a:lnTo>
                      <a:lnTo>
                        <a:pt x="422" y="2"/>
                      </a:lnTo>
                      <a:lnTo>
                        <a:pt x="422" y="2"/>
                      </a:lnTo>
                      <a:lnTo>
                        <a:pt x="426" y="12"/>
                      </a:lnTo>
                      <a:lnTo>
                        <a:pt x="426" y="12"/>
                      </a:lnTo>
                      <a:lnTo>
                        <a:pt x="424" y="12"/>
                      </a:lnTo>
                      <a:lnTo>
                        <a:pt x="422" y="14"/>
                      </a:lnTo>
                      <a:lnTo>
                        <a:pt x="422" y="14"/>
                      </a:lnTo>
                      <a:lnTo>
                        <a:pt x="424" y="14"/>
                      </a:lnTo>
                      <a:lnTo>
                        <a:pt x="424" y="18"/>
                      </a:lnTo>
                      <a:lnTo>
                        <a:pt x="422" y="24"/>
                      </a:lnTo>
                      <a:lnTo>
                        <a:pt x="422" y="24"/>
                      </a:lnTo>
                      <a:lnTo>
                        <a:pt x="432" y="28"/>
                      </a:lnTo>
                      <a:lnTo>
                        <a:pt x="432" y="28"/>
                      </a:lnTo>
                      <a:lnTo>
                        <a:pt x="428" y="36"/>
                      </a:lnTo>
                      <a:lnTo>
                        <a:pt x="428" y="36"/>
                      </a:lnTo>
                      <a:lnTo>
                        <a:pt x="434" y="36"/>
                      </a:lnTo>
                      <a:lnTo>
                        <a:pt x="434" y="36"/>
                      </a:lnTo>
                      <a:lnTo>
                        <a:pt x="436" y="38"/>
                      </a:lnTo>
                      <a:lnTo>
                        <a:pt x="436" y="38"/>
                      </a:lnTo>
                      <a:lnTo>
                        <a:pt x="436" y="42"/>
                      </a:lnTo>
                      <a:lnTo>
                        <a:pt x="436" y="42"/>
                      </a:lnTo>
                      <a:lnTo>
                        <a:pt x="416" y="40"/>
                      </a:lnTo>
                      <a:lnTo>
                        <a:pt x="416" y="40"/>
                      </a:lnTo>
                      <a:lnTo>
                        <a:pt x="410" y="40"/>
                      </a:lnTo>
                      <a:lnTo>
                        <a:pt x="404" y="40"/>
                      </a:lnTo>
                      <a:lnTo>
                        <a:pt x="404" y="40"/>
                      </a:lnTo>
                      <a:lnTo>
                        <a:pt x="404" y="36"/>
                      </a:lnTo>
                      <a:lnTo>
                        <a:pt x="404" y="36"/>
                      </a:lnTo>
                      <a:lnTo>
                        <a:pt x="398" y="36"/>
                      </a:lnTo>
                      <a:lnTo>
                        <a:pt x="398" y="36"/>
                      </a:lnTo>
                      <a:lnTo>
                        <a:pt x="394" y="32"/>
                      </a:lnTo>
                      <a:lnTo>
                        <a:pt x="394" y="32"/>
                      </a:lnTo>
                      <a:lnTo>
                        <a:pt x="394" y="32"/>
                      </a:lnTo>
                      <a:lnTo>
                        <a:pt x="390" y="30"/>
                      </a:lnTo>
                      <a:lnTo>
                        <a:pt x="384" y="30"/>
                      </a:lnTo>
                      <a:lnTo>
                        <a:pt x="384" y="30"/>
                      </a:lnTo>
                      <a:lnTo>
                        <a:pt x="380" y="28"/>
                      </a:lnTo>
                      <a:lnTo>
                        <a:pt x="378" y="26"/>
                      </a:lnTo>
                      <a:lnTo>
                        <a:pt x="378" y="26"/>
                      </a:lnTo>
                      <a:lnTo>
                        <a:pt x="370" y="24"/>
                      </a:lnTo>
                      <a:lnTo>
                        <a:pt x="364" y="26"/>
                      </a:lnTo>
                      <a:lnTo>
                        <a:pt x="364" y="26"/>
                      </a:lnTo>
                      <a:lnTo>
                        <a:pt x="360" y="22"/>
                      </a:lnTo>
                      <a:lnTo>
                        <a:pt x="360" y="22"/>
                      </a:lnTo>
                      <a:lnTo>
                        <a:pt x="352" y="22"/>
                      </a:lnTo>
                      <a:lnTo>
                        <a:pt x="352" y="26"/>
                      </a:lnTo>
                      <a:lnTo>
                        <a:pt x="352" y="26"/>
                      </a:lnTo>
                      <a:lnTo>
                        <a:pt x="342" y="24"/>
                      </a:lnTo>
                      <a:lnTo>
                        <a:pt x="342" y="24"/>
                      </a:lnTo>
                      <a:lnTo>
                        <a:pt x="342" y="32"/>
                      </a:lnTo>
                      <a:lnTo>
                        <a:pt x="344" y="34"/>
                      </a:lnTo>
                      <a:lnTo>
                        <a:pt x="348" y="36"/>
                      </a:lnTo>
                      <a:lnTo>
                        <a:pt x="348" y="36"/>
                      </a:lnTo>
                      <a:close/>
                      <a:moveTo>
                        <a:pt x="798" y="334"/>
                      </a:moveTo>
                      <a:lnTo>
                        <a:pt x="798" y="334"/>
                      </a:lnTo>
                      <a:lnTo>
                        <a:pt x="792" y="334"/>
                      </a:lnTo>
                      <a:lnTo>
                        <a:pt x="792" y="334"/>
                      </a:lnTo>
                      <a:lnTo>
                        <a:pt x="790" y="338"/>
                      </a:lnTo>
                      <a:lnTo>
                        <a:pt x="790" y="338"/>
                      </a:lnTo>
                      <a:lnTo>
                        <a:pt x="788" y="332"/>
                      </a:lnTo>
                      <a:lnTo>
                        <a:pt x="786" y="324"/>
                      </a:lnTo>
                      <a:lnTo>
                        <a:pt x="784" y="324"/>
                      </a:lnTo>
                      <a:lnTo>
                        <a:pt x="784" y="322"/>
                      </a:lnTo>
                      <a:lnTo>
                        <a:pt x="776" y="316"/>
                      </a:lnTo>
                      <a:lnTo>
                        <a:pt x="776" y="314"/>
                      </a:lnTo>
                      <a:lnTo>
                        <a:pt x="774" y="314"/>
                      </a:lnTo>
                      <a:lnTo>
                        <a:pt x="774" y="314"/>
                      </a:lnTo>
                      <a:lnTo>
                        <a:pt x="774" y="312"/>
                      </a:lnTo>
                      <a:lnTo>
                        <a:pt x="772" y="310"/>
                      </a:lnTo>
                      <a:lnTo>
                        <a:pt x="772" y="310"/>
                      </a:lnTo>
                      <a:lnTo>
                        <a:pt x="768" y="310"/>
                      </a:lnTo>
                      <a:lnTo>
                        <a:pt x="762" y="310"/>
                      </a:lnTo>
                      <a:lnTo>
                        <a:pt x="762" y="308"/>
                      </a:lnTo>
                      <a:lnTo>
                        <a:pt x="762" y="308"/>
                      </a:lnTo>
                      <a:lnTo>
                        <a:pt x="760" y="308"/>
                      </a:lnTo>
                      <a:lnTo>
                        <a:pt x="758" y="308"/>
                      </a:lnTo>
                      <a:lnTo>
                        <a:pt x="758" y="312"/>
                      </a:lnTo>
                      <a:lnTo>
                        <a:pt x="758" y="312"/>
                      </a:lnTo>
                      <a:lnTo>
                        <a:pt x="756" y="310"/>
                      </a:lnTo>
                      <a:lnTo>
                        <a:pt x="754" y="310"/>
                      </a:lnTo>
                      <a:lnTo>
                        <a:pt x="752" y="306"/>
                      </a:lnTo>
                      <a:lnTo>
                        <a:pt x="752" y="306"/>
                      </a:lnTo>
                      <a:lnTo>
                        <a:pt x="756" y="302"/>
                      </a:lnTo>
                      <a:lnTo>
                        <a:pt x="756" y="302"/>
                      </a:lnTo>
                      <a:lnTo>
                        <a:pt x="754" y="300"/>
                      </a:lnTo>
                      <a:lnTo>
                        <a:pt x="750" y="300"/>
                      </a:lnTo>
                      <a:lnTo>
                        <a:pt x="750" y="300"/>
                      </a:lnTo>
                      <a:lnTo>
                        <a:pt x="748" y="314"/>
                      </a:lnTo>
                      <a:lnTo>
                        <a:pt x="750" y="330"/>
                      </a:lnTo>
                      <a:lnTo>
                        <a:pt x="750" y="330"/>
                      </a:lnTo>
                      <a:lnTo>
                        <a:pt x="736" y="340"/>
                      </a:lnTo>
                      <a:lnTo>
                        <a:pt x="736" y="340"/>
                      </a:lnTo>
                      <a:lnTo>
                        <a:pt x="736" y="342"/>
                      </a:lnTo>
                      <a:lnTo>
                        <a:pt x="736" y="344"/>
                      </a:lnTo>
                      <a:lnTo>
                        <a:pt x="736" y="346"/>
                      </a:lnTo>
                      <a:lnTo>
                        <a:pt x="736" y="346"/>
                      </a:lnTo>
                      <a:lnTo>
                        <a:pt x="740" y="348"/>
                      </a:lnTo>
                      <a:lnTo>
                        <a:pt x="742" y="346"/>
                      </a:lnTo>
                      <a:lnTo>
                        <a:pt x="748" y="344"/>
                      </a:lnTo>
                      <a:lnTo>
                        <a:pt x="748" y="344"/>
                      </a:lnTo>
                      <a:lnTo>
                        <a:pt x="750" y="346"/>
                      </a:lnTo>
                      <a:lnTo>
                        <a:pt x="748" y="346"/>
                      </a:lnTo>
                      <a:lnTo>
                        <a:pt x="748" y="346"/>
                      </a:lnTo>
                      <a:lnTo>
                        <a:pt x="750" y="354"/>
                      </a:lnTo>
                      <a:lnTo>
                        <a:pt x="750" y="354"/>
                      </a:lnTo>
                      <a:lnTo>
                        <a:pt x="756" y="354"/>
                      </a:lnTo>
                      <a:lnTo>
                        <a:pt x="762" y="352"/>
                      </a:lnTo>
                      <a:lnTo>
                        <a:pt x="762" y="352"/>
                      </a:lnTo>
                      <a:lnTo>
                        <a:pt x="762" y="350"/>
                      </a:lnTo>
                      <a:lnTo>
                        <a:pt x="762" y="350"/>
                      </a:lnTo>
                      <a:lnTo>
                        <a:pt x="764" y="346"/>
                      </a:lnTo>
                      <a:lnTo>
                        <a:pt x="764" y="346"/>
                      </a:lnTo>
                      <a:lnTo>
                        <a:pt x="764" y="340"/>
                      </a:lnTo>
                      <a:lnTo>
                        <a:pt x="764" y="334"/>
                      </a:lnTo>
                      <a:lnTo>
                        <a:pt x="764" y="334"/>
                      </a:lnTo>
                      <a:lnTo>
                        <a:pt x="770" y="328"/>
                      </a:lnTo>
                      <a:lnTo>
                        <a:pt x="770" y="328"/>
                      </a:lnTo>
                      <a:lnTo>
                        <a:pt x="774" y="328"/>
                      </a:lnTo>
                      <a:lnTo>
                        <a:pt x="774" y="328"/>
                      </a:lnTo>
                      <a:lnTo>
                        <a:pt x="774" y="328"/>
                      </a:lnTo>
                      <a:lnTo>
                        <a:pt x="774" y="326"/>
                      </a:lnTo>
                      <a:lnTo>
                        <a:pt x="778" y="326"/>
                      </a:lnTo>
                      <a:lnTo>
                        <a:pt x="778" y="326"/>
                      </a:lnTo>
                      <a:lnTo>
                        <a:pt x="780" y="332"/>
                      </a:lnTo>
                      <a:lnTo>
                        <a:pt x="780" y="332"/>
                      </a:lnTo>
                      <a:lnTo>
                        <a:pt x="780" y="336"/>
                      </a:lnTo>
                      <a:lnTo>
                        <a:pt x="780" y="336"/>
                      </a:lnTo>
                      <a:lnTo>
                        <a:pt x="776" y="338"/>
                      </a:lnTo>
                      <a:lnTo>
                        <a:pt x="776" y="338"/>
                      </a:lnTo>
                      <a:lnTo>
                        <a:pt x="776" y="340"/>
                      </a:lnTo>
                      <a:lnTo>
                        <a:pt x="776" y="340"/>
                      </a:lnTo>
                      <a:lnTo>
                        <a:pt x="780" y="340"/>
                      </a:lnTo>
                      <a:lnTo>
                        <a:pt x="780" y="340"/>
                      </a:lnTo>
                      <a:lnTo>
                        <a:pt x="782" y="344"/>
                      </a:lnTo>
                      <a:lnTo>
                        <a:pt x="782" y="344"/>
                      </a:lnTo>
                      <a:lnTo>
                        <a:pt x="790" y="344"/>
                      </a:lnTo>
                      <a:lnTo>
                        <a:pt x="798" y="348"/>
                      </a:lnTo>
                      <a:lnTo>
                        <a:pt x="798" y="348"/>
                      </a:lnTo>
                      <a:lnTo>
                        <a:pt x="802" y="344"/>
                      </a:lnTo>
                      <a:lnTo>
                        <a:pt x="802" y="344"/>
                      </a:lnTo>
                      <a:lnTo>
                        <a:pt x="802" y="338"/>
                      </a:lnTo>
                      <a:lnTo>
                        <a:pt x="802" y="338"/>
                      </a:lnTo>
                      <a:lnTo>
                        <a:pt x="804" y="338"/>
                      </a:lnTo>
                      <a:lnTo>
                        <a:pt x="804" y="338"/>
                      </a:lnTo>
                      <a:lnTo>
                        <a:pt x="804" y="334"/>
                      </a:lnTo>
                      <a:lnTo>
                        <a:pt x="804" y="334"/>
                      </a:lnTo>
                      <a:lnTo>
                        <a:pt x="798" y="334"/>
                      </a:lnTo>
                      <a:lnTo>
                        <a:pt x="798" y="334"/>
                      </a:lnTo>
                      <a:close/>
                      <a:moveTo>
                        <a:pt x="1082" y="270"/>
                      </a:moveTo>
                      <a:lnTo>
                        <a:pt x="1082" y="270"/>
                      </a:lnTo>
                      <a:lnTo>
                        <a:pt x="1080" y="270"/>
                      </a:lnTo>
                      <a:lnTo>
                        <a:pt x="1080" y="268"/>
                      </a:lnTo>
                      <a:lnTo>
                        <a:pt x="1080" y="268"/>
                      </a:lnTo>
                      <a:lnTo>
                        <a:pt x="1080" y="268"/>
                      </a:lnTo>
                      <a:lnTo>
                        <a:pt x="1076" y="268"/>
                      </a:lnTo>
                      <a:lnTo>
                        <a:pt x="1076" y="268"/>
                      </a:lnTo>
                      <a:lnTo>
                        <a:pt x="1078" y="270"/>
                      </a:lnTo>
                      <a:lnTo>
                        <a:pt x="1078" y="270"/>
                      </a:lnTo>
                      <a:lnTo>
                        <a:pt x="1078" y="272"/>
                      </a:lnTo>
                      <a:lnTo>
                        <a:pt x="1078" y="274"/>
                      </a:lnTo>
                      <a:lnTo>
                        <a:pt x="1078" y="274"/>
                      </a:lnTo>
                      <a:lnTo>
                        <a:pt x="1078" y="276"/>
                      </a:lnTo>
                      <a:lnTo>
                        <a:pt x="1078" y="276"/>
                      </a:lnTo>
                      <a:lnTo>
                        <a:pt x="1078" y="276"/>
                      </a:lnTo>
                      <a:lnTo>
                        <a:pt x="1078" y="278"/>
                      </a:lnTo>
                      <a:lnTo>
                        <a:pt x="1078" y="276"/>
                      </a:lnTo>
                      <a:lnTo>
                        <a:pt x="1078" y="276"/>
                      </a:lnTo>
                      <a:lnTo>
                        <a:pt x="1076" y="276"/>
                      </a:lnTo>
                      <a:lnTo>
                        <a:pt x="1072" y="276"/>
                      </a:lnTo>
                      <a:lnTo>
                        <a:pt x="1072" y="272"/>
                      </a:lnTo>
                      <a:lnTo>
                        <a:pt x="1072" y="272"/>
                      </a:lnTo>
                      <a:lnTo>
                        <a:pt x="1068" y="272"/>
                      </a:lnTo>
                      <a:lnTo>
                        <a:pt x="1068" y="272"/>
                      </a:lnTo>
                      <a:lnTo>
                        <a:pt x="1066" y="276"/>
                      </a:lnTo>
                      <a:lnTo>
                        <a:pt x="1066" y="276"/>
                      </a:lnTo>
                      <a:lnTo>
                        <a:pt x="1068" y="276"/>
                      </a:lnTo>
                      <a:lnTo>
                        <a:pt x="1068" y="276"/>
                      </a:lnTo>
                      <a:lnTo>
                        <a:pt x="1068" y="280"/>
                      </a:lnTo>
                      <a:lnTo>
                        <a:pt x="1068" y="280"/>
                      </a:lnTo>
                      <a:lnTo>
                        <a:pt x="1062" y="280"/>
                      </a:lnTo>
                      <a:lnTo>
                        <a:pt x="1062" y="280"/>
                      </a:lnTo>
                      <a:lnTo>
                        <a:pt x="1062" y="284"/>
                      </a:lnTo>
                      <a:lnTo>
                        <a:pt x="1062" y="284"/>
                      </a:lnTo>
                      <a:lnTo>
                        <a:pt x="1064" y="286"/>
                      </a:lnTo>
                      <a:lnTo>
                        <a:pt x="1064" y="288"/>
                      </a:lnTo>
                      <a:lnTo>
                        <a:pt x="1064" y="288"/>
                      </a:lnTo>
                      <a:lnTo>
                        <a:pt x="1060" y="288"/>
                      </a:lnTo>
                      <a:lnTo>
                        <a:pt x="1060" y="288"/>
                      </a:lnTo>
                      <a:lnTo>
                        <a:pt x="1060" y="288"/>
                      </a:lnTo>
                      <a:lnTo>
                        <a:pt x="1060" y="290"/>
                      </a:lnTo>
                      <a:lnTo>
                        <a:pt x="1060" y="290"/>
                      </a:lnTo>
                      <a:lnTo>
                        <a:pt x="1062" y="292"/>
                      </a:lnTo>
                      <a:lnTo>
                        <a:pt x="1064" y="292"/>
                      </a:lnTo>
                      <a:lnTo>
                        <a:pt x="1064" y="292"/>
                      </a:lnTo>
                      <a:lnTo>
                        <a:pt x="1064" y="294"/>
                      </a:lnTo>
                      <a:lnTo>
                        <a:pt x="1064" y="294"/>
                      </a:lnTo>
                      <a:lnTo>
                        <a:pt x="1058" y="294"/>
                      </a:lnTo>
                      <a:lnTo>
                        <a:pt x="1058" y="294"/>
                      </a:lnTo>
                      <a:lnTo>
                        <a:pt x="1058" y="294"/>
                      </a:lnTo>
                      <a:lnTo>
                        <a:pt x="1058" y="296"/>
                      </a:lnTo>
                      <a:lnTo>
                        <a:pt x="1054" y="296"/>
                      </a:lnTo>
                      <a:lnTo>
                        <a:pt x="1054" y="296"/>
                      </a:lnTo>
                      <a:lnTo>
                        <a:pt x="1054" y="294"/>
                      </a:lnTo>
                      <a:lnTo>
                        <a:pt x="1052" y="292"/>
                      </a:lnTo>
                      <a:lnTo>
                        <a:pt x="1052" y="292"/>
                      </a:lnTo>
                      <a:lnTo>
                        <a:pt x="1052" y="292"/>
                      </a:lnTo>
                      <a:lnTo>
                        <a:pt x="1052" y="294"/>
                      </a:lnTo>
                      <a:lnTo>
                        <a:pt x="1050" y="296"/>
                      </a:lnTo>
                      <a:lnTo>
                        <a:pt x="1050" y="296"/>
                      </a:lnTo>
                      <a:lnTo>
                        <a:pt x="1054" y="298"/>
                      </a:lnTo>
                      <a:lnTo>
                        <a:pt x="1054" y="298"/>
                      </a:lnTo>
                      <a:lnTo>
                        <a:pt x="1054" y="302"/>
                      </a:lnTo>
                      <a:lnTo>
                        <a:pt x="1054" y="302"/>
                      </a:lnTo>
                      <a:lnTo>
                        <a:pt x="1056" y="306"/>
                      </a:lnTo>
                      <a:lnTo>
                        <a:pt x="1056" y="308"/>
                      </a:lnTo>
                      <a:lnTo>
                        <a:pt x="1054" y="310"/>
                      </a:lnTo>
                      <a:lnTo>
                        <a:pt x="1054" y="310"/>
                      </a:lnTo>
                      <a:lnTo>
                        <a:pt x="1052" y="310"/>
                      </a:lnTo>
                      <a:lnTo>
                        <a:pt x="1052" y="310"/>
                      </a:lnTo>
                      <a:lnTo>
                        <a:pt x="1048" y="312"/>
                      </a:lnTo>
                      <a:lnTo>
                        <a:pt x="1048" y="310"/>
                      </a:lnTo>
                      <a:lnTo>
                        <a:pt x="1048" y="310"/>
                      </a:lnTo>
                      <a:lnTo>
                        <a:pt x="1046" y="310"/>
                      </a:lnTo>
                      <a:lnTo>
                        <a:pt x="1044" y="310"/>
                      </a:lnTo>
                      <a:lnTo>
                        <a:pt x="1044" y="310"/>
                      </a:lnTo>
                      <a:lnTo>
                        <a:pt x="1042" y="308"/>
                      </a:lnTo>
                      <a:lnTo>
                        <a:pt x="1042" y="308"/>
                      </a:lnTo>
                      <a:lnTo>
                        <a:pt x="1042" y="304"/>
                      </a:lnTo>
                      <a:lnTo>
                        <a:pt x="1042" y="304"/>
                      </a:lnTo>
                      <a:lnTo>
                        <a:pt x="1038" y="308"/>
                      </a:lnTo>
                      <a:lnTo>
                        <a:pt x="1038" y="308"/>
                      </a:lnTo>
                      <a:lnTo>
                        <a:pt x="1036" y="306"/>
                      </a:lnTo>
                      <a:lnTo>
                        <a:pt x="1038" y="304"/>
                      </a:lnTo>
                      <a:lnTo>
                        <a:pt x="1038" y="304"/>
                      </a:lnTo>
                      <a:lnTo>
                        <a:pt x="1040" y="300"/>
                      </a:lnTo>
                      <a:lnTo>
                        <a:pt x="1038" y="300"/>
                      </a:lnTo>
                      <a:lnTo>
                        <a:pt x="1030" y="302"/>
                      </a:lnTo>
                      <a:lnTo>
                        <a:pt x="1030" y="302"/>
                      </a:lnTo>
                      <a:lnTo>
                        <a:pt x="1030" y="300"/>
                      </a:lnTo>
                      <a:lnTo>
                        <a:pt x="1032" y="300"/>
                      </a:lnTo>
                      <a:lnTo>
                        <a:pt x="1032" y="300"/>
                      </a:lnTo>
                      <a:lnTo>
                        <a:pt x="1032" y="298"/>
                      </a:lnTo>
                      <a:lnTo>
                        <a:pt x="1034" y="294"/>
                      </a:lnTo>
                      <a:lnTo>
                        <a:pt x="1034" y="294"/>
                      </a:lnTo>
                      <a:lnTo>
                        <a:pt x="1032" y="294"/>
                      </a:lnTo>
                      <a:lnTo>
                        <a:pt x="1030" y="296"/>
                      </a:lnTo>
                      <a:lnTo>
                        <a:pt x="1030" y="296"/>
                      </a:lnTo>
                      <a:lnTo>
                        <a:pt x="1028" y="296"/>
                      </a:lnTo>
                      <a:lnTo>
                        <a:pt x="1028" y="292"/>
                      </a:lnTo>
                      <a:lnTo>
                        <a:pt x="1028" y="292"/>
                      </a:lnTo>
                      <a:lnTo>
                        <a:pt x="1022" y="292"/>
                      </a:lnTo>
                      <a:lnTo>
                        <a:pt x="1022" y="290"/>
                      </a:lnTo>
                      <a:lnTo>
                        <a:pt x="1022" y="290"/>
                      </a:lnTo>
                      <a:lnTo>
                        <a:pt x="1026" y="290"/>
                      </a:lnTo>
                      <a:lnTo>
                        <a:pt x="1026" y="290"/>
                      </a:lnTo>
                      <a:lnTo>
                        <a:pt x="1028" y="286"/>
                      </a:lnTo>
                      <a:lnTo>
                        <a:pt x="1028" y="286"/>
                      </a:lnTo>
                      <a:lnTo>
                        <a:pt x="1022" y="288"/>
                      </a:lnTo>
                      <a:lnTo>
                        <a:pt x="1016" y="288"/>
                      </a:lnTo>
                      <a:lnTo>
                        <a:pt x="1016" y="288"/>
                      </a:lnTo>
                      <a:lnTo>
                        <a:pt x="1012" y="286"/>
                      </a:lnTo>
                      <a:lnTo>
                        <a:pt x="1012" y="286"/>
                      </a:lnTo>
                      <a:lnTo>
                        <a:pt x="1010" y="286"/>
                      </a:lnTo>
                      <a:lnTo>
                        <a:pt x="1008" y="284"/>
                      </a:lnTo>
                      <a:lnTo>
                        <a:pt x="1008" y="284"/>
                      </a:lnTo>
                      <a:lnTo>
                        <a:pt x="1006" y="282"/>
                      </a:lnTo>
                      <a:lnTo>
                        <a:pt x="1006" y="278"/>
                      </a:lnTo>
                      <a:lnTo>
                        <a:pt x="1006" y="278"/>
                      </a:lnTo>
                      <a:lnTo>
                        <a:pt x="1002" y="276"/>
                      </a:lnTo>
                      <a:lnTo>
                        <a:pt x="1002" y="276"/>
                      </a:lnTo>
                      <a:lnTo>
                        <a:pt x="1004" y="274"/>
                      </a:lnTo>
                      <a:lnTo>
                        <a:pt x="1004" y="272"/>
                      </a:lnTo>
                      <a:lnTo>
                        <a:pt x="1004" y="272"/>
                      </a:lnTo>
                      <a:lnTo>
                        <a:pt x="1002" y="272"/>
                      </a:lnTo>
                      <a:lnTo>
                        <a:pt x="1000" y="272"/>
                      </a:lnTo>
                      <a:lnTo>
                        <a:pt x="998" y="270"/>
                      </a:lnTo>
                      <a:lnTo>
                        <a:pt x="998" y="270"/>
                      </a:lnTo>
                      <a:lnTo>
                        <a:pt x="996" y="270"/>
                      </a:lnTo>
                      <a:lnTo>
                        <a:pt x="996" y="270"/>
                      </a:lnTo>
                      <a:lnTo>
                        <a:pt x="998" y="272"/>
                      </a:lnTo>
                      <a:lnTo>
                        <a:pt x="998" y="272"/>
                      </a:lnTo>
                      <a:lnTo>
                        <a:pt x="998" y="278"/>
                      </a:lnTo>
                      <a:lnTo>
                        <a:pt x="998" y="280"/>
                      </a:lnTo>
                      <a:lnTo>
                        <a:pt x="996" y="280"/>
                      </a:lnTo>
                      <a:lnTo>
                        <a:pt x="996" y="280"/>
                      </a:lnTo>
                      <a:lnTo>
                        <a:pt x="994" y="274"/>
                      </a:lnTo>
                      <a:lnTo>
                        <a:pt x="994" y="274"/>
                      </a:lnTo>
                      <a:lnTo>
                        <a:pt x="990" y="274"/>
                      </a:lnTo>
                      <a:lnTo>
                        <a:pt x="990" y="274"/>
                      </a:lnTo>
                      <a:lnTo>
                        <a:pt x="992" y="278"/>
                      </a:lnTo>
                      <a:lnTo>
                        <a:pt x="994" y="284"/>
                      </a:lnTo>
                      <a:lnTo>
                        <a:pt x="996" y="284"/>
                      </a:lnTo>
                      <a:lnTo>
                        <a:pt x="996" y="284"/>
                      </a:lnTo>
                      <a:lnTo>
                        <a:pt x="996" y="284"/>
                      </a:lnTo>
                      <a:lnTo>
                        <a:pt x="996" y="286"/>
                      </a:lnTo>
                      <a:lnTo>
                        <a:pt x="996" y="286"/>
                      </a:lnTo>
                      <a:lnTo>
                        <a:pt x="996" y="288"/>
                      </a:lnTo>
                      <a:lnTo>
                        <a:pt x="996" y="288"/>
                      </a:lnTo>
                      <a:lnTo>
                        <a:pt x="992" y="288"/>
                      </a:lnTo>
                      <a:lnTo>
                        <a:pt x="990" y="286"/>
                      </a:lnTo>
                      <a:lnTo>
                        <a:pt x="990" y="286"/>
                      </a:lnTo>
                      <a:lnTo>
                        <a:pt x="988" y="286"/>
                      </a:lnTo>
                      <a:lnTo>
                        <a:pt x="986" y="286"/>
                      </a:lnTo>
                      <a:lnTo>
                        <a:pt x="986" y="286"/>
                      </a:lnTo>
                      <a:lnTo>
                        <a:pt x="990" y="294"/>
                      </a:lnTo>
                      <a:lnTo>
                        <a:pt x="992" y="296"/>
                      </a:lnTo>
                      <a:lnTo>
                        <a:pt x="998" y="296"/>
                      </a:lnTo>
                      <a:lnTo>
                        <a:pt x="998" y="296"/>
                      </a:lnTo>
                      <a:lnTo>
                        <a:pt x="998" y="302"/>
                      </a:lnTo>
                      <a:lnTo>
                        <a:pt x="1000" y="306"/>
                      </a:lnTo>
                      <a:lnTo>
                        <a:pt x="1000" y="306"/>
                      </a:lnTo>
                      <a:lnTo>
                        <a:pt x="1004" y="308"/>
                      </a:lnTo>
                      <a:lnTo>
                        <a:pt x="1004" y="308"/>
                      </a:lnTo>
                      <a:lnTo>
                        <a:pt x="1004" y="310"/>
                      </a:lnTo>
                      <a:lnTo>
                        <a:pt x="1006" y="312"/>
                      </a:lnTo>
                      <a:lnTo>
                        <a:pt x="1006" y="312"/>
                      </a:lnTo>
                      <a:lnTo>
                        <a:pt x="1008" y="312"/>
                      </a:lnTo>
                      <a:lnTo>
                        <a:pt x="1010" y="312"/>
                      </a:lnTo>
                      <a:lnTo>
                        <a:pt x="1010" y="312"/>
                      </a:lnTo>
                      <a:lnTo>
                        <a:pt x="1014" y="316"/>
                      </a:lnTo>
                      <a:lnTo>
                        <a:pt x="1014" y="316"/>
                      </a:lnTo>
                      <a:lnTo>
                        <a:pt x="1014" y="320"/>
                      </a:lnTo>
                      <a:lnTo>
                        <a:pt x="1014" y="320"/>
                      </a:lnTo>
                      <a:lnTo>
                        <a:pt x="1016" y="318"/>
                      </a:lnTo>
                      <a:lnTo>
                        <a:pt x="1020" y="318"/>
                      </a:lnTo>
                      <a:lnTo>
                        <a:pt x="1020" y="318"/>
                      </a:lnTo>
                      <a:lnTo>
                        <a:pt x="1020" y="320"/>
                      </a:lnTo>
                      <a:lnTo>
                        <a:pt x="1022" y="322"/>
                      </a:lnTo>
                      <a:lnTo>
                        <a:pt x="1022" y="322"/>
                      </a:lnTo>
                      <a:lnTo>
                        <a:pt x="1022" y="322"/>
                      </a:lnTo>
                      <a:lnTo>
                        <a:pt x="1024" y="322"/>
                      </a:lnTo>
                      <a:lnTo>
                        <a:pt x="1024" y="322"/>
                      </a:lnTo>
                      <a:lnTo>
                        <a:pt x="1022" y="320"/>
                      </a:lnTo>
                      <a:lnTo>
                        <a:pt x="1022" y="318"/>
                      </a:lnTo>
                      <a:lnTo>
                        <a:pt x="1022" y="318"/>
                      </a:lnTo>
                      <a:lnTo>
                        <a:pt x="1020" y="318"/>
                      </a:lnTo>
                      <a:lnTo>
                        <a:pt x="1022" y="318"/>
                      </a:lnTo>
                      <a:lnTo>
                        <a:pt x="1022" y="316"/>
                      </a:lnTo>
                      <a:lnTo>
                        <a:pt x="1022" y="316"/>
                      </a:lnTo>
                      <a:lnTo>
                        <a:pt x="1024" y="318"/>
                      </a:lnTo>
                      <a:lnTo>
                        <a:pt x="1026" y="318"/>
                      </a:lnTo>
                      <a:lnTo>
                        <a:pt x="1026" y="318"/>
                      </a:lnTo>
                      <a:lnTo>
                        <a:pt x="1030" y="328"/>
                      </a:lnTo>
                      <a:lnTo>
                        <a:pt x="1030" y="328"/>
                      </a:lnTo>
                      <a:lnTo>
                        <a:pt x="1030" y="330"/>
                      </a:lnTo>
                      <a:lnTo>
                        <a:pt x="1028" y="332"/>
                      </a:lnTo>
                      <a:lnTo>
                        <a:pt x="1028" y="332"/>
                      </a:lnTo>
                      <a:lnTo>
                        <a:pt x="1024" y="330"/>
                      </a:lnTo>
                      <a:lnTo>
                        <a:pt x="1024" y="330"/>
                      </a:lnTo>
                      <a:lnTo>
                        <a:pt x="1024" y="330"/>
                      </a:lnTo>
                      <a:lnTo>
                        <a:pt x="1024" y="332"/>
                      </a:lnTo>
                      <a:lnTo>
                        <a:pt x="1024" y="332"/>
                      </a:lnTo>
                      <a:lnTo>
                        <a:pt x="1026" y="338"/>
                      </a:lnTo>
                      <a:lnTo>
                        <a:pt x="1020" y="338"/>
                      </a:lnTo>
                      <a:lnTo>
                        <a:pt x="1020" y="338"/>
                      </a:lnTo>
                      <a:lnTo>
                        <a:pt x="1020" y="342"/>
                      </a:lnTo>
                      <a:lnTo>
                        <a:pt x="1020" y="342"/>
                      </a:lnTo>
                      <a:lnTo>
                        <a:pt x="1024" y="342"/>
                      </a:lnTo>
                      <a:lnTo>
                        <a:pt x="1024" y="342"/>
                      </a:lnTo>
                      <a:lnTo>
                        <a:pt x="1026" y="350"/>
                      </a:lnTo>
                      <a:lnTo>
                        <a:pt x="1026" y="350"/>
                      </a:lnTo>
                      <a:lnTo>
                        <a:pt x="1030" y="348"/>
                      </a:lnTo>
                      <a:lnTo>
                        <a:pt x="1030" y="350"/>
                      </a:lnTo>
                      <a:lnTo>
                        <a:pt x="1030" y="350"/>
                      </a:lnTo>
                      <a:lnTo>
                        <a:pt x="1026" y="352"/>
                      </a:lnTo>
                      <a:lnTo>
                        <a:pt x="1026" y="352"/>
                      </a:lnTo>
                      <a:lnTo>
                        <a:pt x="1022" y="346"/>
                      </a:lnTo>
                      <a:lnTo>
                        <a:pt x="1018" y="344"/>
                      </a:lnTo>
                      <a:lnTo>
                        <a:pt x="1018" y="344"/>
                      </a:lnTo>
                      <a:lnTo>
                        <a:pt x="1018" y="344"/>
                      </a:lnTo>
                      <a:lnTo>
                        <a:pt x="1016" y="346"/>
                      </a:lnTo>
                      <a:lnTo>
                        <a:pt x="1016" y="346"/>
                      </a:lnTo>
                      <a:lnTo>
                        <a:pt x="1016" y="342"/>
                      </a:lnTo>
                      <a:lnTo>
                        <a:pt x="1014" y="342"/>
                      </a:lnTo>
                      <a:lnTo>
                        <a:pt x="1014" y="342"/>
                      </a:lnTo>
                      <a:lnTo>
                        <a:pt x="1010" y="340"/>
                      </a:lnTo>
                      <a:lnTo>
                        <a:pt x="1004" y="342"/>
                      </a:lnTo>
                      <a:lnTo>
                        <a:pt x="1004" y="342"/>
                      </a:lnTo>
                      <a:lnTo>
                        <a:pt x="1002" y="342"/>
                      </a:lnTo>
                      <a:lnTo>
                        <a:pt x="1002" y="344"/>
                      </a:lnTo>
                      <a:lnTo>
                        <a:pt x="1002" y="344"/>
                      </a:lnTo>
                      <a:lnTo>
                        <a:pt x="998" y="340"/>
                      </a:lnTo>
                      <a:lnTo>
                        <a:pt x="994" y="338"/>
                      </a:lnTo>
                      <a:lnTo>
                        <a:pt x="992" y="338"/>
                      </a:lnTo>
                      <a:lnTo>
                        <a:pt x="992" y="338"/>
                      </a:lnTo>
                      <a:lnTo>
                        <a:pt x="992" y="342"/>
                      </a:lnTo>
                      <a:lnTo>
                        <a:pt x="992" y="342"/>
                      </a:lnTo>
                      <a:lnTo>
                        <a:pt x="988" y="342"/>
                      </a:lnTo>
                      <a:lnTo>
                        <a:pt x="984" y="338"/>
                      </a:lnTo>
                      <a:lnTo>
                        <a:pt x="980" y="336"/>
                      </a:lnTo>
                      <a:lnTo>
                        <a:pt x="974" y="336"/>
                      </a:lnTo>
                      <a:lnTo>
                        <a:pt x="974" y="336"/>
                      </a:lnTo>
                      <a:lnTo>
                        <a:pt x="972" y="340"/>
                      </a:lnTo>
                      <a:lnTo>
                        <a:pt x="972" y="340"/>
                      </a:lnTo>
                      <a:lnTo>
                        <a:pt x="972" y="338"/>
                      </a:lnTo>
                      <a:lnTo>
                        <a:pt x="972" y="340"/>
                      </a:lnTo>
                      <a:lnTo>
                        <a:pt x="972" y="342"/>
                      </a:lnTo>
                      <a:lnTo>
                        <a:pt x="972" y="342"/>
                      </a:lnTo>
                      <a:lnTo>
                        <a:pt x="980" y="348"/>
                      </a:lnTo>
                      <a:lnTo>
                        <a:pt x="990" y="354"/>
                      </a:lnTo>
                      <a:lnTo>
                        <a:pt x="992" y="354"/>
                      </a:lnTo>
                      <a:lnTo>
                        <a:pt x="992" y="354"/>
                      </a:lnTo>
                      <a:lnTo>
                        <a:pt x="992" y="356"/>
                      </a:lnTo>
                      <a:lnTo>
                        <a:pt x="992" y="356"/>
                      </a:lnTo>
                      <a:lnTo>
                        <a:pt x="994" y="356"/>
                      </a:lnTo>
                      <a:lnTo>
                        <a:pt x="1000" y="356"/>
                      </a:lnTo>
                      <a:lnTo>
                        <a:pt x="1000" y="356"/>
                      </a:lnTo>
                      <a:lnTo>
                        <a:pt x="1004" y="360"/>
                      </a:lnTo>
                      <a:lnTo>
                        <a:pt x="1006" y="360"/>
                      </a:lnTo>
                      <a:lnTo>
                        <a:pt x="1006" y="360"/>
                      </a:lnTo>
                      <a:lnTo>
                        <a:pt x="1006" y="366"/>
                      </a:lnTo>
                      <a:lnTo>
                        <a:pt x="1006" y="366"/>
                      </a:lnTo>
                      <a:lnTo>
                        <a:pt x="1012" y="366"/>
                      </a:lnTo>
                      <a:lnTo>
                        <a:pt x="1018" y="368"/>
                      </a:lnTo>
                      <a:lnTo>
                        <a:pt x="1018" y="368"/>
                      </a:lnTo>
                      <a:lnTo>
                        <a:pt x="1020" y="368"/>
                      </a:lnTo>
                      <a:lnTo>
                        <a:pt x="1020" y="370"/>
                      </a:lnTo>
                      <a:lnTo>
                        <a:pt x="1018" y="370"/>
                      </a:lnTo>
                      <a:lnTo>
                        <a:pt x="1018" y="372"/>
                      </a:lnTo>
                      <a:lnTo>
                        <a:pt x="1018" y="372"/>
                      </a:lnTo>
                      <a:lnTo>
                        <a:pt x="1018" y="376"/>
                      </a:lnTo>
                      <a:lnTo>
                        <a:pt x="1016" y="378"/>
                      </a:lnTo>
                      <a:lnTo>
                        <a:pt x="1016" y="378"/>
                      </a:lnTo>
                      <a:lnTo>
                        <a:pt x="1008" y="376"/>
                      </a:lnTo>
                      <a:lnTo>
                        <a:pt x="1008" y="376"/>
                      </a:lnTo>
                      <a:lnTo>
                        <a:pt x="1006" y="376"/>
                      </a:lnTo>
                      <a:lnTo>
                        <a:pt x="1006" y="376"/>
                      </a:lnTo>
                      <a:lnTo>
                        <a:pt x="1006" y="376"/>
                      </a:lnTo>
                      <a:lnTo>
                        <a:pt x="998" y="372"/>
                      </a:lnTo>
                      <a:lnTo>
                        <a:pt x="998" y="372"/>
                      </a:lnTo>
                      <a:lnTo>
                        <a:pt x="994" y="372"/>
                      </a:lnTo>
                      <a:lnTo>
                        <a:pt x="988" y="374"/>
                      </a:lnTo>
                      <a:lnTo>
                        <a:pt x="988" y="374"/>
                      </a:lnTo>
                      <a:lnTo>
                        <a:pt x="984" y="370"/>
                      </a:lnTo>
                      <a:lnTo>
                        <a:pt x="984" y="370"/>
                      </a:lnTo>
                      <a:lnTo>
                        <a:pt x="982" y="372"/>
                      </a:lnTo>
                      <a:lnTo>
                        <a:pt x="982" y="374"/>
                      </a:lnTo>
                      <a:lnTo>
                        <a:pt x="982" y="374"/>
                      </a:lnTo>
                      <a:lnTo>
                        <a:pt x="970" y="370"/>
                      </a:lnTo>
                      <a:lnTo>
                        <a:pt x="970" y="370"/>
                      </a:lnTo>
                      <a:lnTo>
                        <a:pt x="968" y="372"/>
                      </a:lnTo>
                      <a:lnTo>
                        <a:pt x="968" y="372"/>
                      </a:lnTo>
                      <a:lnTo>
                        <a:pt x="964" y="368"/>
                      </a:lnTo>
                      <a:lnTo>
                        <a:pt x="964" y="368"/>
                      </a:lnTo>
                      <a:lnTo>
                        <a:pt x="962" y="374"/>
                      </a:lnTo>
                      <a:lnTo>
                        <a:pt x="962" y="374"/>
                      </a:lnTo>
                      <a:lnTo>
                        <a:pt x="954" y="374"/>
                      </a:lnTo>
                      <a:lnTo>
                        <a:pt x="954" y="374"/>
                      </a:lnTo>
                      <a:lnTo>
                        <a:pt x="952" y="372"/>
                      </a:lnTo>
                      <a:lnTo>
                        <a:pt x="952" y="370"/>
                      </a:lnTo>
                      <a:lnTo>
                        <a:pt x="952" y="370"/>
                      </a:lnTo>
                      <a:lnTo>
                        <a:pt x="948" y="372"/>
                      </a:lnTo>
                      <a:lnTo>
                        <a:pt x="946" y="374"/>
                      </a:lnTo>
                      <a:lnTo>
                        <a:pt x="946" y="374"/>
                      </a:lnTo>
                      <a:lnTo>
                        <a:pt x="940" y="370"/>
                      </a:lnTo>
                      <a:lnTo>
                        <a:pt x="940" y="370"/>
                      </a:lnTo>
                      <a:lnTo>
                        <a:pt x="936" y="370"/>
                      </a:lnTo>
                      <a:lnTo>
                        <a:pt x="936" y="368"/>
                      </a:lnTo>
                      <a:lnTo>
                        <a:pt x="936" y="368"/>
                      </a:lnTo>
                      <a:lnTo>
                        <a:pt x="946" y="364"/>
                      </a:lnTo>
                      <a:lnTo>
                        <a:pt x="946" y="364"/>
                      </a:lnTo>
                      <a:lnTo>
                        <a:pt x="946" y="362"/>
                      </a:lnTo>
                      <a:lnTo>
                        <a:pt x="948" y="362"/>
                      </a:lnTo>
                      <a:lnTo>
                        <a:pt x="948" y="362"/>
                      </a:lnTo>
                      <a:lnTo>
                        <a:pt x="946" y="360"/>
                      </a:lnTo>
                      <a:lnTo>
                        <a:pt x="946" y="360"/>
                      </a:lnTo>
                      <a:lnTo>
                        <a:pt x="942" y="360"/>
                      </a:lnTo>
                      <a:lnTo>
                        <a:pt x="942" y="360"/>
                      </a:lnTo>
                      <a:lnTo>
                        <a:pt x="942" y="358"/>
                      </a:lnTo>
                      <a:lnTo>
                        <a:pt x="940" y="358"/>
                      </a:lnTo>
                      <a:lnTo>
                        <a:pt x="940" y="358"/>
                      </a:lnTo>
                      <a:lnTo>
                        <a:pt x="940" y="362"/>
                      </a:lnTo>
                      <a:lnTo>
                        <a:pt x="940" y="362"/>
                      </a:lnTo>
                      <a:lnTo>
                        <a:pt x="938" y="362"/>
                      </a:lnTo>
                      <a:lnTo>
                        <a:pt x="938" y="362"/>
                      </a:lnTo>
                      <a:lnTo>
                        <a:pt x="934" y="360"/>
                      </a:lnTo>
                      <a:lnTo>
                        <a:pt x="934" y="358"/>
                      </a:lnTo>
                      <a:lnTo>
                        <a:pt x="934" y="358"/>
                      </a:lnTo>
                      <a:lnTo>
                        <a:pt x="932" y="360"/>
                      </a:lnTo>
                      <a:lnTo>
                        <a:pt x="930" y="360"/>
                      </a:lnTo>
                      <a:lnTo>
                        <a:pt x="930" y="360"/>
                      </a:lnTo>
                      <a:lnTo>
                        <a:pt x="928" y="348"/>
                      </a:lnTo>
                      <a:lnTo>
                        <a:pt x="928" y="348"/>
                      </a:lnTo>
                      <a:lnTo>
                        <a:pt x="924" y="348"/>
                      </a:lnTo>
                      <a:lnTo>
                        <a:pt x="924" y="348"/>
                      </a:lnTo>
                      <a:lnTo>
                        <a:pt x="920" y="336"/>
                      </a:lnTo>
                      <a:lnTo>
                        <a:pt x="920" y="336"/>
                      </a:lnTo>
                      <a:lnTo>
                        <a:pt x="916" y="336"/>
                      </a:lnTo>
                      <a:lnTo>
                        <a:pt x="916" y="336"/>
                      </a:lnTo>
                      <a:lnTo>
                        <a:pt x="914" y="340"/>
                      </a:lnTo>
                      <a:lnTo>
                        <a:pt x="914" y="340"/>
                      </a:lnTo>
                      <a:lnTo>
                        <a:pt x="914" y="336"/>
                      </a:lnTo>
                      <a:lnTo>
                        <a:pt x="914" y="336"/>
                      </a:lnTo>
                      <a:lnTo>
                        <a:pt x="908" y="334"/>
                      </a:lnTo>
                      <a:lnTo>
                        <a:pt x="908" y="334"/>
                      </a:lnTo>
                      <a:lnTo>
                        <a:pt x="908" y="330"/>
                      </a:lnTo>
                      <a:lnTo>
                        <a:pt x="908" y="330"/>
                      </a:lnTo>
                      <a:lnTo>
                        <a:pt x="906" y="330"/>
                      </a:lnTo>
                      <a:lnTo>
                        <a:pt x="906" y="330"/>
                      </a:lnTo>
                      <a:lnTo>
                        <a:pt x="906" y="332"/>
                      </a:lnTo>
                      <a:lnTo>
                        <a:pt x="906" y="334"/>
                      </a:lnTo>
                      <a:lnTo>
                        <a:pt x="906" y="334"/>
                      </a:lnTo>
                      <a:lnTo>
                        <a:pt x="902" y="336"/>
                      </a:lnTo>
                      <a:lnTo>
                        <a:pt x="902" y="336"/>
                      </a:lnTo>
                      <a:lnTo>
                        <a:pt x="898" y="330"/>
                      </a:lnTo>
                      <a:lnTo>
                        <a:pt x="898" y="330"/>
                      </a:lnTo>
                      <a:lnTo>
                        <a:pt x="898" y="326"/>
                      </a:lnTo>
                      <a:lnTo>
                        <a:pt x="896" y="326"/>
                      </a:lnTo>
                      <a:lnTo>
                        <a:pt x="896" y="326"/>
                      </a:lnTo>
                      <a:lnTo>
                        <a:pt x="896" y="328"/>
                      </a:lnTo>
                      <a:lnTo>
                        <a:pt x="894" y="330"/>
                      </a:lnTo>
                      <a:lnTo>
                        <a:pt x="894" y="332"/>
                      </a:lnTo>
                      <a:lnTo>
                        <a:pt x="894" y="332"/>
                      </a:lnTo>
                      <a:lnTo>
                        <a:pt x="900" y="336"/>
                      </a:lnTo>
                      <a:lnTo>
                        <a:pt x="900" y="336"/>
                      </a:lnTo>
                      <a:lnTo>
                        <a:pt x="900" y="340"/>
                      </a:lnTo>
                      <a:lnTo>
                        <a:pt x="900" y="340"/>
                      </a:lnTo>
                      <a:lnTo>
                        <a:pt x="898" y="340"/>
                      </a:lnTo>
                      <a:lnTo>
                        <a:pt x="898" y="342"/>
                      </a:lnTo>
                      <a:lnTo>
                        <a:pt x="898" y="342"/>
                      </a:lnTo>
                      <a:lnTo>
                        <a:pt x="890" y="340"/>
                      </a:lnTo>
                      <a:lnTo>
                        <a:pt x="888" y="336"/>
                      </a:lnTo>
                      <a:lnTo>
                        <a:pt x="888" y="336"/>
                      </a:lnTo>
                      <a:lnTo>
                        <a:pt x="886" y="340"/>
                      </a:lnTo>
                      <a:lnTo>
                        <a:pt x="886" y="340"/>
                      </a:lnTo>
                      <a:lnTo>
                        <a:pt x="884" y="340"/>
                      </a:lnTo>
                      <a:lnTo>
                        <a:pt x="884" y="340"/>
                      </a:lnTo>
                      <a:lnTo>
                        <a:pt x="884" y="344"/>
                      </a:lnTo>
                      <a:lnTo>
                        <a:pt x="884" y="344"/>
                      </a:lnTo>
                      <a:lnTo>
                        <a:pt x="880" y="344"/>
                      </a:lnTo>
                      <a:lnTo>
                        <a:pt x="878" y="344"/>
                      </a:lnTo>
                      <a:lnTo>
                        <a:pt x="876" y="348"/>
                      </a:lnTo>
                      <a:lnTo>
                        <a:pt x="876" y="348"/>
                      </a:lnTo>
                      <a:lnTo>
                        <a:pt x="868" y="348"/>
                      </a:lnTo>
                      <a:lnTo>
                        <a:pt x="866" y="346"/>
                      </a:lnTo>
                      <a:lnTo>
                        <a:pt x="866" y="346"/>
                      </a:lnTo>
                      <a:lnTo>
                        <a:pt x="864" y="346"/>
                      </a:lnTo>
                      <a:lnTo>
                        <a:pt x="862" y="348"/>
                      </a:lnTo>
                      <a:lnTo>
                        <a:pt x="862" y="346"/>
                      </a:lnTo>
                      <a:lnTo>
                        <a:pt x="862" y="346"/>
                      </a:lnTo>
                      <a:lnTo>
                        <a:pt x="858" y="344"/>
                      </a:lnTo>
                      <a:lnTo>
                        <a:pt x="856" y="344"/>
                      </a:lnTo>
                      <a:lnTo>
                        <a:pt x="856" y="344"/>
                      </a:lnTo>
                      <a:lnTo>
                        <a:pt x="854" y="338"/>
                      </a:lnTo>
                      <a:lnTo>
                        <a:pt x="854" y="338"/>
                      </a:lnTo>
                      <a:lnTo>
                        <a:pt x="856" y="334"/>
                      </a:lnTo>
                      <a:lnTo>
                        <a:pt x="858" y="330"/>
                      </a:lnTo>
                      <a:lnTo>
                        <a:pt x="858" y="330"/>
                      </a:lnTo>
                      <a:lnTo>
                        <a:pt x="856" y="330"/>
                      </a:lnTo>
                      <a:lnTo>
                        <a:pt x="856" y="326"/>
                      </a:lnTo>
                      <a:lnTo>
                        <a:pt x="856" y="326"/>
                      </a:lnTo>
                      <a:lnTo>
                        <a:pt x="860" y="316"/>
                      </a:lnTo>
                      <a:lnTo>
                        <a:pt x="860" y="316"/>
                      </a:lnTo>
                      <a:lnTo>
                        <a:pt x="872" y="316"/>
                      </a:lnTo>
                      <a:lnTo>
                        <a:pt x="872" y="316"/>
                      </a:lnTo>
                      <a:lnTo>
                        <a:pt x="876" y="318"/>
                      </a:lnTo>
                      <a:lnTo>
                        <a:pt x="880" y="318"/>
                      </a:lnTo>
                      <a:lnTo>
                        <a:pt x="880" y="316"/>
                      </a:lnTo>
                      <a:lnTo>
                        <a:pt x="880" y="316"/>
                      </a:lnTo>
                      <a:lnTo>
                        <a:pt x="886" y="316"/>
                      </a:lnTo>
                      <a:lnTo>
                        <a:pt x="886" y="316"/>
                      </a:lnTo>
                      <a:lnTo>
                        <a:pt x="886" y="316"/>
                      </a:lnTo>
                      <a:lnTo>
                        <a:pt x="888" y="314"/>
                      </a:lnTo>
                      <a:lnTo>
                        <a:pt x="888" y="314"/>
                      </a:lnTo>
                      <a:lnTo>
                        <a:pt x="888" y="314"/>
                      </a:lnTo>
                      <a:lnTo>
                        <a:pt x="890" y="314"/>
                      </a:lnTo>
                      <a:lnTo>
                        <a:pt x="892" y="316"/>
                      </a:lnTo>
                      <a:lnTo>
                        <a:pt x="892" y="314"/>
                      </a:lnTo>
                      <a:lnTo>
                        <a:pt x="892" y="314"/>
                      </a:lnTo>
                      <a:lnTo>
                        <a:pt x="896" y="312"/>
                      </a:lnTo>
                      <a:lnTo>
                        <a:pt x="896" y="312"/>
                      </a:lnTo>
                      <a:lnTo>
                        <a:pt x="898" y="314"/>
                      </a:lnTo>
                      <a:lnTo>
                        <a:pt x="902" y="314"/>
                      </a:lnTo>
                      <a:lnTo>
                        <a:pt x="902" y="314"/>
                      </a:lnTo>
                      <a:lnTo>
                        <a:pt x="906" y="312"/>
                      </a:lnTo>
                      <a:lnTo>
                        <a:pt x="906" y="312"/>
                      </a:lnTo>
                      <a:lnTo>
                        <a:pt x="916" y="310"/>
                      </a:lnTo>
                      <a:lnTo>
                        <a:pt x="924" y="310"/>
                      </a:lnTo>
                      <a:lnTo>
                        <a:pt x="924" y="310"/>
                      </a:lnTo>
                      <a:lnTo>
                        <a:pt x="922" y="304"/>
                      </a:lnTo>
                      <a:lnTo>
                        <a:pt x="922" y="304"/>
                      </a:lnTo>
                      <a:lnTo>
                        <a:pt x="918" y="302"/>
                      </a:lnTo>
                      <a:lnTo>
                        <a:pt x="916" y="300"/>
                      </a:lnTo>
                      <a:lnTo>
                        <a:pt x="916" y="300"/>
                      </a:lnTo>
                      <a:lnTo>
                        <a:pt x="914" y="294"/>
                      </a:lnTo>
                      <a:lnTo>
                        <a:pt x="914" y="294"/>
                      </a:lnTo>
                      <a:lnTo>
                        <a:pt x="910" y="294"/>
                      </a:lnTo>
                      <a:lnTo>
                        <a:pt x="910" y="294"/>
                      </a:lnTo>
                      <a:lnTo>
                        <a:pt x="906" y="288"/>
                      </a:lnTo>
                      <a:lnTo>
                        <a:pt x="906" y="288"/>
                      </a:lnTo>
                      <a:lnTo>
                        <a:pt x="906" y="284"/>
                      </a:lnTo>
                      <a:lnTo>
                        <a:pt x="906" y="284"/>
                      </a:lnTo>
                      <a:lnTo>
                        <a:pt x="914" y="282"/>
                      </a:lnTo>
                      <a:lnTo>
                        <a:pt x="914" y="282"/>
                      </a:lnTo>
                      <a:lnTo>
                        <a:pt x="914" y="278"/>
                      </a:lnTo>
                      <a:lnTo>
                        <a:pt x="916" y="276"/>
                      </a:lnTo>
                      <a:lnTo>
                        <a:pt x="916" y="276"/>
                      </a:lnTo>
                      <a:lnTo>
                        <a:pt x="922" y="270"/>
                      </a:lnTo>
                      <a:lnTo>
                        <a:pt x="930" y="268"/>
                      </a:lnTo>
                      <a:lnTo>
                        <a:pt x="930" y="268"/>
                      </a:lnTo>
                      <a:lnTo>
                        <a:pt x="924" y="264"/>
                      </a:lnTo>
                      <a:lnTo>
                        <a:pt x="922" y="260"/>
                      </a:lnTo>
                      <a:lnTo>
                        <a:pt x="924" y="256"/>
                      </a:lnTo>
                      <a:lnTo>
                        <a:pt x="924" y="256"/>
                      </a:lnTo>
                      <a:lnTo>
                        <a:pt x="924" y="254"/>
                      </a:lnTo>
                      <a:lnTo>
                        <a:pt x="926" y="254"/>
                      </a:lnTo>
                      <a:lnTo>
                        <a:pt x="926" y="254"/>
                      </a:lnTo>
                      <a:lnTo>
                        <a:pt x="928" y="254"/>
                      </a:lnTo>
                      <a:lnTo>
                        <a:pt x="930" y="254"/>
                      </a:lnTo>
                      <a:lnTo>
                        <a:pt x="930" y="254"/>
                      </a:lnTo>
                      <a:lnTo>
                        <a:pt x="930" y="254"/>
                      </a:lnTo>
                      <a:lnTo>
                        <a:pt x="932" y="252"/>
                      </a:lnTo>
                      <a:lnTo>
                        <a:pt x="932" y="252"/>
                      </a:lnTo>
                      <a:lnTo>
                        <a:pt x="932" y="250"/>
                      </a:lnTo>
                      <a:lnTo>
                        <a:pt x="932" y="250"/>
                      </a:lnTo>
                      <a:lnTo>
                        <a:pt x="928" y="248"/>
                      </a:lnTo>
                      <a:lnTo>
                        <a:pt x="928" y="248"/>
                      </a:lnTo>
                      <a:lnTo>
                        <a:pt x="928" y="244"/>
                      </a:lnTo>
                      <a:lnTo>
                        <a:pt x="926" y="244"/>
                      </a:lnTo>
                      <a:lnTo>
                        <a:pt x="926" y="244"/>
                      </a:lnTo>
                      <a:lnTo>
                        <a:pt x="926" y="238"/>
                      </a:lnTo>
                      <a:lnTo>
                        <a:pt x="926" y="232"/>
                      </a:lnTo>
                      <a:lnTo>
                        <a:pt x="926" y="232"/>
                      </a:lnTo>
                      <a:lnTo>
                        <a:pt x="924" y="232"/>
                      </a:lnTo>
                      <a:lnTo>
                        <a:pt x="922" y="232"/>
                      </a:lnTo>
                      <a:lnTo>
                        <a:pt x="922" y="232"/>
                      </a:lnTo>
                      <a:lnTo>
                        <a:pt x="920" y="228"/>
                      </a:lnTo>
                      <a:lnTo>
                        <a:pt x="920" y="228"/>
                      </a:lnTo>
                      <a:lnTo>
                        <a:pt x="922" y="228"/>
                      </a:lnTo>
                      <a:lnTo>
                        <a:pt x="922" y="228"/>
                      </a:lnTo>
                      <a:lnTo>
                        <a:pt x="920" y="226"/>
                      </a:lnTo>
                      <a:lnTo>
                        <a:pt x="920" y="226"/>
                      </a:lnTo>
                      <a:lnTo>
                        <a:pt x="914" y="226"/>
                      </a:lnTo>
                      <a:lnTo>
                        <a:pt x="914" y="224"/>
                      </a:lnTo>
                      <a:lnTo>
                        <a:pt x="914" y="224"/>
                      </a:lnTo>
                      <a:lnTo>
                        <a:pt x="914" y="222"/>
                      </a:lnTo>
                      <a:lnTo>
                        <a:pt x="914" y="220"/>
                      </a:lnTo>
                      <a:lnTo>
                        <a:pt x="914" y="220"/>
                      </a:lnTo>
                      <a:lnTo>
                        <a:pt x="912" y="220"/>
                      </a:lnTo>
                      <a:lnTo>
                        <a:pt x="912" y="220"/>
                      </a:lnTo>
                      <a:lnTo>
                        <a:pt x="912" y="218"/>
                      </a:lnTo>
                      <a:lnTo>
                        <a:pt x="912" y="218"/>
                      </a:lnTo>
                      <a:lnTo>
                        <a:pt x="916" y="216"/>
                      </a:lnTo>
                      <a:lnTo>
                        <a:pt x="916" y="216"/>
                      </a:lnTo>
                      <a:lnTo>
                        <a:pt x="916" y="212"/>
                      </a:lnTo>
                      <a:lnTo>
                        <a:pt x="916" y="210"/>
                      </a:lnTo>
                      <a:lnTo>
                        <a:pt x="916" y="210"/>
                      </a:lnTo>
                      <a:lnTo>
                        <a:pt x="914" y="210"/>
                      </a:lnTo>
                      <a:lnTo>
                        <a:pt x="914" y="212"/>
                      </a:lnTo>
                      <a:lnTo>
                        <a:pt x="912" y="214"/>
                      </a:lnTo>
                      <a:lnTo>
                        <a:pt x="912" y="214"/>
                      </a:lnTo>
                      <a:lnTo>
                        <a:pt x="910" y="214"/>
                      </a:lnTo>
                      <a:lnTo>
                        <a:pt x="908" y="212"/>
                      </a:lnTo>
                      <a:lnTo>
                        <a:pt x="908" y="212"/>
                      </a:lnTo>
                      <a:lnTo>
                        <a:pt x="902" y="218"/>
                      </a:lnTo>
                      <a:lnTo>
                        <a:pt x="896" y="224"/>
                      </a:lnTo>
                      <a:lnTo>
                        <a:pt x="896" y="224"/>
                      </a:lnTo>
                      <a:lnTo>
                        <a:pt x="894" y="224"/>
                      </a:lnTo>
                      <a:lnTo>
                        <a:pt x="894" y="224"/>
                      </a:lnTo>
                      <a:lnTo>
                        <a:pt x="894" y="220"/>
                      </a:lnTo>
                      <a:lnTo>
                        <a:pt x="894" y="218"/>
                      </a:lnTo>
                      <a:lnTo>
                        <a:pt x="894" y="218"/>
                      </a:lnTo>
                      <a:lnTo>
                        <a:pt x="890" y="218"/>
                      </a:lnTo>
                      <a:lnTo>
                        <a:pt x="890" y="218"/>
                      </a:lnTo>
                      <a:lnTo>
                        <a:pt x="888" y="214"/>
                      </a:lnTo>
                      <a:lnTo>
                        <a:pt x="890" y="212"/>
                      </a:lnTo>
                      <a:lnTo>
                        <a:pt x="890" y="212"/>
                      </a:lnTo>
                      <a:lnTo>
                        <a:pt x="890" y="212"/>
                      </a:lnTo>
                      <a:lnTo>
                        <a:pt x="892" y="208"/>
                      </a:lnTo>
                      <a:lnTo>
                        <a:pt x="892" y="208"/>
                      </a:lnTo>
                      <a:lnTo>
                        <a:pt x="892" y="206"/>
                      </a:lnTo>
                      <a:lnTo>
                        <a:pt x="892" y="206"/>
                      </a:lnTo>
                      <a:lnTo>
                        <a:pt x="896" y="206"/>
                      </a:lnTo>
                      <a:lnTo>
                        <a:pt x="896" y="206"/>
                      </a:lnTo>
                      <a:lnTo>
                        <a:pt x="896" y="208"/>
                      </a:lnTo>
                      <a:lnTo>
                        <a:pt x="896" y="208"/>
                      </a:lnTo>
                      <a:lnTo>
                        <a:pt x="898" y="206"/>
                      </a:lnTo>
                      <a:lnTo>
                        <a:pt x="896" y="204"/>
                      </a:lnTo>
                      <a:lnTo>
                        <a:pt x="896" y="204"/>
                      </a:lnTo>
                      <a:lnTo>
                        <a:pt x="890" y="202"/>
                      </a:lnTo>
                      <a:lnTo>
                        <a:pt x="890" y="202"/>
                      </a:lnTo>
                      <a:lnTo>
                        <a:pt x="888" y="200"/>
                      </a:lnTo>
                      <a:lnTo>
                        <a:pt x="888" y="200"/>
                      </a:lnTo>
                      <a:lnTo>
                        <a:pt x="888" y="200"/>
                      </a:lnTo>
                      <a:lnTo>
                        <a:pt x="888" y="194"/>
                      </a:lnTo>
                      <a:lnTo>
                        <a:pt x="888" y="194"/>
                      </a:lnTo>
                      <a:lnTo>
                        <a:pt x="888" y="194"/>
                      </a:lnTo>
                      <a:lnTo>
                        <a:pt x="888" y="192"/>
                      </a:lnTo>
                      <a:lnTo>
                        <a:pt x="888" y="192"/>
                      </a:lnTo>
                      <a:lnTo>
                        <a:pt x="894" y="192"/>
                      </a:lnTo>
                      <a:lnTo>
                        <a:pt x="892" y="188"/>
                      </a:lnTo>
                      <a:lnTo>
                        <a:pt x="892" y="188"/>
                      </a:lnTo>
                      <a:lnTo>
                        <a:pt x="886" y="188"/>
                      </a:lnTo>
                      <a:lnTo>
                        <a:pt x="884" y="194"/>
                      </a:lnTo>
                      <a:lnTo>
                        <a:pt x="884" y="194"/>
                      </a:lnTo>
                      <a:lnTo>
                        <a:pt x="880" y="194"/>
                      </a:lnTo>
                      <a:lnTo>
                        <a:pt x="880" y="194"/>
                      </a:lnTo>
                      <a:lnTo>
                        <a:pt x="882" y="188"/>
                      </a:lnTo>
                      <a:lnTo>
                        <a:pt x="882" y="188"/>
                      </a:lnTo>
                      <a:lnTo>
                        <a:pt x="878" y="188"/>
                      </a:lnTo>
                      <a:lnTo>
                        <a:pt x="878" y="188"/>
                      </a:lnTo>
                      <a:lnTo>
                        <a:pt x="878" y="186"/>
                      </a:lnTo>
                      <a:lnTo>
                        <a:pt x="876" y="184"/>
                      </a:lnTo>
                      <a:lnTo>
                        <a:pt x="876" y="184"/>
                      </a:lnTo>
                      <a:lnTo>
                        <a:pt x="874" y="184"/>
                      </a:lnTo>
                      <a:lnTo>
                        <a:pt x="872" y="182"/>
                      </a:lnTo>
                      <a:lnTo>
                        <a:pt x="872" y="182"/>
                      </a:lnTo>
                      <a:lnTo>
                        <a:pt x="872" y="184"/>
                      </a:lnTo>
                      <a:lnTo>
                        <a:pt x="872" y="184"/>
                      </a:lnTo>
                      <a:lnTo>
                        <a:pt x="868" y="184"/>
                      </a:lnTo>
                      <a:lnTo>
                        <a:pt x="868" y="184"/>
                      </a:lnTo>
                      <a:lnTo>
                        <a:pt x="868" y="190"/>
                      </a:lnTo>
                      <a:lnTo>
                        <a:pt x="866" y="190"/>
                      </a:lnTo>
                      <a:lnTo>
                        <a:pt x="866" y="190"/>
                      </a:lnTo>
                      <a:lnTo>
                        <a:pt x="862" y="174"/>
                      </a:lnTo>
                      <a:lnTo>
                        <a:pt x="862" y="174"/>
                      </a:lnTo>
                      <a:lnTo>
                        <a:pt x="858" y="174"/>
                      </a:lnTo>
                      <a:lnTo>
                        <a:pt x="858" y="178"/>
                      </a:lnTo>
                      <a:lnTo>
                        <a:pt x="858" y="178"/>
                      </a:lnTo>
                      <a:lnTo>
                        <a:pt x="854" y="176"/>
                      </a:lnTo>
                      <a:lnTo>
                        <a:pt x="854" y="176"/>
                      </a:lnTo>
                      <a:lnTo>
                        <a:pt x="850" y="168"/>
                      </a:lnTo>
                      <a:lnTo>
                        <a:pt x="850" y="168"/>
                      </a:lnTo>
                      <a:lnTo>
                        <a:pt x="842" y="172"/>
                      </a:lnTo>
                      <a:lnTo>
                        <a:pt x="842" y="172"/>
                      </a:lnTo>
                      <a:lnTo>
                        <a:pt x="842" y="176"/>
                      </a:lnTo>
                      <a:lnTo>
                        <a:pt x="842" y="176"/>
                      </a:lnTo>
                      <a:lnTo>
                        <a:pt x="846" y="176"/>
                      </a:lnTo>
                      <a:lnTo>
                        <a:pt x="846" y="176"/>
                      </a:lnTo>
                      <a:lnTo>
                        <a:pt x="848" y="172"/>
                      </a:lnTo>
                      <a:lnTo>
                        <a:pt x="850" y="172"/>
                      </a:lnTo>
                      <a:lnTo>
                        <a:pt x="850" y="172"/>
                      </a:lnTo>
                      <a:lnTo>
                        <a:pt x="852" y="180"/>
                      </a:lnTo>
                      <a:lnTo>
                        <a:pt x="852" y="180"/>
                      </a:lnTo>
                      <a:lnTo>
                        <a:pt x="850" y="182"/>
                      </a:lnTo>
                      <a:lnTo>
                        <a:pt x="850" y="182"/>
                      </a:lnTo>
                      <a:lnTo>
                        <a:pt x="846" y="182"/>
                      </a:lnTo>
                      <a:lnTo>
                        <a:pt x="846" y="182"/>
                      </a:lnTo>
                      <a:lnTo>
                        <a:pt x="846" y="182"/>
                      </a:lnTo>
                      <a:lnTo>
                        <a:pt x="840" y="184"/>
                      </a:lnTo>
                      <a:lnTo>
                        <a:pt x="838" y="182"/>
                      </a:lnTo>
                      <a:lnTo>
                        <a:pt x="834" y="180"/>
                      </a:lnTo>
                      <a:lnTo>
                        <a:pt x="834" y="180"/>
                      </a:lnTo>
                      <a:lnTo>
                        <a:pt x="832" y="178"/>
                      </a:lnTo>
                      <a:lnTo>
                        <a:pt x="830" y="176"/>
                      </a:lnTo>
                      <a:lnTo>
                        <a:pt x="830" y="176"/>
                      </a:lnTo>
                      <a:lnTo>
                        <a:pt x="828" y="176"/>
                      </a:lnTo>
                      <a:lnTo>
                        <a:pt x="828" y="176"/>
                      </a:lnTo>
                      <a:lnTo>
                        <a:pt x="824" y="174"/>
                      </a:lnTo>
                      <a:lnTo>
                        <a:pt x="824" y="176"/>
                      </a:lnTo>
                      <a:lnTo>
                        <a:pt x="824" y="176"/>
                      </a:lnTo>
                      <a:lnTo>
                        <a:pt x="816" y="176"/>
                      </a:lnTo>
                      <a:lnTo>
                        <a:pt x="816" y="176"/>
                      </a:lnTo>
                      <a:lnTo>
                        <a:pt x="814" y="178"/>
                      </a:lnTo>
                      <a:lnTo>
                        <a:pt x="814" y="180"/>
                      </a:lnTo>
                      <a:lnTo>
                        <a:pt x="814" y="180"/>
                      </a:lnTo>
                      <a:lnTo>
                        <a:pt x="818" y="182"/>
                      </a:lnTo>
                      <a:lnTo>
                        <a:pt x="818" y="182"/>
                      </a:lnTo>
                      <a:lnTo>
                        <a:pt x="818" y="184"/>
                      </a:lnTo>
                      <a:lnTo>
                        <a:pt x="818" y="184"/>
                      </a:lnTo>
                      <a:lnTo>
                        <a:pt x="822" y="186"/>
                      </a:lnTo>
                      <a:lnTo>
                        <a:pt x="822" y="186"/>
                      </a:lnTo>
                      <a:lnTo>
                        <a:pt x="822" y="190"/>
                      </a:lnTo>
                      <a:lnTo>
                        <a:pt x="822" y="194"/>
                      </a:lnTo>
                      <a:lnTo>
                        <a:pt x="822" y="194"/>
                      </a:lnTo>
                      <a:lnTo>
                        <a:pt x="818" y="194"/>
                      </a:lnTo>
                      <a:lnTo>
                        <a:pt x="818" y="194"/>
                      </a:lnTo>
                      <a:lnTo>
                        <a:pt x="816" y="188"/>
                      </a:lnTo>
                      <a:lnTo>
                        <a:pt x="812" y="184"/>
                      </a:lnTo>
                      <a:lnTo>
                        <a:pt x="812" y="184"/>
                      </a:lnTo>
                      <a:lnTo>
                        <a:pt x="808" y="184"/>
                      </a:lnTo>
                      <a:lnTo>
                        <a:pt x="808" y="184"/>
                      </a:lnTo>
                      <a:lnTo>
                        <a:pt x="804" y="180"/>
                      </a:lnTo>
                      <a:lnTo>
                        <a:pt x="800" y="174"/>
                      </a:lnTo>
                      <a:lnTo>
                        <a:pt x="800" y="174"/>
                      </a:lnTo>
                      <a:lnTo>
                        <a:pt x="796" y="174"/>
                      </a:lnTo>
                      <a:lnTo>
                        <a:pt x="796" y="176"/>
                      </a:lnTo>
                      <a:lnTo>
                        <a:pt x="796" y="176"/>
                      </a:lnTo>
                      <a:lnTo>
                        <a:pt x="796" y="176"/>
                      </a:lnTo>
                      <a:lnTo>
                        <a:pt x="802" y="182"/>
                      </a:lnTo>
                      <a:lnTo>
                        <a:pt x="802" y="182"/>
                      </a:lnTo>
                      <a:lnTo>
                        <a:pt x="804" y="184"/>
                      </a:lnTo>
                      <a:lnTo>
                        <a:pt x="804" y="184"/>
                      </a:lnTo>
                      <a:lnTo>
                        <a:pt x="808" y="188"/>
                      </a:lnTo>
                      <a:lnTo>
                        <a:pt x="808" y="190"/>
                      </a:lnTo>
                      <a:lnTo>
                        <a:pt x="802" y="190"/>
                      </a:lnTo>
                      <a:lnTo>
                        <a:pt x="802" y="190"/>
                      </a:lnTo>
                      <a:lnTo>
                        <a:pt x="794" y="188"/>
                      </a:lnTo>
                      <a:lnTo>
                        <a:pt x="794" y="188"/>
                      </a:lnTo>
                      <a:lnTo>
                        <a:pt x="792" y="184"/>
                      </a:lnTo>
                      <a:lnTo>
                        <a:pt x="792" y="184"/>
                      </a:lnTo>
                      <a:lnTo>
                        <a:pt x="786" y="186"/>
                      </a:lnTo>
                      <a:lnTo>
                        <a:pt x="782" y="186"/>
                      </a:lnTo>
                      <a:lnTo>
                        <a:pt x="782" y="186"/>
                      </a:lnTo>
                      <a:lnTo>
                        <a:pt x="776" y="186"/>
                      </a:lnTo>
                      <a:lnTo>
                        <a:pt x="774" y="184"/>
                      </a:lnTo>
                      <a:lnTo>
                        <a:pt x="774" y="184"/>
                      </a:lnTo>
                      <a:lnTo>
                        <a:pt x="770" y="184"/>
                      </a:lnTo>
                      <a:lnTo>
                        <a:pt x="764" y="184"/>
                      </a:lnTo>
                      <a:lnTo>
                        <a:pt x="764" y="184"/>
                      </a:lnTo>
                      <a:lnTo>
                        <a:pt x="760" y="180"/>
                      </a:lnTo>
                      <a:lnTo>
                        <a:pt x="758" y="180"/>
                      </a:lnTo>
                      <a:lnTo>
                        <a:pt x="758" y="180"/>
                      </a:lnTo>
                      <a:lnTo>
                        <a:pt x="758" y="182"/>
                      </a:lnTo>
                      <a:lnTo>
                        <a:pt x="760" y="184"/>
                      </a:lnTo>
                      <a:lnTo>
                        <a:pt x="760" y="184"/>
                      </a:lnTo>
                      <a:lnTo>
                        <a:pt x="750" y="184"/>
                      </a:lnTo>
                      <a:lnTo>
                        <a:pt x="750" y="184"/>
                      </a:lnTo>
                      <a:lnTo>
                        <a:pt x="750" y="184"/>
                      </a:lnTo>
                      <a:lnTo>
                        <a:pt x="750" y="184"/>
                      </a:lnTo>
                      <a:lnTo>
                        <a:pt x="750" y="182"/>
                      </a:lnTo>
                      <a:lnTo>
                        <a:pt x="750" y="180"/>
                      </a:lnTo>
                      <a:lnTo>
                        <a:pt x="750" y="180"/>
                      </a:lnTo>
                      <a:lnTo>
                        <a:pt x="742" y="174"/>
                      </a:lnTo>
                      <a:lnTo>
                        <a:pt x="742" y="174"/>
                      </a:lnTo>
                      <a:lnTo>
                        <a:pt x="742" y="172"/>
                      </a:lnTo>
                      <a:lnTo>
                        <a:pt x="742" y="172"/>
                      </a:lnTo>
                      <a:lnTo>
                        <a:pt x="738" y="170"/>
                      </a:lnTo>
                      <a:lnTo>
                        <a:pt x="736" y="172"/>
                      </a:lnTo>
                      <a:lnTo>
                        <a:pt x="732" y="176"/>
                      </a:lnTo>
                      <a:lnTo>
                        <a:pt x="732" y="176"/>
                      </a:lnTo>
                      <a:lnTo>
                        <a:pt x="726" y="174"/>
                      </a:lnTo>
                      <a:lnTo>
                        <a:pt x="726" y="172"/>
                      </a:lnTo>
                      <a:lnTo>
                        <a:pt x="726" y="172"/>
                      </a:lnTo>
                      <a:lnTo>
                        <a:pt x="728" y="172"/>
                      </a:lnTo>
                      <a:lnTo>
                        <a:pt x="728" y="172"/>
                      </a:lnTo>
                      <a:lnTo>
                        <a:pt x="722" y="168"/>
                      </a:lnTo>
                      <a:lnTo>
                        <a:pt x="722" y="168"/>
                      </a:lnTo>
                      <a:lnTo>
                        <a:pt x="720" y="168"/>
                      </a:lnTo>
                      <a:lnTo>
                        <a:pt x="720" y="168"/>
                      </a:lnTo>
                      <a:lnTo>
                        <a:pt x="720" y="168"/>
                      </a:lnTo>
                      <a:lnTo>
                        <a:pt x="720" y="168"/>
                      </a:lnTo>
                      <a:lnTo>
                        <a:pt x="716" y="162"/>
                      </a:lnTo>
                      <a:lnTo>
                        <a:pt x="716" y="162"/>
                      </a:lnTo>
                      <a:lnTo>
                        <a:pt x="716" y="158"/>
                      </a:lnTo>
                      <a:lnTo>
                        <a:pt x="716" y="158"/>
                      </a:lnTo>
                      <a:lnTo>
                        <a:pt x="724" y="158"/>
                      </a:lnTo>
                      <a:lnTo>
                        <a:pt x="724" y="154"/>
                      </a:lnTo>
                      <a:lnTo>
                        <a:pt x="724" y="154"/>
                      </a:lnTo>
                      <a:lnTo>
                        <a:pt x="714" y="156"/>
                      </a:lnTo>
                      <a:lnTo>
                        <a:pt x="704" y="154"/>
                      </a:lnTo>
                      <a:lnTo>
                        <a:pt x="704" y="154"/>
                      </a:lnTo>
                      <a:lnTo>
                        <a:pt x="704" y="154"/>
                      </a:lnTo>
                      <a:lnTo>
                        <a:pt x="702" y="150"/>
                      </a:lnTo>
                      <a:lnTo>
                        <a:pt x="700" y="148"/>
                      </a:lnTo>
                      <a:lnTo>
                        <a:pt x="700" y="148"/>
                      </a:lnTo>
                      <a:lnTo>
                        <a:pt x="702" y="148"/>
                      </a:lnTo>
                      <a:lnTo>
                        <a:pt x="702" y="146"/>
                      </a:lnTo>
                      <a:lnTo>
                        <a:pt x="702" y="146"/>
                      </a:lnTo>
                      <a:lnTo>
                        <a:pt x="692" y="140"/>
                      </a:lnTo>
                      <a:lnTo>
                        <a:pt x="692" y="140"/>
                      </a:lnTo>
                      <a:lnTo>
                        <a:pt x="692" y="136"/>
                      </a:lnTo>
                      <a:lnTo>
                        <a:pt x="692" y="136"/>
                      </a:lnTo>
                      <a:lnTo>
                        <a:pt x="698" y="130"/>
                      </a:lnTo>
                      <a:lnTo>
                        <a:pt x="698" y="130"/>
                      </a:lnTo>
                      <a:lnTo>
                        <a:pt x="696" y="126"/>
                      </a:lnTo>
                      <a:lnTo>
                        <a:pt x="696" y="124"/>
                      </a:lnTo>
                      <a:lnTo>
                        <a:pt x="696" y="124"/>
                      </a:lnTo>
                      <a:lnTo>
                        <a:pt x="702" y="118"/>
                      </a:lnTo>
                      <a:lnTo>
                        <a:pt x="708" y="110"/>
                      </a:lnTo>
                      <a:lnTo>
                        <a:pt x="708" y="106"/>
                      </a:lnTo>
                      <a:lnTo>
                        <a:pt x="708" y="106"/>
                      </a:lnTo>
                      <a:lnTo>
                        <a:pt x="714" y="102"/>
                      </a:lnTo>
                      <a:lnTo>
                        <a:pt x="714" y="102"/>
                      </a:lnTo>
                      <a:lnTo>
                        <a:pt x="714" y="96"/>
                      </a:lnTo>
                      <a:lnTo>
                        <a:pt x="714" y="96"/>
                      </a:lnTo>
                      <a:lnTo>
                        <a:pt x="720" y="90"/>
                      </a:lnTo>
                      <a:lnTo>
                        <a:pt x="720" y="88"/>
                      </a:lnTo>
                      <a:lnTo>
                        <a:pt x="720" y="88"/>
                      </a:lnTo>
                      <a:lnTo>
                        <a:pt x="724" y="90"/>
                      </a:lnTo>
                      <a:lnTo>
                        <a:pt x="728" y="90"/>
                      </a:lnTo>
                      <a:lnTo>
                        <a:pt x="728" y="90"/>
                      </a:lnTo>
                      <a:lnTo>
                        <a:pt x="736" y="86"/>
                      </a:lnTo>
                      <a:lnTo>
                        <a:pt x="736" y="86"/>
                      </a:lnTo>
                      <a:lnTo>
                        <a:pt x="740" y="88"/>
                      </a:lnTo>
                      <a:lnTo>
                        <a:pt x="744" y="88"/>
                      </a:lnTo>
                      <a:lnTo>
                        <a:pt x="748" y="86"/>
                      </a:lnTo>
                      <a:lnTo>
                        <a:pt x="748" y="86"/>
                      </a:lnTo>
                      <a:lnTo>
                        <a:pt x="758" y="86"/>
                      </a:lnTo>
                      <a:lnTo>
                        <a:pt x="768" y="86"/>
                      </a:lnTo>
                      <a:lnTo>
                        <a:pt x="768" y="86"/>
                      </a:lnTo>
                      <a:lnTo>
                        <a:pt x="778" y="88"/>
                      </a:lnTo>
                      <a:lnTo>
                        <a:pt x="778" y="88"/>
                      </a:lnTo>
                      <a:lnTo>
                        <a:pt x="778" y="90"/>
                      </a:lnTo>
                      <a:lnTo>
                        <a:pt x="778" y="90"/>
                      </a:lnTo>
                      <a:lnTo>
                        <a:pt x="776" y="90"/>
                      </a:lnTo>
                      <a:lnTo>
                        <a:pt x="776" y="92"/>
                      </a:lnTo>
                      <a:lnTo>
                        <a:pt x="776" y="92"/>
                      </a:lnTo>
                      <a:lnTo>
                        <a:pt x="766" y="94"/>
                      </a:lnTo>
                      <a:lnTo>
                        <a:pt x="756" y="96"/>
                      </a:lnTo>
                      <a:lnTo>
                        <a:pt x="748" y="100"/>
                      </a:lnTo>
                      <a:lnTo>
                        <a:pt x="746" y="104"/>
                      </a:lnTo>
                      <a:lnTo>
                        <a:pt x="744" y="108"/>
                      </a:lnTo>
                      <a:lnTo>
                        <a:pt x="744" y="108"/>
                      </a:lnTo>
                      <a:lnTo>
                        <a:pt x="742" y="124"/>
                      </a:lnTo>
                      <a:lnTo>
                        <a:pt x="744" y="132"/>
                      </a:lnTo>
                      <a:lnTo>
                        <a:pt x="746" y="138"/>
                      </a:lnTo>
                      <a:lnTo>
                        <a:pt x="746" y="138"/>
                      </a:lnTo>
                      <a:lnTo>
                        <a:pt x="748" y="140"/>
                      </a:lnTo>
                      <a:lnTo>
                        <a:pt x="752" y="142"/>
                      </a:lnTo>
                      <a:lnTo>
                        <a:pt x="752" y="142"/>
                      </a:lnTo>
                      <a:lnTo>
                        <a:pt x="754" y="148"/>
                      </a:lnTo>
                      <a:lnTo>
                        <a:pt x="754" y="148"/>
                      </a:lnTo>
                      <a:lnTo>
                        <a:pt x="750" y="148"/>
                      </a:lnTo>
                      <a:lnTo>
                        <a:pt x="750" y="148"/>
                      </a:lnTo>
                      <a:lnTo>
                        <a:pt x="746" y="150"/>
                      </a:lnTo>
                      <a:lnTo>
                        <a:pt x="742" y="154"/>
                      </a:lnTo>
                      <a:lnTo>
                        <a:pt x="742" y="154"/>
                      </a:lnTo>
                      <a:lnTo>
                        <a:pt x="752" y="152"/>
                      </a:lnTo>
                      <a:lnTo>
                        <a:pt x="762" y="154"/>
                      </a:lnTo>
                      <a:lnTo>
                        <a:pt x="762" y="154"/>
                      </a:lnTo>
                      <a:lnTo>
                        <a:pt x="760" y="144"/>
                      </a:lnTo>
                      <a:lnTo>
                        <a:pt x="760" y="144"/>
                      </a:lnTo>
                      <a:lnTo>
                        <a:pt x="764" y="140"/>
                      </a:lnTo>
                      <a:lnTo>
                        <a:pt x="762" y="138"/>
                      </a:lnTo>
                      <a:lnTo>
                        <a:pt x="760" y="136"/>
                      </a:lnTo>
                      <a:lnTo>
                        <a:pt x="754" y="134"/>
                      </a:lnTo>
                      <a:lnTo>
                        <a:pt x="754" y="134"/>
                      </a:lnTo>
                      <a:lnTo>
                        <a:pt x="754" y="128"/>
                      </a:lnTo>
                      <a:lnTo>
                        <a:pt x="754" y="128"/>
                      </a:lnTo>
                      <a:lnTo>
                        <a:pt x="762" y="128"/>
                      </a:lnTo>
                      <a:lnTo>
                        <a:pt x="768" y="132"/>
                      </a:lnTo>
                      <a:lnTo>
                        <a:pt x="768" y="132"/>
                      </a:lnTo>
                      <a:lnTo>
                        <a:pt x="768" y="126"/>
                      </a:lnTo>
                      <a:lnTo>
                        <a:pt x="768" y="122"/>
                      </a:lnTo>
                      <a:lnTo>
                        <a:pt x="768" y="122"/>
                      </a:lnTo>
                      <a:lnTo>
                        <a:pt x="766" y="122"/>
                      </a:lnTo>
                      <a:lnTo>
                        <a:pt x="764" y="122"/>
                      </a:lnTo>
                      <a:lnTo>
                        <a:pt x="758" y="122"/>
                      </a:lnTo>
                      <a:lnTo>
                        <a:pt x="758" y="122"/>
                      </a:lnTo>
                      <a:lnTo>
                        <a:pt x="756" y="120"/>
                      </a:lnTo>
                      <a:lnTo>
                        <a:pt x="756" y="120"/>
                      </a:lnTo>
                      <a:lnTo>
                        <a:pt x="756" y="110"/>
                      </a:lnTo>
                      <a:lnTo>
                        <a:pt x="756" y="110"/>
                      </a:lnTo>
                      <a:lnTo>
                        <a:pt x="756" y="108"/>
                      </a:lnTo>
                      <a:lnTo>
                        <a:pt x="760" y="106"/>
                      </a:lnTo>
                      <a:lnTo>
                        <a:pt x="760" y="106"/>
                      </a:lnTo>
                      <a:lnTo>
                        <a:pt x="762" y="108"/>
                      </a:lnTo>
                      <a:lnTo>
                        <a:pt x="766" y="108"/>
                      </a:lnTo>
                      <a:lnTo>
                        <a:pt x="766" y="108"/>
                      </a:lnTo>
                      <a:lnTo>
                        <a:pt x="766" y="106"/>
                      </a:lnTo>
                      <a:lnTo>
                        <a:pt x="766" y="106"/>
                      </a:lnTo>
                      <a:lnTo>
                        <a:pt x="764" y="106"/>
                      </a:lnTo>
                      <a:lnTo>
                        <a:pt x="764" y="106"/>
                      </a:lnTo>
                      <a:lnTo>
                        <a:pt x="766" y="102"/>
                      </a:lnTo>
                      <a:lnTo>
                        <a:pt x="766" y="102"/>
                      </a:lnTo>
                      <a:lnTo>
                        <a:pt x="766" y="100"/>
                      </a:lnTo>
                      <a:lnTo>
                        <a:pt x="766" y="100"/>
                      </a:lnTo>
                      <a:lnTo>
                        <a:pt x="764" y="100"/>
                      </a:lnTo>
                      <a:lnTo>
                        <a:pt x="764" y="100"/>
                      </a:lnTo>
                      <a:lnTo>
                        <a:pt x="764" y="100"/>
                      </a:lnTo>
                      <a:lnTo>
                        <a:pt x="770" y="98"/>
                      </a:lnTo>
                      <a:lnTo>
                        <a:pt x="772" y="98"/>
                      </a:lnTo>
                      <a:lnTo>
                        <a:pt x="772" y="98"/>
                      </a:lnTo>
                      <a:lnTo>
                        <a:pt x="772" y="96"/>
                      </a:lnTo>
                      <a:lnTo>
                        <a:pt x="782" y="94"/>
                      </a:lnTo>
                      <a:lnTo>
                        <a:pt x="782" y="94"/>
                      </a:lnTo>
                      <a:lnTo>
                        <a:pt x="782" y="92"/>
                      </a:lnTo>
                      <a:lnTo>
                        <a:pt x="782" y="90"/>
                      </a:lnTo>
                      <a:lnTo>
                        <a:pt x="782" y="90"/>
                      </a:lnTo>
                      <a:lnTo>
                        <a:pt x="788" y="90"/>
                      </a:lnTo>
                      <a:lnTo>
                        <a:pt x="788" y="90"/>
                      </a:lnTo>
                      <a:lnTo>
                        <a:pt x="792" y="86"/>
                      </a:lnTo>
                      <a:lnTo>
                        <a:pt x="792" y="86"/>
                      </a:lnTo>
                      <a:lnTo>
                        <a:pt x="792" y="86"/>
                      </a:lnTo>
                      <a:lnTo>
                        <a:pt x="798" y="86"/>
                      </a:lnTo>
                      <a:lnTo>
                        <a:pt x="804" y="88"/>
                      </a:lnTo>
                      <a:lnTo>
                        <a:pt x="804" y="88"/>
                      </a:lnTo>
                      <a:lnTo>
                        <a:pt x="808" y="90"/>
                      </a:lnTo>
                      <a:lnTo>
                        <a:pt x="810" y="92"/>
                      </a:lnTo>
                      <a:lnTo>
                        <a:pt x="806" y="100"/>
                      </a:lnTo>
                      <a:lnTo>
                        <a:pt x="806" y="100"/>
                      </a:lnTo>
                      <a:lnTo>
                        <a:pt x="806" y="102"/>
                      </a:lnTo>
                      <a:lnTo>
                        <a:pt x="808" y="102"/>
                      </a:lnTo>
                      <a:lnTo>
                        <a:pt x="808" y="102"/>
                      </a:lnTo>
                      <a:lnTo>
                        <a:pt x="808" y="104"/>
                      </a:lnTo>
                      <a:lnTo>
                        <a:pt x="808" y="104"/>
                      </a:lnTo>
                      <a:lnTo>
                        <a:pt x="804" y="106"/>
                      </a:lnTo>
                      <a:lnTo>
                        <a:pt x="804" y="110"/>
                      </a:lnTo>
                      <a:lnTo>
                        <a:pt x="804" y="114"/>
                      </a:lnTo>
                      <a:lnTo>
                        <a:pt x="806" y="114"/>
                      </a:lnTo>
                      <a:lnTo>
                        <a:pt x="806" y="114"/>
                      </a:lnTo>
                      <a:lnTo>
                        <a:pt x="808" y="116"/>
                      </a:lnTo>
                      <a:lnTo>
                        <a:pt x="808" y="118"/>
                      </a:lnTo>
                      <a:lnTo>
                        <a:pt x="810" y="118"/>
                      </a:lnTo>
                      <a:lnTo>
                        <a:pt x="810" y="118"/>
                      </a:lnTo>
                      <a:lnTo>
                        <a:pt x="808" y="124"/>
                      </a:lnTo>
                      <a:lnTo>
                        <a:pt x="808" y="126"/>
                      </a:lnTo>
                      <a:lnTo>
                        <a:pt x="808" y="126"/>
                      </a:lnTo>
                      <a:lnTo>
                        <a:pt x="812" y="126"/>
                      </a:lnTo>
                      <a:lnTo>
                        <a:pt x="812" y="128"/>
                      </a:lnTo>
                      <a:lnTo>
                        <a:pt x="812" y="130"/>
                      </a:lnTo>
                      <a:lnTo>
                        <a:pt x="812" y="130"/>
                      </a:lnTo>
                      <a:lnTo>
                        <a:pt x="810" y="132"/>
                      </a:lnTo>
                      <a:lnTo>
                        <a:pt x="810" y="136"/>
                      </a:lnTo>
                      <a:lnTo>
                        <a:pt x="810" y="136"/>
                      </a:lnTo>
                      <a:lnTo>
                        <a:pt x="804" y="136"/>
                      </a:lnTo>
                      <a:lnTo>
                        <a:pt x="804" y="138"/>
                      </a:lnTo>
                      <a:lnTo>
                        <a:pt x="804" y="138"/>
                      </a:lnTo>
                      <a:lnTo>
                        <a:pt x="810" y="140"/>
                      </a:lnTo>
                      <a:lnTo>
                        <a:pt x="816" y="140"/>
                      </a:lnTo>
                      <a:lnTo>
                        <a:pt x="816" y="140"/>
                      </a:lnTo>
                      <a:lnTo>
                        <a:pt x="818" y="136"/>
                      </a:lnTo>
                      <a:lnTo>
                        <a:pt x="818" y="136"/>
                      </a:lnTo>
                      <a:lnTo>
                        <a:pt x="814" y="132"/>
                      </a:lnTo>
                      <a:lnTo>
                        <a:pt x="814" y="132"/>
                      </a:lnTo>
                      <a:lnTo>
                        <a:pt x="818" y="128"/>
                      </a:lnTo>
                      <a:lnTo>
                        <a:pt x="822" y="124"/>
                      </a:lnTo>
                      <a:lnTo>
                        <a:pt x="824" y="122"/>
                      </a:lnTo>
                      <a:lnTo>
                        <a:pt x="824" y="122"/>
                      </a:lnTo>
                      <a:lnTo>
                        <a:pt x="826" y="124"/>
                      </a:lnTo>
                      <a:lnTo>
                        <a:pt x="828" y="124"/>
                      </a:lnTo>
                      <a:lnTo>
                        <a:pt x="828" y="126"/>
                      </a:lnTo>
                      <a:lnTo>
                        <a:pt x="826" y="126"/>
                      </a:lnTo>
                      <a:lnTo>
                        <a:pt x="828" y="130"/>
                      </a:lnTo>
                      <a:lnTo>
                        <a:pt x="828" y="130"/>
                      </a:lnTo>
                      <a:lnTo>
                        <a:pt x="836" y="126"/>
                      </a:lnTo>
                      <a:lnTo>
                        <a:pt x="838" y="128"/>
                      </a:lnTo>
                      <a:lnTo>
                        <a:pt x="836" y="136"/>
                      </a:lnTo>
                      <a:lnTo>
                        <a:pt x="836" y="136"/>
                      </a:lnTo>
                      <a:lnTo>
                        <a:pt x="836" y="138"/>
                      </a:lnTo>
                      <a:lnTo>
                        <a:pt x="836" y="138"/>
                      </a:lnTo>
                      <a:lnTo>
                        <a:pt x="836" y="140"/>
                      </a:lnTo>
                      <a:lnTo>
                        <a:pt x="836" y="140"/>
                      </a:lnTo>
                      <a:lnTo>
                        <a:pt x="836" y="140"/>
                      </a:lnTo>
                      <a:lnTo>
                        <a:pt x="836" y="140"/>
                      </a:lnTo>
                      <a:lnTo>
                        <a:pt x="838" y="140"/>
                      </a:lnTo>
                      <a:lnTo>
                        <a:pt x="838" y="140"/>
                      </a:lnTo>
                      <a:lnTo>
                        <a:pt x="840" y="140"/>
                      </a:lnTo>
                      <a:lnTo>
                        <a:pt x="840" y="140"/>
                      </a:lnTo>
                      <a:lnTo>
                        <a:pt x="840" y="138"/>
                      </a:lnTo>
                      <a:lnTo>
                        <a:pt x="838" y="138"/>
                      </a:lnTo>
                      <a:lnTo>
                        <a:pt x="838" y="138"/>
                      </a:lnTo>
                      <a:lnTo>
                        <a:pt x="838" y="136"/>
                      </a:lnTo>
                      <a:lnTo>
                        <a:pt x="838" y="134"/>
                      </a:lnTo>
                      <a:lnTo>
                        <a:pt x="838" y="136"/>
                      </a:lnTo>
                      <a:lnTo>
                        <a:pt x="838" y="136"/>
                      </a:lnTo>
                      <a:lnTo>
                        <a:pt x="840" y="132"/>
                      </a:lnTo>
                      <a:lnTo>
                        <a:pt x="840" y="132"/>
                      </a:lnTo>
                      <a:lnTo>
                        <a:pt x="844" y="132"/>
                      </a:lnTo>
                      <a:lnTo>
                        <a:pt x="844" y="132"/>
                      </a:lnTo>
                      <a:lnTo>
                        <a:pt x="844" y="130"/>
                      </a:lnTo>
                      <a:lnTo>
                        <a:pt x="842" y="128"/>
                      </a:lnTo>
                      <a:lnTo>
                        <a:pt x="842" y="124"/>
                      </a:lnTo>
                      <a:lnTo>
                        <a:pt x="842" y="124"/>
                      </a:lnTo>
                      <a:lnTo>
                        <a:pt x="848" y="124"/>
                      </a:lnTo>
                      <a:lnTo>
                        <a:pt x="848" y="124"/>
                      </a:lnTo>
                      <a:lnTo>
                        <a:pt x="850" y="126"/>
                      </a:lnTo>
                      <a:lnTo>
                        <a:pt x="854" y="128"/>
                      </a:lnTo>
                      <a:lnTo>
                        <a:pt x="854" y="128"/>
                      </a:lnTo>
                      <a:lnTo>
                        <a:pt x="858" y="128"/>
                      </a:lnTo>
                      <a:lnTo>
                        <a:pt x="858" y="128"/>
                      </a:lnTo>
                      <a:lnTo>
                        <a:pt x="860" y="128"/>
                      </a:lnTo>
                      <a:lnTo>
                        <a:pt x="860" y="130"/>
                      </a:lnTo>
                      <a:lnTo>
                        <a:pt x="860" y="130"/>
                      </a:lnTo>
                      <a:lnTo>
                        <a:pt x="862" y="128"/>
                      </a:lnTo>
                      <a:lnTo>
                        <a:pt x="862" y="128"/>
                      </a:lnTo>
                      <a:lnTo>
                        <a:pt x="858" y="126"/>
                      </a:lnTo>
                      <a:lnTo>
                        <a:pt x="850" y="122"/>
                      </a:lnTo>
                      <a:lnTo>
                        <a:pt x="850" y="122"/>
                      </a:lnTo>
                      <a:lnTo>
                        <a:pt x="846" y="120"/>
                      </a:lnTo>
                      <a:lnTo>
                        <a:pt x="844" y="116"/>
                      </a:lnTo>
                      <a:lnTo>
                        <a:pt x="846" y="114"/>
                      </a:lnTo>
                      <a:lnTo>
                        <a:pt x="852" y="112"/>
                      </a:lnTo>
                      <a:lnTo>
                        <a:pt x="852" y="112"/>
                      </a:lnTo>
                      <a:lnTo>
                        <a:pt x="858" y="112"/>
                      </a:lnTo>
                      <a:lnTo>
                        <a:pt x="864" y="112"/>
                      </a:lnTo>
                      <a:lnTo>
                        <a:pt x="864" y="112"/>
                      </a:lnTo>
                      <a:lnTo>
                        <a:pt x="866" y="116"/>
                      </a:lnTo>
                      <a:lnTo>
                        <a:pt x="866" y="116"/>
                      </a:lnTo>
                      <a:lnTo>
                        <a:pt x="876" y="118"/>
                      </a:lnTo>
                      <a:lnTo>
                        <a:pt x="876" y="118"/>
                      </a:lnTo>
                      <a:lnTo>
                        <a:pt x="880" y="120"/>
                      </a:lnTo>
                      <a:lnTo>
                        <a:pt x="884" y="122"/>
                      </a:lnTo>
                      <a:lnTo>
                        <a:pt x="884" y="122"/>
                      </a:lnTo>
                      <a:lnTo>
                        <a:pt x="888" y="120"/>
                      </a:lnTo>
                      <a:lnTo>
                        <a:pt x="892" y="118"/>
                      </a:lnTo>
                      <a:lnTo>
                        <a:pt x="892" y="118"/>
                      </a:lnTo>
                      <a:lnTo>
                        <a:pt x="896" y="120"/>
                      </a:lnTo>
                      <a:lnTo>
                        <a:pt x="896" y="120"/>
                      </a:lnTo>
                      <a:lnTo>
                        <a:pt x="904" y="118"/>
                      </a:lnTo>
                      <a:lnTo>
                        <a:pt x="904" y="118"/>
                      </a:lnTo>
                      <a:lnTo>
                        <a:pt x="908" y="124"/>
                      </a:lnTo>
                      <a:lnTo>
                        <a:pt x="908" y="124"/>
                      </a:lnTo>
                      <a:lnTo>
                        <a:pt x="908" y="124"/>
                      </a:lnTo>
                      <a:lnTo>
                        <a:pt x="908" y="130"/>
                      </a:lnTo>
                      <a:lnTo>
                        <a:pt x="908" y="130"/>
                      </a:lnTo>
                      <a:lnTo>
                        <a:pt x="904" y="130"/>
                      </a:lnTo>
                      <a:lnTo>
                        <a:pt x="904" y="130"/>
                      </a:lnTo>
                      <a:lnTo>
                        <a:pt x="910" y="130"/>
                      </a:lnTo>
                      <a:lnTo>
                        <a:pt x="912" y="132"/>
                      </a:lnTo>
                      <a:lnTo>
                        <a:pt x="914" y="142"/>
                      </a:lnTo>
                      <a:lnTo>
                        <a:pt x="914" y="142"/>
                      </a:lnTo>
                      <a:lnTo>
                        <a:pt x="906" y="144"/>
                      </a:lnTo>
                      <a:lnTo>
                        <a:pt x="906" y="144"/>
                      </a:lnTo>
                      <a:lnTo>
                        <a:pt x="906" y="146"/>
                      </a:lnTo>
                      <a:lnTo>
                        <a:pt x="906" y="148"/>
                      </a:lnTo>
                      <a:lnTo>
                        <a:pt x="906" y="148"/>
                      </a:lnTo>
                      <a:lnTo>
                        <a:pt x="910" y="148"/>
                      </a:lnTo>
                      <a:lnTo>
                        <a:pt x="910" y="148"/>
                      </a:lnTo>
                      <a:lnTo>
                        <a:pt x="910" y="150"/>
                      </a:lnTo>
                      <a:lnTo>
                        <a:pt x="910" y="150"/>
                      </a:lnTo>
                      <a:lnTo>
                        <a:pt x="910" y="150"/>
                      </a:lnTo>
                      <a:lnTo>
                        <a:pt x="910" y="150"/>
                      </a:lnTo>
                      <a:lnTo>
                        <a:pt x="908" y="152"/>
                      </a:lnTo>
                      <a:lnTo>
                        <a:pt x="908" y="152"/>
                      </a:lnTo>
                      <a:lnTo>
                        <a:pt x="910" y="154"/>
                      </a:lnTo>
                      <a:lnTo>
                        <a:pt x="910" y="154"/>
                      </a:lnTo>
                      <a:lnTo>
                        <a:pt x="914" y="154"/>
                      </a:lnTo>
                      <a:lnTo>
                        <a:pt x="914" y="154"/>
                      </a:lnTo>
                      <a:lnTo>
                        <a:pt x="916" y="148"/>
                      </a:lnTo>
                      <a:lnTo>
                        <a:pt x="916" y="148"/>
                      </a:lnTo>
                      <a:lnTo>
                        <a:pt x="918" y="144"/>
                      </a:lnTo>
                      <a:lnTo>
                        <a:pt x="920" y="146"/>
                      </a:lnTo>
                      <a:lnTo>
                        <a:pt x="922" y="156"/>
                      </a:lnTo>
                      <a:lnTo>
                        <a:pt x="922" y="156"/>
                      </a:lnTo>
                      <a:lnTo>
                        <a:pt x="924" y="152"/>
                      </a:lnTo>
                      <a:lnTo>
                        <a:pt x="924" y="152"/>
                      </a:lnTo>
                      <a:lnTo>
                        <a:pt x="926" y="154"/>
                      </a:lnTo>
                      <a:lnTo>
                        <a:pt x="928" y="154"/>
                      </a:lnTo>
                      <a:lnTo>
                        <a:pt x="928" y="154"/>
                      </a:lnTo>
                      <a:lnTo>
                        <a:pt x="928" y="156"/>
                      </a:lnTo>
                      <a:lnTo>
                        <a:pt x="928" y="156"/>
                      </a:lnTo>
                      <a:lnTo>
                        <a:pt x="930" y="156"/>
                      </a:lnTo>
                      <a:lnTo>
                        <a:pt x="930" y="156"/>
                      </a:lnTo>
                      <a:lnTo>
                        <a:pt x="930" y="150"/>
                      </a:lnTo>
                      <a:lnTo>
                        <a:pt x="930" y="146"/>
                      </a:lnTo>
                      <a:lnTo>
                        <a:pt x="934" y="146"/>
                      </a:lnTo>
                      <a:lnTo>
                        <a:pt x="934" y="146"/>
                      </a:lnTo>
                      <a:lnTo>
                        <a:pt x="936" y="146"/>
                      </a:lnTo>
                      <a:lnTo>
                        <a:pt x="936" y="146"/>
                      </a:lnTo>
                      <a:lnTo>
                        <a:pt x="936" y="146"/>
                      </a:lnTo>
                      <a:lnTo>
                        <a:pt x="938" y="150"/>
                      </a:lnTo>
                      <a:lnTo>
                        <a:pt x="940" y="152"/>
                      </a:lnTo>
                      <a:lnTo>
                        <a:pt x="940" y="152"/>
                      </a:lnTo>
                      <a:lnTo>
                        <a:pt x="946" y="154"/>
                      </a:lnTo>
                      <a:lnTo>
                        <a:pt x="946" y="154"/>
                      </a:lnTo>
                      <a:lnTo>
                        <a:pt x="946" y="154"/>
                      </a:lnTo>
                      <a:lnTo>
                        <a:pt x="948" y="154"/>
                      </a:lnTo>
                      <a:lnTo>
                        <a:pt x="948" y="156"/>
                      </a:lnTo>
                      <a:lnTo>
                        <a:pt x="948" y="156"/>
                      </a:lnTo>
                      <a:lnTo>
                        <a:pt x="942" y="158"/>
                      </a:lnTo>
                      <a:lnTo>
                        <a:pt x="942" y="158"/>
                      </a:lnTo>
                      <a:lnTo>
                        <a:pt x="940" y="162"/>
                      </a:lnTo>
                      <a:lnTo>
                        <a:pt x="946" y="162"/>
                      </a:lnTo>
                      <a:lnTo>
                        <a:pt x="946" y="162"/>
                      </a:lnTo>
                      <a:lnTo>
                        <a:pt x="948" y="160"/>
                      </a:lnTo>
                      <a:lnTo>
                        <a:pt x="950" y="160"/>
                      </a:lnTo>
                      <a:lnTo>
                        <a:pt x="950" y="160"/>
                      </a:lnTo>
                      <a:lnTo>
                        <a:pt x="948" y="156"/>
                      </a:lnTo>
                      <a:lnTo>
                        <a:pt x="950" y="156"/>
                      </a:lnTo>
                      <a:lnTo>
                        <a:pt x="950" y="156"/>
                      </a:lnTo>
                      <a:lnTo>
                        <a:pt x="950" y="156"/>
                      </a:lnTo>
                      <a:lnTo>
                        <a:pt x="952" y="156"/>
                      </a:lnTo>
                      <a:lnTo>
                        <a:pt x="952" y="156"/>
                      </a:lnTo>
                      <a:lnTo>
                        <a:pt x="950" y="158"/>
                      </a:lnTo>
                      <a:lnTo>
                        <a:pt x="950" y="158"/>
                      </a:lnTo>
                      <a:lnTo>
                        <a:pt x="954" y="158"/>
                      </a:lnTo>
                      <a:lnTo>
                        <a:pt x="954" y="158"/>
                      </a:lnTo>
                      <a:lnTo>
                        <a:pt x="956" y="156"/>
                      </a:lnTo>
                      <a:lnTo>
                        <a:pt x="958" y="162"/>
                      </a:lnTo>
                      <a:lnTo>
                        <a:pt x="958" y="162"/>
                      </a:lnTo>
                      <a:lnTo>
                        <a:pt x="954" y="164"/>
                      </a:lnTo>
                      <a:lnTo>
                        <a:pt x="954" y="164"/>
                      </a:lnTo>
                      <a:lnTo>
                        <a:pt x="952" y="164"/>
                      </a:lnTo>
                      <a:lnTo>
                        <a:pt x="952" y="164"/>
                      </a:lnTo>
                      <a:lnTo>
                        <a:pt x="952" y="170"/>
                      </a:lnTo>
                      <a:lnTo>
                        <a:pt x="954" y="170"/>
                      </a:lnTo>
                      <a:lnTo>
                        <a:pt x="954" y="168"/>
                      </a:lnTo>
                      <a:lnTo>
                        <a:pt x="954" y="168"/>
                      </a:lnTo>
                      <a:lnTo>
                        <a:pt x="954" y="164"/>
                      </a:lnTo>
                      <a:lnTo>
                        <a:pt x="958" y="164"/>
                      </a:lnTo>
                      <a:lnTo>
                        <a:pt x="964" y="164"/>
                      </a:lnTo>
                      <a:lnTo>
                        <a:pt x="964" y="164"/>
                      </a:lnTo>
                      <a:lnTo>
                        <a:pt x="962" y="168"/>
                      </a:lnTo>
                      <a:lnTo>
                        <a:pt x="962" y="168"/>
                      </a:lnTo>
                      <a:lnTo>
                        <a:pt x="960" y="168"/>
                      </a:lnTo>
                      <a:lnTo>
                        <a:pt x="960" y="168"/>
                      </a:lnTo>
                      <a:lnTo>
                        <a:pt x="962" y="168"/>
                      </a:lnTo>
                      <a:lnTo>
                        <a:pt x="962" y="168"/>
                      </a:lnTo>
                      <a:lnTo>
                        <a:pt x="966" y="164"/>
                      </a:lnTo>
                      <a:lnTo>
                        <a:pt x="966" y="164"/>
                      </a:lnTo>
                      <a:lnTo>
                        <a:pt x="972" y="164"/>
                      </a:lnTo>
                      <a:lnTo>
                        <a:pt x="972" y="164"/>
                      </a:lnTo>
                      <a:lnTo>
                        <a:pt x="974" y="170"/>
                      </a:lnTo>
                      <a:lnTo>
                        <a:pt x="974" y="170"/>
                      </a:lnTo>
                      <a:lnTo>
                        <a:pt x="978" y="170"/>
                      </a:lnTo>
                      <a:lnTo>
                        <a:pt x="982" y="170"/>
                      </a:lnTo>
                      <a:lnTo>
                        <a:pt x="982" y="170"/>
                      </a:lnTo>
                      <a:lnTo>
                        <a:pt x="982" y="174"/>
                      </a:lnTo>
                      <a:lnTo>
                        <a:pt x="982" y="174"/>
                      </a:lnTo>
                      <a:lnTo>
                        <a:pt x="976" y="172"/>
                      </a:lnTo>
                      <a:lnTo>
                        <a:pt x="976" y="172"/>
                      </a:lnTo>
                      <a:lnTo>
                        <a:pt x="976" y="176"/>
                      </a:lnTo>
                      <a:lnTo>
                        <a:pt x="976" y="176"/>
                      </a:lnTo>
                      <a:lnTo>
                        <a:pt x="972" y="176"/>
                      </a:lnTo>
                      <a:lnTo>
                        <a:pt x="972" y="176"/>
                      </a:lnTo>
                      <a:lnTo>
                        <a:pt x="970" y="178"/>
                      </a:lnTo>
                      <a:lnTo>
                        <a:pt x="970" y="178"/>
                      </a:lnTo>
                      <a:lnTo>
                        <a:pt x="976" y="178"/>
                      </a:lnTo>
                      <a:lnTo>
                        <a:pt x="976" y="178"/>
                      </a:lnTo>
                      <a:lnTo>
                        <a:pt x="978" y="180"/>
                      </a:lnTo>
                      <a:lnTo>
                        <a:pt x="978" y="182"/>
                      </a:lnTo>
                      <a:lnTo>
                        <a:pt x="978" y="182"/>
                      </a:lnTo>
                      <a:lnTo>
                        <a:pt x="980" y="182"/>
                      </a:lnTo>
                      <a:lnTo>
                        <a:pt x="980" y="182"/>
                      </a:lnTo>
                      <a:lnTo>
                        <a:pt x="986" y="176"/>
                      </a:lnTo>
                      <a:lnTo>
                        <a:pt x="986" y="176"/>
                      </a:lnTo>
                      <a:lnTo>
                        <a:pt x="986" y="174"/>
                      </a:lnTo>
                      <a:lnTo>
                        <a:pt x="986" y="174"/>
                      </a:lnTo>
                      <a:lnTo>
                        <a:pt x="988" y="174"/>
                      </a:lnTo>
                      <a:lnTo>
                        <a:pt x="988" y="174"/>
                      </a:lnTo>
                      <a:lnTo>
                        <a:pt x="990" y="178"/>
                      </a:lnTo>
                      <a:lnTo>
                        <a:pt x="990" y="178"/>
                      </a:lnTo>
                      <a:lnTo>
                        <a:pt x="994" y="180"/>
                      </a:lnTo>
                      <a:lnTo>
                        <a:pt x="994" y="180"/>
                      </a:lnTo>
                      <a:lnTo>
                        <a:pt x="994" y="184"/>
                      </a:lnTo>
                      <a:lnTo>
                        <a:pt x="994" y="188"/>
                      </a:lnTo>
                      <a:lnTo>
                        <a:pt x="994" y="188"/>
                      </a:lnTo>
                      <a:lnTo>
                        <a:pt x="988" y="188"/>
                      </a:lnTo>
                      <a:lnTo>
                        <a:pt x="988" y="188"/>
                      </a:lnTo>
                      <a:lnTo>
                        <a:pt x="986" y="192"/>
                      </a:lnTo>
                      <a:lnTo>
                        <a:pt x="986" y="192"/>
                      </a:lnTo>
                      <a:lnTo>
                        <a:pt x="982" y="192"/>
                      </a:lnTo>
                      <a:lnTo>
                        <a:pt x="978" y="192"/>
                      </a:lnTo>
                      <a:lnTo>
                        <a:pt x="978" y="192"/>
                      </a:lnTo>
                      <a:lnTo>
                        <a:pt x="984" y="196"/>
                      </a:lnTo>
                      <a:lnTo>
                        <a:pt x="984" y="198"/>
                      </a:lnTo>
                      <a:lnTo>
                        <a:pt x="984" y="198"/>
                      </a:lnTo>
                      <a:lnTo>
                        <a:pt x="990" y="198"/>
                      </a:lnTo>
                      <a:lnTo>
                        <a:pt x="990" y="198"/>
                      </a:lnTo>
                      <a:lnTo>
                        <a:pt x="998" y="202"/>
                      </a:lnTo>
                      <a:lnTo>
                        <a:pt x="1000" y="204"/>
                      </a:lnTo>
                      <a:lnTo>
                        <a:pt x="1000" y="204"/>
                      </a:lnTo>
                      <a:lnTo>
                        <a:pt x="998" y="206"/>
                      </a:lnTo>
                      <a:lnTo>
                        <a:pt x="998" y="206"/>
                      </a:lnTo>
                      <a:lnTo>
                        <a:pt x="988" y="206"/>
                      </a:lnTo>
                      <a:lnTo>
                        <a:pt x="986" y="204"/>
                      </a:lnTo>
                      <a:lnTo>
                        <a:pt x="986" y="204"/>
                      </a:lnTo>
                      <a:lnTo>
                        <a:pt x="984" y="204"/>
                      </a:lnTo>
                      <a:lnTo>
                        <a:pt x="986" y="204"/>
                      </a:lnTo>
                      <a:lnTo>
                        <a:pt x="986" y="208"/>
                      </a:lnTo>
                      <a:lnTo>
                        <a:pt x="986" y="208"/>
                      </a:lnTo>
                      <a:lnTo>
                        <a:pt x="992" y="212"/>
                      </a:lnTo>
                      <a:lnTo>
                        <a:pt x="992" y="214"/>
                      </a:lnTo>
                      <a:lnTo>
                        <a:pt x="992" y="214"/>
                      </a:lnTo>
                      <a:lnTo>
                        <a:pt x="988" y="214"/>
                      </a:lnTo>
                      <a:lnTo>
                        <a:pt x="988" y="214"/>
                      </a:lnTo>
                      <a:lnTo>
                        <a:pt x="988" y="218"/>
                      </a:lnTo>
                      <a:lnTo>
                        <a:pt x="988" y="218"/>
                      </a:lnTo>
                      <a:lnTo>
                        <a:pt x="978" y="218"/>
                      </a:lnTo>
                      <a:lnTo>
                        <a:pt x="978" y="220"/>
                      </a:lnTo>
                      <a:lnTo>
                        <a:pt x="978" y="220"/>
                      </a:lnTo>
                      <a:lnTo>
                        <a:pt x="980" y="220"/>
                      </a:lnTo>
                      <a:lnTo>
                        <a:pt x="984" y="222"/>
                      </a:lnTo>
                      <a:lnTo>
                        <a:pt x="984" y="222"/>
                      </a:lnTo>
                      <a:lnTo>
                        <a:pt x="982" y="224"/>
                      </a:lnTo>
                      <a:lnTo>
                        <a:pt x="982" y="224"/>
                      </a:lnTo>
                      <a:lnTo>
                        <a:pt x="984" y="224"/>
                      </a:lnTo>
                      <a:lnTo>
                        <a:pt x="984" y="224"/>
                      </a:lnTo>
                      <a:lnTo>
                        <a:pt x="990" y="226"/>
                      </a:lnTo>
                      <a:lnTo>
                        <a:pt x="994" y="226"/>
                      </a:lnTo>
                      <a:lnTo>
                        <a:pt x="994" y="226"/>
                      </a:lnTo>
                      <a:lnTo>
                        <a:pt x="994" y="232"/>
                      </a:lnTo>
                      <a:lnTo>
                        <a:pt x="994" y="232"/>
                      </a:lnTo>
                      <a:lnTo>
                        <a:pt x="996" y="230"/>
                      </a:lnTo>
                      <a:lnTo>
                        <a:pt x="996" y="228"/>
                      </a:lnTo>
                      <a:lnTo>
                        <a:pt x="996" y="228"/>
                      </a:lnTo>
                      <a:lnTo>
                        <a:pt x="1002" y="230"/>
                      </a:lnTo>
                      <a:lnTo>
                        <a:pt x="998" y="236"/>
                      </a:lnTo>
                      <a:lnTo>
                        <a:pt x="998" y="236"/>
                      </a:lnTo>
                      <a:lnTo>
                        <a:pt x="1004" y="234"/>
                      </a:lnTo>
                      <a:lnTo>
                        <a:pt x="1004" y="234"/>
                      </a:lnTo>
                      <a:lnTo>
                        <a:pt x="1004" y="238"/>
                      </a:lnTo>
                      <a:lnTo>
                        <a:pt x="1004" y="238"/>
                      </a:lnTo>
                      <a:lnTo>
                        <a:pt x="1006" y="238"/>
                      </a:lnTo>
                      <a:lnTo>
                        <a:pt x="1006" y="238"/>
                      </a:lnTo>
                      <a:lnTo>
                        <a:pt x="1006" y="240"/>
                      </a:lnTo>
                      <a:lnTo>
                        <a:pt x="1006" y="240"/>
                      </a:lnTo>
                      <a:lnTo>
                        <a:pt x="1008" y="240"/>
                      </a:lnTo>
                      <a:lnTo>
                        <a:pt x="1008" y="238"/>
                      </a:lnTo>
                      <a:lnTo>
                        <a:pt x="1008" y="238"/>
                      </a:lnTo>
                      <a:lnTo>
                        <a:pt x="1010" y="238"/>
                      </a:lnTo>
                      <a:lnTo>
                        <a:pt x="1010" y="238"/>
                      </a:lnTo>
                      <a:lnTo>
                        <a:pt x="1010" y="240"/>
                      </a:lnTo>
                      <a:lnTo>
                        <a:pt x="1010" y="240"/>
                      </a:lnTo>
                      <a:lnTo>
                        <a:pt x="1008" y="248"/>
                      </a:lnTo>
                      <a:lnTo>
                        <a:pt x="1008" y="248"/>
                      </a:lnTo>
                      <a:lnTo>
                        <a:pt x="1010" y="248"/>
                      </a:lnTo>
                      <a:lnTo>
                        <a:pt x="1010" y="248"/>
                      </a:lnTo>
                      <a:lnTo>
                        <a:pt x="1012" y="242"/>
                      </a:lnTo>
                      <a:lnTo>
                        <a:pt x="1014" y="242"/>
                      </a:lnTo>
                      <a:lnTo>
                        <a:pt x="1014" y="242"/>
                      </a:lnTo>
                      <a:lnTo>
                        <a:pt x="1016" y="246"/>
                      </a:lnTo>
                      <a:lnTo>
                        <a:pt x="1016" y="246"/>
                      </a:lnTo>
                      <a:lnTo>
                        <a:pt x="1018" y="244"/>
                      </a:lnTo>
                      <a:lnTo>
                        <a:pt x="1018" y="242"/>
                      </a:lnTo>
                      <a:lnTo>
                        <a:pt x="1018" y="242"/>
                      </a:lnTo>
                      <a:lnTo>
                        <a:pt x="1018" y="242"/>
                      </a:lnTo>
                      <a:lnTo>
                        <a:pt x="1020" y="240"/>
                      </a:lnTo>
                      <a:lnTo>
                        <a:pt x="1020" y="240"/>
                      </a:lnTo>
                      <a:lnTo>
                        <a:pt x="1022" y="240"/>
                      </a:lnTo>
                      <a:lnTo>
                        <a:pt x="1022" y="240"/>
                      </a:lnTo>
                      <a:lnTo>
                        <a:pt x="1022" y="246"/>
                      </a:lnTo>
                      <a:lnTo>
                        <a:pt x="1022" y="246"/>
                      </a:lnTo>
                      <a:lnTo>
                        <a:pt x="1024" y="244"/>
                      </a:lnTo>
                      <a:lnTo>
                        <a:pt x="1024" y="244"/>
                      </a:lnTo>
                      <a:lnTo>
                        <a:pt x="1024" y="240"/>
                      </a:lnTo>
                      <a:lnTo>
                        <a:pt x="1024" y="240"/>
                      </a:lnTo>
                      <a:lnTo>
                        <a:pt x="1028" y="236"/>
                      </a:lnTo>
                      <a:lnTo>
                        <a:pt x="1028" y="236"/>
                      </a:lnTo>
                      <a:lnTo>
                        <a:pt x="1030" y="236"/>
                      </a:lnTo>
                      <a:lnTo>
                        <a:pt x="1030" y="238"/>
                      </a:lnTo>
                      <a:lnTo>
                        <a:pt x="1030" y="238"/>
                      </a:lnTo>
                      <a:lnTo>
                        <a:pt x="1028" y="248"/>
                      </a:lnTo>
                      <a:lnTo>
                        <a:pt x="1028" y="248"/>
                      </a:lnTo>
                      <a:lnTo>
                        <a:pt x="1032" y="248"/>
                      </a:lnTo>
                      <a:lnTo>
                        <a:pt x="1032" y="248"/>
                      </a:lnTo>
                      <a:lnTo>
                        <a:pt x="1032" y="242"/>
                      </a:lnTo>
                      <a:lnTo>
                        <a:pt x="1032" y="242"/>
                      </a:lnTo>
                      <a:lnTo>
                        <a:pt x="1036" y="244"/>
                      </a:lnTo>
                      <a:lnTo>
                        <a:pt x="1040" y="246"/>
                      </a:lnTo>
                      <a:lnTo>
                        <a:pt x="1040" y="246"/>
                      </a:lnTo>
                      <a:lnTo>
                        <a:pt x="1040" y="250"/>
                      </a:lnTo>
                      <a:lnTo>
                        <a:pt x="1040" y="250"/>
                      </a:lnTo>
                      <a:lnTo>
                        <a:pt x="1042" y="252"/>
                      </a:lnTo>
                      <a:lnTo>
                        <a:pt x="1042" y="252"/>
                      </a:lnTo>
                      <a:lnTo>
                        <a:pt x="1036" y="254"/>
                      </a:lnTo>
                      <a:lnTo>
                        <a:pt x="1038" y="256"/>
                      </a:lnTo>
                      <a:lnTo>
                        <a:pt x="1038" y="256"/>
                      </a:lnTo>
                      <a:lnTo>
                        <a:pt x="1042" y="256"/>
                      </a:lnTo>
                      <a:lnTo>
                        <a:pt x="1042" y="258"/>
                      </a:lnTo>
                      <a:lnTo>
                        <a:pt x="1042" y="258"/>
                      </a:lnTo>
                      <a:lnTo>
                        <a:pt x="1048" y="258"/>
                      </a:lnTo>
                      <a:lnTo>
                        <a:pt x="1054" y="260"/>
                      </a:lnTo>
                      <a:lnTo>
                        <a:pt x="1054" y="260"/>
                      </a:lnTo>
                      <a:lnTo>
                        <a:pt x="1054" y="254"/>
                      </a:lnTo>
                      <a:lnTo>
                        <a:pt x="1054" y="254"/>
                      </a:lnTo>
                      <a:lnTo>
                        <a:pt x="1054" y="252"/>
                      </a:lnTo>
                      <a:lnTo>
                        <a:pt x="1054" y="252"/>
                      </a:lnTo>
                      <a:lnTo>
                        <a:pt x="1058" y="254"/>
                      </a:lnTo>
                      <a:lnTo>
                        <a:pt x="1058" y="254"/>
                      </a:lnTo>
                      <a:lnTo>
                        <a:pt x="1058" y="254"/>
                      </a:lnTo>
                      <a:lnTo>
                        <a:pt x="1060" y="254"/>
                      </a:lnTo>
                      <a:lnTo>
                        <a:pt x="1060" y="254"/>
                      </a:lnTo>
                      <a:lnTo>
                        <a:pt x="1060" y="254"/>
                      </a:lnTo>
                      <a:lnTo>
                        <a:pt x="1056" y="258"/>
                      </a:lnTo>
                      <a:lnTo>
                        <a:pt x="1056" y="258"/>
                      </a:lnTo>
                      <a:lnTo>
                        <a:pt x="1056" y="266"/>
                      </a:lnTo>
                      <a:lnTo>
                        <a:pt x="1056" y="266"/>
                      </a:lnTo>
                      <a:lnTo>
                        <a:pt x="1060" y="266"/>
                      </a:lnTo>
                      <a:lnTo>
                        <a:pt x="1060" y="266"/>
                      </a:lnTo>
                      <a:lnTo>
                        <a:pt x="1060" y="260"/>
                      </a:lnTo>
                      <a:lnTo>
                        <a:pt x="1060" y="260"/>
                      </a:lnTo>
                      <a:lnTo>
                        <a:pt x="1060" y="260"/>
                      </a:lnTo>
                      <a:lnTo>
                        <a:pt x="1062" y="258"/>
                      </a:lnTo>
                      <a:lnTo>
                        <a:pt x="1062" y="258"/>
                      </a:lnTo>
                      <a:lnTo>
                        <a:pt x="1062" y="258"/>
                      </a:lnTo>
                      <a:lnTo>
                        <a:pt x="1064" y="258"/>
                      </a:lnTo>
                      <a:lnTo>
                        <a:pt x="1064" y="260"/>
                      </a:lnTo>
                      <a:lnTo>
                        <a:pt x="1064" y="260"/>
                      </a:lnTo>
                      <a:lnTo>
                        <a:pt x="1068" y="258"/>
                      </a:lnTo>
                      <a:lnTo>
                        <a:pt x="1068" y="258"/>
                      </a:lnTo>
                      <a:lnTo>
                        <a:pt x="1070" y="260"/>
                      </a:lnTo>
                      <a:lnTo>
                        <a:pt x="1070" y="260"/>
                      </a:lnTo>
                      <a:lnTo>
                        <a:pt x="1070" y="260"/>
                      </a:lnTo>
                      <a:lnTo>
                        <a:pt x="1070" y="256"/>
                      </a:lnTo>
                      <a:lnTo>
                        <a:pt x="1070" y="252"/>
                      </a:lnTo>
                      <a:lnTo>
                        <a:pt x="1070" y="252"/>
                      </a:lnTo>
                      <a:lnTo>
                        <a:pt x="1070" y="252"/>
                      </a:lnTo>
                      <a:lnTo>
                        <a:pt x="1072" y="254"/>
                      </a:lnTo>
                      <a:lnTo>
                        <a:pt x="1072" y="254"/>
                      </a:lnTo>
                      <a:lnTo>
                        <a:pt x="1072" y="254"/>
                      </a:lnTo>
                      <a:lnTo>
                        <a:pt x="1078" y="256"/>
                      </a:lnTo>
                      <a:lnTo>
                        <a:pt x="1078" y="256"/>
                      </a:lnTo>
                      <a:lnTo>
                        <a:pt x="1080" y="262"/>
                      </a:lnTo>
                      <a:lnTo>
                        <a:pt x="1082" y="264"/>
                      </a:lnTo>
                      <a:lnTo>
                        <a:pt x="1082" y="266"/>
                      </a:lnTo>
                      <a:lnTo>
                        <a:pt x="1082" y="266"/>
                      </a:lnTo>
                      <a:lnTo>
                        <a:pt x="1082" y="268"/>
                      </a:lnTo>
                      <a:lnTo>
                        <a:pt x="1082" y="270"/>
                      </a:lnTo>
                      <a:lnTo>
                        <a:pt x="1082" y="270"/>
                      </a:lnTo>
                      <a:close/>
                      <a:moveTo>
                        <a:pt x="1074" y="730"/>
                      </a:moveTo>
                      <a:lnTo>
                        <a:pt x="1074" y="730"/>
                      </a:lnTo>
                      <a:lnTo>
                        <a:pt x="1072" y="730"/>
                      </a:lnTo>
                      <a:lnTo>
                        <a:pt x="1072" y="730"/>
                      </a:lnTo>
                      <a:lnTo>
                        <a:pt x="1068" y="738"/>
                      </a:lnTo>
                      <a:lnTo>
                        <a:pt x="1064" y="742"/>
                      </a:lnTo>
                      <a:lnTo>
                        <a:pt x="1056" y="744"/>
                      </a:lnTo>
                      <a:lnTo>
                        <a:pt x="1048" y="746"/>
                      </a:lnTo>
                      <a:lnTo>
                        <a:pt x="1048" y="746"/>
                      </a:lnTo>
                      <a:lnTo>
                        <a:pt x="1046" y="748"/>
                      </a:lnTo>
                      <a:lnTo>
                        <a:pt x="1046" y="748"/>
                      </a:lnTo>
                      <a:lnTo>
                        <a:pt x="1046" y="750"/>
                      </a:lnTo>
                      <a:lnTo>
                        <a:pt x="1046" y="754"/>
                      </a:lnTo>
                      <a:lnTo>
                        <a:pt x="1046" y="754"/>
                      </a:lnTo>
                      <a:lnTo>
                        <a:pt x="1040" y="748"/>
                      </a:lnTo>
                      <a:lnTo>
                        <a:pt x="1040" y="748"/>
                      </a:lnTo>
                      <a:lnTo>
                        <a:pt x="1040" y="750"/>
                      </a:lnTo>
                      <a:lnTo>
                        <a:pt x="1040" y="752"/>
                      </a:lnTo>
                      <a:lnTo>
                        <a:pt x="1040" y="752"/>
                      </a:lnTo>
                      <a:lnTo>
                        <a:pt x="1038" y="752"/>
                      </a:lnTo>
                      <a:lnTo>
                        <a:pt x="1036" y="750"/>
                      </a:lnTo>
                      <a:lnTo>
                        <a:pt x="1036" y="750"/>
                      </a:lnTo>
                      <a:lnTo>
                        <a:pt x="1036" y="754"/>
                      </a:lnTo>
                      <a:lnTo>
                        <a:pt x="1036" y="760"/>
                      </a:lnTo>
                      <a:lnTo>
                        <a:pt x="1036" y="760"/>
                      </a:lnTo>
                      <a:lnTo>
                        <a:pt x="1036" y="760"/>
                      </a:lnTo>
                      <a:lnTo>
                        <a:pt x="1036" y="762"/>
                      </a:lnTo>
                      <a:lnTo>
                        <a:pt x="1034" y="762"/>
                      </a:lnTo>
                      <a:lnTo>
                        <a:pt x="1034" y="762"/>
                      </a:lnTo>
                      <a:lnTo>
                        <a:pt x="1036" y="760"/>
                      </a:lnTo>
                      <a:lnTo>
                        <a:pt x="1034" y="760"/>
                      </a:lnTo>
                      <a:lnTo>
                        <a:pt x="1032" y="760"/>
                      </a:lnTo>
                      <a:lnTo>
                        <a:pt x="1032" y="760"/>
                      </a:lnTo>
                      <a:lnTo>
                        <a:pt x="1030" y="764"/>
                      </a:lnTo>
                      <a:lnTo>
                        <a:pt x="1030" y="764"/>
                      </a:lnTo>
                      <a:lnTo>
                        <a:pt x="1026" y="768"/>
                      </a:lnTo>
                      <a:lnTo>
                        <a:pt x="1026" y="768"/>
                      </a:lnTo>
                      <a:lnTo>
                        <a:pt x="1024" y="766"/>
                      </a:lnTo>
                      <a:lnTo>
                        <a:pt x="1026" y="764"/>
                      </a:lnTo>
                      <a:lnTo>
                        <a:pt x="1024" y="764"/>
                      </a:lnTo>
                      <a:lnTo>
                        <a:pt x="1024" y="764"/>
                      </a:lnTo>
                      <a:lnTo>
                        <a:pt x="1022" y="768"/>
                      </a:lnTo>
                      <a:lnTo>
                        <a:pt x="1022" y="768"/>
                      </a:lnTo>
                      <a:lnTo>
                        <a:pt x="1020" y="766"/>
                      </a:lnTo>
                      <a:lnTo>
                        <a:pt x="1020" y="766"/>
                      </a:lnTo>
                      <a:lnTo>
                        <a:pt x="1018" y="764"/>
                      </a:lnTo>
                      <a:lnTo>
                        <a:pt x="1018" y="764"/>
                      </a:lnTo>
                      <a:lnTo>
                        <a:pt x="1014" y="762"/>
                      </a:lnTo>
                      <a:lnTo>
                        <a:pt x="1014" y="762"/>
                      </a:lnTo>
                      <a:lnTo>
                        <a:pt x="1010" y="762"/>
                      </a:lnTo>
                      <a:lnTo>
                        <a:pt x="1010" y="762"/>
                      </a:lnTo>
                      <a:lnTo>
                        <a:pt x="1008" y="754"/>
                      </a:lnTo>
                      <a:lnTo>
                        <a:pt x="1012" y="750"/>
                      </a:lnTo>
                      <a:lnTo>
                        <a:pt x="1012" y="750"/>
                      </a:lnTo>
                      <a:lnTo>
                        <a:pt x="1014" y="746"/>
                      </a:lnTo>
                      <a:lnTo>
                        <a:pt x="1014" y="746"/>
                      </a:lnTo>
                      <a:lnTo>
                        <a:pt x="1018" y="744"/>
                      </a:lnTo>
                      <a:lnTo>
                        <a:pt x="1020" y="744"/>
                      </a:lnTo>
                      <a:lnTo>
                        <a:pt x="1020" y="744"/>
                      </a:lnTo>
                      <a:lnTo>
                        <a:pt x="1020" y="742"/>
                      </a:lnTo>
                      <a:lnTo>
                        <a:pt x="1022" y="738"/>
                      </a:lnTo>
                      <a:lnTo>
                        <a:pt x="1022" y="738"/>
                      </a:lnTo>
                      <a:lnTo>
                        <a:pt x="1026" y="736"/>
                      </a:lnTo>
                      <a:lnTo>
                        <a:pt x="1032" y="734"/>
                      </a:lnTo>
                      <a:lnTo>
                        <a:pt x="1034" y="734"/>
                      </a:lnTo>
                      <a:lnTo>
                        <a:pt x="1034" y="734"/>
                      </a:lnTo>
                      <a:lnTo>
                        <a:pt x="1034" y="736"/>
                      </a:lnTo>
                      <a:lnTo>
                        <a:pt x="1034" y="736"/>
                      </a:lnTo>
                      <a:lnTo>
                        <a:pt x="1038" y="738"/>
                      </a:lnTo>
                      <a:lnTo>
                        <a:pt x="1038" y="738"/>
                      </a:lnTo>
                      <a:lnTo>
                        <a:pt x="1044" y="730"/>
                      </a:lnTo>
                      <a:lnTo>
                        <a:pt x="1044" y="730"/>
                      </a:lnTo>
                      <a:lnTo>
                        <a:pt x="1048" y="730"/>
                      </a:lnTo>
                      <a:lnTo>
                        <a:pt x="1048" y="730"/>
                      </a:lnTo>
                      <a:lnTo>
                        <a:pt x="1038" y="728"/>
                      </a:lnTo>
                      <a:lnTo>
                        <a:pt x="1034" y="728"/>
                      </a:lnTo>
                      <a:lnTo>
                        <a:pt x="1028" y="730"/>
                      </a:lnTo>
                      <a:lnTo>
                        <a:pt x="1028" y="730"/>
                      </a:lnTo>
                      <a:lnTo>
                        <a:pt x="1028" y="732"/>
                      </a:lnTo>
                      <a:lnTo>
                        <a:pt x="1028" y="732"/>
                      </a:lnTo>
                      <a:lnTo>
                        <a:pt x="1028" y="728"/>
                      </a:lnTo>
                      <a:lnTo>
                        <a:pt x="1028" y="728"/>
                      </a:lnTo>
                      <a:lnTo>
                        <a:pt x="1030" y="724"/>
                      </a:lnTo>
                      <a:lnTo>
                        <a:pt x="1030" y="724"/>
                      </a:lnTo>
                      <a:lnTo>
                        <a:pt x="1030" y="724"/>
                      </a:lnTo>
                      <a:lnTo>
                        <a:pt x="1030" y="722"/>
                      </a:lnTo>
                      <a:lnTo>
                        <a:pt x="1030" y="722"/>
                      </a:lnTo>
                      <a:lnTo>
                        <a:pt x="1032" y="720"/>
                      </a:lnTo>
                      <a:lnTo>
                        <a:pt x="1032" y="720"/>
                      </a:lnTo>
                      <a:lnTo>
                        <a:pt x="1032" y="718"/>
                      </a:lnTo>
                      <a:lnTo>
                        <a:pt x="1032" y="718"/>
                      </a:lnTo>
                      <a:lnTo>
                        <a:pt x="1030" y="718"/>
                      </a:lnTo>
                      <a:lnTo>
                        <a:pt x="1028" y="718"/>
                      </a:lnTo>
                      <a:lnTo>
                        <a:pt x="1028" y="718"/>
                      </a:lnTo>
                      <a:lnTo>
                        <a:pt x="1026" y="716"/>
                      </a:lnTo>
                      <a:lnTo>
                        <a:pt x="1026" y="716"/>
                      </a:lnTo>
                      <a:lnTo>
                        <a:pt x="1026" y="722"/>
                      </a:lnTo>
                      <a:lnTo>
                        <a:pt x="1026" y="722"/>
                      </a:lnTo>
                      <a:lnTo>
                        <a:pt x="1026" y="722"/>
                      </a:lnTo>
                      <a:lnTo>
                        <a:pt x="1026" y="726"/>
                      </a:lnTo>
                      <a:lnTo>
                        <a:pt x="1024" y="726"/>
                      </a:lnTo>
                      <a:lnTo>
                        <a:pt x="1024" y="726"/>
                      </a:lnTo>
                      <a:lnTo>
                        <a:pt x="1022" y="728"/>
                      </a:lnTo>
                      <a:lnTo>
                        <a:pt x="1020" y="730"/>
                      </a:lnTo>
                      <a:lnTo>
                        <a:pt x="1018" y="734"/>
                      </a:lnTo>
                      <a:lnTo>
                        <a:pt x="1014" y="734"/>
                      </a:lnTo>
                      <a:lnTo>
                        <a:pt x="1014" y="734"/>
                      </a:lnTo>
                      <a:lnTo>
                        <a:pt x="1014" y="730"/>
                      </a:lnTo>
                      <a:lnTo>
                        <a:pt x="1014" y="730"/>
                      </a:lnTo>
                      <a:lnTo>
                        <a:pt x="1014" y="728"/>
                      </a:lnTo>
                      <a:lnTo>
                        <a:pt x="1014" y="726"/>
                      </a:lnTo>
                      <a:lnTo>
                        <a:pt x="1014" y="726"/>
                      </a:lnTo>
                      <a:lnTo>
                        <a:pt x="1012" y="726"/>
                      </a:lnTo>
                      <a:lnTo>
                        <a:pt x="1012" y="726"/>
                      </a:lnTo>
                      <a:lnTo>
                        <a:pt x="1012" y="730"/>
                      </a:lnTo>
                      <a:lnTo>
                        <a:pt x="1012" y="730"/>
                      </a:lnTo>
                      <a:lnTo>
                        <a:pt x="1008" y="730"/>
                      </a:lnTo>
                      <a:lnTo>
                        <a:pt x="1008" y="732"/>
                      </a:lnTo>
                      <a:lnTo>
                        <a:pt x="1008" y="732"/>
                      </a:lnTo>
                      <a:lnTo>
                        <a:pt x="1012" y="734"/>
                      </a:lnTo>
                      <a:lnTo>
                        <a:pt x="1012" y="734"/>
                      </a:lnTo>
                      <a:lnTo>
                        <a:pt x="1012" y="734"/>
                      </a:lnTo>
                      <a:lnTo>
                        <a:pt x="1012" y="736"/>
                      </a:lnTo>
                      <a:lnTo>
                        <a:pt x="1008" y="736"/>
                      </a:lnTo>
                      <a:lnTo>
                        <a:pt x="1008" y="736"/>
                      </a:lnTo>
                      <a:lnTo>
                        <a:pt x="1008" y="738"/>
                      </a:lnTo>
                      <a:lnTo>
                        <a:pt x="1006" y="738"/>
                      </a:lnTo>
                      <a:lnTo>
                        <a:pt x="1006" y="738"/>
                      </a:lnTo>
                      <a:lnTo>
                        <a:pt x="1002" y="736"/>
                      </a:lnTo>
                      <a:lnTo>
                        <a:pt x="1000" y="734"/>
                      </a:lnTo>
                      <a:lnTo>
                        <a:pt x="1000" y="734"/>
                      </a:lnTo>
                      <a:lnTo>
                        <a:pt x="996" y="734"/>
                      </a:lnTo>
                      <a:lnTo>
                        <a:pt x="996" y="734"/>
                      </a:lnTo>
                      <a:lnTo>
                        <a:pt x="994" y="734"/>
                      </a:lnTo>
                      <a:lnTo>
                        <a:pt x="994" y="734"/>
                      </a:lnTo>
                      <a:lnTo>
                        <a:pt x="994" y="732"/>
                      </a:lnTo>
                      <a:lnTo>
                        <a:pt x="992" y="730"/>
                      </a:lnTo>
                      <a:lnTo>
                        <a:pt x="994" y="726"/>
                      </a:lnTo>
                      <a:lnTo>
                        <a:pt x="994" y="726"/>
                      </a:lnTo>
                      <a:lnTo>
                        <a:pt x="992" y="724"/>
                      </a:lnTo>
                      <a:lnTo>
                        <a:pt x="990" y="724"/>
                      </a:lnTo>
                      <a:lnTo>
                        <a:pt x="988" y="724"/>
                      </a:lnTo>
                      <a:lnTo>
                        <a:pt x="988" y="724"/>
                      </a:lnTo>
                      <a:lnTo>
                        <a:pt x="988" y="718"/>
                      </a:lnTo>
                      <a:lnTo>
                        <a:pt x="988" y="704"/>
                      </a:lnTo>
                      <a:lnTo>
                        <a:pt x="988" y="704"/>
                      </a:lnTo>
                      <a:lnTo>
                        <a:pt x="988" y="700"/>
                      </a:lnTo>
                      <a:lnTo>
                        <a:pt x="986" y="698"/>
                      </a:lnTo>
                      <a:lnTo>
                        <a:pt x="980" y="694"/>
                      </a:lnTo>
                      <a:lnTo>
                        <a:pt x="980" y="694"/>
                      </a:lnTo>
                      <a:lnTo>
                        <a:pt x="976" y="694"/>
                      </a:lnTo>
                      <a:lnTo>
                        <a:pt x="974" y="698"/>
                      </a:lnTo>
                      <a:lnTo>
                        <a:pt x="972" y="700"/>
                      </a:lnTo>
                      <a:lnTo>
                        <a:pt x="972" y="698"/>
                      </a:lnTo>
                      <a:lnTo>
                        <a:pt x="972" y="698"/>
                      </a:lnTo>
                      <a:lnTo>
                        <a:pt x="970" y="694"/>
                      </a:lnTo>
                      <a:lnTo>
                        <a:pt x="968" y="694"/>
                      </a:lnTo>
                      <a:lnTo>
                        <a:pt x="966" y="696"/>
                      </a:lnTo>
                      <a:lnTo>
                        <a:pt x="964" y="704"/>
                      </a:lnTo>
                      <a:lnTo>
                        <a:pt x="964" y="704"/>
                      </a:lnTo>
                      <a:lnTo>
                        <a:pt x="960" y="708"/>
                      </a:lnTo>
                      <a:lnTo>
                        <a:pt x="960" y="714"/>
                      </a:lnTo>
                      <a:lnTo>
                        <a:pt x="960" y="714"/>
                      </a:lnTo>
                      <a:lnTo>
                        <a:pt x="958" y="716"/>
                      </a:lnTo>
                      <a:lnTo>
                        <a:pt x="954" y="720"/>
                      </a:lnTo>
                      <a:lnTo>
                        <a:pt x="948" y="726"/>
                      </a:lnTo>
                      <a:lnTo>
                        <a:pt x="948" y="726"/>
                      </a:lnTo>
                      <a:lnTo>
                        <a:pt x="944" y="728"/>
                      </a:lnTo>
                      <a:lnTo>
                        <a:pt x="944" y="730"/>
                      </a:lnTo>
                      <a:lnTo>
                        <a:pt x="944" y="730"/>
                      </a:lnTo>
                      <a:lnTo>
                        <a:pt x="926" y="734"/>
                      </a:lnTo>
                      <a:lnTo>
                        <a:pt x="904" y="736"/>
                      </a:lnTo>
                      <a:lnTo>
                        <a:pt x="904" y="736"/>
                      </a:lnTo>
                      <a:lnTo>
                        <a:pt x="902" y="734"/>
                      </a:lnTo>
                      <a:lnTo>
                        <a:pt x="902" y="734"/>
                      </a:lnTo>
                      <a:lnTo>
                        <a:pt x="904" y="732"/>
                      </a:lnTo>
                      <a:lnTo>
                        <a:pt x="904" y="732"/>
                      </a:lnTo>
                      <a:lnTo>
                        <a:pt x="904" y="732"/>
                      </a:lnTo>
                      <a:lnTo>
                        <a:pt x="904" y="732"/>
                      </a:lnTo>
                      <a:lnTo>
                        <a:pt x="900" y="734"/>
                      </a:lnTo>
                      <a:lnTo>
                        <a:pt x="900" y="734"/>
                      </a:lnTo>
                      <a:lnTo>
                        <a:pt x="890" y="740"/>
                      </a:lnTo>
                      <a:lnTo>
                        <a:pt x="890" y="740"/>
                      </a:lnTo>
                      <a:lnTo>
                        <a:pt x="880" y="746"/>
                      </a:lnTo>
                      <a:lnTo>
                        <a:pt x="878" y="748"/>
                      </a:lnTo>
                      <a:lnTo>
                        <a:pt x="878" y="748"/>
                      </a:lnTo>
                      <a:lnTo>
                        <a:pt x="878" y="750"/>
                      </a:lnTo>
                      <a:lnTo>
                        <a:pt x="878" y="750"/>
                      </a:lnTo>
                      <a:lnTo>
                        <a:pt x="872" y="754"/>
                      </a:lnTo>
                      <a:lnTo>
                        <a:pt x="872" y="754"/>
                      </a:lnTo>
                      <a:lnTo>
                        <a:pt x="866" y="752"/>
                      </a:lnTo>
                      <a:lnTo>
                        <a:pt x="862" y="752"/>
                      </a:lnTo>
                      <a:lnTo>
                        <a:pt x="862" y="752"/>
                      </a:lnTo>
                      <a:lnTo>
                        <a:pt x="854" y="752"/>
                      </a:lnTo>
                      <a:lnTo>
                        <a:pt x="854" y="752"/>
                      </a:lnTo>
                      <a:lnTo>
                        <a:pt x="854" y="754"/>
                      </a:lnTo>
                      <a:lnTo>
                        <a:pt x="854" y="754"/>
                      </a:lnTo>
                      <a:lnTo>
                        <a:pt x="856" y="754"/>
                      </a:lnTo>
                      <a:lnTo>
                        <a:pt x="860" y="756"/>
                      </a:lnTo>
                      <a:lnTo>
                        <a:pt x="860" y="756"/>
                      </a:lnTo>
                      <a:lnTo>
                        <a:pt x="860" y="758"/>
                      </a:lnTo>
                      <a:lnTo>
                        <a:pt x="860" y="758"/>
                      </a:lnTo>
                      <a:lnTo>
                        <a:pt x="860" y="758"/>
                      </a:lnTo>
                      <a:lnTo>
                        <a:pt x="864" y="758"/>
                      </a:lnTo>
                      <a:lnTo>
                        <a:pt x="864" y="758"/>
                      </a:lnTo>
                      <a:lnTo>
                        <a:pt x="866" y="758"/>
                      </a:lnTo>
                      <a:lnTo>
                        <a:pt x="866" y="758"/>
                      </a:lnTo>
                      <a:lnTo>
                        <a:pt x="866" y="758"/>
                      </a:lnTo>
                      <a:lnTo>
                        <a:pt x="864" y="760"/>
                      </a:lnTo>
                      <a:lnTo>
                        <a:pt x="862" y="762"/>
                      </a:lnTo>
                      <a:lnTo>
                        <a:pt x="862" y="762"/>
                      </a:lnTo>
                      <a:lnTo>
                        <a:pt x="858" y="762"/>
                      </a:lnTo>
                      <a:lnTo>
                        <a:pt x="858" y="762"/>
                      </a:lnTo>
                      <a:lnTo>
                        <a:pt x="856" y="760"/>
                      </a:lnTo>
                      <a:lnTo>
                        <a:pt x="856" y="760"/>
                      </a:lnTo>
                      <a:lnTo>
                        <a:pt x="848" y="758"/>
                      </a:lnTo>
                      <a:lnTo>
                        <a:pt x="840" y="760"/>
                      </a:lnTo>
                      <a:lnTo>
                        <a:pt x="834" y="764"/>
                      </a:lnTo>
                      <a:lnTo>
                        <a:pt x="828" y="766"/>
                      </a:lnTo>
                      <a:lnTo>
                        <a:pt x="828" y="768"/>
                      </a:lnTo>
                      <a:lnTo>
                        <a:pt x="828" y="768"/>
                      </a:lnTo>
                      <a:lnTo>
                        <a:pt x="832" y="768"/>
                      </a:lnTo>
                      <a:lnTo>
                        <a:pt x="832" y="768"/>
                      </a:lnTo>
                      <a:lnTo>
                        <a:pt x="834" y="770"/>
                      </a:lnTo>
                      <a:lnTo>
                        <a:pt x="834" y="772"/>
                      </a:lnTo>
                      <a:lnTo>
                        <a:pt x="832" y="774"/>
                      </a:lnTo>
                      <a:lnTo>
                        <a:pt x="832" y="774"/>
                      </a:lnTo>
                      <a:lnTo>
                        <a:pt x="826" y="774"/>
                      </a:lnTo>
                      <a:lnTo>
                        <a:pt x="822" y="774"/>
                      </a:lnTo>
                      <a:lnTo>
                        <a:pt x="820" y="776"/>
                      </a:lnTo>
                      <a:lnTo>
                        <a:pt x="820" y="776"/>
                      </a:lnTo>
                      <a:lnTo>
                        <a:pt x="818" y="780"/>
                      </a:lnTo>
                      <a:lnTo>
                        <a:pt x="818" y="780"/>
                      </a:lnTo>
                      <a:lnTo>
                        <a:pt x="812" y="780"/>
                      </a:lnTo>
                      <a:lnTo>
                        <a:pt x="808" y="780"/>
                      </a:lnTo>
                      <a:lnTo>
                        <a:pt x="808" y="780"/>
                      </a:lnTo>
                      <a:lnTo>
                        <a:pt x="804" y="784"/>
                      </a:lnTo>
                      <a:lnTo>
                        <a:pt x="804" y="784"/>
                      </a:lnTo>
                      <a:lnTo>
                        <a:pt x="800" y="786"/>
                      </a:lnTo>
                      <a:lnTo>
                        <a:pt x="800" y="786"/>
                      </a:lnTo>
                      <a:lnTo>
                        <a:pt x="796" y="790"/>
                      </a:lnTo>
                      <a:lnTo>
                        <a:pt x="796" y="790"/>
                      </a:lnTo>
                      <a:lnTo>
                        <a:pt x="792" y="792"/>
                      </a:lnTo>
                      <a:lnTo>
                        <a:pt x="786" y="792"/>
                      </a:lnTo>
                      <a:lnTo>
                        <a:pt x="786" y="792"/>
                      </a:lnTo>
                      <a:lnTo>
                        <a:pt x="786" y="788"/>
                      </a:lnTo>
                      <a:lnTo>
                        <a:pt x="786" y="788"/>
                      </a:lnTo>
                      <a:lnTo>
                        <a:pt x="788" y="786"/>
                      </a:lnTo>
                      <a:lnTo>
                        <a:pt x="790" y="782"/>
                      </a:lnTo>
                      <a:lnTo>
                        <a:pt x="790" y="782"/>
                      </a:lnTo>
                      <a:lnTo>
                        <a:pt x="792" y="772"/>
                      </a:lnTo>
                      <a:lnTo>
                        <a:pt x="792" y="772"/>
                      </a:lnTo>
                      <a:lnTo>
                        <a:pt x="798" y="770"/>
                      </a:lnTo>
                      <a:lnTo>
                        <a:pt x="798" y="770"/>
                      </a:lnTo>
                      <a:lnTo>
                        <a:pt x="800" y="766"/>
                      </a:lnTo>
                      <a:lnTo>
                        <a:pt x="800" y="766"/>
                      </a:lnTo>
                      <a:lnTo>
                        <a:pt x="800" y="758"/>
                      </a:lnTo>
                      <a:lnTo>
                        <a:pt x="800" y="754"/>
                      </a:lnTo>
                      <a:lnTo>
                        <a:pt x="800" y="750"/>
                      </a:lnTo>
                      <a:lnTo>
                        <a:pt x="800" y="750"/>
                      </a:lnTo>
                      <a:lnTo>
                        <a:pt x="808" y="740"/>
                      </a:lnTo>
                      <a:lnTo>
                        <a:pt x="808" y="740"/>
                      </a:lnTo>
                      <a:lnTo>
                        <a:pt x="812" y="742"/>
                      </a:lnTo>
                      <a:lnTo>
                        <a:pt x="812" y="742"/>
                      </a:lnTo>
                      <a:lnTo>
                        <a:pt x="812" y="746"/>
                      </a:lnTo>
                      <a:lnTo>
                        <a:pt x="812" y="746"/>
                      </a:lnTo>
                      <a:lnTo>
                        <a:pt x="816" y="746"/>
                      </a:lnTo>
                      <a:lnTo>
                        <a:pt x="820" y="746"/>
                      </a:lnTo>
                      <a:lnTo>
                        <a:pt x="820" y="746"/>
                      </a:lnTo>
                      <a:lnTo>
                        <a:pt x="820" y="748"/>
                      </a:lnTo>
                      <a:lnTo>
                        <a:pt x="822" y="750"/>
                      </a:lnTo>
                      <a:lnTo>
                        <a:pt x="822" y="750"/>
                      </a:lnTo>
                      <a:lnTo>
                        <a:pt x="826" y="750"/>
                      </a:lnTo>
                      <a:lnTo>
                        <a:pt x="826" y="750"/>
                      </a:lnTo>
                      <a:lnTo>
                        <a:pt x="826" y="748"/>
                      </a:lnTo>
                      <a:lnTo>
                        <a:pt x="826" y="746"/>
                      </a:lnTo>
                      <a:lnTo>
                        <a:pt x="826" y="746"/>
                      </a:lnTo>
                      <a:lnTo>
                        <a:pt x="826" y="746"/>
                      </a:lnTo>
                      <a:lnTo>
                        <a:pt x="826" y="744"/>
                      </a:lnTo>
                      <a:lnTo>
                        <a:pt x="826" y="744"/>
                      </a:lnTo>
                      <a:lnTo>
                        <a:pt x="824" y="744"/>
                      </a:lnTo>
                      <a:lnTo>
                        <a:pt x="824" y="744"/>
                      </a:lnTo>
                      <a:lnTo>
                        <a:pt x="830" y="744"/>
                      </a:lnTo>
                      <a:lnTo>
                        <a:pt x="830" y="744"/>
                      </a:lnTo>
                      <a:lnTo>
                        <a:pt x="832" y="740"/>
                      </a:lnTo>
                      <a:lnTo>
                        <a:pt x="832" y="740"/>
                      </a:lnTo>
                      <a:lnTo>
                        <a:pt x="830" y="738"/>
                      </a:lnTo>
                      <a:lnTo>
                        <a:pt x="830" y="738"/>
                      </a:lnTo>
                      <a:lnTo>
                        <a:pt x="826" y="734"/>
                      </a:lnTo>
                      <a:lnTo>
                        <a:pt x="826" y="724"/>
                      </a:lnTo>
                      <a:lnTo>
                        <a:pt x="826" y="724"/>
                      </a:lnTo>
                      <a:lnTo>
                        <a:pt x="820" y="724"/>
                      </a:lnTo>
                      <a:lnTo>
                        <a:pt x="820" y="722"/>
                      </a:lnTo>
                      <a:lnTo>
                        <a:pt x="820" y="722"/>
                      </a:lnTo>
                      <a:lnTo>
                        <a:pt x="818" y="720"/>
                      </a:lnTo>
                      <a:lnTo>
                        <a:pt x="814" y="718"/>
                      </a:lnTo>
                      <a:lnTo>
                        <a:pt x="814" y="716"/>
                      </a:lnTo>
                      <a:lnTo>
                        <a:pt x="814" y="716"/>
                      </a:lnTo>
                      <a:lnTo>
                        <a:pt x="812" y="716"/>
                      </a:lnTo>
                      <a:lnTo>
                        <a:pt x="808" y="718"/>
                      </a:lnTo>
                      <a:lnTo>
                        <a:pt x="806" y="718"/>
                      </a:lnTo>
                      <a:lnTo>
                        <a:pt x="802" y="718"/>
                      </a:lnTo>
                      <a:lnTo>
                        <a:pt x="802" y="718"/>
                      </a:lnTo>
                      <a:lnTo>
                        <a:pt x="800" y="716"/>
                      </a:lnTo>
                      <a:lnTo>
                        <a:pt x="800" y="716"/>
                      </a:lnTo>
                      <a:lnTo>
                        <a:pt x="796" y="716"/>
                      </a:lnTo>
                      <a:lnTo>
                        <a:pt x="792" y="716"/>
                      </a:lnTo>
                      <a:lnTo>
                        <a:pt x="790" y="714"/>
                      </a:lnTo>
                      <a:lnTo>
                        <a:pt x="790" y="714"/>
                      </a:lnTo>
                      <a:lnTo>
                        <a:pt x="780" y="712"/>
                      </a:lnTo>
                      <a:lnTo>
                        <a:pt x="780" y="712"/>
                      </a:lnTo>
                      <a:lnTo>
                        <a:pt x="780" y="712"/>
                      </a:lnTo>
                      <a:lnTo>
                        <a:pt x="778" y="714"/>
                      </a:lnTo>
                      <a:lnTo>
                        <a:pt x="778" y="714"/>
                      </a:lnTo>
                      <a:lnTo>
                        <a:pt x="774" y="710"/>
                      </a:lnTo>
                      <a:lnTo>
                        <a:pt x="770" y="706"/>
                      </a:lnTo>
                      <a:lnTo>
                        <a:pt x="770" y="706"/>
                      </a:lnTo>
                      <a:lnTo>
                        <a:pt x="764" y="706"/>
                      </a:lnTo>
                      <a:lnTo>
                        <a:pt x="764" y="706"/>
                      </a:lnTo>
                      <a:lnTo>
                        <a:pt x="762" y="692"/>
                      </a:lnTo>
                      <a:lnTo>
                        <a:pt x="762" y="692"/>
                      </a:lnTo>
                      <a:lnTo>
                        <a:pt x="764" y="690"/>
                      </a:lnTo>
                      <a:lnTo>
                        <a:pt x="764" y="690"/>
                      </a:lnTo>
                      <a:lnTo>
                        <a:pt x="758" y="686"/>
                      </a:lnTo>
                      <a:lnTo>
                        <a:pt x="758" y="680"/>
                      </a:lnTo>
                      <a:lnTo>
                        <a:pt x="758" y="680"/>
                      </a:lnTo>
                      <a:lnTo>
                        <a:pt x="756" y="678"/>
                      </a:lnTo>
                      <a:lnTo>
                        <a:pt x="756" y="678"/>
                      </a:lnTo>
                      <a:lnTo>
                        <a:pt x="754" y="678"/>
                      </a:lnTo>
                      <a:lnTo>
                        <a:pt x="750" y="678"/>
                      </a:lnTo>
                      <a:lnTo>
                        <a:pt x="750" y="678"/>
                      </a:lnTo>
                      <a:lnTo>
                        <a:pt x="744" y="676"/>
                      </a:lnTo>
                      <a:lnTo>
                        <a:pt x="740" y="670"/>
                      </a:lnTo>
                      <a:lnTo>
                        <a:pt x="736" y="658"/>
                      </a:lnTo>
                      <a:lnTo>
                        <a:pt x="736" y="658"/>
                      </a:lnTo>
                      <a:lnTo>
                        <a:pt x="734" y="658"/>
                      </a:lnTo>
                      <a:lnTo>
                        <a:pt x="732" y="660"/>
                      </a:lnTo>
                      <a:lnTo>
                        <a:pt x="732" y="660"/>
                      </a:lnTo>
                      <a:lnTo>
                        <a:pt x="732" y="660"/>
                      </a:lnTo>
                      <a:lnTo>
                        <a:pt x="730" y="658"/>
                      </a:lnTo>
                      <a:lnTo>
                        <a:pt x="728" y="656"/>
                      </a:lnTo>
                      <a:lnTo>
                        <a:pt x="728" y="656"/>
                      </a:lnTo>
                      <a:lnTo>
                        <a:pt x="726" y="658"/>
                      </a:lnTo>
                      <a:lnTo>
                        <a:pt x="724" y="658"/>
                      </a:lnTo>
                      <a:lnTo>
                        <a:pt x="724" y="658"/>
                      </a:lnTo>
                      <a:lnTo>
                        <a:pt x="720" y="658"/>
                      </a:lnTo>
                      <a:lnTo>
                        <a:pt x="718" y="656"/>
                      </a:lnTo>
                      <a:lnTo>
                        <a:pt x="716" y="658"/>
                      </a:lnTo>
                      <a:lnTo>
                        <a:pt x="716" y="658"/>
                      </a:lnTo>
                      <a:lnTo>
                        <a:pt x="716" y="662"/>
                      </a:lnTo>
                      <a:lnTo>
                        <a:pt x="716" y="664"/>
                      </a:lnTo>
                      <a:lnTo>
                        <a:pt x="716" y="664"/>
                      </a:lnTo>
                      <a:lnTo>
                        <a:pt x="714" y="664"/>
                      </a:lnTo>
                      <a:lnTo>
                        <a:pt x="714" y="664"/>
                      </a:lnTo>
                      <a:lnTo>
                        <a:pt x="714" y="662"/>
                      </a:lnTo>
                      <a:lnTo>
                        <a:pt x="714" y="660"/>
                      </a:lnTo>
                      <a:lnTo>
                        <a:pt x="712" y="660"/>
                      </a:lnTo>
                      <a:lnTo>
                        <a:pt x="712" y="660"/>
                      </a:lnTo>
                      <a:lnTo>
                        <a:pt x="712" y="662"/>
                      </a:lnTo>
                      <a:lnTo>
                        <a:pt x="712" y="664"/>
                      </a:lnTo>
                      <a:lnTo>
                        <a:pt x="710" y="664"/>
                      </a:lnTo>
                      <a:lnTo>
                        <a:pt x="710" y="664"/>
                      </a:lnTo>
                      <a:lnTo>
                        <a:pt x="708" y="668"/>
                      </a:lnTo>
                      <a:lnTo>
                        <a:pt x="708" y="668"/>
                      </a:lnTo>
                      <a:lnTo>
                        <a:pt x="702" y="666"/>
                      </a:lnTo>
                      <a:lnTo>
                        <a:pt x="702" y="666"/>
                      </a:lnTo>
                      <a:lnTo>
                        <a:pt x="700" y="674"/>
                      </a:lnTo>
                      <a:lnTo>
                        <a:pt x="696" y="676"/>
                      </a:lnTo>
                      <a:lnTo>
                        <a:pt x="696" y="676"/>
                      </a:lnTo>
                      <a:lnTo>
                        <a:pt x="694" y="676"/>
                      </a:lnTo>
                      <a:lnTo>
                        <a:pt x="690" y="674"/>
                      </a:lnTo>
                      <a:lnTo>
                        <a:pt x="690" y="674"/>
                      </a:lnTo>
                      <a:lnTo>
                        <a:pt x="688" y="672"/>
                      </a:lnTo>
                      <a:lnTo>
                        <a:pt x="686" y="672"/>
                      </a:lnTo>
                      <a:lnTo>
                        <a:pt x="682" y="672"/>
                      </a:lnTo>
                      <a:lnTo>
                        <a:pt x="682" y="672"/>
                      </a:lnTo>
                      <a:lnTo>
                        <a:pt x="674" y="672"/>
                      </a:lnTo>
                      <a:lnTo>
                        <a:pt x="674" y="672"/>
                      </a:lnTo>
                      <a:lnTo>
                        <a:pt x="670" y="672"/>
                      </a:lnTo>
                      <a:lnTo>
                        <a:pt x="666" y="672"/>
                      </a:lnTo>
                      <a:lnTo>
                        <a:pt x="666" y="672"/>
                      </a:lnTo>
                      <a:lnTo>
                        <a:pt x="662" y="668"/>
                      </a:lnTo>
                      <a:lnTo>
                        <a:pt x="656" y="666"/>
                      </a:lnTo>
                      <a:lnTo>
                        <a:pt x="656" y="666"/>
                      </a:lnTo>
                      <a:lnTo>
                        <a:pt x="652" y="666"/>
                      </a:lnTo>
                      <a:lnTo>
                        <a:pt x="650" y="666"/>
                      </a:lnTo>
                      <a:lnTo>
                        <a:pt x="650" y="668"/>
                      </a:lnTo>
                      <a:lnTo>
                        <a:pt x="650" y="668"/>
                      </a:lnTo>
                      <a:lnTo>
                        <a:pt x="648" y="670"/>
                      </a:lnTo>
                      <a:lnTo>
                        <a:pt x="646" y="670"/>
                      </a:lnTo>
                      <a:lnTo>
                        <a:pt x="640" y="666"/>
                      </a:lnTo>
                      <a:lnTo>
                        <a:pt x="640" y="666"/>
                      </a:lnTo>
                      <a:lnTo>
                        <a:pt x="636" y="666"/>
                      </a:lnTo>
                      <a:lnTo>
                        <a:pt x="634" y="666"/>
                      </a:lnTo>
                      <a:lnTo>
                        <a:pt x="634" y="666"/>
                      </a:lnTo>
                      <a:lnTo>
                        <a:pt x="632" y="660"/>
                      </a:lnTo>
                      <a:lnTo>
                        <a:pt x="630" y="654"/>
                      </a:lnTo>
                      <a:lnTo>
                        <a:pt x="628" y="652"/>
                      </a:lnTo>
                      <a:lnTo>
                        <a:pt x="628" y="652"/>
                      </a:lnTo>
                      <a:lnTo>
                        <a:pt x="626" y="654"/>
                      </a:lnTo>
                      <a:lnTo>
                        <a:pt x="626" y="656"/>
                      </a:lnTo>
                      <a:lnTo>
                        <a:pt x="624" y="660"/>
                      </a:lnTo>
                      <a:lnTo>
                        <a:pt x="256" y="654"/>
                      </a:lnTo>
                      <a:lnTo>
                        <a:pt x="256" y="654"/>
                      </a:lnTo>
                      <a:lnTo>
                        <a:pt x="254" y="652"/>
                      </a:lnTo>
                      <a:lnTo>
                        <a:pt x="252" y="650"/>
                      </a:lnTo>
                      <a:lnTo>
                        <a:pt x="252" y="650"/>
                      </a:lnTo>
                      <a:lnTo>
                        <a:pt x="252" y="646"/>
                      </a:lnTo>
                      <a:lnTo>
                        <a:pt x="252" y="646"/>
                      </a:lnTo>
                      <a:lnTo>
                        <a:pt x="248" y="646"/>
                      </a:lnTo>
                      <a:lnTo>
                        <a:pt x="248" y="644"/>
                      </a:lnTo>
                      <a:lnTo>
                        <a:pt x="248" y="644"/>
                      </a:lnTo>
                      <a:lnTo>
                        <a:pt x="244" y="642"/>
                      </a:lnTo>
                      <a:lnTo>
                        <a:pt x="244" y="642"/>
                      </a:lnTo>
                      <a:lnTo>
                        <a:pt x="244" y="640"/>
                      </a:lnTo>
                      <a:lnTo>
                        <a:pt x="244" y="638"/>
                      </a:lnTo>
                      <a:lnTo>
                        <a:pt x="246" y="638"/>
                      </a:lnTo>
                      <a:lnTo>
                        <a:pt x="246" y="638"/>
                      </a:lnTo>
                      <a:lnTo>
                        <a:pt x="244" y="636"/>
                      </a:lnTo>
                      <a:lnTo>
                        <a:pt x="244" y="636"/>
                      </a:lnTo>
                      <a:lnTo>
                        <a:pt x="242" y="636"/>
                      </a:lnTo>
                      <a:lnTo>
                        <a:pt x="242" y="636"/>
                      </a:lnTo>
                      <a:lnTo>
                        <a:pt x="240" y="638"/>
                      </a:lnTo>
                      <a:lnTo>
                        <a:pt x="238" y="640"/>
                      </a:lnTo>
                      <a:lnTo>
                        <a:pt x="238" y="640"/>
                      </a:lnTo>
                      <a:lnTo>
                        <a:pt x="236" y="640"/>
                      </a:lnTo>
                      <a:lnTo>
                        <a:pt x="236" y="638"/>
                      </a:lnTo>
                      <a:lnTo>
                        <a:pt x="236" y="636"/>
                      </a:lnTo>
                      <a:lnTo>
                        <a:pt x="236" y="632"/>
                      </a:lnTo>
                      <a:lnTo>
                        <a:pt x="236" y="630"/>
                      </a:lnTo>
                      <a:lnTo>
                        <a:pt x="236" y="630"/>
                      </a:lnTo>
                      <a:lnTo>
                        <a:pt x="230" y="630"/>
                      </a:lnTo>
                      <a:lnTo>
                        <a:pt x="224" y="628"/>
                      </a:lnTo>
                      <a:lnTo>
                        <a:pt x="224" y="628"/>
                      </a:lnTo>
                      <a:lnTo>
                        <a:pt x="224" y="628"/>
                      </a:lnTo>
                      <a:lnTo>
                        <a:pt x="224" y="626"/>
                      </a:lnTo>
                      <a:lnTo>
                        <a:pt x="224" y="626"/>
                      </a:lnTo>
                      <a:lnTo>
                        <a:pt x="220" y="624"/>
                      </a:lnTo>
                      <a:lnTo>
                        <a:pt x="220" y="624"/>
                      </a:lnTo>
                      <a:lnTo>
                        <a:pt x="220" y="620"/>
                      </a:lnTo>
                      <a:lnTo>
                        <a:pt x="220" y="620"/>
                      </a:lnTo>
                      <a:lnTo>
                        <a:pt x="216" y="622"/>
                      </a:lnTo>
                      <a:lnTo>
                        <a:pt x="216" y="622"/>
                      </a:lnTo>
                      <a:lnTo>
                        <a:pt x="210" y="624"/>
                      </a:lnTo>
                      <a:lnTo>
                        <a:pt x="202" y="624"/>
                      </a:lnTo>
                      <a:lnTo>
                        <a:pt x="202" y="624"/>
                      </a:lnTo>
                      <a:lnTo>
                        <a:pt x="200" y="624"/>
                      </a:lnTo>
                      <a:lnTo>
                        <a:pt x="200" y="622"/>
                      </a:lnTo>
                      <a:lnTo>
                        <a:pt x="200" y="622"/>
                      </a:lnTo>
                      <a:lnTo>
                        <a:pt x="202" y="618"/>
                      </a:lnTo>
                      <a:lnTo>
                        <a:pt x="200" y="618"/>
                      </a:lnTo>
                      <a:lnTo>
                        <a:pt x="198" y="616"/>
                      </a:lnTo>
                      <a:lnTo>
                        <a:pt x="198" y="616"/>
                      </a:lnTo>
                      <a:lnTo>
                        <a:pt x="190" y="618"/>
                      </a:lnTo>
                      <a:lnTo>
                        <a:pt x="184" y="620"/>
                      </a:lnTo>
                      <a:lnTo>
                        <a:pt x="184" y="620"/>
                      </a:lnTo>
                      <a:lnTo>
                        <a:pt x="198" y="626"/>
                      </a:lnTo>
                      <a:lnTo>
                        <a:pt x="198" y="626"/>
                      </a:lnTo>
                      <a:lnTo>
                        <a:pt x="204" y="626"/>
                      </a:lnTo>
                      <a:lnTo>
                        <a:pt x="210" y="626"/>
                      </a:lnTo>
                      <a:lnTo>
                        <a:pt x="210" y="626"/>
                      </a:lnTo>
                      <a:lnTo>
                        <a:pt x="214" y="628"/>
                      </a:lnTo>
                      <a:lnTo>
                        <a:pt x="214" y="628"/>
                      </a:lnTo>
                      <a:lnTo>
                        <a:pt x="216" y="628"/>
                      </a:lnTo>
                      <a:lnTo>
                        <a:pt x="218" y="628"/>
                      </a:lnTo>
                      <a:lnTo>
                        <a:pt x="216" y="630"/>
                      </a:lnTo>
                      <a:lnTo>
                        <a:pt x="216" y="630"/>
                      </a:lnTo>
                      <a:lnTo>
                        <a:pt x="216" y="630"/>
                      </a:lnTo>
                      <a:lnTo>
                        <a:pt x="216" y="630"/>
                      </a:lnTo>
                      <a:lnTo>
                        <a:pt x="218" y="634"/>
                      </a:lnTo>
                      <a:lnTo>
                        <a:pt x="218" y="634"/>
                      </a:lnTo>
                      <a:lnTo>
                        <a:pt x="222" y="634"/>
                      </a:lnTo>
                      <a:lnTo>
                        <a:pt x="222" y="634"/>
                      </a:lnTo>
                      <a:lnTo>
                        <a:pt x="222" y="640"/>
                      </a:lnTo>
                      <a:lnTo>
                        <a:pt x="222" y="640"/>
                      </a:lnTo>
                      <a:lnTo>
                        <a:pt x="226" y="642"/>
                      </a:lnTo>
                      <a:lnTo>
                        <a:pt x="232" y="644"/>
                      </a:lnTo>
                      <a:lnTo>
                        <a:pt x="232" y="644"/>
                      </a:lnTo>
                      <a:lnTo>
                        <a:pt x="238" y="646"/>
                      </a:lnTo>
                      <a:lnTo>
                        <a:pt x="244" y="652"/>
                      </a:lnTo>
                      <a:lnTo>
                        <a:pt x="244" y="652"/>
                      </a:lnTo>
                      <a:lnTo>
                        <a:pt x="244" y="654"/>
                      </a:lnTo>
                      <a:lnTo>
                        <a:pt x="244" y="654"/>
                      </a:lnTo>
                      <a:lnTo>
                        <a:pt x="248" y="658"/>
                      </a:lnTo>
                      <a:lnTo>
                        <a:pt x="248" y="658"/>
                      </a:lnTo>
                      <a:lnTo>
                        <a:pt x="252" y="660"/>
                      </a:lnTo>
                      <a:lnTo>
                        <a:pt x="252" y="660"/>
                      </a:lnTo>
                      <a:lnTo>
                        <a:pt x="252" y="666"/>
                      </a:lnTo>
                      <a:lnTo>
                        <a:pt x="252" y="666"/>
                      </a:lnTo>
                      <a:lnTo>
                        <a:pt x="244" y="664"/>
                      </a:lnTo>
                      <a:lnTo>
                        <a:pt x="232" y="664"/>
                      </a:lnTo>
                      <a:lnTo>
                        <a:pt x="232" y="664"/>
                      </a:lnTo>
                      <a:lnTo>
                        <a:pt x="232" y="662"/>
                      </a:lnTo>
                      <a:lnTo>
                        <a:pt x="232" y="662"/>
                      </a:lnTo>
                      <a:lnTo>
                        <a:pt x="228" y="662"/>
                      </a:lnTo>
                      <a:lnTo>
                        <a:pt x="228" y="662"/>
                      </a:lnTo>
                      <a:lnTo>
                        <a:pt x="224" y="660"/>
                      </a:lnTo>
                      <a:lnTo>
                        <a:pt x="222" y="658"/>
                      </a:lnTo>
                      <a:lnTo>
                        <a:pt x="222" y="652"/>
                      </a:lnTo>
                      <a:lnTo>
                        <a:pt x="222" y="652"/>
                      </a:lnTo>
                      <a:lnTo>
                        <a:pt x="212" y="650"/>
                      </a:lnTo>
                      <a:lnTo>
                        <a:pt x="212" y="650"/>
                      </a:lnTo>
                      <a:lnTo>
                        <a:pt x="214" y="646"/>
                      </a:lnTo>
                      <a:lnTo>
                        <a:pt x="214" y="646"/>
                      </a:lnTo>
                      <a:lnTo>
                        <a:pt x="210" y="646"/>
                      </a:lnTo>
                      <a:lnTo>
                        <a:pt x="210" y="646"/>
                      </a:lnTo>
                      <a:lnTo>
                        <a:pt x="210" y="644"/>
                      </a:lnTo>
                      <a:lnTo>
                        <a:pt x="210" y="644"/>
                      </a:lnTo>
                      <a:lnTo>
                        <a:pt x="200" y="644"/>
                      </a:lnTo>
                      <a:lnTo>
                        <a:pt x="200" y="644"/>
                      </a:lnTo>
                      <a:lnTo>
                        <a:pt x="202" y="636"/>
                      </a:lnTo>
                      <a:lnTo>
                        <a:pt x="202" y="636"/>
                      </a:lnTo>
                      <a:lnTo>
                        <a:pt x="188" y="636"/>
                      </a:lnTo>
                      <a:lnTo>
                        <a:pt x="188" y="632"/>
                      </a:lnTo>
                      <a:lnTo>
                        <a:pt x="188" y="632"/>
                      </a:lnTo>
                      <a:lnTo>
                        <a:pt x="184" y="636"/>
                      </a:lnTo>
                      <a:lnTo>
                        <a:pt x="184" y="636"/>
                      </a:lnTo>
                      <a:lnTo>
                        <a:pt x="182" y="636"/>
                      </a:lnTo>
                      <a:lnTo>
                        <a:pt x="180" y="634"/>
                      </a:lnTo>
                      <a:lnTo>
                        <a:pt x="180" y="634"/>
                      </a:lnTo>
                      <a:lnTo>
                        <a:pt x="180" y="626"/>
                      </a:lnTo>
                      <a:lnTo>
                        <a:pt x="176" y="624"/>
                      </a:lnTo>
                      <a:lnTo>
                        <a:pt x="176" y="624"/>
                      </a:lnTo>
                      <a:lnTo>
                        <a:pt x="178" y="618"/>
                      </a:lnTo>
                      <a:lnTo>
                        <a:pt x="178" y="618"/>
                      </a:lnTo>
                      <a:lnTo>
                        <a:pt x="184" y="620"/>
                      </a:lnTo>
                      <a:lnTo>
                        <a:pt x="184" y="620"/>
                      </a:lnTo>
                      <a:lnTo>
                        <a:pt x="184" y="614"/>
                      </a:lnTo>
                      <a:lnTo>
                        <a:pt x="184" y="612"/>
                      </a:lnTo>
                      <a:lnTo>
                        <a:pt x="184" y="610"/>
                      </a:lnTo>
                      <a:lnTo>
                        <a:pt x="184" y="610"/>
                      </a:lnTo>
                      <a:lnTo>
                        <a:pt x="188" y="610"/>
                      </a:lnTo>
                      <a:lnTo>
                        <a:pt x="188" y="610"/>
                      </a:lnTo>
                      <a:lnTo>
                        <a:pt x="188" y="608"/>
                      </a:lnTo>
                      <a:lnTo>
                        <a:pt x="186" y="608"/>
                      </a:lnTo>
                      <a:lnTo>
                        <a:pt x="186" y="608"/>
                      </a:lnTo>
                      <a:lnTo>
                        <a:pt x="186" y="608"/>
                      </a:lnTo>
                      <a:lnTo>
                        <a:pt x="186" y="608"/>
                      </a:lnTo>
                      <a:lnTo>
                        <a:pt x="190" y="606"/>
                      </a:lnTo>
                      <a:lnTo>
                        <a:pt x="190" y="606"/>
                      </a:lnTo>
                      <a:lnTo>
                        <a:pt x="186" y="604"/>
                      </a:lnTo>
                      <a:lnTo>
                        <a:pt x="186" y="604"/>
                      </a:lnTo>
                      <a:lnTo>
                        <a:pt x="186" y="598"/>
                      </a:lnTo>
                      <a:lnTo>
                        <a:pt x="186" y="598"/>
                      </a:lnTo>
                      <a:lnTo>
                        <a:pt x="188" y="598"/>
                      </a:lnTo>
                      <a:lnTo>
                        <a:pt x="188" y="596"/>
                      </a:lnTo>
                      <a:lnTo>
                        <a:pt x="188" y="596"/>
                      </a:lnTo>
                      <a:lnTo>
                        <a:pt x="184" y="596"/>
                      </a:lnTo>
                      <a:lnTo>
                        <a:pt x="186" y="592"/>
                      </a:lnTo>
                      <a:lnTo>
                        <a:pt x="186" y="592"/>
                      </a:lnTo>
                      <a:lnTo>
                        <a:pt x="182" y="592"/>
                      </a:lnTo>
                      <a:lnTo>
                        <a:pt x="180" y="590"/>
                      </a:lnTo>
                      <a:lnTo>
                        <a:pt x="180" y="590"/>
                      </a:lnTo>
                      <a:lnTo>
                        <a:pt x="178" y="586"/>
                      </a:lnTo>
                      <a:lnTo>
                        <a:pt x="178" y="582"/>
                      </a:lnTo>
                      <a:lnTo>
                        <a:pt x="178" y="582"/>
                      </a:lnTo>
                      <a:lnTo>
                        <a:pt x="176" y="584"/>
                      </a:lnTo>
                      <a:lnTo>
                        <a:pt x="176" y="584"/>
                      </a:lnTo>
                      <a:lnTo>
                        <a:pt x="176" y="584"/>
                      </a:lnTo>
                      <a:lnTo>
                        <a:pt x="172" y="584"/>
                      </a:lnTo>
                      <a:lnTo>
                        <a:pt x="172" y="584"/>
                      </a:lnTo>
                      <a:lnTo>
                        <a:pt x="172" y="584"/>
                      </a:lnTo>
                      <a:lnTo>
                        <a:pt x="172" y="586"/>
                      </a:lnTo>
                      <a:lnTo>
                        <a:pt x="170" y="588"/>
                      </a:lnTo>
                      <a:lnTo>
                        <a:pt x="170" y="582"/>
                      </a:lnTo>
                      <a:lnTo>
                        <a:pt x="170" y="582"/>
                      </a:lnTo>
                      <a:lnTo>
                        <a:pt x="166" y="580"/>
                      </a:lnTo>
                      <a:lnTo>
                        <a:pt x="166" y="580"/>
                      </a:lnTo>
                      <a:lnTo>
                        <a:pt x="168" y="576"/>
                      </a:lnTo>
                      <a:lnTo>
                        <a:pt x="168" y="576"/>
                      </a:lnTo>
                      <a:lnTo>
                        <a:pt x="170" y="576"/>
                      </a:lnTo>
                      <a:lnTo>
                        <a:pt x="170" y="576"/>
                      </a:lnTo>
                      <a:lnTo>
                        <a:pt x="170" y="568"/>
                      </a:lnTo>
                      <a:lnTo>
                        <a:pt x="170" y="568"/>
                      </a:lnTo>
                      <a:lnTo>
                        <a:pt x="172" y="566"/>
                      </a:lnTo>
                      <a:lnTo>
                        <a:pt x="172" y="566"/>
                      </a:lnTo>
                      <a:lnTo>
                        <a:pt x="170" y="566"/>
                      </a:lnTo>
                      <a:lnTo>
                        <a:pt x="168" y="566"/>
                      </a:lnTo>
                      <a:lnTo>
                        <a:pt x="164" y="570"/>
                      </a:lnTo>
                      <a:lnTo>
                        <a:pt x="164" y="570"/>
                      </a:lnTo>
                      <a:lnTo>
                        <a:pt x="166" y="570"/>
                      </a:lnTo>
                      <a:lnTo>
                        <a:pt x="166" y="572"/>
                      </a:lnTo>
                      <a:lnTo>
                        <a:pt x="166" y="572"/>
                      </a:lnTo>
                      <a:lnTo>
                        <a:pt x="164" y="572"/>
                      </a:lnTo>
                      <a:lnTo>
                        <a:pt x="162" y="574"/>
                      </a:lnTo>
                      <a:lnTo>
                        <a:pt x="158" y="568"/>
                      </a:lnTo>
                      <a:lnTo>
                        <a:pt x="158" y="568"/>
                      </a:lnTo>
                      <a:lnTo>
                        <a:pt x="154" y="562"/>
                      </a:lnTo>
                      <a:lnTo>
                        <a:pt x="154" y="560"/>
                      </a:lnTo>
                      <a:lnTo>
                        <a:pt x="158" y="560"/>
                      </a:lnTo>
                      <a:lnTo>
                        <a:pt x="158" y="558"/>
                      </a:lnTo>
                      <a:lnTo>
                        <a:pt x="158" y="558"/>
                      </a:lnTo>
                      <a:lnTo>
                        <a:pt x="154" y="556"/>
                      </a:lnTo>
                      <a:lnTo>
                        <a:pt x="154" y="556"/>
                      </a:lnTo>
                      <a:lnTo>
                        <a:pt x="154" y="554"/>
                      </a:lnTo>
                      <a:lnTo>
                        <a:pt x="154" y="554"/>
                      </a:lnTo>
                      <a:lnTo>
                        <a:pt x="154" y="552"/>
                      </a:lnTo>
                      <a:lnTo>
                        <a:pt x="154" y="552"/>
                      </a:lnTo>
                      <a:lnTo>
                        <a:pt x="154" y="552"/>
                      </a:lnTo>
                      <a:lnTo>
                        <a:pt x="152" y="550"/>
                      </a:lnTo>
                      <a:lnTo>
                        <a:pt x="150" y="548"/>
                      </a:lnTo>
                      <a:lnTo>
                        <a:pt x="150" y="548"/>
                      </a:lnTo>
                      <a:lnTo>
                        <a:pt x="154" y="540"/>
                      </a:lnTo>
                      <a:lnTo>
                        <a:pt x="156" y="538"/>
                      </a:lnTo>
                      <a:lnTo>
                        <a:pt x="158" y="534"/>
                      </a:lnTo>
                      <a:lnTo>
                        <a:pt x="158" y="534"/>
                      </a:lnTo>
                      <a:lnTo>
                        <a:pt x="162" y="534"/>
                      </a:lnTo>
                      <a:lnTo>
                        <a:pt x="162" y="534"/>
                      </a:lnTo>
                      <a:lnTo>
                        <a:pt x="162" y="530"/>
                      </a:lnTo>
                      <a:lnTo>
                        <a:pt x="162" y="530"/>
                      </a:lnTo>
                      <a:lnTo>
                        <a:pt x="160" y="530"/>
                      </a:lnTo>
                      <a:lnTo>
                        <a:pt x="158" y="530"/>
                      </a:lnTo>
                      <a:lnTo>
                        <a:pt x="158" y="530"/>
                      </a:lnTo>
                      <a:lnTo>
                        <a:pt x="162" y="526"/>
                      </a:lnTo>
                      <a:lnTo>
                        <a:pt x="162" y="526"/>
                      </a:lnTo>
                      <a:lnTo>
                        <a:pt x="162" y="522"/>
                      </a:lnTo>
                      <a:lnTo>
                        <a:pt x="162" y="520"/>
                      </a:lnTo>
                      <a:lnTo>
                        <a:pt x="162" y="520"/>
                      </a:lnTo>
                      <a:lnTo>
                        <a:pt x="162" y="518"/>
                      </a:lnTo>
                      <a:lnTo>
                        <a:pt x="162" y="516"/>
                      </a:lnTo>
                      <a:lnTo>
                        <a:pt x="164" y="514"/>
                      </a:lnTo>
                      <a:lnTo>
                        <a:pt x="164" y="512"/>
                      </a:lnTo>
                      <a:lnTo>
                        <a:pt x="164" y="512"/>
                      </a:lnTo>
                      <a:lnTo>
                        <a:pt x="162" y="512"/>
                      </a:lnTo>
                      <a:lnTo>
                        <a:pt x="162" y="510"/>
                      </a:lnTo>
                      <a:lnTo>
                        <a:pt x="160" y="506"/>
                      </a:lnTo>
                      <a:lnTo>
                        <a:pt x="160" y="504"/>
                      </a:lnTo>
                      <a:lnTo>
                        <a:pt x="160" y="504"/>
                      </a:lnTo>
                      <a:lnTo>
                        <a:pt x="156" y="504"/>
                      </a:lnTo>
                      <a:lnTo>
                        <a:pt x="154" y="500"/>
                      </a:lnTo>
                      <a:lnTo>
                        <a:pt x="154" y="500"/>
                      </a:lnTo>
                      <a:lnTo>
                        <a:pt x="152" y="494"/>
                      </a:lnTo>
                      <a:lnTo>
                        <a:pt x="150" y="488"/>
                      </a:lnTo>
                      <a:lnTo>
                        <a:pt x="150" y="488"/>
                      </a:lnTo>
                      <a:lnTo>
                        <a:pt x="150" y="486"/>
                      </a:lnTo>
                      <a:lnTo>
                        <a:pt x="148" y="488"/>
                      </a:lnTo>
                      <a:lnTo>
                        <a:pt x="146" y="488"/>
                      </a:lnTo>
                      <a:lnTo>
                        <a:pt x="142" y="488"/>
                      </a:lnTo>
                      <a:lnTo>
                        <a:pt x="142" y="488"/>
                      </a:lnTo>
                      <a:lnTo>
                        <a:pt x="138" y="486"/>
                      </a:lnTo>
                      <a:lnTo>
                        <a:pt x="136" y="482"/>
                      </a:lnTo>
                      <a:lnTo>
                        <a:pt x="134" y="480"/>
                      </a:lnTo>
                      <a:lnTo>
                        <a:pt x="132" y="478"/>
                      </a:lnTo>
                      <a:lnTo>
                        <a:pt x="132" y="478"/>
                      </a:lnTo>
                      <a:lnTo>
                        <a:pt x="128" y="474"/>
                      </a:lnTo>
                      <a:lnTo>
                        <a:pt x="126" y="472"/>
                      </a:lnTo>
                      <a:lnTo>
                        <a:pt x="124" y="464"/>
                      </a:lnTo>
                      <a:lnTo>
                        <a:pt x="124" y="464"/>
                      </a:lnTo>
                      <a:lnTo>
                        <a:pt x="108" y="446"/>
                      </a:lnTo>
                      <a:lnTo>
                        <a:pt x="108" y="446"/>
                      </a:lnTo>
                      <a:lnTo>
                        <a:pt x="102" y="438"/>
                      </a:lnTo>
                      <a:lnTo>
                        <a:pt x="100" y="436"/>
                      </a:lnTo>
                      <a:lnTo>
                        <a:pt x="96" y="434"/>
                      </a:lnTo>
                      <a:lnTo>
                        <a:pt x="96" y="434"/>
                      </a:lnTo>
                      <a:lnTo>
                        <a:pt x="92" y="434"/>
                      </a:lnTo>
                      <a:lnTo>
                        <a:pt x="90" y="432"/>
                      </a:lnTo>
                      <a:lnTo>
                        <a:pt x="90" y="426"/>
                      </a:lnTo>
                      <a:lnTo>
                        <a:pt x="90" y="426"/>
                      </a:lnTo>
                      <a:lnTo>
                        <a:pt x="88" y="424"/>
                      </a:lnTo>
                      <a:lnTo>
                        <a:pt x="86" y="424"/>
                      </a:lnTo>
                      <a:lnTo>
                        <a:pt x="84" y="422"/>
                      </a:lnTo>
                      <a:lnTo>
                        <a:pt x="80" y="420"/>
                      </a:lnTo>
                      <a:lnTo>
                        <a:pt x="80" y="420"/>
                      </a:lnTo>
                      <a:lnTo>
                        <a:pt x="78" y="418"/>
                      </a:lnTo>
                      <a:lnTo>
                        <a:pt x="76" y="418"/>
                      </a:lnTo>
                      <a:lnTo>
                        <a:pt x="70" y="420"/>
                      </a:lnTo>
                      <a:lnTo>
                        <a:pt x="70" y="420"/>
                      </a:lnTo>
                      <a:lnTo>
                        <a:pt x="68" y="420"/>
                      </a:lnTo>
                      <a:lnTo>
                        <a:pt x="68" y="422"/>
                      </a:lnTo>
                      <a:lnTo>
                        <a:pt x="70" y="424"/>
                      </a:lnTo>
                      <a:lnTo>
                        <a:pt x="70" y="428"/>
                      </a:lnTo>
                      <a:lnTo>
                        <a:pt x="70" y="428"/>
                      </a:lnTo>
                      <a:lnTo>
                        <a:pt x="68" y="430"/>
                      </a:lnTo>
                      <a:lnTo>
                        <a:pt x="64" y="430"/>
                      </a:lnTo>
                      <a:lnTo>
                        <a:pt x="58" y="434"/>
                      </a:lnTo>
                      <a:lnTo>
                        <a:pt x="58" y="434"/>
                      </a:lnTo>
                      <a:lnTo>
                        <a:pt x="54" y="438"/>
                      </a:lnTo>
                      <a:lnTo>
                        <a:pt x="52" y="436"/>
                      </a:lnTo>
                      <a:lnTo>
                        <a:pt x="52" y="434"/>
                      </a:lnTo>
                      <a:lnTo>
                        <a:pt x="52" y="430"/>
                      </a:lnTo>
                      <a:lnTo>
                        <a:pt x="52" y="430"/>
                      </a:lnTo>
                      <a:lnTo>
                        <a:pt x="48" y="426"/>
                      </a:lnTo>
                      <a:lnTo>
                        <a:pt x="44" y="424"/>
                      </a:lnTo>
                      <a:lnTo>
                        <a:pt x="40" y="420"/>
                      </a:lnTo>
                      <a:lnTo>
                        <a:pt x="36" y="416"/>
                      </a:lnTo>
                      <a:lnTo>
                        <a:pt x="36" y="416"/>
                      </a:lnTo>
                      <a:lnTo>
                        <a:pt x="32" y="408"/>
                      </a:lnTo>
                      <a:lnTo>
                        <a:pt x="32" y="408"/>
                      </a:lnTo>
                      <a:lnTo>
                        <a:pt x="32" y="400"/>
                      </a:lnTo>
                      <a:lnTo>
                        <a:pt x="32" y="398"/>
                      </a:lnTo>
                      <a:lnTo>
                        <a:pt x="30" y="398"/>
                      </a:lnTo>
                      <a:lnTo>
                        <a:pt x="26" y="402"/>
                      </a:lnTo>
                      <a:lnTo>
                        <a:pt x="26" y="402"/>
                      </a:lnTo>
                      <a:lnTo>
                        <a:pt x="24" y="404"/>
                      </a:lnTo>
                      <a:lnTo>
                        <a:pt x="22" y="402"/>
                      </a:lnTo>
                      <a:lnTo>
                        <a:pt x="18" y="400"/>
                      </a:lnTo>
                      <a:lnTo>
                        <a:pt x="18" y="400"/>
                      </a:lnTo>
                      <a:lnTo>
                        <a:pt x="14" y="400"/>
                      </a:lnTo>
                      <a:lnTo>
                        <a:pt x="10" y="400"/>
                      </a:lnTo>
                      <a:lnTo>
                        <a:pt x="6" y="402"/>
                      </a:lnTo>
                      <a:lnTo>
                        <a:pt x="0" y="186"/>
                      </a:lnTo>
                      <a:lnTo>
                        <a:pt x="0" y="186"/>
                      </a:lnTo>
                      <a:lnTo>
                        <a:pt x="10" y="188"/>
                      </a:lnTo>
                      <a:lnTo>
                        <a:pt x="12" y="190"/>
                      </a:lnTo>
                      <a:lnTo>
                        <a:pt x="12" y="190"/>
                      </a:lnTo>
                      <a:lnTo>
                        <a:pt x="20" y="190"/>
                      </a:lnTo>
                      <a:lnTo>
                        <a:pt x="28" y="188"/>
                      </a:lnTo>
                      <a:lnTo>
                        <a:pt x="28" y="188"/>
                      </a:lnTo>
                      <a:lnTo>
                        <a:pt x="32" y="192"/>
                      </a:lnTo>
                      <a:lnTo>
                        <a:pt x="36" y="196"/>
                      </a:lnTo>
                      <a:lnTo>
                        <a:pt x="36" y="196"/>
                      </a:lnTo>
                      <a:lnTo>
                        <a:pt x="40" y="196"/>
                      </a:lnTo>
                      <a:lnTo>
                        <a:pt x="40" y="196"/>
                      </a:lnTo>
                      <a:lnTo>
                        <a:pt x="44" y="200"/>
                      </a:lnTo>
                      <a:lnTo>
                        <a:pt x="44" y="200"/>
                      </a:lnTo>
                      <a:lnTo>
                        <a:pt x="50" y="200"/>
                      </a:lnTo>
                      <a:lnTo>
                        <a:pt x="50" y="200"/>
                      </a:lnTo>
                      <a:lnTo>
                        <a:pt x="52" y="202"/>
                      </a:lnTo>
                      <a:lnTo>
                        <a:pt x="56" y="206"/>
                      </a:lnTo>
                      <a:lnTo>
                        <a:pt x="56" y="206"/>
                      </a:lnTo>
                      <a:lnTo>
                        <a:pt x="60" y="206"/>
                      </a:lnTo>
                      <a:lnTo>
                        <a:pt x="60" y="206"/>
                      </a:lnTo>
                      <a:lnTo>
                        <a:pt x="74" y="212"/>
                      </a:lnTo>
                      <a:lnTo>
                        <a:pt x="74" y="212"/>
                      </a:lnTo>
                      <a:lnTo>
                        <a:pt x="78" y="216"/>
                      </a:lnTo>
                      <a:lnTo>
                        <a:pt x="80" y="222"/>
                      </a:lnTo>
                      <a:lnTo>
                        <a:pt x="82" y="222"/>
                      </a:lnTo>
                      <a:lnTo>
                        <a:pt x="82" y="222"/>
                      </a:lnTo>
                      <a:lnTo>
                        <a:pt x="82" y="216"/>
                      </a:lnTo>
                      <a:lnTo>
                        <a:pt x="82" y="214"/>
                      </a:lnTo>
                      <a:lnTo>
                        <a:pt x="78" y="212"/>
                      </a:lnTo>
                      <a:lnTo>
                        <a:pt x="74" y="210"/>
                      </a:lnTo>
                      <a:lnTo>
                        <a:pt x="74" y="210"/>
                      </a:lnTo>
                      <a:lnTo>
                        <a:pt x="74" y="204"/>
                      </a:lnTo>
                      <a:lnTo>
                        <a:pt x="82" y="204"/>
                      </a:lnTo>
                      <a:lnTo>
                        <a:pt x="82" y="204"/>
                      </a:lnTo>
                      <a:lnTo>
                        <a:pt x="82" y="206"/>
                      </a:lnTo>
                      <a:lnTo>
                        <a:pt x="82" y="208"/>
                      </a:lnTo>
                      <a:lnTo>
                        <a:pt x="82" y="208"/>
                      </a:lnTo>
                      <a:lnTo>
                        <a:pt x="86" y="208"/>
                      </a:lnTo>
                      <a:lnTo>
                        <a:pt x="86" y="208"/>
                      </a:lnTo>
                      <a:lnTo>
                        <a:pt x="86" y="202"/>
                      </a:lnTo>
                      <a:lnTo>
                        <a:pt x="86" y="202"/>
                      </a:lnTo>
                      <a:lnTo>
                        <a:pt x="88" y="202"/>
                      </a:lnTo>
                      <a:lnTo>
                        <a:pt x="92" y="202"/>
                      </a:lnTo>
                      <a:lnTo>
                        <a:pt x="92" y="202"/>
                      </a:lnTo>
                      <a:lnTo>
                        <a:pt x="92" y="200"/>
                      </a:lnTo>
                      <a:lnTo>
                        <a:pt x="92" y="200"/>
                      </a:lnTo>
                      <a:lnTo>
                        <a:pt x="94" y="198"/>
                      </a:lnTo>
                      <a:lnTo>
                        <a:pt x="94" y="198"/>
                      </a:lnTo>
                      <a:lnTo>
                        <a:pt x="94" y="190"/>
                      </a:lnTo>
                      <a:lnTo>
                        <a:pt x="94" y="190"/>
                      </a:lnTo>
                      <a:lnTo>
                        <a:pt x="94" y="192"/>
                      </a:lnTo>
                      <a:lnTo>
                        <a:pt x="96" y="192"/>
                      </a:lnTo>
                      <a:lnTo>
                        <a:pt x="96" y="192"/>
                      </a:lnTo>
                      <a:lnTo>
                        <a:pt x="102" y="196"/>
                      </a:lnTo>
                      <a:lnTo>
                        <a:pt x="102" y="196"/>
                      </a:lnTo>
                      <a:lnTo>
                        <a:pt x="102" y="200"/>
                      </a:lnTo>
                      <a:lnTo>
                        <a:pt x="102" y="200"/>
                      </a:lnTo>
                      <a:lnTo>
                        <a:pt x="112" y="198"/>
                      </a:lnTo>
                      <a:lnTo>
                        <a:pt x="112" y="198"/>
                      </a:lnTo>
                      <a:lnTo>
                        <a:pt x="112" y="194"/>
                      </a:lnTo>
                      <a:lnTo>
                        <a:pt x="114" y="190"/>
                      </a:lnTo>
                      <a:lnTo>
                        <a:pt x="114" y="190"/>
                      </a:lnTo>
                      <a:lnTo>
                        <a:pt x="116" y="190"/>
                      </a:lnTo>
                      <a:lnTo>
                        <a:pt x="118" y="190"/>
                      </a:lnTo>
                      <a:lnTo>
                        <a:pt x="120" y="188"/>
                      </a:lnTo>
                      <a:lnTo>
                        <a:pt x="120" y="188"/>
                      </a:lnTo>
                      <a:lnTo>
                        <a:pt x="126" y="188"/>
                      </a:lnTo>
                      <a:lnTo>
                        <a:pt x="126" y="188"/>
                      </a:lnTo>
                      <a:lnTo>
                        <a:pt x="128" y="186"/>
                      </a:lnTo>
                      <a:lnTo>
                        <a:pt x="128" y="186"/>
                      </a:lnTo>
                      <a:lnTo>
                        <a:pt x="132" y="186"/>
                      </a:lnTo>
                      <a:lnTo>
                        <a:pt x="138" y="188"/>
                      </a:lnTo>
                      <a:lnTo>
                        <a:pt x="138" y="188"/>
                      </a:lnTo>
                      <a:lnTo>
                        <a:pt x="142" y="176"/>
                      </a:lnTo>
                      <a:lnTo>
                        <a:pt x="142" y="176"/>
                      </a:lnTo>
                      <a:lnTo>
                        <a:pt x="158" y="176"/>
                      </a:lnTo>
                      <a:lnTo>
                        <a:pt x="158" y="176"/>
                      </a:lnTo>
                      <a:lnTo>
                        <a:pt x="158" y="182"/>
                      </a:lnTo>
                      <a:lnTo>
                        <a:pt x="152" y="184"/>
                      </a:lnTo>
                      <a:lnTo>
                        <a:pt x="152" y="184"/>
                      </a:lnTo>
                      <a:lnTo>
                        <a:pt x="148" y="192"/>
                      </a:lnTo>
                      <a:lnTo>
                        <a:pt x="148" y="192"/>
                      </a:lnTo>
                      <a:lnTo>
                        <a:pt x="144" y="192"/>
                      </a:lnTo>
                      <a:lnTo>
                        <a:pt x="142" y="192"/>
                      </a:lnTo>
                      <a:lnTo>
                        <a:pt x="142" y="192"/>
                      </a:lnTo>
                      <a:lnTo>
                        <a:pt x="124" y="196"/>
                      </a:lnTo>
                      <a:lnTo>
                        <a:pt x="124" y="196"/>
                      </a:lnTo>
                      <a:lnTo>
                        <a:pt x="124" y="204"/>
                      </a:lnTo>
                      <a:lnTo>
                        <a:pt x="124" y="204"/>
                      </a:lnTo>
                      <a:lnTo>
                        <a:pt x="120" y="204"/>
                      </a:lnTo>
                      <a:lnTo>
                        <a:pt x="116" y="206"/>
                      </a:lnTo>
                      <a:lnTo>
                        <a:pt x="116" y="206"/>
                      </a:lnTo>
                      <a:lnTo>
                        <a:pt x="118" y="212"/>
                      </a:lnTo>
                      <a:lnTo>
                        <a:pt x="118" y="212"/>
                      </a:lnTo>
                      <a:lnTo>
                        <a:pt x="114" y="216"/>
                      </a:lnTo>
                      <a:lnTo>
                        <a:pt x="112" y="222"/>
                      </a:lnTo>
                      <a:lnTo>
                        <a:pt x="112" y="222"/>
                      </a:lnTo>
                      <a:lnTo>
                        <a:pt x="120" y="220"/>
                      </a:lnTo>
                      <a:lnTo>
                        <a:pt x="120" y="220"/>
                      </a:lnTo>
                      <a:lnTo>
                        <a:pt x="120" y="218"/>
                      </a:lnTo>
                      <a:lnTo>
                        <a:pt x="120" y="214"/>
                      </a:lnTo>
                      <a:lnTo>
                        <a:pt x="120" y="214"/>
                      </a:lnTo>
                      <a:lnTo>
                        <a:pt x="124" y="212"/>
                      </a:lnTo>
                      <a:lnTo>
                        <a:pt x="124" y="212"/>
                      </a:lnTo>
                      <a:lnTo>
                        <a:pt x="124" y="208"/>
                      </a:lnTo>
                      <a:lnTo>
                        <a:pt x="126" y="208"/>
                      </a:lnTo>
                      <a:lnTo>
                        <a:pt x="126" y="208"/>
                      </a:lnTo>
                      <a:lnTo>
                        <a:pt x="126" y="208"/>
                      </a:lnTo>
                      <a:lnTo>
                        <a:pt x="126" y="208"/>
                      </a:lnTo>
                      <a:lnTo>
                        <a:pt x="128" y="208"/>
                      </a:lnTo>
                      <a:lnTo>
                        <a:pt x="128" y="208"/>
                      </a:lnTo>
                      <a:lnTo>
                        <a:pt x="128" y="206"/>
                      </a:lnTo>
                      <a:lnTo>
                        <a:pt x="128" y="206"/>
                      </a:lnTo>
                      <a:lnTo>
                        <a:pt x="132" y="206"/>
                      </a:lnTo>
                      <a:lnTo>
                        <a:pt x="132" y="206"/>
                      </a:lnTo>
                      <a:lnTo>
                        <a:pt x="132" y="204"/>
                      </a:lnTo>
                      <a:lnTo>
                        <a:pt x="132" y="204"/>
                      </a:lnTo>
                      <a:lnTo>
                        <a:pt x="132" y="204"/>
                      </a:lnTo>
                      <a:lnTo>
                        <a:pt x="132" y="202"/>
                      </a:lnTo>
                      <a:lnTo>
                        <a:pt x="132" y="202"/>
                      </a:lnTo>
                      <a:lnTo>
                        <a:pt x="132" y="202"/>
                      </a:lnTo>
                      <a:lnTo>
                        <a:pt x="134" y="200"/>
                      </a:lnTo>
                      <a:lnTo>
                        <a:pt x="134" y="200"/>
                      </a:lnTo>
                      <a:lnTo>
                        <a:pt x="136" y="200"/>
                      </a:lnTo>
                      <a:lnTo>
                        <a:pt x="136" y="200"/>
                      </a:lnTo>
                      <a:lnTo>
                        <a:pt x="138" y="204"/>
                      </a:lnTo>
                      <a:lnTo>
                        <a:pt x="138" y="204"/>
                      </a:lnTo>
                      <a:lnTo>
                        <a:pt x="148" y="200"/>
                      </a:lnTo>
                      <a:lnTo>
                        <a:pt x="148" y="200"/>
                      </a:lnTo>
                      <a:lnTo>
                        <a:pt x="148" y="198"/>
                      </a:lnTo>
                      <a:lnTo>
                        <a:pt x="148" y="196"/>
                      </a:lnTo>
                      <a:lnTo>
                        <a:pt x="150" y="192"/>
                      </a:lnTo>
                      <a:lnTo>
                        <a:pt x="150" y="192"/>
                      </a:lnTo>
                      <a:lnTo>
                        <a:pt x="154" y="190"/>
                      </a:lnTo>
                      <a:lnTo>
                        <a:pt x="158" y="188"/>
                      </a:lnTo>
                      <a:lnTo>
                        <a:pt x="168" y="186"/>
                      </a:lnTo>
                      <a:lnTo>
                        <a:pt x="168" y="186"/>
                      </a:lnTo>
                      <a:lnTo>
                        <a:pt x="174" y="180"/>
                      </a:lnTo>
                      <a:lnTo>
                        <a:pt x="176" y="172"/>
                      </a:lnTo>
                      <a:lnTo>
                        <a:pt x="176" y="172"/>
                      </a:lnTo>
                      <a:lnTo>
                        <a:pt x="176" y="170"/>
                      </a:lnTo>
                      <a:lnTo>
                        <a:pt x="174" y="170"/>
                      </a:lnTo>
                      <a:lnTo>
                        <a:pt x="174" y="170"/>
                      </a:lnTo>
                      <a:lnTo>
                        <a:pt x="174" y="166"/>
                      </a:lnTo>
                      <a:lnTo>
                        <a:pt x="174" y="162"/>
                      </a:lnTo>
                      <a:lnTo>
                        <a:pt x="178" y="158"/>
                      </a:lnTo>
                      <a:lnTo>
                        <a:pt x="178" y="158"/>
                      </a:lnTo>
                      <a:lnTo>
                        <a:pt x="182" y="162"/>
                      </a:lnTo>
                      <a:lnTo>
                        <a:pt x="186" y="166"/>
                      </a:lnTo>
                      <a:lnTo>
                        <a:pt x="186" y="166"/>
                      </a:lnTo>
                      <a:lnTo>
                        <a:pt x="190" y="172"/>
                      </a:lnTo>
                      <a:lnTo>
                        <a:pt x="200" y="180"/>
                      </a:lnTo>
                      <a:lnTo>
                        <a:pt x="200" y="180"/>
                      </a:lnTo>
                      <a:lnTo>
                        <a:pt x="204" y="180"/>
                      </a:lnTo>
                      <a:lnTo>
                        <a:pt x="206" y="182"/>
                      </a:lnTo>
                      <a:lnTo>
                        <a:pt x="206" y="182"/>
                      </a:lnTo>
                      <a:lnTo>
                        <a:pt x="208" y="184"/>
                      </a:lnTo>
                      <a:lnTo>
                        <a:pt x="208" y="188"/>
                      </a:lnTo>
                      <a:lnTo>
                        <a:pt x="208" y="188"/>
                      </a:lnTo>
                      <a:lnTo>
                        <a:pt x="210" y="186"/>
                      </a:lnTo>
                      <a:lnTo>
                        <a:pt x="210" y="186"/>
                      </a:lnTo>
                      <a:lnTo>
                        <a:pt x="212" y="190"/>
                      </a:lnTo>
                      <a:lnTo>
                        <a:pt x="212" y="190"/>
                      </a:lnTo>
                      <a:lnTo>
                        <a:pt x="222" y="198"/>
                      </a:lnTo>
                      <a:lnTo>
                        <a:pt x="230" y="206"/>
                      </a:lnTo>
                      <a:lnTo>
                        <a:pt x="230" y="206"/>
                      </a:lnTo>
                      <a:lnTo>
                        <a:pt x="234" y="206"/>
                      </a:lnTo>
                      <a:lnTo>
                        <a:pt x="234" y="206"/>
                      </a:lnTo>
                      <a:lnTo>
                        <a:pt x="232" y="204"/>
                      </a:lnTo>
                      <a:lnTo>
                        <a:pt x="232" y="202"/>
                      </a:lnTo>
                      <a:lnTo>
                        <a:pt x="232" y="202"/>
                      </a:lnTo>
                      <a:lnTo>
                        <a:pt x="236" y="200"/>
                      </a:lnTo>
                      <a:lnTo>
                        <a:pt x="236" y="200"/>
                      </a:lnTo>
                      <a:lnTo>
                        <a:pt x="234" y="194"/>
                      </a:lnTo>
                      <a:lnTo>
                        <a:pt x="234" y="192"/>
                      </a:lnTo>
                      <a:lnTo>
                        <a:pt x="236" y="192"/>
                      </a:lnTo>
                      <a:lnTo>
                        <a:pt x="236" y="192"/>
                      </a:lnTo>
                      <a:lnTo>
                        <a:pt x="234" y="190"/>
                      </a:lnTo>
                      <a:lnTo>
                        <a:pt x="234" y="188"/>
                      </a:lnTo>
                      <a:lnTo>
                        <a:pt x="238" y="184"/>
                      </a:lnTo>
                      <a:lnTo>
                        <a:pt x="238" y="184"/>
                      </a:lnTo>
                      <a:lnTo>
                        <a:pt x="242" y="184"/>
                      </a:lnTo>
                      <a:lnTo>
                        <a:pt x="242" y="184"/>
                      </a:lnTo>
                      <a:lnTo>
                        <a:pt x="240" y="186"/>
                      </a:lnTo>
                      <a:lnTo>
                        <a:pt x="238" y="188"/>
                      </a:lnTo>
                      <a:lnTo>
                        <a:pt x="238" y="188"/>
                      </a:lnTo>
                      <a:lnTo>
                        <a:pt x="244" y="204"/>
                      </a:lnTo>
                      <a:lnTo>
                        <a:pt x="244" y="204"/>
                      </a:lnTo>
                      <a:lnTo>
                        <a:pt x="254" y="198"/>
                      </a:lnTo>
                      <a:lnTo>
                        <a:pt x="254" y="198"/>
                      </a:lnTo>
                      <a:lnTo>
                        <a:pt x="254" y="192"/>
                      </a:lnTo>
                      <a:lnTo>
                        <a:pt x="254" y="192"/>
                      </a:lnTo>
                      <a:lnTo>
                        <a:pt x="260" y="192"/>
                      </a:lnTo>
                      <a:lnTo>
                        <a:pt x="268" y="192"/>
                      </a:lnTo>
                      <a:lnTo>
                        <a:pt x="268" y="192"/>
                      </a:lnTo>
                      <a:lnTo>
                        <a:pt x="274" y="196"/>
                      </a:lnTo>
                      <a:lnTo>
                        <a:pt x="280" y="198"/>
                      </a:lnTo>
                      <a:lnTo>
                        <a:pt x="280" y="198"/>
                      </a:lnTo>
                      <a:lnTo>
                        <a:pt x="284" y="198"/>
                      </a:lnTo>
                      <a:lnTo>
                        <a:pt x="284" y="198"/>
                      </a:lnTo>
                      <a:lnTo>
                        <a:pt x="286" y="202"/>
                      </a:lnTo>
                      <a:lnTo>
                        <a:pt x="286" y="202"/>
                      </a:lnTo>
                      <a:lnTo>
                        <a:pt x="298" y="208"/>
                      </a:lnTo>
                      <a:lnTo>
                        <a:pt x="310" y="210"/>
                      </a:lnTo>
                      <a:lnTo>
                        <a:pt x="310" y="214"/>
                      </a:lnTo>
                      <a:lnTo>
                        <a:pt x="310" y="214"/>
                      </a:lnTo>
                      <a:lnTo>
                        <a:pt x="316" y="214"/>
                      </a:lnTo>
                      <a:lnTo>
                        <a:pt x="322" y="214"/>
                      </a:lnTo>
                      <a:lnTo>
                        <a:pt x="322" y="214"/>
                      </a:lnTo>
                      <a:lnTo>
                        <a:pt x="328" y="220"/>
                      </a:lnTo>
                      <a:lnTo>
                        <a:pt x="328" y="220"/>
                      </a:lnTo>
                      <a:lnTo>
                        <a:pt x="332" y="220"/>
                      </a:lnTo>
                      <a:lnTo>
                        <a:pt x="336" y="220"/>
                      </a:lnTo>
                      <a:lnTo>
                        <a:pt x="338" y="222"/>
                      </a:lnTo>
                      <a:lnTo>
                        <a:pt x="338" y="222"/>
                      </a:lnTo>
                      <a:lnTo>
                        <a:pt x="344" y="224"/>
                      </a:lnTo>
                      <a:lnTo>
                        <a:pt x="344" y="224"/>
                      </a:lnTo>
                      <a:lnTo>
                        <a:pt x="346" y="224"/>
                      </a:lnTo>
                      <a:lnTo>
                        <a:pt x="346" y="222"/>
                      </a:lnTo>
                      <a:lnTo>
                        <a:pt x="344" y="220"/>
                      </a:lnTo>
                      <a:lnTo>
                        <a:pt x="344" y="220"/>
                      </a:lnTo>
                      <a:lnTo>
                        <a:pt x="342" y="220"/>
                      </a:lnTo>
                      <a:lnTo>
                        <a:pt x="342" y="218"/>
                      </a:lnTo>
                      <a:lnTo>
                        <a:pt x="342" y="218"/>
                      </a:lnTo>
                      <a:lnTo>
                        <a:pt x="348" y="218"/>
                      </a:lnTo>
                      <a:lnTo>
                        <a:pt x="348" y="218"/>
                      </a:lnTo>
                      <a:lnTo>
                        <a:pt x="350" y="216"/>
                      </a:lnTo>
                      <a:lnTo>
                        <a:pt x="352" y="216"/>
                      </a:lnTo>
                      <a:lnTo>
                        <a:pt x="352" y="216"/>
                      </a:lnTo>
                      <a:lnTo>
                        <a:pt x="354" y="220"/>
                      </a:lnTo>
                      <a:lnTo>
                        <a:pt x="354" y="220"/>
                      </a:lnTo>
                      <a:lnTo>
                        <a:pt x="356" y="220"/>
                      </a:lnTo>
                      <a:lnTo>
                        <a:pt x="358" y="220"/>
                      </a:lnTo>
                      <a:lnTo>
                        <a:pt x="366" y="224"/>
                      </a:lnTo>
                      <a:lnTo>
                        <a:pt x="366" y="224"/>
                      </a:lnTo>
                      <a:lnTo>
                        <a:pt x="366" y="228"/>
                      </a:lnTo>
                      <a:lnTo>
                        <a:pt x="368" y="230"/>
                      </a:lnTo>
                      <a:lnTo>
                        <a:pt x="370" y="232"/>
                      </a:lnTo>
                      <a:lnTo>
                        <a:pt x="368" y="234"/>
                      </a:lnTo>
                      <a:lnTo>
                        <a:pt x="368" y="234"/>
                      </a:lnTo>
                      <a:lnTo>
                        <a:pt x="358" y="234"/>
                      </a:lnTo>
                      <a:lnTo>
                        <a:pt x="358" y="234"/>
                      </a:lnTo>
                      <a:lnTo>
                        <a:pt x="358" y="238"/>
                      </a:lnTo>
                      <a:lnTo>
                        <a:pt x="358" y="238"/>
                      </a:lnTo>
                      <a:lnTo>
                        <a:pt x="356" y="240"/>
                      </a:lnTo>
                      <a:lnTo>
                        <a:pt x="354" y="248"/>
                      </a:lnTo>
                      <a:lnTo>
                        <a:pt x="354" y="248"/>
                      </a:lnTo>
                      <a:lnTo>
                        <a:pt x="368" y="250"/>
                      </a:lnTo>
                      <a:lnTo>
                        <a:pt x="384" y="248"/>
                      </a:lnTo>
                      <a:lnTo>
                        <a:pt x="386" y="246"/>
                      </a:lnTo>
                      <a:lnTo>
                        <a:pt x="386" y="246"/>
                      </a:lnTo>
                      <a:lnTo>
                        <a:pt x="388" y="248"/>
                      </a:lnTo>
                      <a:lnTo>
                        <a:pt x="390" y="248"/>
                      </a:lnTo>
                      <a:lnTo>
                        <a:pt x="390" y="248"/>
                      </a:lnTo>
                      <a:lnTo>
                        <a:pt x="396" y="244"/>
                      </a:lnTo>
                      <a:lnTo>
                        <a:pt x="396" y="244"/>
                      </a:lnTo>
                      <a:lnTo>
                        <a:pt x="404" y="244"/>
                      </a:lnTo>
                      <a:lnTo>
                        <a:pt x="404" y="244"/>
                      </a:lnTo>
                      <a:lnTo>
                        <a:pt x="408" y="240"/>
                      </a:lnTo>
                      <a:lnTo>
                        <a:pt x="408" y="240"/>
                      </a:lnTo>
                      <a:lnTo>
                        <a:pt x="414" y="238"/>
                      </a:lnTo>
                      <a:lnTo>
                        <a:pt x="414" y="238"/>
                      </a:lnTo>
                      <a:lnTo>
                        <a:pt x="416" y="244"/>
                      </a:lnTo>
                      <a:lnTo>
                        <a:pt x="422" y="246"/>
                      </a:lnTo>
                      <a:lnTo>
                        <a:pt x="422" y="246"/>
                      </a:lnTo>
                      <a:lnTo>
                        <a:pt x="426" y="246"/>
                      </a:lnTo>
                      <a:lnTo>
                        <a:pt x="426" y="246"/>
                      </a:lnTo>
                      <a:lnTo>
                        <a:pt x="428" y="252"/>
                      </a:lnTo>
                      <a:lnTo>
                        <a:pt x="428" y="252"/>
                      </a:lnTo>
                      <a:lnTo>
                        <a:pt x="428" y="254"/>
                      </a:lnTo>
                      <a:lnTo>
                        <a:pt x="428" y="254"/>
                      </a:lnTo>
                      <a:lnTo>
                        <a:pt x="426" y="254"/>
                      </a:lnTo>
                      <a:lnTo>
                        <a:pt x="426" y="254"/>
                      </a:lnTo>
                      <a:lnTo>
                        <a:pt x="428" y="260"/>
                      </a:lnTo>
                      <a:lnTo>
                        <a:pt x="430" y="260"/>
                      </a:lnTo>
                      <a:lnTo>
                        <a:pt x="430" y="260"/>
                      </a:lnTo>
                      <a:lnTo>
                        <a:pt x="434" y="250"/>
                      </a:lnTo>
                      <a:lnTo>
                        <a:pt x="434" y="250"/>
                      </a:lnTo>
                      <a:lnTo>
                        <a:pt x="436" y="264"/>
                      </a:lnTo>
                      <a:lnTo>
                        <a:pt x="438" y="270"/>
                      </a:lnTo>
                      <a:lnTo>
                        <a:pt x="442" y="274"/>
                      </a:lnTo>
                      <a:lnTo>
                        <a:pt x="442" y="274"/>
                      </a:lnTo>
                      <a:lnTo>
                        <a:pt x="444" y="268"/>
                      </a:lnTo>
                      <a:lnTo>
                        <a:pt x="444" y="268"/>
                      </a:lnTo>
                      <a:lnTo>
                        <a:pt x="448" y="268"/>
                      </a:lnTo>
                      <a:lnTo>
                        <a:pt x="448" y="268"/>
                      </a:lnTo>
                      <a:lnTo>
                        <a:pt x="448" y="266"/>
                      </a:lnTo>
                      <a:lnTo>
                        <a:pt x="448" y="266"/>
                      </a:lnTo>
                      <a:lnTo>
                        <a:pt x="446" y="264"/>
                      </a:lnTo>
                      <a:lnTo>
                        <a:pt x="442" y="262"/>
                      </a:lnTo>
                      <a:lnTo>
                        <a:pt x="442" y="262"/>
                      </a:lnTo>
                      <a:lnTo>
                        <a:pt x="444" y="260"/>
                      </a:lnTo>
                      <a:lnTo>
                        <a:pt x="444" y="256"/>
                      </a:lnTo>
                      <a:lnTo>
                        <a:pt x="444" y="256"/>
                      </a:lnTo>
                      <a:lnTo>
                        <a:pt x="444" y="256"/>
                      </a:lnTo>
                      <a:lnTo>
                        <a:pt x="440" y="248"/>
                      </a:lnTo>
                      <a:lnTo>
                        <a:pt x="440" y="248"/>
                      </a:lnTo>
                      <a:lnTo>
                        <a:pt x="444" y="246"/>
                      </a:lnTo>
                      <a:lnTo>
                        <a:pt x="444" y="246"/>
                      </a:lnTo>
                      <a:lnTo>
                        <a:pt x="444" y="242"/>
                      </a:lnTo>
                      <a:lnTo>
                        <a:pt x="444" y="242"/>
                      </a:lnTo>
                      <a:lnTo>
                        <a:pt x="448" y="242"/>
                      </a:lnTo>
                      <a:lnTo>
                        <a:pt x="448" y="242"/>
                      </a:lnTo>
                      <a:lnTo>
                        <a:pt x="450" y="240"/>
                      </a:lnTo>
                      <a:lnTo>
                        <a:pt x="452" y="238"/>
                      </a:lnTo>
                      <a:lnTo>
                        <a:pt x="452" y="238"/>
                      </a:lnTo>
                      <a:lnTo>
                        <a:pt x="454" y="238"/>
                      </a:lnTo>
                      <a:lnTo>
                        <a:pt x="458" y="238"/>
                      </a:lnTo>
                      <a:lnTo>
                        <a:pt x="458" y="236"/>
                      </a:lnTo>
                      <a:lnTo>
                        <a:pt x="458" y="236"/>
                      </a:lnTo>
                      <a:lnTo>
                        <a:pt x="462" y="232"/>
                      </a:lnTo>
                      <a:lnTo>
                        <a:pt x="462" y="232"/>
                      </a:lnTo>
                      <a:lnTo>
                        <a:pt x="468" y="232"/>
                      </a:lnTo>
                      <a:lnTo>
                        <a:pt x="468" y="232"/>
                      </a:lnTo>
                      <a:lnTo>
                        <a:pt x="468" y="230"/>
                      </a:lnTo>
                      <a:lnTo>
                        <a:pt x="470" y="228"/>
                      </a:lnTo>
                      <a:lnTo>
                        <a:pt x="470" y="228"/>
                      </a:lnTo>
                      <a:lnTo>
                        <a:pt x="474" y="228"/>
                      </a:lnTo>
                      <a:lnTo>
                        <a:pt x="476" y="226"/>
                      </a:lnTo>
                      <a:lnTo>
                        <a:pt x="474" y="224"/>
                      </a:lnTo>
                      <a:lnTo>
                        <a:pt x="474" y="224"/>
                      </a:lnTo>
                      <a:lnTo>
                        <a:pt x="470" y="222"/>
                      </a:lnTo>
                      <a:lnTo>
                        <a:pt x="470" y="222"/>
                      </a:lnTo>
                      <a:lnTo>
                        <a:pt x="468" y="222"/>
                      </a:lnTo>
                      <a:lnTo>
                        <a:pt x="466" y="222"/>
                      </a:lnTo>
                      <a:lnTo>
                        <a:pt x="466" y="224"/>
                      </a:lnTo>
                      <a:lnTo>
                        <a:pt x="468" y="224"/>
                      </a:lnTo>
                      <a:lnTo>
                        <a:pt x="468" y="224"/>
                      </a:lnTo>
                      <a:lnTo>
                        <a:pt x="468" y="228"/>
                      </a:lnTo>
                      <a:lnTo>
                        <a:pt x="468" y="228"/>
                      </a:lnTo>
                      <a:lnTo>
                        <a:pt x="458" y="228"/>
                      </a:lnTo>
                      <a:lnTo>
                        <a:pt x="452" y="234"/>
                      </a:lnTo>
                      <a:lnTo>
                        <a:pt x="452" y="234"/>
                      </a:lnTo>
                      <a:lnTo>
                        <a:pt x="446" y="232"/>
                      </a:lnTo>
                      <a:lnTo>
                        <a:pt x="446" y="232"/>
                      </a:lnTo>
                      <a:lnTo>
                        <a:pt x="444" y="232"/>
                      </a:lnTo>
                      <a:lnTo>
                        <a:pt x="444" y="232"/>
                      </a:lnTo>
                      <a:lnTo>
                        <a:pt x="444" y="234"/>
                      </a:lnTo>
                      <a:lnTo>
                        <a:pt x="444" y="234"/>
                      </a:lnTo>
                      <a:lnTo>
                        <a:pt x="446" y="234"/>
                      </a:lnTo>
                      <a:lnTo>
                        <a:pt x="446" y="234"/>
                      </a:lnTo>
                      <a:lnTo>
                        <a:pt x="444" y="238"/>
                      </a:lnTo>
                      <a:lnTo>
                        <a:pt x="444" y="238"/>
                      </a:lnTo>
                      <a:lnTo>
                        <a:pt x="442" y="236"/>
                      </a:lnTo>
                      <a:lnTo>
                        <a:pt x="442" y="236"/>
                      </a:lnTo>
                      <a:lnTo>
                        <a:pt x="440" y="236"/>
                      </a:lnTo>
                      <a:lnTo>
                        <a:pt x="438" y="238"/>
                      </a:lnTo>
                      <a:lnTo>
                        <a:pt x="438" y="238"/>
                      </a:lnTo>
                      <a:lnTo>
                        <a:pt x="436" y="236"/>
                      </a:lnTo>
                      <a:lnTo>
                        <a:pt x="436" y="236"/>
                      </a:lnTo>
                      <a:lnTo>
                        <a:pt x="436" y="236"/>
                      </a:lnTo>
                      <a:lnTo>
                        <a:pt x="436" y="232"/>
                      </a:lnTo>
                      <a:lnTo>
                        <a:pt x="436" y="232"/>
                      </a:lnTo>
                      <a:lnTo>
                        <a:pt x="440" y="232"/>
                      </a:lnTo>
                      <a:lnTo>
                        <a:pt x="440" y="232"/>
                      </a:lnTo>
                      <a:lnTo>
                        <a:pt x="442" y="224"/>
                      </a:lnTo>
                      <a:lnTo>
                        <a:pt x="442" y="218"/>
                      </a:lnTo>
                      <a:lnTo>
                        <a:pt x="442" y="218"/>
                      </a:lnTo>
                      <a:lnTo>
                        <a:pt x="454" y="220"/>
                      </a:lnTo>
                      <a:lnTo>
                        <a:pt x="454" y="220"/>
                      </a:lnTo>
                      <a:lnTo>
                        <a:pt x="458" y="216"/>
                      </a:lnTo>
                      <a:lnTo>
                        <a:pt x="458" y="216"/>
                      </a:lnTo>
                      <a:lnTo>
                        <a:pt x="462" y="218"/>
                      </a:lnTo>
                      <a:lnTo>
                        <a:pt x="462" y="218"/>
                      </a:lnTo>
                      <a:lnTo>
                        <a:pt x="470" y="216"/>
                      </a:lnTo>
                      <a:lnTo>
                        <a:pt x="474" y="216"/>
                      </a:lnTo>
                      <a:lnTo>
                        <a:pt x="478" y="218"/>
                      </a:lnTo>
                      <a:lnTo>
                        <a:pt x="478" y="218"/>
                      </a:lnTo>
                      <a:lnTo>
                        <a:pt x="482" y="222"/>
                      </a:lnTo>
                      <a:lnTo>
                        <a:pt x="482" y="226"/>
                      </a:lnTo>
                      <a:lnTo>
                        <a:pt x="484" y="234"/>
                      </a:lnTo>
                      <a:lnTo>
                        <a:pt x="484" y="234"/>
                      </a:lnTo>
                      <a:lnTo>
                        <a:pt x="486" y="236"/>
                      </a:lnTo>
                      <a:lnTo>
                        <a:pt x="490" y="236"/>
                      </a:lnTo>
                      <a:lnTo>
                        <a:pt x="494" y="232"/>
                      </a:lnTo>
                      <a:lnTo>
                        <a:pt x="494" y="232"/>
                      </a:lnTo>
                      <a:lnTo>
                        <a:pt x="498" y="236"/>
                      </a:lnTo>
                      <a:lnTo>
                        <a:pt x="494" y="240"/>
                      </a:lnTo>
                      <a:lnTo>
                        <a:pt x="494" y="240"/>
                      </a:lnTo>
                      <a:lnTo>
                        <a:pt x="500" y="240"/>
                      </a:lnTo>
                      <a:lnTo>
                        <a:pt x="506" y="240"/>
                      </a:lnTo>
                      <a:lnTo>
                        <a:pt x="506" y="240"/>
                      </a:lnTo>
                      <a:lnTo>
                        <a:pt x="506" y="238"/>
                      </a:lnTo>
                      <a:lnTo>
                        <a:pt x="508" y="236"/>
                      </a:lnTo>
                      <a:lnTo>
                        <a:pt x="508" y="238"/>
                      </a:lnTo>
                      <a:lnTo>
                        <a:pt x="508" y="238"/>
                      </a:lnTo>
                      <a:lnTo>
                        <a:pt x="510" y="238"/>
                      </a:lnTo>
                      <a:lnTo>
                        <a:pt x="512" y="238"/>
                      </a:lnTo>
                      <a:lnTo>
                        <a:pt x="512" y="238"/>
                      </a:lnTo>
                      <a:lnTo>
                        <a:pt x="512" y="240"/>
                      </a:lnTo>
                      <a:lnTo>
                        <a:pt x="512" y="242"/>
                      </a:lnTo>
                      <a:lnTo>
                        <a:pt x="512" y="242"/>
                      </a:lnTo>
                      <a:lnTo>
                        <a:pt x="516" y="242"/>
                      </a:lnTo>
                      <a:lnTo>
                        <a:pt x="516" y="242"/>
                      </a:lnTo>
                      <a:lnTo>
                        <a:pt x="516" y="242"/>
                      </a:lnTo>
                      <a:lnTo>
                        <a:pt x="516" y="244"/>
                      </a:lnTo>
                      <a:lnTo>
                        <a:pt x="516" y="244"/>
                      </a:lnTo>
                      <a:lnTo>
                        <a:pt x="520" y="244"/>
                      </a:lnTo>
                      <a:lnTo>
                        <a:pt x="524" y="244"/>
                      </a:lnTo>
                      <a:lnTo>
                        <a:pt x="524" y="248"/>
                      </a:lnTo>
                      <a:lnTo>
                        <a:pt x="524" y="248"/>
                      </a:lnTo>
                      <a:lnTo>
                        <a:pt x="528" y="248"/>
                      </a:lnTo>
                      <a:lnTo>
                        <a:pt x="528" y="248"/>
                      </a:lnTo>
                      <a:lnTo>
                        <a:pt x="528" y="246"/>
                      </a:lnTo>
                      <a:lnTo>
                        <a:pt x="530" y="246"/>
                      </a:lnTo>
                      <a:lnTo>
                        <a:pt x="530" y="246"/>
                      </a:lnTo>
                      <a:lnTo>
                        <a:pt x="532" y="250"/>
                      </a:lnTo>
                      <a:lnTo>
                        <a:pt x="534" y="250"/>
                      </a:lnTo>
                      <a:lnTo>
                        <a:pt x="534" y="250"/>
                      </a:lnTo>
                      <a:lnTo>
                        <a:pt x="542" y="246"/>
                      </a:lnTo>
                      <a:lnTo>
                        <a:pt x="546" y="244"/>
                      </a:lnTo>
                      <a:lnTo>
                        <a:pt x="562" y="246"/>
                      </a:lnTo>
                      <a:lnTo>
                        <a:pt x="562" y="246"/>
                      </a:lnTo>
                      <a:lnTo>
                        <a:pt x="566" y="248"/>
                      </a:lnTo>
                      <a:lnTo>
                        <a:pt x="570" y="248"/>
                      </a:lnTo>
                      <a:lnTo>
                        <a:pt x="570" y="248"/>
                      </a:lnTo>
                      <a:lnTo>
                        <a:pt x="572" y="246"/>
                      </a:lnTo>
                      <a:lnTo>
                        <a:pt x="574" y="244"/>
                      </a:lnTo>
                      <a:lnTo>
                        <a:pt x="574" y="244"/>
                      </a:lnTo>
                      <a:lnTo>
                        <a:pt x="576" y="244"/>
                      </a:lnTo>
                      <a:lnTo>
                        <a:pt x="578" y="246"/>
                      </a:lnTo>
                      <a:lnTo>
                        <a:pt x="578" y="246"/>
                      </a:lnTo>
                      <a:lnTo>
                        <a:pt x="578" y="244"/>
                      </a:lnTo>
                      <a:lnTo>
                        <a:pt x="578" y="244"/>
                      </a:lnTo>
                      <a:lnTo>
                        <a:pt x="578" y="244"/>
                      </a:lnTo>
                      <a:lnTo>
                        <a:pt x="576" y="242"/>
                      </a:lnTo>
                      <a:lnTo>
                        <a:pt x="576" y="238"/>
                      </a:lnTo>
                      <a:lnTo>
                        <a:pt x="576" y="230"/>
                      </a:lnTo>
                      <a:lnTo>
                        <a:pt x="576" y="230"/>
                      </a:lnTo>
                      <a:lnTo>
                        <a:pt x="578" y="232"/>
                      </a:lnTo>
                      <a:lnTo>
                        <a:pt x="578" y="232"/>
                      </a:lnTo>
                      <a:lnTo>
                        <a:pt x="578" y="228"/>
                      </a:lnTo>
                      <a:lnTo>
                        <a:pt x="578" y="226"/>
                      </a:lnTo>
                      <a:lnTo>
                        <a:pt x="578" y="226"/>
                      </a:lnTo>
                      <a:lnTo>
                        <a:pt x="582" y="228"/>
                      </a:lnTo>
                      <a:lnTo>
                        <a:pt x="586" y="232"/>
                      </a:lnTo>
                      <a:lnTo>
                        <a:pt x="586" y="232"/>
                      </a:lnTo>
                      <a:lnTo>
                        <a:pt x="588" y="232"/>
                      </a:lnTo>
                      <a:lnTo>
                        <a:pt x="588" y="234"/>
                      </a:lnTo>
                      <a:lnTo>
                        <a:pt x="588" y="234"/>
                      </a:lnTo>
                      <a:lnTo>
                        <a:pt x="592" y="236"/>
                      </a:lnTo>
                      <a:lnTo>
                        <a:pt x="592" y="236"/>
                      </a:lnTo>
                      <a:lnTo>
                        <a:pt x="592" y="236"/>
                      </a:lnTo>
                      <a:lnTo>
                        <a:pt x="592" y="236"/>
                      </a:lnTo>
                      <a:lnTo>
                        <a:pt x="596" y="238"/>
                      </a:lnTo>
                      <a:lnTo>
                        <a:pt x="596" y="236"/>
                      </a:lnTo>
                      <a:lnTo>
                        <a:pt x="596" y="236"/>
                      </a:lnTo>
                      <a:lnTo>
                        <a:pt x="598" y="232"/>
                      </a:lnTo>
                      <a:lnTo>
                        <a:pt x="600" y="238"/>
                      </a:lnTo>
                      <a:lnTo>
                        <a:pt x="600" y="238"/>
                      </a:lnTo>
                      <a:lnTo>
                        <a:pt x="598" y="238"/>
                      </a:lnTo>
                      <a:lnTo>
                        <a:pt x="600" y="240"/>
                      </a:lnTo>
                      <a:lnTo>
                        <a:pt x="600" y="240"/>
                      </a:lnTo>
                      <a:lnTo>
                        <a:pt x="600" y="238"/>
                      </a:lnTo>
                      <a:lnTo>
                        <a:pt x="602" y="238"/>
                      </a:lnTo>
                      <a:lnTo>
                        <a:pt x="602" y="238"/>
                      </a:lnTo>
                      <a:lnTo>
                        <a:pt x="600" y="246"/>
                      </a:lnTo>
                      <a:lnTo>
                        <a:pt x="598" y="254"/>
                      </a:lnTo>
                      <a:lnTo>
                        <a:pt x="598" y="254"/>
                      </a:lnTo>
                      <a:lnTo>
                        <a:pt x="600" y="258"/>
                      </a:lnTo>
                      <a:lnTo>
                        <a:pt x="604" y="260"/>
                      </a:lnTo>
                      <a:lnTo>
                        <a:pt x="604" y="260"/>
                      </a:lnTo>
                      <a:lnTo>
                        <a:pt x="608" y="260"/>
                      </a:lnTo>
                      <a:lnTo>
                        <a:pt x="608" y="260"/>
                      </a:lnTo>
                      <a:lnTo>
                        <a:pt x="608" y="262"/>
                      </a:lnTo>
                      <a:lnTo>
                        <a:pt x="608" y="262"/>
                      </a:lnTo>
                      <a:lnTo>
                        <a:pt x="608" y="262"/>
                      </a:lnTo>
                      <a:lnTo>
                        <a:pt x="612" y="266"/>
                      </a:lnTo>
                      <a:lnTo>
                        <a:pt x="618" y="268"/>
                      </a:lnTo>
                      <a:lnTo>
                        <a:pt x="618" y="266"/>
                      </a:lnTo>
                      <a:lnTo>
                        <a:pt x="620" y="266"/>
                      </a:lnTo>
                      <a:lnTo>
                        <a:pt x="620" y="264"/>
                      </a:lnTo>
                      <a:lnTo>
                        <a:pt x="620" y="264"/>
                      </a:lnTo>
                      <a:lnTo>
                        <a:pt x="614" y="262"/>
                      </a:lnTo>
                      <a:lnTo>
                        <a:pt x="614" y="262"/>
                      </a:lnTo>
                      <a:lnTo>
                        <a:pt x="616" y="256"/>
                      </a:lnTo>
                      <a:lnTo>
                        <a:pt x="616" y="256"/>
                      </a:lnTo>
                      <a:lnTo>
                        <a:pt x="614" y="256"/>
                      </a:lnTo>
                      <a:lnTo>
                        <a:pt x="610" y="254"/>
                      </a:lnTo>
                      <a:lnTo>
                        <a:pt x="610" y="252"/>
                      </a:lnTo>
                      <a:lnTo>
                        <a:pt x="610" y="252"/>
                      </a:lnTo>
                      <a:lnTo>
                        <a:pt x="614" y="250"/>
                      </a:lnTo>
                      <a:lnTo>
                        <a:pt x="614" y="250"/>
                      </a:lnTo>
                      <a:lnTo>
                        <a:pt x="614" y="246"/>
                      </a:lnTo>
                      <a:lnTo>
                        <a:pt x="614" y="246"/>
                      </a:lnTo>
                      <a:lnTo>
                        <a:pt x="618" y="244"/>
                      </a:lnTo>
                      <a:lnTo>
                        <a:pt x="618" y="244"/>
                      </a:lnTo>
                      <a:lnTo>
                        <a:pt x="618" y="244"/>
                      </a:lnTo>
                      <a:lnTo>
                        <a:pt x="616" y="244"/>
                      </a:lnTo>
                      <a:lnTo>
                        <a:pt x="616" y="242"/>
                      </a:lnTo>
                      <a:lnTo>
                        <a:pt x="616" y="242"/>
                      </a:lnTo>
                      <a:lnTo>
                        <a:pt x="622" y="242"/>
                      </a:lnTo>
                      <a:lnTo>
                        <a:pt x="622" y="242"/>
                      </a:lnTo>
                      <a:lnTo>
                        <a:pt x="624" y="240"/>
                      </a:lnTo>
                      <a:lnTo>
                        <a:pt x="626" y="236"/>
                      </a:lnTo>
                      <a:lnTo>
                        <a:pt x="628" y="234"/>
                      </a:lnTo>
                      <a:lnTo>
                        <a:pt x="630" y="232"/>
                      </a:lnTo>
                      <a:lnTo>
                        <a:pt x="630" y="232"/>
                      </a:lnTo>
                      <a:lnTo>
                        <a:pt x="634" y="232"/>
                      </a:lnTo>
                      <a:lnTo>
                        <a:pt x="634" y="232"/>
                      </a:lnTo>
                      <a:lnTo>
                        <a:pt x="644" y="226"/>
                      </a:lnTo>
                      <a:lnTo>
                        <a:pt x="644" y="226"/>
                      </a:lnTo>
                      <a:lnTo>
                        <a:pt x="644" y="224"/>
                      </a:lnTo>
                      <a:lnTo>
                        <a:pt x="644" y="224"/>
                      </a:lnTo>
                      <a:lnTo>
                        <a:pt x="644" y="220"/>
                      </a:lnTo>
                      <a:lnTo>
                        <a:pt x="644" y="220"/>
                      </a:lnTo>
                      <a:lnTo>
                        <a:pt x="638" y="224"/>
                      </a:lnTo>
                      <a:lnTo>
                        <a:pt x="638" y="224"/>
                      </a:lnTo>
                      <a:lnTo>
                        <a:pt x="634" y="224"/>
                      </a:lnTo>
                      <a:lnTo>
                        <a:pt x="632" y="222"/>
                      </a:lnTo>
                      <a:lnTo>
                        <a:pt x="632" y="218"/>
                      </a:lnTo>
                      <a:lnTo>
                        <a:pt x="634" y="216"/>
                      </a:lnTo>
                      <a:lnTo>
                        <a:pt x="634" y="216"/>
                      </a:lnTo>
                      <a:lnTo>
                        <a:pt x="632" y="212"/>
                      </a:lnTo>
                      <a:lnTo>
                        <a:pt x="632" y="212"/>
                      </a:lnTo>
                      <a:lnTo>
                        <a:pt x="632" y="210"/>
                      </a:lnTo>
                      <a:lnTo>
                        <a:pt x="632" y="210"/>
                      </a:lnTo>
                      <a:lnTo>
                        <a:pt x="636" y="206"/>
                      </a:lnTo>
                      <a:lnTo>
                        <a:pt x="636" y="206"/>
                      </a:lnTo>
                      <a:lnTo>
                        <a:pt x="648" y="208"/>
                      </a:lnTo>
                      <a:lnTo>
                        <a:pt x="648" y="208"/>
                      </a:lnTo>
                      <a:lnTo>
                        <a:pt x="646" y="204"/>
                      </a:lnTo>
                      <a:lnTo>
                        <a:pt x="646" y="200"/>
                      </a:lnTo>
                      <a:lnTo>
                        <a:pt x="646" y="200"/>
                      </a:lnTo>
                      <a:lnTo>
                        <a:pt x="650" y="196"/>
                      </a:lnTo>
                      <a:lnTo>
                        <a:pt x="650" y="196"/>
                      </a:lnTo>
                      <a:lnTo>
                        <a:pt x="656" y="196"/>
                      </a:lnTo>
                      <a:lnTo>
                        <a:pt x="656" y="196"/>
                      </a:lnTo>
                      <a:lnTo>
                        <a:pt x="656" y="194"/>
                      </a:lnTo>
                      <a:lnTo>
                        <a:pt x="656" y="194"/>
                      </a:lnTo>
                      <a:lnTo>
                        <a:pt x="654" y="194"/>
                      </a:lnTo>
                      <a:lnTo>
                        <a:pt x="652" y="192"/>
                      </a:lnTo>
                      <a:lnTo>
                        <a:pt x="652" y="192"/>
                      </a:lnTo>
                      <a:lnTo>
                        <a:pt x="646" y="196"/>
                      </a:lnTo>
                      <a:lnTo>
                        <a:pt x="642" y="200"/>
                      </a:lnTo>
                      <a:lnTo>
                        <a:pt x="642" y="200"/>
                      </a:lnTo>
                      <a:lnTo>
                        <a:pt x="634" y="202"/>
                      </a:lnTo>
                      <a:lnTo>
                        <a:pt x="634" y="202"/>
                      </a:lnTo>
                      <a:lnTo>
                        <a:pt x="630" y="194"/>
                      </a:lnTo>
                      <a:lnTo>
                        <a:pt x="626" y="190"/>
                      </a:lnTo>
                      <a:lnTo>
                        <a:pt x="620" y="188"/>
                      </a:lnTo>
                      <a:lnTo>
                        <a:pt x="618" y="188"/>
                      </a:lnTo>
                      <a:lnTo>
                        <a:pt x="618" y="188"/>
                      </a:lnTo>
                      <a:lnTo>
                        <a:pt x="618" y="194"/>
                      </a:lnTo>
                      <a:lnTo>
                        <a:pt x="618" y="194"/>
                      </a:lnTo>
                      <a:lnTo>
                        <a:pt x="620" y="194"/>
                      </a:lnTo>
                      <a:lnTo>
                        <a:pt x="618" y="196"/>
                      </a:lnTo>
                      <a:lnTo>
                        <a:pt x="616" y="198"/>
                      </a:lnTo>
                      <a:lnTo>
                        <a:pt x="616" y="198"/>
                      </a:lnTo>
                      <a:lnTo>
                        <a:pt x="616" y="196"/>
                      </a:lnTo>
                      <a:lnTo>
                        <a:pt x="614" y="194"/>
                      </a:lnTo>
                      <a:lnTo>
                        <a:pt x="614" y="194"/>
                      </a:lnTo>
                      <a:lnTo>
                        <a:pt x="614" y="196"/>
                      </a:lnTo>
                      <a:lnTo>
                        <a:pt x="614" y="196"/>
                      </a:lnTo>
                      <a:lnTo>
                        <a:pt x="612" y="196"/>
                      </a:lnTo>
                      <a:lnTo>
                        <a:pt x="612" y="196"/>
                      </a:lnTo>
                      <a:lnTo>
                        <a:pt x="612" y="190"/>
                      </a:lnTo>
                      <a:lnTo>
                        <a:pt x="612" y="190"/>
                      </a:lnTo>
                      <a:lnTo>
                        <a:pt x="614" y="188"/>
                      </a:lnTo>
                      <a:lnTo>
                        <a:pt x="614" y="188"/>
                      </a:lnTo>
                      <a:lnTo>
                        <a:pt x="614" y="188"/>
                      </a:lnTo>
                      <a:lnTo>
                        <a:pt x="614" y="186"/>
                      </a:lnTo>
                      <a:lnTo>
                        <a:pt x="614" y="186"/>
                      </a:lnTo>
                      <a:lnTo>
                        <a:pt x="610" y="186"/>
                      </a:lnTo>
                      <a:lnTo>
                        <a:pt x="606" y="182"/>
                      </a:lnTo>
                      <a:lnTo>
                        <a:pt x="606" y="178"/>
                      </a:lnTo>
                      <a:lnTo>
                        <a:pt x="606" y="178"/>
                      </a:lnTo>
                      <a:lnTo>
                        <a:pt x="604" y="178"/>
                      </a:lnTo>
                      <a:lnTo>
                        <a:pt x="604" y="178"/>
                      </a:lnTo>
                      <a:lnTo>
                        <a:pt x="604" y="174"/>
                      </a:lnTo>
                      <a:lnTo>
                        <a:pt x="604" y="174"/>
                      </a:lnTo>
                      <a:lnTo>
                        <a:pt x="612" y="174"/>
                      </a:lnTo>
                      <a:lnTo>
                        <a:pt x="612" y="174"/>
                      </a:lnTo>
                      <a:lnTo>
                        <a:pt x="610" y="170"/>
                      </a:lnTo>
                      <a:lnTo>
                        <a:pt x="608" y="164"/>
                      </a:lnTo>
                      <a:lnTo>
                        <a:pt x="610" y="162"/>
                      </a:lnTo>
                      <a:lnTo>
                        <a:pt x="610" y="162"/>
                      </a:lnTo>
                      <a:lnTo>
                        <a:pt x="610" y="160"/>
                      </a:lnTo>
                      <a:lnTo>
                        <a:pt x="608" y="160"/>
                      </a:lnTo>
                      <a:lnTo>
                        <a:pt x="608" y="160"/>
                      </a:lnTo>
                      <a:lnTo>
                        <a:pt x="608" y="160"/>
                      </a:lnTo>
                      <a:lnTo>
                        <a:pt x="610" y="156"/>
                      </a:lnTo>
                      <a:lnTo>
                        <a:pt x="610" y="156"/>
                      </a:lnTo>
                      <a:lnTo>
                        <a:pt x="612" y="154"/>
                      </a:lnTo>
                      <a:lnTo>
                        <a:pt x="612" y="154"/>
                      </a:lnTo>
                      <a:lnTo>
                        <a:pt x="612" y="150"/>
                      </a:lnTo>
                      <a:lnTo>
                        <a:pt x="612" y="150"/>
                      </a:lnTo>
                      <a:lnTo>
                        <a:pt x="616" y="150"/>
                      </a:lnTo>
                      <a:lnTo>
                        <a:pt x="616" y="150"/>
                      </a:lnTo>
                      <a:lnTo>
                        <a:pt x="620" y="154"/>
                      </a:lnTo>
                      <a:lnTo>
                        <a:pt x="620" y="154"/>
                      </a:lnTo>
                      <a:lnTo>
                        <a:pt x="622" y="154"/>
                      </a:lnTo>
                      <a:lnTo>
                        <a:pt x="622" y="154"/>
                      </a:lnTo>
                      <a:lnTo>
                        <a:pt x="616" y="146"/>
                      </a:lnTo>
                      <a:lnTo>
                        <a:pt x="616" y="146"/>
                      </a:lnTo>
                      <a:lnTo>
                        <a:pt x="618" y="142"/>
                      </a:lnTo>
                      <a:lnTo>
                        <a:pt x="618" y="142"/>
                      </a:lnTo>
                      <a:lnTo>
                        <a:pt x="624" y="140"/>
                      </a:lnTo>
                      <a:lnTo>
                        <a:pt x="624" y="140"/>
                      </a:lnTo>
                      <a:lnTo>
                        <a:pt x="624" y="140"/>
                      </a:lnTo>
                      <a:lnTo>
                        <a:pt x="624" y="138"/>
                      </a:lnTo>
                      <a:lnTo>
                        <a:pt x="624" y="138"/>
                      </a:lnTo>
                      <a:lnTo>
                        <a:pt x="624" y="136"/>
                      </a:lnTo>
                      <a:lnTo>
                        <a:pt x="624" y="132"/>
                      </a:lnTo>
                      <a:lnTo>
                        <a:pt x="624" y="124"/>
                      </a:lnTo>
                      <a:lnTo>
                        <a:pt x="624" y="124"/>
                      </a:lnTo>
                      <a:lnTo>
                        <a:pt x="620" y="120"/>
                      </a:lnTo>
                      <a:lnTo>
                        <a:pt x="620" y="120"/>
                      </a:lnTo>
                      <a:lnTo>
                        <a:pt x="620" y="118"/>
                      </a:lnTo>
                      <a:lnTo>
                        <a:pt x="622" y="118"/>
                      </a:lnTo>
                      <a:lnTo>
                        <a:pt x="622" y="118"/>
                      </a:lnTo>
                      <a:lnTo>
                        <a:pt x="622" y="112"/>
                      </a:lnTo>
                      <a:lnTo>
                        <a:pt x="620" y="112"/>
                      </a:lnTo>
                      <a:lnTo>
                        <a:pt x="620" y="112"/>
                      </a:lnTo>
                      <a:lnTo>
                        <a:pt x="620" y="104"/>
                      </a:lnTo>
                      <a:lnTo>
                        <a:pt x="620" y="104"/>
                      </a:lnTo>
                      <a:lnTo>
                        <a:pt x="616" y="100"/>
                      </a:lnTo>
                      <a:lnTo>
                        <a:pt x="616" y="100"/>
                      </a:lnTo>
                      <a:lnTo>
                        <a:pt x="618" y="96"/>
                      </a:lnTo>
                      <a:lnTo>
                        <a:pt x="616" y="96"/>
                      </a:lnTo>
                      <a:lnTo>
                        <a:pt x="616" y="96"/>
                      </a:lnTo>
                      <a:lnTo>
                        <a:pt x="616" y="90"/>
                      </a:lnTo>
                      <a:lnTo>
                        <a:pt x="616" y="90"/>
                      </a:lnTo>
                      <a:lnTo>
                        <a:pt x="620" y="90"/>
                      </a:lnTo>
                      <a:lnTo>
                        <a:pt x="618" y="82"/>
                      </a:lnTo>
                      <a:lnTo>
                        <a:pt x="618" y="82"/>
                      </a:lnTo>
                      <a:lnTo>
                        <a:pt x="632" y="82"/>
                      </a:lnTo>
                      <a:lnTo>
                        <a:pt x="632" y="82"/>
                      </a:lnTo>
                      <a:lnTo>
                        <a:pt x="632" y="84"/>
                      </a:lnTo>
                      <a:lnTo>
                        <a:pt x="634" y="84"/>
                      </a:lnTo>
                      <a:lnTo>
                        <a:pt x="634" y="84"/>
                      </a:lnTo>
                      <a:lnTo>
                        <a:pt x="640" y="76"/>
                      </a:lnTo>
                      <a:lnTo>
                        <a:pt x="640" y="76"/>
                      </a:lnTo>
                      <a:lnTo>
                        <a:pt x="652" y="78"/>
                      </a:lnTo>
                      <a:lnTo>
                        <a:pt x="662" y="82"/>
                      </a:lnTo>
                      <a:lnTo>
                        <a:pt x="662" y="82"/>
                      </a:lnTo>
                      <a:lnTo>
                        <a:pt x="664" y="86"/>
                      </a:lnTo>
                      <a:lnTo>
                        <a:pt x="664" y="86"/>
                      </a:lnTo>
                      <a:lnTo>
                        <a:pt x="666" y="84"/>
                      </a:lnTo>
                      <a:lnTo>
                        <a:pt x="666" y="82"/>
                      </a:lnTo>
                      <a:lnTo>
                        <a:pt x="666" y="82"/>
                      </a:lnTo>
                      <a:lnTo>
                        <a:pt x="678" y="84"/>
                      </a:lnTo>
                      <a:lnTo>
                        <a:pt x="688" y="86"/>
                      </a:lnTo>
                      <a:lnTo>
                        <a:pt x="688" y="86"/>
                      </a:lnTo>
                      <a:lnTo>
                        <a:pt x="688" y="90"/>
                      </a:lnTo>
                      <a:lnTo>
                        <a:pt x="686" y="96"/>
                      </a:lnTo>
                      <a:lnTo>
                        <a:pt x="686" y="96"/>
                      </a:lnTo>
                      <a:lnTo>
                        <a:pt x="684" y="96"/>
                      </a:lnTo>
                      <a:lnTo>
                        <a:pt x="684" y="96"/>
                      </a:lnTo>
                      <a:lnTo>
                        <a:pt x="684" y="102"/>
                      </a:lnTo>
                      <a:lnTo>
                        <a:pt x="684" y="102"/>
                      </a:lnTo>
                      <a:lnTo>
                        <a:pt x="682" y="102"/>
                      </a:lnTo>
                      <a:lnTo>
                        <a:pt x="680" y="104"/>
                      </a:lnTo>
                      <a:lnTo>
                        <a:pt x="680" y="104"/>
                      </a:lnTo>
                      <a:lnTo>
                        <a:pt x="676" y="108"/>
                      </a:lnTo>
                      <a:lnTo>
                        <a:pt x="674" y="112"/>
                      </a:lnTo>
                      <a:lnTo>
                        <a:pt x="674" y="112"/>
                      </a:lnTo>
                      <a:lnTo>
                        <a:pt x="662" y="114"/>
                      </a:lnTo>
                      <a:lnTo>
                        <a:pt x="652" y="116"/>
                      </a:lnTo>
                      <a:lnTo>
                        <a:pt x="652" y="116"/>
                      </a:lnTo>
                      <a:lnTo>
                        <a:pt x="644" y="116"/>
                      </a:lnTo>
                      <a:lnTo>
                        <a:pt x="638" y="116"/>
                      </a:lnTo>
                      <a:lnTo>
                        <a:pt x="638" y="116"/>
                      </a:lnTo>
                      <a:lnTo>
                        <a:pt x="638" y="116"/>
                      </a:lnTo>
                      <a:lnTo>
                        <a:pt x="636" y="118"/>
                      </a:lnTo>
                      <a:lnTo>
                        <a:pt x="636" y="118"/>
                      </a:lnTo>
                      <a:lnTo>
                        <a:pt x="636" y="118"/>
                      </a:lnTo>
                      <a:lnTo>
                        <a:pt x="636" y="118"/>
                      </a:lnTo>
                      <a:lnTo>
                        <a:pt x="634" y="118"/>
                      </a:lnTo>
                      <a:lnTo>
                        <a:pt x="634" y="118"/>
                      </a:lnTo>
                      <a:lnTo>
                        <a:pt x="634" y="120"/>
                      </a:lnTo>
                      <a:lnTo>
                        <a:pt x="634" y="122"/>
                      </a:lnTo>
                      <a:lnTo>
                        <a:pt x="634" y="122"/>
                      </a:lnTo>
                      <a:lnTo>
                        <a:pt x="640" y="126"/>
                      </a:lnTo>
                      <a:lnTo>
                        <a:pt x="640" y="126"/>
                      </a:lnTo>
                      <a:lnTo>
                        <a:pt x="640" y="128"/>
                      </a:lnTo>
                      <a:lnTo>
                        <a:pt x="640" y="130"/>
                      </a:lnTo>
                      <a:lnTo>
                        <a:pt x="640" y="130"/>
                      </a:lnTo>
                      <a:lnTo>
                        <a:pt x="634" y="132"/>
                      </a:lnTo>
                      <a:lnTo>
                        <a:pt x="634" y="132"/>
                      </a:lnTo>
                      <a:lnTo>
                        <a:pt x="632" y="136"/>
                      </a:lnTo>
                      <a:lnTo>
                        <a:pt x="632" y="136"/>
                      </a:lnTo>
                      <a:lnTo>
                        <a:pt x="634" y="136"/>
                      </a:lnTo>
                      <a:lnTo>
                        <a:pt x="634" y="136"/>
                      </a:lnTo>
                      <a:lnTo>
                        <a:pt x="634" y="138"/>
                      </a:lnTo>
                      <a:lnTo>
                        <a:pt x="634" y="138"/>
                      </a:lnTo>
                      <a:lnTo>
                        <a:pt x="634" y="138"/>
                      </a:lnTo>
                      <a:lnTo>
                        <a:pt x="630" y="138"/>
                      </a:lnTo>
                      <a:lnTo>
                        <a:pt x="630" y="138"/>
                      </a:lnTo>
                      <a:lnTo>
                        <a:pt x="630" y="142"/>
                      </a:lnTo>
                      <a:lnTo>
                        <a:pt x="630" y="142"/>
                      </a:lnTo>
                      <a:lnTo>
                        <a:pt x="632" y="142"/>
                      </a:lnTo>
                      <a:lnTo>
                        <a:pt x="634" y="142"/>
                      </a:lnTo>
                      <a:lnTo>
                        <a:pt x="634" y="142"/>
                      </a:lnTo>
                      <a:lnTo>
                        <a:pt x="634" y="144"/>
                      </a:lnTo>
                      <a:lnTo>
                        <a:pt x="634" y="146"/>
                      </a:lnTo>
                      <a:lnTo>
                        <a:pt x="634" y="146"/>
                      </a:lnTo>
                      <a:lnTo>
                        <a:pt x="636" y="144"/>
                      </a:lnTo>
                      <a:lnTo>
                        <a:pt x="644" y="150"/>
                      </a:lnTo>
                      <a:lnTo>
                        <a:pt x="644" y="152"/>
                      </a:lnTo>
                      <a:lnTo>
                        <a:pt x="644" y="152"/>
                      </a:lnTo>
                      <a:lnTo>
                        <a:pt x="648" y="152"/>
                      </a:lnTo>
                      <a:lnTo>
                        <a:pt x="648" y="152"/>
                      </a:lnTo>
                      <a:lnTo>
                        <a:pt x="652" y="156"/>
                      </a:lnTo>
                      <a:lnTo>
                        <a:pt x="652" y="158"/>
                      </a:lnTo>
                      <a:lnTo>
                        <a:pt x="652" y="158"/>
                      </a:lnTo>
                      <a:lnTo>
                        <a:pt x="656" y="158"/>
                      </a:lnTo>
                      <a:lnTo>
                        <a:pt x="658" y="158"/>
                      </a:lnTo>
                      <a:lnTo>
                        <a:pt x="658" y="158"/>
                      </a:lnTo>
                      <a:lnTo>
                        <a:pt x="662" y="162"/>
                      </a:lnTo>
                      <a:lnTo>
                        <a:pt x="664" y="166"/>
                      </a:lnTo>
                      <a:lnTo>
                        <a:pt x="664" y="166"/>
                      </a:lnTo>
                      <a:lnTo>
                        <a:pt x="668" y="166"/>
                      </a:lnTo>
                      <a:lnTo>
                        <a:pt x="670" y="166"/>
                      </a:lnTo>
                      <a:lnTo>
                        <a:pt x="674" y="172"/>
                      </a:lnTo>
                      <a:lnTo>
                        <a:pt x="674" y="172"/>
                      </a:lnTo>
                      <a:lnTo>
                        <a:pt x="678" y="170"/>
                      </a:lnTo>
                      <a:lnTo>
                        <a:pt x="678" y="178"/>
                      </a:lnTo>
                      <a:lnTo>
                        <a:pt x="678" y="178"/>
                      </a:lnTo>
                      <a:lnTo>
                        <a:pt x="670" y="178"/>
                      </a:lnTo>
                      <a:lnTo>
                        <a:pt x="668" y="176"/>
                      </a:lnTo>
                      <a:lnTo>
                        <a:pt x="668" y="176"/>
                      </a:lnTo>
                      <a:lnTo>
                        <a:pt x="666" y="174"/>
                      </a:lnTo>
                      <a:lnTo>
                        <a:pt x="666" y="174"/>
                      </a:lnTo>
                      <a:lnTo>
                        <a:pt x="664" y="184"/>
                      </a:lnTo>
                      <a:lnTo>
                        <a:pt x="664" y="184"/>
                      </a:lnTo>
                      <a:lnTo>
                        <a:pt x="668" y="182"/>
                      </a:lnTo>
                      <a:lnTo>
                        <a:pt x="668" y="182"/>
                      </a:lnTo>
                      <a:lnTo>
                        <a:pt x="668" y="182"/>
                      </a:lnTo>
                      <a:lnTo>
                        <a:pt x="670" y="180"/>
                      </a:lnTo>
                      <a:lnTo>
                        <a:pt x="672" y="180"/>
                      </a:lnTo>
                      <a:lnTo>
                        <a:pt x="672" y="180"/>
                      </a:lnTo>
                      <a:lnTo>
                        <a:pt x="670" y="186"/>
                      </a:lnTo>
                      <a:lnTo>
                        <a:pt x="670" y="186"/>
                      </a:lnTo>
                      <a:lnTo>
                        <a:pt x="666" y="190"/>
                      </a:lnTo>
                      <a:lnTo>
                        <a:pt x="666" y="190"/>
                      </a:lnTo>
                      <a:lnTo>
                        <a:pt x="662" y="190"/>
                      </a:lnTo>
                      <a:lnTo>
                        <a:pt x="662" y="190"/>
                      </a:lnTo>
                      <a:lnTo>
                        <a:pt x="660" y="194"/>
                      </a:lnTo>
                      <a:lnTo>
                        <a:pt x="660" y="194"/>
                      </a:lnTo>
                      <a:lnTo>
                        <a:pt x="660" y="194"/>
                      </a:lnTo>
                      <a:lnTo>
                        <a:pt x="662" y="198"/>
                      </a:lnTo>
                      <a:lnTo>
                        <a:pt x="662" y="198"/>
                      </a:lnTo>
                      <a:lnTo>
                        <a:pt x="666" y="198"/>
                      </a:lnTo>
                      <a:lnTo>
                        <a:pt x="666" y="198"/>
                      </a:lnTo>
                      <a:lnTo>
                        <a:pt x="668" y="202"/>
                      </a:lnTo>
                      <a:lnTo>
                        <a:pt x="668" y="202"/>
                      </a:lnTo>
                      <a:lnTo>
                        <a:pt x="676" y="204"/>
                      </a:lnTo>
                      <a:lnTo>
                        <a:pt x="682" y="204"/>
                      </a:lnTo>
                      <a:lnTo>
                        <a:pt x="682" y="204"/>
                      </a:lnTo>
                      <a:lnTo>
                        <a:pt x="684" y="210"/>
                      </a:lnTo>
                      <a:lnTo>
                        <a:pt x="684" y="210"/>
                      </a:lnTo>
                      <a:lnTo>
                        <a:pt x="686" y="214"/>
                      </a:lnTo>
                      <a:lnTo>
                        <a:pt x="688" y="218"/>
                      </a:lnTo>
                      <a:lnTo>
                        <a:pt x="686" y="218"/>
                      </a:lnTo>
                      <a:lnTo>
                        <a:pt x="686" y="218"/>
                      </a:lnTo>
                      <a:lnTo>
                        <a:pt x="688" y="222"/>
                      </a:lnTo>
                      <a:lnTo>
                        <a:pt x="688" y="222"/>
                      </a:lnTo>
                      <a:lnTo>
                        <a:pt x="692" y="230"/>
                      </a:lnTo>
                      <a:lnTo>
                        <a:pt x="692" y="230"/>
                      </a:lnTo>
                      <a:lnTo>
                        <a:pt x="690" y="234"/>
                      </a:lnTo>
                      <a:lnTo>
                        <a:pt x="690" y="236"/>
                      </a:lnTo>
                      <a:lnTo>
                        <a:pt x="690" y="236"/>
                      </a:lnTo>
                      <a:lnTo>
                        <a:pt x="696" y="236"/>
                      </a:lnTo>
                      <a:lnTo>
                        <a:pt x="696" y="230"/>
                      </a:lnTo>
                      <a:lnTo>
                        <a:pt x="700" y="228"/>
                      </a:lnTo>
                      <a:lnTo>
                        <a:pt x="700" y="228"/>
                      </a:lnTo>
                      <a:lnTo>
                        <a:pt x="700" y="226"/>
                      </a:lnTo>
                      <a:lnTo>
                        <a:pt x="702" y="226"/>
                      </a:lnTo>
                      <a:lnTo>
                        <a:pt x="702" y="226"/>
                      </a:lnTo>
                      <a:lnTo>
                        <a:pt x="704" y="222"/>
                      </a:lnTo>
                      <a:lnTo>
                        <a:pt x="702" y="220"/>
                      </a:lnTo>
                      <a:lnTo>
                        <a:pt x="702" y="218"/>
                      </a:lnTo>
                      <a:lnTo>
                        <a:pt x="702" y="218"/>
                      </a:lnTo>
                      <a:lnTo>
                        <a:pt x="704" y="208"/>
                      </a:lnTo>
                      <a:lnTo>
                        <a:pt x="704" y="208"/>
                      </a:lnTo>
                      <a:lnTo>
                        <a:pt x="710" y="206"/>
                      </a:lnTo>
                      <a:lnTo>
                        <a:pt x="716" y="204"/>
                      </a:lnTo>
                      <a:lnTo>
                        <a:pt x="716" y="204"/>
                      </a:lnTo>
                      <a:lnTo>
                        <a:pt x="722" y="214"/>
                      </a:lnTo>
                      <a:lnTo>
                        <a:pt x="722" y="214"/>
                      </a:lnTo>
                      <a:lnTo>
                        <a:pt x="722" y="218"/>
                      </a:lnTo>
                      <a:lnTo>
                        <a:pt x="720" y="220"/>
                      </a:lnTo>
                      <a:lnTo>
                        <a:pt x="720" y="220"/>
                      </a:lnTo>
                      <a:lnTo>
                        <a:pt x="718" y="224"/>
                      </a:lnTo>
                      <a:lnTo>
                        <a:pt x="718" y="224"/>
                      </a:lnTo>
                      <a:lnTo>
                        <a:pt x="718" y="230"/>
                      </a:lnTo>
                      <a:lnTo>
                        <a:pt x="718" y="234"/>
                      </a:lnTo>
                      <a:lnTo>
                        <a:pt x="716" y="234"/>
                      </a:lnTo>
                      <a:lnTo>
                        <a:pt x="716" y="234"/>
                      </a:lnTo>
                      <a:lnTo>
                        <a:pt x="714" y="236"/>
                      </a:lnTo>
                      <a:lnTo>
                        <a:pt x="712" y="238"/>
                      </a:lnTo>
                      <a:lnTo>
                        <a:pt x="712" y="238"/>
                      </a:lnTo>
                      <a:lnTo>
                        <a:pt x="714" y="244"/>
                      </a:lnTo>
                      <a:lnTo>
                        <a:pt x="718" y="250"/>
                      </a:lnTo>
                      <a:lnTo>
                        <a:pt x="718" y="250"/>
                      </a:lnTo>
                      <a:lnTo>
                        <a:pt x="722" y="252"/>
                      </a:lnTo>
                      <a:lnTo>
                        <a:pt x="722" y="252"/>
                      </a:lnTo>
                      <a:lnTo>
                        <a:pt x="728" y="262"/>
                      </a:lnTo>
                      <a:lnTo>
                        <a:pt x="728" y="262"/>
                      </a:lnTo>
                      <a:lnTo>
                        <a:pt x="732" y="262"/>
                      </a:lnTo>
                      <a:lnTo>
                        <a:pt x="732" y="262"/>
                      </a:lnTo>
                      <a:lnTo>
                        <a:pt x="734" y="264"/>
                      </a:lnTo>
                      <a:lnTo>
                        <a:pt x="736" y="264"/>
                      </a:lnTo>
                      <a:lnTo>
                        <a:pt x="736" y="264"/>
                      </a:lnTo>
                      <a:lnTo>
                        <a:pt x="736" y="264"/>
                      </a:lnTo>
                      <a:lnTo>
                        <a:pt x="736" y="260"/>
                      </a:lnTo>
                      <a:lnTo>
                        <a:pt x="736" y="260"/>
                      </a:lnTo>
                      <a:lnTo>
                        <a:pt x="746" y="256"/>
                      </a:lnTo>
                      <a:lnTo>
                        <a:pt x="746" y="256"/>
                      </a:lnTo>
                      <a:lnTo>
                        <a:pt x="744" y="254"/>
                      </a:lnTo>
                      <a:lnTo>
                        <a:pt x="744" y="254"/>
                      </a:lnTo>
                      <a:lnTo>
                        <a:pt x="744" y="250"/>
                      </a:lnTo>
                      <a:lnTo>
                        <a:pt x="746" y="248"/>
                      </a:lnTo>
                      <a:lnTo>
                        <a:pt x="750" y="242"/>
                      </a:lnTo>
                      <a:lnTo>
                        <a:pt x="750" y="242"/>
                      </a:lnTo>
                      <a:lnTo>
                        <a:pt x="750" y="238"/>
                      </a:lnTo>
                      <a:lnTo>
                        <a:pt x="750" y="238"/>
                      </a:lnTo>
                      <a:lnTo>
                        <a:pt x="754" y="238"/>
                      </a:lnTo>
                      <a:lnTo>
                        <a:pt x="754" y="238"/>
                      </a:lnTo>
                      <a:lnTo>
                        <a:pt x="754" y="236"/>
                      </a:lnTo>
                      <a:lnTo>
                        <a:pt x="752" y="234"/>
                      </a:lnTo>
                      <a:lnTo>
                        <a:pt x="752" y="234"/>
                      </a:lnTo>
                      <a:lnTo>
                        <a:pt x="754" y="232"/>
                      </a:lnTo>
                      <a:lnTo>
                        <a:pt x="754" y="232"/>
                      </a:lnTo>
                      <a:lnTo>
                        <a:pt x="756" y="222"/>
                      </a:lnTo>
                      <a:lnTo>
                        <a:pt x="756" y="222"/>
                      </a:lnTo>
                      <a:lnTo>
                        <a:pt x="764" y="222"/>
                      </a:lnTo>
                      <a:lnTo>
                        <a:pt x="764" y="222"/>
                      </a:lnTo>
                      <a:lnTo>
                        <a:pt x="764" y="220"/>
                      </a:lnTo>
                      <a:lnTo>
                        <a:pt x="764" y="220"/>
                      </a:lnTo>
                      <a:lnTo>
                        <a:pt x="764" y="220"/>
                      </a:lnTo>
                      <a:lnTo>
                        <a:pt x="764" y="218"/>
                      </a:lnTo>
                      <a:lnTo>
                        <a:pt x="764" y="218"/>
                      </a:lnTo>
                      <a:lnTo>
                        <a:pt x="766" y="218"/>
                      </a:lnTo>
                      <a:lnTo>
                        <a:pt x="766" y="218"/>
                      </a:lnTo>
                      <a:lnTo>
                        <a:pt x="764" y="216"/>
                      </a:lnTo>
                      <a:lnTo>
                        <a:pt x="764" y="216"/>
                      </a:lnTo>
                      <a:lnTo>
                        <a:pt x="764" y="214"/>
                      </a:lnTo>
                      <a:lnTo>
                        <a:pt x="766" y="212"/>
                      </a:lnTo>
                      <a:lnTo>
                        <a:pt x="766" y="212"/>
                      </a:lnTo>
                      <a:lnTo>
                        <a:pt x="764" y="208"/>
                      </a:lnTo>
                      <a:lnTo>
                        <a:pt x="760" y="208"/>
                      </a:lnTo>
                      <a:lnTo>
                        <a:pt x="760" y="208"/>
                      </a:lnTo>
                      <a:lnTo>
                        <a:pt x="760" y="200"/>
                      </a:lnTo>
                      <a:lnTo>
                        <a:pt x="760" y="192"/>
                      </a:lnTo>
                      <a:lnTo>
                        <a:pt x="760" y="192"/>
                      </a:lnTo>
                      <a:lnTo>
                        <a:pt x="756" y="190"/>
                      </a:lnTo>
                      <a:lnTo>
                        <a:pt x="756" y="190"/>
                      </a:lnTo>
                      <a:lnTo>
                        <a:pt x="766" y="190"/>
                      </a:lnTo>
                      <a:lnTo>
                        <a:pt x="776" y="192"/>
                      </a:lnTo>
                      <a:lnTo>
                        <a:pt x="776" y="192"/>
                      </a:lnTo>
                      <a:lnTo>
                        <a:pt x="780" y="196"/>
                      </a:lnTo>
                      <a:lnTo>
                        <a:pt x="780" y="196"/>
                      </a:lnTo>
                      <a:lnTo>
                        <a:pt x="780" y="194"/>
                      </a:lnTo>
                      <a:lnTo>
                        <a:pt x="782" y="192"/>
                      </a:lnTo>
                      <a:lnTo>
                        <a:pt x="782" y="192"/>
                      </a:lnTo>
                      <a:lnTo>
                        <a:pt x="792" y="192"/>
                      </a:lnTo>
                      <a:lnTo>
                        <a:pt x="792" y="192"/>
                      </a:lnTo>
                      <a:lnTo>
                        <a:pt x="792" y="194"/>
                      </a:lnTo>
                      <a:lnTo>
                        <a:pt x="790" y="196"/>
                      </a:lnTo>
                      <a:lnTo>
                        <a:pt x="790" y="196"/>
                      </a:lnTo>
                      <a:lnTo>
                        <a:pt x="796" y="200"/>
                      </a:lnTo>
                      <a:lnTo>
                        <a:pt x="796" y="200"/>
                      </a:lnTo>
                      <a:lnTo>
                        <a:pt x="794" y="200"/>
                      </a:lnTo>
                      <a:lnTo>
                        <a:pt x="794" y="202"/>
                      </a:lnTo>
                      <a:lnTo>
                        <a:pt x="796" y="208"/>
                      </a:lnTo>
                      <a:lnTo>
                        <a:pt x="796" y="208"/>
                      </a:lnTo>
                      <a:lnTo>
                        <a:pt x="802" y="206"/>
                      </a:lnTo>
                      <a:lnTo>
                        <a:pt x="808" y="206"/>
                      </a:lnTo>
                      <a:lnTo>
                        <a:pt x="808" y="206"/>
                      </a:lnTo>
                      <a:lnTo>
                        <a:pt x="810" y="206"/>
                      </a:lnTo>
                      <a:lnTo>
                        <a:pt x="810" y="208"/>
                      </a:lnTo>
                      <a:lnTo>
                        <a:pt x="808" y="212"/>
                      </a:lnTo>
                      <a:lnTo>
                        <a:pt x="802" y="220"/>
                      </a:lnTo>
                      <a:lnTo>
                        <a:pt x="802" y="220"/>
                      </a:lnTo>
                      <a:lnTo>
                        <a:pt x="802" y="222"/>
                      </a:lnTo>
                      <a:lnTo>
                        <a:pt x="802" y="222"/>
                      </a:lnTo>
                      <a:lnTo>
                        <a:pt x="802" y="222"/>
                      </a:lnTo>
                      <a:lnTo>
                        <a:pt x="808" y="222"/>
                      </a:lnTo>
                      <a:lnTo>
                        <a:pt x="806" y="228"/>
                      </a:lnTo>
                      <a:lnTo>
                        <a:pt x="806" y="228"/>
                      </a:lnTo>
                      <a:lnTo>
                        <a:pt x="804" y="228"/>
                      </a:lnTo>
                      <a:lnTo>
                        <a:pt x="800" y="230"/>
                      </a:lnTo>
                      <a:lnTo>
                        <a:pt x="800" y="230"/>
                      </a:lnTo>
                      <a:lnTo>
                        <a:pt x="800" y="232"/>
                      </a:lnTo>
                      <a:lnTo>
                        <a:pt x="800" y="234"/>
                      </a:lnTo>
                      <a:lnTo>
                        <a:pt x="800" y="236"/>
                      </a:lnTo>
                      <a:lnTo>
                        <a:pt x="800" y="238"/>
                      </a:lnTo>
                      <a:lnTo>
                        <a:pt x="800" y="238"/>
                      </a:lnTo>
                      <a:lnTo>
                        <a:pt x="806" y="248"/>
                      </a:lnTo>
                      <a:lnTo>
                        <a:pt x="806" y="248"/>
                      </a:lnTo>
                      <a:lnTo>
                        <a:pt x="808" y="250"/>
                      </a:lnTo>
                      <a:lnTo>
                        <a:pt x="810" y="250"/>
                      </a:lnTo>
                      <a:lnTo>
                        <a:pt x="812" y="250"/>
                      </a:lnTo>
                      <a:lnTo>
                        <a:pt x="814" y="252"/>
                      </a:lnTo>
                      <a:lnTo>
                        <a:pt x="816" y="254"/>
                      </a:lnTo>
                      <a:lnTo>
                        <a:pt x="816" y="254"/>
                      </a:lnTo>
                      <a:lnTo>
                        <a:pt x="816" y="258"/>
                      </a:lnTo>
                      <a:lnTo>
                        <a:pt x="814" y="264"/>
                      </a:lnTo>
                      <a:lnTo>
                        <a:pt x="810" y="268"/>
                      </a:lnTo>
                      <a:lnTo>
                        <a:pt x="810" y="268"/>
                      </a:lnTo>
                      <a:lnTo>
                        <a:pt x="806" y="268"/>
                      </a:lnTo>
                      <a:lnTo>
                        <a:pt x="802" y="268"/>
                      </a:lnTo>
                      <a:lnTo>
                        <a:pt x="802" y="268"/>
                      </a:lnTo>
                      <a:lnTo>
                        <a:pt x="794" y="274"/>
                      </a:lnTo>
                      <a:lnTo>
                        <a:pt x="794" y="274"/>
                      </a:lnTo>
                      <a:lnTo>
                        <a:pt x="790" y="274"/>
                      </a:lnTo>
                      <a:lnTo>
                        <a:pt x="788" y="276"/>
                      </a:lnTo>
                      <a:lnTo>
                        <a:pt x="788" y="276"/>
                      </a:lnTo>
                      <a:lnTo>
                        <a:pt x="788" y="276"/>
                      </a:lnTo>
                      <a:lnTo>
                        <a:pt x="784" y="282"/>
                      </a:lnTo>
                      <a:lnTo>
                        <a:pt x="780" y="286"/>
                      </a:lnTo>
                      <a:lnTo>
                        <a:pt x="778" y="286"/>
                      </a:lnTo>
                      <a:lnTo>
                        <a:pt x="778" y="286"/>
                      </a:lnTo>
                      <a:lnTo>
                        <a:pt x="776" y="282"/>
                      </a:lnTo>
                      <a:lnTo>
                        <a:pt x="776" y="282"/>
                      </a:lnTo>
                      <a:lnTo>
                        <a:pt x="774" y="282"/>
                      </a:lnTo>
                      <a:lnTo>
                        <a:pt x="770" y="280"/>
                      </a:lnTo>
                      <a:lnTo>
                        <a:pt x="770" y="280"/>
                      </a:lnTo>
                      <a:lnTo>
                        <a:pt x="770" y="278"/>
                      </a:lnTo>
                      <a:lnTo>
                        <a:pt x="768" y="274"/>
                      </a:lnTo>
                      <a:lnTo>
                        <a:pt x="768" y="274"/>
                      </a:lnTo>
                      <a:lnTo>
                        <a:pt x="768" y="274"/>
                      </a:lnTo>
                      <a:lnTo>
                        <a:pt x="766" y="276"/>
                      </a:lnTo>
                      <a:lnTo>
                        <a:pt x="766" y="276"/>
                      </a:lnTo>
                      <a:lnTo>
                        <a:pt x="764" y="272"/>
                      </a:lnTo>
                      <a:lnTo>
                        <a:pt x="764" y="272"/>
                      </a:lnTo>
                      <a:lnTo>
                        <a:pt x="762" y="272"/>
                      </a:lnTo>
                      <a:lnTo>
                        <a:pt x="762" y="272"/>
                      </a:lnTo>
                      <a:lnTo>
                        <a:pt x="762" y="274"/>
                      </a:lnTo>
                      <a:lnTo>
                        <a:pt x="762" y="274"/>
                      </a:lnTo>
                      <a:lnTo>
                        <a:pt x="758" y="276"/>
                      </a:lnTo>
                      <a:lnTo>
                        <a:pt x="758" y="276"/>
                      </a:lnTo>
                      <a:lnTo>
                        <a:pt x="760" y="276"/>
                      </a:lnTo>
                      <a:lnTo>
                        <a:pt x="762" y="276"/>
                      </a:lnTo>
                      <a:lnTo>
                        <a:pt x="762" y="276"/>
                      </a:lnTo>
                      <a:lnTo>
                        <a:pt x="764" y="278"/>
                      </a:lnTo>
                      <a:lnTo>
                        <a:pt x="764" y="280"/>
                      </a:lnTo>
                      <a:lnTo>
                        <a:pt x="764" y="280"/>
                      </a:lnTo>
                      <a:lnTo>
                        <a:pt x="766" y="282"/>
                      </a:lnTo>
                      <a:lnTo>
                        <a:pt x="766" y="282"/>
                      </a:lnTo>
                      <a:lnTo>
                        <a:pt x="768" y="282"/>
                      </a:lnTo>
                      <a:lnTo>
                        <a:pt x="770" y="284"/>
                      </a:lnTo>
                      <a:lnTo>
                        <a:pt x="770" y="286"/>
                      </a:lnTo>
                      <a:lnTo>
                        <a:pt x="770" y="286"/>
                      </a:lnTo>
                      <a:lnTo>
                        <a:pt x="772" y="286"/>
                      </a:lnTo>
                      <a:lnTo>
                        <a:pt x="772" y="286"/>
                      </a:lnTo>
                      <a:lnTo>
                        <a:pt x="774" y="288"/>
                      </a:lnTo>
                      <a:lnTo>
                        <a:pt x="774" y="288"/>
                      </a:lnTo>
                      <a:lnTo>
                        <a:pt x="766" y="290"/>
                      </a:lnTo>
                      <a:lnTo>
                        <a:pt x="766" y="292"/>
                      </a:lnTo>
                      <a:lnTo>
                        <a:pt x="766" y="292"/>
                      </a:lnTo>
                      <a:lnTo>
                        <a:pt x="760" y="290"/>
                      </a:lnTo>
                      <a:lnTo>
                        <a:pt x="760" y="290"/>
                      </a:lnTo>
                      <a:lnTo>
                        <a:pt x="750" y="282"/>
                      </a:lnTo>
                      <a:lnTo>
                        <a:pt x="750" y="282"/>
                      </a:lnTo>
                      <a:lnTo>
                        <a:pt x="738" y="284"/>
                      </a:lnTo>
                      <a:lnTo>
                        <a:pt x="738" y="284"/>
                      </a:lnTo>
                      <a:lnTo>
                        <a:pt x="744" y="290"/>
                      </a:lnTo>
                      <a:lnTo>
                        <a:pt x="744" y="290"/>
                      </a:lnTo>
                      <a:lnTo>
                        <a:pt x="744" y="294"/>
                      </a:lnTo>
                      <a:lnTo>
                        <a:pt x="742" y="296"/>
                      </a:lnTo>
                      <a:lnTo>
                        <a:pt x="738" y="302"/>
                      </a:lnTo>
                      <a:lnTo>
                        <a:pt x="738" y="302"/>
                      </a:lnTo>
                      <a:lnTo>
                        <a:pt x="738" y="304"/>
                      </a:lnTo>
                      <a:lnTo>
                        <a:pt x="738" y="306"/>
                      </a:lnTo>
                      <a:lnTo>
                        <a:pt x="738" y="306"/>
                      </a:lnTo>
                      <a:lnTo>
                        <a:pt x="734" y="308"/>
                      </a:lnTo>
                      <a:lnTo>
                        <a:pt x="734" y="308"/>
                      </a:lnTo>
                      <a:lnTo>
                        <a:pt x="724" y="298"/>
                      </a:lnTo>
                      <a:lnTo>
                        <a:pt x="724" y="298"/>
                      </a:lnTo>
                      <a:lnTo>
                        <a:pt x="722" y="298"/>
                      </a:lnTo>
                      <a:lnTo>
                        <a:pt x="720" y="300"/>
                      </a:lnTo>
                      <a:lnTo>
                        <a:pt x="720" y="300"/>
                      </a:lnTo>
                      <a:lnTo>
                        <a:pt x="714" y="296"/>
                      </a:lnTo>
                      <a:lnTo>
                        <a:pt x="714" y="296"/>
                      </a:lnTo>
                      <a:lnTo>
                        <a:pt x="712" y="296"/>
                      </a:lnTo>
                      <a:lnTo>
                        <a:pt x="710" y="298"/>
                      </a:lnTo>
                      <a:lnTo>
                        <a:pt x="710" y="298"/>
                      </a:lnTo>
                      <a:lnTo>
                        <a:pt x="706" y="298"/>
                      </a:lnTo>
                      <a:lnTo>
                        <a:pt x="704" y="296"/>
                      </a:lnTo>
                      <a:lnTo>
                        <a:pt x="700" y="294"/>
                      </a:lnTo>
                      <a:lnTo>
                        <a:pt x="700" y="294"/>
                      </a:lnTo>
                      <a:lnTo>
                        <a:pt x="698" y="300"/>
                      </a:lnTo>
                      <a:lnTo>
                        <a:pt x="698" y="300"/>
                      </a:lnTo>
                      <a:lnTo>
                        <a:pt x="700" y="300"/>
                      </a:lnTo>
                      <a:lnTo>
                        <a:pt x="700" y="302"/>
                      </a:lnTo>
                      <a:lnTo>
                        <a:pt x="700" y="302"/>
                      </a:lnTo>
                      <a:lnTo>
                        <a:pt x="694" y="304"/>
                      </a:lnTo>
                      <a:lnTo>
                        <a:pt x="694" y="304"/>
                      </a:lnTo>
                      <a:lnTo>
                        <a:pt x="688" y="304"/>
                      </a:lnTo>
                      <a:lnTo>
                        <a:pt x="688" y="304"/>
                      </a:lnTo>
                      <a:lnTo>
                        <a:pt x="686" y="306"/>
                      </a:lnTo>
                      <a:lnTo>
                        <a:pt x="686" y="306"/>
                      </a:lnTo>
                      <a:lnTo>
                        <a:pt x="700" y="306"/>
                      </a:lnTo>
                      <a:lnTo>
                        <a:pt x="716" y="306"/>
                      </a:lnTo>
                      <a:lnTo>
                        <a:pt x="716" y="306"/>
                      </a:lnTo>
                      <a:lnTo>
                        <a:pt x="724" y="308"/>
                      </a:lnTo>
                      <a:lnTo>
                        <a:pt x="732" y="310"/>
                      </a:lnTo>
                      <a:lnTo>
                        <a:pt x="732" y="310"/>
                      </a:lnTo>
                      <a:lnTo>
                        <a:pt x="730" y="312"/>
                      </a:lnTo>
                      <a:lnTo>
                        <a:pt x="728" y="316"/>
                      </a:lnTo>
                      <a:lnTo>
                        <a:pt x="728" y="324"/>
                      </a:lnTo>
                      <a:lnTo>
                        <a:pt x="728" y="324"/>
                      </a:lnTo>
                      <a:lnTo>
                        <a:pt x="722" y="328"/>
                      </a:lnTo>
                      <a:lnTo>
                        <a:pt x="722" y="328"/>
                      </a:lnTo>
                      <a:lnTo>
                        <a:pt x="718" y="330"/>
                      </a:lnTo>
                      <a:lnTo>
                        <a:pt x="716" y="330"/>
                      </a:lnTo>
                      <a:lnTo>
                        <a:pt x="714" y="334"/>
                      </a:lnTo>
                      <a:lnTo>
                        <a:pt x="714" y="334"/>
                      </a:lnTo>
                      <a:lnTo>
                        <a:pt x="714" y="332"/>
                      </a:lnTo>
                      <a:lnTo>
                        <a:pt x="712" y="332"/>
                      </a:lnTo>
                      <a:lnTo>
                        <a:pt x="712" y="330"/>
                      </a:lnTo>
                      <a:lnTo>
                        <a:pt x="712" y="330"/>
                      </a:lnTo>
                      <a:lnTo>
                        <a:pt x="700" y="326"/>
                      </a:lnTo>
                      <a:lnTo>
                        <a:pt x="700" y="326"/>
                      </a:lnTo>
                      <a:lnTo>
                        <a:pt x="698" y="328"/>
                      </a:lnTo>
                      <a:lnTo>
                        <a:pt x="698" y="330"/>
                      </a:lnTo>
                      <a:lnTo>
                        <a:pt x="698" y="330"/>
                      </a:lnTo>
                      <a:lnTo>
                        <a:pt x="692" y="330"/>
                      </a:lnTo>
                      <a:lnTo>
                        <a:pt x="692" y="330"/>
                      </a:lnTo>
                      <a:lnTo>
                        <a:pt x="690" y="336"/>
                      </a:lnTo>
                      <a:lnTo>
                        <a:pt x="690" y="338"/>
                      </a:lnTo>
                      <a:lnTo>
                        <a:pt x="692" y="340"/>
                      </a:lnTo>
                      <a:lnTo>
                        <a:pt x="692" y="340"/>
                      </a:lnTo>
                      <a:lnTo>
                        <a:pt x="692" y="342"/>
                      </a:lnTo>
                      <a:lnTo>
                        <a:pt x="692" y="344"/>
                      </a:lnTo>
                      <a:lnTo>
                        <a:pt x="690" y="344"/>
                      </a:lnTo>
                      <a:lnTo>
                        <a:pt x="688" y="346"/>
                      </a:lnTo>
                      <a:lnTo>
                        <a:pt x="688" y="346"/>
                      </a:lnTo>
                      <a:lnTo>
                        <a:pt x="682" y="346"/>
                      </a:lnTo>
                      <a:lnTo>
                        <a:pt x="682" y="346"/>
                      </a:lnTo>
                      <a:lnTo>
                        <a:pt x="682" y="352"/>
                      </a:lnTo>
                      <a:lnTo>
                        <a:pt x="682" y="352"/>
                      </a:lnTo>
                      <a:lnTo>
                        <a:pt x="686" y="352"/>
                      </a:lnTo>
                      <a:lnTo>
                        <a:pt x="686" y="352"/>
                      </a:lnTo>
                      <a:lnTo>
                        <a:pt x="686" y="358"/>
                      </a:lnTo>
                      <a:lnTo>
                        <a:pt x="686" y="358"/>
                      </a:lnTo>
                      <a:lnTo>
                        <a:pt x="686" y="360"/>
                      </a:lnTo>
                      <a:lnTo>
                        <a:pt x="686" y="360"/>
                      </a:lnTo>
                      <a:lnTo>
                        <a:pt x="684" y="362"/>
                      </a:lnTo>
                      <a:lnTo>
                        <a:pt x="684" y="362"/>
                      </a:lnTo>
                      <a:lnTo>
                        <a:pt x="676" y="364"/>
                      </a:lnTo>
                      <a:lnTo>
                        <a:pt x="666" y="362"/>
                      </a:lnTo>
                      <a:lnTo>
                        <a:pt x="666" y="366"/>
                      </a:lnTo>
                      <a:lnTo>
                        <a:pt x="666" y="366"/>
                      </a:lnTo>
                      <a:lnTo>
                        <a:pt x="670" y="366"/>
                      </a:lnTo>
                      <a:lnTo>
                        <a:pt x="670" y="366"/>
                      </a:lnTo>
                      <a:lnTo>
                        <a:pt x="668" y="370"/>
                      </a:lnTo>
                      <a:lnTo>
                        <a:pt x="668" y="370"/>
                      </a:lnTo>
                      <a:lnTo>
                        <a:pt x="662" y="370"/>
                      </a:lnTo>
                      <a:lnTo>
                        <a:pt x="662" y="370"/>
                      </a:lnTo>
                      <a:lnTo>
                        <a:pt x="664" y="372"/>
                      </a:lnTo>
                      <a:lnTo>
                        <a:pt x="664" y="372"/>
                      </a:lnTo>
                      <a:lnTo>
                        <a:pt x="666" y="372"/>
                      </a:lnTo>
                      <a:lnTo>
                        <a:pt x="666" y="374"/>
                      </a:lnTo>
                      <a:lnTo>
                        <a:pt x="666" y="374"/>
                      </a:lnTo>
                      <a:lnTo>
                        <a:pt x="660" y="374"/>
                      </a:lnTo>
                      <a:lnTo>
                        <a:pt x="660" y="374"/>
                      </a:lnTo>
                      <a:lnTo>
                        <a:pt x="662" y="372"/>
                      </a:lnTo>
                      <a:lnTo>
                        <a:pt x="660" y="372"/>
                      </a:lnTo>
                      <a:lnTo>
                        <a:pt x="658" y="372"/>
                      </a:lnTo>
                      <a:lnTo>
                        <a:pt x="658" y="372"/>
                      </a:lnTo>
                      <a:lnTo>
                        <a:pt x="658" y="376"/>
                      </a:lnTo>
                      <a:lnTo>
                        <a:pt x="658" y="376"/>
                      </a:lnTo>
                      <a:lnTo>
                        <a:pt x="654" y="376"/>
                      </a:lnTo>
                      <a:lnTo>
                        <a:pt x="654" y="376"/>
                      </a:lnTo>
                      <a:lnTo>
                        <a:pt x="654" y="386"/>
                      </a:lnTo>
                      <a:lnTo>
                        <a:pt x="654" y="386"/>
                      </a:lnTo>
                      <a:lnTo>
                        <a:pt x="646" y="386"/>
                      </a:lnTo>
                      <a:lnTo>
                        <a:pt x="646" y="386"/>
                      </a:lnTo>
                      <a:lnTo>
                        <a:pt x="646" y="390"/>
                      </a:lnTo>
                      <a:lnTo>
                        <a:pt x="646" y="390"/>
                      </a:lnTo>
                      <a:lnTo>
                        <a:pt x="642" y="394"/>
                      </a:lnTo>
                      <a:lnTo>
                        <a:pt x="636" y="398"/>
                      </a:lnTo>
                      <a:lnTo>
                        <a:pt x="636" y="398"/>
                      </a:lnTo>
                      <a:lnTo>
                        <a:pt x="638" y="402"/>
                      </a:lnTo>
                      <a:lnTo>
                        <a:pt x="640" y="406"/>
                      </a:lnTo>
                      <a:lnTo>
                        <a:pt x="640" y="406"/>
                      </a:lnTo>
                      <a:lnTo>
                        <a:pt x="630" y="406"/>
                      </a:lnTo>
                      <a:lnTo>
                        <a:pt x="630" y="406"/>
                      </a:lnTo>
                      <a:lnTo>
                        <a:pt x="628" y="408"/>
                      </a:lnTo>
                      <a:lnTo>
                        <a:pt x="628" y="408"/>
                      </a:lnTo>
                      <a:lnTo>
                        <a:pt x="632" y="410"/>
                      </a:lnTo>
                      <a:lnTo>
                        <a:pt x="632" y="410"/>
                      </a:lnTo>
                      <a:lnTo>
                        <a:pt x="632" y="414"/>
                      </a:lnTo>
                      <a:lnTo>
                        <a:pt x="632" y="414"/>
                      </a:lnTo>
                      <a:lnTo>
                        <a:pt x="626" y="420"/>
                      </a:lnTo>
                      <a:lnTo>
                        <a:pt x="626" y="420"/>
                      </a:lnTo>
                      <a:lnTo>
                        <a:pt x="626" y="424"/>
                      </a:lnTo>
                      <a:lnTo>
                        <a:pt x="626" y="428"/>
                      </a:lnTo>
                      <a:lnTo>
                        <a:pt x="626" y="428"/>
                      </a:lnTo>
                      <a:lnTo>
                        <a:pt x="622" y="430"/>
                      </a:lnTo>
                      <a:lnTo>
                        <a:pt x="622" y="430"/>
                      </a:lnTo>
                      <a:lnTo>
                        <a:pt x="626" y="436"/>
                      </a:lnTo>
                      <a:lnTo>
                        <a:pt x="626" y="436"/>
                      </a:lnTo>
                      <a:lnTo>
                        <a:pt x="628" y="440"/>
                      </a:lnTo>
                      <a:lnTo>
                        <a:pt x="628" y="446"/>
                      </a:lnTo>
                      <a:lnTo>
                        <a:pt x="628" y="446"/>
                      </a:lnTo>
                      <a:lnTo>
                        <a:pt x="630" y="448"/>
                      </a:lnTo>
                      <a:lnTo>
                        <a:pt x="636" y="448"/>
                      </a:lnTo>
                      <a:lnTo>
                        <a:pt x="648" y="448"/>
                      </a:lnTo>
                      <a:lnTo>
                        <a:pt x="648" y="448"/>
                      </a:lnTo>
                      <a:lnTo>
                        <a:pt x="654" y="456"/>
                      </a:lnTo>
                      <a:lnTo>
                        <a:pt x="654" y="456"/>
                      </a:lnTo>
                      <a:lnTo>
                        <a:pt x="654" y="460"/>
                      </a:lnTo>
                      <a:lnTo>
                        <a:pt x="654" y="460"/>
                      </a:lnTo>
                      <a:lnTo>
                        <a:pt x="656" y="462"/>
                      </a:lnTo>
                      <a:lnTo>
                        <a:pt x="656" y="462"/>
                      </a:lnTo>
                      <a:lnTo>
                        <a:pt x="656" y="468"/>
                      </a:lnTo>
                      <a:lnTo>
                        <a:pt x="656" y="468"/>
                      </a:lnTo>
                      <a:lnTo>
                        <a:pt x="660" y="474"/>
                      </a:lnTo>
                      <a:lnTo>
                        <a:pt x="660" y="474"/>
                      </a:lnTo>
                      <a:lnTo>
                        <a:pt x="662" y="480"/>
                      </a:lnTo>
                      <a:lnTo>
                        <a:pt x="662" y="486"/>
                      </a:lnTo>
                      <a:lnTo>
                        <a:pt x="662" y="486"/>
                      </a:lnTo>
                      <a:lnTo>
                        <a:pt x="672" y="482"/>
                      </a:lnTo>
                      <a:lnTo>
                        <a:pt x="678" y="480"/>
                      </a:lnTo>
                      <a:lnTo>
                        <a:pt x="682" y="480"/>
                      </a:lnTo>
                      <a:lnTo>
                        <a:pt x="682" y="480"/>
                      </a:lnTo>
                      <a:lnTo>
                        <a:pt x="690" y="486"/>
                      </a:lnTo>
                      <a:lnTo>
                        <a:pt x="690" y="486"/>
                      </a:lnTo>
                      <a:lnTo>
                        <a:pt x="694" y="486"/>
                      </a:lnTo>
                      <a:lnTo>
                        <a:pt x="694" y="486"/>
                      </a:lnTo>
                      <a:lnTo>
                        <a:pt x="698" y="490"/>
                      </a:lnTo>
                      <a:lnTo>
                        <a:pt x="702" y="492"/>
                      </a:lnTo>
                      <a:lnTo>
                        <a:pt x="702" y="492"/>
                      </a:lnTo>
                      <a:lnTo>
                        <a:pt x="708" y="492"/>
                      </a:lnTo>
                      <a:lnTo>
                        <a:pt x="708" y="492"/>
                      </a:lnTo>
                      <a:lnTo>
                        <a:pt x="710" y="494"/>
                      </a:lnTo>
                      <a:lnTo>
                        <a:pt x="712" y="496"/>
                      </a:lnTo>
                      <a:lnTo>
                        <a:pt x="712" y="496"/>
                      </a:lnTo>
                      <a:lnTo>
                        <a:pt x="716" y="498"/>
                      </a:lnTo>
                      <a:lnTo>
                        <a:pt x="720" y="498"/>
                      </a:lnTo>
                      <a:lnTo>
                        <a:pt x="720" y="498"/>
                      </a:lnTo>
                      <a:lnTo>
                        <a:pt x="720" y="500"/>
                      </a:lnTo>
                      <a:lnTo>
                        <a:pt x="720" y="500"/>
                      </a:lnTo>
                      <a:lnTo>
                        <a:pt x="722" y="504"/>
                      </a:lnTo>
                      <a:lnTo>
                        <a:pt x="724" y="506"/>
                      </a:lnTo>
                      <a:lnTo>
                        <a:pt x="724" y="506"/>
                      </a:lnTo>
                      <a:lnTo>
                        <a:pt x="724" y="512"/>
                      </a:lnTo>
                      <a:lnTo>
                        <a:pt x="724" y="512"/>
                      </a:lnTo>
                      <a:lnTo>
                        <a:pt x="728" y="512"/>
                      </a:lnTo>
                      <a:lnTo>
                        <a:pt x="732" y="512"/>
                      </a:lnTo>
                      <a:lnTo>
                        <a:pt x="732" y="512"/>
                      </a:lnTo>
                      <a:lnTo>
                        <a:pt x="734" y="516"/>
                      </a:lnTo>
                      <a:lnTo>
                        <a:pt x="738" y="518"/>
                      </a:lnTo>
                      <a:lnTo>
                        <a:pt x="738" y="518"/>
                      </a:lnTo>
                      <a:lnTo>
                        <a:pt x="742" y="518"/>
                      </a:lnTo>
                      <a:lnTo>
                        <a:pt x="748" y="518"/>
                      </a:lnTo>
                      <a:lnTo>
                        <a:pt x="748" y="518"/>
                      </a:lnTo>
                      <a:lnTo>
                        <a:pt x="750" y="522"/>
                      </a:lnTo>
                      <a:lnTo>
                        <a:pt x="750" y="522"/>
                      </a:lnTo>
                      <a:lnTo>
                        <a:pt x="752" y="524"/>
                      </a:lnTo>
                      <a:lnTo>
                        <a:pt x="756" y="524"/>
                      </a:lnTo>
                      <a:lnTo>
                        <a:pt x="756" y="526"/>
                      </a:lnTo>
                      <a:lnTo>
                        <a:pt x="756" y="526"/>
                      </a:lnTo>
                      <a:lnTo>
                        <a:pt x="762" y="528"/>
                      </a:lnTo>
                      <a:lnTo>
                        <a:pt x="762" y="528"/>
                      </a:lnTo>
                      <a:lnTo>
                        <a:pt x="766" y="530"/>
                      </a:lnTo>
                      <a:lnTo>
                        <a:pt x="770" y="528"/>
                      </a:lnTo>
                      <a:lnTo>
                        <a:pt x="778" y="528"/>
                      </a:lnTo>
                      <a:lnTo>
                        <a:pt x="778" y="528"/>
                      </a:lnTo>
                      <a:lnTo>
                        <a:pt x="782" y="530"/>
                      </a:lnTo>
                      <a:lnTo>
                        <a:pt x="782" y="530"/>
                      </a:lnTo>
                      <a:lnTo>
                        <a:pt x="784" y="530"/>
                      </a:lnTo>
                      <a:lnTo>
                        <a:pt x="788" y="530"/>
                      </a:lnTo>
                      <a:lnTo>
                        <a:pt x="788" y="530"/>
                      </a:lnTo>
                      <a:lnTo>
                        <a:pt x="798" y="534"/>
                      </a:lnTo>
                      <a:lnTo>
                        <a:pt x="798" y="534"/>
                      </a:lnTo>
                      <a:lnTo>
                        <a:pt x="798" y="544"/>
                      </a:lnTo>
                      <a:lnTo>
                        <a:pt x="798" y="544"/>
                      </a:lnTo>
                      <a:lnTo>
                        <a:pt x="796" y="548"/>
                      </a:lnTo>
                      <a:lnTo>
                        <a:pt x="794" y="552"/>
                      </a:lnTo>
                      <a:lnTo>
                        <a:pt x="794" y="552"/>
                      </a:lnTo>
                      <a:lnTo>
                        <a:pt x="798" y="556"/>
                      </a:lnTo>
                      <a:lnTo>
                        <a:pt x="798" y="556"/>
                      </a:lnTo>
                      <a:lnTo>
                        <a:pt x="798" y="568"/>
                      </a:lnTo>
                      <a:lnTo>
                        <a:pt x="796" y="580"/>
                      </a:lnTo>
                      <a:lnTo>
                        <a:pt x="796" y="580"/>
                      </a:lnTo>
                      <a:lnTo>
                        <a:pt x="800" y="580"/>
                      </a:lnTo>
                      <a:lnTo>
                        <a:pt x="800" y="580"/>
                      </a:lnTo>
                      <a:lnTo>
                        <a:pt x="804" y="584"/>
                      </a:lnTo>
                      <a:lnTo>
                        <a:pt x="806" y="590"/>
                      </a:lnTo>
                      <a:lnTo>
                        <a:pt x="806" y="590"/>
                      </a:lnTo>
                      <a:lnTo>
                        <a:pt x="804" y="592"/>
                      </a:lnTo>
                      <a:lnTo>
                        <a:pt x="804" y="594"/>
                      </a:lnTo>
                      <a:lnTo>
                        <a:pt x="804" y="594"/>
                      </a:lnTo>
                      <a:lnTo>
                        <a:pt x="814" y="600"/>
                      </a:lnTo>
                      <a:lnTo>
                        <a:pt x="814" y="600"/>
                      </a:lnTo>
                      <a:lnTo>
                        <a:pt x="816" y="604"/>
                      </a:lnTo>
                      <a:lnTo>
                        <a:pt x="818" y="608"/>
                      </a:lnTo>
                      <a:lnTo>
                        <a:pt x="818" y="608"/>
                      </a:lnTo>
                      <a:lnTo>
                        <a:pt x="818" y="608"/>
                      </a:lnTo>
                      <a:lnTo>
                        <a:pt x="818" y="610"/>
                      </a:lnTo>
                      <a:lnTo>
                        <a:pt x="818" y="610"/>
                      </a:lnTo>
                      <a:lnTo>
                        <a:pt x="830" y="610"/>
                      </a:lnTo>
                      <a:lnTo>
                        <a:pt x="830" y="610"/>
                      </a:lnTo>
                      <a:lnTo>
                        <a:pt x="830" y="608"/>
                      </a:lnTo>
                      <a:lnTo>
                        <a:pt x="832" y="608"/>
                      </a:lnTo>
                      <a:lnTo>
                        <a:pt x="832" y="608"/>
                      </a:lnTo>
                      <a:lnTo>
                        <a:pt x="834" y="604"/>
                      </a:lnTo>
                      <a:lnTo>
                        <a:pt x="834" y="604"/>
                      </a:lnTo>
                      <a:lnTo>
                        <a:pt x="836" y="604"/>
                      </a:lnTo>
                      <a:lnTo>
                        <a:pt x="840" y="604"/>
                      </a:lnTo>
                      <a:lnTo>
                        <a:pt x="840" y="602"/>
                      </a:lnTo>
                      <a:lnTo>
                        <a:pt x="840" y="602"/>
                      </a:lnTo>
                      <a:lnTo>
                        <a:pt x="838" y="598"/>
                      </a:lnTo>
                      <a:lnTo>
                        <a:pt x="844" y="588"/>
                      </a:lnTo>
                      <a:lnTo>
                        <a:pt x="844" y="588"/>
                      </a:lnTo>
                      <a:lnTo>
                        <a:pt x="846" y="588"/>
                      </a:lnTo>
                      <a:lnTo>
                        <a:pt x="844" y="588"/>
                      </a:lnTo>
                      <a:lnTo>
                        <a:pt x="842" y="588"/>
                      </a:lnTo>
                      <a:lnTo>
                        <a:pt x="842" y="588"/>
                      </a:lnTo>
                      <a:lnTo>
                        <a:pt x="842" y="586"/>
                      </a:lnTo>
                      <a:lnTo>
                        <a:pt x="842" y="584"/>
                      </a:lnTo>
                      <a:lnTo>
                        <a:pt x="842" y="582"/>
                      </a:lnTo>
                      <a:lnTo>
                        <a:pt x="842" y="580"/>
                      </a:lnTo>
                      <a:lnTo>
                        <a:pt x="842" y="580"/>
                      </a:lnTo>
                      <a:lnTo>
                        <a:pt x="840" y="580"/>
                      </a:lnTo>
                      <a:lnTo>
                        <a:pt x="840" y="580"/>
                      </a:lnTo>
                      <a:lnTo>
                        <a:pt x="840" y="568"/>
                      </a:lnTo>
                      <a:lnTo>
                        <a:pt x="840" y="564"/>
                      </a:lnTo>
                      <a:lnTo>
                        <a:pt x="840" y="558"/>
                      </a:lnTo>
                      <a:lnTo>
                        <a:pt x="834" y="554"/>
                      </a:lnTo>
                      <a:lnTo>
                        <a:pt x="834" y="554"/>
                      </a:lnTo>
                      <a:lnTo>
                        <a:pt x="834" y="548"/>
                      </a:lnTo>
                      <a:lnTo>
                        <a:pt x="834" y="542"/>
                      </a:lnTo>
                      <a:lnTo>
                        <a:pt x="834" y="540"/>
                      </a:lnTo>
                      <a:lnTo>
                        <a:pt x="834" y="540"/>
                      </a:lnTo>
                      <a:lnTo>
                        <a:pt x="838" y="538"/>
                      </a:lnTo>
                      <a:lnTo>
                        <a:pt x="842" y="538"/>
                      </a:lnTo>
                      <a:lnTo>
                        <a:pt x="842" y="538"/>
                      </a:lnTo>
                      <a:lnTo>
                        <a:pt x="846" y="534"/>
                      </a:lnTo>
                      <a:lnTo>
                        <a:pt x="846" y="534"/>
                      </a:lnTo>
                      <a:lnTo>
                        <a:pt x="848" y="534"/>
                      </a:lnTo>
                      <a:lnTo>
                        <a:pt x="850" y="532"/>
                      </a:lnTo>
                      <a:lnTo>
                        <a:pt x="850" y="532"/>
                      </a:lnTo>
                      <a:lnTo>
                        <a:pt x="852" y="530"/>
                      </a:lnTo>
                      <a:lnTo>
                        <a:pt x="852" y="530"/>
                      </a:lnTo>
                      <a:lnTo>
                        <a:pt x="854" y="528"/>
                      </a:lnTo>
                      <a:lnTo>
                        <a:pt x="858" y="524"/>
                      </a:lnTo>
                      <a:lnTo>
                        <a:pt x="858" y="524"/>
                      </a:lnTo>
                      <a:lnTo>
                        <a:pt x="860" y="520"/>
                      </a:lnTo>
                      <a:lnTo>
                        <a:pt x="860" y="520"/>
                      </a:lnTo>
                      <a:lnTo>
                        <a:pt x="864" y="516"/>
                      </a:lnTo>
                      <a:lnTo>
                        <a:pt x="866" y="514"/>
                      </a:lnTo>
                      <a:lnTo>
                        <a:pt x="866" y="514"/>
                      </a:lnTo>
                      <a:lnTo>
                        <a:pt x="868" y="510"/>
                      </a:lnTo>
                      <a:lnTo>
                        <a:pt x="868" y="510"/>
                      </a:lnTo>
                      <a:lnTo>
                        <a:pt x="874" y="508"/>
                      </a:lnTo>
                      <a:lnTo>
                        <a:pt x="874" y="508"/>
                      </a:lnTo>
                      <a:lnTo>
                        <a:pt x="872" y="500"/>
                      </a:lnTo>
                      <a:lnTo>
                        <a:pt x="872" y="502"/>
                      </a:lnTo>
                      <a:lnTo>
                        <a:pt x="870" y="506"/>
                      </a:lnTo>
                      <a:lnTo>
                        <a:pt x="868" y="506"/>
                      </a:lnTo>
                      <a:lnTo>
                        <a:pt x="868" y="506"/>
                      </a:lnTo>
                      <a:lnTo>
                        <a:pt x="870" y="496"/>
                      </a:lnTo>
                      <a:lnTo>
                        <a:pt x="872" y="488"/>
                      </a:lnTo>
                      <a:lnTo>
                        <a:pt x="872" y="488"/>
                      </a:lnTo>
                      <a:lnTo>
                        <a:pt x="870" y="486"/>
                      </a:lnTo>
                      <a:lnTo>
                        <a:pt x="866" y="484"/>
                      </a:lnTo>
                      <a:lnTo>
                        <a:pt x="866" y="484"/>
                      </a:lnTo>
                      <a:lnTo>
                        <a:pt x="864" y="478"/>
                      </a:lnTo>
                      <a:lnTo>
                        <a:pt x="864" y="472"/>
                      </a:lnTo>
                      <a:lnTo>
                        <a:pt x="864" y="472"/>
                      </a:lnTo>
                      <a:lnTo>
                        <a:pt x="860" y="470"/>
                      </a:lnTo>
                      <a:lnTo>
                        <a:pt x="860" y="470"/>
                      </a:lnTo>
                      <a:lnTo>
                        <a:pt x="860" y="464"/>
                      </a:lnTo>
                      <a:lnTo>
                        <a:pt x="860" y="464"/>
                      </a:lnTo>
                      <a:lnTo>
                        <a:pt x="858" y="462"/>
                      </a:lnTo>
                      <a:lnTo>
                        <a:pt x="858" y="462"/>
                      </a:lnTo>
                      <a:lnTo>
                        <a:pt x="856" y="458"/>
                      </a:lnTo>
                      <a:lnTo>
                        <a:pt x="856" y="458"/>
                      </a:lnTo>
                      <a:lnTo>
                        <a:pt x="854" y="458"/>
                      </a:lnTo>
                      <a:lnTo>
                        <a:pt x="852" y="456"/>
                      </a:lnTo>
                      <a:lnTo>
                        <a:pt x="852" y="456"/>
                      </a:lnTo>
                      <a:lnTo>
                        <a:pt x="850" y="454"/>
                      </a:lnTo>
                      <a:lnTo>
                        <a:pt x="848" y="452"/>
                      </a:lnTo>
                      <a:lnTo>
                        <a:pt x="848" y="452"/>
                      </a:lnTo>
                      <a:lnTo>
                        <a:pt x="846" y="450"/>
                      </a:lnTo>
                      <a:lnTo>
                        <a:pt x="842" y="450"/>
                      </a:lnTo>
                      <a:lnTo>
                        <a:pt x="842" y="450"/>
                      </a:lnTo>
                      <a:lnTo>
                        <a:pt x="842" y="448"/>
                      </a:lnTo>
                      <a:lnTo>
                        <a:pt x="840" y="448"/>
                      </a:lnTo>
                      <a:lnTo>
                        <a:pt x="840" y="448"/>
                      </a:lnTo>
                      <a:lnTo>
                        <a:pt x="842" y="442"/>
                      </a:lnTo>
                      <a:lnTo>
                        <a:pt x="846" y="438"/>
                      </a:lnTo>
                      <a:lnTo>
                        <a:pt x="848" y="436"/>
                      </a:lnTo>
                      <a:lnTo>
                        <a:pt x="854" y="436"/>
                      </a:lnTo>
                      <a:lnTo>
                        <a:pt x="854" y="436"/>
                      </a:lnTo>
                      <a:lnTo>
                        <a:pt x="854" y="430"/>
                      </a:lnTo>
                      <a:lnTo>
                        <a:pt x="854" y="430"/>
                      </a:lnTo>
                      <a:lnTo>
                        <a:pt x="854" y="430"/>
                      </a:lnTo>
                      <a:lnTo>
                        <a:pt x="854" y="428"/>
                      </a:lnTo>
                      <a:lnTo>
                        <a:pt x="854" y="426"/>
                      </a:lnTo>
                      <a:lnTo>
                        <a:pt x="858" y="428"/>
                      </a:lnTo>
                      <a:lnTo>
                        <a:pt x="858" y="428"/>
                      </a:lnTo>
                      <a:lnTo>
                        <a:pt x="858" y="426"/>
                      </a:lnTo>
                      <a:lnTo>
                        <a:pt x="858" y="424"/>
                      </a:lnTo>
                      <a:lnTo>
                        <a:pt x="860" y="424"/>
                      </a:lnTo>
                      <a:lnTo>
                        <a:pt x="860" y="424"/>
                      </a:lnTo>
                      <a:lnTo>
                        <a:pt x="860" y="420"/>
                      </a:lnTo>
                      <a:lnTo>
                        <a:pt x="860" y="420"/>
                      </a:lnTo>
                      <a:lnTo>
                        <a:pt x="856" y="418"/>
                      </a:lnTo>
                      <a:lnTo>
                        <a:pt x="856" y="418"/>
                      </a:lnTo>
                      <a:lnTo>
                        <a:pt x="858" y="416"/>
                      </a:lnTo>
                      <a:lnTo>
                        <a:pt x="858" y="416"/>
                      </a:lnTo>
                      <a:lnTo>
                        <a:pt x="856" y="410"/>
                      </a:lnTo>
                      <a:lnTo>
                        <a:pt x="854" y="406"/>
                      </a:lnTo>
                      <a:lnTo>
                        <a:pt x="854" y="406"/>
                      </a:lnTo>
                      <a:lnTo>
                        <a:pt x="858" y="402"/>
                      </a:lnTo>
                      <a:lnTo>
                        <a:pt x="858" y="402"/>
                      </a:lnTo>
                      <a:lnTo>
                        <a:pt x="854" y="402"/>
                      </a:lnTo>
                      <a:lnTo>
                        <a:pt x="854" y="402"/>
                      </a:lnTo>
                      <a:lnTo>
                        <a:pt x="852" y="398"/>
                      </a:lnTo>
                      <a:lnTo>
                        <a:pt x="852" y="398"/>
                      </a:lnTo>
                      <a:lnTo>
                        <a:pt x="858" y="388"/>
                      </a:lnTo>
                      <a:lnTo>
                        <a:pt x="858" y="388"/>
                      </a:lnTo>
                      <a:lnTo>
                        <a:pt x="858" y="384"/>
                      </a:lnTo>
                      <a:lnTo>
                        <a:pt x="860" y="384"/>
                      </a:lnTo>
                      <a:lnTo>
                        <a:pt x="860" y="384"/>
                      </a:lnTo>
                      <a:lnTo>
                        <a:pt x="860" y="380"/>
                      </a:lnTo>
                      <a:lnTo>
                        <a:pt x="860" y="380"/>
                      </a:lnTo>
                      <a:lnTo>
                        <a:pt x="856" y="380"/>
                      </a:lnTo>
                      <a:lnTo>
                        <a:pt x="856" y="380"/>
                      </a:lnTo>
                      <a:lnTo>
                        <a:pt x="854" y="376"/>
                      </a:lnTo>
                      <a:lnTo>
                        <a:pt x="854" y="376"/>
                      </a:lnTo>
                      <a:lnTo>
                        <a:pt x="854" y="374"/>
                      </a:lnTo>
                      <a:lnTo>
                        <a:pt x="854" y="372"/>
                      </a:lnTo>
                      <a:lnTo>
                        <a:pt x="854" y="372"/>
                      </a:lnTo>
                      <a:lnTo>
                        <a:pt x="858" y="372"/>
                      </a:lnTo>
                      <a:lnTo>
                        <a:pt x="858" y="372"/>
                      </a:lnTo>
                      <a:lnTo>
                        <a:pt x="862" y="370"/>
                      </a:lnTo>
                      <a:lnTo>
                        <a:pt x="866" y="370"/>
                      </a:lnTo>
                      <a:lnTo>
                        <a:pt x="870" y="372"/>
                      </a:lnTo>
                      <a:lnTo>
                        <a:pt x="870" y="372"/>
                      </a:lnTo>
                      <a:lnTo>
                        <a:pt x="874" y="370"/>
                      </a:lnTo>
                      <a:lnTo>
                        <a:pt x="874" y="370"/>
                      </a:lnTo>
                      <a:lnTo>
                        <a:pt x="878" y="374"/>
                      </a:lnTo>
                      <a:lnTo>
                        <a:pt x="878" y="374"/>
                      </a:lnTo>
                      <a:lnTo>
                        <a:pt x="884" y="372"/>
                      </a:lnTo>
                      <a:lnTo>
                        <a:pt x="890" y="372"/>
                      </a:lnTo>
                      <a:lnTo>
                        <a:pt x="890" y="372"/>
                      </a:lnTo>
                      <a:lnTo>
                        <a:pt x="894" y="374"/>
                      </a:lnTo>
                      <a:lnTo>
                        <a:pt x="900" y="374"/>
                      </a:lnTo>
                      <a:lnTo>
                        <a:pt x="900" y="374"/>
                      </a:lnTo>
                      <a:lnTo>
                        <a:pt x="906" y="370"/>
                      </a:lnTo>
                      <a:lnTo>
                        <a:pt x="914" y="364"/>
                      </a:lnTo>
                      <a:lnTo>
                        <a:pt x="914" y="368"/>
                      </a:lnTo>
                      <a:lnTo>
                        <a:pt x="914" y="368"/>
                      </a:lnTo>
                      <a:lnTo>
                        <a:pt x="918" y="368"/>
                      </a:lnTo>
                      <a:lnTo>
                        <a:pt x="922" y="370"/>
                      </a:lnTo>
                      <a:lnTo>
                        <a:pt x="922" y="370"/>
                      </a:lnTo>
                      <a:lnTo>
                        <a:pt x="926" y="374"/>
                      </a:lnTo>
                      <a:lnTo>
                        <a:pt x="926" y="374"/>
                      </a:lnTo>
                      <a:lnTo>
                        <a:pt x="928" y="374"/>
                      </a:lnTo>
                      <a:lnTo>
                        <a:pt x="928" y="374"/>
                      </a:lnTo>
                      <a:lnTo>
                        <a:pt x="928" y="374"/>
                      </a:lnTo>
                      <a:lnTo>
                        <a:pt x="928" y="378"/>
                      </a:lnTo>
                      <a:lnTo>
                        <a:pt x="928" y="378"/>
                      </a:lnTo>
                      <a:lnTo>
                        <a:pt x="932" y="380"/>
                      </a:lnTo>
                      <a:lnTo>
                        <a:pt x="934" y="380"/>
                      </a:lnTo>
                      <a:lnTo>
                        <a:pt x="934" y="380"/>
                      </a:lnTo>
                      <a:lnTo>
                        <a:pt x="936" y="386"/>
                      </a:lnTo>
                      <a:lnTo>
                        <a:pt x="936" y="386"/>
                      </a:lnTo>
                      <a:lnTo>
                        <a:pt x="938" y="386"/>
                      </a:lnTo>
                      <a:lnTo>
                        <a:pt x="938" y="386"/>
                      </a:lnTo>
                      <a:lnTo>
                        <a:pt x="940" y="392"/>
                      </a:lnTo>
                      <a:lnTo>
                        <a:pt x="940" y="392"/>
                      </a:lnTo>
                      <a:lnTo>
                        <a:pt x="960" y="392"/>
                      </a:lnTo>
                      <a:lnTo>
                        <a:pt x="960" y="394"/>
                      </a:lnTo>
                      <a:lnTo>
                        <a:pt x="960" y="394"/>
                      </a:lnTo>
                      <a:lnTo>
                        <a:pt x="956" y="398"/>
                      </a:lnTo>
                      <a:lnTo>
                        <a:pt x="956" y="398"/>
                      </a:lnTo>
                      <a:lnTo>
                        <a:pt x="964" y="400"/>
                      </a:lnTo>
                      <a:lnTo>
                        <a:pt x="964" y="400"/>
                      </a:lnTo>
                      <a:lnTo>
                        <a:pt x="966" y="402"/>
                      </a:lnTo>
                      <a:lnTo>
                        <a:pt x="966" y="402"/>
                      </a:lnTo>
                      <a:lnTo>
                        <a:pt x="968" y="398"/>
                      </a:lnTo>
                      <a:lnTo>
                        <a:pt x="968" y="398"/>
                      </a:lnTo>
                      <a:lnTo>
                        <a:pt x="972" y="398"/>
                      </a:lnTo>
                      <a:lnTo>
                        <a:pt x="972" y="398"/>
                      </a:lnTo>
                      <a:lnTo>
                        <a:pt x="966" y="406"/>
                      </a:lnTo>
                      <a:lnTo>
                        <a:pt x="966" y="410"/>
                      </a:lnTo>
                      <a:lnTo>
                        <a:pt x="966" y="412"/>
                      </a:lnTo>
                      <a:lnTo>
                        <a:pt x="968" y="412"/>
                      </a:lnTo>
                      <a:lnTo>
                        <a:pt x="968" y="412"/>
                      </a:lnTo>
                      <a:lnTo>
                        <a:pt x="968" y="414"/>
                      </a:lnTo>
                      <a:lnTo>
                        <a:pt x="968" y="414"/>
                      </a:lnTo>
                      <a:lnTo>
                        <a:pt x="962" y="416"/>
                      </a:lnTo>
                      <a:lnTo>
                        <a:pt x="962" y="416"/>
                      </a:lnTo>
                      <a:lnTo>
                        <a:pt x="962" y="418"/>
                      </a:lnTo>
                      <a:lnTo>
                        <a:pt x="962" y="422"/>
                      </a:lnTo>
                      <a:lnTo>
                        <a:pt x="962" y="422"/>
                      </a:lnTo>
                      <a:lnTo>
                        <a:pt x="966" y="424"/>
                      </a:lnTo>
                      <a:lnTo>
                        <a:pt x="966" y="424"/>
                      </a:lnTo>
                      <a:lnTo>
                        <a:pt x="966" y="428"/>
                      </a:lnTo>
                      <a:lnTo>
                        <a:pt x="966" y="432"/>
                      </a:lnTo>
                      <a:lnTo>
                        <a:pt x="966" y="432"/>
                      </a:lnTo>
                      <a:lnTo>
                        <a:pt x="964" y="434"/>
                      </a:lnTo>
                      <a:lnTo>
                        <a:pt x="964" y="434"/>
                      </a:lnTo>
                      <a:lnTo>
                        <a:pt x="964" y="436"/>
                      </a:lnTo>
                      <a:lnTo>
                        <a:pt x="964" y="438"/>
                      </a:lnTo>
                      <a:lnTo>
                        <a:pt x="964" y="438"/>
                      </a:lnTo>
                      <a:lnTo>
                        <a:pt x="970" y="442"/>
                      </a:lnTo>
                      <a:lnTo>
                        <a:pt x="970" y="442"/>
                      </a:lnTo>
                      <a:lnTo>
                        <a:pt x="972" y="442"/>
                      </a:lnTo>
                      <a:lnTo>
                        <a:pt x="974" y="442"/>
                      </a:lnTo>
                      <a:lnTo>
                        <a:pt x="974" y="444"/>
                      </a:lnTo>
                      <a:lnTo>
                        <a:pt x="974" y="444"/>
                      </a:lnTo>
                      <a:lnTo>
                        <a:pt x="984" y="444"/>
                      </a:lnTo>
                      <a:lnTo>
                        <a:pt x="984" y="444"/>
                      </a:lnTo>
                      <a:lnTo>
                        <a:pt x="986" y="454"/>
                      </a:lnTo>
                      <a:lnTo>
                        <a:pt x="986" y="454"/>
                      </a:lnTo>
                      <a:lnTo>
                        <a:pt x="990" y="452"/>
                      </a:lnTo>
                      <a:lnTo>
                        <a:pt x="990" y="450"/>
                      </a:lnTo>
                      <a:lnTo>
                        <a:pt x="990" y="450"/>
                      </a:lnTo>
                      <a:lnTo>
                        <a:pt x="992" y="450"/>
                      </a:lnTo>
                      <a:lnTo>
                        <a:pt x="992" y="450"/>
                      </a:lnTo>
                      <a:lnTo>
                        <a:pt x="992" y="454"/>
                      </a:lnTo>
                      <a:lnTo>
                        <a:pt x="994" y="454"/>
                      </a:lnTo>
                      <a:lnTo>
                        <a:pt x="994" y="454"/>
                      </a:lnTo>
                      <a:lnTo>
                        <a:pt x="998" y="460"/>
                      </a:lnTo>
                      <a:lnTo>
                        <a:pt x="998" y="460"/>
                      </a:lnTo>
                      <a:lnTo>
                        <a:pt x="1000" y="458"/>
                      </a:lnTo>
                      <a:lnTo>
                        <a:pt x="1000" y="458"/>
                      </a:lnTo>
                      <a:lnTo>
                        <a:pt x="1004" y="458"/>
                      </a:lnTo>
                      <a:lnTo>
                        <a:pt x="1004" y="458"/>
                      </a:lnTo>
                      <a:lnTo>
                        <a:pt x="1006" y="456"/>
                      </a:lnTo>
                      <a:lnTo>
                        <a:pt x="1008" y="454"/>
                      </a:lnTo>
                      <a:lnTo>
                        <a:pt x="1010" y="448"/>
                      </a:lnTo>
                      <a:lnTo>
                        <a:pt x="1010" y="448"/>
                      </a:lnTo>
                      <a:lnTo>
                        <a:pt x="1012" y="448"/>
                      </a:lnTo>
                      <a:lnTo>
                        <a:pt x="1014" y="450"/>
                      </a:lnTo>
                      <a:lnTo>
                        <a:pt x="1014" y="450"/>
                      </a:lnTo>
                      <a:lnTo>
                        <a:pt x="1014" y="444"/>
                      </a:lnTo>
                      <a:lnTo>
                        <a:pt x="1014" y="444"/>
                      </a:lnTo>
                      <a:lnTo>
                        <a:pt x="1018" y="440"/>
                      </a:lnTo>
                      <a:lnTo>
                        <a:pt x="1022" y="436"/>
                      </a:lnTo>
                      <a:lnTo>
                        <a:pt x="1024" y="434"/>
                      </a:lnTo>
                      <a:lnTo>
                        <a:pt x="1024" y="434"/>
                      </a:lnTo>
                      <a:lnTo>
                        <a:pt x="1022" y="432"/>
                      </a:lnTo>
                      <a:lnTo>
                        <a:pt x="1022" y="430"/>
                      </a:lnTo>
                      <a:lnTo>
                        <a:pt x="1022" y="428"/>
                      </a:lnTo>
                      <a:lnTo>
                        <a:pt x="1022" y="428"/>
                      </a:lnTo>
                      <a:lnTo>
                        <a:pt x="1026" y="426"/>
                      </a:lnTo>
                      <a:lnTo>
                        <a:pt x="1026" y="426"/>
                      </a:lnTo>
                      <a:lnTo>
                        <a:pt x="1026" y="424"/>
                      </a:lnTo>
                      <a:lnTo>
                        <a:pt x="1026" y="420"/>
                      </a:lnTo>
                      <a:lnTo>
                        <a:pt x="1026" y="420"/>
                      </a:lnTo>
                      <a:lnTo>
                        <a:pt x="1026" y="420"/>
                      </a:lnTo>
                      <a:lnTo>
                        <a:pt x="1028" y="420"/>
                      </a:lnTo>
                      <a:lnTo>
                        <a:pt x="1028" y="420"/>
                      </a:lnTo>
                      <a:lnTo>
                        <a:pt x="1030" y="412"/>
                      </a:lnTo>
                      <a:lnTo>
                        <a:pt x="1030" y="412"/>
                      </a:lnTo>
                      <a:lnTo>
                        <a:pt x="1036" y="412"/>
                      </a:lnTo>
                      <a:lnTo>
                        <a:pt x="1036" y="412"/>
                      </a:lnTo>
                      <a:lnTo>
                        <a:pt x="1036" y="422"/>
                      </a:lnTo>
                      <a:lnTo>
                        <a:pt x="1036" y="422"/>
                      </a:lnTo>
                      <a:lnTo>
                        <a:pt x="1038" y="422"/>
                      </a:lnTo>
                      <a:lnTo>
                        <a:pt x="1038" y="422"/>
                      </a:lnTo>
                      <a:lnTo>
                        <a:pt x="1038" y="426"/>
                      </a:lnTo>
                      <a:lnTo>
                        <a:pt x="1036" y="428"/>
                      </a:lnTo>
                      <a:lnTo>
                        <a:pt x="1036" y="428"/>
                      </a:lnTo>
                      <a:lnTo>
                        <a:pt x="1038" y="434"/>
                      </a:lnTo>
                      <a:lnTo>
                        <a:pt x="1038" y="440"/>
                      </a:lnTo>
                      <a:lnTo>
                        <a:pt x="1040" y="440"/>
                      </a:lnTo>
                      <a:lnTo>
                        <a:pt x="1040" y="440"/>
                      </a:lnTo>
                      <a:lnTo>
                        <a:pt x="1040" y="444"/>
                      </a:lnTo>
                      <a:lnTo>
                        <a:pt x="1040" y="444"/>
                      </a:lnTo>
                      <a:lnTo>
                        <a:pt x="1044" y="442"/>
                      </a:lnTo>
                      <a:lnTo>
                        <a:pt x="1044" y="442"/>
                      </a:lnTo>
                      <a:lnTo>
                        <a:pt x="1046" y="442"/>
                      </a:lnTo>
                      <a:lnTo>
                        <a:pt x="1048" y="442"/>
                      </a:lnTo>
                      <a:lnTo>
                        <a:pt x="1048" y="442"/>
                      </a:lnTo>
                      <a:lnTo>
                        <a:pt x="1048" y="446"/>
                      </a:lnTo>
                      <a:lnTo>
                        <a:pt x="1048" y="446"/>
                      </a:lnTo>
                      <a:lnTo>
                        <a:pt x="1052" y="446"/>
                      </a:lnTo>
                      <a:lnTo>
                        <a:pt x="1052" y="448"/>
                      </a:lnTo>
                      <a:lnTo>
                        <a:pt x="1052" y="448"/>
                      </a:lnTo>
                      <a:lnTo>
                        <a:pt x="1050" y="448"/>
                      </a:lnTo>
                      <a:lnTo>
                        <a:pt x="1048" y="450"/>
                      </a:lnTo>
                      <a:lnTo>
                        <a:pt x="1048" y="450"/>
                      </a:lnTo>
                      <a:lnTo>
                        <a:pt x="1054" y="452"/>
                      </a:lnTo>
                      <a:lnTo>
                        <a:pt x="1054" y="454"/>
                      </a:lnTo>
                      <a:lnTo>
                        <a:pt x="1052" y="456"/>
                      </a:lnTo>
                      <a:lnTo>
                        <a:pt x="1052" y="456"/>
                      </a:lnTo>
                      <a:lnTo>
                        <a:pt x="1046" y="458"/>
                      </a:lnTo>
                      <a:lnTo>
                        <a:pt x="1046" y="458"/>
                      </a:lnTo>
                      <a:lnTo>
                        <a:pt x="1046" y="460"/>
                      </a:lnTo>
                      <a:lnTo>
                        <a:pt x="1046" y="460"/>
                      </a:lnTo>
                      <a:lnTo>
                        <a:pt x="1058" y="460"/>
                      </a:lnTo>
                      <a:lnTo>
                        <a:pt x="1058" y="460"/>
                      </a:lnTo>
                      <a:lnTo>
                        <a:pt x="1060" y="462"/>
                      </a:lnTo>
                      <a:lnTo>
                        <a:pt x="1060" y="462"/>
                      </a:lnTo>
                      <a:lnTo>
                        <a:pt x="1056" y="468"/>
                      </a:lnTo>
                      <a:lnTo>
                        <a:pt x="1056" y="468"/>
                      </a:lnTo>
                      <a:lnTo>
                        <a:pt x="1058" y="468"/>
                      </a:lnTo>
                      <a:lnTo>
                        <a:pt x="1058" y="468"/>
                      </a:lnTo>
                      <a:lnTo>
                        <a:pt x="1060" y="470"/>
                      </a:lnTo>
                      <a:lnTo>
                        <a:pt x="1058" y="472"/>
                      </a:lnTo>
                      <a:lnTo>
                        <a:pt x="1058" y="472"/>
                      </a:lnTo>
                      <a:lnTo>
                        <a:pt x="1062" y="472"/>
                      </a:lnTo>
                      <a:lnTo>
                        <a:pt x="1062" y="472"/>
                      </a:lnTo>
                      <a:lnTo>
                        <a:pt x="1064" y="476"/>
                      </a:lnTo>
                      <a:lnTo>
                        <a:pt x="1064" y="476"/>
                      </a:lnTo>
                      <a:lnTo>
                        <a:pt x="1068" y="476"/>
                      </a:lnTo>
                      <a:lnTo>
                        <a:pt x="1068" y="476"/>
                      </a:lnTo>
                      <a:lnTo>
                        <a:pt x="1066" y="482"/>
                      </a:lnTo>
                      <a:lnTo>
                        <a:pt x="1062" y="486"/>
                      </a:lnTo>
                      <a:lnTo>
                        <a:pt x="1062" y="486"/>
                      </a:lnTo>
                      <a:lnTo>
                        <a:pt x="1068" y="486"/>
                      </a:lnTo>
                      <a:lnTo>
                        <a:pt x="1068" y="486"/>
                      </a:lnTo>
                      <a:lnTo>
                        <a:pt x="1068" y="488"/>
                      </a:lnTo>
                      <a:lnTo>
                        <a:pt x="1070" y="490"/>
                      </a:lnTo>
                      <a:lnTo>
                        <a:pt x="1070" y="490"/>
                      </a:lnTo>
                      <a:lnTo>
                        <a:pt x="1074" y="490"/>
                      </a:lnTo>
                      <a:lnTo>
                        <a:pt x="1074" y="490"/>
                      </a:lnTo>
                      <a:lnTo>
                        <a:pt x="1076" y="494"/>
                      </a:lnTo>
                      <a:lnTo>
                        <a:pt x="1076" y="496"/>
                      </a:lnTo>
                      <a:lnTo>
                        <a:pt x="1076" y="496"/>
                      </a:lnTo>
                      <a:lnTo>
                        <a:pt x="1076" y="496"/>
                      </a:lnTo>
                      <a:lnTo>
                        <a:pt x="1076" y="498"/>
                      </a:lnTo>
                      <a:lnTo>
                        <a:pt x="1076" y="498"/>
                      </a:lnTo>
                      <a:lnTo>
                        <a:pt x="1074" y="498"/>
                      </a:lnTo>
                      <a:lnTo>
                        <a:pt x="1074" y="496"/>
                      </a:lnTo>
                      <a:lnTo>
                        <a:pt x="1074" y="496"/>
                      </a:lnTo>
                      <a:lnTo>
                        <a:pt x="1072" y="498"/>
                      </a:lnTo>
                      <a:lnTo>
                        <a:pt x="1072" y="498"/>
                      </a:lnTo>
                      <a:lnTo>
                        <a:pt x="1072" y="498"/>
                      </a:lnTo>
                      <a:lnTo>
                        <a:pt x="1066" y="498"/>
                      </a:lnTo>
                      <a:lnTo>
                        <a:pt x="1062" y="498"/>
                      </a:lnTo>
                      <a:lnTo>
                        <a:pt x="1062" y="500"/>
                      </a:lnTo>
                      <a:lnTo>
                        <a:pt x="1062" y="500"/>
                      </a:lnTo>
                      <a:lnTo>
                        <a:pt x="1066" y="502"/>
                      </a:lnTo>
                      <a:lnTo>
                        <a:pt x="1066" y="502"/>
                      </a:lnTo>
                      <a:lnTo>
                        <a:pt x="1064" y="508"/>
                      </a:lnTo>
                      <a:lnTo>
                        <a:pt x="1064" y="508"/>
                      </a:lnTo>
                      <a:lnTo>
                        <a:pt x="1068" y="506"/>
                      </a:lnTo>
                      <a:lnTo>
                        <a:pt x="1070" y="506"/>
                      </a:lnTo>
                      <a:lnTo>
                        <a:pt x="1070" y="510"/>
                      </a:lnTo>
                      <a:lnTo>
                        <a:pt x="1070" y="510"/>
                      </a:lnTo>
                      <a:lnTo>
                        <a:pt x="1068" y="510"/>
                      </a:lnTo>
                      <a:lnTo>
                        <a:pt x="1068" y="510"/>
                      </a:lnTo>
                      <a:lnTo>
                        <a:pt x="1068" y="510"/>
                      </a:lnTo>
                      <a:lnTo>
                        <a:pt x="1072" y="510"/>
                      </a:lnTo>
                      <a:lnTo>
                        <a:pt x="1072" y="510"/>
                      </a:lnTo>
                      <a:lnTo>
                        <a:pt x="1072" y="518"/>
                      </a:lnTo>
                      <a:lnTo>
                        <a:pt x="1072" y="518"/>
                      </a:lnTo>
                      <a:lnTo>
                        <a:pt x="1078" y="518"/>
                      </a:lnTo>
                      <a:lnTo>
                        <a:pt x="1082" y="518"/>
                      </a:lnTo>
                      <a:lnTo>
                        <a:pt x="1082" y="518"/>
                      </a:lnTo>
                      <a:lnTo>
                        <a:pt x="1086" y="522"/>
                      </a:lnTo>
                      <a:lnTo>
                        <a:pt x="1086" y="522"/>
                      </a:lnTo>
                      <a:lnTo>
                        <a:pt x="1088" y="522"/>
                      </a:lnTo>
                      <a:lnTo>
                        <a:pt x="1088" y="522"/>
                      </a:lnTo>
                      <a:lnTo>
                        <a:pt x="1088" y="528"/>
                      </a:lnTo>
                      <a:lnTo>
                        <a:pt x="1088" y="528"/>
                      </a:lnTo>
                      <a:lnTo>
                        <a:pt x="1088" y="530"/>
                      </a:lnTo>
                      <a:lnTo>
                        <a:pt x="1088" y="534"/>
                      </a:lnTo>
                      <a:lnTo>
                        <a:pt x="1088" y="534"/>
                      </a:lnTo>
                      <a:lnTo>
                        <a:pt x="1100" y="534"/>
                      </a:lnTo>
                      <a:lnTo>
                        <a:pt x="1100" y="534"/>
                      </a:lnTo>
                      <a:lnTo>
                        <a:pt x="1100" y="538"/>
                      </a:lnTo>
                      <a:lnTo>
                        <a:pt x="1100" y="538"/>
                      </a:lnTo>
                      <a:lnTo>
                        <a:pt x="1104" y="534"/>
                      </a:lnTo>
                      <a:lnTo>
                        <a:pt x="1104" y="534"/>
                      </a:lnTo>
                      <a:lnTo>
                        <a:pt x="1104" y="536"/>
                      </a:lnTo>
                      <a:lnTo>
                        <a:pt x="1106" y="536"/>
                      </a:lnTo>
                      <a:lnTo>
                        <a:pt x="1106" y="536"/>
                      </a:lnTo>
                      <a:lnTo>
                        <a:pt x="1106" y="534"/>
                      </a:lnTo>
                      <a:lnTo>
                        <a:pt x="1108" y="534"/>
                      </a:lnTo>
                      <a:lnTo>
                        <a:pt x="1108" y="534"/>
                      </a:lnTo>
                      <a:lnTo>
                        <a:pt x="1108" y="540"/>
                      </a:lnTo>
                      <a:lnTo>
                        <a:pt x="1110" y="540"/>
                      </a:lnTo>
                      <a:lnTo>
                        <a:pt x="1110" y="540"/>
                      </a:lnTo>
                      <a:lnTo>
                        <a:pt x="1114" y="544"/>
                      </a:lnTo>
                      <a:lnTo>
                        <a:pt x="1118" y="546"/>
                      </a:lnTo>
                      <a:lnTo>
                        <a:pt x="1118" y="546"/>
                      </a:lnTo>
                      <a:lnTo>
                        <a:pt x="1120" y="542"/>
                      </a:lnTo>
                      <a:lnTo>
                        <a:pt x="1120" y="542"/>
                      </a:lnTo>
                      <a:lnTo>
                        <a:pt x="1122" y="540"/>
                      </a:lnTo>
                      <a:lnTo>
                        <a:pt x="1122" y="540"/>
                      </a:lnTo>
                      <a:lnTo>
                        <a:pt x="1124" y="546"/>
                      </a:lnTo>
                      <a:lnTo>
                        <a:pt x="1124" y="546"/>
                      </a:lnTo>
                      <a:lnTo>
                        <a:pt x="1126" y="548"/>
                      </a:lnTo>
                      <a:lnTo>
                        <a:pt x="1126" y="548"/>
                      </a:lnTo>
                      <a:lnTo>
                        <a:pt x="1130" y="546"/>
                      </a:lnTo>
                      <a:lnTo>
                        <a:pt x="1130" y="546"/>
                      </a:lnTo>
                      <a:lnTo>
                        <a:pt x="1126" y="550"/>
                      </a:lnTo>
                      <a:lnTo>
                        <a:pt x="1124" y="554"/>
                      </a:lnTo>
                      <a:lnTo>
                        <a:pt x="1124" y="554"/>
                      </a:lnTo>
                      <a:lnTo>
                        <a:pt x="1120" y="554"/>
                      </a:lnTo>
                      <a:lnTo>
                        <a:pt x="1118" y="556"/>
                      </a:lnTo>
                      <a:lnTo>
                        <a:pt x="1118" y="556"/>
                      </a:lnTo>
                      <a:lnTo>
                        <a:pt x="1114" y="556"/>
                      </a:lnTo>
                      <a:lnTo>
                        <a:pt x="1112" y="556"/>
                      </a:lnTo>
                      <a:lnTo>
                        <a:pt x="1112" y="556"/>
                      </a:lnTo>
                      <a:lnTo>
                        <a:pt x="1110" y="560"/>
                      </a:lnTo>
                      <a:lnTo>
                        <a:pt x="1110" y="560"/>
                      </a:lnTo>
                      <a:lnTo>
                        <a:pt x="1106" y="560"/>
                      </a:lnTo>
                      <a:lnTo>
                        <a:pt x="1106" y="560"/>
                      </a:lnTo>
                      <a:lnTo>
                        <a:pt x="1098" y="566"/>
                      </a:lnTo>
                      <a:lnTo>
                        <a:pt x="1098" y="566"/>
                      </a:lnTo>
                      <a:lnTo>
                        <a:pt x="1088" y="566"/>
                      </a:lnTo>
                      <a:lnTo>
                        <a:pt x="1088" y="566"/>
                      </a:lnTo>
                      <a:lnTo>
                        <a:pt x="1090" y="576"/>
                      </a:lnTo>
                      <a:lnTo>
                        <a:pt x="1090" y="576"/>
                      </a:lnTo>
                      <a:lnTo>
                        <a:pt x="1094" y="576"/>
                      </a:lnTo>
                      <a:lnTo>
                        <a:pt x="1094" y="576"/>
                      </a:lnTo>
                      <a:lnTo>
                        <a:pt x="1094" y="572"/>
                      </a:lnTo>
                      <a:lnTo>
                        <a:pt x="1096" y="570"/>
                      </a:lnTo>
                      <a:lnTo>
                        <a:pt x="1096" y="570"/>
                      </a:lnTo>
                      <a:lnTo>
                        <a:pt x="1098" y="570"/>
                      </a:lnTo>
                      <a:lnTo>
                        <a:pt x="1102" y="568"/>
                      </a:lnTo>
                      <a:lnTo>
                        <a:pt x="1102" y="568"/>
                      </a:lnTo>
                      <a:lnTo>
                        <a:pt x="1108" y="564"/>
                      </a:lnTo>
                      <a:lnTo>
                        <a:pt x="1114" y="560"/>
                      </a:lnTo>
                      <a:lnTo>
                        <a:pt x="1114" y="560"/>
                      </a:lnTo>
                      <a:lnTo>
                        <a:pt x="1118" y="560"/>
                      </a:lnTo>
                      <a:lnTo>
                        <a:pt x="1122" y="560"/>
                      </a:lnTo>
                      <a:lnTo>
                        <a:pt x="1122" y="556"/>
                      </a:lnTo>
                      <a:lnTo>
                        <a:pt x="1122" y="556"/>
                      </a:lnTo>
                      <a:lnTo>
                        <a:pt x="1126" y="556"/>
                      </a:lnTo>
                      <a:lnTo>
                        <a:pt x="1132" y="556"/>
                      </a:lnTo>
                      <a:lnTo>
                        <a:pt x="1132" y="556"/>
                      </a:lnTo>
                      <a:lnTo>
                        <a:pt x="1134" y="560"/>
                      </a:lnTo>
                      <a:lnTo>
                        <a:pt x="1134" y="560"/>
                      </a:lnTo>
                      <a:lnTo>
                        <a:pt x="1142" y="564"/>
                      </a:lnTo>
                      <a:lnTo>
                        <a:pt x="1142" y="564"/>
                      </a:lnTo>
                      <a:lnTo>
                        <a:pt x="1142" y="568"/>
                      </a:lnTo>
                      <a:lnTo>
                        <a:pt x="1144" y="568"/>
                      </a:lnTo>
                      <a:lnTo>
                        <a:pt x="1144" y="568"/>
                      </a:lnTo>
                      <a:lnTo>
                        <a:pt x="1144" y="566"/>
                      </a:lnTo>
                      <a:lnTo>
                        <a:pt x="1144" y="566"/>
                      </a:lnTo>
                      <a:lnTo>
                        <a:pt x="1148" y="564"/>
                      </a:lnTo>
                      <a:lnTo>
                        <a:pt x="1148" y="564"/>
                      </a:lnTo>
                      <a:lnTo>
                        <a:pt x="1148" y="566"/>
                      </a:lnTo>
                      <a:lnTo>
                        <a:pt x="1150" y="566"/>
                      </a:lnTo>
                      <a:lnTo>
                        <a:pt x="1150" y="566"/>
                      </a:lnTo>
                      <a:lnTo>
                        <a:pt x="1150" y="572"/>
                      </a:lnTo>
                      <a:lnTo>
                        <a:pt x="1150" y="574"/>
                      </a:lnTo>
                      <a:lnTo>
                        <a:pt x="1148" y="576"/>
                      </a:lnTo>
                      <a:lnTo>
                        <a:pt x="1148" y="578"/>
                      </a:lnTo>
                      <a:lnTo>
                        <a:pt x="1148" y="578"/>
                      </a:lnTo>
                      <a:lnTo>
                        <a:pt x="1150" y="578"/>
                      </a:lnTo>
                      <a:lnTo>
                        <a:pt x="1148" y="578"/>
                      </a:lnTo>
                      <a:lnTo>
                        <a:pt x="1148" y="578"/>
                      </a:lnTo>
                      <a:lnTo>
                        <a:pt x="1150" y="582"/>
                      </a:lnTo>
                      <a:lnTo>
                        <a:pt x="1148" y="588"/>
                      </a:lnTo>
                      <a:lnTo>
                        <a:pt x="1146" y="588"/>
                      </a:lnTo>
                      <a:lnTo>
                        <a:pt x="1146" y="590"/>
                      </a:lnTo>
                      <a:lnTo>
                        <a:pt x="1146" y="590"/>
                      </a:lnTo>
                      <a:lnTo>
                        <a:pt x="1144" y="590"/>
                      </a:lnTo>
                      <a:lnTo>
                        <a:pt x="1144" y="590"/>
                      </a:lnTo>
                      <a:lnTo>
                        <a:pt x="1142" y="594"/>
                      </a:lnTo>
                      <a:lnTo>
                        <a:pt x="1142" y="594"/>
                      </a:lnTo>
                      <a:lnTo>
                        <a:pt x="1138" y="594"/>
                      </a:lnTo>
                      <a:lnTo>
                        <a:pt x="1134" y="598"/>
                      </a:lnTo>
                      <a:lnTo>
                        <a:pt x="1134" y="598"/>
                      </a:lnTo>
                      <a:lnTo>
                        <a:pt x="1132" y="598"/>
                      </a:lnTo>
                      <a:lnTo>
                        <a:pt x="1130" y="598"/>
                      </a:lnTo>
                      <a:lnTo>
                        <a:pt x="1130" y="598"/>
                      </a:lnTo>
                      <a:lnTo>
                        <a:pt x="1126" y="598"/>
                      </a:lnTo>
                      <a:lnTo>
                        <a:pt x="1124" y="600"/>
                      </a:lnTo>
                      <a:lnTo>
                        <a:pt x="1122" y="602"/>
                      </a:lnTo>
                      <a:lnTo>
                        <a:pt x="1118" y="600"/>
                      </a:lnTo>
                      <a:lnTo>
                        <a:pt x="1118" y="600"/>
                      </a:lnTo>
                      <a:lnTo>
                        <a:pt x="1118" y="600"/>
                      </a:lnTo>
                      <a:lnTo>
                        <a:pt x="1116" y="600"/>
                      </a:lnTo>
                      <a:lnTo>
                        <a:pt x="1116" y="600"/>
                      </a:lnTo>
                      <a:lnTo>
                        <a:pt x="1116" y="602"/>
                      </a:lnTo>
                      <a:lnTo>
                        <a:pt x="1116" y="602"/>
                      </a:lnTo>
                      <a:lnTo>
                        <a:pt x="1112" y="604"/>
                      </a:lnTo>
                      <a:lnTo>
                        <a:pt x="1112" y="604"/>
                      </a:lnTo>
                      <a:lnTo>
                        <a:pt x="1112" y="608"/>
                      </a:lnTo>
                      <a:lnTo>
                        <a:pt x="1112" y="608"/>
                      </a:lnTo>
                      <a:lnTo>
                        <a:pt x="1108" y="612"/>
                      </a:lnTo>
                      <a:lnTo>
                        <a:pt x="1108" y="612"/>
                      </a:lnTo>
                      <a:lnTo>
                        <a:pt x="1108" y="614"/>
                      </a:lnTo>
                      <a:lnTo>
                        <a:pt x="1108" y="616"/>
                      </a:lnTo>
                      <a:lnTo>
                        <a:pt x="1108" y="616"/>
                      </a:lnTo>
                      <a:lnTo>
                        <a:pt x="1106" y="618"/>
                      </a:lnTo>
                      <a:lnTo>
                        <a:pt x="1104" y="620"/>
                      </a:lnTo>
                      <a:lnTo>
                        <a:pt x="1100" y="620"/>
                      </a:lnTo>
                      <a:lnTo>
                        <a:pt x="1100" y="620"/>
                      </a:lnTo>
                      <a:lnTo>
                        <a:pt x="1100" y="624"/>
                      </a:lnTo>
                      <a:lnTo>
                        <a:pt x="1100" y="624"/>
                      </a:lnTo>
                      <a:lnTo>
                        <a:pt x="1098" y="626"/>
                      </a:lnTo>
                      <a:lnTo>
                        <a:pt x="1098" y="626"/>
                      </a:lnTo>
                      <a:lnTo>
                        <a:pt x="1090" y="626"/>
                      </a:lnTo>
                      <a:lnTo>
                        <a:pt x="1090" y="626"/>
                      </a:lnTo>
                      <a:lnTo>
                        <a:pt x="1088" y="630"/>
                      </a:lnTo>
                      <a:lnTo>
                        <a:pt x="1088" y="630"/>
                      </a:lnTo>
                      <a:lnTo>
                        <a:pt x="1086" y="630"/>
                      </a:lnTo>
                      <a:lnTo>
                        <a:pt x="1084" y="630"/>
                      </a:lnTo>
                      <a:lnTo>
                        <a:pt x="1082" y="628"/>
                      </a:lnTo>
                      <a:lnTo>
                        <a:pt x="1082" y="628"/>
                      </a:lnTo>
                      <a:lnTo>
                        <a:pt x="1078" y="628"/>
                      </a:lnTo>
                      <a:lnTo>
                        <a:pt x="1078" y="628"/>
                      </a:lnTo>
                      <a:lnTo>
                        <a:pt x="1078" y="630"/>
                      </a:lnTo>
                      <a:lnTo>
                        <a:pt x="1078" y="630"/>
                      </a:lnTo>
                      <a:lnTo>
                        <a:pt x="1078" y="632"/>
                      </a:lnTo>
                      <a:lnTo>
                        <a:pt x="1076" y="632"/>
                      </a:lnTo>
                      <a:lnTo>
                        <a:pt x="1076" y="630"/>
                      </a:lnTo>
                      <a:lnTo>
                        <a:pt x="1076" y="630"/>
                      </a:lnTo>
                      <a:lnTo>
                        <a:pt x="1072" y="632"/>
                      </a:lnTo>
                      <a:lnTo>
                        <a:pt x="1072" y="632"/>
                      </a:lnTo>
                      <a:lnTo>
                        <a:pt x="1070" y="626"/>
                      </a:lnTo>
                      <a:lnTo>
                        <a:pt x="1070" y="626"/>
                      </a:lnTo>
                      <a:lnTo>
                        <a:pt x="1064" y="628"/>
                      </a:lnTo>
                      <a:lnTo>
                        <a:pt x="1060" y="628"/>
                      </a:lnTo>
                      <a:lnTo>
                        <a:pt x="1058" y="628"/>
                      </a:lnTo>
                      <a:lnTo>
                        <a:pt x="1052" y="626"/>
                      </a:lnTo>
                      <a:lnTo>
                        <a:pt x="1052" y="626"/>
                      </a:lnTo>
                      <a:lnTo>
                        <a:pt x="1050" y="630"/>
                      </a:lnTo>
                      <a:lnTo>
                        <a:pt x="1050" y="630"/>
                      </a:lnTo>
                      <a:lnTo>
                        <a:pt x="1046" y="630"/>
                      </a:lnTo>
                      <a:lnTo>
                        <a:pt x="1042" y="628"/>
                      </a:lnTo>
                      <a:lnTo>
                        <a:pt x="1042" y="628"/>
                      </a:lnTo>
                      <a:lnTo>
                        <a:pt x="1040" y="630"/>
                      </a:lnTo>
                      <a:lnTo>
                        <a:pt x="1036" y="630"/>
                      </a:lnTo>
                      <a:lnTo>
                        <a:pt x="1036" y="630"/>
                      </a:lnTo>
                      <a:lnTo>
                        <a:pt x="1034" y="630"/>
                      </a:lnTo>
                      <a:lnTo>
                        <a:pt x="1032" y="628"/>
                      </a:lnTo>
                      <a:lnTo>
                        <a:pt x="1032" y="628"/>
                      </a:lnTo>
                      <a:lnTo>
                        <a:pt x="1030" y="630"/>
                      </a:lnTo>
                      <a:lnTo>
                        <a:pt x="1030" y="630"/>
                      </a:lnTo>
                      <a:lnTo>
                        <a:pt x="1020" y="630"/>
                      </a:lnTo>
                      <a:lnTo>
                        <a:pt x="1020" y="630"/>
                      </a:lnTo>
                      <a:lnTo>
                        <a:pt x="1020" y="630"/>
                      </a:lnTo>
                      <a:lnTo>
                        <a:pt x="1006" y="628"/>
                      </a:lnTo>
                      <a:lnTo>
                        <a:pt x="1006" y="630"/>
                      </a:lnTo>
                      <a:lnTo>
                        <a:pt x="1006" y="630"/>
                      </a:lnTo>
                      <a:lnTo>
                        <a:pt x="1002" y="634"/>
                      </a:lnTo>
                      <a:lnTo>
                        <a:pt x="1002" y="634"/>
                      </a:lnTo>
                      <a:lnTo>
                        <a:pt x="1000" y="632"/>
                      </a:lnTo>
                      <a:lnTo>
                        <a:pt x="1000" y="634"/>
                      </a:lnTo>
                      <a:lnTo>
                        <a:pt x="998" y="634"/>
                      </a:lnTo>
                      <a:lnTo>
                        <a:pt x="998" y="634"/>
                      </a:lnTo>
                      <a:lnTo>
                        <a:pt x="998" y="638"/>
                      </a:lnTo>
                      <a:lnTo>
                        <a:pt x="996" y="644"/>
                      </a:lnTo>
                      <a:lnTo>
                        <a:pt x="996" y="644"/>
                      </a:lnTo>
                      <a:lnTo>
                        <a:pt x="992" y="646"/>
                      </a:lnTo>
                      <a:lnTo>
                        <a:pt x="990" y="646"/>
                      </a:lnTo>
                      <a:lnTo>
                        <a:pt x="990" y="646"/>
                      </a:lnTo>
                      <a:lnTo>
                        <a:pt x="988" y="648"/>
                      </a:lnTo>
                      <a:lnTo>
                        <a:pt x="988" y="650"/>
                      </a:lnTo>
                      <a:lnTo>
                        <a:pt x="988" y="650"/>
                      </a:lnTo>
                      <a:lnTo>
                        <a:pt x="986" y="652"/>
                      </a:lnTo>
                      <a:lnTo>
                        <a:pt x="984" y="652"/>
                      </a:lnTo>
                      <a:lnTo>
                        <a:pt x="984" y="652"/>
                      </a:lnTo>
                      <a:lnTo>
                        <a:pt x="984" y="652"/>
                      </a:lnTo>
                      <a:lnTo>
                        <a:pt x="982" y="654"/>
                      </a:lnTo>
                      <a:lnTo>
                        <a:pt x="982" y="656"/>
                      </a:lnTo>
                      <a:lnTo>
                        <a:pt x="982" y="656"/>
                      </a:lnTo>
                      <a:lnTo>
                        <a:pt x="980" y="658"/>
                      </a:lnTo>
                      <a:lnTo>
                        <a:pt x="976" y="658"/>
                      </a:lnTo>
                      <a:lnTo>
                        <a:pt x="976" y="658"/>
                      </a:lnTo>
                      <a:lnTo>
                        <a:pt x="974" y="660"/>
                      </a:lnTo>
                      <a:lnTo>
                        <a:pt x="974" y="660"/>
                      </a:lnTo>
                      <a:lnTo>
                        <a:pt x="972" y="662"/>
                      </a:lnTo>
                      <a:lnTo>
                        <a:pt x="972" y="662"/>
                      </a:lnTo>
                      <a:lnTo>
                        <a:pt x="968" y="666"/>
                      </a:lnTo>
                      <a:lnTo>
                        <a:pt x="968" y="668"/>
                      </a:lnTo>
                      <a:lnTo>
                        <a:pt x="966" y="670"/>
                      </a:lnTo>
                      <a:lnTo>
                        <a:pt x="966" y="670"/>
                      </a:lnTo>
                      <a:lnTo>
                        <a:pt x="960" y="670"/>
                      </a:lnTo>
                      <a:lnTo>
                        <a:pt x="960" y="670"/>
                      </a:lnTo>
                      <a:lnTo>
                        <a:pt x="964" y="672"/>
                      </a:lnTo>
                      <a:lnTo>
                        <a:pt x="964" y="672"/>
                      </a:lnTo>
                      <a:lnTo>
                        <a:pt x="960" y="684"/>
                      </a:lnTo>
                      <a:lnTo>
                        <a:pt x="954" y="694"/>
                      </a:lnTo>
                      <a:lnTo>
                        <a:pt x="954" y="694"/>
                      </a:lnTo>
                      <a:lnTo>
                        <a:pt x="956" y="694"/>
                      </a:lnTo>
                      <a:lnTo>
                        <a:pt x="956" y="692"/>
                      </a:lnTo>
                      <a:lnTo>
                        <a:pt x="958" y="692"/>
                      </a:lnTo>
                      <a:lnTo>
                        <a:pt x="958" y="692"/>
                      </a:lnTo>
                      <a:lnTo>
                        <a:pt x="964" y="684"/>
                      </a:lnTo>
                      <a:lnTo>
                        <a:pt x="964" y="684"/>
                      </a:lnTo>
                      <a:lnTo>
                        <a:pt x="964" y="680"/>
                      </a:lnTo>
                      <a:lnTo>
                        <a:pt x="966" y="678"/>
                      </a:lnTo>
                      <a:lnTo>
                        <a:pt x="966" y="678"/>
                      </a:lnTo>
                      <a:lnTo>
                        <a:pt x="970" y="676"/>
                      </a:lnTo>
                      <a:lnTo>
                        <a:pt x="974" y="676"/>
                      </a:lnTo>
                      <a:lnTo>
                        <a:pt x="974" y="676"/>
                      </a:lnTo>
                      <a:lnTo>
                        <a:pt x="974" y="672"/>
                      </a:lnTo>
                      <a:lnTo>
                        <a:pt x="974" y="670"/>
                      </a:lnTo>
                      <a:lnTo>
                        <a:pt x="974" y="670"/>
                      </a:lnTo>
                      <a:lnTo>
                        <a:pt x="978" y="668"/>
                      </a:lnTo>
                      <a:lnTo>
                        <a:pt x="984" y="666"/>
                      </a:lnTo>
                      <a:lnTo>
                        <a:pt x="984" y="666"/>
                      </a:lnTo>
                      <a:lnTo>
                        <a:pt x="988" y="660"/>
                      </a:lnTo>
                      <a:lnTo>
                        <a:pt x="988" y="660"/>
                      </a:lnTo>
                      <a:lnTo>
                        <a:pt x="990" y="660"/>
                      </a:lnTo>
                      <a:lnTo>
                        <a:pt x="990" y="660"/>
                      </a:lnTo>
                      <a:lnTo>
                        <a:pt x="992" y="656"/>
                      </a:lnTo>
                      <a:lnTo>
                        <a:pt x="992" y="656"/>
                      </a:lnTo>
                      <a:lnTo>
                        <a:pt x="998" y="656"/>
                      </a:lnTo>
                      <a:lnTo>
                        <a:pt x="998" y="656"/>
                      </a:lnTo>
                      <a:lnTo>
                        <a:pt x="1000" y="652"/>
                      </a:lnTo>
                      <a:lnTo>
                        <a:pt x="1000" y="652"/>
                      </a:lnTo>
                      <a:lnTo>
                        <a:pt x="1006" y="650"/>
                      </a:lnTo>
                      <a:lnTo>
                        <a:pt x="1014" y="648"/>
                      </a:lnTo>
                      <a:lnTo>
                        <a:pt x="1018" y="646"/>
                      </a:lnTo>
                      <a:lnTo>
                        <a:pt x="1018" y="646"/>
                      </a:lnTo>
                      <a:lnTo>
                        <a:pt x="1020" y="646"/>
                      </a:lnTo>
                      <a:lnTo>
                        <a:pt x="1020" y="648"/>
                      </a:lnTo>
                      <a:lnTo>
                        <a:pt x="1020" y="648"/>
                      </a:lnTo>
                      <a:lnTo>
                        <a:pt x="1026" y="648"/>
                      </a:lnTo>
                      <a:lnTo>
                        <a:pt x="1032" y="648"/>
                      </a:lnTo>
                      <a:lnTo>
                        <a:pt x="1032" y="648"/>
                      </a:lnTo>
                      <a:lnTo>
                        <a:pt x="1034" y="648"/>
                      </a:lnTo>
                      <a:lnTo>
                        <a:pt x="1034" y="650"/>
                      </a:lnTo>
                      <a:lnTo>
                        <a:pt x="1036" y="652"/>
                      </a:lnTo>
                      <a:lnTo>
                        <a:pt x="1036" y="652"/>
                      </a:lnTo>
                      <a:lnTo>
                        <a:pt x="1038" y="654"/>
                      </a:lnTo>
                      <a:lnTo>
                        <a:pt x="1038" y="654"/>
                      </a:lnTo>
                      <a:lnTo>
                        <a:pt x="1038" y="658"/>
                      </a:lnTo>
                      <a:lnTo>
                        <a:pt x="1038" y="658"/>
                      </a:lnTo>
                      <a:lnTo>
                        <a:pt x="1034" y="656"/>
                      </a:lnTo>
                      <a:lnTo>
                        <a:pt x="1034" y="656"/>
                      </a:lnTo>
                      <a:lnTo>
                        <a:pt x="1036" y="662"/>
                      </a:lnTo>
                      <a:lnTo>
                        <a:pt x="1034" y="668"/>
                      </a:lnTo>
                      <a:lnTo>
                        <a:pt x="1034" y="668"/>
                      </a:lnTo>
                      <a:lnTo>
                        <a:pt x="1028" y="666"/>
                      </a:lnTo>
                      <a:lnTo>
                        <a:pt x="1028" y="666"/>
                      </a:lnTo>
                      <a:lnTo>
                        <a:pt x="1028" y="676"/>
                      </a:lnTo>
                      <a:lnTo>
                        <a:pt x="1028" y="676"/>
                      </a:lnTo>
                      <a:lnTo>
                        <a:pt x="1022" y="676"/>
                      </a:lnTo>
                      <a:lnTo>
                        <a:pt x="1022" y="678"/>
                      </a:lnTo>
                      <a:lnTo>
                        <a:pt x="1022" y="678"/>
                      </a:lnTo>
                      <a:lnTo>
                        <a:pt x="1018" y="678"/>
                      </a:lnTo>
                      <a:lnTo>
                        <a:pt x="1018" y="678"/>
                      </a:lnTo>
                      <a:lnTo>
                        <a:pt x="1018" y="674"/>
                      </a:lnTo>
                      <a:lnTo>
                        <a:pt x="1018" y="672"/>
                      </a:lnTo>
                      <a:lnTo>
                        <a:pt x="1018" y="672"/>
                      </a:lnTo>
                      <a:lnTo>
                        <a:pt x="1014" y="670"/>
                      </a:lnTo>
                      <a:lnTo>
                        <a:pt x="1014" y="670"/>
                      </a:lnTo>
                      <a:lnTo>
                        <a:pt x="1014" y="672"/>
                      </a:lnTo>
                      <a:lnTo>
                        <a:pt x="1012" y="674"/>
                      </a:lnTo>
                      <a:lnTo>
                        <a:pt x="1012" y="676"/>
                      </a:lnTo>
                      <a:lnTo>
                        <a:pt x="1012" y="676"/>
                      </a:lnTo>
                      <a:lnTo>
                        <a:pt x="1016" y="678"/>
                      </a:lnTo>
                      <a:lnTo>
                        <a:pt x="1016" y="680"/>
                      </a:lnTo>
                      <a:lnTo>
                        <a:pt x="1016" y="680"/>
                      </a:lnTo>
                      <a:lnTo>
                        <a:pt x="1014" y="680"/>
                      </a:lnTo>
                      <a:lnTo>
                        <a:pt x="1014" y="682"/>
                      </a:lnTo>
                      <a:lnTo>
                        <a:pt x="1016" y="684"/>
                      </a:lnTo>
                      <a:lnTo>
                        <a:pt x="1020" y="684"/>
                      </a:lnTo>
                      <a:lnTo>
                        <a:pt x="1020" y="684"/>
                      </a:lnTo>
                      <a:lnTo>
                        <a:pt x="1024" y="680"/>
                      </a:lnTo>
                      <a:lnTo>
                        <a:pt x="1024" y="680"/>
                      </a:lnTo>
                      <a:lnTo>
                        <a:pt x="1028" y="680"/>
                      </a:lnTo>
                      <a:lnTo>
                        <a:pt x="1032" y="680"/>
                      </a:lnTo>
                      <a:lnTo>
                        <a:pt x="1032" y="680"/>
                      </a:lnTo>
                      <a:lnTo>
                        <a:pt x="1032" y="682"/>
                      </a:lnTo>
                      <a:lnTo>
                        <a:pt x="1032" y="684"/>
                      </a:lnTo>
                      <a:lnTo>
                        <a:pt x="1030" y="686"/>
                      </a:lnTo>
                      <a:lnTo>
                        <a:pt x="1030" y="686"/>
                      </a:lnTo>
                      <a:lnTo>
                        <a:pt x="1030" y="690"/>
                      </a:lnTo>
                      <a:lnTo>
                        <a:pt x="1030" y="692"/>
                      </a:lnTo>
                      <a:lnTo>
                        <a:pt x="1030" y="692"/>
                      </a:lnTo>
                      <a:lnTo>
                        <a:pt x="1028" y="692"/>
                      </a:lnTo>
                      <a:lnTo>
                        <a:pt x="1026" y="696"/>
                      </a:lnTo>
                      <a:lnTo>
                        <a:pt x="1026" y="696"/>
                      </a:lnTo>
                      <a:lnTo>
                        <a:pt x="1024" y="696"/>
                      </a:lnTo>
                      <a:lnTo>
                        <a:pt x="1026" y="696"/>
                      </a:lnTo>
                      <a:lnTo>
                        <a:pt x="1028" y="698"/>
                      </a:lnTo>
                      <a:lnTo>
                        <a:pt x="1028" y="698"/>
                      </a:lnTo>
                      <a:lnTo>
                        <a:pt x="1034" y="696"/>
                      </a:lnTo>
                      <a:lnTo>
                        <a:pt x="1034" y="696"/>
                      </a:lnTo>
                      <a:lnTo>
                        <a:pt x="1034" y="700"/>
                      </a:lnTo>
                      <a:lnTo>
                        <a:pt x="1032" y="700"/>
                      </a:lnTo>
                      <a:lnTo>
                        <a:pt x="1032" y="700"/>
                      </a:lnTo>
                      <a:lnTo>
                        <a:pt x="1032" y="710"/>
                      </a:lnTo>
                      <a:lnTo>
                        <a:pt x="1032" y="710"/>
                      </a:lnTo>
                      <a:lnTo>
                        <a:pt x="1034" y="710"/>
                      </a:lnTo>
                      <a:lnTo>
                        <a:pt x="1034" y="710"/>
                      </a:lnTo>
                      <a:lnTo>
                        <a:pt x="1034" y="714"/>
                      </a:lnTo>
                      <a:lnTo>
                        <a:pt x="1034" y="714"/>
                      </a:lnTo>
                      <a:lnTo>
                        <a:pt x="1046" y="716"/>
                      </a:lnTo>
                      <a:lnTo>
                        <a:pt x="1046" y="716"/>
                      </a:lnTo>
                      <a:lnTo>
                        <a:pt x="1044" y="718"/>
                      </a:lnTo>
                      <a:lnTo>
                        <a:pt x="1044" y="718"/>
                      </a:lnTo>
                      <a:lnTo>
                        <a:pt x="1040" y="720"/>
                      </a:lnTo>
                      <a:lnTo>
                        <a:pt x="1042" y="722"/>
                      </a:lnTo>
                      <a:lnTo>
                        <a:pt x="1042" y="722"/>
                      </a:lnTo>
                      <a:lnTo>
                        <a:pt x="1044" y="722"/>
                      </a:lnTo>
                      <a:lnTo>
                        <a:pt x="1044" y="720"/>
                      </a:lnTo>
                      <a:lnTo>
                        <a:pt x="1046" y="720"/>
                      </a:lnTo>
                      <a:lnTo>
                        <a:pt x="1046" y="720"/>
                      </a:lnTo>
                      <a:lnTo>
                        <a:pt x="1052" y="724"/>
                      </a:lnTo>
                      <a:lnTo>
                        <a:pt x="1052" y="724"/>
                      </a:lnTo>
                      <a:lnTo>
                        <a:pt x="1056" y="724"/>
                      </a:lnTo>
                      <a:lnTo>
                        <a:pt x="1056" y="724"/>
                      </a:lnTo>
                      <a:lnTo>
                        <a:pt x="1056" y="728"/>
                      </a:lnTo>
                      <a:lnTo>
                        <a:pt x="1056" y="728"/>
                      </a:lnTo>
                      <a:lnTo>
                        <a:pt x="1060" y="728"/>
                      </a:lnTo>
                      <a:lnTo>
                        <a:pt x="1060" y="728"/>
                      </a:lnTo>
                      <a:lnTo>
                        <a:pt x="1064" y="724"/>
                      </a:lnTo>
                      <a:lnTo>
                        <a:pt x="1068" y="720"/>
                      </a:lnTo>
                      <a:lnTo>
                        <a:pt x="1068" y="720"/>
                      </a:lnTo>
                      <a:lnTo>
                        <a:pt x="1070" y="720"/>
                      </a:lnTo>
                      <a:lnTo>
                        <a:pt x="1070" y="720"/>
                      </a:lnTo>
                      <a:lnTo>
                        <a:pt x="1070" y="728"/>
                      </a:lnTo>
                      <a:lnTo>
                        <a:pt x="1070" y="728"/>
                      </a:lnTo>
                      <a:lnTo>
                        <a:pt x="1074" y="728"/>
                      </a:lnTo>
                      <a:lnTo>
                        <a:pt x="1074" y="728"/>
                      </a:lnTo>
                      <a:lnTo>
                        <a:pt x="1074" y="730"/>
                      </a:lnTo>
                      <a:lnTo>
                        <a:pt x="1074" y="730"/>
                      </a:lnTo>
                      <a:close/>
                      <a:moveTo>
                        <a:pt x="1206" y="678"/>
                      </a:moveTo>
                      <a:lnTo>
                        <a:pt x="1206" y="678"/>
                      </a:lnTo>
                      <a:lnTo>
                        <a:pt x="1206" y="682"/>
                      </a:lnTo>
                      <a:lnTo>
                        <a:pt x="1206" y="682"/>
                      </a:lnTo>
                      <a:lnTo>
                        <a:pt x="1202" y="682"/>
                      </a:lnTo>
                      <a:lnTo>
                        <a:pt x="1200" y="680"/>
                      </a:lnTo>
                      <a:lnTo>
                        <a:pt x="1200" y="676"/>
                      </a:lnTo>
                      <a:lnTo>
                        <a:pt x="1200" y="676"/>
                      </a:lnTo>
                      <a:lnTo>
                        <a:pt x="1206" y="670"/>
                      </a:lnTo>
                      <a:lnTo>
                        <a:pt x="1206" y="670"/>
                      </a:lnTo>
                      <a:lnTo>
                        <a:pt x="1206" y="666"/>
                      </a:lnTo>
                      <a:lnTo>
                        <a:pt x="1206" y="666"/>
                      </a:lnTo>
                      <a:lnTo>
                        <a:pt x="1202" y="668"/>
                      </a:lnTo>
                      <a:lnTo>
                        <a:pt x="1202" y="670"/>
                      </a:lnTo>
                      <a:lnTo>
                        <a:pt x="1202" y="670"/>
                      </a:lnTo>
                      <a:lnTo>
                        <a:pt x="1200" y="672"/>
                      </a:lnTo>
                      <a:lnTo>
                        <a:pt x="1200" y="672"/>
                      </a:lnTo>
                      <a:lnTo>
                        <a:pt x="1198" y="676"/>
                      </a:lnTo>
                      <a:lnTo>
                        <a:pt x="1198" y="680"/>
                      </a:lnTo>
                      <a:lnTo>
                        <a:pt x="1198" y="680"/>
                      </a:lnTo>
                      <a:lnTo>
                        <a:pt x="1192" y="680"/>
                      </a:lnTo>
                      <a:lnTo>
                        <a:pt x="1192" y="676"/>
                      </a:lnTo>
                      <a:lnTo>
                        <a:pt x="1192" y="676"/>
                      </a:lnTo>
                      <a:lnTo>
                        <a:pt x="1196" y="676"/>
                      </a:lnTo>
                      <a:lnTo>
                        <a:pt x="1196" y="676"/>
                      </a:lnTo>
                      <a:lnTo>
                        <a:pt x="1196" y="672"/>
                      </a:lnTo>
                      <a:lnTo>
                        <a:pt x="1196" y="672"/>
                      </a:lnTo>
                      <a:lnTo>
                        <a:pt x="1192" y="670"/>
                      </a:lnTo>
                      <a:lnTo>
                        <a:pt x="1192" y="670"/>
                      </a:lnTo>
                      <a:lnTo>
                        <a:pt x="1192" y="666"/>
                      </a:lnTo>
                      <a:lnTo>
                        <a:pt x="1192" y="666"/>
                      </a:lnTo>
                      <a:lnTo>
                        <a:pt x="1196" y="666"/>
                      </a:lnTo>
                      <a:lnTo>
                        <a:pt x="1196" y="666"/>
                      </a:lnTo>
                      <a:lnTo>
                        <a:pt x="1196" y="662"/>
                      </a:lnTo>
                      <a:lnTo>
                        <a:pt x="1198" y="658"/>
                      </a:lnTo>
                      <a:lnTo>
                        <a:pt x="1198" y="658"/>
                      </a:lnTo>
                      <a:lnTo>
                        <a:pt x="1194" y="660"/>
                      </a:lnTo>
                      <a:lnTo>
                        <a:pt x="1194" y="662"/>
                      </a:lnTo>
                      <a:lnTo>
                        <a:pt x="1194" y="662"/>
                      </a:lnTo>
                      <a:lnTo>
                        <a:pt x="1190" y="662"/>
                      </a:lnTo>
                      <a:lnTo>
                        <a:pt x="1190" y="662"/>
                      </a:lnTo>
                      <a:lnTo>
                        <a:pt x="1186" y="664"/>
                      </a:lnTo>
                      <a:lnTo>
                        <a:pt x="1186" y="664"/>
                      </a:lnTo>
                      <a:lnTo>
                        <a:pt x="1184" y="664"/>
                      </a:lnTo>
                      <a:lnTo>
                        <a:pt x="1182" y="664"/>
                      </a:lnTo>
                      <a:lnTo>
                        <a:pt x="1182" y="664"/>
                      </a:lnTo>
                      <a:lnTo>
                        <a:pt x="1186" y="656"/>
                      </a:lnTo>
                      <a:lnTo>
                        <a:pt x="1186" y="656"/>
                      </a:lnTo>
                      <a:lnTo>
                        <a:pt x="1184" y="658"/>
                      </a:lnTo>
                      <a:lnTo>
                        <a:pt x="1184" y="658"/>
                      </a:lnTo>
                      <a:lnTo>
                        <a:pt x="1184" y="658"/>
                      </a:lnTo>
                      <a:lnTo>
                        <a:pt x="1180" y="658"/>
                      </a:lnTo>
                      <a:lnTo>
                        <a:pt x="1180" y="658"/>
                      </a:lnTo>
                      <a:lnTo>
                        <a:pt x="1182" y="656"/>
                      </a:lnTo>
                      <a:lnTo>
                        <a:pt x="1182" y="656"/>
                      </a:lnTo>
                      <a:lnTo>
                        <a:pt x="1178" y="654"/>
                      </a:lnTo>
                      <a:lnTo>
                        <a:pt x="1180" y="652"/>
                      </a:lnTo>
                      <a:lnTo>
                        <a:pt x="1180" y="652"/>
                      </a:lnTo>
                      <a:lnTo>
                        <a:pt x="1184" y="646"/>
                      </a:lnTo>
                      <a:lnTo>
                        <a:pt x="1184" y="646"/>
                      </a:lnTo>
                      <a:lnTo>
                        <a:pt x="1180" y="642"/>
                      </a:lnTo>
                      <a:lnTo>
                        <a:pt x="1178" y="642"/>
                      </a:lnTo>
                      <a:lnTo>
                        <a:pt x="1176" y="644"/>
                      </a:lnTo>
                      <a:lnTo>
                        <a:pt x="1176" y="644"/>
                      </a:lnTo>
                      <a:lnTo>
                        <a:pt x="1174" y="644"/>
                      </a:lnTo>
                      <a:lnTo>
                        <a:pt x="1172" y="644"/>
                      </a:lnTo>
                      <a:lnTo>
                        <a:pt x="1170" y="640"/>
                      </a:lnTo>
                      <a:lnTo>
                        <a:pt x="1170" y="640"/>
                      </a:lnTo>
                      <a:lnTo>
                        <a:pt x="1168" y="642"/>
                      </a:lnTo>
                      <a:lnTo>
                        <a:pt x="1162" y="644"/>
                      </a:lnTo>
                      <a:lnTo>
                        <a:pt x="1162" y="644"/>
                      </a:lnTo>
                      <a:lnTo>
                        <a:pt x="1162" y="646"/>
                      </a:lnTo>
                      <a:lnTo>
                        <a:pt x="1162" y="648"/>
                      </a:lnTo>
                      <a:lnTo>
                        <a:pt x="1162" y="648"/>
                      </a:lnTo>
                      <a:lnTo>
                        <a:pt x="1160" y="646"/>
                      </a:lnTo>
                      <a:lnTo>
                        <a:pt x="1160" y="644"/>
                      </a:lnTo>
                      <a:lnTo>
                        <a:pt x="1160" y="644"/>
                      </a:lnTo>
                      <a:lnTo>
                        <a:pt x="1154" y="646"/>
                      </a:lnTo>
                      <a:lnTo>
                        <a:pt x="1154" y="646"/>
                      </a:lnTo>
                      <a:lnTo>
                        <a:pt x="1154" y="646"/>
                      </a:lnTo>
                      <a:lnTo>
                        <a:pt x="1156" y="644"/>
                      </a:lnTo>
                      <a:lnTo>
                        <a:pt x="1156" y="642"/>
                      </a:lnTo>
                      <a:lnTo>
                        <a:pt x="1156" y="642"/>
                      </a:lnTo>
                      <a:lnTo>
                        <a:pt x="1148" y="644"/>
                      </a:lnTo>
                      <a:lnTo>
                        <a:pt x="1148" y="644"/>
                      </a:lnTo>
                      <a:lnTo>
                        <a:pt x="1154" y="640"/>
                      </a:lnTo>
                      <a:lnTo>
                        <a:pt x="1154" y="636"/>
                      </a:lnTo>
                      <a:lnTo>
                        <a:pt x="1152" y="634"/>
                      </a:lnTo>
                      <a:lnTo>
                        <a:pt x="1146" y="632"/>
                      </a:lnTo>
                      <a:lnTo>
                        <a:pt x="1146" y="632"/>
                      </a:lnTo>
                      <a:lnTo>
                        <a:pt x="1146" y="634"/>
                      </a:lnTo>
                      <a:lnTo>
                        <a:pt x="1146" y="634"/>
                      </a:lnTo>
                      <a:lnTo>
                        <a:pt x="1146" y="634"/>
                      </a:lnTo>
                      <a:lnTo>
                        <a:pt x="1144" y="634"/>
                      </a:lnTo>
                      <a:lnTo>
                        <a:pt x="1144" y="634"/>
                      </a:lnTo>
                      <a:lnTo>
                        <a:pt x="1138" y="644"/>
                      </a:lnTo>
                      <a:lnTo>
                        <a:pt x="1138" y="644"/>
                      </a:lnTo>
                      <a:lnTo>
                        <a:pt x="1140" y="638"/>
                      </a:lnTo>
                      <a:lnTo>
                        <a:pt x="1140" y="638"/>
                      </a:lnTo>
                      <a:lnTo>
                        <a:pt x="1138" y="638"/>
                      </a:lnTo>
                      <a:lnTo>
                        <a:pt x="1138" y="638"/>
                      </a:lnTo>
                      <a:lnTo>
                        <a:pt x="1138" y="636"/>
                      </a:lnTo>
                      <a:lnTo>
                        <a:pt x="1138" y="636"/>
                      </a:lnTo>
                      <a:lnTo>
                        <a:pt x="1138" y="634"/>
                      </a:lnTo>
                      <a:lnTo>
                        <a:pt x="1138" y="632"/>
                      </a:lnTo>
                      <a:lnTo>
                        <a:pt x="1138" y="632"/>
                      </a:lnTo>
                      <a:lnTo>
                        <a:pt x="1140" y="628"/>
                      </a:lnTo>
                      <a:lnTo>
                        <a:pt x="1142" y="626"/>
                      </a:lnTo>
                      <a:lnTo>
                        <a:pt x="1142" y="626"/>
                      </a:lnTo>
                      <a:lnTo>
                        <a:pt x="1142" y="616"/>
                      </a:lnTo>
                      <a:lnTo>
                        <a:pt x="1144" y="616"/>
                      </a:lnTo>
                      <a:lnTo>
                        <a:pt x="1144" y="616"/>
                      </a:lnTo>
                      <a:lnTo>
                        <a:pt x="1148" y="616"/>
                      </a:lnTo>
                      <a:lnTo>
                        <a:pt x="1148" y="616"/>
                      </a:lnTo>
                      <a:lnTo>
                        <a:pt x="1150" y="612"/>
                      </a:lnTo>
                      <a:lnTo>
                        <a:pt x="1150" y="610"/>
                      </a:lnTo>
                      <a:lnTo>
                        <a:pt x="1146" y="610"/>
                      </a:lnTo>
                      <a:lnTo>
                        <a:pt x="1146" y="608"/>
                      </a:lnTo>
                      <a:lnTo>
                        <a:pt x="1146" y="608"/>
                      </a:lnTo>
                      <a:lnTo>
                        <a:pt x="1150" y="608"/>
                      </a:lnTo>
                      <a:lnTo>
                        <a:pt x="1150" y="606"/>
                      </a:lnTo>
                      <a:lnTo>
                        <a:pt x="1154" y="606"/>
                      </a:lnTo>
                      <a:lnTo>
                        <a:pt x="1154" y="606"/>
                      </a:lnTo>
                      <a:lnTo>
                        <a:pt x="1154" y="602"/>
                      </a:lnTo>
                      <a:lnTo>
                        <a:pt x="1154" y="602"/>
                      </a:lnTo>
                      <a:lnTo>
                        <a:pt x="1148" y="604"/>
                      </a:lnTo>
                      <a:lnTo>
                        <a:pt x="1148" y="604"/>
                      </a:lnTo>
                      <a:lnTo>
                        <a:pt x="1144" y="602"/>
                      </a:lnTo>
                      <a:lnTo>
                        <a:pt x="1144" y="602"/>
                      </a:lnTo>
                      <a:lnTo>
                        <a:pt x="1138" y="604"/>
                      </a:lnTo>
                      <a:lnTo>
                        <a:pt x="1134" y="610"/>
                      </a:lnTo>
                      <a:lnTo>
                        <a:pt x="1134" y="610"/>
                      </a:lnTo>
                      <a:lnTo>
                        <a:pt x="1136" y="614"/>
                      </a:lnTo>
                      <a:lnTo>
                        <a:pt x="1136" y="614"/>
                      </a:lnTo>
                      <a:lnTo>
                        <a:pt x="1132" y="614"/>
                      </a:lnTo>
                      <a:lnTo>
                        <a:pt x="1130" y="616"/>
                      </a:lnTo>
                      <a:lnTo>
                        <a:pt x="1130" y="616"/>
                      </a:lnTo>
                      <a:lnTo>
                        <a:pt x="1130" y="624"/>
                      </a:lnTo>
                      <a:lnTo>
                        <a:pt x="1128" y="626"/>
                      </a:lnTo>
                      <a:lnTo>
                        <a:pt x="1128" y="626"/>
                      </a:lnTo>
                      <a:lnTo>
                        <a:pt x="1128" y="634"/>
                      </a:lnTo>
                      <a:lnTo>
                        <a:pt x="1128" y="636"/>
                      </a:lnTo>
                      <a:lnTo>
                        <a:pt x="1128" y="640"/>
                      </a:lnTo>
                      <a:lnTo>
                        <a:pt x="1124" y="644"/>
                      </a:lnTo>
                      <a:lnTo>
                        <a:pt x="1124" y="644"/>
                      </a:lnTo>
                      <a:lnTo>
                        <a:pt x="1124" y="644"/>
                      </a:lnTo>
                      <a:lnTo>
                        <a:pt x="1124" y="646"/>
                      </a:lnTo>
                      <a:lnTo>
                        <a:pt x="1124" y="646"/>
                      </a:lnTo>
                      <a:lnTo>
                        <a:pt x="1130" y="646"/>
                      </a:lnTo>
                      <a:lnTo>
                        <a:pt x="1130" y="646"/>
                      </a:lnTo>
                      <a:lnTo>
                        <a:pt x="1128" y="650"/>
                      </a:lnTo>
                      <a:lnTo>
                        <a:pt x="1128" y="650"/>
                      </a:lnTo>
                      <a:lnTo>
                        <a:pt x="1128" y="652"/>
                      </a:lnTo>
                      <a:lnTo>
                        <a:pt x="1126" y="652"/>
                      </a:lnTo>
                      <a:lnTo>
                        <a:pt x="1126" y="652"/>
                      </a:lnTo>
                      <a:lnTo>
                        <a:pt x="1124" y="650"/>
                      </a:lnTo>
                      <a:lnTo>
                        <a:pt x="1122" y="650"/>
                      </a:lnTo>
                      <a:lnTo>
                        <a:pt x="1120" y="650"/>
                      </a:lnTo>
                      <a:lnTo>
                        <a:pt x="1120" y="652"/>
                      </a:lnTo>
                      <a:lnTo>
                        <a:pt x="1120" y="652"/>
                      </a:lnTo>
                      <a:lnTo>
                        <a:pt x="1118" y="652"/>
                      </a:lnTo>
                      <a:lnTo>
                        <a:pt x="1118" y="654"/>
                      </a:lnTo>
                      <a:lnTo>
                        <a:pt x="1118" y="654"/>
                      </a:lnTo>
                      <a:lnTo>
                        <a:pt x="1120" y="654"/>
                      </a:lnTo>
                      <a:lnTo>
                        <a:pt x="1120" y="656"/>
                      </a:lnTo>
                      <a:lnTo>
                        <a:pt x="1116" y="656"/>
                      </a:lnTo>
                      <a:lnTo>
                        <a:pt x="1116" y="656"/>
                      </a:lnTo>
                      <a:lnTo>
                        <a:pt x="1112" y="656"/>
                      </a:lnTo>
                      <a:lnTo>
                        <a:pt x="1112" y="656"/>
                      </a:lnTo>
                      <a:lnTo>
                        <a:pt x="1112" y="660"/>
                      </a:lnTo>
                      <a:lnTo>
                        <a:pt x="1112" y="660"/>
                      </a:lnTo>
                      <a:lnTo>
                        <a:pt x="1114" y="660"/>
                      </a:lnTo>
                      <a:lnTo>
                        <a:pt x="1114" y="660"/>
                      </a:lnTo>
                      <a:lnTo>
                        <a:pt x="1114" y="658"/>
                      </a:lnTo>
                      <a:lnTo>
                        <a:pt x="1114" y="658"/>
                      </a:lnTo>
                      <a:lnTo>
                        <a:pt x="1122" y="660"/>
                      </a:lnTo>
                      <a:lnTo>
                        <a:pt x="1122" y="660"/>
                      </a:lnTo>
                      <a:lnTo>
                        <a:pt x="1120" y="662"/>
                      </a:lnTo>
                      <a:lnTo>
                        <a:pt x="1120" y="662"/>
                      </a:lnTo>
                      <a:lnTo>
                        <a:pt x="1120" y="662"/>
                      </a:lnTo>
                      <a:lnTo>
                        <a:pt x="1120" y="660"/>
                      </a:lnTo>
                      <a:lnTo>
                        <a:pt x="1120" y="660"/>
                      </a:lnTo>
                      <a:lnTo>
                        <a:pt x="1116" y="662"/>
                      </a:lnTo>
                      <a:lnTo>
                        <a:pt x="1116" y="662"/>
                      </a:lnTo>
                      <a:lnTo>
                        <a:pt x="1116" y="666"/>
                      </a:lnTo>
                      <a:lnTo>
                        <a:pt x="1110" y="670"/>
                      </a:lnTo>
                      <a:lnTo>
                        <a:pt x="1110" y="670"/>
                      </a:lnTo>
                      <a:lnTo>
                        <a:pt x="1108" y="672"/>
                      </a:lnTo>
                      <a:lnTo>
                        <a:pt x="1108" y="672"/>
                      </a:lnTo>
                      <a:lnTo>
                        <a:pt x="1110" y="678"/>
                      </a:lnTo>
                      <a:lnTo>
                        <a:pt x="1116" y="678"/>
                      </a:lnTo>
                      <a:lnTo>
                        <a:pt x="1116" y="678"/>
                      </a:lnTo>
                      <a:lnTo>
                        <a:pt x="1118" y="676"/>
                      </a:lnTo>
                      <a:lnTo>
                        <a:pt x="1118" y="676"/>
                      </a:lnTo>
                      <a:lnTo>
                        <a:pt x="1118" y="676"/>
                      </a:lnTo>
                      <a:lnTo>
                        <a:pt x="1132" y="676"/>
                      </a:lnTo>
                      <a:lnTo>
                        <a:pt x="1132" y="676"/>
                      </a:lnTo>
                      <a:lnTo>
                        <a:pt x="1140" y="676"/>
                      </a:lnTo>
                      <a:lnTo>
                        <a:pt x="1140" y="676"/>
                      </a:lnTo>
                      <a:lnTo>
                        <a:pt x="1140" y="678"/>
                      </a:lnTo>
                      <a:lnTo>
                        <a:pt x="1142" y="678"/>
                      </a:lnTo>
                      <a:lnTo>
                        <a:pt x="1142" y="678"/>
                      </a:lnTo>
                      <a:lnTo>
                        <a:pt x="1146" y="676"/>
                      </a:lnTo>
                      <a:lnTo>
                        <a:pt x="1148" y="674"/>
                      </a:lnTo>
                      <a:lnTo>
                        <a:pt x="1148" y="674"/>
                      </a:lnTo>
                      <a:lnTo>
                        <a:pt x="1148" y="678"/>
                      </a:lnTo>
                      <a:lnTo>
                        <a:pt x="1148" y="678"/>
                      </a:lnTo>
                      <a:lnTo>
                        <a:pt x="1168" y="674"/>
                      </a:lnTo>
                      <a:lnTo>
                        <a:pt x="1168" y="674"/>
                      </a:lnTo>
                      <a:lnTo>
                        <a:pt x="1166" y="680"/>
                      </a:lnTo>
                      <a:lnTo>
                        <a:pt x="1172" y="680"/>
                      </a:lnTo>
                      <a:lnTo>
                        <a:pt x="1172" y="680"/>
                      </a:lnTo>
                      <a:lnTo>
                        <a:pt x="1174" y="674"/>
                      </a:lnTo>
                      <a:lnTo>
                        <a:pt x="1174" y="674"/>
                      </a:lnTo>
                      <a:lnTo>
                        <a:pt x="1178" y="674"/>
                      </a:lnTo>
                      <a:lnTo>
                        <a:pt x="1178" y="674"/>
                      </a:lnTo>
                      <a:lnTo>
                        <a:pt x="1176" y="678"/>
                      </a:lnTo>
                      <a:lnTo>
                        <a:pt x="1176" y="678"/>
                      </a:lnTo>
                      <a:lnTo>
                        <a:pt x="1174" y="680"/>
                      </a:lnTo>
                      <a:lnTo>
                        <a:pt x="1172" y="682"/>
                      </a:lnTo>
                      <a:lnTo>
                        <a:pt x="1172" y="682"/>
                      </a:lnTo>
                      <a:lnTo>
                        <a:pt x="1170" y="686"/>
                      </a:lnTo>
                      <a:lnTo>
                        <a:pt x="1170" y="686"/>
                      </a:lnTo>
                      <a:lnTo>
                        <a:pt x="1166" y="688"/>
                      </a:lnTo>
                      <a:lnTo>
                        <a:pt x="1166" y="688"/>
                      </a:lnTo>
                      <a:lnTo>
                        <a:pt x="1166" y="692"/>
                      </a:lnTo>
                      <a:lnTo>
                        <a:pt x="1166" y="692"/>
                      </a:lnTo>
                      <a:lnTo>
                        <a:pt x="1170" y="692"/>
                      </a:lnTo>
                      <a:lnTo>
                        <a:pt x="1170" y="692"/>
                      </a:lnTo>
                      <a:lnTo>
                        <a:pt x="1174" y="688"/>
                      </a:lnTo>
                      <a:lnTo>
                        <a:pt x="1176" y="684"/>
                      </a:lnTo>
                      <a:lnTo>
                        <a:pt x="1176" y="684"/>
                      </a:lnTo>
                      <a:lnTo>
                        <a:pt x="1176" y="684"/>
                      </a:lnTo>
                      <a:lnTo>
                        <a:pt x="1176" y="682"/>
                      </a:lnTo>
                      <a:lnTo>
                        <a:pt x="1178" y="680"/>
                      </a:lnTo>
                      <a:lnTo>
                        <a:pt x="1178" y="680"/>
                      </a:lnTo>
                      <a:lnTo>
                        <a:pt x="1182" y="680"/>
                      </a:lnTo>
                      <a:lnTo>
                        <a:pt x="1182" y="680"/>
                      </a:lnTo>
                      <a:lnTo>
                        <a:pt x="1184" y="674"/>
                      </a:lnTo>
                      <a:lnTo>
                        <a:pt x="1188" y="674"/>
                      </a:lnTo>
                      <a:lnTo>
                        <a:pt x="1188" y="674"/>
                      </a:lnTo>
                      <a:lnTo>
                        <a:pt x="1188" y="678"/>
                      </a:lnTo>
                      <a:lnTo>
                        <a:pt x="1192" y="680"/>
                      </a:lnTo>
                      <a:lnTo>
                        <a:pt x="1192" y="680"/>
                      </a:lnTo>
                      <a:lnTo>
                        <a:pt x="1192" y="684"/>
                      </a:lnTo>
                      <a:lnTo>
                        <a:pt x="1192" y="684"/>
                      </a:lnTo>
                      <a:lnTo>
                        <a:pt x="1190" y="684"/>
                      </a:lnTo>
                      <a:lnTo>
                        <a:pt x="1188" y="684"/>
                      </a:lnTo>
                      <a:lnTo>
                        <a:pt x="1188" y="684"/>
                      </a:lnTo>
                      <a:lnTo>
                        <a:pt x="1188" y="692"/>
                      </a:lnTo>
                      <a:lnTo>
                        <a:pt x="1188" y="692"/>
                      </a:lnTo>
                      <a:lnTo>
                        <a:pt x="1192" y="690"/>
                      </a:lnTo>
                      <a:lnTo>
                        <a:pt x="1192" y="690"/>
                      </a:lnTo>
                      <a:lnTo>
                        <a:pt x="1192" y="686"/>
                      </a:lnTo>
                      <a:lnTo>
                        <a:pt x="1192" y="686"/>
                      </a:lnTo>
                      <a:lnTo>
                        <a:pt x="1196" y="688"/>
                      </a:lnTo>
                      <a:lnTo>
                        <a:pt x="1196" y="694"/>
                      </a:lnTo>
                      <a:lnTo>
                        <a:pt x="1196" y="694"/>
                      </a:lnTo>
                      <a:lnTo>
                        <a:pt x="1202" y="694"/>
                      </a:lnTo>
                      <a:lnTo>
                        <a:pt x="1202" y="694"/>
                      </a:lnTo>
                      <a:lnTo>
                        <a:pt x="1204" y="688"/>
                      </a:lnTo>
                      <a:lnTo>
                        <a:pt x="1204" y="688"/>
                      </a:lnTo>
                      <a:lnTo>
                        <a:pt x="1208" y="680"/>
                      </a:lnTo>
                      <a:lnTo>
                        <a:pt x="1208" y="676"/>
                      </a:lnTo>
                      <a:lnTo>
                        <a:pt x="1208" y="676"/>
                      </a:lnTo>
                      <a:lnTo>
                        <a:pt x="1206" y="678"/>
                      </a:lnTo>
                      <a:lnTo>
                        <a:pt x="1206" y="678"/>
                      </a:lnTo>
                      <a:close/>
                      <a:moveTo>
                        <a:pt x="1088" y="714"/>
                      </a:moveTo>
                      <a:lnTo>
                        <a:pt x="1088" y="712"/>
                      </a:lnTo>
                      <a:lnTo>
                        <a:pt x="1088" y="712"/>
                      </a:lnTo>
                      <a:lnTo>
                        <a:pt x="1084" y="712"/>
                      </a:lnTo>
                      <a:lnTo>
                        <a:pt x="1084" y="712"/>
                      </a:lnTo>
                      <a:lnTo>
                        <a:pt x="1086" y="704"/>
                      </a:lnTo>
                      <a:lnTo>
                        <a:pt x="1090" y="700"/>
                      </a:lnTo>
                      <a:lnTo>
                        <a:pt x="1090" y="700"/>
                      </a:lnTo>
                      <a:lnTo>
                        <a:pt x="1096" y="700"/>
                      </a:lnTo>
                      <a:lnTo>
                        <a:pt x="1096" y="700"/>
                      </a:lnTo>
                      <a:lnTo>
                        <a:pt x="1098" y="698"/>
                      </a:lnTo>
                      <a:lnTo>
                        <a:pt x="1100" y="696"/>
                      </a:lnTo>
                      <a:lnTo>
                        <a:pt x="1100" y="696"/>
                      </a:lnTo>
                      <a:lnTo>
                        <a:pt x="1098" y="694"/>
                      </a:lnTo>
                      <a:lnTo>
                        <a:pt x="1096" y="694"/>
                      </a:lnTo>
                      <a:lnTo>
                        <a:pt x="1096" y="696"/>
                      </a:lnTo>
                      <a:lnTo>
                        <a:pt x="1096" y="696"/>
                      </a:lnTo>
                      <a:lnTo>
                        <a:pt x="1092" y="698"/>
                      </a:lnTo>
                      <a:lnTo>
                        <a:pt x="1090" y="698"/>
                      </a:lnTo>
                      <a:lnTo>
                        <a:pt x="1086" y="696"/>
                      </a:lnTo>
                      <a:lnTo>
                        <a:pt x="1086" y="696"/>
                      </a:lnTo>
                      <a:lnTo>
                        <a:pt x="1080" y="700"/>
                      </a:lnTo>
                      <a:lnTo>
                        <a:pt x="1080" y="700"/>
                      </a:lnTo>
                      <a:lnTo>
                        <a:pt x="1082" y="704"/>
                      </a:lnTo>
                      <a:lnTo>
                        <a:pt x="1080" y="706"/>
                      </a:lnTo>
                      <a:lnTo>
                        <a:pt x="1078" y="706"/>
                      </a:lnTo>
                      <a:lnTo>
                        <a:pt x="1078" y="706"/>
                      </a:lnTo>
                      <a:lnTo>
                        <a:pt x="1076" y="710"/>
                      </a:lnTo>
                      <a:lnTo>
                        <a:pt x="1076" y="710"/>
                      </a:lnTo>
                      <a:lnTo>
                        <a:pt x="1076" y="712"/>
                      </a:lnTo>
                      <a:lnTo>
                        <a:pt x="1076" y="714"/>
                      </a:lnTo>
                      <a:lnTo>
                        <a:pt x="1074" y="716"/>
                      </a:lnTo>
                      <a:lnTo>
                        <a:pt x="1074" y="716"/>
                      </a:lnTo>
                      <a:lnTo>
                        <a:pt x="1074" y="722"/>
                      </a:lnTo>
                      <a:lnTo>
                        <a:pt x="1074" y="724"/>
                      </a:lnTo>
                      <a:lnTo>
                        <a:pt x="1076" y="726"/>
                      </a:lnTo>
                      <a:lnTo>
                        <a:pt x="1076" y="726"/>
                      </a:lnTo>
                      <a:lnTo>
                        <a:pt x="1082" y="728"/>
                      </a:lnTo>
                      <a:lnTo>
                        <a:pt x="1082" y="728"/>
                      </a:lnTo>
                      <a:lnTo>
                        <a:pt x="1082" y="726"/>
                      </a:lnTo>
                      <a:lnTo>
                        <a:pt x="1082" y="726"/>
                      </a:lnTo>
                      <a:lnTo>
                        <a:pt x="1082" y="724"/>
                      </a:lnTo>
                      <a:lnTo>
                        <a:pt x="1080" y="722"/>
                      </a:lnTo>
                      <a:lnTo>
                        <a:pt x="1082" y="718"/>
                      </a:lnTo>
                      <a:lnTo>
                        <a:pt x="1088" y="714"/>
                      </a:lnTo>
                      <a:lnTo>
                        <a:pt x="1088" y="714"/>
                      </a:lnTo>
                      <a:close/>
                      <a:moveTo>
                        <a:pt x="1070" y="654"/>
                      </a:moveTo>
                      <a:lnTo>
                        <a:pt x="1064" y="650"/>
                      </a:lnTo>
                      <a:lnTo>
                        <a:pt x="1064" y="650"/>
                      </a:lnTo>
                      <a:lnTo>
                        <a:pt x="1062" y="650"/>
                      </a:lnTo>
                      <a:lnTo>
                        <a:pt x="1062" y="650"/>
                      </a:lnTo>
                      <a:lnTo>
                        <a:pt x="1058" y="646"/>
                      </a:lnTo>
                      <a:lnTo>
                        <a:pt x="1056" y="642"/>
                      </a:lnTo>
                      <a:lnTo>
                        <a:pt x="1056" y="642"/>
                      </a:lnTo>
                      <a:lnTo>
                        <a:pt x="1052" y="642"/>
                      </a:lnTo>
                      <a:lnTo>
                        <a:pt x="1052" y="642"/>
                      </a:lnTo>
                      <a:lnTo>
                        <a:pt x="1046" y="640"/>
                      </a:lnTo>
                      <a:lnTo>
                        <a:pt x="1042" y="636"/>
                      </a:lnTo>
                      <a:lnTo>
                        <a:pt x="1042" y="636"/>
                      </a:lnTo>
                      <a:lnTo>
                        <a:pt x="1034" y="636"/>
                      </a:lnTo>
                      <a:lnTo>
                        <a:pt x="1034" y="636"/>
                      </a:lnTo>
                      <a:lnTo>
                        <a:pt x="1034" y="642"/>
                      </a:lnTo>
                      <a:lnTo>
                        <a:pt x="1034" y="642"/>
                      </a:lnTo>
                      <a:lnTo>
                        <a:pt x="1040" y="642"/>
                      </a:lnTo>
                      <a:lnTo>
                        <a:pt x="1044" y="646"/>
                      </a:lnTo>
                      <a:lnTo>
                        <a:pt x="1044" y="646"/>
                      </a:lnTo>
                      <a:lnTo>
                        <a:pt x="1044" y="650"/>
                      </a:lnTo>
                      <a:lnTo>
                        <a:pt x="1044" y="650"/>
                      </a:lnTo>
                      <a:lnTo>
                        <a:pt x="1048" y="650"/>
                      </a:lnTo>
                      <a:lnTo>
                        <a:pt x="1054" y="652"/>
                      </a:lnTo>
                      <a:lnTo>
                        <a:pt x="1054" y="652"/>
                      </a:lnTo>
                      <a:lnTo>
                        <a:pt x="1058" y="654"/>
                      </a:lnTo>
                      <a:lnTo>
                        <a:pt x="1062" y="656"/>
                      </a:lnTo>
                      <a:lnTo>
                        <a:pt x="1062" y="656"/>
                      </a:lnTo>
                      <a:lnTo>
                        <a:pt x="1068" y="658"/>
                      </a:lnTo>
                      <a:lnTo>
                        <a:pt x="1068" y="658"/>
                      </a:lnTo>
                      <a:lnTo>
                        <a:pt x="1068" y="656"/>
                      </a:lnTo>
                      <a:lnTo>
                        <a:pt x="1070" y="654"/>
                      </a:lnTo>
                      <a:lnTo>
                        <a:pt x="1070" y="654"/>
                      </a:lnTo>
                      <a:close/>
                      <a:moveTo>
                        <a:pt x="128" y="568"/>
                      </a:moveTo>
                      <a:lnTo>
                        <a:pt x="128" y="568"/>
                      </a:lnTo>
                      <a:lnTo>
                        <a:pt x="128" y="566"/>
                      </a:lnTo>
                      <a:lnTo>
                        <a:pt x="128" y="562"/>
                      </a:lnTo>
                      <a:lnTo>
                        <a:pt x="128" y="562"/>
                      </a:lnTo>
                      <a:lnTo>
                        <a:pt x="132" y="554"/>
                      </a:lnTo>
                      <a:lnTo>
                        <a:pt x="132" y="554"/>
                      </a:lnTo>
                      <a:lnTo>
                        <a:pt x="122" y="556"/>
                      </a:lnTo>
                      <a:lnTo>
                        <a:pt x="118" y="556"/>
                      </a:lnTo>
                      <a:lnTo>
                        <a:pt x="114" y="554"/>
                      </a:lnTo>
                      <a:lnTo>
                        <a:pt x="114" y="554"/>
                      </a:lnTo>
                      <a:lnTo>
                        <a:pt x="116" y="564"/>
                      </a:lnTo>
                      <a:lnTo>
                        <a:pt x="116" y="564"/>
                      </a:lnTo>
                      <a:lnTo>
                        <a:pt x="116" y="566"/>
                      </a:lnTo>
                      <a:lnTo>
                        <a:pt x="116" y="568"/>
                      </a:lnTo>
                      <a:lnTo>
                        <a:pt x="118" y="568"/>
                      </a:lnTo>
                      <a:lnTo>
                        <a:pt x="118" y="568"/>
                      </a:lnTo>
                      <a:lnTo>
                        <a:pt x="118" y="570"/>
                      </a:lnTo>
                      <a:lnTo>
                        <a:pt x="118" y="570"/>
                      </a:lnTo>
                      <a:lnTo>
                        <a:pt x="118" y="570"/>
                      </a:lnTo>
                      <a:lnTo>
                        <a:pt x="118" y="574"/>
                      </a:lnTo>
                      <a:lnTo>
                        <a:pt x="118" y="574"/>
                      </a:lnTo>
                      <a:lnTo>
                        <a:pt x="122" y="572"/>
                      </a:lnTo>
                      <a:lnTo>
                        <a:pt x="124" y="572"/>
                      </a:lnTo>
                      <a:lnTo>
                        <a:pt x="124" y="572"/>
                      </a:lnTo>
                      <a:lnTo>
                        <a:pt x="128" y="568"/>
                      </a:lnTo>
                      <a:lnTo>
                        <a:pt x="128" y="568"/>
                      </a:lnTo>
                      <a:close/>
                      <a:moveTo>
                        <a:pt x="552" y="194"/>
                      </a:moveTo>
                      <a:lnTo>
                        <a:pt x="552" y="194"/>
                      </a:lnTo>
                      <a:lnTo>
                        <a:pt x="550" y="192"/>
                      </a:lnTo>
                      <a:lnTo>
                        <a:pt x="550" y="192"/>
                      </a:lnTo>
                      <a:lnTo>
                        <a:pt x="550" y="188"/>
                      </a:lnTo>
                      <a:lnTo>
                        <a:pt x="550" y="182"/>
                      </a:lnTo>
                      <a:lnTo>
                        <a:pt x="550" y="182"/>
                      </a:lnTo>
                      <a:lnTo>
                        <a:pt x="548" y="180"/>
                      </a:lnTo>
                      <a:lnTo>
                        <a:pt x="548" y="180"/>
                      </a:lnTo>
                      <a:lnTo>
                        <a:pt x="544" y="180"/>
                      </a:lnTo>
                      <a:lnTo>
                        <a:pt x="542" y="182"/>
                      </a:lnTo>
                      <a:lnTo>
                        <a:pt x="542" y="182"/>
                      </a:lnTo>
                      <a:lnTo>
                        <a:pt x="532" y="180"/>
                      </a:lnTo>
                      <a:lnTo>
                        <a:pt x="526" y="178"/>
                      </a:lnTo>
                      <a:lnTo>
                        <a:pt x="522" y="172"/>
                      </a:lnTo>
                      <a:lnTo>
                        <a:pt x="520" y="166"/>
                      </a:lnTo>
                      <a:lnTo>
                        <a:pt x="518" y="166"/>
                      </a:lnTo>
                      <a:lnTo>
                        <a:pt x="518" y="166"/>
                      </a:lnTo>
                      <a:lnTo>
                        <a:pt x="518" y="174"/>
                      </a:lnTo>
                      <a:lnTo>
                        <a:pt x="518" y="174"/>
                      </a:lnTo>
                      <a:lnTo>
                        <a:pt x="516" y="172"/>
                      </a:lnTo>
                      <a:lnTo>
                        <a:pt x="516" y="172"/>
                      </a:lnTo>
                      <a:lnTo>
                        <a:pt x="510" y="172"/>
                      </a:lnTo>
                      <a:lnTo>
                        <a:pt x="508" y="172"/>
                      </a:lnTo>
                      <a:lnTo>
                        <a:pt x="508" y="172"/>
                      </a:lnTo>
                      <a:lnTo>
                        <a:pt x="506" y="168"/>
                      </a:lnTo>
                      <a:lnTo>
                        <a:pt x="506" y="168"/>
                      </a:lnTo>
                      <a:lnTo>
                        <a:pt x="502" y="164"/>
                      </a:lnTo>
                      <a:lnTo>
                        <a:pt x="498" y="158"/>
                      </a:lnTo>
                      <a:lnTo>
                        <a:pt x="498" y="158"/>
                      </a:lnTo>
                      <a:lnTo>
                        <a:pt x="498" y="154"/>
                      </a:lnTo>
                      <a:lnTo>
                        <a:pt x="496" y="148"/>
                      </a:lnTo>
                      <a:lnTo>
                        <a:pt x="496" y="148"/>
                      </a:lnTo>
                      <a:lnTo>
                        <a:pt x="494" y="148"/>
                      </a:lnTo>
                      <a:lnTo>
                        <a:pt x="490" y="146"/>
                      </a:lnTo>
                      <a:lnTo>
                        <a:pt x="490" y="146"/>
                      </a:lnTo>
                      <a:lnTo>
                        <a:pt x="490" y="142"/>
                      </a:lnTo>
                      <a:lnTo>
                        <a:pt x="490" y="138"/>
                      </a:lnTo>
                      <a:lnTo>
                        <a:pt x="490" y="138"/>
                      </a:lnTo>
                      <a:lnTo>
                        <a:pt x="488" y="134"/>
                      </a:lnTo>
                      <a:lnTo>
                        <a:pt x="486" y="132"/>
                      </a:lnTo>
                      <a:lnTo>
                        <a:pt x="486" y="132"/>
                      </a:lnTo>
                      <a:lnTo>
                        <a:pt x="486" y="130"/>
                      </a:lnTo>
                      <a:lnTo>
                        <a:pt x="486" y="130"/>
                      </a:lnTo>
                      <a:lnTo>
                        <a:pt x="482" y="128"/>
                      </a:lnTo>
                      <a:lnTo>
                        <a:pt x="478" y="130"/>
                      </a:lnTo>
                      <a:lnTo>
                        <a:pt x="478" y="130"/>
                      </a:lnTo>
                      <a:lnTo>
                        <a:pt x="474" y="128"/>
                      </a:lnTo>
                      <a:lnTo>
                        <a:pt x="470" y="128"/>
                      </a:lnTo>
                      <a:lnTo>
                        <a:pt x="468" y="130"/>
                      </a:lnTo>
                      <a:lnTo>
                        <a:pt x="468" y="130"/>
                      </a:lnTo>
                      <a:lnTo>
                        <a:pt x="466" y="130"/>
                      </a:lnTo>
                      <a:lnTo>
                        <a:pt x="462" y="130"/>
                      </a:lnTo>
                      <a:lnTo>
                        <a:pt x="460" y="126"/>
                      </a:lnTo>
                      <a:lnTo>
                        <a:pt x="458" y="126"/>
                      </a:lnTo>
                      <a:lnTo>
                        <a:pt x="458" y="126"/>
                      </a:lnTo>
                      <a:lnTo>
                        <a:pt x="454" y="134"/>
                      </a:lnTo>
                      <a:lnTo>
                        <a:pt x="454" y="134"/>
                      </a:lnTo>
                      <a:lnTo>
                        <a:pt x="454" y="136"/>
                      </a:lnTo>
                      <a:lnTo>
                        <a:pt x="454" y="140"/>
                      </a:lnTo>
                      <a:lnTo>
                        <a:pt x="454" y="140"/>
                      </a:lnTo>
                      <a:lnTo>
                        <a:pt x="450" y="142"/>
                      </a:lnTo>
                      <a:lnTo>
                        <a:pt x="446" y="144"/>
                      </a:lnTo>
                      <a:lnTo>
                        <a:pt x="446" y="144"/>
                      </a:lnTo>
                      <a:lnTo>
                        <a:pt x="444" y="138"/>
                      </a:lnTo>
                      <a:lnTo>
                        <a:pt x="446" y="132"/>
                      </a:lnTo>
                      <a:lnTo>
                        <a:pt x="450" y="120"/>
                      </a:lnTo>
                      <a:lnTo>
                        <a:pt x="450" y="120"/>
                      </a:lnTo>
                      <a:lnTo>
                        <a:pt x="448" y="120"/>
                      </a:lnTo>
                      <a:lnTo>
                        <a:pt x="442" y="112"/>
                      </a:lnTo>
                      <a:lnTo>
                        <a:pt x="442" y="112"/>
                      </a:lnTo>
                      <a:lnTo>
                        <a:pt x="442" y="110"/>
                      </a:lnTo>
                      <a:lnTo>
                        <a:pt x="442" y="110"/>
                      </a:lnTo>
                      <a:lnTo>
                        <a:pt x="440" y="108"/>
                      </a:lnTo>
                      <a:lnTo>
                        <a:pt x="438" y="108"/>
                      </a:lnTo>
                      <a:lnTo>
                        <a:pt x="438" y="110"/>
                      </a:lnTo>
                      <a:lnTo>
                        <a:pt x="438" y="110"/>
                      </a:lnTo>
                      <a:lnTo>
                        <a:pt x="434" y="106"/>
                      </a:lnTo>
                      <a:lnTo>
                        <a:pt x="434" y="106"/>
                      </a:lnTo>
                      <a:lnTo>
                        <a:pt x="428" y="106"/>
                      </a:lnTo>
                      <a:lnTo>
                        <a:pt x="428" y="106"/>
                      </a:lnTo>
                      <a:lnTo>
                        <a:pt x="428" y="110"/>
                      </a:lnTo>
                      <a:lnTo>
                        <a:pt x="428" y="110"/>
                      </a:lnTo>
                      <a:lnTo>
                        <a:pt x="426" y="112"/>
                      </a:lnTo>
                      <a:lnTo>
                        <a:pt x="422" y="114"/>
                      </a:lnTo>
                      <a:lnTo>
                        <a:pt x="422" y="114"/>
                      </a:lnTo>
                      <a:lnTo>
                        <a:pt x="422" y="120"/>
                      </a:lnTo>
                      <a:lnTo>
                        <a:pt x="422" y="120"/>
                      </a:lnTo>
                      <a:lnTo>
                        <a:pt x="418" y="120"/>
                      </a:lnTo>
                      <a:lnTo>
                        <a:pt x="418" y="120"/>
                      </a:lnTo>
                      <a:lnTo>
                        <a:pt x="418" y="118"/>
                      </a:lnTo>
                      <a:lnTo>
                        <a:pt x="416" y="118"/>
                      </a:lnTo>
                      <a:lnTo>
                        <a:pt x="416" y="118"/>
                      </a:lnTo>
                      <a:lnTo>
                        <a:pt x="416" y="114"/>
                      </a:lnTo>
                      <a:lnTo>
                        <a:pt x="416" y="114"/>
                      </a:lnTo>
                      <a:lnTo>
                        <a:pt x="412" y="110"/>
                      </a:lnTo>
                      <a:lnTo>
                        <a:pt x="406" y="106"/>
                      </a:lnTo>
                      <a:lnTo>
                        <a:pt x="406" y="106"/>
                      </a:lnTo>
                      <a:lnTo>
                        <a:pt x="396" y="104"/>
                      </a:lnTo>
                      <a:lnTo>
                        <a:pt x="396" y="104"/>
                      </a:lnTo>
                      <a:lnTo>
                        <a:pt x="394" y="116"/>
                      </a:lnTo>
                      <a:lnTo>
                        <a:pt x="394" y="116"/>
                      </a:lnTo>
                      <a:lnTo>
                        <a:pt x="394" y="118"/>
                      </a:lnTo>
                      <a:lnTo>
                        <a:pt x="396" y="120"/>
                      </a:lnTo>
                      <a:lnTo>
                        <a:pt x="396" y="120"/>
                      </a:lnTo>
                      <a:lnTo>
                        <a:pt x="396" y="130"/>
                      </a:lnTo>
                      <a:lnTo>
                        <a:pt x="396" y="130"/>
                      </a:lnTo>
                      <a:lnTo>
                        <a:pt x="392" y="132"/>
                      </a:lnTo>
                      <a:lnTo>
                        <a:pt x="392" y="132"/>
                      </a:lnTo>
                      <a:lnTo>
                        <a:pt x="390" y="128"/>
                      </a:lnTo>
                      <a:lnTo>
                        <a:pt x="390" y="128"/>
                      </a:lnTo>
                      <a:lnTo>
                        <a:pt x="384" y="128"/>
                      </a:lnTo>
                      <a:lnTo>
                        <a:pt x="384" y="128"/>
                      </a:lnTo>
                      <a:lnTo>
                        <a:pt x="374" y="118"/>
                      </a:lnTo>
                      <a:lnTo>
                        <a:pt x="374" y="118"/>
                      </a:lnTo>
                      <a:lnTo>
                        <a:pt x="374" y="116"/>
                      </a:lnTo>
                      <a:lnTo>
                        <a:pt x="374" y="114"/>
                      </a:lnTo>
                      <a:lnTo>
                        <a:pt x="376" y="110"/>
                      </a:lnTo>
                      <a:lnTo>
                        <a:pt x="376" y="110"/>
                      </a:lnTo>
                      <a:lnTo>
                        <a:pt x="374" y="102"/>
                      </a:lnTo>
                      <a:lnTo>
                        <a:pt x="374" y="96"/>
                      </a:lnTo>
                      <a:lnTo>
                        <a:pt x="374" y="96"/>
                      </a:lnTo>
                      <a:lnTo>
                        <a:pt x="364" y="94"/>
                      </a:lnTo>
                      <a:lnTo>
                        <a:pt x="364" y="94"/>
                      </a:lnTo>
                      <a:lnTo>
                        <a:pt x="358" y="100"/>
                      </a:lnTo>
                      <a:lnTo>
                        <a:pt x="350" y="106"/>
                      </a:lnTo>
                      <a:lnTo>
                        <a:pt x="348" y="108"/>
                      </a:lnTo>
                      <a:lnTo>
                        <a:pt x="348" y="108"/>
                      </a:lnTo>
                      <a:lnTo>
                        <a:pt x="340" y="108"/>
                      </a:lnTo>
                      <a:lnTo>
                        <a:pt x="336" y="108"/>
                      </a:lnTo>
                      <a:lnTo>
                        <a:pt x="336" y="108"/>
                      </a:lnTo>
                      <a:lnTo>
                        <a:pt x="330" y="110"/>
                      </a:lnTo>
                      <a:lnTo>
                        <a:pt x="326" y="112"/>
                      </a:lnTo>
                      <a:lnTo>
                        <a:pt x="326" y="112"/>
                      </a:lnTo>
                      <a:lnTo>
                        <a:pt x="324" y="114"/>
                      </a:lnTo>
                      <a:lnTo>
                        <a:pt x="320" y="114"/>
                      </a:lnTo>
                      <a:lnTo>
                        <a:pt x="320" y="114"/>
                      </a:lnTo>
                      <a:lnTo>
                        <a:pt x="318" y="116"/>
                      </a:lnTo>
                      <a:lnTo>
                        <a:pt x="316" y="120"/>
                      </a:lnTo>
                      <a:lnTo>
                        <a:pt x="316" y="130"/>
                      </a:lnTo>
                      <a:lnTo>
                        <a:pt x="316" y="130"/>
                      </a:lnTo>
                      <a:lnTo>
                        <a:pt x="310" y="130"/>
                      </a:lnTo>
                      <a:lnTo>
                        <a:pt x="310" y="130"/>
                      </a:lnTo>
                      <a:lnTo>
                        <a:pt x="310" y="132"/>
                      </a:lnTo>
                      <a:lnTo>
                        <a:pt x="310" y="134"/>
                      </a:lnTo>
                      <a:lnTo>
                        <a:pt x="310" y="134"/>
                      </a:lnTo>
                      <a:lnTo>
                        <a:pt x="306" y="138"/>
                      </a:lnTo>
                      <a:lnTo>
                        <a:pt x="302" y="142"/>
                      </a:lnTo>
                      <a:lnTo>
                        <a:pt x="302" y="142"/>
                      </a:lnTo>
                      <a:lnTo>
                        <a:pt x="300" y="142"/>
                      </a:lnTo>
                      <a:lnTo>
                        <a:pt x="300" y="142"/>
                      </a:lnTo>
                      <a:lnTo>
                        <a:pt x="302" y="146"/>
                      </a:lnTo>
                      <a:lnTo>
                        <a:pt x="304" y="148"/>
                      </a:lnTo>
                      <a:lnTo>
                        <a:pt x="308" y="148"/>
                      </a:lnTo>
                      <a:lnTo>
                        <a:pt x="308" y="148"/>
                      </a:lnTo>
                      <a:lnTo>
                        <a:pt x="312" y="148"/>
                      </a:lnTo>
                      <a:lnTo>
                        <a:pt x="314" y="148"/>
                      </a:lnTo>
                      <a:lnTo>
                        <a:pt x="314" y="146"/>
                      </a:lnTo>
                      <a:lnTo>
                        <a:pt x="316" y="144"/>
                      </a:lnTo>
                      <a:lnTo>
                        <a:pt x="316" y="144"/>
                      </a:lnTo>
                      <a:lnTo>
                        <a:pt x="318" y="144"/>
                      </a:lnTo>
                      <a:lnTo>
                        <a:pt x="320" y="146"/>
                      </a:lnTo>
                      <a:lnTo>
                        <a:pt x="320" y="146"/>
                      </a:lnTo>
                      <a:lnTo>
                        <a:pt x="318" y="146"/>
                      </a:lnTo>
                      <a:lnTo>
                        <a:pt x="318" y="146"/>
                      </a:lnTo>
                      <a:lnTo>
                        <a:pt x="318" y="148"/>
                      </a:lnTo>
                      <a:lnTo>
                        <a:pt x="318" y="148"/>
                      </a:lnTo>
                      <a:lnTo>
                        <a:pt x="322" y="150"/>
                      </a:lnTo>
                      <a:lnTo>
                        <a:pt x="322" y="150"/>
                      </a:lnTo>
                      <a:lnTo>
                        <a:pt x="322" y="150"/>
                      </a:lnTo>
                      <a:lnTo>
                        <a:pt x="314" y="150"/>
                      </a:lnTo>
                      <a:lnTo>
                        <a:pt x="314" y="154"/>
                      </a:lnTo>
                      <a:lnTo>
                        <a:pt x="326" y="154"/>
                      </a:lnTo>
                      <a:lnTo>
                        <a:pt x="326" y="154"/>
                      </a:lnTo>
                      <a:lnTo>
                        <a:pt x="328" y="148"/>
                      </a:lnTo>
                      <a:lnTo>
                        <a:pt x="328" y="148"/>
                      </a:lnTo>
                      <a:lnTo>
                        <a:pt x="334" y="150"/>
                      </a:lnTo>
                      <a:lnTo>
                        <a:pt x="340" y="152"/>
                      </a:lnTo>
                      <a:lnTo>
                        <a:pt x="340" y="152"/>
                      </a:lnTo>
                      <a:lnTo>
                        <a:pt x="344" y="148"/>
                      </a:lnTo>
                      <a:lnTo>
                        <a:pt x="344" y="148"/>
                      </a:lnTo>
                      <a:lnTo>
                        <a:pt x="352" y="146"/>
                      </a:lnTo>
                      <a:lnTo>
                        <a:pt x="360" y="148"/>
                      </a:lnTo>
                      <a:lnTo>
                        <a:pt x="360" y="148"/>
                      </a:lnTo>
                      <a:lnTo>
                        <a:pt x="360" y="150"/>
                      </a:lnTo>
                      <a:lnTo>
                        <a:pt x="360" y="150"/>
                      </a:lnTo>
                      <a:lnTo>
                        <a:pt x="352" y="150"/>
                      </a:lnTo>
                      <a:lnTo>
                        <a:pt x="344" y="152"/>
                      </a:lnTo>
                      <a:lnTo>
                        <a:pt x="344" y="152"/>
                      </a:lnTo>
                      <a:lnTo>
                        <a:pt x="344" y="156"/>
                      </a:lnTo>
                      <a:lnTo>
                        <a:pt x="344" y="156"/>
                      </a:lnTo>
                      <a:lnTo>
                        <a:pt x="342" y="156"/>
                      </a:lnTo>
                      <a:lnTo>
                        <a:pt x="340" y="154"/>
                      </a:lnTo>
                      <a:lnTo>
                        <a:pt x="340" y="154"/>
                      </a:lnTo>
                      <a:lnTo>
                        <a:pt x="336" y="156"/>
                      </a:lnTo>
                      <a:lnTo>
                        <a:pt x="334" y="156"/>
                      </a:lnTo>
                      <a:lnTo>
                        <a:pt x="334" y="156"/>
                      </a:lnTo>
                      <a:lnTo>
                        <a:pt x="322" y="160"/>
                      </a:lnTo>
                      <a:lnTo>
                        <a:pt x="318" y="162"/>
                      </a:lnTo>
                      <a:lnTo>
                        <a:pt x="318" y="164"/>
                      </a:lnTo>
                      <a:lnTo>
                        <a:pt x="320" y="166"/>
                      </a:lnTo>
                      <a:lnTo>
                        <a:pt x="320" y="166"/>
                      </a:lnTo>
                      <a:lnTo>
                        <a:pt x="324" y="168"/>
                      </a:lnTo>
                      <a:lnTo>
                        <a:pt x="330" y="170"/>
                      </a:lnTo>
                      <a:lnTo>
                        <a:pt x="330" y="170"/>
                      </a:lnTo>
                      <a:lnTo>
                        <a:pt x="330" y="168"/>
                      </a:lnTo>
                      <a:lnTo>
                        <a:pt x="332" y="166"/>
                      </a:lnTo>
                      <a:lnTo>
                        <a:pt x="332" y="166"/>
                      </a:lnTo>
                      <a:lnTo>
                        <a:pt x="334" y="168"/>
                      </a:lnTo>
                      <a:lnTo>
                        <a:pt x="338" y="170"/>
                      </a:lnTo>
                      <a:lnTo>
                        <a:pt x="338" y="170"/>
                      </a:lnTo>
                      <a:lnTo>
                        <a:pt x="346" y="168"/>
                      </a:lnTo>
                      <a:lnTo>
                        <a:pt x="346" y="168"/>
                      </a:lnTo>
                      <a:lnTo>
                        <a:pt x="358" y="168"/>
                      </a:lnTo>
                      <a:lnTo>
                        <a:pt x="358" y="168"/>
                      </a:lnTo>
                      <a:lnTo>
                        <a:pt x="360" y="168"/>
                      </a:lnTo>
                      <a:lnTo>
                        <a:pt x="364" y="170"/>
                      </a:lnTo>
                      <a:lnTo>
                        <a:pt x="364" y="170"/>
                      </a:lnTo>
                      <a:lnTo>
                        <a:pt x="368" y="168"/>
                      </a:lnTo>
                      <a:lnTo>
                        <a:pt x="374" y="166"/>
                      </a:lnTo>
                      <a:lnTo>
                        <a:pt x="374" y="166"/>
                      </a:lnTo>
                      <a:lnTo>
                        <a:pt x="376" y="168"/>
                      </a:lnTo>
                      <a:lnTo>
                        <a:pt x="376" y="168"/>
                      </a:lnTo>
                      <a:lnTo>
                        <a:pt x="380" y="170"/>
                      </a:lnTo>
                      <a:lnTo>
                        <a:pt x="380" y="170"/>
                      </a:lnTo>
                      <a:lnTo>
                        <a:pt x="384" y="168"/>
                      </a:lnTo>
                      <a:lnTo>
                        <a:pt x="386" y="164"/>
                      </a:lnTo>
                      <a:lnTo>
                        <a:pt x="386" y="164"/>
                      </a:lnTo>
                      <a:lnTo>
                        <a:pt x="390" y="166"/>
                      </a:lnTo>
                      <a:lnTo>
                        <a:pt x="392" y="168"/>
                      </a:lnTo>
                      <a:lnTo>
                        <a:pt x="392" y="168"/>
                      </a:lnTo>
                      <a:lnTo>
                        <a:pt x="392" y="170"/>
                      </a:lnTo>
                      <a:lnTo>
                        <a:pt x="392" y="170"/>
                      </a:lnTo>
                      <a:lnTo>
                        <a:pt x="398" y="170"/>
                      </a:lnTo>
                      <a:lnTo>
                        <a:pt x="398" y="170"/>
                      </a:lnTo>
                      <a:lnTo>
                        <a:pt x="400" y="168"/>
                      </a:lnTo>
                      <a:lnTo>
                        <a:pt x="404" y="166"/>
                      </a:lnTo>
                      <a:lnTo>
                        <a:pt x="404" y="166"/>
                      </a:lnTo>
                      <a:lnTo>
                        <a:pt x="404" y="166"/>
                      </a:lnTo>
                      <a:lnTo>
                        <a:pt x="406" y="168"/>
                      </a:lnTo>
                      <a:lnTo>
                        <a:pt x="406" y="168"/>
                      </a:lnTo>
                      <a:lnTo>
                        <a:pt x="406" y="170"/>
                      </a:lnTo>
                      <a:lnTo>
                        <a:pt x="406" y="170"/>
                      </a:lnTo>
                      <a:lnTo>
                        <a:pt x="402" y="170"/>
                      </a:lnTo>
                      <a:lnTo>
                        <a:pt x="402" y="170"/>
                      </a:lnTo>
                      <a:lnTo>
                        <a:pt x="402" y="174"/>
                      </a:lnTo>
                      <a:lnTo>
                        <a:pt x="396" y="176"/>
                      </a:lnTo>
                      <a:lnTo>
                        <a:pt x="396" y="176"/>
                      </a:lnTo>
                      <a:lnTo>
                        <a:pt x="396" y="180"/>
                      </a:lnTo>
                      <a:lnTo>
                        <a:pt x="396" y="180"/>
                      </a:lnTo>
                      <a:lnTo>
                        <a:pt x="388" y="180"/>
                      </a:lnTo>
                      <a:lnTo>
                        <a:pt x="378" y="180"/>
                      </a:lnTo>
                      <a:lnTo>
                        <a:pt x="378" y="180"/>
                      </a:lnTo>
                      <a:lnTo>
                        <a:pt x="374" y="176"/>
                      </a:lnTo>
                      <a:lnTo>
                        <a:pt x="374" y="176"/>
                      </a:lnTo>
                      <a:lnTo>
                        <a:pt x="358" y="180"/>
                      </a:lnTo>
                      <a:lnTo>
                        <a:pt x="358" y="180"/>
                      </a:lnTo>
                      <a:lnTo>
                        <a:pt x="356" y="182"/>
                      </a:lnTo>
                      <a:lnTo>
                        <a:pt x="356" y="182"/>
                      </a:lnTo>
                      <a:lnTo>
                        <a:pt x="352" y="184"/>
                      </a:lnTo>
                      <a:lnTo>
                        <a:pt x="344" y="184"/>
                      </a:lnTo>
                      <a:lnTo>
                        <a:pt x="332" y="182"/>
                      </a:lnTo>
                      <a:lnTo>
                        <a:pt x="332" y="182"/>
                      </a:lnTo>
                      <a:lnTo>
                        <a:pt x="334" y="184"/>
                      </a:lnTo>
                      <a:lnTo>
                        <a:pt x="332" y="188"/>
                      </a:lnTo>
                      <a:lnTo>
                        <a:pt x="332" y="190"/>
                      </a:lnTo>
                      <a:lnTo>
                        <a:pt x="332" y="190"/>
                      </a:lnTo>
                      <a:lnTo>
                        <a:pt x="332" y="194"/>
                      </a:lnTo>
                      <a:lnTo>
                        <a:pt x="334" y="194"/>
                      </a:lnTo>
                      <a:lnTo>
                        <a:pt x="334" y="194"/>
                      </a:lnTo>
                      <a:lnTo>
                        <a:pt x="334" y="198"/>
                      </a:lnTo>
                      <a:lnTo>
                        <a:pt x="334" y="198"/>
                      </a:lnTo>
                      <a:lnTo>
                        <a:pt x="340" y="200"/>
                      </a:lnTo>
                      <a:lnTo>
                        <a:pt x="340" y="200"/>
                      </a:lnTo>
                      <a:lnTo>
                        <a:pt x="340" y="204"/>
                      </a:lnTo>
                      <a:lnTo>
                        <a:pt x="340" y="204"/>
                      </a:lnTo>
                      <a:lnTo>
                        <a:pt x="346" y="206"/>
                      </a:lnTo>
                      <a:lnTo>
                        <a:pt x="354" y="208"/>
                      </a:lnTo>
                      <a:lnTo>
                        <a:pt x="354" y="208"/>
                      </a:lnTo>
                      <a:lnTo>
                        <a:pt x="358" y="208"/>
                      </a:lnTo>
                      <a:lnTo>
                        <a:pt x="358" y="208"/>
                      </a:lnTo>
                      <a:lnTo>
                        <a:pt x="364" y="208"/>
                      </a:lnTo>
                      <a:lnTo>
                        <a:pt x="370" y="210"/>
                      </a:lnTo>
                      <a:lnTo>
                        <a:pt x="370" y="210"/>
                      </a:lnTo>
                      <a:lnTo>
                        <a:pt x="372" y="216"/>
                      </a:lnTo>
                      <a:lnTo>
                        <a:pt x="374" y="222"/>
                      </a:lnTo>
                      <a:lnTo>
                        <a:pt x="374" y="222"/>
                      </a:lnTo>
                      <a:lnTo>
                        <a:pt x="376" y="222"/>
                      </a:lnTo>
                      <a:lnTo>
                        <a:pt x="380" y="222"/>
                      </a:lnTo>
                      <a:lnTo>
                        <a:pt x="382" y="224"/>
                      </a:lnTo>
                      <a:lnTo>
                        <a:pt x="382" y="224"/>
                      </a:lnTo>
                      <a:lnTo>
                        <a:pt x="384" y="224"/>
                      </a:lnTo>
                      <a:lnTo>
                        <a:pt x="384" y="226"/>
                      </a:lnTo>
                      <a:lnTo>
                        <a:pt x="384" y="226"/>
                      </a:lnTo>
                      <a:lnTo>
                        <a:pt x="390" y="226"/>
                      </a:lnTo>
                      <a:lnTo>
                        <a:pt x="396" y="224"/>
                      </a:lnTo>
                      <a:lnTo>
                        <a:pt x="396" y="224"/>
                      </a:lnTo>
                      <a:lnTo>
                        <a:pt x="396" y="222"/>
                      </a:lnTo>
                      <a:lnTo>
                        <a:pt x="396" y="222"/>
                      </a:lnTo>
                      <a:lnTo>
                        <a:pt x="400" y="220"/>
                      </a:lnTo>
                      <a:lnTo>
                        <a:pt x="400" y="220"/>
                      </a:lnTo>
                      <a:lnTo>
                        <a:pt x="404" y="220"/>
                      </a:lnTo>
                      <a:lnTo>
                        <a:pt x="406" y="222"/>
                      </a:lnTo>
                      <a:lnTo>
                        <a:pt x="406" y="222"/>
                      </a:lnTo>
                      <a:lnTo>
                        <a:pt x="420" y="222"/>
                      </a:lnTo>
                      <a:lnTo>
                        <a:pt x="420" y="220"/>
                      </a:lnTo>
                      <a:lnTo>
                        <a:pt x="420" y="220"/>
                      </a:lnTo>
                      <a:lnTo>
                        <a:pt x="428" y="218"/>
                      </a:lnTo>
                      <a:lnTo>
                        <a:pt x="428" y="218"/>
                      </a:lnTo>
                      <a:lnTo>
                        <a:pt x="434" y="218"/>
                      </a:lnTo>
                      <a:lnTo>
                        <a:pt x="436" y="214"/>
                      </a:lnTo>
                      <a:lnTo>
                        <a:pt x="436" y="214"/>
                      </a:lnTo>
                      <a:lnTo>
                        <a:pt x="436" y="214"/>
                      </a:lnTo>
                      <a:lnTo>
                        <a:pt x="440" y="214"/>
                      </a:lnTo>
                      <a:lnTo>
                        <a:pt x="440" y="214"/>
                      </a:lnTo>
                      <a:lnTo>
                        <a:pt x="446" y="212"/>
                      </a:lnTo>
                      <a:lnTo>
                        <a:pt x="452" y="208"/>
                      </a:lnTo>
                      <a:lnTo>
                        <a:pt x="452" y="208"/>
                      </a:lnTo>
                      <a:lnTo>
                        <a:pt x="458" y="208"/>
                      </a:lnTo>
                      <a:lnTo>
                        <a:pt x="462" y="206"/>
                      </a:lnTo>
                      <a:lnTo>
                        <a:pt x="462" y="206"/>
                      </a:lnTo>
                      <a:lnTo>
                        <a:pt x="466" y="200"/>
                      </a:lnTo>
                      <a:lnTo>
                        <a:pt x="466" y="200"/>
                      </a:lnTo>
                      <a:lnTo>
                        <a:pt x="468" y="200"/>
                      </a:lnTo>
                      <a:lnTo>
                        <a:pt x="472" y="200"/>
                      </a:lnTo>
                      <a:lnTo>
                        <a:pt x="472" y="200"/>
                      </a:lnTo>
                      <a:lnTo>
                        <a:pt x="478" y="194"/>
                      </a:lnTo>
                      <a:lnTo>
                        <a:pt x="478" y="192"/>
                      </a:lnTo>
                      <a:lnTo>
                        <a:pt x="478" y="192"/>
                      </a:lnTo>
                      <a:lnTo>
                        <a:pt x="482" y="194"/>
                      </a:lnTo>
                      <a:lnTo>
                        <a:pt x="484" y="194"/>
                      </a:lnTo>
                      <a:lnTo>
                        <a:pt x="484" y="194"/>
                      </a:lnTo>
                      <a:lnTo>
                        <a:pt x="480" y="204"/>
                      </a:lnTo>
                      <a:lnTo>
                        <a:pt x="480" y="204"/>
                      </a:lnTo>
                      <a:lnTo>
                        <a:pt x="482" y="206"/>
                      </a:lnTo>
                      <a:lnTo>
                        <a:pt x="482" y="206"/>
                      </a:lnTo>
                      <a:lnTo>
                        <a:pt x="492" y="208"/>
                      </a:lnTo>
                      <a:lnTo>
                        <a:pt x="492" y="208"/>
                      </a:lnTo>
                      <a:lnTo>
                        <a:pt x="492" y="212"/>
                      </a:lnTo>
                      <a:lnTo>
                        <a:pt x="492" y="212"/>
                      </a:lnTo>
                      <a:lnTo>
                        <a:pt x="496" y="212"/>
                      </a:lnTo>
                      <a:lnTo>
                        <a:pt x="496" y="212"/>
                      </a:lnTo>
                      <a:lnTo>
                        <a:pt x="498" y="210"/>
                      </a:lnTo>
                      <a:lnTo>
                        <a:pt x="498" y="210"/>
                      </a:lnTo>
                      <a:lnTo>
                        <a:pt x="502" y="212"/>
                      </a:lnTo>
                      <a:lnTo>
                        <a:pt x="508" y="214"/>
                      </a:lnTo>
                      <a:lnTo>
                        <a:pt x="508" y="214"/>
                      </a:lnTo>
                      <a:lnTo>
                        <a:pt x="510" y="214"/>
                      </a:lnTo>
                      <a:lnTo>
                        <a:pt x="512" y="212"/>
                      </a:lnTo>
                      <a:lnTo>
                        <a:pt x="512" y="212"/>
                      </a:lnTo>
                      <a:lnTo>
                        <a:pt x="514" y="216"/>
                      </a:lnTo>
                      <a:lnTo>
                        <a:pt x="516" y="216"/>
                      </a:lnTo>
                      <a:lnTo>
                        <a:pt x="518" y="216"/>
                      </a:lnTo>
                      <a:lnTo>
                        <a:pt x="518" y="216"/>
                      </a:lnTo>
                      <a:lnTo>
                        <a:pt x="520" y="216"/>
                      </a:lnTo>
                      <a:lnTo>
                        <a:pt x="520" y="212"/>
                      </a:lnTo>
                      <a:lnTo>
                        <a:pt x="520" y="212"/>
                      </a:lnTo>
                      <a:lnTo>
                        <a:pt x="528" y="214"/>
                      </a:lnTo>
                      <a:lnTo>
                        <a:pt x="530" y="210"/>
                      </a:lnTo>
                      <a:lnTo>
                        <a:pt x="530" y="210"/>
                      </a:lnTo>
                      <a:lnTo>
                        <a:pt x="534" y="210"/>
                      </a:lnTo>
                      <a:lnTo>
                        <a:pt x="536" y="208"/>
                      </a:lnTo>
                      <a:lnTo>
                        <a:pt x="536" y="208"/>
                      </a:lnTo>
                      <a:lnTo>
                        <a:pt x="538" y="206"/>
                      </a:lnTo>
                      <a:lnTo>
                        <a:pt x="538" y="204"/>
                      </a:lnTo>
                      <a:lnTo>
                        <a:pt x="538" y="204"/>
                      </a:lnTo>
                      <a:lnTo>
                        <a:pt x="536" y="204"/>
                      </a:lnTo>
                      <a:lnTo>
                        <a:pt x="536" y="204"/>
                      </a:lnTo>
                      <a:lnTo>
                        <a:pt x="536" y="200"/>
                      </a:lnTo>
                      <a:lnTo>
                        <a:pt x="536" y="200"/>
                      </a:lnTo>
                      <a:lnTo>
                        <a:pt x="532" y="200"/>
                      </a:lnTo>
                      <a:lnTo>
                        <a:pt x="528" y="200"/>
                      </a:lnTo>
                      <a:lnTo>
                        <a:pt x="528" y="200"/>
                      </a:lnTo>
                      <a:lnTo>
                        <a:pt x="526" y="202"/>
                      </a:lnTo>
                      <a:lnTo>
                        <a:pt x="526" y="204"/>
                      </a:lnTo>
                      <a:lnTo>
                        <a:pt x="526" y="204"/>
                      </a:lnTo>
                      <a:lnTo>
                        <a:pt x="522" y="204"/>
                      </a:lnTo>
                      <a:lnTo>
                        <a:pt x="522" y="204"/>
                      </a:lnTo>
                      <a:lnTo>
                        <a:pt x="520" y="202"/>
                      </a:lnTo>
                      <a:lnTo>
                        <a:pt x="518" y="198"/>
                      </a:lnTo>
                      <a:lnTo>
                        <a:pt x="518" y="198"/>
                      </a:lnTo>
                      <a:lnTo>
                        <a:pt x="514" y="196"/>
                      </a:lnTo>
                      <a:lnTo>
                        <a:pt x="514" y="192"/>
                      </a:lnTo>
                      <a:lnTo>
                        <a:pt x="514" y="192"/>
                      </a:lnTo>
                      <a:lnTo>
                        <a:pt x="520" y="192"/>
                      </a:lnTo>
                      <a:lnTo>
                        <a:pt x="520" y="192"/>
                      </a:lnTo>
                      <a:lnTo>
                        <a:pt x="524" y="198"/>
                      </a:lnTo>
                      <a:lnTo>
                        <a:pt x="524" y="198"/>
                      </a:lnTo>
                      <a:lnTo>
                        <a:pt x="530" y="198"/>
                      </a:lnTo>
                      <a:lnTo>
                        <a:pt x="538" y="198"/>
                      </a:lnTo>
                      <a:lnTo>
                        <a:pt x="538" y="198"/>
                      </a:lnTo>
                      <a:lnTo>
                        <a:pt x="538" y="196"/>
                      </a:lnTo>
                      <a:lnTo>
                        <a:pt x="538" y="196"/>
                      </a:lnTo>
                      <a:lnTo>
                        <a:pt x="532" y="194"/>
                      </a:lnTo>
                      <a:lnTo>
                        <a:pt x="532" y="194"/>
                      </a:lnTo>
                      <a:lnTo>
                        <a:pt x="530" y="192"/>
                      </a:lnTo>
                      <a:lnTo>
                        <a:pt x="532" y="192"/>
                      </a:lnTo>
                      <a:lnTo>
                        <a:pt x="536" y="190"/>
                      </a:lnTo>
                      <a:lnTo>
                        <a:pt x="536" y="190"/>
                      </a:lnTo>
                      <a:lnTo>
                        <a:pt x="536" y="190"/>
                      </a:lnTo>
                      <a:lnTo>
                        <a:pt x="538" y="188"/>
                      </a:lnTo>
                      <a:lnTo>
                        <a:pt x="538" y="188"/>
                      </a:lnTo>
                      <a:lnTo>
                        <a:pt x="540" y="192"/>
                      </a:lnTo>
                      <a:lnTo>
                        <a:pt x="546" y="194"/>
                      </a:lnTo>
                      <a:lnTo>
                        <a:pt x="546" y="194"/>
                      </a:lnTo>
                      <a:lnTo>
                        <a:pt x="546" y="198"/>
                      </a:lnTo>
                      <a:lnTo>
                        <a:pt x="546" y="198"/>
                      </a:lnTo>
                      <a:lnTo>
                        <a:pt x="548" y="198"/>
                      </a:lnTo>
                      <a:lnTo>
                        <a:pt x="550" y="200"/>
                      </a:lnTo>
                      <a:lnTo>
                        <a:pt x="550" y="200"/>
                      </a:lnTo>
                      <a:lnTo>
                        <a:pt x="552" y="198"/>
                      </a:lnTo>
                      <a:lnTo>
                        <a:pt x="552" y="198"/>
                      </a:lnTo>
                      <a:lnTo>
                        <a:pt x="552" y="198"/>
                      </a:lnTo>
                      <a:lnTo>
                        <a:pt x="552" y="194"/>
                      </a:lnTo>
                      <a:lnTo>
                        <a:pt x="552" y="194"/>
                      </a:lnTo>
                      <a:close/>
                      <a:moveTo>
                        <a:pt x="610" y="134"/>
                      </a:moveTo>
                      <a:lnTo>
                        <a:pt x="610" y="134"/>
                      </a:lnTo>
                      <a:lnTo>
                        <a:pt x="610" y="124"/>
                      </a:lnTo>
                      <a:lnTo>
                        <a:pt x="608" y="122"/>
                      </a:lnTo>
                      <a:lnTo>
                        <a:pt x="608" y="122"/>
                      </a:lnTo>
                      <a:lnTo>
                        <a:pt x="608" y="120"/>
                      </a:lnTo>
                      <a:lnTo>
                        <a:pt x="610" y="116"/>
                      </a:lnTo>
                      <a:lnTo>
                        <a:pt x="610" y="116"/>
                      </a:lnTo>
                      <a:lnTo>
                        <a:pt x="606" y="114"/>
                      </a:lnTo>
                      <a:lnTo>
                        <a:pt x="606" y="114"/>
                      </a:lnTo>
                      <a:lnTo>
                        <a:pt x="596" y="120"/>
                      </a:lnTo>
                      <a:lnTo>
                        <a:pt x="596" y="120"/>
                      </a:lnTo>
                      <a:lnTo>
                        <a:pt x="594" y="108"/>
                      </a:lnTo>
                      <a:lnTo>
                        <a:pt x="594" y="108"/>
                      </a:lnTo>
                      <a:lnTo>
                        <a:pt x="590" y="110"/>
                      </a:lnTo>
                      <a:lnTo>
                        <a:pt x="588" y="110"/>
                      </a:lnTo>
                      <a:lnTo>
                        <a:pt x="584" y="104"/>
                      </a:lnTo>
                      <a:lnTo>
                        <a:pt x="582" y="104"/>
                      </a:lnTo>
                      <a:lnTo>
                        <a:pt x="584" y="100"/>
                      </a:lnTo>
                      <a:lnTo>
                        <a:pt x="584" y="100"/>
                      </a:lnTo>
                      <a:lnTo>
                        <a:pt x="596" y="100"/>
                      </a:lnTo>
                      <a:lnTo>
                        <a:pt x="596" y="100"/>
                      </a:lnTo>
                      <a:lnTo>
                        <a:pt x="596" y="96"/>
                      </a:lnTo>
                      <a:lnTo>
                        <a:pt x="596" y="96"/>
                      </a:lnTo>
                      <a:lnTo>
                        <a:pt x="594" y="96"/>
                      </a:lnTo>
                      <a:lnTo>
                        <a:pt x="594" y="96"/>
                      </a:lnTo>
                      <a:lnTo>
                        <a:pt x="596" y="90"/>
                      </a:lnTo>
                      <a:lnTo>
                        <a:pt x="596" y="90"/>
                      </a:lnTo>
                      <a:lnTo>
                        <a:pt x="592" y="90"/>
                      </a:lnTo>
                      <a:lnTo>
                        <a:pt x="592" y="90"/>
                      </a:lnTo>
                      <a:lnTo>
                        <a:pt x="590" y="86"/>
                      </a:lnTo>
                      <a:lnTo>
                        <a:pt x="590" y="86"/>
                      </a:lnTo>
                      <a:lnTo>
                        <a:pt x="584" y="86"/>
                      </a:lnTo>
                      <a:lnTo>
                        <a:pt x="578" y="86"/>
                      </a:lnTo>
                      <a:lnTo>
                        <a:pt x="578" y="88"/>
                      </a:lnTo>
                      <a:lnTo>
                        <a:pt x="578" y="88"/>
                      </a:lnTo>
                      <a:lnTo>
                        <a:pt x="572" y="88"/>
                      </a:lnTo>
                      <a:lnTo>
                        <a:pt x="572" y="88"/>
                      </a:lnTo>
                      <a:lnTo>
                        <a:pt x="576" y="86"/>
                      </a:lnTo>
                      <a:lnTo>
                        <a:pt x="576" y="86"/>
                      </a:lnTo>
                      <a:lnTo>
                        <a:pt x="580" y="84"/>
                      </a:lnTo>
                      <a:lnTo>
                        <a:pt x="580" y="84"/>
                      </a:lnTo>
                      <a:lnTo>
                        <a:pt x="584" y="82"/>
                      </a:lnTo>
                      <a:lnTo>
                        <a:pt x="584" y="82"/>
                      </a:lnTo>
                      <a:lnTo>
                        <a:pt x="586" y="80"/>
                      </a:lnTo>
                      <a:lnTo>
                        <a:pt x="586" y="78"/>
                      </a:lnTo>
                      <a:lnTo>
                        <a:pt x="584" y="76"/>
                      </a:lnTo>
                      <a:lnTo>
                        <a:pt x="580" y="76"/>
                      </a:lnTo>
                      <a:lnTo>
                        <a:pt x="580" y="76"/>
                      </a:lnTo>
                      <a:lnTo>
                        <a:pt x="578" y="80"/>
                      </a:lnTo>
                      <a:lnTo>
                        <a:pt x="576" y="82"/>
                      </a:lnTo>
                      <a:lnTo>
                        <a:pt x="576" y="82"/>
                      </a:lnTo>
                      <a:lnTo>
                        <a:pt x="566" y="84"/>
                      </a:lnTo>
                      <a:lnTo>
                        <a:pt x="562" y="86"/>
                      </a:lnTo>
                      <a:lnTo>
                        <a:pt x="566" y="88"/>
                      </a:lnTo>
                      <a:lnTo>
                        <a:pt x="566" y="88"/>
                      </a:lnTo>
                      <a:lnTo>
                        <a:pt x="564" y="90"/>
                      </a:lnTo>
                      <a:lnTo>
                        <a:pt x="564" y="90"/>
                      </a:lnTo>
                      <a:lnTo>
                        <a:pt x="560" y="90"/>
                      </a:lnTo>
                      <a:lnTo>
                        <a:pt x="554" y="88"/>
                      </a:lnTo>
                      <a:lnTo>
                        <a:pt x="554" y="88"/>
                      </a:lnTo>
                      <a:lnTo>
                        <a:pt x="552" y="84"/>
                      </a:lnTo>
                      <a:lnTo>
                        <a:pt x="552" y="84"/>
                      </a:lnTo>
                      <a:lnTo>
                        <a:pt x="544" y="90"/>
                      </a:lnTo>
                      <a:lnTo>
                        <a:pt x="540" y="96"/>
                      </a:lnTo>
                      <a:lnTo>
                        <a:pt x="540" y="100"/>
                      </a:lnTo>
                      <a:lnTo>
                        <a:pt x="540" y="100"/>
                      </a:lnTo>
                      <a:lnTo>
                        <a:pt x="542" y="102"/>
                      </a:lnTo>
                      <a:lnTo>
                        <a:pt x="542" y="102"/>
                      </a:lnTo>
                      <a:lnTo>
                        <a:pt x="548" y="104"/>
                      </a:lnTo>
                      <a:lnTo>
                        <a:pt x="548" y="104"/>
                      </a:lnTo>
                      <a:lnTo>
                        <a:pt x="554" y="106"/>
                      </a:lnTo>
                      <a:lnTo>
                        <a:pt x="554" y="106"/>
                      </a:lnTo>
                      <a:lnTo>
                        <a:pt x="556" y="108"/>
                      </a:lnTo>
                      <a:lnTo>
                        <a:pt x="554" y="110"/>
                      </a:lnTo>
                      <a:lnTo>
                        <a:pt x="554" y="110"/>
                      </a:lnTo>
                      <a:lnTo>
                        <a:pt x="554" y="116"/>
                      </a:lnTo>
                      <a:lnTo>
                        <a:pt x="554" y="116"/>
                      </a:lnTo>
                      <a:lnTo>
                        <a:pt x="552" y="118"/>
                      </a:lnTo>
                      <a:lnTo>
                        <a:pt x="544" y="118"/>
                      </a:lnTo>
                      <a:lnTo>
                        <a:pt x="532" y="118"/>
                      </a:lnTo>
                      <a:lnTo>
                        <a:pt x="532" y="118"/>
                      </a:lnTo>
                      <a:lnTo>
                        <a:pt x="528" y="108"/>
                      </a:lnTo>
                      <a:lnTo>
                        <a:pt x="528" y="108"/>
                      </a:lnTo>
                      <a:lnTo>
                        <a:pt x="524" y="110"/>
                      </a:lnTo>
                      <a:lnTo>
                        <a:pt x="524" y="110"/>
                      </a:lnTo>
                      <a:lnTo>
                        <a:pt x="522" y="110"/>
                      </a:lnTo>
                      <a:lnTo>
                        <a:pt x="520" y="110"/>
                      </a:lnTo>
                      <a:lnTo>
                        <a:pt x="520" y="110"/>
                      </a:lnTo>
                      <a:lnTo>
                        <a:pt x="520" y="112"/>
                      </a:lnTo>
                      <a:lnTo>
                        <a:pt x="520" y="114"/>
                      </a:lnTo>
                      <a:lnTo>
                        <a:pt x="520" y="114"/>
                      </a:lnTo>
                      <a:lnTo>
                        <a:pt x="522" y="118"/>
                      </a:lnTo>
                      <a:lnTo>
                        <a:pt x="522" y="118"/>
                      </a:lnTo>
                      <a:lnTo>
                        <a:pt x="520" y="120"/>
                      </a:lnTo>
                      <a:lnTo>
                        <a:pt x="520" y="120"/>
                      </a:lnTo>
                      <a:lnTo>
                        <a:pt x="524" y="124"/>
                      </a:lnTo>
                      <a:lnTo>
                        <a:pt x="524" y="124"/>
                      </a:lnTo>
                      <a:lnTo>
                        <a:pt x="528" y="130"/>
                      </a:lnTo>
                      <a:lnTo>
                        <a:pt x="528" y="130"/>
                      </a:lnTo>
                      <a:lnTo>
                        <a:pt x="534" y="130"/>
                      </a:lnTo>
                      <a:lnTo>
                        <a:pt x="534" y="130"/>
                      </a:lnTo>
                      <a:lnTo>
                        <a:pt x="538" y="134"/>
                      </a:lnTo>
                      <a:lnTo>
                        <a:pt x="540" y="134"/>
                      </a:lnTo>
                      <a:lnTo>
                        <a:pt x="540" y="134"/>
                      </a:lnTo>
                      <a:lnTo>
                        <a:pt x="540" y="130"/>
                      </a:lnTo>
                      <a:lnTo>
                        <a:pt x="540" y="130"/>
                      </a:lnTo>
                      <a:lnTo>
                        <a:pt x="546" y="128"/>
                      </a:lnTo>
                      <a:lnTo>
                        <a:pt x="546" y="128"/>
                      </a:lnTo>
                      <a:lnTo>
                        <a:pt x="550" y="134"/>
                      </a:lnTo>
                      <a:lnTo>
                        <a:pt x="550" y="134"/>
                      </a:lnTo>
                      <a:lnTo>
                        <a:pt x="554" y="138"/>
                      </a:lnTo>
                      <a:lnTo>
                        <a:pt x="554" y="138"/>
                      </a:lnTo>
                      <a:lnTo>
                        <a:pt x="558" y="138"/>
                      </a:lnTo>
                      <a:lnTo>
                        <a:pt x="558" y="138"/>
                      </a:lnTo>
                      <a:lnTo>
                        <a:pt x="564" y="144"/>
                      </a:lnTo>
                      <a:lnTo>
                        <a:pt x="564" y="144"/>
                      </a:lnTo>
                      <a:lnTo>
                        <a:pt x="564" y="148"/>
                      </a:lnTo>
                      <a:lnTo>
                        <a:pt x="564" y="148"/>
                      </a:lnTo>
                      <a:lnTo>
                        <a:pt x="570" y="156"/>
                      </a:lnTo>
                      <a:lnTo>
                        <a:pt x="570" y="156"/>
                      </a:lnTo>
                      <a:lnTo>
                        <a:pt x="572" y="156"/>
                      </a:lnTo>
                      <a:lnTo>
                        <a:pt x="578" y="156"/>
                      </a:lnTo>
                      <a:lnTo>
                        <a:pt x="578" y="156"/>
                      </a:lnTo>
                      <a:lnTo>
                        <a:pt x="582" y="152"/>
                      </a:lnTo>
                      <a:lnTo>
                        <a:pt x="586" y="146"/>
                      </a:lnTo>
                      <a:lnTo>
                        <a:pt x="586" y="146"/>
                      </a:lnTo>
                      <a:lnTo>
                        <a:pt x="590" y="146"/>
                      </a:lnTo>
                      <a:lnTo>
                        <a:pt x="590" y="146"/>
                      </a:lnTo>
                      <a:lnTo>
                        <a:pt x="594" y="144"/>
                      </a:lnTo>
                      <a:lnTo>
                        <a:pt x="594" y="144"/>
                      </a:lnTo>
                      <a:lnTo>
                        <a:pt x="600" y="142"/>
                      </a:lnTo>
                      <a:lnTo>
                        <a:pt x="608" y="140"/>
                      </a:lnTo>
                      <a:lnTo>
                        <a:pt x="608" y="140"/>
                      </a:lnTo>
                      <a:lnTo>
                        <a:pt x="608" y="136"/>
                      </a:lnTo>
                      <a:lnTo>
                        <a:pt x="610" y="134"/>
                      </a:lnTo>
                      <a:close/>
                      <a:moveTo>
                        <a:pt x="614" y="204"/>
                      </a:moveTo>
                      <a:lnTo>
                        <a:pt x="602" y="194"/>
                      </a:lnTo>
                      <a:lnTo>
                        <a:pt x="602" y="194"/>
                      </a:lnTo>
                      <a:lnTo>
                        <a:pt x="596" y="194"/>
                      </a:lnTo>
                      <a:lnTo>
                        <a:pt x="594" y="192"/>
                      </a:lnTo>
                      <a:lnTo>
                        <a:pt x="594" y="192"/>
                      </a:lnTo>
                      <a:lnTo>
                        <a:pt x="592" y="192"/>
                      </a:lnTo>
                      <a:lnTo>
                        <a:pt x="590" y="194"/>
                      </a:lnTo>
                      <a:lnTo>
                        <a:pt x="590" y="194"/>
                      </a:lnTo>
                      <a:lnTo>
                        <a:pt x="590" y="190"/>
                      </a:lnTo>
                      <a:lnTo>
                        <a:pt x="590" y="190"/>
                      </a:lnTo>
                      <a:lnTo>
                        <a:pt x="586" y="190"/>
                      </a:lnTo>
                      <a:lnTo>
                        <a:pt x="586" y="190"/>
                      </a:lnTo>
                      <a:lnTo>
                        <a:pt x="584" y="192"/>
                      </a:lnTo>
                      <a:lnTo>
                        <a:pt x="584" y="192"/>
                      </a:lnTo>
                      <a:lnTo>
                        <a:pt x="584" y="198"/>
                      </a:lnTo>
                      <a:lnTo>
                        <a:pt x="584" y="198"/>
                      </a:lnTo>
                      <a:lnTo>
                        <a:pt x="582" y="196"/>
                      </a:lnTo>
                      <a:lnTo>
                        <a:pt x="582" y="196"/>
                      </a:lnTo>
                      <a:lnTo>
                        <a:pt x="582" y="196"/>
                      </a:lnTo>
                      <a:lnTo>
                        <a:pt x="578" y="196"/>
                      </a:lnTo>
                      <a:lnTo>
                        <a:pt x="578" y="196"/>
                      </a:lnTo>
                      <a:lnTo>
                        <a:pt x="578" y="196"/>
                      </a:lnTo>
                      <a:lnTo>
                        <a:pt x="576" y="204"/>
                      </a:lnTo>
                      <a:lnTo>
                        <a:pt x="574" y="208"/>
                      </a:lnTo>
                      <a:lnTo>
                        <a:pt x="572" y="210"/>
                      </a:lnTo>
                      <a:lnTo>
                        <a:pt x="572" y="210"/>
                      </a:lnTo>
                      <a:lnTo>
                        <a:pt x="568" y="210"/>
                      </a:lnTo>
                      <a:lnTo>
                        <a:pt x="568" y="210"/>
                      </a:lnTo>
                      <a:lnTo>
                        <a:pt x="566" y="212"/>
                      </a:lnTo>
                      <a:lnTo>
                        <a:pt x="566" y="212"/>
                      </a:lnTo>
                      <a:lnTo>
                        <a:pt x="568" y="214"/>
                      </a:lnTo>
                      <a:lnTo>
                        <a:pt x="570" y="216"/>
                      </a:lnTo>
                      <a:lnTo>
                        <a:pt x="570" y="216"/>
                      </a:lnTo>
                      <a:lnTo>
                        <a:pt x="572" y="214"/>
                      </a:lnTo>
                      <a:lnTo>
                        <a:pt x="574" y="214"/>
                      </a:lnTo>
                      <a:lnTo>
                        <a:pt x="574" y="216"/>
                      </a:lnTo>
                      <a:lnTo>
                        <a:pt x="574" y="216"/>
                      </a:lnTo>
                      <a:lnTo>
                        <a:pt x="576" y="218"/>
                      </a:lnTo>
                      <a:lnTo>
                        <a:pt x="576" y="218"/>
                      </a:lnTo>
                      <a:lnTo>
                        <a:pt x="578" y="216"/>
                      </a:lnTo>
                      <a:lnTo>
                        <a:pt x="580" y="214"/>
                      </a:lnTo>
                      <a:lnTo>
                        <a:pt x="582" y="214"/>
                      </a:lnTo>
                      <a:lnTo>
                        <a:pt x="582" y="214"/>
                      </a:lnTo>
                      <a:lnTo>
                        <a:pt x="582" y="216"/>
                      </a:lnTo>
                      <a:lnTo>
                        <a:pt x="582" y="218"/>
                      </a:lnTo>
                      <a:lnTo>
                        <a:pt x="582" y="220"/>
                      </a:lnTo>
                      <a:lnTo>
                        <a:pt x="582" y="220"/>
                      </a:lnTo>
                      <a:lnTo>
                        <a:pt x="586" y="222"/>
                      </a:lnTo>
                      <a:lnTo>
                        <a:pt x="588" y="226"/>
                      </a:lnTo>
                      <a:lnTo>
                        <a:pt x="588" y="226"/>
                      </a:lnTo>
                      <a:lnTo>
                        <a:pt x="590" y="226"/>
                      </a:lnTo>
                      <a:lnTo>
                        <a:pt x="592" y="226"/>
                      </a:lnTo>
                      <a:lnTo>
                        <a:pt x="592" y="226"/>
                      </a:lnTo>
                      <a:lnTo>
                        <a:pt x="592" y="226"/>
                      </a:lnTo>
                      <a:lnTo>
                        <a:pt x="594" y="226"/>
                      </a:lnTo>
                      <a:lnTo>
                        <a:pt x="596" y="226"/>
                      </a:lnTo>
                      <a:lnTo>
                        <a:pt x="596" y="226"/>
                      </a:lnTo>
                      <a:lnTo>
                        <a:pt x="598" y="224"/>
                      </a:lnTo>
                      <a:lnTo>
                        <a:pt x="598" y="224"/>
                      </a:lnTo>
                      <a:lnTo>
                        <a:pt x="598" y="224"/>
                      </a:lnTo>
                      <a:lnTo>
                        <a:pt x="598" y="224"/>
                      </a:lnTo>
                      <a:lnTo>
                        <a:pt x="598" y="220"/>
                      </a:lnTo>
                      <a:lnTo>
                        <a:pt x="598" y="220"/>
                      </a:lnTo>
                      <a:lnTo>
                        <a:pt x="604" y="222"/>
                      </a:lnTo>
                      <a:lnTo>
                        <a:pt x="610" y="220"/>
                      </a:lnTo>
                      <a:lnTo>
                        <a:pt x="610" y="220"/>
                      </a:lnTo>
                      <a:lnTo>
                        <a:pt x="616" y="220"/>
                      </a:lnTo>
                      <a:lnTo>
                        <a:pt x="616" y="220"/>
                      </a:lnTo>
                      <a:lnTo>
                        <a:pt x="618" y="216"/>
                      </a:lnTo>
                      <a:lnTo>
                        <a:pt x="618" y="216"/>
                      </a:lnTo>
                      <a:lnTo>
                        <a:pt x="614" y="216"/>
                      </a:lnTo>
                      <a:lnTo>
                        <a:pt x="614" y="216"/>
                      </a:lnTo>
                      <a:lnTo>
                        <a:pt x="614" y="210"/>
                      </a:lnTo>
                      <a:lnTo>
                        <a:pt x="614" y="204"/>
                      </a:lnTo>
                      <a:lnTo>
                        <a:pt x="614" y="204"/>
                      </a:lnTo>
                      <a:close/>
                      <a:moveTo>
                        <a:pt x="134" y="582"/>
                      </a:moveTo>
                      <a:lnTo>
                        <a:pt x="134" y="582"/>
                      </a:lnTo>
                      <a:lnTo>
                        <a:pt x="136" y="578"/>
                      </a:lnTo>
                      <a:lnTo>
                        <a:pt x="136" y="576"/>
                      </a:lnTo>
                      <a:lnTo>
                        <a:pt x="136" y="576"/>
                      </a:lnTo>
                      <a:lnTo>
                        <a:pt x="132" y="576"/>
                      </a:lnTo>
                      <a:lnTo>
                        <a:pt x="132" y="576"/>
                      </a:lnTo>
                      <a:lnTo>
                        <a:pt x="134" y="574"/>
                      </a:lnTo>
                      <a:lnTo>
                        <a:pt x="134" y="572"/>
                      </a:lnTo>
                      <a:lnTo>
                        <a:pt x="134" y="572"/>
                      </a:lnTo>
                      <a:lnTo>
                        <a:pt x="132" y="570"/>
                      </a:lnTo>
                      <a:lnTo>
                        <a:pt x="130" y="570"/>
                      </a:lnTo>
                      <a:lnTo>
                        <a:pt x="130" y="570"/>
                      </a:lnTo>
                      <a:lnTo>
                        <a:pt x="124" y="574"/>
                      </a:lnTo>
                      <a:lnTo>
                        <a:pt x="124" y="574"/>
                      </a:lnTo>
                      <a:lnTo>
                        <a:pt x="124" y="576"/>
                      </a:lnTo>
                      <a:lnTo>
                        <a:pt x="126" y="576"/>
                      </a:lnTo>
                      <a:lnTo>
                        <a:pt x="126" y="578"/>
                      </a:lnTo>
                      <a:lnTo>
                        <a:pt x="126" y="578"/>
                      </a:lnTo>
                      <a:lnTo>
                        <a:pt x="124" y="576"/>
                      </a:lnTo>
                      <a:lnTo>
                        <a:pt x="124" y="578"/>
                      </a:lnTo>
                      <a:lnTo>
                        <a:pt x="126" y="584"/>
                      </a:lnTo>
                      <a:lnTo>
                        <a:pt x="126" y="584"/>
                      </a:lnTo>
                      <a:lnTo>
                        <a:pt x="130" y="588"/>
                      </a:lnTo>
                      <a:lnTo>
                        <a:pt x="138" y="592"/>
                      </a:lnTo>
                      <a:lnTo>
                        <a:pt x="138" y="592"/>
                      </a:lnTo>
                      <a:lnTo>
                        <a:pt x="138" y="590"/>
                      </a:lnTo>
                      <a:lnTo>
                        <a:pt x="138" y="590"/>
                      </a:lnTo>
                      <a:lnTo>
                        <a:pt x="136" y="586"/>
                      </a:lnTo>
                      <a:lnTo>
                        <a:pt x="134" y="586"/>
                      </a:lnTo>
                      <a:lnTo>
                        <a:pt x="134" y="586"/>
                      </a:lnTo>
                      <a:lnTo>
                        <a:pt x="138" y="584"/>
                      </a:lnTo>
                      <a:lnTo>
                        <a:pt x="138" y="584"/>
                      </a:lnTo>
                      <a:lnTo>
                        <a:pt x="134" y="582"/>
                      </a:lnTo>
                      <a:lnTo>
                        <a:pt x="134" y="582"/>
                      </a:lnTo>
                      <a:close/>
                      <a:moveTo>
                        <a:pt x="470" y="122"/>
                      </a:moveTo>
                      <a:lnTo>
                        <a:pt x="470" y="122"/>
                      </a:lnTo>
                      <a:lnTo>
                        <a:pt x="474" y="124"/>
                      </a:lnTo>
                      <a:lnTo>
                        <a:pt x="474" y="124"/>
                      </a:lnTo>
                      <a:lnTo>
                        <a:pt x="476" y="126"/>
                      </a:lnTo>
                      <a:lnTo>
                        <a:pt x="480" y="126"/>
                      </a:lnTo>
                      <a:lnTo>
                        <a:pt x="480" y="126"/>
                      </a:lnTo>
                      <a:lnTo>
                        <a:pt x="482" y="124"/>
                      </a:lnTo>
                      <a:lnTo>
                        <a:pt x="482" y="124"/>
                      </a:lnTo>
                      <a:lnTo>
                        <a:pt x="480" y="116"/>
                      </a:lnTo>
                      <a:lnTo>
                        <a:pt x="480" y="116"/>
                      </a:lnTo>
                      <a:lnTo>
                        <a:pt x="478" y="114"/>
                      </a:lnTo>
                      <a:lnTo>
                        <a:pt x="474" y="112"/>
                      </a:lnTo>
                      <a:lnTo>
                        <a:pt x="474" y="112"/>
                      </a:lnTo>
                      <a:lnTo>
                        <a:pt x="472" y="108"/>
                      </a:lnTo>
                      <a:lnTo>
                        <a:pt x="472" y="104"/>
                      </a:lnTo>
                      <a:lnTo>
                        <a:pt x="462" y="96"/>
                      </a:lnTo>
                      <a:lnTo>
                        <a:pt x="462" y="96"/>
                      </a:lnTo>
                      <a:lnTo>
                        <a:pt x="458" y="96"/>
                      </a:lnTo>
                      <a:lnTo>
                        <a:pt x="458" y="96"/>
                      </a:lnTo>
                      <a:lnTo>
                        <a:pt x="456" y="108"/>
                      </a:lnTo>
                      <a:lnTo>
                        <a:pt x="460" y="120"/>
                      </a:lnTo>
                      <a:lnTo>
                        <a:pt x="460" y="120"/>
                      </a:lnTo>
                      <a:lnTo>
                        <a:pt x="470" y="122"/>
                      </a:lnTo>
                      <a:lnTo>
                        <a:pt x="470" y="122"/>
                      </a:lnTo>
                      <a:close/>
                      <a:moveTo>
                        <a:pt x="238" y="144"/>
                      </a:moveTo>
                      <a:lnTo>
                        <a:pt x="238" y="146"/>
                      </a:lnTo>
                      <a:lnTo>
                        <a:pt x="240" y="146"/>
                      </a:lnTo>
                      <a:lnTo>
                        <a:pt x="240" y="146"/>
                      </a:lnTo>
                      <a:lnTo>
                        <a:pt x="242" y="152"/>
                      </a:lnTo>
                      <a:lnTo>
                        <a:pt x="244" y="156"/>
                      </a:lnTo>
                      <a:lnTo>
                        <a:pt x="246" y="158"/>
                      </a:lnTo>
                      <a:lnTo>
                        <a:pt x="246" y="158"/>
                      </a:lnTo>
                      <a:lnTo>
                        <a:pt x="250" y="158"/>
                      </a:lnTo>
                      <a:lnTo>
                        <a:pt x="254" y="158"/>
                      </a:lnTo>
                      <a:lnTo>
                        <a:pt x="260" y="154"/>
                      </a:lnTo>
                      <a:lnTo>
                        <a:pt x="268" y="144"/>
                      </a:lnTo>
                      <a:lnTo>
                        <a:pt x="268" y="144"/>
                      </a:lnTo>
                      <a:lnTo>
                        <a:pt x="270" y="144"/>
                      </a:lnTo>
                      <a:lnTo>
                        <a:pt x="272" y="148"/>
                      </a:lnTo>
                      <a:lnTo>
                        <a:pt x="272" y="148"/>
                      </a:lnTo>
                      <a:lnTo>
                        <a:pt x="280" y="148"/>
                      </a:lnTo>
                      <a:lnTo>
                        <a:pt x="286" y="146"/>
                      </a:lnTo>
                      <a:lnTo>
                        <a:pt x="286" y="146"/>
                      </a:lnTo>
                      <a:lnTo>
                        <a:pt x="290" y="146"/>
                      </a:lnTo>
                      <a:lnTo>
                        <a:pt x="290" y="144"/>
                      </a:lnTo>
                      <a:lnTo>
                        <a:pt x="290" y="144"/>
                      </a:lnTo>
                      <a:lnTo>
                        <a:pt x="292" y="142"/>
                      </a:lnTo>
                      <a:lnTo>
                        <a:pt x="292" y="140"/>
                      </a:lnTo>
                      <a:lnTo>
                        <a:pt x="292" y="140"/>
                      </a:lnTo>
                      <a:lnTo>
                        <a:pt x="296" y="138"/>
                      </a:lnTo>
                      <a:lnTo>
                        <a:pt x="296" y="138"/>
                      </a:lnTo>
                      <a:lnTo>
                        <a:pt x="296" y="134"/>
                      </a:lnTo>
                      <a:lnTo>
                        <a:pt x="296" y="132"/>
                      </a:lnTo>
                      <a:lnTo>
                        <a:pt x="296" y="132"/>
                      </a:lnTo>
                      <a:lnTo>
                        <a:pt x="296" y="128"/>
                      </a:lnTo>
                      <a:lnTo>
                        <a:pt x="296" y="128"/>
                      </a:lnTo>
                      <a:lnTo>
                        <a:pt x="300" y="128"/>
                      </a:lnTo>
                      <a:lnTo>
                        <a:pt x="300" y="128"/>
                      </a:lnTo>
                      <a:lnTo>
                        <a:pt x="300" y="124"/>
                      </a:lnTo>
                      <a:lnTo>
                        <a:pt x="302" y="120"/>
                      </a:lnTo>
                      <a:lnTo>
                        <a:pt x="302" y="120"/>
                      </a:lnTo>
                      <a:lnTo>
                        <a:pt x="308" y="118"/>
                      </a:lnTo>
                      <a:lnTo>
                        <a:pt x="308" y="116"/>
                      </a:lnTo>
                      <a:lnTo>
                        <a:pt x="316" y="108"/>
                      </a:lnTo>
                      <a:lnTo>
                        <a:pt x="316" y="108"/>
                      </a:lnTo>
                      <a:lnTo>
                        <a:pt x="324" y="106"/>
                      </a:lnTo>
                      <a:lnTo>
                        <a:pt x="324" y="106"/>
                      </a:lnTo>
                      <a:lnTo>
                        <a:pt x="330" y="104"/>
                      </a:lnTo>
                      <a:lnTo>
                        <a:pt x="334" y="100"/>
                      </a:lnTo>
                      <a:lnTo>
                        <a:pt x="334" y="100"/>
                      </a:lnTo>
                      <a:lnTo>
                        <a:pt x="338" y="100"/>
                      </a:lnTo>
                      <a:lnTo>
                        <a:pt x="340" y="102"/>
                      </a:lnTo>
                      <a:lnTo>
                        <a:pt x="342" y="100"/>
                      </a:lnTo>
                      <a:lnTo>
                        <a:pt x="342" y="100"/>
                      </a:lnTo>
                      <a:lnTo>
                        <a:pt x="350" y="100"/>
                      </a:lnTo>
                      <a:lnTo>
                        <a:pt x="350" y="100"/>
                      </a:lnTo>
                      <a:lnTo>
                        <a:pt x="354" y="96"/>
                      </a:lnTo>
                      <a:lnTo>
                        <a:pt x="354" y="96"/>
                      </a:lnTo>
                      <a:lnTo>
                        <a:pt x="354" y="92"/>
                      </a:lnTo>
                      <a:lnTo>
                        <a:pt x="354" y="92"/>
                      </a:lnTo>
                      <a:lnTo>
                        <a:pt x="350" y="90"/>
                      </a:lnTo>
                      <a:lnTo>
                        <a:pt x="346" y="88"/>
                      </a:lnTo>
                      <a:lnTo>
                        <a:pt x="346" y="88"/>
                      </a:lnTo>
                      <a:lnTo>
                        <a:pt x="346" y="86"/>
                      </a:lnTo>
                      <a:lnTo>
                        <a:pt x="344" y="82"/>
                      </a:lnTo>
                      <a:lnTo>
                        <a:pt x="344" y="82"/>
                      </a:lnTo>
                      <a:lnTo>
                        <a:pt x="330" y="78"/>
                      </a:lnTo>
                      <a:lnTo>
                        <a:pt x="322" y="78"/>
                      </a:lnTo>
                      <a:lnTo>
                        <a:pt x="316" y="78"/>
                      </a:lnTo>
                      <a:lnTo>
                        <a:pt x="316" y="78"/>
                      </a:lnTo>
                      <a:lnTo>
                        <a:pt x="314" y="80"/>
                      </a:lnTo>
                      <a:lnTo>
                        <a:pt x="314" y="80"/>
                      </a:lnTo>
                      <a:lnTo>
                        <a:pt x="298" y="78"/>
                      </a:lnTo>
                      <a:lnTo>
                        <a:pt x="284" y="72"/>
                      </a:lnTo>
                      <a:lnTo>
                        <a:pt x="284" y="72"/>
                      </a:lnTo>
                      <a:lnTo>
                        <a:pt x="280" y="68"/>
                      </a:lnTo>
                      <a:lnTo>
                        <a:pt x="274" y="66"/>
                      </a:lnTo>
                      <a:lnTo>
                        <a:pt x="274" y="66"/>
                      </a:lnTo>
                      <a:lnTo>
                        <a:pt x="268" y="70"/>
                      </a:lnTo>
                      <a:lnTo>
                        <a:pt x="268" y="70"/>
                      </a:lnTo>
                      <a:lnTo>
                        <a:pt x="260" y="72"/>
                      </a:lnTo>
                      <a:lnTo>
                        <a:pt x="252" y="72"/>
                      </a:lnTo>
                      <a:lnTo>
                        <a:pt x="250" y="74"/>
                      </a:lnTo>
                      <a:lnTo>
                        <a:pt x="250" y="74"/>
                      </a:lnTo>
                      <a:lnTo>
                        <a:pt x="244" y="76"/>
                      </a:lnTo>
                      <a:lnTo>
                        <a:pt x="244" y="76"/>
                      </a:lnTo>
                      <a:lnTo>
                        <a:pt x="234" y="80"/>
                      </a:lnTo>
                      <a:lnTo>
                        <a:pt x="234" y="80"/>
                      </a:lnTo>
                      <a:lnTo>
                        <a:pt x="236" y="86"/>
                      </a:lnTo>
                      <a:lnTo>
                        <a:pt x="238" y="92"/>
                      </a:lnTo>
                      <a:lnTo>
                        <a:pt x="236" y="96"/>
                      </a:lnTo>
                      <a:lnTo>
                        <a:pt x="236" y="96"/>
                      </a:lnTo>
                      <a:lnTo>
                        <a:pt x="236" y="102"/>
                      </a:lnTo>
                      <a:lnTo>
                        <a:pt x="236" y="108"/>
                      </a:lnTo>
                      <a:lnTo>
                        <a:pt x="238" y="108"/>
                      </a:lnTo>
                      <a:lnTo>
                        <a:pt x="238" y="108"/>
                      </a:lnTo>
                      <a:lnTo>
                        <a:pt x="238" y="110"/>
                      </a:lnTo>
                      <a:lnTo>
                        <a:pt x="238" y="110"/>
                      </a:lnTo>
                      <a:lnTo>
                        <a:pt x="232" y="110"/>
                      </a:lnTo>
                      <a:lnTo>
                        <a:pt x="232" y="110"/>
                      </a:lnTo>
                      <a:lnTo>
                        <a:pt x="234" y="118"/>
                      </a:lnTo>
                      <a:lnTo>
                        <a:pt x="236" y="122"/>
                      </a:lnTo>
                      <a:lnTo>
                        <a:pt x="234" y="126"/>
                      </a:lnTo>
                      <a:lnTo>
                        <a:pt x="234" y="126"/>
                      </a:lnTo>
                      <a:lnTo>
                        <a:pt x="230" y="130"/>
                      </a:lnTo>
                      <a:lnTo>
                        <a:pt x="230" y="130"/>
                      </a:lnTo>
                      <a:lnTo>
                        <a:pt x="228" y="134"/>
                      </a:lnTo>
                      <a:lnTo>
                        <a:pt x="228" y="138"/>
                      </a:lnTo>
                      <a:lnTo>
                        <a:pt x="228" y="138"/>
                      </a:lnTo>
                      <a:lnTo>
                        <a:pt x="232" y="140"/>
                      </a:lnTo>
                      <a:lnTo>
                        <a:pt x="232" y="140"/>
                      </a:lnTo>
                      <a:lnTo>
                        <a:pt x="234" y="142"/>
                      </a:lnTo>
                      <a:lnTo>
                        <a:pt x="238" y="144"/>
                      </a:lnTo>
                      <a:lnTo>
                        <a:pt x="238" y="1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0" name="Freeform 267">
                  <a:extLst>
                    <a:ext uri="{FF2B5EF4-FFF2-40B4-BE49-F238E27FC236}">
                      <a16:creationId xmlns:a16="http://schemas.microsoft.com/office/drawing/2014/main" id="{128C06F8-19F7-FF4E-B793-F78A442F5045}"/>
                    </a:ext>
                  </a:extLst>
                </p:cNvPr>
                <p:cNvSpPr>
                  <a:spLocks noEditPoints="1"/>
                </p:cNvSpPr>
                <p:nvPr/>
              </p:nvSpPr>
              <p:spPr bwMode="auto">
                <a:xfrm>
                  <a:off x="1497263" y="1636406"/>
                  <a:ext cx="2646090" cy="1890221"/>
                </a:xfrm>
                <a:custGeom>
                  <a:avLst/>
                  <a:gdLst>
                    <a:gd name="T0" fmla="*/ 1058 w 1352"/>
                    <a:gd name="T1" fmla="*/ 864 h 944"/>
                    <a:gd name="T2" fmla="*/ 1076 w 1352"/>
                    <a:gd name="T3" fmla="*/ 854 h 944"/>
                    <a:gd name="T4" fmla="*/ 1134 w 1352"/>
                    <a:gd name="T5" fmla="*/ 862 h 944"/>
                    <a:gd name="T6" fmla="*/ 1166 w 1352"/>
                    <a:gd name="T7" fmla="*/ 940 h 944"/>
                    <a:gd name="T8" fmla="*/ 1168 w 1352"/>
                    <a:gd name="T9" fmla="*/ 880 h 944"/>
                    <a:gd name="T10" fmla="*/ 1184 w 1352"/>
                    <a:gd name="T11" fmla="*/ 806 h 944"/>
                    <a:gd name="T12" fmla="*/ 1234 w 1352"/>
                    <a:gd name="T13" fmla="*/ 762 h 944"/>
                    <a:gd name="T14" fmla="*/ 1216 w 1352"/>
                    <a:gd name="T15" fmla="*/ 714 h 944"/>
                    <a:gd name="T16" fmla="*/ 1226 w 1352"/>
                    <a:gd name="T17" fmla="*/ 716 h 944"/>
                    <a:gd name="T18" fmla="*/ 1252 w 1352"/>
                    <a:gd name="T19" fmla="*/ 694 h 944"/>
                    <a:gd name="T20" fmla="*/ 1294 w 1352"/>
                    <a:gd name="T21" fmla="*/ 646 h 944"/>
                    <a:gd name="T22" fmla="*/ 1318 w 1352"/>
                    <a:gd name="T23" fmla="*/ 606 h 944"/>
                    <a:gd name="T24" fmla="*/ 1350 w 1352"/>
                    <a:gd name="T25" fmla="*/ 582 h 944"/>
                    <a:gd name="T26" fmla="*/ 1312 w 1352"/>
                    <a:gd name="T27" fmla="*/ 562 h 944"/>
                    <a:gd name="T28" fmla="*/ 1220 w 1352"/>
                    <a:gd name="T29" fmla="*/ 614 h 944"/>
                    <a:gd name="T30" fmla="*/ 1140 w 1352"/>
                    <a:gd name="T31" fmla="*/ 650 h 944"/>
                    <a:gd name="T32" fmla="*/ 1130 w 1352"/>
                    <a:gd name="T33" fmla="*/ 608 h 944"/>
                    <a:gd name="T34" fmla="*/ 1104 w 1352"/>
                    <a:gd name="T35" fmla="*/ 582 h 944"/>
                    <a:gd name="T36" fmla="*/ 1080 w 1352"/>
                    <a:gd name="T37" fmla="*/ 584 h 944"/>
                    <a:gd name="T38" fmla="*/ 1116 w 1352"/>
                    <a:gd name="T39" fmla="*/ 562 h 944"/>
                    <a:gd name="T40" fmla="*/ 1072 w 1352"/>
                    <a:gd name="T41" fmla="*/ 534 h 944"/>
                    <a:gd name="T42" fmla="*/ 1044 w 1352"/>
                    <a:gd name="T43" fmla="*/ 526 h 944"/>
                    <a:gd name="T44" fmla="*/ 980 w 1352"/>
                    <a:gd name="T45" fmla="*/ 500 h 944"/>
                    <a:gd name="T46" fmla="*/ 592 w 1352"/>
                    <a:gd name="T47" fmla="*/ 550 h 944"/>
                    <a:gd name="T48" fmla="*/ 590 w 1352"/>
                    <a:gd name="T49" fmla="*/ 658 h 944"/>
                    <a:gd name="T50" fmla="*/ 612 w 1352"/>
                    <a:gd name="T51" fmla="*/ 710 h 944"/>
                    <a:gd name="T52" fmla="*/ 632 w 1352"/>
                    <a:gd name="T53" fmla="*/ 762 h 944"/>
                    <a:gd name="T54" fmla="*/ 832 w 1352"/>
                    <a:gd name="T55" fmla="*/ 836 h 944"/>
                    <a:gd name="T56" fmla="*/ 946 w 1352"/>
                    <a:gd name="T57" fmla="*/ 932 h 944"/>
                    <a:gd name="T58" fmla="*/ 962 w 1352"/>
                    <a:gd name="T59" fmla="*/ 880 h 944"/>
                    <a:gd name="T60" fmla="*/ 1016 w 1352"/>
                    <a:gd name="T61" fmla="*/ 866 h 944"/>
                    <a:gd name="T62" fmla="*/ 476 w 1352"/>
                    <a:gd name="T63" fmla="*/ 310 h 944"/>
                    <a:gd name="T64" fmla="*/ 406 w 1352"/>
                    <a:gd name="T65" fmla="*/ 278 h 944"/>
                    <a:gd name="T66" fmla="*/ 330 w 1352"/>
                    <a:gd name="T67" fmla="*/ 26 h 944"/>
                    <a:gd name="T68" fmla="*/ 248 w 1352"/>
                    <a:gd name="T69" fmla="*/ 18 h 944"/>
                    <a:gd name="T70" fmla="*/ 170 w 1352"/>
                    <a:gd name="T71" fmla="*/ 8 h 944"/>
                    <a:gd name="T72" fmla="*/ 94 w 1352"/>
                    <a:gd name="T73" fmla="*/ 20 h 944"/>
                    <a:gd name="T74" fmla="*/ 22 w 1352"/>
                    <a:gd name="T75" fmla="*/ 78 h 944"/>
                    <a:gd name="T76" fmla="*/ 72 w 1352"/>
                    <a:gd name="T77" fmla="*/ 108 h 944"/>
                    <a:gd name="T78" fmla="*/ 82 w 1352"/>
                    <a:gd name="T79" fmla="*/ 130 h 944"/>
                    <a:gd name="T80" fmla="*/ 6 w 1352"/>
                    <a:gd name="T81" fmla="*/ 132 h 944"/>
                    <a:gd name="T82" fmla="*/ 66 w 1352"/>
                    <a:gd name="T83" fmla="*/ 166 h 944"/>
                    <a:gd name="T84" fmla="*/ 44 w 1352"/>
                    <a:gd name="T85" fmla="*/ 196 h 944"/>
                    <a:gd name="T86" fmla="*/ 34 w 1352"/>
                    <a:gd name="T87" fmla="*/ 236 h 944"/>
                    <a:gd name="T88" fmla="*/ 56 w 1352"/>
                    <a:gd name="T89" fmla="*/ 270 h 944"/>
                    <a:gd name="T90" fmla="*/ 82 w 1352"/>
                    <a:gd name="T91" fmla="*/ 292 h 944"/>
                    <a:gd name="T92" fmla="*/ 130 w 1352"/>
                    <a:gd name="T93" fmla="*/ 288 h 944"/>
                    <a:gd name="T94" fmla="*/ 122 w 1352"/>
                    <a:gd name="T95" fmla="*/ 336 h 944"/>
                    <a:gd name="T96" fmla="*/ 70 w 1352"/>
                    <a:gd name="T97" fmla="*/ 378 h 944"/>
                    <a:gd name="T98" fmla="*/ 118 w 1352"/>
                    <a:gd name="T99" fmla="*/ 350 h 944"/>
                    <a:gd name="T100" fmla="*/ 164 w 1352"/>
                    <a:gd name="T101" fmla="*/ 312 h 944"/>
                    <a:gd name="T102" fmla="*/ 196 w 1352"/>
                    <a:gd name="T103" fmla="*/ 264 h 944"/>
                    <a:gd name="T104" fmla="*/ 242 w 1352"/>
                    <a:gd name="T105" fmla="*/ 234 h 944"/>
                    <a:gd name="T106" fmla="*/ 218 w 1352"/>
                    <a:gd name="T107" fmla="*/ 282 h 944"/>
                    <a:gd name="T108" fmla="*/ 266 w 1352"/>
                    <a:gd name="T109" fmla="*/ 264 h 944"/>
                    <a:gd name="T110" fmla="*/ 290 w 1352"/>
                    <a:gd name="T111" fmla="*/ 244 h 944"/>
                    <a:gd name="T112" fmla="*/ 350 w 1352"/>
                    <a:gd name="T113" fmla="*/ 268 h 944"/>
                    <a:gd name="T114" fmla="*/ 400 w 1352"/>
                    <a:gd name="T115" fmla="*/ 280 h 944"/>
                    <a:gd name="T116" fmla="*/ 444 w 1352"/>
                    <a:gd name="T117" fmla="*/ 316 h 944"/>
                    <a:gd name="T118" fmla="*/ 464 w 1352"/>
                    <a:gd name="T119" fmla="*/ 320 h 944"/>
                    <a:gd name="T120" fmla="*/ 488 w 1352"/>
                    <a:gd name="T121" fmla="*/ 358 h 944"/>
                    <a:gd name="T122" fmla="*/ 500 w 1352"/>
                    <a:gd name="T123" fmla="*/ 384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52" h="944">
                      <a:moveTo>
                        <a:pt x="1026" y="874"/>
                      </a:moveTo>
                      <a:lnTo>
                        <a:pt x="1026" y="874"/>
                      </a:lnTo>
                      <a:lnTo>
                        <a:pt x="1030" y="874"/>
                      </a:lnTo>
                      <a:lnTo>
                        <a:pt x="1034" y="874"/>
                      </a:lnTo>
                      <a:lnTo>
                        <a:pt x="1034" y="874"/>
                      </a:lnTo>
                      <a:lnTo>
                        <a:pt x="1036" y="872"/>
                      </a:lnTo>
                      <a:lnTo>
                        <a:pt x="1036" y="872"/>
                      </a:lnTo>
                      <a:lnTo>
                        <a:pt x="1038" y="872"/>
                      </a:lnTo>
                      <a:lnTo>
                        <a:pt x="1040" y="874"/>
                      </a:lnTo>
                      <a:lnTo>
                        <a:pt x="1040" y="874"/>
                      </a:lnTo>
                      <a:lnTo>
                        <a:pt x="1038" y="868"/>
                      </a:lnTo>
                      <a:lnTo>
                        <a:pt x="1040" y="864"/>
                      </a:lnTo>
                      <a:lnTo>
                        <a:pt x="1040" y="864"/>
                      </a:lnTo>
                      <a:lnTo>
                        <a:pt x="1050" y="868"/>
                      </a:lnTo>
                      <a:lnTo>
                        <a:pt x="1050" y="868"/>
                      </a:lnTo>
                      <a:lnTo>
                        <a:pt x="1050" y="868"/>
                      </a:lnTo>
                      <a:lnTo>
                        <a:pt x="1050" y="870"/>
                      </a:lnTo>
                      <a:lnTo>
                        <a:pt x="1050" y="872"/>
                      </a:lnTo>
                      <a:lnTo>
                        <a:pt x="1050" y="872"/>
                      </a:lnTo>
                      <a:lnTo>
                        <a:pt x="1056" y="872"/>
                      </a:lnTo>
                      <a:lnTo>
                        <a:pt x="1056" y="872"/>
                      </a:lnTo>
                      <a:lnTo>
                        <a:pt x="1056" y="876"/>
                      </a:lnTo>
                      <a:lnTo>
                        <a:pt x="1056" y="876"/>
                      </a:lnTo>
                      <a:lnTo>
                        <a:pt x="1058" y="876"/>
                      </a:lnTo>
                      <a:lnTo>
                        <a:pt x="1058" y="870"/>
                      </a:lnTo>
                      <a:lnTo>
                        <a:pt x="1058" y="870"/>
                      </a:lnTo>
                      <a:lnTo>
                        <a:pt x="1054" y="870"/>
                      </a:lnTo>
                      <a:lnTo>
                        <a:pt x="1054" y="870"/>
                      </a:lnTo>
                      <a:lnTo>
                        <a:pt x="1054" y="866"/>
                      </a:lnTo>
                      <a:lnTo>
                        <a:pt x="1054" y="866"/>
                      </a:lnTo>
                      <a:lnTo>
                        <a:pt x="1054" y="866"/>
                      </a:lnTo>
                      <a:lnTo>
                        <a:pt x="1054" y="866"/>
                      </a:lnTo>
                      <a:lnTo>
                        <a:pt x="1058" y="864"/>
                      </a:lnTo>
                      <a:lnTo>
                        <a:pt x="1058" y="860"/>
                      </a:lnTo>
                      <a:lnTo>
                        <a:pt x="1058" y="860"/>
                      </a:lnTo>
                      <a:lnTo>
                        <a:pt x="1058" y="860"/>
                      </a:lnTo>
                      <a:lnTo>
                        <a:pt x="1056" y="858"/>
                      </a:lnTo>
                      <a:lnTo>
                        <a:pt x="1056" y="858"/>
                      </a:lnTo>
                      <a:lnTo>
                        <a:pt x="1054" y="860"/>
                      </a:lnTo>
                      <a:lnTo>
                        <a:pt x="1052" y="856"/>
                      </a:lnTo>
                      <a:lnTo>
                        <a:pt x="1052" y="856"/>
                      </a:lnTo>
                      <a:lnTo>
                        <a:pt x="1048" y="858"/>
                      </a:lnTo>
                      <a:lnTo>
                        <a:pt x="1046" y="858"/>
                      </a:lnTo>
                      <a:lnTo>
                        <a:pt x="1046" y="856"/>
                      </a:lnTo>
                      <a:lnTo>
                        <a:pt x="1046" y="856"/>
                      </a:lnTo>
                      <a:lnTo>
                        <a:pt x="1044" y="854"/>
                      </a:lnTo>
                      <a:lnTo>
                        <a:pt x="1044" y="854"/>
                      </a:lnTo>
                      <a:lnTo>
                        <a:pt x="1044" y="852"/>
                      </a:lnTo>
                      <a:lnTo>
                        <a:pt x="1044" y="852"/>
                      </a:lnTo>
                      <a:lnTo>
                        <a:pt x="1048" y="854"/>
                      </a:lnTo>
                      <a:lnTo>
                        <a:pt x="1054" y="854"/>
                      </a:lnTo>
                      <a:lnTo>
                        <a:pt x="1054" y="854"/>
                      </a:lnTo>
                      <a:lnTo>
                        <a:pt x="1054" y="850"/>
                      </a:lnTo>
                      <a:lnTo>
                        <a:pt x="1054" y="850"/>
                      </a:lnTo>
                      <a:lnTo>
                        <a:pt x="1060" y="848"/>
                      </a:lnTo>
                      <a:lnTo>
                        <a:pt x="1060" y="848"/>
                      </a:lnTo>
                      <a:lnTo>
                        <a:pt x="1064" y="850"/>
                      </a:lnTo>
                      <a:lnTo>
                        <a:pt x="1068" y="852"/>
                      </a:lnTo>
                      <a:lnTo>
                        <a:pt x="1068" y="852"/>
                      </a:lnTo>
                      <a:lnTo>
                        <a:pt x="1072" y="852"/>
                      </a:lnTo>
                      <a:lnTo>
                        <a:pt x="1072" y="852"/>
                      </a:lnTo>
                      <a:lnTo>
                        <a:pt x="1072" y="848"/>
                      </a:lnTo>
                      <a:lnTo>
                        <a:pt x="1074" y="848"/>
                      </a:lnTo>
                      <a:lnTo>
                        <a:pt x="1074" y="848"/>
                      </a:lnTo>
                      <a:lnTo>
                        <a:pt x="1076" y="854"/>
                      </a:lnTo>
                      <a:lnTo>
                        <a:pt x="1076" y="854"/>
                      </a:lnTo>
                      <a:lnTo>
                        <a:pt x="1080" y="854"/>
                      </a:lnTo>
                      <a:lnTo>
                        <a:pt x="1084" y="848"/>
                      </a:lnTo>
                      <a:lnTo>
                        <a:pt x="1084" y="848"/>
                      </a:lnTo>
                      <a:lnTo>
                        <a:pt x="1086" y="850"/>
                      </a:lnTo>
                      <a:lnTo>
                        <a:pt x="1086" y="850"/>
                      </a:lnTo>
                      <a:lnTo>
                        <a:pt x="1086" y="852"/>
                      </a:lnTo>
                      <a:lnTo>
                        <a:pt x="1088" y="852"/>
                      </a:lnTo>
                      <a:lnTo>
                        <a:pt x="1090" y="852"/>
                      </a:lnTo>
                      <a:lnTo>
                        <a:pt x="1090" y="848"/>
                      </a:lnTo>
                      <a:lnTo>
                        <a:pt x="1090" y="848"/>
                      </a:lnTo>
                      <a:lnTo>
                        <a:pt x="1094" y="848"/>
                      </a:lnTo>
                      <a:lnTo>
                        <a:pt x="1094" y="848"/>
                      </a:lnTo>
                      <a:lnTo>
                        <a:pt x="1098" y="850"/>
                      </a:lnTo>
                      <a:lnTo>
                        <a:pt x="1098" y="850"/>
                      </a:lnTo>
                      <a:lnTo>
                        <a:pt x="1096" y="852"/>
                      </a:lnTo>
                      <a:lnTo>
                        <a:pt x="1096" y="854"/>
                      </a:lnTo>
                      <a:lnTo>
                        <a:pt x="1096" y="854"/>
                      </a:lnTo>
                      <a:lnTo>
                        <a:pt x="1098" y="856"/>
                      </a:lnTo>
                      <a:lnTo>
                        <a:pt x="1098" y="856"/>
                      </a:lnTo>
                      <a:lnTo>
                        <a:pt x="1106" y="856"/>
                      </a:lnTo>
                      <a:lnTo>
                        <a:pt x="1106" y="856"/>
                      </a:lnTo>
                      <a:lnTo>
                        <a:pt x="1106" y="858"/>
                      </a:lnTo>
                      <a:lnTo>
                        <a:pt x="1108" y="860"/>
                      </a:lnTo>
                      <a:lnTo>
                        <a:pt x="1108" y="860"/>
                      </a:lnTo>
                      <a:lnTo>
                        <a:pt x="1114" y="864"/>
                      </a:lnTo>
                      <a:lnTo>
                        <a:pt x="1120" y="866"/>
                      </a:lnTo>
                      <a:lnTo>
                        <a:pt x="1120" y="866"/>
                      </a:lnTo>
                      <a:lnTo>
                        <a:pt x="1122" y="862"/>
                      </a:lnTo>
                      <a:lnTo>
                        <a:pt x="1124" y="858"/>
                      </a:lnTo>
                      <a:lnTo>
                        <a:pt x="1124" y="858"/>
                      </a:lnTo>
                      <a:lnTo>
                        <a:pt x="1130" y="858"/>
                      </a:lnTo>
                      <a:lnTo>
                        <a:pt x="1130" y="858"/>
                      </a:lnTo>
                      <a:lnTo>
                        <a:pt x="1134" y="862"/>
                      </a:lnTo>
                      <a:lnTo>
                        <a:pt x="1134" y="862"/>
                      </a:lnTo>
                      <a:lnTo>
                        <a:pt x="1134" y="866"/>
                      </a:lnTo>
                      <a:lnTo>
                        <a:pt x="1136" y="870"/>
                      </a:lnTo>
                      <a:lnTo>
                        <a:pt x="1136" y="870"/>
                      </a:lnTo>
                      <a:lnTo>
                        <a:pt x="1138" y="872"/>
                      </a:lnTo>
                      <a:lnTo>
                        <a:pt x="1142" y="874"/>
                      </a:lnTo>
                      <a:lnTo>
                        <a:pt x="1142" y="874"/>
                      </a:lnTo>
                      <a:lnTo>
                        <a:pt x="1142" y="888"/>
                      </a:lnTo>
                      <a:lnTo>
                        <a:pt x="1140" y="890"/>
                      </a:lnTo>
                      <a:lnTo>
                        <a:pt x="1140" y="890"/>
                      </a:lnTo>
                      <a:lnTo>
                        <a:pt x="1140" y="896"/>
                      </a:lnTo>
                      <a:lnTo>
                        <a:pt x="1142" y="900"/>
                      </a:lnTo>
                      <a:lnTo>
                        <a:pt x="1142" y="900"/>
                      </a:lnTo>
                      <a:lnTo>
                        <a:pt x="1146" y="894"/>
                      </a:lnTo>
                      <a:lnTo>
                        <a:pt x="1146" y="894"/>
                      </a:lnTo>
                      <a:lnTo>
                        <a:pt x="1150" y="894"/>
                      </a:lnTo>
                      <a:lnTo>
                        <a:pt x="1150" y="894"/>
                      </a:lnTo>
                      <a:lnTo>
                        <a:pt x="1146" y="912"/>
                      </a:lnTo>
                      <a:lnTo>
                        <a:pt x="1146" y="912"/>
                      </a:lnTo>
                      <a:lnTo>
                        <a:pt x="1150" y="914"/>
                      </a:lnTo>
                      <a:lnTo>
                        <a:pt x="1154" y="916"/>
                      </a:lnTo>
                      <a:lnTo>
                        <a:pt x="1154" y="916"/>
                      </a:lnTo>
                      <a:lnTo>
                        <a:pt x="1156" y="922"/>
                      </a:lnTo>
                      <a:lnTo>
                        <a:pt x="1156" y="928"/>
                      </a:lnTo>
                      <a:lnTo>
                        <a:pt x="1156" y="928"/>
                      </a:lnTo>
                      <a:lnTo>
                        <a:pt x="1160" y="932"/>
                      </a:lnTo>
                      <a:lnTo>
                        <a:pt x="1160" y="932"/>
                      </a:lnTo>
                      <a:lnTo>
                        <a:pt x="1162" y="938"/>
                      </a:lnTo>
                      <a:lnTo>
                        <a:pt x="1162" y="938"/>
                      </a:lnTo>
                      <a:lnTo>
                        <a:pt x="1164" y="938"/>
                      </a:lnTo>
                      <a:lnTo>
                        <a:pt x="1166" y="938"/>
                      </a:lnTo>
                      <a:lnTo>
                        <a:pt x="1166" y="938"/>
                      </a:lnTo>
                      <a:lnTo>
                        <a:pt x="1166" y="940"/>
                      </a:lnTo>
                      <a:lnTo>
                        <a:pt x="1168" y="944"/>
                      </a:lnTo>
                      <a:lnTo>
                        <a:pt x="1168" y="944"/>
                      </a:lnTo>
                      <a:lnTo>
                        <a:pt x="1170" y="944"/>
                      </a:lnTo>
                      <a:lnTo>
                        <a:pt x="1172" y="944"/>
                      </a:lnTo>
                      <a:lnTo>
                        <a:pt x="1172" y="944"/>
                      </a:lnTo>
                      <a:lnTo>
                        <a:pt x="1172" y="940"/>
                      </a:lnTo>
                      <a:lnTo>
                        <a:pt x="1172" y="940"/>
                      </a:lnTo>
                      <a:lnTo>
                        <a:pt x="1172" y="938"/>
                      </a:lnTo>
                      <a:lnTo>
                        <a:pt x="1172" y="938"/>
                      </a:lnTo>
                      <a:lnTo>
                        <a:pt x="1172" y="936"/>
                      </a:lnTo>
                      <a:lnTo>
                        <a:pt x="1172" y="936"/>
                      </a:lnTo>
                      <a:lnTo>
                        <a:pt x="1176" y="932"/>
                      </a:lnTo>
                      <a:lnTo>
                        <a:pt x="1176" y="932"/>
                      </a:lnTo>
                      <a:lnTo>
                        <a:pt x="1176" y="922"/>
                      </a:lnTo>
                      <a:lnTo>
                        <a:pt x="1178" y="916"/>
                      </a:lnTo>
                      <a:lnTo>
                        <a:pt x="1178" y="916"/>
                      </a:lnTo>
                      <a:lnTo>
                        <a:pt x="1176" y="916"/>
                      </a:lnTo>
                      <a:lnTo>
                        <a:pt x="1176" y="914"/>
                      </a:lnTo>
                      <a:lnTo>
                        <a:pt x="1176" y="910"/>
                      </a:lnTo>
                      <a:lnTo>
                        <a:pt x="1174" y="910"/>
                      </a:lnTo>
                      <a:lnTo>
                        <a:pt x="1174" y="910"/>
                      </a:lnTo>
                      <a:lnTo>
                        <a:pt x="1174" y="904"/>
                      </a:lnTo>
                      <a:lnTo>
                        <a:pt x="1174" y="900"/>
                      </a:lnTo>
                      <a:lnTo>
                        <a:pt x="1174" y="900"/>
                      </a:lnTo>
                      <a:lnTo>
                        <a:pt x="1170" y="894"/>
                      </a:lnTo>
                      <a:lnTo>
                        <a:pt x="1170" y="894"/>
                      </a:lnTo>
                      <a:lnTo>
                        <a:pt x="1170" y="892"/>
                      </a:lnTo>
                      <a:lnTo>
                        <a:pt x="1170" y="888"/>
                      </a:lnTo>
                      <a:lnTo>
                        <a:pt x="1170" y="888"/>
                      </a:lnTo>
                      <a:lnTo>
                        <a:pt x="1168" y="886"/>
                      </a:lnTo>
                      <a:lnTo>
                        <a:pt x="1166" y="884"/>
                      </a:lnTo>
                      <a:lnTo>
                        <a:pt x="1166" y="884"/>
                      </a:lnTo>
                      <a:lnTo>
                        <a:pt x="1168" y="880"/>
                      </a:lnTo>
                      <a:lnTo>
                        <a:pt x="1168" y="880"/>
                      </a:lnTo>
                      <a:lnTo>
                        <a:pt x="1164" y="874"/>
                      </a:lnTo>
                      <a:lnTo>
                        <a:pt x="1162" y="868"/>
                      </a:lnTo>
                      <a:lnTo>
                        <a:pt x="1162" y="868"/>
                      </a:lnTo>
                      <a:lnTo>
                        <a:pt x="1162" y="862"/>
                      </a:lnTo>
                      <a:lnTo>
                        <a:pt x="1160" y="856"/>
                      </a:lnTo>
                      <a:lnTo>
                        <a:pt x="1160" y="856"/>
                      </a:lnTo>
                      <a:lnTo>
                        <a:pt x="1156" y="854"/>
                      </a:lnTo>
                      <a:lnTo>
                        <a:pt x="1156" y="852"/>
                      </a:lnTo>
                      <a:lnTo>
                        <a:pt x="1156" y="852"/>
                      </a:lnTo>
                      <a:lnTo>
                        <a:pt x="1160" y="848"/>
                      </a:lnTo>
                      <a:lnTo>
                        <a:pt x="1160" y="848"/>
                      </a:lnTo>
                      <a:lnTo>
                        <a:pt x="1160" y="844"/>
                      </a:lnTo>
                      <a:lnTo>
                        <a:pt x="1160" y="840"/>
                      </a:lnTo>
                      <a:lnTo>
                        <a:pt x="1162" y="840"/>
                      </a:lnTo>
                      <a:lnTo>
                        <a:pt x="1162" y="840"/>
                      </a:lnTo>
                      <a:lnTo>
                        <a:pt x="1164" y="830"/>
                      </a:lnTo>
                      <a:lnTo>
                        <a:pt x="1164" y="828"/>
                      </a:lnTo>
                      <a:lnTo>
                        <a:pt x="1170" y="824"/>
                      </a:lnTo>
                      <a:lnTo>
                        <a:pt x="1168" y="820"/>
                      </a:lnTo>
                      <a:lnTo>
                        <a:pt x="1168" y="820"/>
                      </a:lnTo>
                      <a:lnTo>
                        <a:pt x="1170" y="820"/>
                      </a:lnTo>
                      <a:lnTo>
                        <a:pt x="1174" y="818"/>
                      </a:lnTo>
                      <a:lnTo>
                        <a:pt x="1174" y="818"/>
                      </a:lnTo>
                      <a:lnTo>
                        <a:pt x="1174" y="816"/>
                      </a:lnTo>
                      <a:lnTo>
                        <a:pt x="1176" y="812"/>
                      </a:lnTo>
                      <a:lnTo>
                        <a:pt x="1176" y="812"/>
                      </a:lnTo>
                      <a:lnTo>
                        <a:pt x="1178" y="812"/>
                      </a:lnTo>
                      <a:lnTo>
                        <a:pt x="1180" y="812"/>
                      </a:lnTo>
                      <a:lnTo>
                        <a:pt x="1180" y="812"/>
                      </a:lnTo>
                      <a:lnTo>
                        <a:pt x="1184" y="808"/>
                      </a:lnTo>
                      <a:lnTo>
                        <a:pt x="1184" y="808"/>
                      </a:lnTo>
                      <a:lnTo>
                        <a:pt x="1184" y="806"/>
                      </a:lnTo>
                      <a:lnTo>
                        <a:pt x="1184" y="806"/>
                      </a:lnTo>
                      <a:lnTo>
                        <a:pt x="1188" y="806"/>
                      </a:lnTo>
                      <a:lnTo>
                        <a:pt x="1188" y="806"/>
                      </a:lnTo>
                      <a:lnTo>
                        <a:pt x="1190" y="798"/>
                      </a:lnTo>
                      <a:lnTo>
                        <a:pt x="1190" y="798"/>
                      </a:lnTo>
                      <a:lnTo>
                        <a:pt x="1192" y="798"/>
                      </a:lnTo>
                      <a:lnTo>
                        <a:pt x="1194" y="798"/>
                      </a:lnTo>
                      <a:lnTo>
                        <a:pt x="1194" y="798"/>
                      </a:lnTo>
                      <a:lnTo>
                        <a:pt x="1198" y="796"/>
                      </a:lnTo>
                      <a:lnTo>
                        <a:pt x="1200" y="794"/>
                      </a:lnTo>
                      <a:lnTo>
                        <a:pt x="1200" y="794"/>
                      </a:lnTo>
                      <a:lnTo>
                        <a:pt x="1202" y="794"/>
                      </a:lnTo>
                      <a:lnTo>
                        <a:pt x="1206" y="794"/>
                      </a:lnTo>
                      <a:lnTo>
                        <a:pt x="1212" y="784"/>
                      </a:lnTo>
                      <a:lnTo>
                        <a:pt x="1212" y="784"/>
                      </a:lnTo>
                      <a:lnTo>
                        <a:pt x="1212" y="782"/>
                      </a:lnTo>
                      <a:lnTo>
                        <a:pt x="1212" y="782"/>
                      </a:lnTo>
                      <a:lnTo>
                        <a:pt x="1218" y="778"/>
                      </a:lnTo>
                      <a:lnTo>
                        <a:pt x="1218" y="778"/>
                      </a:lnTo>
                      <a:lnTo>
                        <a:pt x="1216" y="772"/>
                      </a:lnTo>
                      <a:lnTo>
                        <a:pt x="1216" y="772"/>
                      </a:lnTo>
                      <a:lnTo>
                        <a:pt x="1220" y="772"/>
                      </a:lnTo>
                      <a:lnTo>
                        <a:pt x="1220" y="770"/>
                      </a:lnTo>
                      <a:lnTo>
                        <a:pt x="1222" y="770"/>
                      </a:lnTo>
                      <a:lnTo>
                        <a:pt x="1222" y="770"/>
                      </a:lnTo>
                      <a:lnTo>
                        <a:pt x="1218" y="764"/>
                      </a:lnTo>
                      <a:lnTo>
                        <a:pt x="1218" y="764"/>
                      </a:lnTo>
                      <a:lnTo>
                        <a:pt x="1226" y="762"/>
                      </a:lnTo>
                      <a:lnTo>
                        <a:pt x="1226" y="764"/>
                      </a:lnTo>
                      <a:lnTo>
                        <a:pt x="1226" y="764"/>
                      </a:lnTo>
                      <a:lnTo>
                        <a:pt x="1230" y="766"/>
                      </a:lnTo>
                      <a:lnTo>
                        <a:pt x="1230" y="766"/>
                      </a:lnTo>
                      <a:lnTo>
                        <a:pt x="1234" y="762"/>
                      </a:lnTo>
                      <a:lnTo>
                        <a:pt x="1234" y="760"/>
                      </a:lnTo>
                      <a:lnTo>
                        <a:pt x="1230" y="762"/>
                      </a:lnTo>
                      <a:lnTo>
                        <a:pt x="1230" y="762"/>
                      </a:lnTo>
                      <a:lnTo>
                        <a:pt x="1230" y="758"/>
                      </a:lnTo>
                      <a:lnTo>
                        <a:pt x="1222" y="756"/>
                      </a:lnTo>
                      <a:lnTo>
                        <a:pt x="1222" y="756"/>
                      </a:lnTo>
                      <a:lnTo>
                        <a:pt x="1222" y="752"/>
                      </a:lnTo>
                      <a:lnTo>
                        <a:pt x="1222" y="752"/>
                      </a:lnTo>
                      <a:lnTo>
                        <a:pt x="1226" y="752"/>
                      </a:lnTo>
                      <a:lnTo>
                        <a:pt x="1230" y="750"/>
                      </a:lnTo>
                      <a:lnTo>
                        <a:pt x="1230" y="750"/>
                      </a:lnTo>
                      <a:lnTo>
                        <a:pt x="1230" y="748"/>
                      </a:lnTo>
                      <a:lnTo>
                        <a:pt x="1230" y="748"/>
                      </a:lnTo>
                      <a:lnTo>
                        <a:pt x="1230" y="746"/>
                      </a:lnTo>
                      <a:lnTo>
                        <a:pt x="1228" y="744"/>
                      </a:lnTo>
                      <a:lnTo>
                        <a:pt x="1228" y="744"/>
                      </a:lnTo>
                      <a:lnTo>
                        <a:pt x="1230" y="744"/>
                      </a:lnTo>
                      <a:lnTo>
                        <a:pt x="1230" y="742"/>
                      </a:lnTo>
                      <a:lnTo>
                        <a:pt x="1220" y="738"/>
                      </a:lnTo>
                      <a:lnTo>
                        <a:pt x="1220" y="738"/>
                      </a:lnTo>
                      <a:lnTo>
                        <a:pt x="1220" y="734"/>
                      </a:lnTo>
                      <a:lnTo>
                        <a:pt x="1220" y="734"/>
                      </a:lnTo>
                      <a:lnTo>
                        <a:pt x="1218" y="732"/>
                      </a:lnTo>
                      <a:lnTo>
                        <a:pt x="1218" y="732"/>
                      </a:lnTo>
                      <a:lnTo>
                        <a:pt x="1226" y="730"/>
                      </a:lnTo>
                      <a:lnTo>
                        <a:pt x="1226" y="730"/>
                      </a:lnTo>
                      <a:lnTo>
                        <a:pt x="1224" y="726"/>
                      </a:lnTo>
                      <a:lnTo>
                        <a:pt x="1220" y="722"/>
                      </a:lnTo>
                      <a:lnTo>
                        <a:pt x="1220" y="722"/>
                      </a:lnTo>
                      <a:lnTo>
                        <a:pt x="1222" y="722"/>
                      </a:lnTo>
                      <a:lnTo>
                        <a:pt x="1222" y="720"/>
                      </a:lnTo>
                      <a:lnTo>
                        <a:pt x="1222" y="720"/>
                      </a:lnTo>
                      <a:lnTo>
                        <a:pt x="1216" y="714"/>
                      </a:lnTo>
                      <a:lnTo>
                        <a:pt x="1216" y="714"/>
                      </a:lnTo>
                      <a:lnTo>
                        <a:pt x="1218" y="712"/>
                      </a:lnTo>
                      <a:lnTo>
                        <a:pt x="1218" y="712"/>
                      </a:lnTo>
                      <a:lnTo>
                        <a:pt x="1218" y="706"/>
                      </a:lnTo>
                      <a:lnTo>
                        <a:pt x="1220" y="706"/>
                      </a:lnTo>
                      <a:lnTo>
                        <a:pt x="1220" y="706"/>
                      </a:lnTo>
                      <a:lnTo>
                        <a:pt x="1222" y="698"/>
                      </a:lnTo>
                      <a:lnTo>
                        <a:pt x="1222" y="688"/>
                      </a:lnTo>
                      <a:lnTo>
                        <a:pt x="1222" y="688"/>
                      </a:lnTo>
                      <a:lnTo>
                        <a:pt x="1226" y="688"/>
                      </a:lnTo>
                      <a:lnTo>
                        <a:pt x="1228" y="686"/>
                      </a:lnTo>
                      <a:lnTo>
                        <a:pt x="1228" y="686"/>
                      </a:lnTo>
                      <a:lnTo>
                        <a:pt x="1234" y="686"/>
                      </a:lnTo>
                      <a:lnTo>
                        <a:pt x="1234" y="686"/>
                      </a:lnTo>
                      <a:lnTo>
                        <a:pt x="1234" y="684"/>
                      </a:lnTo>
                      <a:lnTo>
                        <a:pt x="1236" y="682"/>
                      </a:lnTo>
                      <a:lnTo>
                        <a:pt x="1236" y="682"/>
                      </a:lnTo>
                      <a:lnTo>
                        <a:pt x="1236" y="686"/>
                      </a:lnTo>
                      <a:lnTo>
                        <a:pt x="1236" y="686"/>
                      </a:lnTo>
                      <a:lnTo>
                        <a:pt x="1228" y="696"/>
                      </a:lnTo>
                      <a:lnTo>
                        <a:pt x="1230" y="698"/>
                      </a:lnTo>
                      <a:lnTo>
                        <a:pt x="1230" y="698"/>
                      </a:lnTo>
                      <a:lnTo>
                        <a:pt x="1228" y="700"/>
                      </a:lnTo>
                      <a:lnTo>
                        <a:pt x="1224" y="702"/>
                      </a:lnTo>
                      <a:lnTo>
                        <a:pt x="1224" y="702"/>
                      </a:lnTo>
                      <a:lnTo>
                        <a:pt x="1226" y="704"/>
                      </a:lnTo>
                      <a:lnTo>
                        <a:pt x="1226" y="706"/>
                      </a:lnTo>
                      <a:lnTo>
                        <a:pt x="1226" y="706"/>
                      </a:lnTo>
                      <a:lnTo>
                        <a:pt x="1228" y="708"/>
                      </a:lnTo>
                      <a:lnTo>
                        <a:pt x="1226" y="708"/>
                      </a:lnTo>
                      <a:lnTo>
                        <a:pt x="1226" y="708"/>
                      </a:lnTo>
                      <a:lnTo>
                        <a:pt x="1226" y="712"/>
                      </a:lnTo>
                      <a:lnTo>
                        <a:pt x="1226" y="716"/>
                      </a:lnTo>
                      <a:lnTo>
                        <a:pt x="1226" y="716"/>
                      </a:lnTo>
                      <a:lnTo>
                        <a:pt x="1226" y="716"/>
                      </a:lnTo>
                      <a:lnTo>
                        <a:pt x="1234" y="714"/>
                      </a:lnTo>
                      <a:lnTo>
                        <a:pt x="1234" y="714"/>
                      </a:lnTo>
                      <a:lnTo>
                        <a:pt x="1234" y="720"/>
                      </a:lnTo>
                      <a:lnTo>
                        <a:pt x="1234" y="720"/>
                      </a:lnTo>
                      <a:lnTo>
                        <a:pt x="1242" y="718"/>
                      </a:lnTo>
                      <a:lnTo>
                        <a:pt x="1242" y="716"/>
                      </a:lnTo>
                      <a:lnTo>
                        <a:pt x="1242" y="716"/>
                      </a:lnTo>
                      <a:lnTo>
                        <a:pt x="1242" y="714"/>
                      </a:lnTo>
                      <a:lnTo>
                        <a:pt x="1242" y="712"/>
                      </a:lnTo>
                      <a:lnTo>
                        <a:pt x="1242" y="712"/>
                      </a:lnTo>
                      <a:lnTo>
                        <a:pt x="1242" y="710"/>
                      </a:lnTo>
                      <a:lnTo>
                        <a:pt x="1242" y="710"/>
                      </a:lnTo>
                      <a:lnTo>
                        <a:pt x="1244" y="710"/>
                      </a:lnTo>
                      <a:lnTo>
                        <a:pt x="1244" y="710"/>
                      </a:lnTo>
                      <a:lnTo>
                        <a:pt x="1244" y="706"/>
                      </a:lnTo>
                      <a:lnTo>
                        <a:pt x="1242" y="706"/>
                      </a:lnTo>
                      <a:lnTo>
                        <a:pt x="1242" y="706"/>
                      </a:lnTo>
                      <a:lnTo>
                        <a:pt x="1244" y="702"/>
                      </a:lnTo>
                      <a:lnTo>
                        <a:pt x="1244" y="700"/>
                      </a:lnTo>
                      <a:lnTo>
                        <a:pt x="1242" y="700"/>
                      </a:lnTo>
                      <a:lnTo>
                        <a:pt x="1242" y="700"/>
                      </a:lnTo>
                      <a:lnTo>
                        <a:pt x="1240" y="694"/>
                      </a:lnTo>
                      <a:lnTo>
                        <a:pt x="1240" y="694"/>
                      </a:lnTo>
                      <a:lnTo>
                        <a:pt x="1240" y="694"/>
                      </a:lnTo>
                      <a:lnTo>
                        <a:pt x="1240" y="688"/>
                      </a:lnTo>
                      <a:lnTo>
                        <a:pt x="1240" y="688"/>
                      </a:lnTo>
                      <a:lnTo>
                        <a:pt x="1244" y="690"/>
                      </a:lnTo>
                      <a:lnTo>
                        <a:pt x="1248" y="694"/>
                      </a:lnTo>
                      <a:lnTo>
                        <a:pt x="1248" y="694"/>
                      </a:lnTo>
                      <a:lnTo>
                        <a:pt x="1252" y="694"/>
                      </a:lnTo>
                      <a:lnTo>
                        <a:pt x="1252" y="694"/>
                      </a:lnTo>
                      <a:lnTo>
                        <a:pt x="1258" y="682"/>
                      </a:lnTo>
                      <a:lnTo>
                        <a:pt x="1260" y="684"/>
                      </a:lnTo>
                      <a:lnTo>
                        <a:pt x="1260" y="684"/>
                      </a:lnTo>
                      <a:lnTo>
                        <a:pt x="1262" y="678"/>
                      </a:lnTo>
                      <a:lnTo>
                        <a:pt x="1262" y="678"/>
                      </a:lnTo>
                      <a:lnTo>
                        <a:pt x="1262" y="668"/>
                      </a:lnTo>
                      <a:lnTo>
                        <a:pt x="1262" y="668"/>
                      </a:lnTo>
                      <a:lnTo>
                        <a:pt x="1260" y="668"/>
                      </a:lnTo>
                      <a:lnTo>
                        <a:pt x="1260" y="668"/>
                      </a:lnTo>
                      <a:lnTo>
                        <a:pt x="1260" y="664"/>
                      </a:lnTo>
                      <a:lnTo>
                        <a:pt x="1262" y="664"/>
                      </a:lnTo>
                      <a:lnTo>
                        <a:pt x="1262" y="662"/>
                      </a:lnTo>
                      <a:lnTo>
                        <a:pt x="1262" y="662"/>
                      </a:lnTo>
                      <a:lnTo>
                        <a:pt x="1270" y="654"/>
                      </a:lnTo>
                      <a:lnTo>
                        <a:pt x="1270" y="652"/>
                      </a:lnTo>
                      <a:lnTo>
                        <a:pt x="1270" y="652"/>
                      </a:lnTo>
                      <a:lnTo>
                        <a:pt x="1274" y="652"/>
                      </a:lnTo>
                      <a:lnTo>
                        <a:pt x="1274" y="652"/>
                      </a:lnTo>
                      <a:lnTo>
                        <a:pt x="1276" y="652"/>
                      </a:lnTo>
                      <a:lnTo>
                        <a:pt x="1278" y="650"/>
                      </a:lnTo>
                      <a:lnTo>
                        <a:pt x="1278" y="650"/>
                      </a:lnTo>
                      <a:lnTo>
                        <a:pt x="1282" y="650"/>
                      </a:lnTo>
                      <a:lnTo>
                        <a:pt x="1282" y="650"/>
                      </a:lnTo>
                      <a:lnTo>
                        <a:pt x="1284" y="646"/>
                      </a:lnTo>
                      <a:lnTo>
                        <a:pt x="1284" y="646"/>
                      </a:lnTo>
                      <a:lnTo>
                        <a:pt x="1288" y="646"/>
                      </a:lnTo>
                      <a:lnTo>
                        <a:pt x="1292" y="646"/>
                      </a:lnTo>
                      <a:lnTo>
                        <a:pt x="1292" y="648"/>
                      </a:lnTo>
                      <a:lnTo>
                        <a:pt x="1292" y="648"/>
                      </a:lnTo>
                      <a:lnTo>
                        <a:pt x="1294" y="648"/>
                      </a:lnTo>
                      <a:lnTo>
                        <a:pt x="1296" y="648"/>
                      </a:lnTo>
                      <a:lnTo>
                        <a:pt x="1296" y="648"/>
                      </a:lnTo>
                      <a:lnTo>
                        <a:pt x="1294" y="646"/>
                      </a:lnTo>
                      <a:lnTo>
                        <a:pt x="1294" y="644"/>
                      </a:lnTo>
                      <a:lnTo>
                        <a:pt x="1296" y="640"/>
                      </a:lnTo>
                      <a:lnTo>
                        <a:pt x="1296" y="640"/>
                      </a:lnTo>
                      <a:lnTo>
                        <a:pt x="1298" y="640"/>
                      </a:lnTo>
                      <a:lnTo>
                        <a:pt x="1302" y="640"/>
                      </a:lnTo>
                      <a:lnTo>
                        <a:pt x="1302" y="640"/>
                      </a:lnTo>
                      <a:lnTo>
                        <a:pt x="1302" y="644"/>
                      </a:lnTo>
                      <a:lnTo>
                        <a:pt x="1302" y="644"/>
                      </a:lnTo>
                      <a:lnTo>
                        <a:pt x="1302" y="644"/>
                      </a:lnTo>
                      <a:lnTo>
                        <a:pt x="1306" y="644"/>
                      </a:lnTo>
                      <a:lnTo>
                        <a:pt x="1306" y="644"/>
                      </a:lnTo>
                      <a:lnTo>
                        <a:pt x="1308" y="642"/>
                      </a:lnTo>
                      <a:lnTo>
                        <a:pt x="1308" y="642"/>
                      </a:lnTo>
                      <a:lnTo>
                        <a:pt x="1312" y="642"/>
                      </a:lnTo>
                      <a:lnTo>
                        <a:pt x="1312" y="642"/>
                      </a:lnTo>
                      <a:lnTo>
                        <a:pt x="1310" y="638"/>
                      </a:lnTo>
                      <a:lnTo>
                        <a:pt x="1310" y="638"/>
                      </a:lnTo>
                      <a:lnTo>
                        <a:pt x="1304" y="636"/>
                      </a:lnTo>
                      <a:lnTo>
                        <a:pt x="1302" y="634"/>
                      </a:lnTo>
                      <a:lnTo>
                        <a:pt x="1302" y="634"/>
                      </a:lnTo>
                      <a:lnTo>
                        <a:pt x="1302" y="632"/>
                      </a:lnTo>
                      <a:lnTo>
                        <a:pt x="1302" y="632"/>
                      </a:lnTo>
                      <a:lnTo>
                        <a:pt x="1308" y="630"/>
                      </a:lnTo>
                      <a:lnTo>
                        <a:pt x="1308" y="630"/>
                      </a:lnTo>
                      <a:lnTo>
                        <a:pt x="1306" y="624"/>
                      </a:lnTo>
                      <a:lnTo>
                        <a:pt x="1306" y="622"/>
                      </a:lnTo>
                      <a:lnTo>
                        <a:pt x="1312" y="616"/>
                      </a:lnTo>
                      <a:lnTo>
                        <a:pt x="1312" y="614"/>
                      </a:lnTo>
                      <a:lnTo>
                        <a:pt x="1310" y="614"/>
                      </a:lnTo>
                      <a:lnTo>
                        <a:pt x="1310" y="614"/>
                      </a:lnTo>
                      <a:lnTo>
                        <a:pt x="1314" y="606"/>
                      </a:lnTo>
                      <a:lnTo>
                        <a:pt x="1314" y="606"/>
                      </a:lnTo>
                      <a:lnTo>
                        <a:pt x="1318" y="606"/>
                      </a:lnTo>
                      <a:lnTo>
                        <a:pt x="1318" y="606"/>
                      </a:lnTo>
                      <a:lnTo>
                        <a:pt x="1318" y="608"/>
                      </a:lnTo>
                      <a:lnTo>
                        <a:pt x="1318" y="606"/>
                      </a:lnTo>
                      <a:lnTo>
                        <a:pt x="1320" y="604"/>
                      </a:lnTo>
                      <a:lnTo>
                        <a:pt x="1320" y="604"/>
                      </a:lnTo>
                      <a:lnTo>
                        <a:pt x="1322" y="606"/>
                      </a:lnTo>
                      <a:lnTo>
                        <a:pt x="1322" y="608"/>
                      </a:lnTo>
                      <a:lnTo>
                        <a:pt x="1324" y="608"/>
                      </a:lnTo>
                      <a:lnTo>
                        <a:pt x="1324" y="608"/>
                      </a:lnTo>
                      <a:lnTo>
                        <a:pt x="1324" y="604"/>
                      </a:lnTo>
                      <a:lnTo>
                        <a:pt x="1324" y="604"/>
                      </a:lnTo>
                      <a:lnTo>
                        <a:pt x="1328" y="606"/>
                      </a:lnTo>
                      <a:lnTo>
                        <a:pt x="1328" y="606"/>
                      </a:lnTo>
                      <a:lnTo>
                        <a:pt x="1332" y="594"/>
                      </a:lnTo>
                      <a:lnTo>
                        <a:pt x="1332" y="594"/>
                      </a:lnTo>
                      <a:lnTo>
                        <a:pt x="1334" y="600"/>
                      </a:lnTo>
                      <a:lnTo>
                        <a:pt x="1338" y="600"/>
                      </a:lnTo>
                      <a:lnTo>
                        <a:pt x="1338" y="600"/>
                      </a:lnTo>
                      <a:lnTo>
                        <a:pt x="1338" y="596"/>
                      </a:lnTo>
                      <a:lnTo>
                        <a:pt x="1338" y="596"/>
                      </a:lnTo>
                      <a:lnTo>
                        <a:pt x="1342" y="600"/>
                      </a:lnTo>
                      <a:lnTo>
                        <a:pt x="1342" y="600"/>
                      </a:lnTo>
                      <a:lnTo>
                        <a:pt x="1344" y="598"/>
                      </a:lnTo>
                      <a:lnTo>
                        <a:pt x="1346" y="598"/>
                      </a:lnTo>
                      <a:lnTo>
                        <a:pt x="1346" y="598"/>
                      </a:lnTo>
                      <a:lnTo>
                        <a:pt x="1348" y="594"/>
                      </a:lnTo>
                      <a:lnTo>
                        <a:pt x="1348" y="594"/>
                      </a:lnTo>
                      <a:lnTo>
                        <a:pt x="1352" y="592"/>
                      </a:lnTo>
                      <a:lnTo>
                        <a:pt x="1352" y="592"/>
                      </a:lnTo>
                      <a:lnTo>
                        <a:pt x="1350" y="582"/>
                      </a:lnTo>
                      <a:lnTo>
                        <a:pt x="1350" y="582"/>
                      </a:lnTo>
                      <a:lnTo>
                        <a:pt x="1350" y="582"/>
                      </a:lnTo>
                      <a:lnTo>
                        <a:pt x="1350" y="582"/>
                      </a:lnTo>
                      <a:lnTo>
                        <a:pt x="1350" y="580"/>
                      </a:lnTo>
                      <a:lnTo>
                        <a:pt x="1350" y="580"/>
                      </a:lnTo>
                      <a:lnTo>
                        <a:pt x="1348" y="580"/>
                      </a:lnTo>
                      <a:lnTo>
                        <a:pt x="1348" y="580"/>
                      </a:lnTo>
                      <a:lnTo>
                        <a:pt x="1348" y="578"/>
                      </a:lnTo>
                      <a:lnTo>
                        <a:pt x="1346" y="576"/>
                      </a:lnTo>
                      <a:lnTo>
                        <a:pt x="1348" y="572"/>
                      </a:lnTo>
                      <a:lnTo>
                        <a:pt x="1348" y="572"/>
                      </a:lnTo>
                      <a:lnTo>
                        <a:pt x="1346" y="570"/>
                      </a:lnTo>
                      <a:lnTo>
                        <a:pt x="1344" y="570"/>
                      </a:lnTo>
                      <a:lnTo>
                        <a:pt x="1342" y="570"/>
                      </a:lnTo>
                      <a:lnTo>
                        <a:pt x="1342" y="570"/>
                      </a:lnTo>
                      <a:lnTo>
                        <a:pt x="1342" y="564"/>
                      </a:lnTo>
                      <a:lnTo>
                        <a:pt x="1342" y="550"/>
                      </a:lnTo>
                      <a:lnTo>
                        <a:pt x="1342" y="550"/>
                      </a:lnTo>
                      <a:lnTo>
                        <a:pt x="1342" y="546"/>
                      </a:lnTo>
                      <a:lnTo>
                        <a:pt x="1340" y="544"/>
                      </a:lnTo>
                      <a:lnTo>
                        <a:pt x="1334" y="540"/>
                      </a:lnTo>
                      <a:lnTo>
                        <a:pt x="1334" y="540"/>
                      </a:lnTo>
                      <a:lnTo>
                        <a:pt x="1330" y="540"/>
                      </a:lnTo>
                      <a:lnTo>
                        <a:pt x="1328" y="544"/>
                      </a:lnTo>
                      <a:lnTo>
                        <a:pt x="1326" y="546"/>
                      </a:lnTo>
                      <a:lnTo>
                        <a:pt x="1326" y="544"/>
                      </a:lnTo>
                      <a:lnTo>
                        <a:pt x="1326" y="544"/>
                      </a:lnTo>
                      <a:lnTo>
                        <a:pt x="1324" y="540"/>
                      </a:lnTo>
                      <a:lnTo>
                        <a:pt x="1322" y="540"/>
                      </a:lnTo>
                      <a:lnTo>
                        <a:pt x="1320" y="542"/>
                      </a:lnTo>
                      <a:lnTo>
                        <a:pt x="1318" y="550"/>
                      </a:lnTo>
                      <a:lnTo>
                        <a:pt x="1318" y="550"/>
                      </a:lnTo>
                      <a:lnTo>
                        <a:pt x="1314" y="554"/>
                      </a:lnTo>
                      <a:lnTo>
                        <a:pt x="1314" y="560"/>
                      </a:lnTo>
                      <a:lnTo>
                        <a:pt x="1314" y="560"/>
                      </a:lnTo>
                      <a:lnTo>
                        <a:pt x="1312" y="562"/>
                      </a:lnTo>
                      <a:lnTo>
                        <a:pt x="1308" y="566"/>
                      </a:lnTo>
                      <a:lnTo>
                        <a:pt x="1302" y="572"/>
                      </a:lnTo>
                      <a:lnTo>
                        <a:pt x="1302" y="572"/>
                      </a:lnTo>
                      <a:lnTo>
                        <a:pt x="1298" y="574"/>
                      </a:lnTo>
                      <a:lnTo>
                        <a:pt x="1298" y="576"/>
                      </a:lnTo>
                      <a:lnTo>
                        <a:pt x="1298" y="576"/>
                      </a:lnTo>
                      <a:lnTo>
                        <a:pt x="1280" y="580"/>
                      </a:lnTo>
                      <a:lnTo>
                        <a:pt x="1258" y="582"/>
                      </a:lnTo>
                      <a:lnTo>
                        <a:pt x="1258" y="582"/>
                      </a:lnTo>
                      <a:lnTo>
                        <a:pt x="1254" y="580"/>
                      </a:lnTo>
                      <a:lnTo>
                        <a:pt x="1244" y="586"/>
                      </a:lnTo>
                      <a:lnTo>
                        <a:pt x="1244" y="586"/>
                      </a:lnTo>
                      <a:lnTo>
                        <a:pt x="1234" y="592"/>
                      </a:lnTo>
                      <a:lnTo>
                        <a:pt x="1232" y="594"/>
                      </a:lnTo>
                      <a:lnTo>
                        <a:pt x="1232" y="594"/>
                      </a:lnTo>
                      <a:lnTo>
                        <a:pt x="1232" y="596"/>
                      </a:lnTo>
                      <a:lnTo>
                        <a:pt x="1236" y="592"/>
                      </a:lnTo>
                      <a:lnTo>
                        <a:pt x="1236" y="592"/>
                      </a:lnTo>
                      <a:lnTo>
                        <a:pt x="1236" y="594"/>
                      </a:lnTo>
                      <a:lnTo>
                        <a:pt x="1236" y="598"/>
                      </a:lnTo>
                      <a:lnTo>
                        <a:pt x="1236" y="598"/>
                      </a:lnTo>
                      <a:lnTo>
                        <a:pt x="1230" y="600"/>
                      </a:lnTo>
                      <a:lnTo>
                        <a:pt x="1230" y="600"/>
                      </a:lnTo>
                      <a:lnTo>
                        <a:pt x="1232" y="602"/>
                      </a:lnTo>
                      <a:lnTo>
                        <a:pt x="1232" y="606"/>
                      </a:lnTo>
                      <a:lnTo>
                        <a:pt x="1232" y="606"/>
                      </a:lnTo>
                      <a:lnTo>
                        <a:pt x="1228" y="608"/>
                      </a:lnTo>
                      <a:lnTo>
                        <a:pt x="1228" y="608"/>
                      </a:lnTo>
                      <a:lnTo>
                        <a:pt x="1230" y="610"/>
                      </a:lnTo>
                      <a:lnTo>
                        <a:pt x="1228" y="612"/>
                      </a:lnTo>
                      <a:lnTo>
                        <a:pt x="1228" y="612"/>
                      </a:lnTo>
                      <a:lnTo>
                        <a:pt x="1224" y="612"/>
                      </a:lnTo>
                      <a:lnTo>
                        <a:pt x="1220" y="614"/>
                      </a:lnTo>
                      <a:lnTo>
                        <a:pt x="1220" y="614"/>
                      </a:lnTo>
                      <a:lnTo>
                        <a:pt x="1218" y="616"/>
                      </a:lnTo>
                      <a:lnTo>
                        <a:pt x="1218" y="616"/>
                      </a:lnTo>
                      <a:lnTo>
                        <a:pt x="1216" y="616"/>
                      </a:lnTo>
                      <a:lnTo>
                        <a:pt x="1212" y="616"/>
                      </a:lnTo>
                      <a:lnTo>
                        <a:pt x="1210" y="618"/>
                      </a:lnTo>
                      <a:lnTo>
                        <a:pt x="1210" y="618"/>
                      </a:lnTo>
                      <a:lnTo>
                        <a:pt x="1200" y="616"/>
                      </a:lnTo>
                      <a:lnTo>
                        <a:pt x="1190" y="616"/>
                      </a:lnTo>
                      <a:lnTo>
                        <a:pt x="1190" y="616"/>
                      </a:lnTo>
                      <a:lnTo>
                        <a:pt x="1190" y="618"/>
                      </a:lnTo>
                      <a:lnTo>
                        <a:pt x="1188" y="620"/>
                      </a:lnTo>
                      <a:lnTo>
                        <a:pt x="1188" y="620"/>
                      </a:lnTo>
                      <a:lnTo>
                        <a:pt x="1192" y="624"/>
                      </a:lnTo>
                      <a:lnTo>
                        <a:pt x="1192" y="624"/>
                      </a:lnTo>
                      <a:lnTo>
                        <a:pt x="1186" y="630"/>
                      </a:lnTo>
                      <a:lnTo>
                        <a:pt x="1180" y="636"/>
                      </a:lnTo>
                      <a:lnTo>
                        <a:pt x="1180" y="636"/>
                      </a:lnTo>
                      <a:lnTo>
                        <a:pt x="1174" y="636"/>
                      </a:lnTo>
                      <a:lnTo>
                        <a:pt x="1174" y="636"/>
                      </a:lnTo>
                      <a:lnTo>
                        <a:pt x="1170" y="640"/>
                      </a:lnTo>
                      <a:lnTo>
                        <a:pt x="1170" y="640"/>
                      </a:lnTo>
                      <a:lnTo>
                        <a:pt x="1164" y="640"/>
                      </a:lnTo>
                      <a:lnTo>
                        <a:pt x="1158" y="642"/>
                      </a:lnTo>
                      <a:lnTo>
                        <a:pt x="1158" y="644"/>
                      </a:lnTo>
                      <a:lnTo>
                        <a:pt x="1158" y="644"/>
                      </a:lnTo>
                      <a:lnTo>
                        <a:pt x="1154" y="648"/>
                      </a:lnTo>
                      <a:lnTo>
                        <a:pt x="1146" y="652"/>
                      </a:lnTo>
                      <a:lnTo>
                        <a:pt x="1146" y="652"/>
                      </a:lnTo>
                      <a:lnTo>
                        <a:pt x="1142" y="652"/>
                      </a:lnTo>
                      <a:lnTo>
                        <a:pt x="1138" y="650"/>
                      </a:lnTo>
                      <a:lnTo>
                        <a:pt x="1138" y="650"/>
                      </a:lnTo>
                      <a:lnTo>
                        <a:pt x="1140" y="650"/>
                      </a:lnTo>
                      <a:lnTo>
                        <a:pt x="1140" y="648"/>
                      </a:lnTo>
                      <a:lnTo>
                        <a:pt x="1140" y="648"/>
                      </a:lnTo>
                      <a:lnTo>
                        <a:pt x="1138" y="648"/>
                      </a:lnTo>
                      <a:lnTo>
                        <a:pt x="1138" y="648"/>
                      </a:lnTo>
                      <a:lnTo>
                        <a:pt x="1136" y="646"/>
                      </a:lnTo>
                      <a:lnTo>
                        <a:pt x="1136" y="644"/>
                      </a:lnTo>
                      <a:lnTo>
                        <a:pt x="1136" y="644"/>
                      </a:lnTo>
                      <a:lnTo>
                        <a:pt x="1132" y="646"/>
                      </a:lnTo>
                      <a:lnTo>
                        <a:pt x="1132" y="642"/>
                      </a:lnTo>
                      <a:lnTo>
                        <a:pt x="1132" y="642"/>
                      </a:lnTo>
                      <a:lnTo>
                        <a:pt x="1138" y="638"/>
                      </a:lnTo>
                      <a:lnTo>
                        <a:pt x="1138" y="638"/>
                      </a:lnTo>
                      <a:lnTo>
                        <a:pt x="1138" y="636"/>
                      </a:lnTo>
                      <a:lnTo>
                        <a:pt x="1138" y="636"/>
                      </a:lnTo>
                      <a:lnTo>
                        <a:pt x="1142" y="632"/>
                      </a:lnTo>
                      <a:lnTo>
                        <a:pt x="1144" y="630"/>
                      </a:lnTo>
                      <a:lnTo>
                        <a:pt x="1144" y="628"/>
                      </a:lnTo>
                      <a:lnTo>
                        <a:pt x="1144" y="628"/>
                      </a:lnTo>
                      <a:lnTo>
                        <a:pt x="1146" y="622"/>
                      </a:lnTo>
                      <a:lnTo>
                        <a:pt x="1146" y="618"/>
                      </a:lnTo>
                      <a:lnTo>
                        <a:pt x="1146" y="618"/>
                      </a:lnTo>
                      <a:lnTo>
                        <a:pt x="1144" y="620"/>
                      </a:lnTo>
                      <a:lnTo>
                        <a:pt x="1144" y="620"/>
                      </a:lnTo>
                      <a:lnTo>
                        <a:pt x="1146" y="620"/>
                      </a:lnTo>
                      <a:lnTo>
                        <a:pt x="1144" y="614"/>
                      </a:lnTo>
                      <a:lnTo>
                        <a:pt x="1144" y="614"/>
                      </a:lnTo>
                      <a:lnTo>
                        <a:pt x="1142" y="606"/>
                      </a:lnTo>
                      <a:lnTo>
                        <a:pt x="1140" y="604"/>
                      </a:lnTo>
                      <a:lnTo>
                        <a:pt x="1134" y="602"/>
                      </a:lnTo>
                      <a:lnTo>
                        <a:pt x="1134" y="602"/>
                      </a:lnTo>
                      <a:lnTo>
                        <a:pt x="1132" y="606"/>
                      </a:lnTo>
                      <a:lnTo>
                        <a:pt x="1132" y="606"/>
                      </a:lnTo>
                      <a:lnTo>
                        <a:pt x="1130" y="608"/>
                      </a:lnTo>
                      <a:lnTo>
                        <a:pt x="1130" y="608"/>
                      </a:lnTo>
                      <a:lnTo>
                        <a:pt x="1128" y="608"/>
                      </a:lnTo>
                      <a:lnTo>
                        <a:pt x="1126" y="606"/>
                      </a:lnTo>
                      <a:lnTo>
                        <a:pt x="1126" y="604"/>
                      </a:lnTo>
                      <a:lnTo>
                        <a:pt x="1130" y="604"/>
                      </a:lnTo>
                      <a:lnTo>
                        <a:pt x="1130" y="604"/>
                      </a:lnTo>
                      <a:lnTo>
                        <a:pt x="1132" y="596"/>
                      </a:lnTo>
                      <a:lnTo>
                        <a:pt x="1134" y="590"/>
                      </a:lnTo>
                      <a:lnTo>
                        <a:pt x="1134" y="586"/>
                      </a:lnTo>
                      <a:lnTo>
                        <a:pt x="1134" y="586"/>
                      </a:lnTo>
                      <a:lnTo>
                        <a:pt x="1130" y="582"/>
                      </a:lnTo>
                      <a:lnTo>
                        <a:pt x="1130" y="582"/>
                      </a:lnTo>
                      <a:lnTo>
                        <a:pt x="1130" y="580"/>
                      </a:lnTo>
                      <a:lnTo>
                        <a:pt x="1132" y="578"/>
                      </a:lnTo>
                      <a:lnTo>
                        <a:pt x="1132" y="578"/>
                      </a:lnTo>
                      <a:lnTo>
                        <a:pt x="1128" y="574"/>
                      </a:lnTo>
                      <a:lnTo>
                        <a:pt x="1128" y="574"/>
                      </a:lnTo>
                      <a:lnTo>
                        <a:pt x="1124" y="574"/>
                      </a:lnTo>
                      <a:lnTo>
                        <a:pt x="1124" y="574"/>
                      </a:lnTo>
                      <a:lnTo>
                        <a:pt x="1120" y="570"/>
                      </a:lnTo>
                      <a:lnTo>
                        <a:pt x="1118" y="568"/>
                      </a:lnTo>
                      <a:lnTo>
                        <a:pt x="1118" y="568"/>
                      </a:lnTo>
                      <a:lnTo>
                        <a:pt x="1114" y="568"/>
                      </a:lnTo>
                      <a:lnTo>
                        <a:pt x="1114" y="568"/>
                      </a:lnTo>
                      <a:lnTo>
                        <a:pt x="1112" y="570"/>
                      </a:lnTo>
                      <a:lnTo>
                        <a:pt x="1112" y="570"/>
                      </a:lnTo>
                      <a:lnTo>
                        <a:pt x="1112" y="574"/>
                      </a:lnTo>
                      <a:lnTo>
                        <a:pt x="1112" y="574"/>
                      </a:lnTo>
                      <a:lnTo>
                        <a:pt x="1110" y="576"/>
                      </a:lnTo>
                      <a:lnTo>
                        <a:pt x="1108" y="576"/>
                      </a:lnTo>
                      <a:lnTo>
                        <a:pt x="1108" y="576"/>
                      </a:lnTo>
                      <a:lnTo>
                        <a:pt x="1106" y="578"/>
                      </a:lnTo>
                      <a:lnTo>
                        <a:pt x="1104" y="582"/>
                      </a:lnTo>
                      <a:lnTo>
                        <a:pt x="1104" y="582"/>
                      </a:lnTo>
                      <a:lnTo>
                        <a:pt x="1098" y="584"/>
                      </a:lnTo>
                      <a:lnTo>
                        <a:pt x="1098" y="584"/>
                      </a:lnTo>
                      <a:lnTo>
                        <a:pt x="1096" y="598"/>
                      </a:lnTo>
                      <a:lnTo>
                        <a:pt x="1096" y="598"/>
                      </a:lnTo>
                      <a:lnTo>
                        <a:pt x="1094" y="598"/>
                      </a:lnTo>
                      <a:lnTo>
                        <a:pt x="1092" y="600"/>
                      </a:lnTo>
                      <a:lnTo>
                        <a:pt x="1092" y="600"/>
                      </a:lnTo>
                      <a:lnTo>
                        <a:pt x="1092" y="606"/>
                      </a:lnTo>
                      <a:lnTo>
                        <a:pt x="1092" y="614"/>
                      </a:lnTo>
                      <a:lnTo>
                        <a:pt x="1096" y="616"/>
                      </a:lnTo>
                      <a:lnTo>
                        <a:pt x="1096" y="616"/>
                      </a:lnTo>
                      <a:lnTo>
                        <a:pt x="1096" y="626"/>
                      </a:lnTo>
                      <a:lnTo>
                        <a:pt x="1086" y="644"/>
                      </a:lnTo>
                      <a:lnTo>
                        <a:pt x="1086" y="644"/>
                      </a:lnTo>
                      <a:lnTo>
                        <a:pt x="1082" y="644"/>
                      </a:lnTo>
                      <a:lnTo>
                        <a:pt x="1080" y="644"/>
                      </a:lnTo>
                      <a:lnTo>
                        <a:pt x="1080" y="644"/>
                      </a:lnTo>
                      <a:lnTo>
                        <a:pt x="1076" y="642"/>
                      </a:lnTo>
                      <a:lnTo>
                        <a:pt x="1076" y="642"/>
                      </a:lnTo>
                      <a:lnTo>
                        <a:pt x="1076" y="636"/>
                      </a:lnTo>
                      <a:lnTo>
                        <a:pt x="1074" y="632"/>
                      </a:lnTo>
                      <a:lnTo>
                        <a:pt x="1074" y="632"/>
                      </a:lnTo>
                      <a:lnTo>
                        <a:pt x="1072" y="616"/>
                      </a:lnTo>
                      <a:lnTo>
                        <a:pt x="1074" y="608"/>
                      </a:lnTo>
                      <a:lnTo>
                        <a:pt x="1076" y="602"/>
                      </a:lnTo>
                      <a:lnTo>
                        <a:pt x="1076" y="602"/>
                      </a:lnTo>
                      <a:lnTo>
                        <a:pt x="1080" y="594"/>
                      </a:lnTo>
                      <a:lnTo>
                        <a:pt x="1080" y="594"/>
                      </a:lnTo>
                      <a:lnTo>
                        <a:pt x="1082" y="588"/>
                      </a:lnTo>
                      <a:lnTo>
                        <a:pt x="1082" y="582"/>
                      </a:lnTo>
                      <a:lnTo>
                        <a:pt x="1082" y="582"/>
                      </a:lnTo>
                      <a:lnTo>
                        <a:pt x="1080" y="584"/>
                      </a:lnTo>
                      <a:lnTo>
                        <a:pt x="1076" y="586"/>
                      </a:lnTo>
                      <a:lnTo>
                        <a:pt x="1076" y="586"/>
                      </a:lnTo>
                      <a:lnTo>
                        <a:pt x="1076" y="590"/>
                      </a:lnTo>
                      <a:lnTo>
                        <a:pt x="1076" y="590"/>
                      </a:lnTo>
                      <a:lnTo>
                        <a:pt x="1074" y="592"/>
                      </a:lnTo>
                      <a:lnTo>
                        <a:pt x="1072" y="592"/>
                      </a:lnTo>
                      <a:lnTo>
                        <a:pt x="1072" y="592"/>
                      </a:lnTo>
                      <a:lnTo>
                        <a:pt x="1072" y="586"/>
                      </a:lnTo>
                      <a:lnTo>
                        <a:pt x="1072" y="586"/>
                      </a:lnTo>
                      <a:lnTo>
                        <a:pt x="1074" y="584"/>
                      </a:lnTo>
                      <a:lnTo>
                        <a:pt x="1078" y="582"/>
                      </a:lnTo>
                      <a:lnTo>
                        <a:pt x="1078" y="582"/>
                      </a:lnTo>
                      <a:lnTo>
                        <a:pt x="1078" y="576"/>
                      </a:lnTo>
                      <a:lnTo>
                        <a:pt x="1078" y="576"/>
                      </a:lnTo>
                      <a:lnTo>
                        <a:pt x="1084" y="566"/>
                      </a:lnTo>
                      <a:lnTo>
                        <a:pt x="1084" y="566"/>
                      </a:lnTo>
                      <a:lnTo>
                        <a:pt x="1088" y="568"/>
                      </a:lnTo>
                      <a:lnTo>
                        <a:pt x="1090" y="568"/>
                      </a:lnTo>
                      <a:lnTo>
                        <a:pt x="1090" y="564"/>
                      </a:lnTo>
                      <a:lnTo>
                        <a:pt x="1090" y="564"/>
                      </a:lnTo>
                      <a:lnTo>
                        <a:pt x="1096" y="566"/>
                      </a:lnTo>
                      <a:lnTo>
                        <a:pt x="1102" y="564"/>
                      </a:lnTo>
                      <a:lnTo>
                        <a:pt x="1102" y="564"/>
                      </a:lnTo>
                      <a:lnTo>
                        <a:pt x="1104" y="560"/>
                      </a:lnTo>
                      <a:lnTo>
                        <a:pt x="1104" y="560"/>
                      </a:lnTo>
                      <a:lnTo>
                        <a:pt x="1106" y="560"/>
                      </a:lnTo>
                      <a:lnTo>
                        <a:pt x="1108" y="562"/>
                      </a:lnTo>
                      <a:lnTo>
                        <a:pt x="1112" y="564"/>
                      </a:lnTo>
                      <a:lnTo>
                        <a:pt x="1112" y="564"/>
                      </a:lnTo>
                      <a:lnTo>
                        <a:pt x="1116" y="564"/>
                      </a:lnTo>
                      <a:lnTo>
                        <a:pt x="1116" y="564"/>
                      </a:lnTo>
                      <a:lnTo>
                        <a:pt x="1116" y="562"/>
                      </a:lnTo>
                      <a:lnTo>
                        <a:pt x="1116" y="562"/>
                      </a:lnTo>
                      <a:lnTo>
                        <a:pt x="1116" y="562"/>
                      </a:lnTo>
                      <a:lnTo>
                        <a:pt x="1120" y="562"/>
                      </a:lnTo>
                      <a:lnTo>
                        <a:pt x="1120" y="564"/>
                      </a:lnTo>
                      <a:lnTo>
                        <a:pt x="1120" y="564"/>
                      </a:lnTo>
                      <a:lnTo>
                        <a:pt x="1124" y="564"/>
                      </a:lnTo>
                      <a:lnTo>
                        <a:pt x="1124" y="564"/>
                      </a:lnTo>
                      <a:lnTo>
                        <a:pt x="1124" y="562"/>
                      </a:lnTo>
                      <a:lnTo>
                        <a:pt x="1124" y="562"/>
                      </a:lnTo>
                      <a:lnTo>
                        <a:pt x="1120" y="556"/>
                      </a:lnTo>
                      <a:lnTo>
                        <a:pt x="1112" y="556"/>
                      </a:lnTo>
                      <a:lnTo>
                        <a:pt x="1112" y="556"/>
                      </a:lnTo>
                      <a:lnTo>
                        <a:pt x="1110" y="546"/>
                      </a:lnTo>
                      <a:lnTo>
                        <a:pt x="1110" y="546"/>
                      </a:lnTo>
                      <a:lnTo>
                        <a:pt x="1096" y="552"/>
                      </a:lnTo>
                      <a:lnTo>
                        <a:pt x="1086" y="554"/>
                      </a:lnTo>
                      <a:lnTo>
                        <a:pt x="1078" y="552"/>
                      </a:lnTo>
                      <a:lnTo>
                        <a:pt x="1078" y="552"/>
                      </a:lnTo>
                      <a:lnTo>
                        <a:pt x="1076" y="544"/>
                      </a:lnTo>
                      <a:lnTo>
                        <a:pt x="1076" y="544"/>
                      </a:lnTo>
                      <a:lnTo>
                        <a:pt x="1066" y="546"/>
                      </a:lnTo>
                      <a:lnTo>
                        <a:pt x="1066" y="546"/>
                      </a:lnTo>
                      <a:lnTo>
                        <a:pt x="1064" y="544"/>
                      </a:lnTo>
                      <a:lnTo>
                        <a:pt x="1064" y="542"/>
                      </a:lnTo>
                      <a:lnTo>
                        <a:pt x="1064" y="542"/>
                      </a:lnTo>
                      <a:lnTo>
                        <a:pt x="1064" y="540"/>
                      </a:lnTo>
                      <a:lnTo>
                        <a:pt x="1064" y="540"/>
                      </a:lnTo>
                      <a:lnTo>
                        <a:pt x="1066" y="540"/>
                      </a:lnTo>
                      <a:lnTo>
                        <a:pt x="1068" y="540"/>
                      </a:lnTo>
                      <a:lnTo>
                        <a:pt x="1068" y="540"/>
                      </a:lnTo>
                      <a:lnTo>
                        <a:pt x="1072" y="538"/>
                      </a:lnTo>
                      <a:lnTo>
                        <a:pt x="1074" y="534"/>
                      </a:lnTo>
                      <a:lnTo>
                        <a:pt x="1074" y="534"/>
                      </a:lnTo>
                      <a:lnTo>
                        <a:pt x="1072" y="534"/>
                      </a:lnTo>
                      <a:lnTo>
                        <a:pt x="1068" y="532"/>
                      </a:lnTo>
                      <a:lnTo>
                        <a:pt x="1068" y="534"/>
                      </a:lnTo>
                      <a:lnTo>
                        <a:pt x="1068" y="534"/>
                      </a:lnTo>
                      <a:lnTo>
                        <a:pt x="1062" y="536"/>
                      </a:lnTo>
                      <a:lnTo>
                        <a:pt x="1062" y="538"/>
                      </a:lnTo>
                      <a:lnTo>
                        <a:pt x="1054" y="544"/>
                      </a:lnTo>
                      <a:lnTo>
                        <a:pt x="1054" y="544"/>
                      </a:lnTo>
                      <a:lnTo>
                        <a:pt x="1046" y="546"/>
                      </a:lnTo>
                      <a:lnTo>
                        <a:pt x="1046" y="546"/>
                      </a:lnTo>
                      <a:lnTo>
                        <a:pt x="1044" y="550"/>
                      </a:lnTo>
                      <a:lnTo>
                        <a:pt x="1044" y="550"/>
                      </a:lnTo>
                      <a:lnTo>
                        <a:pt x="1040" y="550"/>
                      </a:lnTo>
                      <a:lnTo>
                        <a:pt x="1038" y="550"/>
                      </a:lnTo>
                      <a:lnTo>
                        <a:pt x="1034" y="546"/>
                      </a:lnTo>
                      <a:lnTo>
                        <a:pt x="1034" y="544"/>
                      </a:lnTo>
                      <a:lnTo>
                        <a:pt x="1034" y="544"/>
                      </a:lnTo>
                      <a:lnTo>
                        <a:pt x="1028" y="546"/>
                      </a:lnTo>
                      <a:lnTo>
                        <a:pt x="1024" y="546"/>
                      </a:lnTo>
                      <a:lnTo>
                        <a:pt x="1024" y="546"/>
                      </a:lnTo>
                      <a:lnTo>
                        <a:pt x="1018" y="546"/>
                      </a:lnTo>
                      <a:lnTo>
                        <a:pt x="1018" y="546"/>
                      </a:lnTo>
                      <a:lnTo>
                        <a:pt x="1026" y="540"/>
                      </a:lnTo>
                      <a:lnTo>
                        <a:pt x="1026" y="540"/>
                      </a:lnTo>
                      <a:lnTo>
                        <a:pt x="1028" y="536"/>
                      </a:lnTo>
                      <a:lnTo>
                        <a:pt x="1028" y="536"/>
                      </a:lnTo>
                      <a:lnTo>
                        <a:pt x="1032" y="536"/>
                      </a:lnTo>
                      <a:lnTo>
                        <a:pt x="1032" y="536"/>
                      </a:lnTo>
                      <a:lnTo>
                        <a:pt x="1038" y="530"/>
                      </a:lnTo>
                      <a:lnTo>
                        <a:pt x="1038" y="530"/>
                      </a:lnTo>
                      <a:lnTo>
                        <a:pt x="1042" y="530"/>
                      </a:lnTo>
                      <a:lnTo>
                        <a:pt x="1042" y="530"/>
                      </a:lnTo>
                      <a:lnTo>
                        <a:pt x="1044" y="526"/>
                      </a:lnTo>
                      <a:lnTo>
                        <a:pt x="1044" y="526"/>
                      </a:lnTo>
                      <a:lnTo>
                        <a:pt x="1050" y="522"/>
                      </a:lnTo>
                      <a:lnTo>
                        <a:pt x="1050" y="522"/>
                      </a:lnTo>
                      <a:lnTo>
                        <a:pt x="1048" y="522"/>
                      </a:lnTo>
                      <a:lnTo>
                        <a:pt x="1044" y="520"/>
                      </a:lnTo>
                      <a:lnTo>
                        <a:pt x="1044" y="520"/>
                      </a:lnTo>
                      <a:lnTo>
                        <a:pt x="1042" y="518"/>
                      </a:lnTo>
                      <a:lnTo>
                        <a:pt x="1040" y="518"/>
                      </a:lnTo>
                      <a:lnTo>
                        <a:pt x="1036" y="518"/>
                      </a:lnTo>
                      <a:lnTo>
                        <a:pt x="1036" y="518"/>
                      </a:lnTo>
                      <a:lnTo>
                        <a:pt x="1028" y="518"/>
                      </a:lnTo>
                      <a:lnTo>
                        <a:pt x="1028" y="518"/>
                      </a:lnTo>
                      <a:lnTo>
                        <a:pt x="1024" y="518"/>
                      </a:lnTo>
                      <a:lnTo>
                        <a:pt x="1020" y="518"/>
                      </a:lnTo>
                      <a:lnTo>
                        <a:pt x="1020" y="518"/>
                      </a:lnTo>
                      <a:lnTo>
                        <a:pt x="1016" y="514"/>
                      </a:lnTo>
                      <a:lnTo>
                        <a:pt x="1010" y="512"/>
                      </a:lnTo>
                      <a:lnTo>
                        <a:pt x="1010" y="512"/>
                      </a:lnTo>
                      <a:lnTo>
                        <a:pt x="1006" y="512"/>
                      </a:lnTo>
                      <a:lnTo>
                        <a:pt x="1004" y="512"/>
                      </a:lnTo>
                      <a:lnTo>
                        <a:pt x="1004" y="514"/>
                      </a:lnTo>
                      <a:lnTo>
                        <a:pt x="1004" y="514"/>
                      </a:lnTo>
                      <a:lnTo>
                        <a:pt x="1002" y="516"/>
                      </a:lnTo>
                      <a:lnTo>
                        <a:pt x="1000" y="516"/>
                      </a:lnTo>
                      <a:lnTo>
                        <a:pt x="994" y="512"/>
                      </a:lnTo>
                      <a:lnTo>
                        <a:pt x="994" y="512"/>
                      </a:lnTo>
                      <a:lnTo>
                        <a:pt x="990" y="512"/>
                      </a:lnTo>
                      <a:lnTo>
                        <a:pt x="988" y="512"/>
                      </a:lnTo>
                      <a:lnTo>
                        <a:pt x="988" y="512"/>
                      </a:lnTo>
                      <a:lnTo>
                        <a:pt x="986" y="506"/>
                      </a:lnTo>
                      <a:lnTo>
                        <a:pt x="984" y="500"/>
                      </a:lnTo>
                      <a:lnTo>
                        <a:pt x="982" y="498"/>
                      </a:lnTo>
                      <a:lnTo>
                        <a:pt x="982" y="498"/>
                      </a:lnTo>
                      <a:lnTo>
                        <a:pt x="980" y="500"/>
                      </a:lnTo>
                      <a:lnTo>
                        <a:pt x="980" y="502"/>
                      </a:lnTo>
                      <a:lnTo>
                        <a:pt x="978" y="506"/>
                      </a:lnTo>
                      <a:lnTo>
                        <a:pt x="612" y="500"/>
                      </a:lnTo>
                      <a:lnTo>
                        <a:pt x="612" y="500"/>
                      </a:lnTo>
                      <a:lnTo>
                        <a:pt x="610" y="504"/>
                      </a:lnTo>
                      <a:lnTo>
                        <a:pt x="610" y="504"/>
                      </a:lnTo>
                      <a:lnTo>
                        <a:pt x="606" y="506"/>
                      </a:lnTo>
                      <a:lnTo>
                        <a:pt x="606" y="508"/>
                      </a:lnTo>
                      <a:lnTo>
                        <a:pt x="606" y="508"/>
                      </a:lnTo>
                      <a:lnTo>
                        <a:pt x="610" y="512"/>
                      </a:lnTo>
                      <a:lnTo>
                        <a:pt x="610" y="512"/>
                      </a:lnTo>
                      <a:lnTo>
                        <a:pt x="604" y="514"/>
                      </a:lnTo>
                      <a:lnTo>
                        <a:pt x="604" y="516"/>
                      </a:lnTo>
                      <a:lnTo>
                        <a:pt x="604" y="516"/>
                      </a:lnTo>
                      <a:lnTo>
                        <a:pt x="592" y="514"/>
                      </a:lnTo>
                      <a:lnTo>
                        <a:pt x="578" y="512"/>
                      </a:lnTo>
                      <a:lnTo>
                        <a:pt x="578" y="512"/>
                      </a:lnTo>
                      <a:lnTo>
                        <a:pt x="580" y="518"/>
                      </a:lnTo>
                      <a:lnTo>
                        <a:pt x="580" y="522"/>
                      </a:lnTo>
                      <a:lnTo>
                        <a:pt x="580" y="522"/>
                      </a:lnTo>
                      <a:lnTo>
                        <a:pt x="584" y="526"/>
                      </a:lnTo>
                      <a:lnTo>
                        <a:pt x="586" y="528"/>
                      </a:lnTo>
                      <a:lnTo>
                        <a:pt x="586" y="528"/>
                      </a:lnTo>
                      <a:lnTo>
                        <a:pt x="588" y="532"/>
                      </a:lnTo>
                      <a:lnTo>
                        <a:pt x="588" y="538"/>
                      </a:lnTo>
                      <a:lnTo>
                        <a:pt x="590" y="538"/>
                      </a:lnTo>
                      <a:lnTo>
                        <a:pt x="590" y="538"/>
                      </a:lnTo>
                      <a:lnTo>
                        <a:pt x="590" y="540"/>
                      </a:lnTo>
                      <a:lnTo>
                        <a:pt x="590" y="542"/>
                      </a:lnTo>
                      <a:lnTo>
                        <a:pt x="590" y="542"/>
                      </a:lnTo>
                      <a:lnTo>
                        <a:pt x="592" y="542"/>
                      </a:lnTo>
                      <a:lnTo>
                        <a:pt x="592" y="542"/>
                      </a:lnTo>
                      <a:lnTo>
                        <a:pt x="592" y="550"/>
                      </a:lnTo>
                      <a:lnTo>
                        <a:pt x="590" y="548"/>
                      </a:lnTo>
                      <a:lnTo>
                        <a:pt x="590" y="548"/>
                      </a:lnTo>
                      <a:lnTo>
                        <a:pt x="590" y="554"/>
                      </a:lnTo>
                      <a:lnTo>
                        <a:pt x="592" y="556"/>
                      </a:lnTo>
                      <a:lnTo>
                        <a:pt x="592" y="556"/>
                      </a:lnTo>
                      <a:lnTo>
                        <a:pt x="592" y="558"/>
                      </a:lnTo>
                      <a:lnTo>
                        <a:pt x="592" y="558"/>
                      </a:lnTo>
                      <a:lnTo>
                        <a:pt x="590" y="558"/>
                      </a:lnTo>
                      <a:lnTo>
                        <a:pt x="590" y="558"/>
                      </a:lnTo>
                      <a:lnTo>
                        <a:pt x="590" y="572"/>
                      </a:lnTo>
                      <a:lnTo>
                        <a:pt x="590" y="584"/>
                      </a:lnTo>
                      <a:lnTo>
                        <a:pt x="588" y="586"/>
                      </a:lnTo>
                      <a:lnTo>
                        <a:pt x="588" y="586"/>
                      </a:lnTo>
                      <a:lnTo>
                        <a:pt x="588" y="592"/>
                      </a:lnTo>
                      <a:lnTo>
                        <a:pt x="588" y="592"/>
                      </a:lnTo>
                      <a:lnTo>
                        <a:pt x="590" y="592"/>
                      </a:lnTo>
                      <a:lnTo>
                        <a:pt x="588" y="592"/>
                      </a:lnTo>
                      <a:lnTo>
                        <a:pt x="588" y="592"/>
                      </a:lnTo>
                      <a:lnTo>
                        <a:pt x="588" y="612"/>
                      </a:lnTo>
                      <a:lnTo>
                        <a:pt x="588" y="612"/>
                      </a:lnTo>
                      <a:lnTo>
                        <a:pt x="586" y="612"/>
                      </a:lnTo>
                      <a:lnTo>
                        <a:pt x="586" y="612"/>
                      </a:lnTo>
                      <a:lnTo>
                        <a:pt x="586" y="624"/>
                      </a:lnTo>
                      <a:lnTo>
                        <a:pt x="586" y="624"/>
                      </a:lnTo>
                      <a:lnTo>
                        <a:pt x="586" y="632"/>
                      </a:lnTo>
                      <a:lnTo>
                        <a:pt x="592" y="638"/>
                      </a:lnTo>
                      <a:lnTo>
                        <a:pt x="592" y="638"/>
                      </a:lnTo>
                      <a:lnTo>
                        <a:pt x="590" y="640"/>
                      </a:lnTo>
                      <a:lnTo>
                        <a:pt x="590" y="640"/>
                      </a:lnTo>
                      <a:lnTo>
                        <a:pt x="590" y="646"/>
                      </a:lnTo>
                      <a:lnTo>
                        <a:pt x="592" y="652"/>
                      </a:lnTo>
                      <a:lnTo>
                        <a:pt x="592" y="652"/>
                      </a:lnTo>
                      <a:lnTo>
                        <a:pt x="590" y="658"/>
                      </a:lnTo>
                      <a:lnTo>
                        <a:pt x="590" y="666"/>
                      </a:lnTo>
                      <a:lnTo>
                        <a:pt x="590" y="666"/>
                      </a:lnTo>
                      <a:lnTo>
                        <a:pt x="588" y="666"/>
                      </a:lnTo>
                      <a:lnTo>
                        <a:pt x="586" y="668"/>
                      </a:lnTo>
                      <a:lnTo>
                        <a:pt x="586" y="670"/>
                      </a:lnTo>
                      <a:lnTo>
                        <a:pt x="586" y="670"/>
                      </a:lnTo>
                      <a:lnTo>
                        <a:pt x="592" y="680"/>
                      </a:lnTo>
                      <a:lnTo>
                        <a:pt x="592" y="680"/>
                      </a:lnTo>
                      <a:lnTo>
                        <a:pt x="594" y="682"/>
                      </a:lnTo>
                      <a:lnTo>
                        <a:pt x="594" y="682"/>
                      </a:lnTo>
                      <a:lnTo>
                        <a:pt x="594" y="686"/>
                      </a:lnTo>
                      <a:lnTo>
                        <a:pt x="596" y="686"/>
                      </a:lnTo>
                      <a:lnTo>
                        <a:pt x="596" y="686"/>
                      </a:lnTo>
                      <a:lnTo>
                        <a:pt x="596" y="692"/>
                      </a:lnTo>
                      <a:lnTo>
                        <a:pt x="596" y="698"/>
                      </a:lnTo>
                      <a:lnTo>
                        <a:pt x="596" y="698"/>
                      </a:lnTo>
                      <a:lnTo>
                        <a:pt x="598" y="698"/>
                      </a:lnTo>
                      <a:lnTo>
                        <a:pt x="600" y="700"/>
                      </a:lnTo>
                      <a:lnTo>
                        <a:pt x="600" y="700"/>
                      </a:lnTo>
                      <a:lnTo>
                        <a:pt x="602" y="704"/>
                      </a:lnTo>
                      <a:lnTo>
                        <a:pt x="604" y="704"/>
                      </a:lnTo>
                      <a:lnTo>
                        <a:pt x="604" y="704"/>
                      </a:lnTo>
                      <a:lnTo>
                        <a:pt x="604" y="712"/>
                      </a:lnTo>
                      <a:lnTo>
                        <a:pt x="604" y="712"/>
                      </a:lnTo>
                      <a:lnTo>
                        <a:pt x="608" y="714"/>
                      </a:lnTo>
                      <a:lnTo>
                        <a:pt x="608" y="714"/>
                      </a:lnTo>
                      <a:lnTo>
                        <a:pt x="610" y="712"/>
                      </a:lnTo>
                      <a:lnTo>
                        <a:pt x="610" y="712"/>
                      </a:lnTo>
                      <a:lnTo>
                        <a:pt x="608" y="708"/>
                      </a:lnTo>
                      <a:lnTo>
                        <a:pt x="608" y="708"/>
                      </a:lnTo>
                      <a:lnTo>
                        <a:pt x="612" y="708"/>
                      </a:lnTo>
                      <a:lnTo>
                        <a:pt x="612" y="708"/>
                      </a:lnTo>
                      <a:lnTo>
                        <a:pt x="612" y="710"/>
                      </a:lnTo>
                      <a:lnTo>
                        <a:pt x="614" y="710"/>
                      </a:lnTo>
                      <a:lnTo>
                        <a:pt x="616" y="710"/>
                      </a:lnTo>
                      <a:lnTo>
                        <a:pt x="616" y="710"/>
                      </a:lnTo>
                      <a:lnTo>
                        <a:pt x="614" y="710"/>
                      </a:lnTo>
                      <a:lnTo>
                        <a:pt x="612" y="712"/>
                      </a:lnTo>
                      <a:lnTo>
                        <a:pt x="612" y="712"/>
                      </a:lnTo>
                      <a:lnTo>
                        <a:pt x="614" y="718"/>
                      </a:lnTo>
                      <a:lnTo>
                        <a:pt x="616" y="720"/>
                      </a:lnTo>
                      <a:lnTo>
                        <a:pt x="616" y="720"/>
                      </a:lnTo>
                      <a:lnTo>
                        <a:pt x="612" y="718"/>
                      </a:lnTo>
                      <a:lnTo>
                        <a:pt x="612" y="718"/>
                      </a:lnTo>
                      <a:lnTo>
                        <a:pt x="610" y="718"/>
                      </a:lnTo>
                      <a:lnTo>
                        <a:pt x="610" y="718"/>
                      </a:lnTo>
                      <a:lnTo>
                        <a:pt x="610" y="724"/>
                      </a:lnTo>
                      <a:lnTo>
                        <a:pt x="610" y="724"/>
                      </a:lnTo>
                      <a:lnTo>
                        <a:pt x="614" y="726"/>
                      </a:lnTo>
                      <a:lnTo>
                        <a:pt x="620" y="730"/>
                      </a:lnTo>
                      <a:lnTo>
                        <a:pt x="622" y="734"/>
                      </a:lnTo>
                      <a:lnTo>
                        <a:pt x="622" y="734"/>
                      </a:lnTo>
                      <a:lnTo>
                        <a:pt x="618" y="734"/>
                      </a:lnTo>
                      <a:lnTo>
                        <a:pt x="618" y="734"/>
                      </a:lnTo>
                      <a:lnTo>
                        <a:pt x="618" y="738"/>
                      </a:lnTo>
                      <a:lnTo>
                        <a:pt x="620" y="742"/>
                      </a:lnTo>
                      <a:lnTo>
                        <a:pt x="620" y="742"/>
                      </a:lnTo>
                      <a:lnTo>
                        <a:pt x="622" y="746"/>
                      </a:lnTo>
                      <a:lnTo>
                        <a:pt x="624" y="748"/>
                      </a:lnTo>
                      <a:lnTo>
                        <a:pt x="624" y="748"/>
                      </a:lnTo>
                      <a:lnTo>
                        <a:pt x="624" y="752"/>
                      </a:lnTo>
                      <a:lnTo>
                        <a:pt x="626" y="754"/>
                      </a:lnTo>
                      <a:lnTo>
                        <a:pt x="626" y="754"/>
                      </a:lnTo>
                      <a:lnTo>
                        <a:pt x="628" y="756"/>
                      </a:lnTo>
                      <a:lnTo>
                        <a:pt x="628" y="756"/>
                      </a:lnTo>
                      <a:lnTo>
                        <a:pt x="632" y="762"/>
                      </a:lnTo>
                      <a:lnTo>
                        <a:pt x="632" y="762"/>
                      </a:lnTo>
                      <a:lnTo>
                        <a:pt x="632" y="764"/>
                      </a:lnTo>
                      <a:lnTo>
                        <a:pt x="632" y="766"/>
                      </a:lnTo>
                      <a:lnTo>
                        <a:pt x="632" y="766"/>
                      </a:lnTo>
                      <a:lnTo>
                        <a:pt x="636" y="766"/>
                      </a:lnTo>
                      <a:lnTo>
                        <a:pt x="636" y="766"/>
                      </a:lnTo>
                      <a:lnTo>
                        <a:pt x="636" y="778"/>
                      </a:lnTo>
                      <a:lnTo>
                        <a:pt x="636" y="778"/>
                      </a:lnTo>
                      <a:lnTo>
                        <a:pt x="642" y="778"/>
                      </a:lnTo>
                      <a:lnTo>
                        <a:pt x="648" y="780"/>
                      </a:lnTo>
                      <a:lnTo>
                        <a:pt x="660" y="782"/>
                      </a:lnTo>
                      <a:lnTo>
                        <a:pt x="660" y="782"/>
                      </a:lnTo>
                      <a:lnTo>
                        <a:pt x="662" y="790"/>
                      </a:lnTo>
                      <a:lnTo>
                        <a:pt x="662" y="790"/>
                      </a:lnTo>
                      <a:lnTo>
                        <a:pt x="666" y="788"/>
                      </a:lnTo>
                      <a:lnTo>
                        <a:pt x="666" y="788"/>
                      </a:lnTo>
                      <a:lnTo>
                        <a:pt x="674" y="798"/>
                      </a:lnTo>
                      <a:lnTo>
                        <a:pt x="674" y="798"/>
                      </a:lnTo>
                      <a:lnTo>
                        <a:pt x="676" y="800"/>
                      </a:lnTo>
                      <a:lnTo>
                        <a:pt x="678" y="802"/>
                      </a:lnTo>
                      <a:lnTo>
                        <a:pt x="678" y="802"/>
                      </a:lnTo>
                      <a:lnTo>
                        <a:pt x="680" y="804"/>
                      </a:lnTo>
                      <a:lnTo>
                        <a:pt x="678" y="808"/>
                      </a:lnTo>
                      <a:lnTo>
                        <a:pt x="680" y="810"/>
                      </a:lnTo>
                      <a:lnTo>
                        <a:pt x="680" y="810"/>
                      </a:lnTo>
                      <a:lnTo>
                        <a:pt x="682" y="814"/>
                      </a:lnTo>
                      <a:lnTo>
                        <a:pt x="718" y="810"/>
                      </a:lnTo>
                      <a:lnTo>
                        <a:pt x="718" y="816"/>
                      </a:lnTo>
                      <a:lnTo>
                        <a:pt x="754" y="834"/>
                      </a:lnTo>
                      <a:lnTo>
                        <a:pt x="798" y="836"/>
                      </a:lnTo>
                      <a:lnTo>
                        <a:pt x="798" y="828"/>
                      </a:lnTo>
                      <a:lnTo>
                        <a:pt x="826" y="828"/>
                      </a:lnTo>
                      <a:lnTo>
                        <a:pt x="832" y="836"/>
                      </a:lnTo>
                      <a:lnTo>
                        <a:pt x="836" y="840"/>
                      </a:lnTo>
                      <a:lnTo>
                        <a:pt x="838" y="842"/>
                      </a:lnTo>
                      <a:lnTo>
                        <a:pt x="842" y="846"/>
                      </a:lnTo>
                      <a:lnTo>
                        <a:pt x="846" y="852"/>
                      </a:lnTo>
                      <a:lnTo>
                        <a:pt x="850" y="858"/>
                      </a:lnTo>
                      <a:lnTo>
                        <a:pt x="850" y="862"/>
                      </a:lnTo>
                      <a:lnTo>
                        <a:pt x="854" y="866"/>
                      </a:lnTo>
                      <a:lnTo>
                        <a:pt x="858" y="872"/>
                      </a:lnTo>
                      <a:lnTo>
                        <a:pt x="862" y="874"/>
                      </a:lnTo>
                      <a:lnTo>
                        <a:pt x="866" y="874"/>
                      </a:lnTo>
                      <a:lnTo>
                        <a:pt x="870" y="874"/>
                      </a:lnTo>
                      <a:lnTo>
                        <a:pt x="874" y="872"/>
                      </a:lnTo>
                      <a:lnTo>
                        <a:pt x="878" y="866"/>
                      </a:lnTo>
                      <a:lnTo>
                        <a:pt x="884" y="864"/>
                      </a:lnTo>
                      <a:lnTo>
                        <a:pt x="888" y="864"/>
                      </a:lnTo>
                      <a:lnTo>
                        <a:pt x="892" y="866"/>
                      </a:lnTo>
                      <a:lnTo>
                        <a:pt x="896" y="870"/>
                      </a:lnTo>
                      <a:lnTo>
                        <a:pt x="900" y="874"/>
                      </a:lnTo>
                      <a:lnTo>
                        <a:pt x="902" y="880"/>
                      </a:lnTo>
                      <a:lnTo>
                        <a:pt x="904" y="882"/>
                      </a:lnTo>
                      <a:lnTo>
                        <a:pt x="906" y="888"/>
                      </a:lnTo>
                      <a:lnTo>
                        <a:pt x="910" y="896"/>
                      </a:lnTo>
                      <a:lnTo>
                        <a:pt x="912" y="900"/>
                      </a:lnTo>
                      <a:lnTo>
                        <a:pt x="916" y="904"/>
                      </a:lnTo>
                      <a:lnTo>
                        <a:pt x="920" y="908"/>
                      </a:lnTo>
                      <a:lnTo>
                        <a:pt x="922" y="918"/>
                      </a:lnTo>
                      <a:lnTo>
                        <a:pt x="922" y="924"/>
                      </a:lnTo>
                      <a:lnTo>
                        <a:pt x="928" y="926"/>
                      </a:lnTo>
                      <a:lnTo>
                        <a:pt x="932" y="928"/>
                      </a:lnTo>
                      <a:lnTo>
                        <a:pt x="938" y="930"/>
                      </a:lnTo>
                      <a:lnTo>
                        <a:pt x="942" y="932"/>
                      </a:lnTo>
                      <a:lnTo>
                        <a:pt x="948" y="932"/>
                      </a:lnTo>
                      <a:lnTo>
                        <a:pt x="946" y="932"/>
                      </a:lnTo>
                      <a:lnTo>
                        <a:pt x="946" y="932"/>
                      </a:lnTo>
                      <a:lnTo>
                        <a:pt x="946" y="930"/>
                      </a:lnTo>
                      <a:lnTo>
                        <a:pt x="946" y="930"/>
                      </a:lnTo>
                      <a:lnTo>
                        <a:pt x="946" y="928"/>
                      </a:lnTo>
                      <a:lnTo>
                        <a:pt x="946" y="928"/>
                      </a:lnTo>
                      <a:lnTo>
                        <a:pt x="946" y="924"/>
                      </a:lnTo>
                      <a:lnTo>
                        <a:pt x="944" y="924"/>
                      </a:lnTo>
                      <a:lnTo>
                        <a:pt x="944" y="924"/>
                      </a:lnTo>
                      <a:lnTo>
                        <a:pt x="944" y="920"/>
                      </a:lnTo>
                      <a:lnTo>
                        <a:pt x="942" y="920"/>
                      </a:lnTo>
                      <a:lnTo>
                        <a:pt x="942" y="920"/>
                      </a:lnTo>
                      <a:lnTo>
                        <a:pt x="940" y="914"/>
                      </a:lnTo>
                      <a:lnTo>
                        <a:pt x="942" y="906"/>
                      </a:lnTo>
                      <a:lnTo>
                        <a:pt x="942" y="906"/>
                      </a:lnTo>
                      <a:lnTo>
                        <a:pt x="940" y="904"/>
                      </a:lnTo>
                      <a:lnTo>
                        <a:pt x="940" y="904"/>
                      </a:lnTo>
                      <a:lnTo>
                        <a:pt x="940" y="904"/>
                      </a:lnTo>
                      <a:lnTo>
                        <a:pt x="944" y="902"/>
                      </a:lnTo>
                      <a:lnTo>
                        <a:pt x="944" y="902"/>
                      </a:lnTo>
                      <a:lnTo>
                        <a:pt x="944" y="894"/>
                      </a:lnTo>
                      <a:lnTo>
                        <a:pt x="944" y="894"/>
                      </a:lnTo>
                      <a:lnTo>
                        <a:pt x="948" y="894"/>
                      </a:lnTo>
                      <a:lnTo>
                        <a:pt x="948" y="894"/>
                      </a:lnTo>
                      <a:lnTo>
                        <a:pt x="950" y="890"/>
                      </a:lnTo>
                      <a:lnTo>
                        <a:pt x="950" y="890"/>
                      </a:lnTo>
                      <a:lnTo>
                        <a:pt x="954" y="890"/>
                      </a:lnTo>
                      <a:lnTo>
                        <a:pt x="954" y="890"/>
                      </a:lnTo>
                      <a:lnTo>
                        <a:pt x="958" y="888"/>
                      </a:lnTo>
                      <a:lnTo>
                        <a:pt x="958" y="886"/>
                      </a:lnTo>
                      <a:lnTo>
                        <a:pt x="958" y="882"/>
                      </a:lnTo>
                      <a:lnTo>
                        <a:pt x="958" y="882"/>
                      </a:lnTo>
                      <a:lnTo>
                        <a:pt x="962" y="882"/>
                      </a:lnTo>
                      <a:lnTo>
                        <a:pt x="962" y="880"/>
                      </a:lnTo>
                      <a:lnTo>
                        <a:pt x="962" y="880"/>
                      </a:lnTo>
                      <a:lnTo>
                        <a:pt x="968" y="880"/>
                      </a:lnTo>
                      <a:lnTo>
                        <a:pt x="968" y="880"/>
                      </a:lnTo>
                      <a:lnTo>
                        <a:pt x="972" y="876"/>
                      </a:lnTo>
                      <a:lnTo>
                        <a:pt x="972" y="876"/>
                      </a:lnTo>
                      <a:lnTo>
                        <a:pt x="972" y="878"/>
                      </a:lnTo>
                      <a:lnTo>
                        <a:pt x="974" y="878"/>
                      </a:lnTo>
                      <a:lnTo>
                        <a:pt x="974" y="878"/>
                      </a:lnTo>
                      <a:lnTo>
                        <a:pt x="974" y="872"/>
                      </a:lnTo>
                      <a:lnTo>
                        <a:pt x="974" y="872"/>
                      </a:lnTo>
                      <a:lnTo>
                        <a:pt x="978" y="870"/>
                      </a:lnTo>
                      <a:lnTo>
                        <a:pt x="978" y="870"/>
                      </a:lnTo>
                      <a:lnTo>
                        <a:pt x="978" y="864"/>
                      </a:lnTo>
                      <a:lnTo>
                        <a:pt x="978" y="864"/>
                      </a:lnTo>
                      <a:lnTo>
                        <a:pt x="986" y="866"/>
                      </a:lnTo>
                      <a:lnTo>
                        <a:pt x="994" y="864"/>
                      </a:lnTo>
                      <a:lnTo>
                        <a:pt x="994" y="864"/>
                      </a:lnTo>
                      <a:lnTo>
                        <a:pt x="994" y="860"/>
                      </a:lnTo>
                      <a:lnTo>
                        <a:pt x="994" y="860"/>
                      </a:lnTo>
                      <a:lnTo>
                        <a:pt x="994" y="860"/>
                      </a:lnTo>
                      <a:lnTo>
                        <a:pt x="996" y="862"/>
                      </a:lnTo>
                      <a:lnTo>
                        <a:pt x="996" y="862"/>
                      </a:lnTo>
                      <a:lnTo>
                        <a:pt x="998" y="862"/>
                      </a:lnTo>
                      <a:lnTo>
                        <a:pt x="1000" y="860"/>
                      </a:lnTo>
                      <a:lnTo>
                        <a:pt x="1000" y="860"/>
                      </a:lnTo>
                      <a:lnTo>
                        <a:pt x="1002" y="860"/>
                      </a:lnTo>
                      <a:lnTo>
                        <a:pt x="1004" y="862"/>
                      </a:lnTo>
                      <a:lnTo>
                        <a:pt x="1004" y="862"/>
                      </a:lnTo>
                      <a:lnTo>
                        <a:pt x="1010" y="864"/>
                      </a:lnTo>
                      <a:lnTo>
                        <a:pt x="1016" y="860"/>
                      </a:lnTo>
                      <a:lnTo>
                        <a:pt x="1016" y="860"/>
                      </a:lnTo>
                      <a:lnTo>
                        <a:pt x="1016" y="866"/>
                      </a:lnTo>
                      <a:lnTo>
                        <a:pt x="1016" y="866"/>
                      </a:lnTo>
                      <a:lnTo>
                        <a:pt x="1022" y="866"/>
                      </a:lnTo>
                      <a:lnTo>
                        <a:pt x="1026" y="868"/>
                      </a:lnTo>
                      <a:lnTo>
                        <a:pt x="1026" y="868"/>
                      </a:lnTo>
                      <a:lnTo>
                        <a:pt x="1026" y="870"/>
                      </a:lnTo>
                      <a:lnTo>
                        <a:pt x="1026" y="874"/>
                      </a:lnTo>
                      <a:lnTo>
                        <a:pt x="1026" y="874"/>
                      </a:lnTo>
                      <a:close/>
                      <a:moveTo>
                        <a:pt x="516" y="360"/>
                      </a:moveTo>
                      <a:lnTo>
                        <a:pt x="516" y="360"/>
                      </a:lnTo>
                      <a:lnTo>
                        <a:pt x="516" y="358"/>
                      </a:lnTo>
                      <a:lnTo>
                        <a:pt x="514" y="356"/>
                      </a:lnTo>
                      <a:lnTo>
                        <a:pt x="514" y="352"/>
                      </a:lnTo>
                      <a:lnTo>
                        <a:pt x="512" y="350"/>
                      </a:lnTo>
                      <a:lnTo>
                        <a:pt x="512" y="350"/>
                      </a:lnTo>
                      <a:lnTo>
                        <a:pt x="510" y="350"/>
                      </a:lnTo>
                      <a:lnTo>
                        <a:pt x="508" y="346"/>
                      </a:lnTo>
                      <a:lnTo>
                        <a:pt x="508" y="346"/>
                      </a:lnTo>
                      <a:lnTo>
                        <a:pt x="506" y="340"/>
                      </a:lnTo>
                      <a:lnTo>
                        <a:pt x="504" y="334"/>
                      </a:lnTo>
                      <a:lnTo>
                        <a:pt x="504" y="334"/>
                      </a:lnTo>
                      <a:lnTo>
                        <a:pt x="504" y="334"/>
                      </a:lnTo>
                      <a:lnTo>
                        <a:pt x="502" y="334"/>
                      </a:lnTo>
                      <a:lnTo>
                        <a:pt x="498" y="336"/>
                      </a:lnTo>
                      <a:lnTo>
                        <a:pt x="494" y="334"/>
                      </a:lnTo>
                      <a:lnTo>
                        <a:pt x="494" y="334"/>
                      </a:lnTo>
                      <a:lnTo>
                        <a:pt x="492" y="332"/>
                      </a:lnTo>
                      <a:lnTo>
                        <a:pt x="490" y="330"/>
                      </a:lnTo>
                      <a:lnTo>
                        <a:pt x="488" y="326"/>
                      </a:lnTo>
                      <a:lnTo>
                        <a:pt x="486" y="324"/>
                      </a:lnTo>
                      <a:lnTo>
                        <a:pt x="486" y="324"/>
                      </a:lnTo>
                      <a:lnTo>
                        <a:pt x="482" y="322"/>
                      </a:lnTo>
                      <a:lnTo>
                        <a:pt x="480" y="318"/>
                      </a:lnTo>
                      <a:lnTo>
                        <a:pt x="476" y="310"/>
                      </a:lnTo>
                      <a:lnTo>
                        <a:pt x="476" y="310"/>
                      </a:lnTo>
                      <a:lnTo>
                        <a:pt x="460" y="292"/>
                      </a:lnTo>
                      <a:lnTo>
                        <a:pt x="460" y="292"/>
                      </a:lnTo>
                      <a:lnTo>
                        <a:pt x="456" y="286"/>
                      </a:lnTo>
                      <a:lnTo>
                        <a:pt x="452" y="282"/>
                      </a:lnTo>
                      <a:lnTo>
                        <a:pt x="448" y="282"/>
                      </a:lnTo>
                      <a:lnTo>
                        <a:pt x="448" y="282"/>
                      </a:lnTo>
                      <a:lnTo>
                        <a:pt x="446" y="280"/>
                      </a:lnTo>
                      <a:lnTo>
                        <a:pt x="444" y="278"/>
                      </a:lnTo>
                      <a:lnTo>
                        <a:pt x="444" y="274"/>
                      </a:lnTo>
                      <a:lnTo>
                        <a:pt x="444" y="274"/>
                      </a:lnTo>
                      <a:lnTo>
                        <a:pt x="442" y="272"/>
                      </a:lnTo>
                      <a:lnTo>
                        <a:pt x="440" y="270"/>
                      </a:lnTo>
                      <a:lnTo>
                        <a:pt x="436" y="268"/>
                      </a:lnTo>
                      <a:lnTo>
                        <a:pt x="434" y="266"/>
                      </a:lnTo>
                      <a:lnTo>
                        <a:pt x="434" y="266"/>
                      </a:lnTo>
                      <a:lnTo>
                        <a:pt x="432" y="264"/>
                      </a:lnTo>
                      <a:lnTo>
                        <a:pt x="428" y="264"/>
                      </a:lnTo>
                      <a:lnTo>
                        <a:pt x="422" y="266"/>
                      </a:lnTo>
                      <a:lnTo>
                        <a:pt x="422" y="266"/>
                      </a:lnTo>
                      <a:lnTo>
                        <a:pt x="420" y="266"/>
                      </a:lnTo>
                      <a:lnTo>
                        <a:pt x="422" y="268"/>
                      </a:lnTo>
                      <a:lnTo>
                        <a:pt x="422" y="272"/>
                      </a:lnTo>
                      <a:lnTo>
                        <a:pt x="422" y="274"/>
                      </a:lnTo>
                      <a:lnTo>
                        <a:pt x="422" y="274"/>
                      </a:lnTo>
                      <a:lnTo>
                        <a:pt x="420" y="276"/>
                      </a:lnTo>
                      <a:lnTo>
                        <a:pt x="418" y="278"/>
                      </a:lnTo>
                      <a:lnTo>
                        <a:pt x="410" y="280"/>
                      </a:lnTo>
                      <a:lnTo>
                        <a:pt x="410" y="280"/>
                      </a:lnTo>
                      <a:lnTo>
                        <a:pt x="406" y="284"/>
                      </a:lnTo>
                      <a:lnTo>
                        <a:pt x="406" y="284"/>
                      </a:lnTo>
                      <a:lnTo>
                        <a:pt x="406" y="282"/>
                      </a:lnTo>
                      <a:lnTo>
                        <a:pt x="406" y="278"/>
                      </a:lnTo>
                      <a:lnTo>
                        <a:pt x="406" y="278"/>
                      </a:lnTo>
                      <a:lnTo>
                        <a:pt x="402" y="274"/>
                      </a:lnTo>
                      <a:lnTo>
                        <a:pt x="398" y="270"/>
                      </a:lnTo>
                      <a:lnTo>
                        <a:pt x="392" y="266"/>
                      </a:lnTo>
                      <a:lnTo>
                        <a:pt x="390" y="264"/>
                      </a:lnTo>
                      <a:lnTo>
                        <a:pt x="390" y="264"/>
                      </a:lnTo>
                      <a:lnTo>
                        <a:pt x="386" y="254"/>
                      </a:lnTo>
                      <a:lnTo>
                        <a:pt x="386" y="254"/>
                      </a:lnTo>
                      <a:lnTo>
                        <a:pt x="384" y="246"/>
                      </a:lnTo>
                      <a:lnTo>
                        <a:pt x="384" y="246"/>
                      </a:lnTo>
                      <a:lnTo>
                        <a:pt x="384" y="246"/>
                      </a:lnTo>
                      <a:lnTo>
                        <a:pt x="378" y="250"/>
                      </a:lnTo>
                      <a:lnTo>
                        <a:pt x="378" y="250"/>
                      </a:lnTo>
                      <a:lnTo>
                        <a:pt x="378" y="250"/>
                      </a:lnTo>
                      <a:lnTo>
                        <a:pt x="374" y="250"/>
                      </a:lnTo>
                      <a:lnTo>
                        <a:pt x="370" y="246"/>
                      </a:lnTo>
                      <a:lnTo>
                        <a:pt x="370" y="246"/>
                      </a:lnTo>
                      <a:lnTo>
                        <a:pt x="368" y="246"/>
                      </a:lnTo>
                      <a:lnTo>
                        <a:pt x="364" y="248"/>
                      </a:lnTo>
                      <a:lnTo>
                        <a:pt x="358" y="250"/>
                      </a:lnTo>
                      <a:lnTo>
                        <a:pt x="354" y="34"/>
                      </a:lnTo>
                      <a:lnTo>
                        <a:pt x="354" y="34"/>
                      </a:lnTo>
                      <a:lnTo>
                        <a:pt x="354" y="34"/>
                      </a:lnTo>
                      <a:lnTo>
                        <a:pt x="352" y="32"/>
                      </a:lnTo>
                      <a:lnTo>
                        <a:pt x="352" y="32"/>
                      </a:lnTo>
                      <a:lnTo>
                        <a:pt x="344" y="28"/>
                      </a:lnTo>
                      <a:lnTo>
                        <a:pt x="342" y="26"/>
                      </a:lnTo>
                      <a:lnTo>
                        <a:pt x="342" y="26"/>
                      </a:lnTo>
                      <a:lnTo>
                        <a:pt x="338" y="28"/>
                      </a:lnTo>
                      <a:lnTo>
                        <a:pt x="334" y="28"/>
                      </a:lnTo>
                      <a:lnTo>
                        <a:pt x="332" y="28"/>
                      </a:lnTo>
                      <a:lnTo>
                        <a:pt x="332" y="28"/>
                      </a:lnTo>
                      <a:lnTo>
                        <a:pt x="330" y="26"/>
                      </a:lnTo>
                      <a:lnTo>
                        <a:pt x="330" y="26"/>
                      </a:lnTo>
                      <a:lnTo>
                        <a:pt x="326" y="26"/>
                      </a:lnTo>
                      <a:lnTo>
                        <a:pt x="326" y="26"/>
                      </a:lnTo>
                      <a:lnTo>
                        <a:pt x="324" y="30"/>
                      </a:lnTo>
                      <a:lnTo>
                        <a:pt x="324" y="30"/>
                      </a:lnTo>
                      <a:lnTo>
                        <a:pt x="324" y="30"/>
                      </a:lnTo>
                      <a:lnTo>
                        <a:pt x="324" y="30"/>
                      </a:lnTo>
                      <a:lnTo>
                        <a:pt x="322" y="32"/>
                      </a:lnTo>
                      <a:lnTo>
                        <a:pt x="322" y="32"/>
                      </a:lnTo>
                      <a:lnTo>
                        <a:pt x="320" y="30"/>
                      </a:lnTo>
                      <a:lnTo>
                        <a:pt x="318" y="28"/>
                      </a:lnTo>
                      <a:lnTo>
                        <a:pt x="318" y="28"/>
                      </a:lnTo>
                      <a:lnTo>
                        <a:pt x="316" y="30"/>
                      </a:lnTo>
                      <a:lnTo>
                        <a:pt x="314" y="30"/>
                      </a:lnTo>
                      <a:lnTo>
                        <a:pt x="314" y="30"/>
                      </a:lnTo>
                      <a:lnTo>
                        <a:pt x="314" y="28"/>
                      </a:lnTo>
                      <a:lnTo>
                        <a:pt x="314" y="28"/>
                      </a:lnTo>
                      <a:lnTo>
                        <a:pt x="296" y="26"/>
                      </a:lnTo>
                      <a:lnTo>
                        <a:pt x="296" y="24"/>
                      </a:lnTo>
                      <a:lnTo>
                        <a:pt x="296" y="24"/>
                      </a:lnTo>
                      <a:lnTo>
                        <a:pt x="290" y="24"/>
                      </a:lnTo>
                      <a:lnTo>
                        <a:pt x="286" y="24"/>
                      </a:lnTo>
                      <a:lnTo>
                        <a:pt x="286" y="24"/>
                      </a:lnTo>
                      <a:lnTo>
                        <a:pt x="276" y="24"/>
                      </a:lnTo>
                      <a:lnTo>
                        <a:pt x="266" y="24"/>
                      </a:lnTo>
                      <a:lnTo>
                        <a:pt x="264" y="22"/>
                      </a:lnTo>
                      <a:lnTo>
                        <a:pt x="264" y="22"/>
                      </a:lnTo>
                      <a:lnTo>
                        <a:pt x="262" y="22"/>
                      </a:lnTo>
                      <a:lnTo>
                        <a:pt x="258" y="22"/>
                      </a:lnTo>
                      <a:lnTo>
                        <a:pt x="258" y="22"/>
                      </a:lnTo>
                      <a:lnTo>
                        <a:pt x="252" y="16"/>
                      </a:lnTo>
                      <a:lnTo>
                        <a:pt x="252" y="16"/>
                      </a:lnTo>
                      <a:lnTo>
                        <a:pt x="250" y="18"/>
                      </a:lnTo>
                      <a:lnTo>
                        <a:pt x="248" y="18"/>
                      </a:lnTo>
                      <a:lnTo>
                        <a:pt x="246" y="16"/>
                      </a:lnTo>
                      <a:lnTo>
                        <a:pt x="246" y="16"/>
                      </a:lnTo>
                      <a:lnTo>
                        <a:pt x="242" y="18"/>
                      </a:lnTo>
                      <a:lnTo>
                        <a:pt x="238" y="20"/>
                      </a:lnTo>
                      <a:lnTo>
                        <a:pt x="238" y="20"/>
                      </a:lnTo>
                      <a:lnTo>
                        <a:pt x="232" y="20"/>
                      </a:lnTo>
                      <a:lnTo>
                        <a:pt x="232" y="20"/>
                      </a:lnTo>
                      <a:lnTo>
                        <a:pt x="230" y="22"/>
                      </a:lnTo>
                      <a:lnTo>
                        <a:pt x="230" y="22"/>
                      </a:lnTo>
                      <a:lnTo>
                        <a:pt x="218" y="16"/>
                      </a:lnTo>
                      <a:lnTo>
                        <a:pt x="218" y="16"/>
                      </a:lnTo>
                      <a:lnTo>
                        <a:pt x="212" y="16"/>
                      </a:lnTo>
                      <a:lnTo>
                        <a:pt x="210" y="14"/>
                      </a:lnTo>
                      <a:lnTo>
                        <a:pt x="210" y="14"/>
                      </a:lnTo>
                      <a:lnTo>
                        <a:pt x="206" y="16"/>
                      </a:lnTo>
                      <a:lnTo>
                        <a:pt x="202" y="14"/>
                      </a:lnTo>
                      <a:lnTo>
                        <a:pt x="202" y="12"/>
                      </a:lnTo>
                      <a:lnTo>
                        <a:pt x="202" y="12"/>
                      </a:lnTo>
                      <a:lnTo>
                        <a:pt x="204" y="12"/>
                      </a:lnTo>
                      <a:lnTo>
                        <a:pt x="204" y="12"/>
                      </a:lnTo>
                      <a:lnTo>
                        <a:pt x="202" y="10"/>
                      </a:lnTo>
                      <a:lnTo>
                        <a:pt x="202" y="10"/>
                      </a:lnTo>
                      <a:lnTo>
                        <a:pt x="196" y="10"/>
                      </a:lnTo>
                      <a:lnTo>
                        <a:pt x="196" y="10"/>
                      </a:lnTo>
                      <a:lnTo>
                        <a:pt x="186" y="12"/>
                      </a:lnTo>
                      <a:lnTo>
                        <a:pt x="182" y="12"/>
                      </a:lnTo>
                      <a:lnTo>
                        <a:pt x="178" y="12"/>
                      </a:lnTo>
                      <a:lnTo>
                        <a:pt x="178" y="12"/>
                      </a:lnTo>
                      <a:lnTo>
                        <a:pt x="176" y="12"/>
                      </a:lnTo>
                      <a:lnTo>
                        <a:pt x="176" y="10"/>
                      </a:lnTo>
                      <a:lnTo>
                        <a:pt x="174" y="6"/>
                      </a:lnTo>
                      <a:lnTo>
                        <a:pt x="174" y="6"/>
                      </a:lnTo>
                      <a:lnTo>
                        <a:pt x="170" y="8"/>
                      </a:lnTo>
                      <a:lnTo>
                        <a:pt x="170" y="8"/>
                      </a:lnTo>
                      <a:lnTo>
                        <a:pt x="166" y="8"/>
                      </a:lnTo>
                      <a:lnTo>
                        <a:pt x="166" y="8"/>
                      </a:lnTo>
                      <a:lnTo>
                        <a:pt x="160" y="12"/>
                      </a:lnTo>
                      <a:lnTo>
                        <a:pt x="160" y="12"/>
                      </a:lnTo>
                      <a:lnTo>
                        <a:pt x="162" y="4"/>
                      </a:lnTo>
                      <a:lnTo>
                        <a:pt x="162" y="4"/>
                      </a:lnTo>
                      <a:lnTo>
                        <a:pt x="154" y="2"/>
                      </a:lnTo>
                      <a:lnTo>
                        <a:pt x="148" y="0"/>
                      </a:lnTo>
                      <a:lnTo>
                        <a:pt x="144" y="0"/>
                      </a:lnTo>
                      <a:lnTo>
                        <a:pt x="144" y="2"/>
                      </a:lnTo>
                      <a:lnTo>
                        <a:pt x="144" y="2"/>
                      </a:lnTo>
                      <a:lnTo>
                        <a:pt x="136" y="8"/>
                      </a:lnTo>
                      <a:lnTo>
                        <a:pt x="128" y="12"/>
                      </a:lnTo>
                      <a:lnTo>
                        <a:pt x="128" y="12"/>
                      </a:lnTo>
                      <a:lnTo>
                        <a:pt x="122" y="12"/>
                      </a:lnTo>
                      <a:lnTo>
                        <a:pt x="118" y="12"/>
                      </a:lnTo>
                      <a:lnTo>
                        <a:pt x="118" y="12"/>
                      </a:lnTo>
                      <a:lnTo>
                        <a:pt x="114" y="14"/>
                      </a:lnTo>
                      <a:lnTo>
                        <a:pt x="114" y="14"/>
                      </a:lnTo>
                      <a:lnTo>
                        <a:pt x="112" y="10"/>
                      </a:lnTo>
                      <a:lnTo>
                        <a:pt x="112" y="10"/>
                      </a:lnTo>
                      <a:lnTo>
                        <a:pt x="110" y="16"/>
                      </a:lnTo>
                      <a:lnTo>
                        <a:pt x="108" y="16"/>
                      </a:lnTo>
                      <a:lnTo>
                        <a:pt x="108" y="16"/>
                      </a:lnTo>
                      <a:lnTo>
                        <a:pt x="106" y="16"/>
                      </a:lnTo>
                      <a:lnTo>
                        <a:pt x="104" y="14"/>
                      </a:lnTo>
                      <a:lnTo>
                        <a:pt x="104" y="14"/>
                      </a:lnTo>
                      <a:lnTo>
                        <a:pt x="104" y="18"/>
                      </a:lnTo>
                      <a:lnTo>
                        <a:pt x="104" y="18"/>
                      </a:lnTo>
                      <a:lnTo>
                        <a:pt x="100" y="20"/>
                      </a:lnTo>
                      <a:lnTo>
                        <a:pt x="100" y="20"/>
                      </a:lnTo>
                      <a:lnTo>
                        <a:pt x="94" y="20"/>
                      </a:lnTo>
                      <a:lnTo>
                        <a:pt x="90" y="20"/>
                      </a:lnTo>
                      <a:lnTo>
                        <a:pt x="90" y="20"/>
                      </a:lnTo>
                      <a:lnTo>
                        <a:pt x="86" y="22"/>
                      </a:lnTo>
                      <a:lnTo>
                        <a:pt x="84" y="24"/>
                      </a:lnTo>
                      <a:lnTo>
                        <a:pt x="84" y="24"/>
                      </a:lnTo>
                      <a:lnTo>
                        <a:pt x="80" y="24"/>
                      </a:lnTo>
                      <a:lnTo>
                        <a:pt x="80" y="24"/>
                      </a:lnTo>
                      <a:lnTo>
                        <a:pt x="78" y="28"/>
                      </a:lnTo>
                      <a:lnTo>
                        <a:pt x="76" y="34"/>
                      </a:lnTo>
                      <a:lnTo>
                        <a:pt x="76" y="34"/>
                      </a:lnTo>
                      <a:lnTo>
                        <a:pt x="72" y="34"/>
                      </a:lnTo>
                      <a:lnTo>
                        <a:pt x="70" y="36"/>
                      </a:lnTo>
                      <a:lnTo>
                        <a:pt x="70" y="36"/>
                      </a:lnTo>
                      <a:lnTo>
                        <a:pt x="68" y="40"/>
                      </a:lnTo>
                      <a:lnTo>
                        <a:pt x="68" y="44"/>
                      </a:lnTo>
                      <a:lnTo>
                        <a:pt x="68" y="44"/>
                      </a:lnTo>
                      <a:lnTo>
                        <a:pt x="64" y="48"/>
                      </a:lnTo>
                      <a:lnTo>
                        <a:pt x="64" y="48"/>
                      </a:lnTo>
                      <a:lnTo>
                        <a:pt x="62" y="60"/>
                      </a:lnTo>
                      <a:lnTo>
                        <a:pt x="62" y="60"/>
                      </a:lnTo>
                      <a:lnTo>
                        <a:pt x="54" y="62"/>
                      </a:lnTo>
                      <a:lnTo>
                        <a:pt x="46" y="64"/>
                      </a:lnTo>
                      <a:lnTo>
                        <a:pt x="46" y="64"/>
                      </a:lnTo>
                      <a:lnTo>
                        <a:pt x="44" y="64"/>
                      </a:lnTo>
                      <a:lnTo>
                        <a:pt x="40" y="64"/>
                      </a:lnTo>
                      <a:lnTo>
                        <a:pt x="38" y="66"/>
                      </a:lnTo>
                      <a:lnTo>
                        <a:pt x="38" y="66"/>
                      </a:lnTo>
                      <a:lnTo>
                        <a:pt x="30" y="66"/>
                      </a:lnTo>
                      <a:lnTo>
                        <a:pt x="22" y="64"/>
                      </a:lnTo>
                      <a:lnTo>
                        <a:pt x="22" y="64"/>
                      </a:lnTo>
                      <a:lnTo>
                        <a:pt x="24" y="76"/>
                      </a:lnTo>
                      <a:lnTo>
                        <a:pt x="24" y="76"/>
                      </a:lnTo>
                      <a:lnTo>
                        <a:pt x="22" y="78"/>
                      </a:lnTo>
                      <a:lnTo>
                        <a:pt x="22" y="80"/>
                      </a:lnTo>
                      <a:lnTo>
                        <a:pt x="22" y="80"/>
                      </a:lnTo>
                      <a:lnTo>
                        <a:pt x="20" y="80"/>
                      </a:lnTo>
                      <a:lnTo>
                        <a:pt x="18" y="80"/>
                      </a:lnTo>
                      <a:lnTo>
                        <a:pt x="18" y="80"/>
                      </a:lnTo>
                      <a:lnTo>
                        <a:pt x="26" y="82"/>
                      </a:lnTo>
                      <a:lnTo>
                        <a:pt x="26" y="82"/>
                      </a:lnTo>
                      <a:lnTo>
                        <a:pt x="28" y="84"/>
                      </a:lnTo>
                      <a:lnTo>
                        <a:pt x="32" y="88"/>
                      </a:lnTo>
                      <a:lnTo>
                        <a:pt x="32" y="88"/>
                      </a:lnTo>
                      <a:lnTo>
                        <a:pt x="34" y="88"/>
                      </a:lnTo>
                      <a:lnTo>
                        <a:pt x="38" y="88"/>
                      </a:lnTo>
                      <a:lnTo>
                        <a:pt x="38" y="88"/>
                      </a:lnTo>
                      <a:lnTo>
                        <a:pt x="48" y="98"/>
                      </a:lnTo>
                      <a:lnTo>
                        <a:pt x="48" y="98"/>
                      </a:lnTo>
                      <a:lnTo>
                        <a:pt x="54" y="98"/>
                      </a:lnTo>
                      <a:lnTo>
                        <a:pt x="54" y="98"/>
                      </a:lnTo>
                      <a:lnTo>
                        <a:pt x="56" y="98"/>
                      </a:lnTo>
                      <a:lnTo>
                        <a:pt x="56" y="100"/>
                      </a:lnTo>
                      <a:lnTo>
                        <a:pt x="54" y="100"/>
                      </a:lnTo>
                      <a:lnTo>
                        <a:pt x="54" y="100"/>
                      </a:lnTo>
                      <a:lnTo>
                        <a:pt x="56" y="106"/>
                      </a:lnTo>
                      <a:lnTo>
                        <a:pt x="56" y="106"/>
                      </a:lnTo>
                      <a:lnTo>
                        <a:pt x="58" y="108"/>
                      </a:lnTo>
                      <a:lnTo>
                        <a:pt x="62" y="108"/>
                      </a:lnTo>
                      <a:lnTo>
                        <a:pt x="62" y="106"/>
                      </a:lnTo>
                      <a:lnTo>
                        <a:pt x="62" y="106"/>
                      </a:lnTo>
                      <a:lnTo>
                        <a:pt x="66" y="104"/>
                      </a:lnTo>
                      <a:lnTo>
                        <a:pt x="70" y="104"/>
                      </a:lnTo>
                      <a:lnTo>
                        <a:pt x="70" y="106"/>
                      </a:lnTo>
                      <a:lnTo>
                        <a:pt x="70" y="106"/>
                      </a:lnTo>
                      <a:lnTo>
                        <a:pt x="72" y="108"/>
                      </a:lnTo>
                      <a:lnTo>
                        <a:pt x="72" y="108"/>
                      </a:lnTo>
                      <a:lnTo>
                        <a:pt x="76" y="108"/>
                      </a:lnTo>
                      <a:lnTo>
                        <a:pt x="82" y="106"/>
                      </a:lnTo>
                      <a:lnTo>
                        <a:pt x="82" y="106"/>
                      </a:lnTo>
                      <a:lnTo>
                        <a:pt x="82" y="108"/>
                      </a:lnTo>
                      <a:lnTo>
                        <a:pt x="82" y="110"/>
                      </a:lnTo>
                      <a:lnTo>
                        <a:pt x="80" y="110"/>
                      </a:lnTo>
                      <a:lnTo>
                        <a:pt x="80" y="110"/>
                      </a:lnTo>
                      <a:lnTo>
                        <a:pt x="78" y="112"/>
                      </a:lnTo>
                      <a:lnTo>
                        <a:pt x="78" y="114"/>
                      </a:lnTo>
                      <a:lnTo>
                        <a:pt x="78" y="114"/>
                      </a:lnTo>
                      <a:lnTo>
                        <a:pt x="82" y="114"/>
                      </a:lnTo>
                      <a:lnTo>
                        <a:pt x="82" y="114"/>
                      </a:lnTo>
                      <a:lnTo>
                        <a:pt x="84" y="116"/>
                      </a:lnTo>
                      <a:lnTo>
                        <a:pt x="84" y="116"/>
                      </a:lnTo>
                      <a:lnTo>
                        <a:pt x="90" y="116"/>
                      </a:lnTo>
                      <a:lnTo>
                        <a:pt x="96" y="116"/>
                      </a:lnTo>
                      <a:lnTo>
                        <a:pt x="96" y="116"/>
                      </a:lnTo>
                      <a:lnTo>
                        <a:pt x="96" y="118"/>
                      </a:lnTo>
                      <a:lnTo>
                        <a:pt x="96" y="122"/>
                      </a:lnTo>
                      <a:lnTo>
                        <a:pt x="96" y="122"/>
                      </a:lnTo>
                      <a:lnTo>
                        <a:pt x="84" y="122"/>
                      </a:lnTo>
                      <a:lnTo>
                        <a:pt x="78" y="122"/>
                      </a:lnTo>
                      <a:lnTo>
                        <a:pt x="78" y="124"/>
                      </a:lnTo>
                      <a:lnTo>
                        <a:pt x="82" y="126"/>
                      </a:lnTo>
                      <a:lnTo>
                        <a:pt x="82" y="126"/>
                      </a:lnTo>
                      <a:lnTo>
                        <a:pt x="82" y="124"/>
                      </a:lnTo>
                      <a:lnTo>
                        <a:pt x="84" y="124"/>
                      </a:lnTo>
                      <a:lnTo>
                        <a:pt x="84" y="124"/>
                      </a:lnTo>
                      <a:lnTo>
                        <a:pt x="86" y="126"/>
                      </a:lnTo>
                      <a:lnTo>
                        <a:pt x="88" y="126"/>
                      </a:lnTo>
                      <a:lnTo>
                        <a:pt x="88" y="132"/>
                      </a:lnTo>
                      <a:lnTo>
                        <a:pt x="88" y="132"/>
                      </a:lnTo>
                      <a:lnTo>
                        <a:pt x="82" y="130"/>
                      </a:lnTo>
                      <a:lnTo>
                        <a:pt x="78" y="134"/>
                      </a:lnTo>
                      <a:lnTo>
                        <a:pt x="78" y="132"/>
                      </a:lnTo>
                      <a:lnTo>
                        <a:pt x="78" y="132"/>
                      </a:lnTo>
                      <a:lnTo>
                        <a:pt x="68" y="132"/>
                      </a:lnTo>
                      <a:lnTo>
                        <a:pt x="58" y="132"/>
                      </a:lnTo>
                      <a:lnTo>
                        <a:pt x="58" y="132"/>
                      </a:lnTo>
                      <a:lnTo>
                        <a:pt x="56" y="128"/>
                      </a:lnTo>
                      <a:lnTo>
                        <a:pt x="56" y="128"/>
                      </a:lnTo>
                      <a:lnTo>
                        <a:pt x="50" y="128"/>
                      </a:lnTo>
                      <a:lnTo>
                        <a:pt x="50" y="128"/>
                      </a:lnTo>
                      <a:lnTo>
                        <a:pt x="50" y="126"/>
                      </a:lnTo>
                      <a:lnTo>
                        <a:pt x="52" y="126"/>
                      </a:lnTo>
                      <a:lnTo>
                        <a:pt x="52" y="126"/>
                      </a:lnTo>
                      <a:lnTo>
                        <a:pt x="52" y="120"/>
                      </a:lnTo>
                      <a:lnTo>
                        <a:pt x="52" y="116"/>
                      </a:lnTo>
                      <a:lnTo>
                        <a:pt x="52" y="116"/>
                      </a:lnTo>
                      <a:lnTo>
                        <a:pt x="50" y="114"/>
                      </a:lnTo>
                      <a:lnTo>
                        <a:pt x="50" y="114"/>
                      </a:lnTo>
                      <a:lnTo>
                        <a:pt x="44" y="114"/>
                      </a:lnTo>
                      <a:lnTo>
                        <a:pt x="44" y="114"/>
                      </a:lnTo>
                      <a:lnTo>
                        <a:pt x="42" y="116"/>
                      </a:lnTo>
                      <a:lnTo>
                        <a:pt x="42" y="116"/>
                      </a:lnTo>
                      <a:lnTo>
                        <a:pt x="34" y="120"/>
                      </a:lnTo>
                      <a:lnTo>
                        <a:pt x="26" y="124"/>
                      </a:lnTo>
                      <a:lnTo>
                        <a:pt x="26" y="124"/>
                      </a:lnTo>
                      <a:lnTo>
                        <a:pt x="26" y="130"/>
                      </a:lnTo>
                      <a:lnTo>
                        <a:pt x="26" y="130"/>
                      </a:lnTo>
                      <a:lnTo>
                        <a:pt x="26" y="130"/>
                      </a:lnTo>
                      <a:lnTo>
                        <a:pt x="24" y="130"/>
                      </a:lnTo>
                      <a:lnTo>
                        <a:pt x="24" y="130"/>
                      </a:lnTo>
                      <a:lnTo>
                        <a:pt x="14" y="130"/>
                      </a:lnTo>
                      <a:lnTo>
                        <a:pt x="6" y="132"/>
                      </a:lnTo>
                      <a:lnTo>
                        <a:pt x="6" y="132"/>
                      </a:lnTo>
                      <a:lnTo>
                        <a:pt x="0" y="138"/>
                      </a:lnTo>
                      <a:lnTo>
                        <a:pt x="0" y="142"/>
                      </a:lnTo>
                      <a:lnTo>
                        <a:pt x="0" y="142"/>
                      </a:lnTo>
                      <a:lnTo>
                        <a:pt x="8" y="142"/>
                      </a:lnTo>
                      <a:lnTo>
                        <a:pt x="14" y="144"/>
                      </a:lnTo>
                      <a:lnTo>
                        <a:pt x="14" y="144"/>
                      </a:lnTo>
                      <a:lnTo>
                        <a:pt x="20" y="144"/>
                      </a:lnTo>
                      <a:lnTo>
                        <a:pt x="20" y="146"/>
                      </a:lnTo>
                      <a:lnTo>
                        <a:pt x="20" y="146"/>
                      </a:lnTo>
                      <a:lnTo>
                        <a:pt x="12" y="148"/>
                      </a:lnTo>
                      <a:lnTo>
                        <a:pt x="12" y="148"/>
                      </a:lnTo>
                      <a:lnTo>
                        <a:pt x="12" y="150"/>
                      </a:lnTo>
                      <a:lnTo>
                        <a:pt x="12" y="150"/>
                      </a:lnTo>
                      <a:lnTo>
                        <a:pt x="12" y="150"/>
                      </a:lnTo>
                      <a:lnTo>
                        <a:pt x="18" y="156"/>
                      </a:lnTo>
                      <a:lnTo>
                        <a:pt x="18" y="156"/>
                      </a:lnTo>
                      <a:lnTo>
                        <a:pt x="18" y="158"/>
                      </a:lnTo>
                      <a:lnTo>
                        <a:pt x="20" y="162"/>
                      </a:lnTo>
                      <a:lnTo>
                        <a:pt x="34" y="166"/>
                      </a:lnTo>
                      <a:lnTo>
                        <a:pt x="34" y="166"/>
                      </a:lnTo>
                      <a:lnTo>
                        <a:pt x="38" y="164"/>
                      </a:lnTo>
                      <a:lnTo>
                        <a:pt x="40" y="162"/>
                      </a:lnTo>
                      <a:lnTo>
                        <a:pt x="40" y="162"/>
                      </a:lnTo>
                      <a:lnTo>
                        <a:pt x="50" y="160"/>
                      </a:lnTo>
                      <a:lnTo>
                        <a:pt x="60" y="162"/>
                      </a:lnTo>
                      <a:lnTo>
                        <a:pt x="60" y="162"/>
                      </a:lnTo>
                      <a:lnTo>
                        <a:pt x="60" y="160"/>
                      </a:lnTo>
                      <a:lnTo>
                        <a:pt x="62" y="158"/>
                      </a:lnTo>
                      <a:lnTo>
                        <a:pt x="62" y="158"/>
                      </a:lnTo>
                      <a:lnTo>
                        <a:pt x="66" y="164"/>
                      </a:lnTo>
                      <a:lnTo>
                        <a:pt x="66" y="164"/>
                      </a:lnTo>
                      <a:lnTo>
                        <a:pt x="66" y="166"/>
                      </a:lnTo>
                      <a:lnTo>
                        <a:pt x="66" y="166"/>
                      </a:lnTo>
                      <a:lnTo>
                        <a:pt x="70" y="168"/>
                      </a:lnTo>
                      <a:lnTo>
                        <a:pt x="70" y="168"/>
                      </a:lnTo>
                      <a:lnTo>
                        <a:pt x="74" y="162"/>
                      </a:lnTo>
                      <a:lnTo>
                        <a:pt x="74" y="162"/>
                      </a:lnTo>
                      <a:lnTo>
                        <a:pt x="86" y="160"/>
                      </a:lnTo>
                      <a:lnTo>
                        <a:pt x="96" y="160"/>
                      </a:lnTo>
                      <a:lnTo>
                        <a:pt x="96" y="160"/>
                      </a:lnTo>
                      <a:lnTo>
                        <a:pt x="96" y="164"/>
                      </a:lnTo>
                      <a:lnTo>
                        <a:pt x="96" y="164"/>
                      </a:lnTo>
                      <a:lnTo>
                        <a:pt x="92" y="168"/>
                      </a:lnTo>
                      <a:lnTo>
                        <a:pt x="92" y="168"/>
                      </a:lnTo>
                      <a:lnTo>
                        <a:pt x="92" y="172"/>
                      </a:lnTo>
                      <a:lnTo>
                        <a:pt x="94" y="178"/>
                      </a:lnTo>
                      <a:lnTo>
                        <a:pt x="94" y="178"/>
                      </a:lnTo>
                      <a:lnTo>
                        <a:pt x="94" y="186"/>
                      </a:lnTo>
                      <a:lnTo>
                        <a:pt x="94" y="186"/>
                      </a:lnTo>
                      <a:lnTo>
                        <a:pt x="88" y="190"/>
                      </a:lnTo>
                      <a:lnTo>
                        <a:pt x="82" y="192"/>
                      </a:lnTo>
                      <a:lnTo>
                        <a:pt x="82" y="192"/>
                      </a:lnTo>
                      <a:lnTo>
                        <a:pt x="80" y="190"/>
                      </a:lnTo>
                      <a:lnTo>
                        <a:pt x="76" y="190"/>
                      </a:lnTo>
                      <a:lnTo>
                        <a:pt x="76" y="190"/>
                      </a:lnTo>
                      <a:lnTo>
                        <a:pt x="76" y="194"/>
                      </a:lnTo>
                      <a:lnTo>
                        <a:pt x="76" y="194"/>
                      </a:lnTo>
                      <a:lnTo>
                        <a:pt x="70" y="198"/>
                      </a:lnTo>
                      <a:lnTo>
                        <a:pt x="64" y="198"/>
                      </a:lnTo>
                      <a:lnTo>
                        <a:pt x="60" y="198"/>
                      </a:lnTo>
                      <a:lnTo>
                        <a:pt x="60" y="198"/>
                      </a:lnTo>
                      <a:lnTo>
                        <a:pt x="56" y="194"/>
                      </a:lnTo>
                      <a:lnTo>
                        <a:pt x="54" y="192"/>
                      </a:lnTo>
                      <a:lnTo>
                        <a:pt x="50" y="192"/>
                      </a:lnTo>
                      <a:lnTo>
                        <a:pt x="50" y="192"/>
                      </a:lnTo>
                      <a:lnTo>
                        <a:pt x="44" y="196"/>
                      </a:lnTo>
                      <a:lnTo>
                        <a:pt x="44" y="196"/>
                      </a:lnTo>
                      <a:lnTo>
                        <a:pt x="44" y="198"/>
                      </a:lnTo>
                      <a:lnTo>
                        <a:pt x="44" y="198"/>
                      </a:lnTo>
                      <a:lnTo>
                        <a:pt x="44" y="198"/>
                      </a:lnTo>
                      <a:lnTo>
                        <a:pt x="44" y="198"/>
                      </a:lnTo>
                      <a:lnTo>
                        <a:pt x="44" y="200"/>
                      </a:lnTo>
                      <a:lnTo>
                        <a:pt x="46" y="200"/>
                      </a:lnTo>
                      <a:lnTo>
                        <a:pt x="46" y="200"/>
                      </a:lnTo>
                      <a:lnTo>
                        <a:pt x="48" y="204"/>
                      </a:lnTo>
                      <a:lnTo>
                        <a:pt x="48" y="210"/>
                      </a:lnTo>
                      <a:lnTo>
                        <a:pt x="48" y="210"/>
                      </a:lnTo>
                      <a:lnTo>
                        <a:pt x="48" y="210"/>
                      </a:lnTo>
                      <a:lnTo>
                        <a:pt x="48" y="208"/>
                      </a:lnTo>
                      <a:lnTo>
                        <a:pt x="48" y="208"/>
                      </a:lnTo>
                      <a:lnTo>
                        <a:pt x="42" y="206"/>
                      </a:lnTo>
                      <a:lnTo>
                        <a:pt x="40" y="214"/>
                      </a:lnTo>
                      <a:lnTo>
                        <a:pt x="40" y="214"/>
                      </a:lnTo>
                      <a:lnTo>
                        <a:pt x="38" y="214"/>
                      </a:lnTo>
                      <a:lnTo>
                        <a:pt x="38" y="214"/>
                      </a:lnTo>
                      <a:lnTo>
                        <a:pt x="30" y="220"/>
                      </a:lnTo>
                      <a:lnTo>
                        <a:pt x="30" y="220"/>
                      </a:lnTo>
                      <a:lnTo>
                        <a:pt x="30" y="224"/>
                      </a:lnTo>
                      <a:lnTo>
                        <a:pt x="30" y="226"/>
                      </a:lnTo>
                      <a:lnTo>
                        <a:pt x="30" y="226"/>
                      </a:lnTo>
                      <a:lnTo>
                        <a:pt x="26" y="228"/>
                      </a:lnTo>
                      <a:lnTo>
                        <a:pt x="26" y="228"/>
                      </a:lnTo>
                      <a:lnTo>
                        <a:pt x="24" y="232"/>
                      </a:lnTo>
                      <a:lnTo>
                        <a:pt x="24" y="232"/>
                      </a:lnTo>
                      <a:lnTo>
                        <a:pt x="28" y="232"/>
                      </a:lnTo>
                      <a:lnTo>
                        <a:pt x="28" y="232"/>
                      </a:lnTo>
                      <a:lnTo>
                        <a:pt x="28" y="236"/>
                      </a:lnTo>
                      <a:lnTo>
                        <a:pt x="28" y="236"/>
                      </a:lnTo>
                      <a:lnTo>
                        <a:pt x="34" y="236"/>
                      </a:lnTo>
                      <a:lnTo>
                        <a:pt x="34" y="236"/>
                      </a:lnTo>
                      <a:lnTo>
                        <a:pt x="34" y="240"/>
                      </a:lnTo>
                      <a:lnTo>
                        <a:pt x="34" y="240"/>
                      </a:lnTo>
                      <a:lnTo>
                        <a:pt x="36" y="240"/>
                      </a:lnTo>
                      <a:lnTo>
                        <a:pt x="36" y="242"/>
                      </a:lnTo>
                      <a:lnTo>
                        <a:pt x="36" y="242"/>
                      </a:lnTo>
                      <a:lnTo>
                        <a:pt x="44" y="242"/>
                      </a:lnTo>
                      <a:lnTo>
                        <a:pt x="50" y="244"/>
                      </a:lnTo>
                      <a:lnTo>
                        <a:pt x="50" y="244"/>
                      </a:lnTo>
                      <a:lnTo>
                        <a:pt x="50" y="242"/>
                      </a:lnTo>
                      <a:lnTo>
                        <a:pt x="50" y="242"/>
                      </a:lnTo>
                      <a:lnTo>
                        <a:pt x="56" y="242"/>
                      </a:lnTo>
                      <a:lnTo>
                        <a:pt x="56" y="244"/>
                      </a:lnTo>
                      <a:lnTo>
                        <a:pt x="56" y="244"/>
                      </a:lnTo>
                      <a:lnTo>
                        <a:pt x="52" y="246"/>
                      </a:lnTo>
                      <a:lnTo>
                        <a:pt x="52" y="246"/>
                      </a:lnTo>
                      <a:lnTo>
                        <a:pt x="50" y="250"/>
                      </a:lnTo>
                      <a:lnTo>
                        <a:pt x="50" y="250"/>
                      </a:lnTo>
                      <a:lnTo>
                        <a:pt x="48" y="252"/>
                      </a:lnTo>
                      <a:lnTo>
                        <a:pt x="48" y="252"/>
                      </a:lnTo>
                      <a:lnTo>
                        <a:pt x="48" y="256"/>
                      </a:lnTo>
                      <a:lnTo>
                        <a:pt x="48" y="256"/>
                      </a:lnTo>
                      <a:lnTo>
                        <a:pt x="46" y="260"/>
                      </a:lnTo>
                      <a:lnTo>
                        <a:pt x="46" y="260"/>
                      </a:lnTo>
                      <a:lnTo>
                        <a:pt x="48" y="260"/>
                      </a:lnTo>
                      <a:lnTo>
                        <a:pt x="48" y="262"/>
                      </a:lnTo>
                      <a:lnTo>
                        <a:pt x="48" y="262"/>
                      </a:lnTo>
                      <a:lnTo>
                        <a:pt x="52" y="262"/>
                      </a:lnTo>
                      <a:lnTo>
                        <a:pt x="52" y="262"/>
                      </a:lnTo>
                      <a:lnTo>
                        <a:pt x="52" y="266"/>
                      </a:lnTo>
                      <a:lnTo>
                        <a:pt x="52" y="266"/>
                      </a:lnTo>
                      <a:lnTo>
                        <a:pt x="56" y="270"/>
                      </a:lnTo>
                      <a:lnTo>
                        <a:pt x="56" y="270"/>
                      </a:lnTo>
                      <a:lnTo>
                        <a:pt x="64" y="268"/>
                      </a:lnTo>
                      <a:lnTo>
                        <a:pt x="68" y="266"/>
                      </a:lnTo>
                      <a:lnTo>
                        <a:pt x="70" y="264"/>
                      </a:lnTo>
                      <a:lnTo>
                        <a:pt x="70" y="264"/>
                      </a:lnTo>
                      <a:lnTo>
                        <a:pt x="70" y="260"/>
                      </a:lnTo>
                      <a:lnTo>
                        <a:pt x="70" y="258"/>
                      </a:lnTo>
                      <a:lnTo>
                        <a:pt x="72" y="254"/>
                      </a:lnTo>
                      <a:lnTo>
                        <a:pt x="74" y="254"/>
                      </a:lnTo>
                      <a:lnTo>
                        <a:pt x="74" y="254"/>
                      </a:lnTo>
                      <a:lnTo>
                        <a:pt x="76" y="258"/>
                      </a:lnTo>
                      <a:lnTo>
                        <a:pt x="76" y="260"/>
                      </a:lnTo>
                      <a:lnTo>
                        <a:pt x="74" y="260"/>
                      </a:lnTo>
                      <a:lnTo>
                        <a:pt x="74" y="260"/>
                      </a:lnTo>
                      <a:lnTo>
                        <a:pt x="74" y="266"/>
                      </a:lnTo>
                      <a:lnTo>
                        <a:pt x="74" y="266"/>
                      </a:lnTo>
                      <a:lnTo>
                        <a:pt x="78" y="268"/>
                      </a:lnTo>
                      <a:lnTo>
                        <a:pt x="78" y="268"/>
                      </a:lnTo>
                      <a:lnTo>
                        <a:pt x="80" y="274"/>
                      </a:lnTo>
                      <a:lnTo>
                        <a:pt x="80" y="278"/>
                      </a:lnTo>
                      <a:lnTo>
                        <a:pt x="80" y="278"/>
                      </a:lnTo>
                      <a:lnTo>
                        <a:pt x="78" y="280"/>
                      </a:lnTo>
                      <a:lnTo>
                        <a:pt x="78" y="284"/>
                      </a:lnTo>
                      <a:lnTo>
                        <a:pt x="78" y="284"/>
                      </a:lnTo>
                      <a:lnTo>
                        <a:pt x="84" y="284"/>
                      </a:lnTo>
                      <a:lnTo>
                        <a:pt x="84" y="284"/>
                      </a:lnTo>
                      <a:lnTo>
                        <a:pt x="82" y="286"/>
                      </a:lnTo>
                      <a:lnTo>
                        <a:pt x="82" y="286"/>
                      </a:lnTo>
                      <a:lnTo>
                        <a:pt x="80" y="290"/>
                      </a:lnTo>
                      <a:lnTo>
                        <a:pt x="80" y="290"/>
                      </a:lnTo>
                      <a:lnTo>
                        <a:pt x="82" y="290"/>
                      </a:lnTo>
                      <a:lnTo>
                        <a:pt x="82" y="290"/>
                      </a:lnTo>
                      <a:lnTo>
                        <a:pt x="82" y="292"/>
                      </a:lnTo>
                      <a:lnTo>
                        <a:pt x="82" y="292"/>
                      </a:lnTo>
                      <a:lnTo>
                        <a:pt x="82" y="292"/>
                      </a:lnTo>
                      <a:lnTo>
                        <a:pt x="82" y="292"/>
                      </a:lnTo>
                      <a:lnTo>
                        <a:pt x="82" y="296"/>
                      </a:lnTo>
                      <a:lnTo>
                        <a:pt x="82" y="296"/>
                      </a:lnTo>
                      <a:lnTo>
                        <a:pt x="86" y="294"/>
                      </a:lnTo>
                      <a:lnTo>
                        <a:pt x="88" y="292"/>
                      </a:lnTo>
                      <a:lnTo>
                        <a:pt x="92" y="288"/>
                      </a:lnTo>
                      <a:lnTo>
                        <a:pt x="92" y="288"/>
                      </a:lnTo>
                      <a:lnTo>
                        <a:pt x="102" y="282"/>
                      </a:lnTo>
                      <a:lnTo>
                        <a:pt x="104" y="282"/>
                      </a:lnTo>
                      <a:lnTo>
                        <a:pt x="104" y="282"/>
                      </a:lnTo>
                      <a:lnTo>
                        <a:pt x="106" y="284"/>
                      </a:lnTo>
                      <a:lnTo>
                        <a:pt x="108" y="288"/>
                      </a:lnTo>
                      <a:lnTo>
                        <a:pt x="108" y="288"/>
                      </a:lnTo>
                      <a:lnTo>
                        <a:pt x="108" y="288"/>
                      </a:lnTo>
                      <a:lnTo>
                        <a:pt x="114" y="286"/>
                      </a:lnTo>
                      <a:lnTo>
                        <a:pt x="114" y="286"/>
                      </a:lnTo>
                      <a:lnTo>
                        <a:pt x="116" y="290"/>
                      </a:lnTo>
                      <a:lnTo>
                        <a:pt x="118" y="294"/>
                      </a:lnTo>
                      <a:lnTo>
                        <a:pt x="118" y="294"/>
                      </a:lnTo>
                      <a:lnTo>
                        <a:pt x="120" y="296"/>
                      </a:lnTo>
                      <a:lnTo>
                        <a:pt x="120" y="296"/>
                      </a:lnTo>
                      <a:lnTo>
                        <a:pt x="122" y="298"/>
                      </a:lnTo>
                      <a:lnTo>
                        <a:pt x="122" y="298"/>
                      </a:lnTo>
                      <a:lnTo>
                        <a:pt x="124" y="296"/>
                      </a:lnTo>
                      <a:lnTo>
                        <a:pt x="124" y="296"/>
                      </a:lnTo>
                      <a:lnTo>
                        <a:pt x="122" y="294"/>
                      </a:lnTo>
                      <a:lnTo>
                        <a:pt x="124" y="292"/>
                      </a:lnTo>
                      <a:lnTo>
                        <a:pt x="124" y="292"/>
                      </a:lnTo>
                      <a:lnTo>
                        <a:pt x="128" y="292"/>
                      </a:lnTo>
                      <a:lnTo>
                        <a:pt x="128" y="292"/>
                      </a:lnTo>
                      <a:lnTo>
                        <a:pt x="130" y="288"/>
                      </a:lnTo>
                      <a:lnTo>
                        <a:pt x="130" y="288"/>
                      </a:lnTo>
                      <a:lnTo>
                        <a:pt x="132" y="294"/>
                      </a:lnTo>
                      <a:lnTo>
                        <a:pt x="132" y="294"/>
                      </a:lnTo>
                      <a:lnTo>
                        <a:pt x="138" y="292"/>
                      </a:lnTo>
                      <a:lnTo>
                        <a:pt x="144" y="290"/>
                      </a:lnTo>
                      <a:lnTo>
                        <a:pt x="144" y="290"/>
                      </a:lnTo>
                      <a:lnTo>
                        <a:pt x="146" y="286"/>
                      </a:lnTo>
                      <a:lnTo>
                        <a:pt x="146" y="286"/>
                      </a:lnTo>
                      <a:lnTo>
                        <a:pt x="150" y="286"/>
                      </a:lnTo>
                      <a:lnTo>
                        <a:pt x="150" y="286"/>
                      </a:lnTo>
                      <a:lnTo>
                        <a:pt x="148" y="292"/>
                      </a:lnTo>
                      <a:lnTo>
                        <a:pt x="146" y="296"/>
                      </a:lnTo>
                      <a:lnTo>
                        <a:pt x="146" y="296"/>
                      </a:lnTo>
                      <a:lnTo>
                        <a:pt x="144" y="298"/>
                      </a:lnTo>
                      <a:lnTo>
                        <a:pt x="140" y="302"/>
                      </a:lnTo>
                      <a:lnTo>
                        <a:pt x="140" y="302"/>
                      </a:lnTo>
                      <a:lnTo>
                        <a:pt x="140" y="304"/>
                      </a:lnTo>
                      <a:lnTo>
                        <a:pt x="140" y="308"/>
                      </a:lnTo>
                      <a:lnTo>
                        <a:pt x="136" y="308"/>
                      </a:lnTo>
                      <a:lnTo>
                        <a:pt x="136" y="308"/>
                      </a:lnTo>
                      <a:lnTo>
                        <a:pt x="136" y="320"/>
                      </a:lnTo>
                      <a:lnTo>
                        <a:pt x="136" y="320"/>
                      </a:lnTo>
                      <a:lnTo>
                        <a:pt x="134" y="320"/>
                      </a:lnTo>
                      <a:lnTo>
                        <a:pt x="134" y="320"/>
                      </a:lnTo>
                      <a:lnTo>
                        <a:pt x="132" y="324"/>
                      </a:lnTo>
                      <a:lnTo>
                        <a:pt x="132" y="326"/>
                      </a:lnTo>
                      <a:lnTo>
                        <a:pt x="132" y="326"/>
                      </a:lnTo>
                      <a:lnTo>
                        <a:pt x="128" y="330"/>
                      </a:lnTo>
                      <a:lnTo>
                        <a:pt x="126" y="332"/>
                      </a:lnTo>
                      <a:lnTo>
                        <a:pt x="126" y="332"/>
                      </a:lnTo>
                      <a:lnTo>
                        <a:pt x="126" y="336"/>
                      </a:lnTo>
                      <a:lnTo>
                        <a:pt x="126" y="336"/>
                      </a:lnTo>
                      <a:lnTo>
                        <a:pt x="122" y="336"/>
                      </a:lnTo>
                      <a:lnTo>
                        <a:pt x="122" y="336"/>
                      </a:lnTo>
                      <a:lnTo>
                        <a:pt x="120" y="338"/>
                      </a:lnTo>
                      <a:lnTo>
                        <a:pt x="116" y="342"/>
                      </a:lnTo>
                      <a:lnTo>
                        <a:pt x="116" y="342"/>
                      </a:lnTo>
                      <a:lnTo>
                        <a:pt x="114" y="342"/>
                      </a:lnTo>
                      <a:lnTo>
                        <a:pt x="114" y="342"/>
                      </a:lnTo>
                      <a:lnTo>
                        <a:pt x="108" y="344"/>
                      </a:lnTo>
                      <a:lnTo>
                        <a:pt x="104" y="346"/>
                      </a:lnTo>
                      <a:lnTo>
                        <a:pt x="102" y="350"/>
                      </a:lnTo>
                      <a:lnTo>
                        <a:pt x="102" y="356"/>
                      </a:lnTo>
                      <a:lnTo>
                        <a:pt x="102" y="356"/>
                      </a:lnTo>
                      <a:lnTo>
                        <a:pt x="94" y="358"/>
                      </a:lnTo>
                      <a:lnTo>
                        <a:pt x="94" y="358"/>
                      </a:lnTo>
                      <a:lnTo>
                        <a:pt x="96" y="354"/>
                      </a:lnTo>
                      <a:lnTo>
                        <a:pt x="96" y="354"/>
                      </a:lnTo>
                      <a:lnTo>
                        <a:pt x="86" y="356"/>
                      </a:lnTo>
                      <a:lnTo>
                        <a:pt x="78" y="358"/>
                      </a:lnTo>
                      <a:lnTo>
                        <a:pt x="78" y="358"/>
                      </a:lnTo>
                      <a:lnTo>
                        <a:pt x="78" y="360"/>
                      </a:lnTo>
                      <a:lnTo>
                        <a:pt x="78" y="364"/>
                      </a:lnTo>
                      <a:lnTo>
                        <a:pt x="78" y="364"/>
                      </a:lnTo>
                      <a:lnTo>
                        <a:pt x="74" y="366"/>
                      </a:lnTo>
                      <a:lnTo>
                        <a:pt x="74" y="366"/>
                      </a:lnTo>
                      <a:lnTo>
                        <a:pt x="72" y="370"/>
                      </a:lnTo>
                      <a:lnTo>
                        <a:pt x="72" y="370"/>
                      </a:lnTo>
                      <a:lnTo>
                        <a:pt x="68" y="374"/>
                      </a:lnTo>
                      <a:lnTo>
                        <a:pt x="64" y="376"/>
                      </a:lnTo>
                      <a:lnTo>
                        <a:pt x="64" y="376"/>
                      </a:lnTo>
                      <a:lnTo>
                        <a:pt x="64" y="378"/>
                      </a:lnTo>
                      <a:lnTo>
                        <a:pt x="64" y="378"/>
                      </a:lnTo>
                      <a:lnTo>
                        <a:pt x="66" y="376"/>
                      </a:lnTo>
                      <a:lnTo>
                        <a:pt x="66" y="376"/>
                      </a:lnTo>
                      <a:lnTo>
                        <a:pt x="66" y="378"/>
                      </a:lnTo>
                      <a:lnTo>
                        <a:pt x="70" y="378"/>
                      </a:lnTo>
                      <a:lnTo>
                        <a:pt x="70" y="374"/>
                      </a:lnTo>
                      <a:lnTo>
                        <a:pt x="72" y="374"/>
                      </a:lnTo>
                      <a:lnTo>
                        <a:pt x="72" y="374"/>
                      </a:lnTo>
                      <a:lnTo>
                        <a:pt x="74" y="376"/>
                      </a:lnTo>
                      <a:lnTo>
                        <a:pt x="76" y="378"/>
                      </a:lnTo>
                      <a:lnTo>
                        <a:pt x="76" y="378"/>
                      </a:lnTo>
                      <a:lnTo>
                        <a:pt x="84" y="362"/>
                      </a:lnTo>
                      <a:lnTo>
                        <a:pt x="84" y="362"/>
                      </a:lnTo>
                      <a:lnTo>
                        <a:pt x="90" y="362"/>
                      </a:lnTo>
                      <a:lnTo>
                        <a:pt x="90" y="362"/>
                      </a:lnTo>
                      <a:lnTo>
                        <a:pt x="90" y="362"/>
                      </a:lnTo>
                      <a:lnTo>
                        <a:pt x="88" y="364"/>
                      </a:lnTo>
                      <a:lnTo>
                        <a:pt x="86" y="366"/>
                      </a:lnTo>
                      <a:lnTo>
                        <a:pt x="86" y="366"/>
                      </a:lnTo>
                      <a:lnTo>
                        <a:pt x="94" y="366"/>
                      </a:lnTo>
                      <a:lnTo>
                        <a:pt x="94" y="364"/>
                      </a:lnTo>
                      <a:lnTo>
                        <a:pt x="94" y="364"/>
                      </a:lnTo>
                      <a:lnTo>
                        <a:pt x="102" y="362"/>
                      </a:lnTo>
                      <a:lnTo>
                        <a:pt x="106" y="358"/>
                      </a:lnTo>
                      <a:lnTo>
                        <a:pt x="106" y="358"/>
                      </a:lnTo>
                      <a:lnTo>
                        <a:pt x="110" y="358"/>
                      </a:lnTo>
                      <a:lnTo>
                        <a:pt x="110" y="358"/>
                      </a:lnTo>
                      <a:lnTo>
                        <a:pt x="110" y="362"/>
                      </a:lnTo>
                      <a:lnTo>
                        <a:pt x="110" y="362"/>
                      </a:lnTo>
                      <a:lnTo>
                        <a:pt x="112" y="360"/>
                      </a:lnTo>
                      <a:lnTo>
                        <a:pt x="112" y="356"/>
                      </a:lnTo>
                      <a:lnTo>
                        <a:pt x="112" y="356"/>
                      </a:lnTo>
                      <a:lnTo>
                        <a:pt x="114" y="358"/>
                      </a:lnTo>
                      <a:lnTo>
                        <a:pt x="116" y="358"/>
                      </a:lnTo>
                      <a:lnTo>
                        <a:pt x="116" y="358"/>
                      </a:lnTo>
                      <a:lnTo>
                        <a:pt x="118" y="354"/>
                      </a:lnTo>
                      <a:lnTo>
                        <a:pt x="118" y="350"/>
                      </a:lnTo>
                      <a:lnTo>
                        <a:pt x="118" y="350"/>
                      </a:lnTo>
                      <a:lnTo>
                        <a:pt x="122" y="354"/>
                      </a:lnTo>
                      <a:lnTo>
                        <a:pt x="124" y="348"/>
                      </a:lnTo>
                      <a:lnTo>
                        <a:pt x="124" y="348"/>
                      </a:lnTo>
                      <a:lnTo>
                        <a:pt x="122" y="348"/>
                      </a:lnTo>
                      <a:lnTo>
                        <a:pt x="122" y="346"/>
                      </a:lnTo>
                      <a:lnTo>
                        <a:pt x="122" y="346"/>
                      </a:lnTo>
                      <a:lnTo>
                        <a:pt x="124" y="346"/>
                      </a:lnTo>
                      <a:lnTo>
                        <a:pt x="124" y="346"/>
                      </a:lnTo>
                      <a:lnTo>
                        <a:pt x="124" y="346"/>
                      </a:lnTo>
                      <a:lnTo>
                        <a:pt x="124" y="346"/>
                      </a:lnTo>
                      <a:lnTo>
                        <a:pt x="132" y="342"/>
                      </a:lnTo>
                      <a:lnTo>
                        <a:pt x="132" y="342"/>
                      </a:lnTo>
                      <a:lnTo>
                        <a:pt x="130" y="342"/>
                      </a:lnTo>
                      <a:lnTo>
                        <a:pt x="130" y="340"/>
                      </a:lnTo>
                      <a:lnTo>
                        <a:pt x="130" y="340"/>
                      </a:lnTo>
                      <a:lnTo>
                        <a:pt x="134" y="340"/>
                      </a:lnTo>
                      <a:lnTo>
                        <a:pt x="136" y="340"/>
                      </a:lnTo>
                      <a:lnTo>
                        <a:pt x="136" y="340"/>
                      </a:lnTo>
                      <a:lnTo>
                        <a:pt x="138" y="334"/>
                      </a:lnTo>
                      <a:lnTo>
                        <a:pt x="138" y="334"/>
                      </a:lnTo>
                      <a:lnTo>
                        <a:pt x="142" y="336"/>
                      </a:lnTo>
                      <a:lnTo>
                        <a:pt x="142" y="336"/>
                      </a:lnTo>
                      <a:lnTo>
                        <a:pt x="148" y="330"/>
                      </a:lnTo>
                      <a:lnTo>
                        <a:pt x="148" y="330"/>
                      </a:lnTo>
                      <a:lnTo>
                        <a:pt x="148" y="324"/>
                      </a:lnTo>
                      <a:lnTo>
                        <a:pt x="148" y="324"/>
                      </a:lnTo>
                      <a:lnTo>
                        <a:pt x="154" y="322"/>
                      </a:lnTo>
                      <a:lnTo>
                        <a:pt x="154" y="320"/>
                      </a:lnTo>
                      <a:lnTo>
                        <a:pt x="154" y="320"/>
                      </a:lnTo>
                      <a:lnTo>
                        <a:pt x="156" y="320"/>
                      </a:lnTo>
                      <a:lnTo>
                        <a:pt x="156" y="320"/>
                      </a:lnTo>
                      <a:lnTo>
                        <a:pt x="160" y="316"/>
                      </a:lnTo>
                      <a:lnTo>
                        <a:pt x="164" y="312"/>
                      </a:lnTo>
                      <a:lnTo>
                        <a:pt x="164" y="312"/>
                      </a:lnTo>
                      <a:lnTo>
                        <a:pt x="168" y="310"/>
                      </a:lnTo>
                      <a:lnTo>
                        <a:pt x="168" y="310"/>
                      </a:lnTo>
                      <a:lnTo>
                        <a:pt x="168" y="308"/>
                      </a:lnTo>
                      <a:lnTo>
                        <a:pt x="172" y="304"/>
                      </a:lnTo>
                      <a:lnTo>
                        <a:pt x="172" y="304"/>
                      </a:lnTo>
                      <a:lnTo>
                        <a:pt x="180" y="302"/>
                      </a:lnTo>
                      <a:lnTo>
                        <a:pt x="180" y="302"/>
                      </a:lnTo>
                      <a:lnTo>
                        <a:pt x="182" y="300"/>
                      </a:lnTo>
                      <a:lnTo>
                        <a:pt x="182" y="300"/>
                      </a:lnTo>
                      <a:lnTo>
                        <a:pt x="182" y="296"/>
                      </a:lnTo>
                      <a:lnTo>
                        <a:pt x="182" y="296"/>
                      </a:lnTo>
                      <a:lnTo>
                        <a:pt x="184" y="294"/>
                      </a:lnTo>
                      <a:lnTo>
                        <a:pt x="186" y="292"/>
                      </a:lnTo>
                      <a:lnTo>
                        <a:pt x="186" y="290"/>
                      </a:lnTo>
                      <a:lnTo>
                        <a:pt x="186" y="290"/>
                      </a:lnTo>
                      <a:lnTo>
                        <a:pt x="190" y="288"/>
                      </a:lnTo>
                      <a:lnTo>
                        <a:pt x="190" y="288"/>
                      </a:lnTo>
                      <a:lnTo>
                        <a:pt x="190" y="284"/>
                      </a:lnTo>
                      <a:lnTo>
                        <a:pt x="190" y="284"/>
                      </a:lnTo>
                      <a:lnTo>
                        <a:pt x="182" y="284"/>
                      </a:lnTo>
                      <a:lnTo>
                        <a:pt x="182" y="284"/>
                      </a:lnTo>
                      <a:lnTo>
                        <a:pt x="182" y="280"/>
                      </a:lnTo>
                      <a:lnTo>
                        <a:pt x="182" y="276"/>
                      </a:lnTo>
                      <a:lnTo>
                        <a:pt x="182" y="276"/>
                      </a:lnTo>
                      <a:lnTo>
                        <a:pt x="186" y="272"/>
                      </a:lnTo>
                      <a:lnTo>
                        <a:pt x="186" y="272"/>
                      </a:lnTo>
                      <a:lnTo>
                        <a:pt x="186" y="268"/>
                      </a:lnTo>
                      <a:lnTo>
                        <a:pt x="186" y="268"/>
                      </a:lnTo>
                      <a:lnTo>
                        <a:pt x="194" y="268"/>
                      </a:lnTo>
                      <a:lnTo>
                        <a:pt x="194" y="268"/>
                      </a:lnTo>
                      <a:lnTo>
                        <a:pt x="196" y="264"/>
                      </a:lnTo>
                      <a:lnTo>
                        <a:pt x="196" y="264"/>
                      </a:lnTo>
                      <a:lnTo>
                        <a:pt x="200" y="262"/>
                      </a:lnTo>
                      <a:lnTo>
                        <a:pt x="200" y="262"/>
                      </a:lnTo>
                      <a:lnTo>
                        <a:pt x="198" y="258"/>
                      </a:lnTo>
                      <a:lnTo>
                        <a:pt x="198" y="258"/>
                      </a:lnTo>
                      <a:lnTo>
                        <a:pt x="202" y="260"/>
                      </a:lnTo>
                      <a:lnTo>
                        <a:pt x="202" y="260"/>
                      </a:lnTo>
                      <a:lnTo>
                        <a:pt x="204" y="258"/>
                      </a:lnTo>
                      <a:lnTo>
                        <a:pt x="206" y="258"/>
                      </a:lnTo>
                      <a:lnTo>
                        <a:pt x="206" y="258"/>
                      </a:lnTo>
                      <a:lnTo>
                        <a:pt x="208" y="252"/>
                      </a:lnTo>
                      <a:lnTo>
                        <a:pt x="208" y="248"/>
                      </a:lnTo>
                      <a:lnTo>
                        <a:pt x="212" y="246"/>
                      </a:lnTo>
                      <a:lnTo>
                        <a:pt x="212" y="246"/>
                      </a:lnTo>
                      <a:lnTo>
                        <a:pt x="214" y="246"/>
                      </a:lnTo>
                      <a:lnTo>
                        <a:pt x="216" y="246"/>
                      </a:lnTo>
                      <a:lnTo>
                        <a:pt x="216" y="246"/>
                      </a:lnTo>
                      <a:lnTo>
                        <a:pt x="218" y="240"/>
                      </a:lnTo>
                      <a:lnTo>
                        <a:pt x="218" y="240"/>
                      </a:lnTo>
                      <a:lnTo>
                        <a:pt x="220" y="238"/>
                      </a:lnTo>
                      <a:lnTo>
                        <a:pt x="224" y="238"/>
                      </a:lnTo>
                      <a:lnTo>
                        <a:pt x="224" y="238"/>
                      </a:lnTo>
                      <a:lnTo>
                        <a:pt x="232" y="230"/>
                      </a:lnTo>
                      <a:lnTo>
                        <a:pt x="232" y="230"/>
                      </a:lnTo>
                      <a:lnTo>
                        <a:pt x="234" y="234"/>
                      </a:lnTo>
                      <a:lnTo>
                        <a:pt x="234" y="234"/>
                      </a:lnTo>
                      <a:lnTo>
                        <a:pt x="242" y="232"/>
                      </a:lnTo>
                      <a:lnTo>
                        <a:pt x="242" y="232"/>
                      </a:lnTo>
                      <a:lnTo>
                        <a:pt x="244" y="230"/>
                      </a:lnTo>
                      <a:lnTo>
                        <a:pt x="244" y="230"/>
                      </a:lnTo>
                      <a:lnTo>
                        <a:pt x="246" y="230"/>
                      </a:lnTo>
                      <a:lnTo>
                        <a:pt x="244" y="234"/>
                      </a:lnTo>
                      <a:lnTo>
                        <a:pt x="244" y="234"/>
                      </a:lnTo>
                      <a:lnTo>
                        <a:pt x="242" y="234"/>
                      </a:lnTo>
                      <a:lnTo>
                        <a:pt x="242" y="236"/>
                      </a:lnTo>
                      <a:lnTo>
                        <a:pt x="242" y="236"/>
                      </a:lnTo>
                      <a:lnTo>
                        <a:pt x="242" y="236"/>
                      </a:lnTo>
                      <a:lnTo>
                        <a:pt x="246" y="240"/>
                      </a:lnTo>
                      <a:lnTo>
                        <a:pt x="246" y="240"/>
                      </a:lnTo>
                      <a:lnTo>
                        <a:pt x="246" y="242"/>
                      </a:lnTo>
                      <a:lnTo>
                        <a:pt x="244" y="242"/>
                      </a:lnTo>
                      <a:lnTo>
                        <a:pt x="240" y="242"/>
                      </a:lnTo>
                      <a:lnTo>
                        <a:pt x="232" y="240"/>
                      </a:lnTo>
                      <a:lnTo>
                        <a:pt x="232" y="240"/>
                      </a:lnTo>
                      <a:lnTo>
                        <a:pt x="230" y="242"/>
                      </a:lnTo>
                      <a:lnTo>
                        <a:pt x="230" y="242"/>
                      </a:lnTo>
                      <a:lnTo>
                        <a:pt x="220" y="246"/>
                      </a:lnTo>
                      <a:lnTo>
                        <a:pt x="220" y="246"/>
                      </a:lnTo>
                      <a:lnTo>
                        <a:pt x="222" y="262"/>
                      </a:lnTo>
                      <a:lnTo>
                        <a:pt x="222" y="262"/>
                      </a:lnTo>
                      <a:lnTo>
                        <a:pt x="216" y="266"/>
                      </a:lnTo>
                      <a:lnTo>
                        <a:pt x="216" y="266"/>
                      </a:lnTo>
                      <a:lnTo>
                        <a:pt x="218" y="270"/>
                      </a:lnTo>
                      <a:lnTo>
                        <a:pt x="218" y="272"/>
                      </a:lnTo>
                      <a:lnTo>
                        <a:pt x="218" y="272"/>
                      </a:lnTo>
                      <a:lnTo>
                        <a:pt x="220" y="272"/>
                      </a:lnTo>
                      <a:lnTo>
                        <a:pt x="222" y="272"/>
                      </a:lnTo>
                      <a:lnTo>
                        <a:pt x="222" y="272"/>
                      </a:lnTo>
                      <a:lnTo>
                        <a:pt x="224" y="272"/>
                      </a:lnTo>
                      <a:lnTo>
                        <a:pt x="224" y="272"/>
                      </a:lnTo>
                      <a:lnTo>
                        <a:pt x="222" y="276"/>
                      </a:lnTo>
                      <a:lnTo>
                        <a:pt x="222" y="276"/>
                      </a:lnTo>
                      <a:lnTo>
                        <a:pt x="216" y="276"/>
                      </a:lnTo>
                      <a:lnTo>
                        <a:pt x="216" y="276"/>
                      </a:lnTo>
                      <a:lnTo>
                        <a:pt x="214" y="282"/>
                      </a:lnTo>
                      <a:lnTo>
                        <a:pt x="214" y="282"/>
                      </a:lnTo>
                      <a:lnTo>
                        <a:pt x="218" y="282"/>
                      </a:lnTo>
                      <a:lnTo>
                        <a:pt x="222" y="282"/>
                      </a:lnTo>
                      <a:lnTo>
                        <a:pt x="222" y="282"/>
                      </a:lnTo>
                      <a:lnTo>
                        <a:pt x="224" y="280"/>
                      </a:lnTo>
                      <a:lnTo>
                        <a:pt x="224" y="280"/>
                      </a:lnTo>
                      <a:lnTo>
                        <a:pt x="228" y="280"/>
                      </a:lnTo>
                      <a:lnTo>
                        <a:pt x="230" y="280"/>
                      </a:lnTo>
                      <a:lnTo>
                        <a:pt x="230" y="278"/>
                      </a:lnTo>
                      <a:lnTo>
                        <a:pt x="230" y="278"/>
                      </a:lnTo>
                      <a:lnTo>
                        <a:pt x="232" y="278"/>
                      </a:lnTo>
                      <a:lnTo>
                        <a:pt x="236" y="276"/>
                      </a:lnTo>
                      <a:lnTo>
                        <a:pt x="236" y="276"/>
                      </a:lnTo>
                      <a:lnTo>
                        <a:pt x="236" y="272"/>
                      </a:lnTo>
                      <a:lnTo>
                        <a:pt x="236" y="272"/>
                      </a:lnTo>
                      <a:lnTo>
                        <a:pt x="240" y="272"/>
                      </a:lnTo>
                      <a:lnTo>
                        <a:pt x="244" y="270"/>
                      </a:lnTo>
                      <a:lnTo>
                        <a:pt x="244" y="270"/>
                      </a:lnTo>
                      <a:lnTo>
                        <a:pt x="242" y="268"/>
                      </a:lnTo>
                      <a:lnTo>
                        <a:pt x="244" y="266"/>
                      </a:lnTo>
                      <a:lnTo>
                        <a:pt x="244" y="266"/>
                      </a:lnTo>
                      <a:lnTo>
                        <a:pt x="246" y="266"/>
                      </a:lnTo>
                      <a:lnTo>
                        <a:pt x="248" y="268"/>
                      </a:lnTo>
                      <a:lnTo>
                        <a:pt x="248" y="268"/>
                      </a:lnTo>
                      <a:lnTo>
                        <a:pt x="248" y="264"/>
                      </a:lnTo>
                      <a:lnTo>
                        <a:pt x="248" y="264"/>
                      </a:lnTo>
                      <a:lnTo>
                        <a:pt x="250" y="260"/>
                      </a:lnTo>
                      <a:lnTo>
                        <a:pt x="250" y="260"/>
                      </a:lnTo>
                      <a:lnTo>
                        <a:pt x="252" y="262"/>
                      </a:lnTo>
                      <a:lnTo>
                        <a:pt x="252" y="264"/>
                      </a:lnTo>
                      <a:lnTo>
                        <a:pt x="252" y="264"/>
                      </a:lnTo>
                      <a:lnTo>
                        <a:pt x="254" y="262"/>
                      </a:lnTo>
                      <a:lnTo>
                        <a:pt x="254" y="262"/>
                      </a:lnTo>
                      <a:lnTo>
                        <a:pt x="266" y="264"/>
                      </a:lnTo>
                      <a:lnTo>
                        <a:pt x="266" y="264"/>
                      </a:lnTo>
                      <a:lnTo>
                        <a:pt x="266" y="258"/>
                      </a:lnTo>
                      <a:lnTo>
                        <a:pt x="266" y="258"/>
                      </a:lnTo>
                      <a:lnTo>
                        <a:pt x="270" y="258"/>
                      </a:lnTo>
                      <a:lnTo>
                        <a:pt x="270" y="258"/>
                      </a:lnTo>
                      <a:lnTo>
                        <a:pt x="270" y="254"/>
                      </a:lnTo>
                      <a:lnTo>
                        <a:pt x="270" y="248"/>
                      </a:lnTo>
                      <a:lnTo>
                        <a:pt x="270" y="248"/>
                      </a:lnTo>
                      <a:lnTo>
                        <a:pt x="268" y="250"/>
                      </a:lnTo>
                      <a:lnTo>
                        <a:pt x="266" y="250"/>
                      </a:lnTo>
                      <a:lnTo>
                        <a:pt x="266" y="248"/>
                      </a:lnTo>
                      <a:lnTo>
                        <a:pt x="266" y="248"/>
                      </a:lnTo>
                      <a:lnTo>
                        <a:pt x="264" y="248"/>
                      </a:lnTo>
                      <a:lnTo>
                        <a:pt x="264" y="248"/>
                      </a:lnTo>
                      <a:lnTo>
                        <a:pt x="262" y="238"/>
                      </a:lnTo>
                      <a:lnTo>
                        <a:pt x="262" y="238"/>
                      </a:lnTo>
                      <a:lnTo>
                        <a:pt x="270" y="240"/>
                      </a:lnTo>
                      <a:lnTo>
                        <a:pt x="276" y="242"/>
                      </a:lnTo>
                      <a:lnTo>
                        <a:pt x="276" y="242"/>
                      </a:lnTo>
                      <a:lnTo>
                        <a:pt x="276" y="238"/>
                      </a:lnTo>
                      <a:lnTo>
                        <a:pt x="276" y="238"/>
                      </a:lnTo>
                      <a:lnTo>
                        <a:pt x="278" y="240"/>
                      </a:lnTo>
                      <a:lnTo>
                        <a:pt x="278" y="240"/>
                      </a:lnTo>
                      <a:lnTo>
                        <a:pt x="278" y="240"/>
                      </a:lnTo>
                      <a:lnTo>
                        <a:pt x="284" y="240"/>
                      </a:lnTo>
                      <a:lnTo>
                        <a:pt x="284" y="240"/>
                      </a:lnTo>
                      <a:lnTo>
                        <a:pt x="286" y="236"/>
                      </a:lnTo>
                      <a:lnTo>
                        <a:pt x="286" y="236"/>
                      </a:lnTo>
                      <a:lnTo>
                        <a:pt x="286" y="240"/>
                      </a:lnTo>
                      <a:lnTo>
                        <a:pt x="286" y="240"/>
                      </a:lnTo>
                      <a:lnTo>
                        <a:pt x="286" y="240"/>
                      </a:lnTo>
                      <a:lnTo>
                        <a:pt x="286" y="242"/>
                      </a:lnTo>
                      <a:lnTo>
                        <a:pt x="286" y="242"/>
                      </a:lnTo>
                      <a:lnTo>
                        <a:pt x="290" y="244"/>
                      </a:lnTo>
                      <a:lnTo>
                        <a:pt x="290" y="244"/>
                      </a:lnTo>
                      <a:lnTo>
                        <a:pt x="286" y="246"/>
                      </a:lnTo>
                      <a:lnTo>
                        <a:pt x="286" y="246"/>
                      </a:lnTo>
                      <a:lnTo>
                        <a:pt x="292" y="246"/>
                      </a:lnTo>
                      <a:lnTo>
                        <a:pt x="292" y="248"/>
                      </a:lnTo>
                      <a:lnTo>
                        <a:pt x="292" y="248"/>
                      </a:lnTo>
                      <a:lnTo>
                        <a:pt x="298" y="248"/>
                      </a:lnTo>
                      <a:lnTo>
                        <a:pt x="298" y="248"/>
                      </a:lnTo>
                      <a:lnTo>
                        <a:pt x="296" y="252"/>
                      </a:lnTo>
                      <a:lnTo>
                        <a:pt x="296" y="252"/>
                      </a:lnTo>
                      <a:lnTo>
                        <a:pt x="296" y="252"/>
                      </a:lnTo>
                      <a:lnTo>
                        <a:pt x="296" y="256"/>
                      </a:lnTo>
                      <a:lnTo>
                        <a:pt x="296" y="256"/>
                      </a:lnTo>
                      <a:lnTo>
                        <a:pt x="302" y="254"/>
                      </a:lnTo>
                      <a:lnTo>
                        <a:pt x="302" y="254"/>
                      </a:lnTo>
                      <a:lnTo>
                        <a:pt x="306" y="252"/>
                      </a:lnTo>
                      <a:lnTo>
                        <a:pt x="306" y="252"/>
                      </a:lnTo>
                      <a:lnTo>
                        <a:pt x="306" y="258"/>
                      </a:lnTo>
                      <a:lnTo>
                        <a:pt x="306" y="258"/>
                      </a:lnTo>
                      <a:lnTo>
                        <a:pt x="310" y="260"/>
                      </a:lnTo>
                      <a:lnTo>
                        <a:pt x="310" y="260"/>
                      </a:lnTo>
                      <a:lnTo>
                        <a:pt x="314" y="260"/>
                      </a:lnTo>
                      <a:lnTo>
                        <a:pt x="314" y="260"/>
                      </a:lnTo>
                      <a:lnTo>
                        <a:pt x="318" y="264"/>
                      </a:lnTo>
                      <a:lnTo>
                        <a:pt x="318" y="264"/>
                      </a:lnTo>
                      <a:lnTo>
                        <a:pt x="332" y="268"/>
                      </a:lnTo>
                      <a:lnTo>
                        <a:pt x="332" y="268"/>
                      </a:lnTo>
                      <a:lnTo>
                        <a:pt x="336" y="266"/>
                      </a:lnTo>
                      <a:lnTo>
                        <a:pt x="340" y="264"/>
                      </a:lnTo>
                      <a:lnTo>
                        <a:pt x="342" y="264"/>
                      </a:lnTo>
                      <a:lnTo>
                        <a:pt x="342" y="264"/>
                      </a:lnTo>
                      <a:lnTo>
                        <a:pt x="346" y="266"/>
                      </a:lnTo>
                      <a:lnTo>
                        <a:pt x="350" y="268"/>
                      </a:lnTo>
                      <a:lnTo>
                        <a:pt x="350" y="268"/>
                      </a:lnTo>
                      <a:lnTo>
                        <a:pt x="352" y="266"/>
                      </a:lnTo>
                      <a:lnTo>
                        <a:pt x="354" y="266"/>
                      </a:lnTo>
                      <a:lnTo>
                        <a:pt x="354" y="266"/>
                      </a:lnTo>
                      <a:lnTo>
                        <a:pt x="356" y="270"/>
                      </a:lnTo>
                      <a:lnTo>
                        <a:pt x="356" y="270"/>
                      </a:lnTo>
                      <a:lnTo>
                        <a:pt x="366" y="272"/>
                      </a:lnTo>
                      <a:lnTo>
                        <a:pt x="372" y="272"/>
                      </a:lnTo>
                      <a:lnTo>
                        <a:pt x="378" y="272"/>
                      </a:lnTo>
                      <a:lnTo>
                        <a:pt x="378" y="272"/>
                      </a:lnTo>
                      <a:lnTo>
                        <a:pt x="382" y="268"/>
                      </a:lnTo>
                      <a:lnTo>
                        <a:pt x="382" y="268"/>
                      </a:lnTo>
                      <a:lnTo>
                        <a:pt x="382" y="276"/>
                      </a:lnTo>
                      <a:lnTo>
                        <a:pt x="382" y="276"/>
                      </a:lnTo>
                      <a:lnTo>
                        <a:pt x="378" y="278"/>
                      </a:lnTo>
                      <a:lnTo>
                        <a:pt x="378" y="278"/>
                      </a:lnTo>
                      <a:lnTo>
                        <a:pt x="382" y="280"/>
                      </a:lnTo>
                      <a:lnTo>
                        <a:pt x="382" y="280"/>
                      </a:lnTo>
                      <a:lnTo>
                        <a:pt x="386" y="280"/>
                      </a:lnTo>
                      <a:lnTo>
                        <a:pt x="386" y="280"/>
                      </a:lnTo>
                      <a:lnTo>
                        <a:pt x="388" y="284"/>
                      </a:lnTo>
                      <a:lnTo>
                        <a:pt x="388" y="284"/>
                      </a:lnTo>
                      <a:lnTo>
                        <a:pt x="392" y="284"/>
                      </a:lnTo>
                      <a:lnTo>
                        <a:pt x="392" y="284"/>
                      </a:lnTo>
                      <a:lnTo>
                        <a:pt x="394" y="284"/>
                      </a:lnTo>
                      <a:lnTo>
                        <a:pt x="394" y="284"/>
                      </a:lnTo>
                      <a:lnTo>
                        <a:pt x="394" y="284"/>
                      </a:lnTo>
                      <a:lnTo>
                        <a:pt x="394" y="282"/>
                      </a:lnTo>
                      <a:lnTo>
                        <a:pt x="394" y="282"/>
                      </a:lnTo>
                      <a:lnTo>
                        <a:pt x="394" y="280"/>
                      </a:lnTo>
                      <a:lnTo>
                        <a:pt x="394" y="280"/>
                      </a:lnTo>
                      <a:lnTo>
                        <a:pt x="400" y="280"/>
                      </a:lnTo>
                      <a:lnTo>
                        <a:pt x="400" y="280"/>
                      </a:lnTo>
                      <a:lnTo>
                        <a:pt x="396" y="288"/>
                      </a:lnTo>
                      <a:lnTo>
                        <a:pt x="396" y="288"/>
                      </a:lnTo>
                      <a:lnTo>
                        <a:pt x="408" y="302"/>
                      </a:lnTo>
                      <a:lnTo>
                        <a:pt x="408" y="302"/>
                      </a:lnTo>
                      <a:lnTo>
                        <a:pt x="414" y="302"/>
                      </a:lnTo>
                      <a:lnTo>
                        <a:pt x="416" y="302"/>
                      </a:lnTo>
                      <a:lnTo>
                        <a:pt x="416" y="302"/>
                      </a:lnTo>
                      <a:lnTo>
                        <a:pt x="416" y="306"/>
                      </a:lnTo>
                      <a:lnTo>
                        <a:pt x="416" y="306"/>
                      </a:lnTo>
                      <a:lnTo>
                        <a:pt x="420" y="306"/>
                      </a:lnTo>
                      <a:lnTo>
                        <a:pt x="424" y="312"/>
                      </a:lnTo>
                      <a:lnTo>
                        <a:pt x="424" y="312"/>
                      </a:lnTo>
                      <a:lnTo>
                        <a:pt x="424" y="316"/>
                      </a:lnTo>
                      <a:lnTo>
                        <a:pt x="424" y="318"/>
                      </a:lnTo>
                      <a:lnTo>
                        <a:pt x="424" y="318"/>
                      </a:lnTo>
                      <a:lnTo>
                        <a:pt x="428" y="320"/>
                      </a:lnTo>
                      <a:lnTo>
                        <a:pt x="430" y="320"/>
                      </a:lnTo>
                      <a:lnTo>
                        <a:pt x="430" y="320"/>
                      </a:lnTo>
                      <a:lnTo>
                        <a:pt x="434" y="326"/>
                      </a:lnTo>
                      <a:lnTo>
                        <a:pt x="434" y="326"/>
                      </a:lnTo>
                      <a:lnTo>
                        <a:pt x="436" y="326"/>
                      </a:lnTo>
                      <a:lnTo>
                        <a:pt x="436" y="326"/>
                      </a:lnTo>
                      <a:lnTo>
                        <a:pt x="436" y="320"/>
                      </a:lnTo>
                      <a:lnTo>
                        <a:pt x="436" y="320"/>
                      </a:lnTo>
                      <a:lnTo>
                        <a:pt x="442" y="326"/>
                      </a:lnTo>
                      <a:lnTo>
                        <a:pt x="442" y="326"/>
                      </a:lnTo>
                      <a:lnTo>
                        <a:pt x="446" y="326"/>
                      </a:lnTo>
                      <a:lnTo>
                        <a:pt x="446" y="326"/>
                      </a:lnTo>
                      <a:lnTo>
                        <a:pt x="446" y="318"/>
                      </a:lnTo>
                      <a:lnTo>
                        <a:pt x="446" y="318"/>
                      </a:lnTo>
                      <a:lnTo>
                        <a:pt x="442" y="318"/>
                      </a:lnTo>
                      <a:lnTo>
                        <a:pt x="442" y="318"/>
                      </a:lnTo>
                      <a:lnTo>
                        <a:pt x="444" y="316"/>
                      </a:lnTo>
                      <a:lnTo>
                        <a:pt x="444" y="314"/>
                      </a:lnTo>
                      <a:lnTo>
                        <a:pt x="440" y="312"/>
                      </a:lnTo>
                      <a:lnTo>
                        <a:pt x="424" y="310"/>
                      </a:lnTo>
                      <a:lnTo>
                        <a:pt x="424" y="310"/>
                      </a:lnTo>
                      <a:lnTo>
                        <a:pt x="424" y="306"/>
                      </a:lnTo>
                      <a:lnTo>
                        <a:pt x="424" y="306"/>
                      </a:lnTo>
                      <a:lnTo>
                        <a:pt x="426" y="308"/>
                      </a:lnTo>
                      <a:lnTo>
                        <a:pt x="426" y="308"/>
                      </a:lnTo>
                      <a:lnTo>
                        <a:pt x="432" y="306"/>
                      </a:lnTo>
                      <a:lnTo>
                        <a:pt x="438" y="302"/>
                      </a:lnTo>
                      <a:lnTo>
                        <a:pt x="438" y="302"/>
                      </a:lnTo>
                      <a:lnTo>
                        <a:pt x="440" y="306"/>
                      </a:lnTo>
                      <a:lnTo>
                        <a:pt x="442" y="306"/>
                      </a:lnTo>
                      <a:lnTo>
                        <a:pt x="442" y="306"/>
                      </a:lnTo>
                      <a:lnTo>
                        <a:pt x="440" y="300"/>
                      </a:lnTo>
                      <a:lnTo>
                        <a:pt x="442" y="292"/>
                      </a:lnTo>
                      <a:lnTo>
                        <a:pt x="442" y="292"/>
                      </a:lnTo>
                      <a:lnTo>
                        <a:pt x="444" y="294"/>
                      </a:lnTo>
                      <a:lnTo>
                        <a:pt x="444" y="294"/>
                      </a:lnTo>
                      <a:lnTo>
                        <a:pt x="444" y="300"/>
                      </a:lnTo>
                      <a:lnTo>
                        <a:pt x="446" y="304"/>
                      </a:lnTo>
                      <a:lnTo>
                        <a:pt x="450" y="306"/>
                      </a:lnTo>
                      <a:lnTo>
                        <a:pt x="450" y="306"/>
                      </a:lnTo>
                      <a:lnTo>
                        <a:pt x="454" y="304"/>
                      </a:lnTo>
                      <a:lnTo>
                        <a:pt x="454" y="304"/>
                      </a:lnTo>
                      <a:lnTo>
                        <a:pt x="456" y="310"/>
                      </a:lnTo>
                      <a:lnTo>
                        <a:pt x="456" y="310"/>
                      </a:lnTo>
                      <a:lnTo>
                        <a:pt x="458" y="310"/>
                      </a:lnTo>
                      <a:lnTo>
                        <a:pt x="460" y="310"/>
                      </a:lnTo>
                      <a:lnTo>
                        <a:pt x="460" y="310"/>
                      </a:lnTo>
                      <a:lnTo>
                        <a:pt x="460" y="312"/>
                      </a:lnTo>
                      <a:lnTo>
                        <a:pt x="460" y="316"/>
                      </a:lnTo>
                      <a:lnTo>
                        <a:pt x="464" y="320"/>
                      </a:lnTo>
                      <a:lnTo>
                        <a:pt x="464" y="320"/>
                      </a:lnTo>
                      <a:lnTo>
                        <a:pt x="464" y="324"/>
                      </a:lnTo>
                      <a:lnTo>
                        <a:pt x="466" y="332"/>
                      </a:lnTo>
                      <a:lnTo>
                        <a:pt x="466" y="332"/>
                      </a:lnTo>
                      <a:lnTo>
                        <a:pt x="472" y="334"/>
                      </a:lnTo>
                      <a:lnTo>
                        <a:pt x="472" y="334"/>
                      </a:lnTo>
                      <a:lnTo>
                        <a:pt x="472" y="336"/>
                      </a:lnTo>
                      <a:lnTo>
                        <a:pt x="472" y="340"/>
                      </a:lnTo>
                      <a:lnTo>
                        <a:pt x="472" y="340"/>
                      </a:lnTo>
                      <a:lnTo>
                        <a:pt x="472" y="340"/>
                      </a:lnTo>
                      <a:lnTo>
                        <a:pt x="474" y="342"/>
                      </a:lnTo>
                      <a:lnTo>
                        <a:pt x="474" y="342"/>
                      </a:lnTo>
                      <a:lnTo>
                        <a:pt x="476" y="342"/>
                      </a:lnTo>
                      <a:lnTo>
                        <a:pt x="476" y="342"/>
                      </a:lnTo>
                      <a:lnTo>
                        <a:pt x="482" y="348"/>
                      </a:lnTo>
                      <a:lnTo>
                        <a:pt x="482" y="348"/>
                      </a:lnTo>
                      <a:lnTo>
                        <a:pt x="480" y="348"/>
                      </a:lnTo>
                      <a:lnTo>
                        <a:pt x="480" y="350"/>
                      </a:lnTo>
                      <a:lnTo>
                        <a:pt x="480" y="350"/>
                      </a:lnTo>
                      <a:lnTo>
                        <a:pt x="482" y="352"/>
                      </a:lnTo>
                      <a:lnTo>
                        <a:pt x="482" y="352"/>
                      </a:lnTo>
                      <a:lnTo>
                        <a:pt x="482" y="350"/>
                      </a:lnTo>
                      <a:lnTo>
                        <a:pt x="484" y="348"/>
                      </a:lnTo>
                      <a:lnTo>
                        <a:pt x="484" y="348"/>
                      </a:lnTo>
                      <a:lnTo>
                        <a:pt x="486" y="350"/>
                      </a:lnTo>
                      <a:lnTo>
                        <a:pt x="486" y="350"/>
                      </a:lnTo>
                      <a:lnTo>
                        <a:pt x="484" y="364"/>
                      </a:lnTo>
                      <a:lnTo>
                        <a:pt x="484" y="364"/>
                      </a:lnTo>
                      <a:lnTo>
                        <a:pt x="486" y="364"/>
                      </a:lnTo>
                      <a:lnTo>
                        <a:pt x="488" y="364"/>
                      </a:lnTo>
                      <a:lnTo>
                        <a:pt x="488" y="364"/>
                      </a:lnTo>
                      <a:lnTo>
                        <a:pt x="488" y="358"/>
                      </a:lnTo>
                      <a:lnTo>
                        <a:pt x="488" y="358"/>
                      </a:lnTo>
                      <a:lnTo>
                        <a:pt x="494" y="356"/>
                      </a:lnTo>
                      <a:lnTo>
                        <a:pt x="494" y="356"/>
                      </a:lnTo>
                      <a:lnTo>
                        <a:pt x="494" y="360"/>
                      </a:lnTo>
                      <a:lnTo>
                        <a:pt x="494" y="360"/>
                      </a:lnTo>
                      <a:lnTo>
                        <a:pt x="492" y="360"/>
                      </a:lnTo>
                      <a:lnTo>
                        <a:pt x="492" y="360"/>
                      </a:lnTo>
                      <a:lnTo>
                        <a:pt x="490" y="366"/>
                      </a:lnTo>
                      <a:lnTo>
                        <a:pt x="490" y="366"/>
                      </a:lnTo>
                      <a:lnTo>
                        <a:pt x="492" y="372"/>
                      </a:lnTo>
                      <a:lnTo>
                        <a:pt x="492" y="372"/>
                      </a:lnTo>
                      <a:lnTo>
                        <a:pt x="498" y="372"/>
                      </a:lnTo>
                      <a:lnTo>
                        <a:pt x="498" y="364"/>
                      </a:lnTo>
                      <a:lnTo>
                        <a:pt x="498" y="364"/>
                      </a:lnTo>
                      <a:lnTo>
                        <a:pt x="500" y="366"/>
                      </a:lnTo>
                      <a:lnTo>
                        <a:pt x="500" y="366"/>
                      </a:lnTo>
                      <a:lnTo>
                        <a:pt x="502" y="372"/>
                      </a:lnTo>
                      <a:lnTo>
                        <a:pt x="502" y="372"/>
                      </a:lnTo>
                      <a:lnTo>
                        <a:pt x="502" y="374"/>
                      </a:lnTo>
                      <a:lnTo>
                        <a:pt x="502" y="376"/>
                      </a:lnTo>
                      <a:lnTo>
                        <a:pt x="502" y="376"/>
                      </a:lnTo>
                      <a:lnTo>
                        <a:pt x="498" y="376"/>
                      </a:lnTo>
                      <a:lnTo>
                        <a:pt x="496" y="376"/>
                      </a:lnTo>
                      <a:lnTo>
                        <a:pt x="496" y="376"/>
                      </a:lnTo>
                      <a:lnTo>
                        <a:pt x="496" y="376"/>
                      </a:lnTo>
                      <a:lnTo>
                        <a:pt x="498" y="378"/>
                      </a:lnTo>
                      <a:lnTo>
                        <a:pt x="498" y="378"/>
                      </a:lnTo>
                      <a:lnTo>
                        <a:pt x="498" y="378"/>
                      </a:lnTo>
                      <a:lnTo>
                        <a:pt x="498" y="380"/>
                      </a:lnTo>
                      <a:lnTo>
                        <a:pt x="500" y="380"/>
                      </a:lnTo>
                      <a:lnTo>
                        <a:pt x="502" y="380"/>
                      </a:lnTo>
                      <a:lnTo>
                        <a:pt x="502" y="380"/>
                      </a:lnTo>
                      <a:lnTo>
                        <a:pt x="498" y="382"/>
                      </a:lnTo>
                      <a:lnTo>
                        <a:pt x="500" y="384"/>
                      </a:lnTo>
                      <a:lnTo>
                        <a:pt x="500" y="384"/>
                      </a:lnTo>
                      <a:lnTo>
                        <a:pt x="502" y="384"/>
                      </a:lnTo>
                      <a:lnTo>
                        <a:pt x="506" y="386"/>
                      </a:lnTo>
                      <a:lnTo>
                        <a:pt x="506" y="386"/>
                      </a:lnTo>
                      <a:lnTo>
                        <a:pt x="508" y="382"/>
                      </a:lnTo>
                      <a:lnTo>
                        <a:pt x="510" y="378"/>
                      </a:lnTo>
                      <a:lnTo>
                        <a:pt x="510" y="378"/>
                      </a:lnTo>
                      <a:lnTo>
                        <a:pt x="512" y="378"/>
                      </a:lnTo>
                      <a:lnTo>
                        <a:pt x="512" y="378"/>
                      </a:lnTo>
                      <a:lnTo>
                        <a:pt x="512" y="376"/>
                      </a:lnTo>
                      <a:lnTo>
                        <a:pt x="512" y="376"/>
                      </a:lnTo>
                      <a:lnTo>
                        <a:pt x="514" y="372"/>
                      </a:lnTo>
                      <a:lnTo>
                        <a:pt x="514" y="372"/>
                      </a:lnTo>
                      <a:lnTo>
                        <a:pt x="516" y="370"/>
                      </a:lnTo>
                      <a:lnTo>
                        <a:pt x="514" y="366"/>
                      </a:lnTo>
                      <a:lnTo>
                        <a:pt x="514" y="366"/>
                      </a:lnTo>
                      <a:lnTo>
                        <a:pt x="514" y="364"/>
                      </a:lnTo>
                      <a:lnTo>
                        <a:pt x="516" y="362"/>
                      </a:lnTo>
                      <a:lnTo>
                        <a:pt x="518" y="360"/>
                      </a:lnTo>
                      <a:lnTo>
                        <a:pt x="516" y="360"/>
                      </a:lnTo>
                      <a:lnTo>
                        <a:pt x="516" y="3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751" name="Group 750">
              <a:extLst>
                <a:ext uri="{FF2B5EF4-FFF2-40B4-BE49-F238E27FC236}">
                  <a16:creationId xmlns:a16="http://schemas.microsoft.com/office/drawing/2014/main" id="{257217BF-311D-4042-8320-25996705502F}"/>
                </a:ext>
              </a:extLst>
            </p:cNvPr>
            <p:cNvGrpSpPr/>
            <p:nvPr/>
          </p:nvGrpSpPr>
          <p:grpSpPr>
            <a:xfrm>
              <a:off x="7651397" y="1936258"/>
              <a:ext cx="3177958" cy="2740060"/>
              <a:chOff x="7492057" y="2489409"/>
              <a:chExt cx="2638196" cy="2274673"/>
            </a:xfrm>
            <a:solidFill>
              <a:schemeClr val="bg2"/>
            </a:solidFill>
          </p:grpSpPr>
          <p:sp>
            <p:nvSpPr>
              <p:cNvPr id="752" name="Freeform 294">
                <a:extLst>
                  <a:ext uri="{FF2B5EF4-FFF2-40B4-BE49-F238E27FC236}">
                    <a16:creationId xmlns:a16="http://schemas.microsoft.com/office/drawing/2014/main" id="{BCDC980B-AA9E-514C-A92D-AE2F6E050262}"/>
                  </a:ext>
                </a:extLst>
              </p:cNvPr>
              <p:cNvSpPr>
                <a:spLocks/>
              </p:cNvSpPr>
              <p:nvPr/>
            </p:nvSpPr>
            <p:spPr bwMode="auto">
              <a:xfrm>
                <a:off x="8580386" y="3614732"/>
                <a:ext cx="187863" cy="492579"/>
              </a:xfrm>
              <a:custGeom>
                <a:avLst/>
                <a:gdLst>
                  <a:gd name="T0" fmla="*/ 66 w 96"/>
                  <a:gd name="T1" fmla="*/ 26 h 246"/>
                  <a:gd name="T2" fmla="*/ 52 w 96"/>
                  <a:gd name="T3" fmla="*/ 14 h 246"/>
                  <a:gd name="T4" fmla="*/ 44 w 96"/>
                  <a:gd name="T5" fmla="*/ 2 h 246"/>
                  <a:gd name="T6" fmla="*/ 22 w 96"/>
                  <a:gd name="T7" fmla="*/ 6 h 246"/>
                  <a:gd name="T8" fmla="*/ 0 w 96"/>
                  <a:gd name="T9" fmla="*/ 10 h 246"/>
                  <a:gd name="T10" fmla="*/ 8 w 96"/>
                  <a:gd name="T11" fmla="*/ 30 h 246"/>
                  <a:gd name="T12" fmla="*/ 20 w 96"/>
                  <a:gd name="T13" fmla="*/ 38 h 246"/>
                  <a:gd name="T14" fmla="*/ 36 w 96"/>
                  <a:gd name="T15" fmla="*/ 40 h 246"/>
                  <a:gd name="T16" fmla="*/ 26 w 96"/>
                  <a:gd name="T17" fmla="*/ 54 h 246"/>
                  <a:gd name="T18" fmla="*/ 30 w 96"/>
                  <a:gd name="T19" fmla="*/ 68 h 246"/>
                  <a:gd name="T20" fmla="*/ 42 w 96"/>
                  <a:gd name="T21" fmla="*/ 90 h 246"/>
                  <a:gd name="T22" fmla="*/ 54 w 96"/>
                  <a:gd name="T23" fmla="*/ 104 h 246"/>
                  <a:gd name="T24" fmla="*/ 64 w 96"/>
                  <a:gd name="T25" fmla="*/ 120 h 246"/>
                  <a:gd name="T26" fmla="*/ 66 w 96"/>
                  <a:gd name="T27" fmla="*/ 140 h 246"/>
                  <a:gd name="T28" fmla="*/ 70 w 96"/>
                  <a:gd name="T29" fmla="*/ 162 h 246"/>
                  <a:gd name="T30" fmla="*/ 68 w 96"/>
                  <a:gd name="T31" fmla="*/ 184 h 246"/>
                  <a:gd name="T32" fmla="*/ 56 w 96"/>
                  <a:gd name="T33" fmla="*/ 196 h 246"/>
                  <a:gd name="T34" fmla="*/ 46 w 96"/>
                  <a:gd name="T35" fmla="*/ 202 h 246"/>
                  <a:gd name="T36" fmla="*/ 32 w 96"/>
                  <a:gd name="T37" fmla="*/ 208 h 246"/>
                  <a:gd name="T38" fmla="*/ 28 w 96"/>
                  <a:gd name="T39" fmla="*/ 218 h 246"/>
                  <a:gd name="T40" fmla="*/ 30 w 96"/>
                  <a:gd name="T41" fmla="*/ 236 h 246"/>
                  <a:gd name="T42" fmla="*/ 34 w 96"/>
                  <a:gd name="T43" fmla="*/ 242 h 246"/>
                  <a:gd name="T44" fmla="*/ 32 w 96"/>
                  <a:gd name="T45" fmla="*/ 246 h 246"/>
                  <a:gd name="T46" fmla="*/ 36 w 96"/>
                  <a:gd name="T47" fmla="*/ 246 h 246"/>
                  <a:gd name="T48" fmla="*/ 40 w 96"/>
                  <a:gd name="T49" fmla="*/ 238 h 246"/>
                  <a:gd name="T50" fmla="*/ 44 w 96"/>
                  <a:gd name="T51" fmla="*/ 228 h 246"/>
                  <a:gd name="T52" fmla="*/ 42 w 96"/>
                  <a:gd name="T53" fmla="*/ 222 h 246"/>
                  <a:gd name="T54" fmla="*/ 48 w 96"/>
                  <a:gd name="T55" fmla="*/ 230 h 246"/>
                  <a:gd name="T56" fmla="*/ 52 w 96"/>
                  <a:gd name="T57" fmla="*/ 228 h 246"/>
                  <a:gd name="T58" fmla="*/ 54 w 96"/>
                  <a:gd name="T59" fmla="*/ 226 h 246"/>
                  <a:gd name="T60" fmla="*/ 46 w 96"/>
                  <a:gd name="T61" fmla="*/ 220 h 246"/>
                  <a:gd name="T62" fmla="*/ 42 w 96"/>
                  <a:gd name="T63" fmla="*/ 216 h 246"/>
                  <a:gd name="T64" fmla="*/ 58 w 96"/>
                  <a:gd name="T65" fmla="*/ 218 h 246"/>
                  <a:gd name="T66" fmla="*/ 62 w 96"/>
                  <a:gd name="T67" fmla="*/ 218 h 246"/>
                  <a:gd name="T68" fmla="*/ 62 w 96"/>
                  <a:gd name="T69" fmla="*/ 216 h 246"/>
                  <a:gd name="T70" fmla="*/ 66 w 96"/>
                  <a:gd name="T71" fmla="*/ 218 h 246"/>
                  <a:gd name="T72" fmla="*/ 72 w 96"/>
                  <a:gd name="T73" fmla="*/ 210 h 246"/>
                  <a:gd name="T74" fmla="*/ 76 w 96"/>
                  <a:gd name="T75" fmla="*/ 210 h 246"/>
                  <a:gd name="T76" fmla="*/ 90 w 96"/>
                  <a:gd name="T77" fmla="*/ 194 h 246"/>
                  <a:gd name="T78" fmla="*/ 94 w 96"/>
                  <a:gd name="T79" fmla="*/ 192 h 246"/>
                  <a:gd name="T80" fmla="*/ 92 w 96"/>
                  <a:gd name="T81" fmla="*/ 182 h 246"/>
                  <a:gd name="T82" fmla="*/ 96 w 96"/>
                  <a:gd name="T83" fmla="*/ 178 h 246"/>
                  <a:gd name="T84" fmla="*/ 94 w 96"/>
                  <a:gd name="T85" fmla="*/ 172 h 246"/>
                  <a:gd name="T86" fmla="*/ 90 w 96"/>
                  <a:gd name="T87" fmla="*/ 164 h 246"/>
                  <a:gd name="T88" fmla="*/ 88 w 96"/>
                  <a:gd name="T89" fmla="*/ 152 h 246"/>
                  <a:gd name="T90" fmla="*/ 88 w 96"/>
                  <a:gd name="T91" fmla="*/ 146 h 246"/>
                  <a:gd name="T92" fmla="*/ 86 w 96"/>
                  <a:gd name="T93" fmla="*/ 140 h 246"/>
                  <a:gd name="T94" fmla="*/ 76 w 96"/>
                  <a:gd name="T95" fmla="*/ 128 h 246"/>
                  <a:gd name="T96" fmla="*/ 76 w 96"/>
                  <a:gd name="T97" fmla="*/ 120 h 246"/>
                  <a:gd name="T98" fmla="*/ 68 w 96"/>
                  <a:gd name="T99" fmla="*/ 116 h 246"/>
                  <a:gd name="T100" fmla="*/ 64 w 96"/>
                  <a:gd name="T101" fmla="*/ 104 h 246"/>
                  <a:gd name="T102" fmla="*/ 54 w 96"/>
                  <a:gd name="T103" fmla="*/ 98 h 246"/>
                  <a:gd name="T104" fmla="*/ 50 w 96"/>
                  <a:gd name="T105" fmla="*/ 90 h 246"/>
                  <a:gd name="T106" fmla="*/ 40 w 96"/>
                  <a:gd name="T107" fmla="*/ 76 h 246"/>
                  <a:gd name="T108" fmla="*/ 42 w 96"/>
                  <a:gd name="T109" fmla="*/ 68 h 246"/>
                  <a:gd name="T110" fmla="*/ 42 w 96"/>
                  <a:gd name="T111" fmla="*/ 58 h 246"/>
                  <a:gd name="T112" fmla="*/ 60 w 96"/>
                  <a:gd name="T113" fmla="*/ 42 h 246"/>
                  <a:gd name="T114" fmla="*/ 60 w 96"/>
                  <a:gd name="T115" fmla="*/ 38 h 246"/>
                  <a:gd name="T116" fmla="*/ 66 w 96"/>
                  <a:gd name="T117" fmla="*/ 36 h 246"/>
                  <a:gd name="T118" fmla="*/ 76 w 96"/>
                  <a:gd name="T119" fmla="*/ 30 h 246"/>
                  <a:gd name="T120" fmla="*/ 76 w 96"/>
                  <a:gd name="T121" fmla="*/ 2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246">
                    <a:moveTo>
                      <a:pt x="76" y="28"/>
                    </a:moveTo>
                    <a:lnTo>
                      <a:pt x="70" y="26"/>
                    </a:lnTo>
                    <a:lnTo>
                      <a:pt x="66" y="26"/>
                    </a:lnTo>
                    <a:lnTo>
                      <a:pt x="60" y="24"/>
                    </a:lnTo>
                    <a:lnTo>
                      <a:pt x="56" y="20"/>
                    </a:lnTo>
                    <a:lnTo>
                      <a:pt x="52" y="14"/>
                    </a:lnTo>
                    <a:lnTo>
                      <a:pt x="54" y="6"/>
                    </a:lnTo>
                    <a:lnTo>
                      <a:pt x="48" y="4"/>
                    </a:lnTo>
                    <a:lnTo>
                      <a:pt x="44" y="2"/>
                    </a:lnTo>
                    <a:lnTo>
                      <a:pt x="38" y="0"/>
                    </a:lnTo>
                    <a:lnTo>
                      <a:pt x="32" y="6"/>
                    </a:lnTo>
                    <a:lnTo>
                      <a:pt x="22" y="6"/>
                    </a:lnTo>
                    <a:lnTo>
                      <a:pt x="14" y="8"/>
                    </a:lnTo>
                    <a:lnTo>
                      <a:pt x="6" y="6"/>
                    </a:lnTo>
                    <a:lnTo>
                      <a:pt x="0" y="10"/>
                    </a:lnTo>
                    <a:lnTo>
                      <a:pt x="4" y="20"/>
                    </a:lnTo>
                    <a:lnTo>
                      <a:pt x="4" y="24"/>
                    </a:lnTo>
                    <a:lnTo>
                      <a:pt x="8" y="30"/>
                    </a:lnTo>
                    <a:lnTo>
                      <a:pt x="14" y="32"/>
                    </a:lnTo>
                    <a:lnTo>
                      <a:pt x="14" y="36"/>
                    </a:lnTo>
                    <a:lnTo>
                      <a:pt x="20" y="38"/>
                    </a:lnTo>
                    <a:lnTo>
                      <a:pt x="24" y="34"/>
                    </a:lnTo>
                    <a:lnTo>
                      <a:pt x="30" y="36"/>
                    </a:lnTo>
                    <a:lnTo>
                      <a:pt x="36" y="40"/>
                    </a:lnTo>
                    <a:lnTo>
                      <a:pt x="36" y="48"/>
                    </a:lnTo>
                    <a:lnTo>
                      <a:pt x="32" y="50"/>
                    </a:lnTo>
                    <a:lnTo>
                      <a:pt x="26" y="54"/>
                    </a:lnTo>
                    <a:lnTo>
                      <a:pt x="22" y="56"/>
                    </a:lnTo>
                    <a:lnTo>
                      <a:pt x="22" y="64"/>
                    </a:lnTo>
                    <a:lnTo>
                      <a:pt x="30" y="68"/>
                    </a:lnTo>
                    <a:lnTo>
                      <a:pt x="32" y="78"/>
                    </a:lnTo>
                    <a:lnTo>
                      <a:pt x="38" y="86"/>
                    </a:lnTo>
                    <a:lnTo>
                      <a:pt x="42" y="90"/>
                    </a:lnTo>
                    <a:lnTo>
                      <a:pt x="44" y="96"/>
                    </a:lnTo>
                    <a:lnTo>
                      <a:pt x="48" y="100"/>
                    </a:lnTo>
                    <a:lnTo>
                      <a:pt x="54" y="104"/>
                    </a:lnTo>
                    <a:lnTo>
                      <a:pt x="56" y="110"/>
                    </a:lnTo>
                    <a:lnTo>
                      <a:pt x="60" y="118"/>
                    </a:lnTo>
                    <a:lnTo>
                      <a:pt x="64" y="120"/>
                    </a:lnTo>
                    <a:lnTo>
                      <a:pt x="66" y="126"/>
                    </a:lnTo>
                    <a:lnTo>
                      <a:pt x="66" y="136"/>
                    </a:lnTo>
                    <a:lnTo>
                      <a:pt x="66" y="140"/>
                    </a:lnTo>
                    <a:lnTo>
                      <a:pt x="66" y="148"/>
                    </a:lnTo>
                    <a:lnTo>
                      <a:pt x="68" y="154"/>
                    </a:lnTo>
                    <a:lnTo>
                      <a:pt x="70" y="162"/>
                    </a:lnTo>
                    <a:lnTo>
                      <a:pt x="70" y="170"/>
                    </a:lnTo>
                    <a:lnTo>
                      <a:pt x="68" y="176"/>
                    </a:lnTo>
                    <a:lnTo>
                      <a:pt x="68" y="184"/>
                    </a:lnTo>
                    <a:lnTo>
                      <a:pt x="66" y="190"/>
                    </a:lnTo>
                    <a:lnTo>
                      <a:pt x="62" y="194"/>
                    </a:lnTo>
                    <a:lnTo>
                      <a:pt x="56" y="196"/>
                    </a:lnTo>
                    <a:lnTo>
                      <a:pt x="54" y="198"/>
                    </a:lnTo>
                    <a:lnTo>
                      <a:pt x="52" y="204"/>
                    </a:lnTo>
                    <a:lnTo>
                      <a:pt x="46" y="202"/>
                    </a:lnTo>
                    <a:lnTo>
                      <a:pt x="38" y="202"/>
                    </a:lnTo>
                    <a:lnTo>
                      <a:pt x="36" y="206"/>
                    </a:lnTo>
                    <a:lnTo>
                      <a:pt x="32" y="208"/>
                    </a:lnTo>
                    <a:lnTo>
                      <a:pt x="26" y="216"/>
                    </a:lnTo>
                    <a:lnTo>
                      <a:pt x="26" y="216"/>
                    </a:lnTo>
                    <a:lnTo>
                      <a:pt x="28" y="218"/>
                    </a:lnTo>
                    <a:lnTo>
                      <a:pt x="30" y="222"/>
                    </a:lnTo>
                    <a:lnTo>
                      <a:pt x="30" y="222"/>
                    </a:lnTo>
                    <a:lnTo>
                      <a:pt x="30" y="236"/>
                    </a:lnTo>
                    <a:lnTo>
                      <a:pt x="30" y="236"/>
                    </a:lnTo>
                    <a:lnTo>
                      <a:pt x="30" y="240"/>
                    </a:lnTo>
                    <a:lnTo>
                      <a:pt x="34" y="242"/>
                    </a:lnTo>
                    <a:lnTo>
                      <a:pt x="34" y="242"/>
                    </a:lnTo>
                    <a:lnTo>
                      <a:pt x="32" y="246"/>
                    </a:lnTo>
                    <a:lnTo>
                      <a:pt x="32" y="246"/>
                    </a:lnTo>
                    <a:lnTo>
                      <a:pt x="34" y="246"/>
                    </a:lnTo>
                    <a:lnTo>
                      <a:pt x="34" y="246"/>
                    </a:lnTo>
                    <a:lnTo>
                      <a:pt x="36" y="246"/>
                    </a:lnTo>
                    <a:lnTo>
                      <a:pt x="38" y="242"/>
                    </a:lnTo>
                    <a:lnTo>
                      <a:pt x="40" y="238"/>
                    </a:lnTo>
                    <a:lnTo>
                      <a:pt x="40" y="238"/>
                    </a:lnTo>
                    <a:lnTo>
                      <a:pt x="46" y="238"/>
                    </a:lnTo>
                    <a:lnTo>
                      <a:pt x="46" y="238"/>
                    </a:lnTo>
                    <a:lnTo>
                      <a:pt x="44" y="228"/>
                    </a:lnTo>
                    <a:lnTo>
                      <a:pt x="44" y="228"/>
                    </a:lnTo>
                    <a:lnTo>
                      <a:pt x="42" y="224"/>
                    </a:lnTo>
                    <a:lnTo>
                      <a:pt x="42" y="222"/>
                    </a:lnTo>
                    <a:lnTo>
                      <a:pt x="42" y="222"/>
                    </a:lnTo>
                    <a:lnTo>
                      <a:pt x="42" y="222"/>
                    </a:lnTo>
                    <a:lnTo>
                      <a:pt x="48" y="230"/>
                    </a:lnTo>
                    <a:lnTo>
                      <a:pt x="48" y="230"/>
                    </a:lnTo>
                    <a:lnTo>
                      <a:pt x="52" y="230"/>
                    </a:lnTo>
                    <a:lnTo>
                      <a:pt x="52" y="228"/>
                    </a:lnTo>
                    <a:lnTo>
                      <a:pt x="54" y="228"/>
                    </a:lnTo>
                    <a:lnTo>
                      <a:pt x="54" y="226"/>
                    </a:lnTo>
                    <a:lnTo>
                      <a:pt x="54" y="226"/>
                    </a:lnTo>
                    <a:lnTo>
                      <a:pt x="50" y="224"/>
                    </a:lnTo>
                    <a:lnTo>
                      <a:pt x="46" y="222"/>
                    </a:lnTo>
                    <a:lnTo>
                      <a:pt x="46" y="220"/>
                    </a:lnTo>
                    <a:lnTo>
                      <a:pt x="46" y="220"/>
                    </a:lnTo>
                    <a:lnTo>
                      <a:pt x="42" y="216"/>
                    </a:lnTo>
                    <a:lnTo>
                      <a:pt x="42" y="216"/>
                    </a:lnTo>
                    <a:lnTo>
                      <a:pt x="50" y="218"/>
                    </a:lnTo>
                    <a:lnTo>
                      <a:pt x="58" y="220"/>
                    </a:lnTo>
                    <a:lnTo>
                      <a:pt x="58" y="218"/>
                    </a:lnTo>
                    <a:lnTo>
                      <a:pt x="58" y="218"/>
                    </a:lnTo>
                    <a:lnTo>
                      <a:pt x="60" y="218"/>
                    </a:lnTo>
                    <a:lnTo>
                      <a:pt x="62" y="218"/>
                    </a:lnTo>
                    <a:lnTo>
                      <a:pt x="62" y="218"/>
                    </a:lnTo>
                    <a:lnTo>
                      <a:pt x="62" y="216"/>
                    </a:lnTo>
                    <a:lnTo>
                      <a:pt x="62" y="216"/>
                    </a:lnTo>
                    <a:lnTo>
                      <a:pt x="62" y="216"/>
                    </a:lnTo>
                    <a:lnTo>
                      <a:pt x="64" y="216"/>
                    </a:lnTo>
                    <a:lnTo>
                      <a:pt x="66" y="218"/>
                    </a:lnTo>
                    <a:lnTo>
                      <a:pt x="66" y="218"/>
                    </a:lnTo>
                    <a:lnTo>
                      <a:pt x="70" y="214"/>
                    </a:lnTo>
                    <a:lnTo>
                      <a:pt x="72" y="210"/>
                    </a:lnTo>
                    <a:lnTo>
                      <a:pt x="72" y="210"/>
                    </a:lnTo>
                    <a:lnTo>
                      <a:pt x="76" y="210"/>
                    </a:lnTo>
                    <a:lnTo>
                      <a:pt x="76" y="210"/>
                    </a:lnTo>
                    <a:lnTo>
                      <a:pt x="90" y="198"/>
                    </a:lnTo>
                    <a:lnTo>
                      <a:pt x="90" y="198"/>
                    </a:lnTo>
                    <a:lnTo>
                      <a:pt x="90" y="194"/>
                    </a:lnTo>
                    <a:lnTo>
                      <a:pt x="90" y="194"/>
                    </a:lnTo>
                    <a:lnTo>
                      <a:pt x="94" y="192"/>
                    </a:lnTo>
                    <a:lnTo>
                      <a:pt x="94" y="192"/>
                    </a:lnTo>
                    <a:lnTo>
                      <a:pt x="94" y="188"/>
                    </a:lnTo>
                    <a:lnTo>
                      <a:pt x="92" y="186"/>
                    </a:lnTo>
                    <a:lnTo>
                      <a:pt x="92" y="182"/>
                    </a:lnTo>
                    <a:lnTo>
                      <a:pt x="92" y="180"/>
                    </a:lnTo>
                    <a:lnTo>
                      <a:pt x="92" y="180"/>
                    </a:lnTo>
                    <a:lnTo>
                      <a:pt x="96" y="178"/>
                    </a:lnTo>
                    <a:lnTo>
                      <a:pt x="96" y="178"/>
                    </a:lnTo>
                    <a:lnTo>
                      <a:pt x="96" y="174"/>
                    </a:lnTo>
                    <a:lnTo>
                      <a:pt x="94" y="172"/>
                    </a:lnTo>
                    <a:lnTo>
                      <a:pt x="94" y="172"/>
                    </a:lnTo>
                    <a:lnTo>
                      <a:pt x="90" y="164"/>
                    </a:lnTo>
                    <a:lnTo>
                      <a:pt x="90" y="164"/>
                    </a:lnTo>
                    <a:lnTo>
                      <a:pt x="90" y="154"/>
                    </a:lnTo>
                    <a:lnTo>
                      <a:pt x="90" y="154"/>
                    </a:lnTo>
                    <a:lnTo>
                      <a:pt x="88" y="152"/>
                    </a:lnTo>
                    <a:lnTo>
                      <a:pt x="88" y="152"/>
                    </a:lnTo>
                    <a:lnTo>
                      <a:pt x="88" y="146"/>
                    </a:lnTo>
                    <a:lnTo>
                      <a:pt x="88" y="146"/>
                    </a:lnTo>
                    <a:lnTo>
                      <a:pt x="84" y="144"/>
                    </a:lnTo>
                    <a:lnTo>
                      <a:pt x="84" y="144"/>
                    </a:lnTo>
                    <a:lnTo>
                      <a:pt x="86" y="140"/>
                    </a:lnTo>
                    <a:lnTo>
                      <a:pt x="84" y="136"/>
                    </a:lnTo>
                    <a:lnTo>
                      <a:pt x="84" y="136"/>
                    </a:lnTo>
                    <a:lnTo>
                      <a:pt x="76" y="128"/>
                    </a:lnTo>
                    <a:lnTo>
                      <a:pt x="76" y="128"/>
                    </a:lnTo>
                    <a:lnTo>
                      <a:pt x="76" y="124"/>
                    </a:lnTo>
                    <a:lnTo>
                      <a:pt x="76" y="120"/>
                    </a:lnTo>
                    <a:lnTo>
                      <a:pt x="76" y="120"/>
                    </a:lnTo>
                    <a:lnTo>
                      <a:pt x="68" y="116"/>
                    </a:lnTo>
                    <a:lnTo>
                      <a:pt x="68" y="116"/>
                    </a:lnTo>
                    <a:lnTo>
                      <a:pt x="64" y="106"/>
                    </a:lnTo>
                    <a:lnTo>
                      <a:pt x="64" y="106"/>
                    </a:lnTo>
                    <a:lnTo>
                      <a:pt x="64" y="104"/>
                    </a:lnTo>
                    <a:lnTo>
                      <a:pt x="64" y="104"/>
                    </a:lnTo>
                    <a:lnTo>
                      <a:pt x="56" y="100"/>
                    </a:lnTo>
                    <a:lnTo>
                      <a:pt x="54" y="98"/>
                    </a:lnTo>
                    <a:lnTo>
                      <a:pt x="50" y="94"/>
                    </a:lnTo>
                    <a:lnTo>
                      <a:pt x="50" y="94"/>
                    </a:lnTo>
                    <a:lnTo>
                      <a:pt x="50" y="90"/>
                    </a:lnTo>
                    <a:lnTo>
                      <a:pt x="50" y="90"/>
                    </a:lnTo>
                    <a:lnTo>
                      <a:pt x="44" y="82"/>
                    </a:lnTo>
                    <a:lnTo>
                      <a:pt x="40" y="76"/>
                    </a:lnTo>
                    <a:lnTo>
                      <a:pt x="40" y="70"/>
                    </a:lnTo>
                    <a:lnTo>
                      <a:pt x="42" y="68"/>
                    </a:lnTo>
                    <a:lnTo>
                      <a:pt x="42" y="68"/>
                    </a:lnTo>
                    <a:lnTo>
                      <a:pt x="42" y="62"/>
                    </a:lnTo>
                    <a:lnTo>
                      <a:pt x="42" y="58"/>
                    </a:lnTo>
                    <a:lnTo>
                      <a:pt x="42" y="58"/>
                    </a:lnTo>
                    <a:lnTo>
                      <a:pt x="46" y="56"/>
                    </a:lnTo>
                    <a:lnTo>
                      <a:pt x="50" y="54"/>
                    </a:lnTo>
                    <a:lnTo>
                      <a:pt x="60" y="42"/>
                    </a:lnTo>
                    <a:lnTo>
                      <a:pt x="60" y="42"/>
                    </a:lnTo>
                    <a:lnTo>
                      <a:pt x="60" y="38"/>
                    </a:lnTo>
                    <a:lnTo>
                      <a:pt x="60" y="38"/>
                    </a:lnTo>
                    <a:lnTo>
                      <a:pt x="62" y="38"/>
                    </a:lnTo>
                    <a:lnTo>
                      <a:pt x="66" y="36"/>
                    </a:lnTo>
                    <a:lnTo>
                      <a:pt x="66" y="36"/>
                    </a:lnTo>
                    <a:lnTo>
                      <a:pt x="70" y="32"/>
                    </a:lnTo>
                    <a:lnTo>
                      <a:pt x="70" y="32"/>
                    </a:lnTo>
                    <a:lnTo>
                      <a:pt x="76" y="30"/>
                    </a:lnTo>
                    <a:lnTo>
                      <a:pt x="76" y="30"/>
                    </a:lnTo>
                    <a:lnTo>
                      <a:pt x="76" y="28"/>
                    </a:lnTo>
                    <a:lnTo>
                      <a:pt x="76"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3" name="Freeform 30">
                <a:extLst>
                  <a:ext uri="{FF2B5EF4-FFF2-40B4-BE49-F238E27FC236}">
                    <a16:creationId xmlns:a16="http://schemas.microsoft.com/office/drawing/2014/main" id="{50815787-F339-D448-986E-80FED7BA134E}"/>
                  </a:ext>
                </a:extLst>
              </p:cNvPr>
              <p:cNvSpPr>
                <a:spLocks/>
              </p:cNvSpPr>
              <p:nvPr/>
            </p:nvSpPr>
            <p:spPr bwMode="auto">
              <a:xfrm>
                <a:off x="8462971" y="3714849"/>
                <a:ext cx="191776" cy="492579"/>
              </a:xfrm>
              <a:custGeom>
                <a:avLst/>
                <a:gdLst>
                  <a:gd name="T0" fmla="*/ 38 w 98"/>
                  <a:gd name="T1" fmla="*/ 6 h 246"/>
                  <a:gd name="T2" fmla="*/ 40 w 98"/>
                  <a:gd name="T3" fmla="*/ 18 h 246"/>
                  <a:gd name="T4" fmla="*/ 44 w 98"/>
                  <a:gd name="T5" fmla="*/ 26 h 246"/>
                  <a:gd name="T6" fmla="*/ 48 w 98"/>
                  <a:gd name="T7" fmla="*/ 38 h 246"/>
                  <a:gd name="T8" fmla="*/ 62 w 98"/>
                  <a:gd name="T9" fmla="*/ 26 h 246"/>
                  <a:gd name="T10" fmla="*/ 68 w 98"/>
                  <a:gd name="T11" fmla="*/ 32 h 246"/>
                  <a:gd name="T12" fmla="*/ 86 w 98"/>
                  <a:gd name="T13" fmla="*/ 44 h 246"/>
                  <a:gd name="T14" fmla="*/ 90 w 98"/>
                  <a:gd name="T15" fmla="*/ 62 h 246"/>
                  <a:gd name="T16" fmla="*/ 96 w 98"/>
                  <a:gd name="T17" fmla="*/ 76 h 246"/>
                  <a:gd name="T18" fmla="*/ 94 w 98"/>
                  <a:gd name="T19" fmla="*/ 88 h 246"/>
                  <a:gd name="T20" fmla="*/ 80 w 98"/>
                  <a:gd name="T21" fmla="*/ 100 h 246"/>
                  <a:gd name="T22" fmla="*/ 64 w 98"/>
                  <a:gd name="T23" fmla="*/ 104 h 246"/>
                  <a:gd name="T24" fmla="*/ 60 w 98"/>
                  <a:gd name="T25" fmla="*/ 124 h 246"/>
                  <a:gd name="T26" fmla="*/ 66 w 98"/>
                  <a:gd name="T27" fmla="*/ 148 h 246"/>
                  <a:gd name="T28" fmla="*/ 64 w 98"/>
                  <a:gd name="T29" fmla="*/ 144 h 246"/>
                  <a:gd name="T30" fmla="*/ 60 w 98"/>
                  <a:gd name="T31" fmla="*/ 138 h 246"/>
                  <a:gd name="T32" fmla="*/ 56 w 98"/>
                  <a:gd name="T33" fmla="*/ 132 h 246"/>
                  <a:gd name="T34" fmla="*/ 46 w 98"/>
                  <a:gd name="T35" fmla="*/ 126 h 246"/>
                  <a:gd name="T36" fmla="*/ 42 w 98"/>
                  <a:gd name="T37" fmla="*/ 118 h 246"/>
                  <a:gd name="T38" fmla="*/ 32 w 98"/>
                  <a:gd name="T39" fmla="*/ 114 h 246"/>
                  <a:gd name="T40" fmla="*/ 30 w 98"/>
                  <a:gd name="T41" fmla="*/ 116 h 246"/>
                  <a:gd name="T42" fmla="*/ 30 w 98"/>
                  <a:gd name="T43" fmla="*/ 130 h 246"/>
                  <a:gd name="T44" fmla="*/ 30 w 98"/>
                  <a:gd name="T45" fmla="*/ 140 h 246"/>
                  <a:gd name="T46" fmla="*/ 28 w 98"/>
                  <a:gd name="T47" fmla="*/ 144 h 246"/>
                  <a:gd name="T48" fmla="*/ 24 w 98"/>
                  <a:gd name="T49" fmla="*/ 162 h 246"/>
                  <a:gd name="T50" fmla="*/ 20 w 98"/>
                  <a:gd name="T51" fmla="*/ 180 h 246"/>
                  <a:gd name="T52" fmla="*/ 24 w 98"/>
                  <a:gd name="T53" fmla="*/ 186 h 246"/>
                  <a:gd name="T54" fmla="*/ 28 w 98"/>
                  <a:gd name="T55" fmla="*/ 198 h 246"/>
                  <a:gd name="T56" fmla="*/ 32 w 98"/>
                  <a:gd name="T57" fmla="*/ 196 h 246"/>
                  <a:gd name="T58" fmla="*/ 36 w 98"/>
                  <a:gd name="T59" fmla="*/ 214 h 246"/>
                  <a:gd name="T60" fmla="*/ 44 w 98"/>
                  <a:gd name="T61" fmla="*/ 216 h 246"/>
                  <a:gd name="T62" fmla="*/ 48 w 98"/>
                  <a:gd name="T63" fmla="*/ 220 h 246"/>
                  <a:gd name="T64" fmla="*/ 52 w 98"/>
                  <a:gd name="T65" fmla="*/ 226 h 246"/>
                  <a:gd name="T66" fmla="*/ 56 w 98"/>
                  <a:gd name="T67" fmla="*/ 234 h 246"/>
                  <a:gd name="T68" fmla="*/ 48 w 98"/>
                  <a:gd name="T69" fmla="*/ 242 h 246"/>
                  <a:gd name="T70" fmla="*/ 44 w 98"/>
                  <a:gd name="T71" fmla="*/ 240 h 246"/>
                  <a:gd name="T72" fmla="*/ 32 w 98"/>
                  <a:gd name="T73" fmla="*/ 238 h 246"/>
                  <a:gd name="T74" fmla="*/ 30 w 98"/>
                  <a:gd name="T75" fmla="*/ 222 h 246"/>
                  <a:gd name="T76" fmla="*/ 28 w 98"/>
                  <a:gd name="T77" fmla="*/ 218 h 246"/>
                  <a:gd name="T78" fmla="*/ 22 w 98"/>
                  <a:gd name="T79" fmla="*/ 212 h 246"/>
                  <a:gd name="T80" fmla="*/ 10 w 98"/>
                  <a:gd name="T81" fmla="*/ 196 h 246"/>
                  <a:gd name="T82" fmla="*/ 10 w 98"/>
                  <a:gd name="T83" fmla="*/ 182 h 246"/>
                  <a:gd name="T84" fmla="*/ 16 w 98"/>
                  <a:gd name="T85" fmla="*/ 174 h 246"/>
                  <a:gd name="T86" fmla="*/ 14 w 98"/>
                  <a:gd name="T87" fmla="*/ 168 h 246"/>
                  <a:gd name="T88" fmla="*/ 12 w 98"/>
                  <a:gd name="T89" fmla="*/ 162 h 246"/>
                  <a:gd name="T90" fmla="*/ 16 w 98"/>
                  <a:gd name="T91" fmla="*/ 152 h 246"/>
                  <a:gd name="T92" fmla="*/ 20 w 98"/>
                  <a:gd name="T93" fmla="*/ 138 h 246"/>
                  <a:gd name="T94" fmla="*/ 22 w 98"/>
                  <a:gd name="T95" fmla="*/ 112 h 246"/>
                  <a:gd name="T96" fmla="*/ 6 w 98"/>
                  <a:gd name="T97" fmla="*/ 80 h 246"/>
                  <a:gd name="T98" fmla="*/ 8 w 98"/>
                  <a:gd name="T99" fmla="*/ 64 h 246"/>
                  <a:gd name="T100" fmla="*/ 2 w 98"/>
                  <a:gd name="T101" fmla="*/ 36 h 246"/>
                  <a:gd name="T102" fmla="*/ 2 w 98"/>
                  <a:gd name="T103" fmla="*/ 16 h 246"/>
                  <a:gd name="T104" fmla="*/ 14 w 98"/>
                  <a:gd name="T105" fmla="*/ 10 h 246"/>
                  <a:gd name="T106" fmla="*/ 20 w 98"/>
                  <a:gd name="T10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246">
                    <a:moveTo>
                      <a:pt x="34" y="2"/>
                    </a:moveTo>
                    <a:lnTo>
                      <a:pt x="34" y="6"/>
                    </a:lnTo>
                    <a:lnTo>
                      <a:pt x="38" y="6"/>
                    </a:lnTo>
                    <a:lnTo>
                      <a:pt x="42" y="6"/>
                    </a:lnTo>
                    <a:lnTo>
                      <a:pt x="44" y="10"/>
                    </a:lnTo>
                    <a:lnTo>
                      <a:pt x="40" y="18"/>
                    </a:lnTo>
                    <a:lnTo>
                      <a:pt x="42" y="20"/>
                    </a:lnTo>
                    <a:lnTo>
                      <a:pt x="42" y="24"/>
                    </a:lnTo>
                    <a:lnTo>
                      <a:pt x="44" y="26"/>
                    </a:lnTo>
                    <a:lnTo>
                      <a:pt x="46" y="32"/>
                    </a:lnTo>
                    <a:lnTo>
                      <a:pt x="44" y="36"/>
                    </a:lnTo>
                    <a:lnTo>
                      <a:pt x="48" y="38"/>
                    </a:lnTo>
                    <a:lnTo>
                      <a:pt x="52" y="36"/>
                    </a:lnTo>
                    <a:lnTo>
                      <a:pt x="54" y="32"/>
                    </a:lnTo>
                    <a:lnTo>
                      <a:pt x="62" y="26"/>
                    </a:lnTo>
                    <a:lnTo>
                      <a:pt x="66" y="28"/>
                    </a:lnTo>
                    <a:lnTo>
                      <a:pt x="66" y="30"/>
                    </a:lnTo>
                    <a:lnTo>
                      <a:pt x="68" y="32"/>
                    </a:lnTo>
                    <a:lnTo>
                      <a:pt x="74" y="36"/>
                    </a:lnTo>
                    <a:lnTo>
                      <a:pt x="80" y="36"/>
                    </a:lnTo>
                    <a:lnTo>
                      <a:pt x="86" y="44"/>
                    </a:lnTo>
                    <a:lnTo>
                      <a:pt x="86" y="50"/>
                    </a:lnTo>
                    <a:lnTo>
                      <a:pt x="86" y="58"/>
                    </a:lnTo>
                    <a:lnTo>
                      <a:pt x="90" y="62"/>
                    </a:lnTo>
                    <a:lnTo>
                      <a:pt x="94" y="66"/>
                    </a:lnTo>
                    <a:lnTo>
                      <a:pt x="96" y="70"/>
                    </a:lnTo>
                    <a:lnTo>
                      <a:pt x="96" y="76"/>
                    </a:lnTo>
                    <a:lnTo>
                      <a:pt x="98" y="78"/>
                    </a:lnTo>
                    <a:lnTo>
                      <a:pt x="96" y="84"/>
                    </a:lnTo>
                    <a:lnTo>
                      <a:pt x="94" y="88"/>
                    </a:lnTo>
                    <a:lnTo>
                      <a:pt x="90" y="92"/>
                    </a:lnTo>
                    <a:lnTo>
                      <a:pt x="86" y="96"/>
                    </a:lnTo>
                    <a:lnTo>
                      <a:pt x="80" y="100"/>
                    </a:lnTo>
                    <a:lnTo>
                      <a:pt x="76" y="100"/>
                    </a:lnTo>
                    <a:lnTo>
                      <a:pt x="70" y="100"/>
                    </a:lnTo>
                    <a:lnTo>
                      <a:pt x="64" y="104"/>
                    </a:lnTo>
                    <a:lnTo>
                      <a:pt x="60" y="106"/>
                    </a:lnTo>
                    <a:lnTo>
                      <a:pt x="60" y="114"/>
                    </a:lnTo>
                    <a:lnTo>
                      <a:pt x="60" y="124"/>
                    </a:lnTo>
                    <a:lnTo>
                      <a:pt x="64" y="130"/>
                    </a:lnTo>
                    <a:lnTo>
                      <a:pt x="66" y="138"/>
                    </a:lnTo>
                    <a:lnTo>
                      <a:pt x="66" y="148"/>
                    </a:lnTo>
                    <a:lnTo>
                      <a:pt x="66" y="148"/>
                    </a:lnTo>
                    <a:lnTo>
                      <a:pt x="64" y="144"/>
                    </a:lnTo>
                    <a:lnTo>
                      <a:pt x="64" y="144"/>
                    </a:lnTo>
                    <a:lnTo>
                      <a:pt x="62" y="140"/>
                    </a:lnTo>
                    <a:lnTo>
                      <a:pt x="62" y="140"/>
                    </a:lnTo>
                    <a:lnTo>
                      <a:pt x="60" y="138"/>
                    </a:lnTo>
                    <a:lnTo>
                      <a:pt x="58" y="138"/>
                    </a:lnTo>
                    <a:lnTo>
                      <a:pt x="58" y="138"/>
                    </a:lnTo>
                    <a:lnTo>
                      <a:pt x="56" y="132"/>
                    </a:lnTo>
                    <a:lnTo>
                      <a:pt x="52" y="126"/>
                    </a:lnTo>
                    <a:lnTo>
                      <a:pt x="52" y="126"/>
                    </a:lnTo>
                    <a:lnTo>
                      <a:pt x="46" y="126"/>
                    </a:lnTo>
                    <a:lnTo>
                      <a:pt x="46" y="126"/>
                    </a:lnTo>
                    <a:lnTo>
                      <a:pt x="44" y="120"/>
                    </a:lnTo>
                    <a:lnTo>
                      <a:pt x="42" y="118"/>
                    </a:lnTo>
                    <a:lnTo>
                      <a:pt x="38" y="116"/>
                    </a:lnTo>
                    <a:lnTo>
                      <a:pt x="32" y="114"/>
                    </a:lnTo>
                    <a:lnTo>
                      <a:pt x="32" y="114"/>
                    </a:lnTo>
                    <a:lnTo>
                      <a:pt x="32" y="116"/>
                    </a:lnTo>
                    <a:lnTo>
                      <a:pt x="30" y="116"/>
                    </a:lnTo>
                    <a:lnTo>
                      <a:pt x="30" y="116"/>
                    </a:lnTo>
                    <a:lnTo>
                      <a:pt x="30" y="122"/>
                    </a:lnTo>
                    <a:lnTo>
                      <a:pt x="30" y="126"/>
                    </a:lnTo>
                    <a:lnTo>
                      <a:pt x="30" y="130"/>
                    </a:lnTo>
                    <a:lnTo>
                      <a:pt x="30" y="136"/>
                    </a:lnTo>
                    <a:lnTo>
                      <a:pt x="30" y="136"/>
                    </a:lnTo>
                    <a:lnTo>
                      <a:pt x="30" y="140"/>
                    </a:lnTo>
                    <a:lnTo>
                      <a:pt x="30" y="140"/>
                    </a:lnTo>
                    <a:lnTo>
                      <a:pt x="28" y="144"/>
                    </a:lnTo>
                    <a:lnTo>
                      <a:pt x="28" y="144"/>
                    </a:lnTo>
                    <a:lnTo>
                      <a:pt x="26" y="152"/>
                    </a:lnTo>
                    <a:lnTo>
                      <a:pt x="26" y="160"/>
                    </a:lnTo>
                    <a:lnTo>
                      <a:pt x="24" y="162"/>
                    </a:lnTo>
                    <a:lnTo>
                      <a:pt x="24" y="162"/>
                    </a:lnTo>
                    <a:lnTo>
                      <a:pt x="22" y="172"/>
                    </a:lnTo>
                    <a:lnTo>
                      <a:pt x="20" y="180"/>
                    </a:lnTo>
                    <a:lnTo>
                      <a:pt x="22" y="184"/>
                    </a:lnTo>
                    <a:lnTo>
                      <a:pt x="22" y="184"/>
                    </a:lnTo>
                    <a:lnTo>
                      <a:pt x="24" y="186"/>
                    </a:lnTo>
                    <a:lnTo>
                      <a:pt x="26" y="188"/>
                    </a:lnTo>
                    <a:lnTo>
                      <a:pt x="26" y="188"/>
                    </a:lnTo>
                    <a:lnTo>
                      <a:pt x="28" y="198"/>
                    </a:lnTo>
                    <a:lnTo>
                      <a:pt x="28" y="198"/>
                    </a:lnTo>
                    <a:lnTo>
                      <a:pt x="30" y="198"/>
                    </a:lnTo>
                    <a:lnTo>
                      <a:pt x="32" y="196"/>
                    </a:lnTo>
                    <a:lnTo>
                      <a:pt x="32" y="196"/>
                    </a:lnTo>
                    <a:lnTo>
                      <a:pt x="34" y="208"/>
                    </a:lnTo>
                    <a:lnTo>
                      <a:pt x="36" y="214"/>
                    </a:lnTo>
                    <a:lnTo>
                      <a:pt x="40" y="216"/>
                    </a:lnTo>
                    <a:lnTo>
                      <a:pt x="40" y="216"/>
                    </a:lnTo>
                    <a:lnTo>
                      <a:pt x="44" y="216"/>
                    </a:lnTo>
                    <a:lnTo>
                      <a:pt x="48" y="218"/>
                    </a:lnTo>
                    <a:lnTo>
                      <a:pt x="48" y="218"/>
                    </a:lnTo>
                    <a:lnTo>
                      <a:pt x="48" y="220"/>
                    </a:lnTo>
                    <a:lnTo>
                      <a:pt x="48" y="222"/>
                    </a:lnTo>
                    <a:lnTo>
                      <a:pt x="48" y="222"/>
                    </a:lnTo>
                    <a:lnTo>
                      <a:pt x="52" y="226"/>
                    </a:lnTo>
                    <a:lnTo>
                      <a:pt x="54" y="228"/>
                    </a:lnTo>
                    <a:lnTo>
                      <a:pt x="54" y="228"/>
                    </a:lnTo>
                    <a:lnTo>
                      <a:pt x="56" y="234"/>
                    </a:lnTo>
                    <a:lnTo>
                      <a:pt x="54" y="236"/>
                    </a:lnTo>
                    <a:lnTo>
                      <a:pt x="54" y="244"/>
                    </a:lnTo>
                    <a:lnTo>
                      <a:pt x="48" y="242"/>
                    </a:lnTo>
                    <a:lnTo>
                      <a:pt x="48" y="246"/>
                    </a:lnTo>
                    <a:lnTo>
                      <a:pt x="44" y="246"/>
                    </a:lnTo>
                    <a:lnTo>
                      <a:pt x="44" y="240"/>
                    </a:lnTo>
                    <a:lnTo>
                      <a:pt x="38" y="236"/>
                    </a:lnTo>
                    <a:lnTo>
                      <a:pt x="32" y="238"/>
                    </a:lnTo>
                    <a:lnTo>
                      <a:pt x="32" y="238"/>
                    </a:lnTo>
                    <a:lnTo>
                      <a:pt x="32" y="230"/>
                    </a:lnTo>
                    <a:lnTo>
                      <a:pt x="30" y="222"/>
                    </a:lnTo>
                    <a:lnTo>
                      <a:pt x="30" y="222"/>
                    </a:lnTo>
                    <a:lnTo>
                      <a:pt x="28" y="220"/>
                    </a:lnTo>
                    <a:lnTo>
                      <a:pt x="28" y="220"/>
                    </a:lnTo>
                    <a:lnTo>
                      <a:pt x="28" y="218"/>
                    </a:lnTo>
                    <a:lnTo>
                      <a:pt x="26" y="214"/>
                    </a:lnTo>
                    <a:lnTo>
                      <a:pt x="26" y="214"/>
                    </a:lnTo>
                    <a:lnTo>
                      <a:pt x="22" y="212"/>
                    </a:lnTo>
                    <a:lnTo>
                      <a:pt x="22" y="212"/>
                    </a:lnTo>
                    <a:lnTo>
                      <a:pt x="14" y="202"/>
                    </a:lnTo>
                    <a:lnTo>
                      <a:pt x="10" y="196"/>
                    </a:lnTo>
                    <a:lnTo>
                      <a:pt x="10" y="190"/>
                    </a:lnTo>
                    <a:lnTo>
                      <a:pt x="10" y="190"/>
                    </a:lnTo>
                    <a:lnTo>
                      <a:pt x="10" y="182"/>
                    </a:lnTo>
                    <a:lnTo>
                      <a:pt x="12" y="176"/>
                    </a:lnTo>
                    <a:lnTo>
                      <a:pt x="12" y="176"/>
                    </a:lnTo>
                    <a:lnTo>
                      <a:pt x="16" y="174"/>
                    </a:lnTo>
                    <a:lnTo>
                      <a:pt x="16" y="174"/>
                    </a:lnTo>
                    <a:lnTo>
                      <a:pt x="14" y="172"/>
                    </a:lnTo>
                    <a:lnTo>
                      <a:pt x="14" y="168"/>
                    </a:lnTo>
                    <a:lnTo>
                      <a:pt x="12" y="166"/>
                    </a:lnTo>
                    <a:lnTo>
                      <a:pt x="12" y="162"/>
                    </a:lnTo>
                    <a:lnTo>
                      <a:pt x="12" y="162"/>
                    </a:lnTo>
                    <a:lnTo>
                      <a:pt x="16" y="156"/>
                    </a:lnTo>
                    <a:lnTo>
                      <a:pt x="16" y="156"/>
                    </a:lnTo>
                    <a:lnTo>
                      <a:pt x="16" y="152"/>
                    </a:lnTo>
                    <a:lnTo>
                      <a:pt x="18" y="152"/>
                    </a:lnTo>
                    <a:lnTo>
                      <a:pt x="18" y="146"/>
                    </a:lnTo>
                    <a:lnTo>
                      <a:pt x="20" y="138"/>
                    </a:lnTo>
                    <a:lnTo>
                      <a:pt x="26" y="130"/>
                    </a:lnTo>
                    <a:lnTo>
                      <a:pt x="26" y="122"/>
                    </a:lnTo>
                    <a:lnTo>
                      <a:pt x="22" y="112"/>
                    </a:lnTo>
                    <a:lnTo>
                      <a:pt x="14" y="104"/>
                    </a:lnTo>
                    <a:lnTo>
                      <a:pt x="10" y="92"/>
                    </a:lnTo>
                    <a:lnTo>
                      <a:pt x="6" y="80"/>
                    </a:lnTo>
                    <a:lnTo>
                      <a:pt x="14" y="76"/>
                    </a:lnTo>
                    <a:lnTo>
                      <a:pt x="14" y="70"/>
                    </a:lnTo>
                    <a:lnTo>
                      <a:pt x="8" y="64"/>
                    </a:lnTo>
                    <a:lnTo>
                      <a:pt x="2" y="56"/>
                    </a:lnTo>
                    <a:lnTo>
                      <a:pt x="0" y="44"/>
                    </a:lnTo>
                    <a:lnTo>
                      <a:pt x="2" y="36"/>
                    </a:lnTo>
                    <a:lnTo>
                      <a:pt x="2" y="30"/>
                    </a:lnTo>
                    <a:lnTo>
                      <a:pt x="0" y="22"/>
                    </a:lnTo>
                    <a:lnTo>
                      <a:pt x="2" y="16"/>
                    </a:lnTo>
                    <a:lnTo>
                      <a:pt x="6" y="16"/>
                    </a:lnTo>
                    <a:lnTo>
                      <a:pt x="10" y="10"/>
                    </a:lnTo>
                    <a:lnTo>
                      <a:pt x="14" y="10"/>
                    </a:lnTo>
                    <a:lnTo>
                      <a:pt x="14" y="6"/>
                    </a:lnTo>
                    <a:lnTo>
                      <a:pt x="16" y="0"/>
                    </a:lnTo>
                    <a:lnTo>
                      <a:pt x="20" y="0"/>
                    </a:lnTo>
                    <a:lnTo>
                      <a:pt x="24" y="2"/>
                    </a:lnTo>
                    <a:lnTo>
                      <a:pt x="34"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4" name="Freeform 32">
                <a:extLst>
                  <a:ext uri="{FF2B5EF4-FFF2-40B4-BE49-F238E27FC236}">
                    <a16:creationId xmlns:a16="http://schemas.microsoft.com/office/drawing/2014/main" id="{6F3E82F9-E104-6D4B-BE5F-1B011D701764}"/>
                  </a:ext>
                </a:extLst>
              </p:cNvPr>
              <p:cNvSpPr>
                <a:spLocks/>
              </p:cNvSpPr>
              <p:nvPr/>
            </p:nvSpPr>
            <p:spPr bwMode="auto">
              <a:xfrm>
                <a:off x="7656728" y="2969974"/>
                <a:ext cx="195691" cy="184215"/>
              </a:xfrm>
              <a:custGeom>
                <a:avLst/>
                <a:gdLst>
                  <a:gd name="T0" fmla="*/ 42 w 100"/>
                  <a:gd name="T1" fmla="*/ 8 h 92"/>
                  <a:gd name="T2" fmla="*/ 46 w 100"/>
                  <a:gd name="T3" fmla="*/ 0 h 92"/>
                  <a:gd name="T4" fmla="*/ 42 w 100"/>
                  <a:gd name="T5" fmla="*/ 0 h 92"/>
                  <a:gd name="T6" fmla="*/ 38 w 100"/>
                  <a:gd name="T7" fmla="*/ 2 h 92"/>
                  <a:gd name="T8" fmla="*/ 36 w 100"/>
                  <a:gd name="T9" fmla="*/ 6 h 92"/>
                  <a:gd name="T10" fmla="*/ 34 w 100"/>
                  <a:gd name="T11" fmla="*/ 6 h 92"/>
                  <a:gd name="T12" fmla="*/ 28 w 100"/>
                  <a:gd name="T13" fmla="*/ 0 h 92"/>
                  <a:gd name="T14" fmla="*/ 26 w 100"/>
                  <a:gd name="T15" fmla="*/ 0 h 92"/>
                  <a:gd name="T16" fmla="*/ 22 w 100"/>
                  <a:gd name="T17" fmla="*/ 2 h 92"/>
                  <a:gd name="T18" fmla="*/ 24 w 100"/>
                  <a:gd name="T19" fmla="*/ 8 h 92"/>
                  <a:gd name="T20" fmla="*/ 26 w 100"/>
                  <a:gd name="T21" fmla="*/ 10 h 92"/>
                  <a:gd name="T22" fmla="*/ 26 w 100"/>
                  <a:gd name="T23" fmla="*/ 12 h 92"/>
                  <a:gd name="T24" fmla="*/ 24 w 100"/>
                  <a:gd name="T25" fmla="*/ 14 h 92"/>
                  <a:gd name="T26" fmla="*/ 20 w 100"/>
                  <a:gd name="T27" fmla="*/ 18 h 92"/>
                  <a:gd name="T28" fmla="*/ 20 w 100"/>
                  <a:gd name="T29" fmla="*/ 22 h 92"/>
                  <a:gd name="T30" fmla="*/ 22 w 100"/>
                  <a:gd name="T31" fmla="*/ 20 h 92"/>
                  <a:gd name="T32" fmla="*/ 20 w 100"/>
                  <a:gd name="T33" fmla="*/ 24 h 92"/>
                  <a:gd name="T34" fmla="*/ 20 w 100"/>
                  <a:gd name="T35" fmla="*/ 24 h 92"/>
                  <a:gd name="T36" fmla="*/ 12 w 100"/>
                  <a:gd name="T37" fmla="*/ 30 h 92"/>
                  <a:gd name="T38" fmla="*/ 10 w 100"/>
                  <a:gd name="T39" fmla="*/ 30 h 92"/>
                  <a:gd name="T40" fmla="*/ 8 w 100"/>
                  <a:gd name="T41" fmla="*/ 28 h 92"/>
                  <a:gd name="T42" fmla="*/ 4 w 100"/>
                  <a:gd name="T43" fmla="*/ 28 h 92"/>
                  <a:gd name="T44" fmla="*/ 0 w 100"/>
                  <a:gd name="T45" fmla="*/ 34 h 92"/>
                  <a:gd name="T46" fmla="*/ 2 w 100"/>
                  <a:gd name="T47" fmla="*/ 36 h 92"/>
                  <a:gd name="T48" fmla="*/ 8 w 100"/>
                  <a:gd name="T49" fmla="*/ 40 h 92"/>
                  <a:gd name="T50" fmla="*/ 14 w 100"/>
                  <a:gd name="T51" fmla="*/ 40 h 92"/>
                  <a:gd name="T52" fmla="*/ 16 w 100"/>
                  <a:gd name="T53" fmla="*/ 42 h 92"/>
                  <a:gd name="T54" fmla="*/ 12 w 100"/>
                  <a:gd name="T55" fmla="*/ 48 h 92"/>
                  <a:gd name="T56" fmla="*/ 14 w 100"/>
                  <a:gd name="T57" fmla="*/ 52 h 92"/>
                  <a:gd name="T58" fmla="*/ 16 w 100"/>
                  <a:gd name="T59" fmla="*/ 54 h 92"/>
                  <a:gd name="T60" fmla="*/ 14 w 100"/>
                  <a:gd name="T61" fmla="*/ 58 h 92"/>
                  <a:gd name="T62" fmla="*/ 10 w 100"/>
                  <a:gd name="T63" fmla="*/ 62 h 92"/>
                  <a:gd name="T64" fmla="*/ 6 w 100"/>
                  <a:gd name="T65" fmla="*/ 70 h 92"/>
                  <a:gd name="T66" fmla="*/ 16 w 100"/>
                  <a:gd name="T67" fmla="*/ 70 h 92"/>
                  <a:gd name="T68" fmla="*/ 24 w 100"/>
                  <a:gd name="T69" fmla="*/ 64 h 92"/>
                  <a:gd name="T70" fmla="*/ 32 w 100"/>
                  <a:gd name="T71" fmla="*/ 62 h 92"/>
                  <a:gd name="T72" fmla="*/ 38 w 100"/>
                  <a:gd name="T73" fmla="*/ 72 h 92"/>
                  <a:gd name="T74" fmla="*/ 34 w 100"/>
                  <a:gd name="T75" fmla="*/ 86 h 92"/>
                  <a:gd name="T76" fmla="*/ 46 w 100"/>
                  <a:gd name="T77" fmla="*/ 90 h 92"/>
                  <a:gd name="T78" fmla="*/ 56 w 100"/>
                  <a:gd name="T79" fmla="*/ 80 h 92"/>
                  <a:gd name="T80" fmla="*/ 70 w 100"/>
                  <a:gd name="T81" fmla="*/ 74 h 92"/>
                  <a:gd name="T82" fmla="*/ 84 w 100"/>
                  <a:gd name="T83" fmla="*/ 74 h 92"/>
                  <a:gd name="T84" fmla="*/ 100 w 100"/>
                  <a:gd name="T85" fmla="*/ 72 h 92"/>
                  <a:gd name="T86" fmla="*/ 96 w 100"/>
                  <a:gd name="T87" fmla="*/ 64 h 92"/>
                  <a:gd name="T88" fmla="*/ 92 w 100"/>
                  <a:gd name="T89" fmla="*/ 50 h 92"/>
                  <a:gd name="T90" fmla="*/ 94 w 100"/>
                  <a:gd name="T91" fmla="*/ 40 h 92"/>
                  <a:gd name="T92" fmla="*/ 84 w 100"/>
                  <a:gd name="T93" fmla="*/ 42 h 92"/>
                  <a:gd name="T94" fmla="*/ 80 w 100"/>
                  <a:gd name="T95" fmla="*/ 34 h 92"/>
                  <a:gd name="T96" fmla="*/ 80 w 100"/>
                  <a:gd name="T97" fmla="*/ 28 h 92"/>
                  <a:gd name="T98" fmla="*/ 74 w 100"/>
                  <a:gd name="T99" fmla="*/ 26 h 92"/>
                  <a:gd name="T100" fmla="*/ 68 w 100"/>
                  <a:gd name="T101" fmla="*/ 28 h 92"/>
                  <a:gd name="T102" fmla="*/ 60 w 100"/>
                  <a:gd name="T103" fmla="*/ 28 h 92"/>
                  <a:gd name="T104" fmla="*/ 58 w 100"/>
                  <a:gd name="T105" fmla="*/ 28 h 92"/>
                  <a:gd name="T106" fmla="*/ 54 w 100"/>
                  <a:gd name="T107" fmla="*/ 26 h 92"/>
                  <a:gd name="T108" fmla="*/ 52 w 100"/>
                  <a:gd name="T109" fmla="*/ 24 h 92"/>
                  <a:gd name="T110" fmla="*/ 46 w 100"/>
                  <a:gd name="T111" fmla="*/ 26 h 92"/>
                  <a:gd name="T112" fmla="*/ 44 w 100"/>
                  <a:gd name="T113" fmla="*/ 26 h 92"/>
                  <a:gd name="T114" fmla="*/ 42 w 100"/>
                  <a:gd name="T115" fmla="*/ 22 h 92"/>
                  <a:gd name="T116" fmla="*/ 28 w 100"/>
                  <a:gd name="T117" fmla="*/ 18 h 92"/>
                  <a:gd name="T118" fmla="*/ 42 w 100"/>
                  <a:gd name="T119"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 h="92">
                    <a:moveTo>
                      <a:pt x="42" y="16"/>
                    </a:moveTo>
                    <a:lnTo>
                      <a:pt x="42" y="8"/>
                    </a:lnTo>
                    <a:lnTo>
                      <a:pt x="48" y="6"/>
                    </a:lnTo>
                    <a:lnTo>
                      <a:pt x="46" y="0"/>
                    </a:lnTo>
                    <a:lnTo>
                      <a:pt x="46" y="0"/>
                    </a:lnTo>
                    <a:lnTo>
                      <a:pt x="42" y="0"/>
                    </a:lnTo>
                    <a:lnTo>
                      <a:pt x="38" y="2"/>
                    </a:lnTo>
                    <a:lnTo>
                      <a:pt x="38" y="2"/>
                    </a:lnTo>
                    <a:lnTo>
                      <a:pt x="38" y="4"/>
                    </a:lnTo>
                    <a:lnTo>
                      <a:pt x="36" y="6"/>
                    </a:lnTo>
                    <a:lnTo>
                      <a:pt x="34" y="6"/>
                    </a:lnTo>
                    <a:lnTo>
                      <a:pt x="34" y="6"/>
                    </a:lnTo>
                    <a:lnTo>
                      <a:pt x="30" y="2"/>
                    </a:lnTo>
                    <a:lnTo>
                      <a:pt x="28" y="0"/>
                    </a:lnTo>
                    <a:lnTo>
                      <a:pt x="28" y="0"/>
                    </a:lnTo>
                    <a:lnTo>
                      <a:pt x="26" y="0"/>
                    </a:lnTo>
                    <a:lnTo>
                      <a:pt x="24" y="2"/>
                    </a:lnTo>
                    <a:lnTo>
                      <a:pt x="22" y="2"/>
                    </a:lnTo>
                    <a:lnTo>
                      <a:pt x="22" y="2"/>
                    </a:lnTo>
                    <a:lnTo>
                      <a:pt x="24" y="8"/>
                    </a:lnTo>
                    <a:lnTo>
                      <a:pt x="26" y="10"/>
                    </a:lnTo>
                    <a:lnTo>
                      <a:pt x="26" y="10"/>
                    </a:lnTo>
                    <a:lnTo>
                      <a:pt x="26" y="12"/>
                    </a:lnTo>
                    <a:lnTo>
                      <a:pt x="26" y="12"/>
                    </a:lnTo>
                    <a:lnTo>
                      <a:pt x="24" y="14"/>
                    </a:lnTo>
                    <a:lnTo>
                      <a:pt x="24" y="14"/>
                    </a:lnTo>
                    <a:lnTo>
                      <a:pt x="22" y="16"/>
                    </a:lnTo>
                    <a:lnTo>
                      <a:pt x="20" y="18"/>
                    </a:lnTo>
                    <a:lnTo>
                      <a:pt x="20" y="22"/>
                    </a:lnTo>
                    <a:lnTo>
                      <a:pt x="20" y="22"/>
                    </a:lnTo>
                    <a:lnTo>
                      <a:pt x="20" y="22"/>
                    </a:lnTo>
                    <a:lnTo>
                      <a:pt x="22" y="20"/>
                    </a:lnTo>
                    <a:lnTo>
                      <a:pt x="22" y="22"/>
                    </a:lnTo>
                    <a:lnTo>
                      <a:pt x="20" y="24"/>
                    </a:lnTo>
                    <a:lnTo>
                      <a:pt x="20" y="24"/>
                    </a:lnTo>
                    <a:lnTo>
                      <a:pt x="20" y="24"/>
                    </a:lnTo>
                    <a:lnTo>
                      <a:pt x="14" y="28"/>
                    </a:lnTo>
                    <a:lnTo>
                      <a:pt x="12" y="30"/>
                    </a:lnTo>
                    <a:lnTo>
                      <a:pt x="10" y="30"/>
                    </a:lnTo>
                    <a:lnTo>
                      <a:pt x="10" y="30"/>
                    </a:lnTo>
                    <a:lnTo>
                      <a:pt x="10" y="28"/>
                    </a:lnTo>
                    <a:lnTo>
                      <a:pt x="8" y="28"/>
                    </a:lnTo>
                    <a:lnTo>
                      <a:pt x="4" y="28"/>
                    </a:lnTo>
                    <a:lnTo>
                      <a:pt x="4" y="28"/>
                    </a:lnTo>
                    <a:lnTo>
                      <a:pt x="0" y="32"/>
                    </a:lnTo>
                    <a:lnTo>
                      <a:pt x="0" y="34"/>
                    </a:lnTo>
                    <a:lnTo>
                      <a:pt x="2" y="36"/>
                    </a:lnTo>
                    <a:lnTo>
                      <a:pt x="2" y="36"/>
                    </a:lnTo>
                    <a:lnTo>
                      <a:pt x="6" y="40"/>
                    </a:lnTo>
                    <a:lnTo>
                      <a:pt x="8" y="40"/>
                    </a:lnTo>
                    <a:lnTo>
                      <a:pt x="8" y="40"/>
                    </a:lnTo>
                    <a:lnTo>
                      <a:pt x="14" y="40"/>
                    </a:lnTo>
                    <a:lnTo>
                      <a:pt x="16" y="40"/>
                    </a:lnTo>
                    <a:lnTo>
                      <a:pt x="16" y="42"/>
                    </a:lnTo>
                    <a:lnTo>
                      <a:pt x="16" y="42"/>
                    </a:lnTo>
                    <a:lnTo>
                      <a:pt x="12" y="48"/>
                    </a:lnTo>
                    <a:lnTo>
                      <a:pt x="12" y="50"/>
                    </a:lnTo>
                    <a:lnTo>
                      <a:pt x="14" y="52"/>
                    </a:lnTo>
                    <a:lnTo>
                      <a:pt x="14" y="52"/>
                    </a:lnTo>
                    <a:lnTo>
                      <a:pt x="16" y="54"/>
                    </a:lnTo>
                    <a:lnTo>
                      <a:pt x="14" y="58"/>
                    </a:lnTo>
                    <a:lnTo>
                      <a:pt x="14" y="58"/>
                    </a:lnTo>
                    <a:lnTo>
                      <a:pt x="12" y="60"/>
                    </a:lnTo>
                    <a:lnTo>
                      <a:pt x="10" y="62"/>
                    </a:lnTo>
                    <a:lnTo>
                      <a:pt x="10" y="62"/>
                    </a:lnTo>
                    <a:lnTo>
                      <a:pt x="6" y="70"/>
                    </a:lnTo>
                    <a:lnTo>
                      <a:pt x="12" y="68"/>
                    </a:lnTo>
                    <a:lnTo>
                      <a:pt x="16" y="70"/>
                    </a:lnTo>
                    <a:lnTo>
                      <a:pt x="22" y="66"/>
                    </a:lnTo>
                    <a:lnTo>
                      <a:pt x="24" y="64"/>
                    </a:lnTo>
                    <a:lnTo>
                      <a:pt x="28" y="60"/>
                    </a:lnTo>
                    <a:lnTo>
                      <a:pt x="32" y="62"/>
                    </a:lnTo>
                    <a:lnTo>
                      <a:pt x="34" y="66"/>
                    </a:lnTo>
                    <a:lnTo>
                      <a:pt x="38" y="72"/>
                    </a:lnTo>
                    <a:lnTo>
                      <a:pt x="36" y="76"/>
                    </a:lnTo>
                    <a:lnTo>
                      <a:pt x="34" y="86"/>
                    </a:lnTo>
                    <a:lnTo>
                      <a:pt x="40" y="92"/>
                    </a:lnTo>
                    <a:lnTo>
                      <a:pt x="46" y="90"/>
                    </a:lnTo>
                    <a:lnTo>
                      <a:pt x="52" y="84"/>
                    </a:lnTo>
                    <a:lnTo>
                      <a:pt x="56" y="80"/>
                    </a:lnTo>
                    <a:lnTo>
                      <a:pt x="60" y="78"/>
                    </a:lnTo>
                    <a:lnTo>
                      <a:pt x="70" y="74"/>
                    </a:lnTo>
                    <a:lnTo>
                      <a:pt x="74" y="72"/>
                    </a:lnTo>
                    <a:lnTo>
                      <a:pt x="84" y="74"/>
                    </a:lnTo>
                    <a:lnTo>
                      <a:pt x="94" y="74"/>
                    </a:lnTo>
                    <a:lnTo>
                      <a:pt x="100" y="72"/>
                    </a:lnTo>
                    <a:lnTo>
                      <a:pt x="98" y="68"/>
                    </a:lnTo>
                    <a:lnTo>
                      <a:pt x="96" y="64"/>
                    </a:lnTo>
                    <a:lnTo>
                      <a:pt x="94" y="58"/>
                    </a:lnTo>
                    <a:lnTo>
                      <a:pt x="92" y="50"/>
                    </a:lnTo>
                    <a:lnTo>
                      <a:pt x="94" y="44"/>
                    </a:lnTo>
                    <a:lnTo>
                      <a:pt x="94" y="40"/>
                    </a:lnTo>
                    <a:lnTo>
                      <a:pt x="92" y="38"/>
                    </a:lnTo>
                    <a:lnTo>
                      <a:pt x="84" y="42"/>
                    </a:lnTo>
                    <a:lnTo>
                      <a:pt x="80" y="38"/>
                    </a:lnTo>
                    <a:lnTo>
                      <a:pt x="80" y="34"/>
                    </a:lnTo>
                    <a:lnTo>
                      <a:pt x="80" y="34"/>
                    </a:lnTo>
                    <a:lnTo>
                      <a:pt x="80" y="28"/>
                    </a:lnTo>
                    <a:lnTo>
                      <a:pt x="80" y="28"/>
                    </a:lnTo>
                    <a:lnTo>
                      <a:pt x="74" y="26"/>
                    </a:lnTo>
                    <a:lnTo>
                      <a:pt x="68" y="28"/>
                    </a:lnTo>
                    <a:lnTo>
                      <a:pt x="68" y="28"/>
                    </a:lnTo>
                    <a:lnTo>
                      <a:pt x="64" y="28"/>
                    </a:lnTo>
                    <a:lnTo>
                      <a:pt x="60" y="28"/>
                    </a:lnTo>
                    <a:lnTo>
                      <a:pt x="60" y="28"/>
                    </a:lnTo>
                    <a:lnTo>
                      <a:pt x="58" y="28"/>
                    </a:lnTo>
                    <a:lnTo>
                      <a:pt x="56" y="28"/>
                    </a:lnTo>
                    <a:lnTo>
                      <a:pt x="54" y="26"/>
                    </a:lnTo>
                    <a:lnTo>
                      <a:pt x="54" y="26"/>
                    </a:lnTo>
                    <a:lnTo>
                      <a:pt x="52" y="24"/>
                    </a:lnTo>
                    <a:lnTo>
                      <a:pt x="50" y="24"/>
                    </a:lnTo>
                    <a:lnTo>
                      <a:pt x="46" y="26"/>
                    </a:lnTo>
                    <a:lnTo>
                      <a:pt x="46" y="26"/>
                    </a:lnTo>
                    <a:lnTo>
                      <a:pt x="44" y="26"/>
                    </a:lnTo>
                    <a:lnTo>
                      <a:pt x="42" y="24"/>
                    </a:lnTo>
                    <a:lnTo>
                      <a:pt x="42" y="22"/>
                    </a:lnTo>
                    <a:lnTo>
                      <a:pt x="32" y="24"/>
                    </a:lnTo>
                    <a:lnTo>
                      <a:pt x="28" y="18"/>
                    </a:lnTo>
                    <a:lnTo>
                      <a:pt x="36" y="14"/>
                    </a:lnTo>
                    <a:lnTo>
                      <a:pt x="42" y="18"/>
                    </a:lnTo>
                    <a:lnTo>
                      <a:pt x="42" y="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5" name="Freeform 40">
                <a:extLst>
                  <a:ext uri="{FF2B5EF4-FFF2-40B4-BE49-F238E27FC236}">
                    <a16:creationId xmlns:a16="http://schemas.microsoft.com/office/drawing/2014/main" id="{4DCF834B-92BB-4D4A-AE78-CBBC7CABD6B5}"/>
                  </a:ext>
                </a:extLst>
              </p:cNvPr>
              <p:cNvSpPr>
                <a:spLocks/>
              </p:cNvSpPr>
              <p:nvPr/>
            </p:nvSpPr>
            <p:spPr bwMode="auto">
              <a:xfrm>
                <a:off x="7973745" y="4063257"/>
                <a:ext cx="58707" cy="128150"/>
              </a:xfrm>
              <a:custGeom>
                <a:avLst/>
                <a:gdLst>
                  <a:gd name="T0" fmla="*/ 4 w 30"/>
                  <a:gd name="T1" fmla="*/ 0 h 64"/>
                  <a:gd name="T2" fmla="*/ 4 w 30"/>
                  <a:gd name="T3" fmla="*/ 0 h 64"/>
                  <a:gd name="T4" fmla="*/ 4 w 30"/>
                  <a:gd name="T5" fmla="*/ 2 h 64"/>
                  <a:gd name="T6" fmla="*/ 4 w 30"/>
                  <a:gd name="T7" fmla="*/ 2 h 64"/>
                  <a:gd name="T8" fmla="*/ 4 w 30"/>
                  <a:gd name="T9" fmla="*/ 6 h 64"/>
                  <a:gd name="T10" fmla="*/ 6 w 30"/>
                  <a:gd name="T11" fmla="*/ 8 h 64"/>
                  <a:gd name="T12" fmla="*/ 6 w 30"/>
                  <a:gd name="T13" fmla="*/ 10 h 64"/>
                  <a:gd name="T14" fmla="*/ 6 w 30"/>
                  <a:gd name="T15" fmla="*/ 10 h 64"/>
                  <a:gd name="T16" fmla="*/ 4 w 30"/>
                  <a:gd name="T17" fmla="*/ 12 h 64"/>
                  <a:gd name="T18" fmla="*/ 4 w 30"/>
                  <a:gd name="T19" fmla="*/ 12 h 64"/>
                  <a:gd name="T20" fmla="*/ 4 w 30"/>
                  <a:gd name="T21" fmla="*/ 18 h 64"/>
                  <a:gd name="T22" fmla="*/ 4 w 30"/>
                  <a:gd name="T23" fmla="*/ 18 h 64"/>
                  <a:gd name="T24" fmla="*/ 0 w 30"/>
                  <a:gd name="T25" fmla="*/ 28 h 64"/>
                  <a:gd name="T26" fmla="*/ 0 w 30"/>
                  <a:gd name="T27" fmla="*/ 28 h 64"/>
                  <a:gd name="T28" fmla="*/ 0 w 30"/>
                  <a:gd name="T29" fmla="*/ 28 h 64"/>
                  <a:gd name="T30" fmla="*/ 0 w 30"/>
                  <a:gd name="T31" fmla="*/ 28 h 64"/>
                  <a:gd name="T32" fmla="*/ 0 w 30"/>
                  <a:gd name="T33" fmla="*/ 36 h 64"/>
                  <a:gd name="T34" fmla="*/ 2 w 30"/>
                  <a:gd name="T35" fmla="*/ 44 h 64"/>
                  <a:gd name="T36" fmla="*/ 2 w 30"/>
                  <a:gd name="T37" fmla="*/ 44 h 64"/>
                  <a:gd name="T38" fmla="*/ 2 w 30"/>
                  <a:gd name="T39" fmla="*/ 50 h 64"/>
                  <a:gd name="T40" fmla="*/ 4 w 30"/>
                  <a:gd name="T41" fmla="*/ 56 h 64"/>
                  <a:gd name="T42" fmla="*/ 6 w 30"/>
                  <a:gd name="T43" fmla="*/ 58 h 64"/>
                  <a:gd name="T44" fmla="*/ 6 w 30"/>
                  <a:gd name="T45" fmla="*/ 58 h 64"/>
                  <a:gd name="T46" fmla="*/ 8 w 30"/>
                  <a:gd name="T47" fmla="*/ 62 h 64"/>
                  <a:gd name="T48" fmla="*/ 8 w 30"/>
                  <a:gd name="T49" fmla="*/ 62 h 64"/>
                  <a:gd name="T50" fmla="*/ 14 w 30"/>
                  <a:gd name="T51" fmla="*/ 64 h 64"/>
                  <a:gd name="T52" fmla="*/ 14 w 30"/>
                  <a:gd name="T53" fmla="*/ 64 h 64"/>
                  <a:gd name="T54" fmla="*/ 20 w 30"/>
                  <a:gd name="T55" fmla="*/ 60 h 64"/>
                  <a:gd name="T56" fmla="*/ 26 w 30"/>
                  <a:gd name="T57" fmla="*/ 56 h 64"/>
                  <a:gd name="T58" fmla="*/ 26 w 30"/>
                  <a:gd name="T59" fmla="*/ 56 h 64"/>
                  <a:gd name="T60" fmla="*/ 28 w 30"/>
                  <a:gd name="T61" fmla="*/ 52 h 64"/>
                  <a:gd name="T62" fmla="*/ 30 w 30"/>
                  <a:gd name="T63" fmla="*/ 48 h 64"/>
                  <a:gd name="T64" fmla="*/ 30 w 30"/>
                  <a:gd name="T65" fmla="*/ 38 h 64"/>
                  <a:gd name="T66" fmla="*/ 30 w 30"/>
                  <a:gd name="T67" fmla="*/ 38 h 64"/>
                  <a:gd name="T68" fmla="*/ 28 w 30"/>
                  <a:gd name="T69" fmla="*/ 38 h 64"/>
                  <a:gd name="T70" fmla="*/ 28 w 30"/>
                  <a:gd name="T71" fmla="*/ 38 h 64"/>
                  <a:gd name="T72" fmla="*/ 28 w 30"/>
                  <a:gd name="T73" fmla="*/ 30 h 64"/>
                  <a:gd name="T74" fmla="*/ 28 w 30"/>
                  <a:gd name="T75" fmla="*/ 30 h 64"/>
                  <a:gd name="T76" fmla="*/ 24 w 30"/>
                  <a:gd name="T77" fmla="*/ 26 h 64"/>
                  <a:gd name="T78" fmla="*/ 24 w 30"/>
                  <a:gd name="T79" fmla="*/ 26 h 64"/>
                  <a:gd name="T80" fmla="*/ 22 w 30"/>
                  <a:gd name="T81" fmla="*/ 20 h 64"/>
                  <a:gd name="T82" fmla="*/ 22 w 30"/>
                  <a:gd name="T83" fmla="*/ 20 h 64"/>
                  <a:gd name="T84" fmla="*/ 20 w 30"/>
                  <a:gd name="T85" fmla="*/ 20 h 64"/>
                  <a:gd name="T86" fmla="*/ 16 w 30"/>
                  <a:gd name="T87" fmla="*/ 16 h 64"/>
                  <a:gd name="T88" fmla="*/ 16 w 30"/>
                  <a:gd name="T89" fmla="*/ 16 h 64"/>
                  <a:gd name="T90" fmla="*/ 16 w 30"/>
                  <a:gd name="T91" fmla="*/ 14 h 64"/>
                  <a:gd name="T92" fmla="*/ 16 w 30"/>
                  <a:gd name="T93" fmla="*/ 14 h 64"/>
                  <a:gd name="T94" fmla="*/ 12 w 30"/>
                  <a:gd name="T95" fmla="*/ 12 h 64"/>
                  <a:gd name="T96" fmla="*/ 12 w 30"/>
                  <a:gd name="T97" fmla="*/ 12 h 64"/>
                  <a:gd name="T98" fmla="*/ 10 w 30"/>
                  <a:gd name="T99" fmla="*/ 6 h 64"/>
                  <a:gd name="T100" fmla="*/ 8 w 30"/>
                  <a:gd name="T101" fmla="*/ 0 h 64"/>
                  <a:gd name="T102" fmla="*/ 8 w 30"/>
                  <a:gd name="T103" fmla="*/ 0 h 64"/>
                  <a:gd name="T104" fmla="*/ 4 w 30"/>
                  <a:gd name="T105" fmla="*/ 0 h 64"/>
                  <a:gd name="T106" fmla="*/ 4 w 30"/>
                  <a:gd name="T10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 h="64">
                    <a:moveTo>
                      <a:pt x="4" y="0"/>
                    </a:moveTo>
                    <a:lnTo>
                      <a:pt x="4" y="0"/>
                    </a:lnTo>
                    <a:lnTo>
                      <a:pt x="4" y="2"/>
                    </a:lnTo>
                    <a:lnTo>
                      <a:pt x="4" y="2"/>
                    </a:lnTo>
                    <a:lnTo>
                      <a:pt x="4" y="6"/>
                    </a:lnTo>
                    <a:lnTo>
                      <a:pt x="6" y="8"/>
                    </a:lnTo>
                    <a:lnTo>
                      <a:pt x="6" y="10"/>
                    </a:lnTo>
                    <a:lnTo>
                      <a:pt x="6" y="10"/>
                    </a:lnTo>
                    <a:lnTo>
                      <a:pt x="4" y="12"/>
                    </a:lnTo>
                    <a:lnTo>
                      <a:pt x="4" y="12"/>
                    </a:lnTo>
                    <a:lnTo>
                      <a:pt x="4" y="18"/>
                    </a:lnTo>
                    <a:lnTo>
                      <a:pt x="4" y="18"/>
                    </a:lnTo>
                    <a:lnTo>
                      <a:pt x="0" y="28"/>
                    </a:lnTo>
                    <a:lnTo>
                      <a:pt x="0" y="28"/>
                    </a:lnTo>
                    <a:lnTo>
                      <a:pt x="0" y="28"/>
                    </a:lnTo>
                    <a:lnTo>
                      <a:pt x="0" y="28"/>
                    </a:lnTo>
                    <a:lnTo>
                      <a:pt x="0" y="36"/>
                    </a:lnTo>
                    <a:lnTo>
                      <a:pt x="2" y="44"/>
                    </a:lnTo>
                    <a:lnTo>
                      <a:pt x="2" y="44"/>
                    </a:lnTo>
                    <a:lnTo>
                      <a:pt x="2" y="50"/>
                    </a:lnTo>
                    <a:lnTo>
                      <a:pt x="4" y="56"/>
                    </a:lnTo>
                    <a:lnTo>
                      <a:pt x="6" y="58"/>
                    </a:lnTo>
                    <a:lnTo>
                      <a:pt x="6" y="58"/>
                    </a:lnTo>
                    <a:lnTo>
                      <a:pt x="8" y="62"/>
                    </a:lnTo>
                    <a:lnTo>
                      <a:pt x="8" y="62"/>
                    </a:lnTo>
                    <a:lnTo>
                      <a:pt x="14" y="64"/>
                    </a:lnTo>
                    <a:lnTo>
                      <a:pt x="14" y="64"/>
                    </a:lnTo>
                    <a:lnTo>
                      <a:pt x="20" y="60"/>
                    </a:lnTo>
                    <a:lnTo>
                      <a:pt x="26" y="56"/>
                    </a:lnTo>
                    <a:lnTo>
                      <a:pt x="26" y="56"/>
                    </a:lnTo>
                    <a:lnTo>
                      <a:pt x="28" y="52"/>
                    </a:lnTo>
                    <a:lnTo>
                      <a:pt x="30" y="48"/>
                    </a:lnTo>
                    <a:lnTo>
                      <a:pt x="30" y="38"/>
                    </a:lnTo>
                    <a:lnTo>
                      <a:pt x="30" y="38"/>
                    </a:lnTo>
                    <a:lnTo>
                      <a:pt x="28" y="38"/>
                    </a:lnTo>
                    <a:lnTo>
                      <a:pt x="28" y="38"/>
                    </a:lnTo>
                    <a:lnTo>
                      <a:pt x="28" y="30"/>
                    </a:lnTo>
                    <a:lnTo>
                      <a:pt x="28" y="30"/>
                    </a:lnTo>
                    <a:lnTo>
                      <a:pt x="24" y="26"/>
                    </a:lnTo>
                    <a:lnTo>
                      <a:pt x="24" y="26"/>
                    </a:lnTo>
                    <a:lnTo>
                      <a:pt x="22" y="20"/>
                    </a:lnTo>
                    <a:lnTo>
                      <a:pt x="22" y="20"/>
                    </a:lnTo>
                    <a:lnTo>
                      <a:pt x="20" y="20"/>
                    </a:lnTo>
                    <a:lnTo>
                      <a:pt x="16" y="16"/>
                    </a:lnTo>
                    <a:lnTo>
                      <a:pt x="16" y="16"/>
                    </a:lnTo>
                    <a:lnTo>
                      <a:pt x="16" y="14"/>
                    </a:lnTo>
                    <a:lnTo>
                      <a:pt x="16" y="14"/>
                    </a:lnTo>
                    <a:lnTo>
                      <a:pt x="12" y="12"/>
                    </a:lnTo>
                    <a:lnTo>
                      <a:pt x="12" y="12"/>
                    </a:lnTo>
                    <a:lnTo>
                      <a:pt x="10" y="6"/>
                    </a:lnTo>
                    <a:lnTo>
                      <a:pt x="8" y="0"/>
                    </a:lnTo>
                    <a:lnTo>
                      <a:pt x="8" y="0"/>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6" name="Freeform 42">
                <a:extLst>
                  <a:ext uri="{FF2B5EF4-FFF2-40B4-BE49-F238E27FC236}">
                    <a16:creationId xmlns:a16="http://schemas.microsoft.com/office/drawing/2014/main" id="{45D2D24D-650A-C54A-9C51-53E2FA37F0B5}"/>
                  </a:ext>
                </a:extLst>
              </p:cNvPr>
              <p:cNvSpPr>
                <a:spLocks/>
              </p:cNvSpPr>
              <p:nvPr/>
            </p:nvSpPr>
            <p:spPr bwMode="auto">
              <a:xfrm>
                <a:off x="9202680" y="3070091"/>
                <a:ext cx="78277" cy="148174"/>
              </a:xfrm>
              <a:custGeom>
                <a:avLst/>
                <a:gdLst>
                  <a:gd name="T0" fmla="*/ 6 w 40"/>
                  <a:gd name="T1" fmla="*/ 10 h 74"/>
                  <a:gd name="T2" fmla="*/ 10 w 40"/>
                  <a:gd name="T3" fmla="*/ 20 h 74"/>
                  <a:gd name="T4" fmla="*/ 10 w 40"/>
                  <a:gd name="T5" fmla="*/ 22 h 74"/>
                  <a:gd name="T6" fmla="*/ 10 w 40"/>
                  <a:gd name="T7" fmla="*/ 24 h 74"/>
                  <a:gd name="T8" fmla="*/ 4 w 40"/>
                  <a:gd name="T9" fmla="*/ 24 h 74"/>
                  <a:gd name="T10" fmla="*/ 4 w 40"/>
                  <a:gd name="T11" fmla="*/ 28 h 74"/>
                  <a:gd name="T12" fmla="*/ 10 w 40"/>
                  <a:gd name="T13" fmla="*/ 32 h 74"/>
                  <a:gd name="T14" fmla="*/ 6 w 40"/>
                  <a:gd name="T15" fmla="*/ 36 h 74"/>
                  <a:gd name="T16" fmla="*/ 6 w 40"/>
                  <a:gd name="T17" fmla="*/ 38 h 74"/>
                  <a:gd name="T18" fmla="*/ 10 w 40"/>
                  <a:gd name="T19" fmla="*/ 44 h 74"/>
                  <a:gd name="T20" fmla="*/ 4 w 40"/>
                  <a:gd name="T21" fmla="*/ 52 h 74"/>
                  <a:gd name="T22" fmla="*/ 4 w 40"/>
                  <a:gd name="T23" fmla="*/ 56 h 74"/>
                  <a:gd name="T24" fmla="*/ 4 w 40"/>
                  <a:gd name="T25" fmla="*/ 60 h 74"/>
                  <a:gd name="T26" fmla="*/ 2 w 40"/>
                  <a:gd name="T27" fmla="*/ 64 h 74"/>
                  <a:gd name="T28" fmla="*/ 2 w 40"/>
                  <a:gd name="T29" fmla="*/ 70 h 74"/>
                  <a:gd name="T30" fmla="*/ 2 w 40"/>
                  <a:gd name="T31" fmla="*/ 70 h 74"/>
                  <a:gd name="T32" fmla="*/ 0 w 40"/>
                  <a:gd name="T33" fmla="*/ 72 h 74"/>
                  <a:gd name="T34" fmla="*/ 6 w 40"/>
                  <a:gd name="T35" fmla="*/ 74 h 74"/>
                  <a:gd name="T36" fmla="*/ 6 w 40"/>
                  <a:gd name="T37" fmla="*/ 74 h 74"/>
                  <a:gd name="T38" fmla="*/ 14 w 40"/>
                  <a:gd name="T39" fmla="*/ 70 h 74"/>
                  <a:gd name="T40" fmla="*/ 14 w 40"/>
                  <a:gd name="T41" fmla="*/ 66 h 74"/>
                  <a:gd name="T42" fmla="*/ 30 w 40"/>
                  <a:gd name="T43" fmla="*/ 64 h 74"/>
                  <a:gd name="T44" fmla="*/ 30 w 40"/>
                  <a:gd name="T45" fmla="*/ 60 h 74"/>
                  <a:gd name="T46" fmla="*/ 30 w 40"/>
                  <a:gd name="T47" fmla="*/ 58 h 74"/>
                  <a:gd name="T48" fmla="*/ 38 w 40"/>
                  <a:gd name="T49" fmla="*/ 56 h 74"/>
                  <a:gd name="T50" fmla="*/ 40 w 40"/>
                  <a:gd name="T51" fmla="*/ 52 h 74"/>
                  <a:gd name="T52" fmla="*/ 40 w 40"/>
                  <a:gd name="T53" fmla="*/ 24 h 74"/>
                  <a:gd name="T54" fmla="*/ 38 w 40"/>
                  <a:gd name="T55" fmla="*/ 20 h 74"/>
                  <a:gd name="T56" fmla="*/ 34 w 40"/>
                  <a:gd name="T57" fmla="*/ 16 h 74"/>
                  <a:gd name="T58" fmla="*/ 34 w 40"/>
                  <a:gd name="T59" fmla="*/ 12 h 74"/>
                  <a:gd name="T60" fmla="*/ 30 w 40"/>
                  <a:gd name="T61" fmla="*/ 10 h 74"/>
                  <a:gd name="T62" fmla="*/ 30 w 40"/>
                  <a:gd name="T63" fmla="*/ 6 h 74"/>
                  <a:gd name="T64" fmla="*/ 30 w 40"/>
                  <a:gd name="T65" fmla="*/ 4 h 74"/>
                  <a:gd name="T66" fmla="*/ 30 w 40"/>
                  <a:gd name="T67" fmla="*/ 2 h 74"/>
                  <a:gd name="T68" fmla="*/ 22 w 40"/>
                  <a:gd name="T69" fmla="*/ 4 h 74"/>
                  <a:gd name="T70" fmla="*/ 12 w 40"/>
                  <a:gd name="T71" fmla="*/ 2 h 74"/>
                  <a:gd name="T72" fmla="*/ 6 w 40"/>
                  <a:gd name="T73" fmla="*/ 1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74">
                    <a:moveTo>
                      <a:pt x="6" y="10"/>
                    </a:moveTo>
                    <a:lnTo>
                      <a:pt x="6" y="10"/>
                    </a:lnTo>
                    <a:lnTo>
                      <a:pt x="8" y="20"/>
                    </a:lnTo>
                    <a:lnTo>
                      <a:pt x="10" y="20"/>
                    </a:lnTo>
                    <a:lnTo>
                      <a:pt x="10" y="20"/>
                    </a:lnTo>
                    <a:lnTo>
                      <a:pt x="10" y="22"/>
                    </a:lnTo>
                    <a:lnTo>
                      <a:pt x="10" y="24"/>
                    </a:lnTo>
                    <a:lnTo>
                      <a:pt x="10" y="24"/>
                    </a:lnTo>
                    <a:lnTo>
                      <a:pt x="4" y="24"/>
                    </a:lnTo>
                    <a:lnTo>
                      <a:pt x="4" y="24"/>
                    </a:lnTo>
                    <a:lnTo>
                      <a:pt x="4" y="28"/>
                    </a:lnTo>
                    <a:lnTo>
                      <a:pt x="4" y="28"/>
                    </a:lnTo>
                    <a:lnTo>
                      <a:pt x="10" y="32"/>
                    </a:lnTo>
                    <a:lnTo>
                      <a:pt x="10" y="32"/>
                    </a:lnTo>
                    <a:lnTo>
                      <a:pt x="6" y="34"/>
                    </a:lnTo>
                    <a:lnTo>
                      <a:pt x="6" y="36"/>
                    </a:lnTo>
                    <a:lnTo>
                      <a:pt x="6" y="38"/>
                    </a:lnTo>
                    <a:lnTo>
                      <a:pt x="6" y="38"/>
                    </a:lnTo>
                    <a:lnTo>
                      <a:pt x="10" y="44"/>
                    </a:lnTo>
                    <a:lnTo>
                      <a:pt x="10" y="44"/>
                    </a:lnTo>
                    <a:lnTo>
                      <a:pt x="8" y="48"/>
                    </a:lnTo>
                    <a:lnTo>
                      <a:pt x="4" y="52"/>
                    </a:lnTo>
                    <a:lnTo>
                      <a:pt x="4" y="52"/>
                    </a:lnTo>
                    <a:lnTo>
                      <a:pt x="4" y="56"/>
                    </a:lnTo>
                    <a:lnTo>
                      <a:pt x="4" y="60"/>
                    </a:lnTo>
                    <a:lnTo>
                      <a:pt x="4" y="60"/>
                    </a:lnTo>
                    <a:lnTo>
                      <a:pt x="2" y="64"/>
                    </a:lnTo>
                    <a:lnTo>
                      <a:pt x="2" y="64"/>
                    </a:lnTo>
                    <a:lnTo>
                      <a:pt x="2" y="68"/>
                    </a:lnTo>
                    <a:lnTo>
                      <a:pt x="2" y="70"/>
                    </a:lnTo>
                    <a:lnTo>
                      <a:pt x="2" y="70"/>
                    </a:lnTo>
                    <a:lnTo>
                      <a:pt x="2" y="70"/>
                    </a:lnTo>
                    <a:lnTo>
                      <a:pt x="0" y="72"/>
                    </a:lnTo>
                    <a:lnTo>
                      <a:pt x="0" y="72"/>
                    </a:lnTo>
                    <a:lnTo>
                      <a:pt x="4" y="74"/>
                    </a:lnTo>
                    <a:lnTo>
                      <a:pt x="6" y="74"/>
                    </a:lnTo>
                    <a:lnTo>
                      <a:pt x="6" y="74"/>
                    </a:lnTo>
                    <a:lnTo>
                      <a:pt x="6" y="74"/>
                    </a:lnTo>
                    <a:lnTo>
                      <a:pt x="14" y="70"/>
                    </a:lnTo>
                    <a:lnTo>
                      <a:pt x="14" y="70"/>
                    </a:lnTo>
                    <a:lnTo>
                      <a:pt x="14" y="66"/>
                    </a:lnTo>
                    <a:lnTo>
                      <a:pt x="14" y="66"/>
                    </a:lnTo>
                    <a:lnTo>
                      <a:pt x="22" y="64"/>
                    </a:lnTo>
                    <a:lnTo>
                      <a:pt x="30" y="64"/>
                    </a:lnTo>
                    <a:lnTo>
                      <a:pt x="30" y="64"/>
                    </a:lnTo>
                    <a:lnTo>
                      <a:pt x="30" y="60"/>
                    </a:lnTo>
                    <a:lnTo>
                      <a:pt x="30" y="58"/>
                    </a:lnTo>
                    <a:lnTo>
                      <a:pt x="30" y="58"/>
                    </a:lnTo>
                    <a:lnTo>
                      <a:pt x="36" y="58"/>
                    </a:lnTo>
                    <a:lnTo>
                      <a:pt x="38" y="56"/>
                    </a:lnTo>
                    <a:lnTo>
                      <a:pt x="38" y="56"/>
                    </a:lnTo>
                    <a:lnTo>
                      <a:pt x="40" y="52"/>
                    </a:lnTo>
                    <a:lnTo>
                      <a:pt x="40" y="40"/>
                    </a:lnTo>
                    <a:lnTo>
                      <a:pt x="40" y="24"/>
                    </a:lnTo>
                    <a:lnTo>
                      <a:pt x="40" y="24"/>
                    </a:lnTo>
                    <a:lnTo>
                      <a:pt x="38" y="20"/>
                    </a:lnTo>
                    <a:lnTo>
                      <a:pt x="34" y="16"/>
                    </a:lnTo>
                    <a:lnTo>
                      <a:pt x="34" y="16"/>
                    </a:lnTo>
                    <a:lnTo>
                      <a:pt x="34" y="12"/>
                    </a:lnTo>
                    <a:lnTo>
                      <a:pt x="34" y="12"/>
                    </a:lnTo>
                    <a:lnTo>
                      <a:pt x="32" y="10"/>
                    </a:lnTo>
                    <a:lnTo>
                      <a:pt x="30" y="10"/>
                    </a:lnTo>
                    <a:lnTo>
                      <a:pt x="30" y="10"/>
                    </a:lnTo>
                    <a:lnTo>
                      <a:pt x="30" y="6"/>
                    </a:lnTo>
                    <a:lnTo>
                      <a:pt x="30" y="4"/>
                    </a:lnTo>
                    <a:lnTo>
                      <a:pt x="30" y="4"/>
                    </a:lnTo>
                    <a:lnTo>
                      <a:pt x="30" y="2"/>
                    </a:lnTo>
                    <a:lnTo>
                      <a:pt x="30" y="2"/>
                    </a:lnTo>
                    <a:lnTo>
                      <a:pt x="22" y="4"/>
                    </a:lnTo>
                    <a:lnTo>
                      <a:pt x="22" y="4"/>
                    </a:lnTo>
                    <a:lnTo>
                      <a:pt x="16" y="0"/>
                    </a:lnTo>
                    <a:lnTo>
                      <a:pt x="12" y="2"/>
                    </a:lnTo>
                    <a:lnTo>
                      <a:pt x="4" y="10"/>
                    </a:lnTo>
                    <a:lnTo>
                      <a:pt x="6"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7" name="Freeform 46">
                <a:extLst>
                  <a:ext uri="{FF2B5EF4-FFF2-40B4-BE49-F238E27FC236}">
                    <a16:creationId xmlns:a16="http://schemas.microsoft.com/office/drawing/2014/main" id="{20FA36DB-A6DF-E743-910C-922C3813925C}"/>
                  </a:ext>
                </a:extLst>
              </p:cNvPr>
              <p:cNvSpPr>
                <a:spLocks noEditPoints="1"/>
              </p:cNvSpPr>
              <p:nvPr/>
            </p:nvSpPr>
            <p:spPr bwMode="auto">
              <a:xfrm>
                <a:off x="9977614" y="4623917"/>
                <a:ext cx="152639" cy="140165"/>
              </a:xfrm>
              <a:custGeom>
                <a:avLst/>
                <a:gdLst>
                  <a:gd name="T0" fmla="*/ 66 w 78"/>
                  <a:gd name="T1" fmla="*/ 60 h 70"/>
                  <a:gd name="T2" fmla="*/ 66 w 78"/>
                  <a:gd name="T3" fmla="*/ 64 h 70"/>
                  <a:gd name="T4" fmla="*/ 70 w 78"/>
                  <a:gd name="T5" fmla="*/ 66 h 70"/>
                  <a:gd name="T6" fmla="*/ 78 w 78"/>
                  <a:gd name="T7" fmla="*/ 70 h 70"/>
                  <a:gd name="T8" fmla="*/ 78 w 78"/>
                  <a:gd name="T9" fmla="*/ 68 h 70"/>
                  <a:gd name="T10" fmla="*/ 76 w 78"/>
                  <a:gd name="T11" fmla="*/ 68 h 70"/>
                  <a:gd name="T12" fmla="*/ 66 w 78"/>
                  <a:gd name="T13" fmla="*/ 60 h 70"/>
                  <a:gd name="T14" fmla="*/ 42 w 78"/>
                  <a:gd name="T15" fmla="*/ 44 h 70"/>
                  <a:gd name="T16" fmla="*/ 42 w 78"/>
                  <a:gd name="T17" fmla="*/ 46 h 70"/>
                  <a:gd name="T18" fmla="*/ 42 w 78"/>
                  <a:gd name="T19" fmla="*/ 50 h 70"/>
                  <a:gd name="T20" fmla="*/ 50 w 78"/>
                  <a:gd name="T21" fmla="*/ 52 h 70"/>
                  <a:gd name="T22" fmla="*/ 58 w 78"/>
                  <a:gd name="T23" fmla="*/ 52 h 70"/>
                  <a:gd name="T24" fmla="*/ 56 w 78"/>
                  <a:gd name="T25" fmla="*/ 48 h 70"/>
                  <a:gd name="T26" fmla="*/ 42 w 78"/>
                  <a:gd name="T27" fmla="*/ 44 h 70"/>
                  <a:gd name="T28" fmla="*/ 54 w 78"/>
                  <a:gd name="T29" fmla="*/ 30 h 70"/>
                  <a:gd name="T30" fmla="*/ 58 w 78"/>
                  <a:gd name="T31" fmla="*/ 40 h 70"/>
                  <a:gd name="T32" fmla="*/ 62 w 78"/>
                  <a:gd name="T33" fmla="*/ 44 h 70"/>
                  <a:gd name="T34" fmla="*/ 62 w 78"/>
                  <a:gd name="T35" fmla="*/ 46 h 70"/>
                  <a:gd name="T36" fmla="*/ 66 w 78"/>
                  <a:gd name="T37" fmla="*/ 46 h 70"/>
                  <a:gd name="T38" fmla="*/ 56 w 78"/>
                  <a:gd name="T39" fmla="*/ 30 h 70"/>
                  <a:gd name="T40" fmla="*/ 12 w 78"/>
                  <a:gd name="T41" fmla="*/ 20 h 70"/>
                  <a:gd name="T42" fmla="*/ 10 w 78"/>
                  <a:gd name="T43" fmla="*/ 26 h 70"/>
                  <a:gd name="T44" fmla="*/ 14 w 78"/>
                  <a:gd name="T45" fmla="*/ 30 h 70"/>
                  <a:gd name="T46" fmla="*/ 16 w 78"/>
                  <a:gd name="T47" fmla="*/ 30 h 70"/>
                  <a:gd name="T48" fmla="*/ 18 w 78"/>
                  <a:gd name="T49" fmla="*/ 30 h 70"/>
                  <a:gd name="T50" fmla="*/ 16 w 78"/>
                  <a:gd name="T51" fmla="*/ 22 h 70"/>
                  <a:gd name="T52" fmla="*/ 12 w 78"/>
                  <a:gd name="T53" fmla="*/ 20 h 70"/>
                  <a:gd name="T54" fmla="*/ 28 w 78"/>
                  <a:gd name="T55" fmla="*/ 12 h 70"/>
                  <a:gd name="T56" fmla="*/ 26 w 78"/>
                  <a:gd name="T57" fmla="*/ 16 h 70"/>
                  <a:gd name="T58" fmla="*/ 42 w 78"/>
                  <a:gd name="T59" fmla="*/ 28 h 70"/>
                  <a:gd name="T60" fmla="*/ 42 w 78"/>
                  <a:gd name="T61" fmla="*/ 26 h 70"/>
                  <a:gd name="T62" fmla="*/ 38 w 78"/>
                  <a:gd name="T63" fmla="*/ 22 h 70"/>
                  <a:gd name="T64" fmla="*/ 36 w 78"/>
                  <a:gd name="T65" fmla="*/ 16 h 70"/>
                  <a:gd name="T66" fmla="*/ 28 w 78"/>
                  <a:gd name="T67" fmla="*/ 12 h 70"/>
                  <a:gd name="T68" fmla="*/ 0 w 78"/>
                  <a:gd name="T69" fmla="*/ 0 h 70"/>
                  <a:gd name="T70" fmla="*/ 2 w 78"/>
                  <a:gd name="T71" fmla="*/ 4 h 70"/>
                  <a:gd name="T72" fmla="*/ 6 w 78"/>
                  <a:gd name="T73" fmla="*/ 10 h 70"/>
                  <a:gd name="T74" fmla="*/ 12 w 78"/>
                  <a:gd name="T75" fmla="*/ 10 h 70"/>
                  <a:gd name="T76" fmla="*/ 10 w 78"/>
                  <a:gd name="T77" fmla="*/ 8 h 70"/>
                  <a:gd name="T78" fmla="*/ 0 w 78"/>
                  <a:gd name="T7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 h="70">
                    <a:moveTo>
                      <a:pt x="66" y="60"/>
                    </a:moveTo>
                    <a:lnTo>
                      <a:pt x="66" y="60"/>
                    </a:lnTo>
                    <a:lnTo>
                      <a:pt x="66" y="62"/>
                    </a:lnTo>
                    <a:lnTo>
                      <a:pt x="66" y="64"/>
                    </a:lnTo>
                    <a:lnTo>
                      <a:pt x="66" y="64"/>
                    </a:lnTo>
                    <a:lnTo>
                      <a:pt x="70" y="66"/>
                    </a:lnTo>
                    <a:lnTo>
                      <a:pt x="74" y="68"/>
                    </a:lnTo>
                    <a:lnTo>
                      <a:pt x="78" y="70"/>
                    </a:lnTo>
                    <a:lnTo>
                      <a:pt x="78" y="68"/>
                    </a:lnTo>
                    <a:lnTo>
                      <a:pt x="78" y="68"/>
                    </a:lnTo>
                    <a:lnTo>
                      <a:pt x="76" y="68"/>
                    </a:lnTo>
                    <a:lnTo>
                      <a:pt x="76" y="68"/>
                    </a:lnTo>
                    <a:lnTo>
                      <a:pt x="72" y="64"/>
                    </a:lnTo>
                    <a:lnTo>
                      <a:pt x="66" y="60"/>
                    </a:lnTo>
                    <a:lnTo>
                      <a:pt x="66" y="60"/>
                    </a:lnTo>
                    <a:close/>
                    <a:moveTo>
                      <a:pt x="42" y="44"/>
                    </a:moveTo>
                    <a:lnTo>
                      <a:pt x="42" y="44"/>
                    </a:lnTo>
                    <a:lnTo>
                      <a:pt x="42" y="46"/>
                    </a:lnTo>
                    <a:lnTo>
                      <a:pt x="42" y="50"/>
                    </a:lnTo>
                    <a:lnTo>
                      <a:pt x="42" y="50"/>
                    </a:lnTo>
                    <a:lnTo>
                      <a:pt x="46" y="52"/>
                    </a:lnTo>
                    <a:lnTo>
                      <a:pt x="50" y="52"/>
                    </a:lnTo>
                    <a:lnTo>
                      <a:pt x="58" y="52"/>
                    </a:lnTo>
                    <a:lnTo>
                      <a:pt x="58" y="52"/>
                    </a:lnTo>
                    <a:lnTo>
                      <a:pt x="56" y="48"/>
                    </a:lnTo>
                    <a:lnTo>
                      <a:pt x="56" y="48"/>
                    </a:lnTo>
                    <a:lnTo>
                      <a:pt x="42" y="44"/>
                    </a:lnTo>
                    <a:lnTo>
                      <a:pt x="42" y="44"/>
                    </a:lnTo>
                    <a:close/>
                    <a:moveTo>
                      <a:pt x="54" y="30"/>
                    </a:moveTo>
                    <a:lnTo>
                      <a:pt x="54" y="30"/>
                    </a:lnTo>
                    <a:lnTo>
                      <a:pt x="56" y="36"/>
                    </a:lnTo>
                    <a:lnTo>
                      <a:pt x="58" y="40"/>
                    </a:lnTo>
                    <a:lnTo>
                      <a:pt x="58" y="40"/>
                    </a:lnTo>
                    <a:lnTo>
                      <a:pt x="62" y="44"/>
                    </a:lnTo>
                    <a:lnTo>
                      <a:pt x="62" y="46"/>
                    </a:lnTo>
                    <a:lnTo>
                      <a:pt x="62" y="46"/>
                    </a:lnTo>
                    <a:lnTo>
                      <a:pt x="66" y="46"/>
                    </a:lnTo>
                    <a:lnTo>
                      <a:pt x="66" y="46"/>
                    </a:lnTo>
                    <a:lnTo>
                      <a:pt x="62" y="38"/>
                    </a:lnTo>
                    <a:lnTo>
                      <a:pt x="56" y="30"/>
                    </a:lnTo>
                    <a:lnTo>
                      <a:pt x="54" y="30"/>
                    </a:lnTo>
                    <a:close/>
                    <a:moveTo>
                      <a:pt x="12" y="20"/>
                    </a:moveTo>
                    <a:lnTo>
                      <a:pt x="12" y="20"/>
                    </a:lnTo>
                    <a:lnTo>
                      <a:pt x="10" y="26"/>
                    </a:lnTo>
                    <a:lnTo>
                      <a:pt x="14" y="30"/>
                    </a:lnTo>
                    <a:lnTo>
                      <a:pt x="14" y="30"/>
                    </a:lnTo>
                    <a:lnTo>
                      <a:pt x="14" y="30"/>
                    </a:lnTo>
                    <a:lnTo>
                      <a:pt x="16" y="30"/>
                    </a:lnTo>
                    <a:lnTo>
                      <a:pt x="18" y="30"/>
                    </a:lnTo>
                    <a:lnTo>
                      <a:pt x="18" y="30"/>
                    </a:lnTo>
                    <a:lnTo>
                      <a:pt x="18" y="26"/>
                    </a:lnTo>
                    <a:lnTo>
                      <a:pt x="16" y="22"/>
                    </a:lnTo>
                    <a:lnTo>
                      <a:pt x="16" y="22"/>
                    </a:lnTo>
                    <a:lnTo>
                      <a:pt x="12" y="20"/>
                    </a:lnTo>
                    <a:lnTo>
                      <a:pt x="12" y="20"/>
                    </a:lnTo>
                    <a:close/>
                    <a:moveTo>
                      <a:pt x="28" y="12"/>
                    </a:moveTo>
                    <a:lnTo>
                      <a:pt x="28" y="12"/>
                    </a:lnTo>
                    <a:lnTo>
                      <a:pt x="26" y="16"/>
                    </a:lnTo>
                    <a:lnTo>
                      <a:pt x="26" y="16"/>
                    </a:lnTo>
                    <a:lnTo>
                      <a:pt x="42" y="28"/>
                    </a:lnTo>
                    <a:lnTo>
                      <a:pt x="42" y="28"/>
                    </a:lnTo>
                    <a:lnTo>
                      <a:pt x="42" y="26"/>
                    </a:lnTo>
                    <a:lnTo>
                      <a:pt x="42" y="26"/>
                    </a:lnTo>
                    <a:lnTo>
                      <a:pt x="38" y="22"/>
                    </a:lnTo>
                    <a:lnTo>
                      <a:pt x="38" y="22"/>
                    </a:lnTo>
                    <a:lnTo>
                      <a:pt x="36" y="16"/>
                    </a:lnTo>
                    <a:lnTo>
                      <a:pt x="36" y="16"/>
                    </a:lnTo>
                    <a:lnTo>
                      <a:pt x="28" y="12"/>
                    </a:lnTo>
                    <a:lnTo>
                      <a:pt x="28" y="12"/>
                    </a:lnTo>
                    <a:close/>
                    <a:moveTo>
                      <a:pt x="0" y="0"/>
                    </a:moveTo>
                    <a:lnTo>
                      <a:pt x="0" y="0"/>
                    </a:lnTo>
                    <a:lnTo>
                      <a:pt x="2" y="4"/>
                    </a:lnTo>
                    <a:lnTo>
                      <a:pt x="4" y="8"/>
                    </a:lnTo>
                    <a:lnTo>
                      <a:pt x="6" y="10"/>
                    </a:lnTo>
                    <a:lnTo>
                      <a:pt x="12" y="10"/>
                    </a:lnTo>
                    <a:lnTo>
                      <a:pt x="12" y="10"/>
                    </a:lnTo>
                    <a:lnTo>
                      <a:pt x="10" y="8"/>
                    </a:lnTo>
                    <a:lnTo>
                      <a:pt x="10" y="8"/>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8" name="Freeform 89">
                <a:extLst>
                  <a:ext uri="{FF2B5EF4-FFF2-40B4-BE49-F238E27FC236}">
                    <a16:creationId xmlns:a16="http://schemas.microsoft.com/office/drawing/2014/main" id="{1891D105-3CFC-F94F-886A-39C93736CE07}"/>
                  </a:ext>
                </a:extLst>
              </p:cNvPr>
              <p:cNvSpPr>
                <a:spLocks/>
              </p:cNvSpPr>
              <p:nvPr/>
            </p:nvSpPr>
            <p:spPr bwMode="auto">
              <a:xfrm>
                <a:off x="8701713" y="2489409"/>
                <a:ext cx="3914"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2 w 2"/>
                  <a:gd name="T13" fmla="*/ 0 h 2"/>
                  <a:gd name="T14" fmla="*/ 0 w 2"/>
                  <a:gd name="T15" fmla="*/ 0 h 2"/>
                  <a:gd name="T16" fmla="*/ 0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0" y="0"/>
                    </a:moveTo>
                    <a:lnTo>
                      <a:pt x="0" y="0"/>
                    </a:lnTo>
                    <a:lnTo>
                      <a:pt x="0" y="2"/>
                    </a:lnTo>
                    <a:lnTo>
                      <a:pt x="2" y="2"/>
                    </a:lnTo>
                    <a:lnTo>
                      <a:pt x="2" y="2"/>
                    </a:lnTo>
                    <a:lnTo>
                      <a:pt x="2" y="0"/>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9" name="Freeform 110">
                <a:extLst>
                  <a:ext uri="{FF2B5EF4-FFF2-40B4-BE49-F238E27FC236}">
                    <a16:creationId xmlns:a16="http://schemas.microsoft.com/office/drawing/2014/main" id="{DE2BAF43-C21F-1441-BEB0-F4701AA10489}"/>
                  </a:ext>
                </a:extLst>
              </p:cNvPr>
              <p:cNvSpPr>
                <a:spLocks noEditPoints="1"/>
              </p:cNvSpPr>
              <p:nvPr/>
            </p:nvSpPr>
            <p:spPr bwMode="auto">
              <a:xfrm>
                <a:off x="8952196" y="3758901"/>
                <a:ext cx="246569" cy="444522"/>
              </a:xfrm>
              <a:custGeom>
                <a:avLst/>
                <a:gdLst>
                  <a:gd name="T0" fmla="*/ 112 w 126"/>
                  <a:gd name="T1" fmla="*/ 168 h 222"/>
                  <a:gd name="T2" fmla="*/ 96 w 126"/>
                  <a:gd name="T3" fmla="*/ 172 h 222"/>
                  <a:gd name="T4" fmla="*/ 86 w 126"/>
                  <a:gd name="T5" fmla="*/ 174 h 222"/>
                  <a:gd name="T6" fmla="*/ 76 w 126"/>
                  <a:gd name="T7" fmla="*/ 174 h 222"/>
                  <a:gd name="T8" fmla="*/ 66 w 126"/>
                  <a:gd name="T9" fmla="*/ 190 h 222"/>
                  <a:gd name="T10" fmla="*/ 70 w 126"/>
                  <a:gd name="T11" fmla="*/ 192 h 222"/>
                  <a:gd name="T12" fmla="*/ 86 w 126"/>
                  <a:gd name="T13" fmla="*/ 192 h 222"/>
                  <a:gd name="T14" fmla="*/ 92 w 126"/>
                  <a:gd name="T15" fmla="*/ 196 h 222"/>
                  <a:gd name="T16" fmla="*/ 100 w 126"/>
                  <a:gd name="T17" fmla="*/ 216 h 222"/>
                  <a:gd name="T18" fmla="*/ 114 w 126"/>
                  <a:gd name="T19" fmla="*/ 216 h 222"/>
                  <a:gd name="T20" fmla="*/ 118 w 126"/>
                  <a:gd name="T21" fmla="*/ 208 h 222"/>
                  <a:gd name="T22" fmla="*/ 126 w 126"/>
                  <a:gd name="T23" fmla="*/ 186 h 222"/>
                  <a:gd name="T24" fmla="*/ 96 w 126"/>
                  <a:gd name="T25" fmla="*/ 144 h 222"/>
                  <a:gd name="T26" fmla="*/ 104 w 126"/>
                  <a:gd name="T27" fmla="*/ 148 h 222"/>
                  <a:gd name="T28" fmla="*/ 78 w 126"/>
                  <a:gd name="T29" fmla="*/ 142 h 222"/>
                  <a:gd name="T30" fmla="*/ 78 w 126"/>
                  <a:gd name="T31" fmla="*/ 156 h 222"/>
                  <a:gd name="T32" fmla="*/ 86 w 126"/>
                  <a:gd name="T33" fmla="*/ 134 h 222"/>
                  <a:gd name="T34" fmla="*/ 92 w 126"/>
                  <a:gd name="T35" fmla="*/ 134 h 222"/>
                  <a:gd name="T36" fmla="*/ 88 w 126"/>
                  <a:gd name="T37" fmla="*/ 150 h 222"/>
                  <a:gd name="T38" fmla="*/ 94 w 126"/>
                  <a:gd name="T39" fmla="*/ 130 h 222"/>
                  <a:gd name="T40" fmla="*/ 24 w 126"/>
                  <a:gd name="T41" fmla="*/ 140 h 222"/>
                  <a:gd name="T42" fmla="*/ 18 w 126"/>
                  <a:gd name="T43" fmla="*/ 154 h 222"/>
                  <a:gd name="T44" fmla="*/ 8 w 126"/>
                  <a:gd name="T45" fmla="*/ 164 h 222"/>
                  <a:gd name="T46" fmla="*/ 18 w 126"/>
                  <a:gd name="T47" fmla="*/ 158 h 222"/>
                  <a:gd name="T48" fmla="*/ 30 w 126"/>
                  <a:gd name="T49" fmla="*/ 146 h 222"/>
                  <a:gd name="T50" fmla="*/ 34 w 126"/>
                  <a:gd name="T51" fmla="*/ 126 h 222"/>
                  <a:gd name="T52" fmla="*/ 106 w 126"/>
                  <a:gd name="T53" fmla="*/ 130 h 222"/>
                  <a:gd name="T54" fmla="*/ 106 w 126"/>
                  <a:gd name="T55" fmla="*/ 138 h 222"/>
                  <a:gd name="T56" fmla="*/ 114 w 126"/>
                  <a:gd name="T57" fmla="*/ 146 h 222"/>
                  <a:gd name="T58" fmla="*/ 110 w 126"/>
                  <a:gd name="T59" fmla="*/ 130 h 222"/>
                  <a:gd name="T60" fmla="*/ 66 w 126"/>
                  <a:gd name="T61" fmla="*/ 120 h 222"/>
                  <a:gd name="T62" fmla="*/ 76 w 126"/>
                  <a:gd name="T63" fmla="*/ 130 h 222"/>
                  <a:gd name="T64" fmla="*/ 82 w 126"/>
                  <a:gd name="T65" fmla="*/ 110 h 222"/>
                  <a:gd name="T66" fmla="*/ 90 w 126"/>
                  <a:gd name="T67" fmla="*/ 118 h 222"/>
                  <a:gd name="T68" fmla="*/ 98 w 126"/>
                  <a:gd name="T69" fmla="*/ 106 h 222"/>
                  <a:gd name="T70" fmla="*/ 106 w 126"/>
                  <a:gd name="T71" fmla="*/ 122 h 222"/>
                  <a:gd name="T72" fmla="*/ 112 w 126"/>
                  <a:gd name="T73" fmla="*/ 120 h 222"/>
                  <a:gd name="T74" fmla="*/ 108 w 126"/>
                  <a:gd name="T75" fmla="*/ 102 h 222"/>
                  <a:gd name="T76" fmla="*/ 42 w 126"/>
                  <a:gd name="T77" fmla="*/ 90 h 222"/>
                  <a:gd name="T78" fmla="*/ 56 w 126"/>
                  <a:gd name="T79" fmla="*/ 102 h 222"/>
                  <a:gd name="T80" fmla="*/ 50 w 126"/>
                  <a:gd name="T81" fmla="*/ 88 h 222"/>
                  <a:gd name="T82" fmla="*/ 48 w 126"/>
                  <a:gd name="T83" fmla="*/ 12 h 222"/>
                  <a:gd name="T84" fmla="*/ 44 w 126"/>
                  <a:gd name="T85" fmla="*/ 34 h 222"/>
                  <a:gd name="T86" fmla="*/ 38 w 126"/>
                  <a:gd name="T87" fmla="*/ 42 h 222"/>
                  <a:gd name="T88" fmla="*/ 36 w 126"/>
                  <a:gd name="T89" fmla="*/ 50 h 222"/>
                  <a:gd name="T90" fmla="*/ 48 w 126"/>
                  <a:gd name="T91" fmla="*/ 64 h 222"/>
                  <a:gd name="T92" fmla="*/ 58 w 126"/>
                  <a:gd name="T93" fmla="*/ 86 h 222"/>
                  <a:gd name="T94" fmla="*/ 72 w 126"/>
                  <a:gd name="T95" fmla="*/ 84 h 222"/>
                  <a:gd name="T96" fmla="*/ 78 w 126"/>
                  <a:gd name="T97" fmla="*/ 82 h 222"/>
                  <a:gd name="T98" fmla="*/ 88 w 126"/>
                  <a:gd name="T99" fmla="*/ 96 h 222"/>
                  <a:gd name="T100" fmla="*/ 88 w 126"/>
                  <a:gd name="T101" fmla="*/ 86 h 222"/>
                  <a:gd name="T102" fmla="*/ 80 w 126"/>
                  <a:gd name="T103" fmla="*/ 78 h 222"/>
                  <a:gd name="T104" fmla="*/ 76 w 126"/>
                  <a:gd name="T105" fmla="*/ 74 h 222"/>
                  <a:gd name="T106" fmla="*/ 58 w 126"/>
                  <a:gd name="T107" fmla="*/ 66 h 222"/>
                  <a:gd name="T108" fmla="*/ 64 w 126"/>
                  <a:gd name="T109" fmla="*/ 46 h 222"/>
                  <a:gd name="T110" fmla="*/ 74 w 126"/>
                  <a:gd name="T111" fmla="*/ 30 h 222"/>
                  <a:gd name="T112" fmla="*/ 70 w 126"/>
                  <a:gd name="T113" fmla="*/ 0 h 222"/>
                  <a:gd name="T114" fmla="*/ 54 w 126"/>
                  <a:gd name="T115"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6" h="222">
                    <a:moveTo>
                      <a:pt x="114" y="158"/>
                    </a:moveTo>
                    <a:lnTo>
                      <a:pt x="114" y="158"/>
                    </a:lnTo>
                    <a:lnTo>
                      <a:pt x="112" y="158"/>
                    </a:lnTo>
                    <a:lnTo>
                      <a:pt x="112" y="158"/>
                    </a:lnTo>
                    <a:lnTo>
                      <a:pt x="112" y="158"/>
                    </a:lnTo>
                    <a:lnTo>
                      <a:pt x="112" y="164"/>
                    </a:lnTo>
                    <a:lnTo>
                      <a:pt x="112" y="168"/>
                    </a:lnTo>
                    <a:lnTo>
                      <a:pt x="112" y="168"/>
                    </a:lnTo>
                    <a:lnTo>
                      <a:pt x="108" y="168"/>
                    </a:lnTo>
                    <a:lnTo>
                      <a:pt x="106" y="166"/>
                    </a:lnTo>
                    <a:lnTo>
                      <a:pt x="106" y="166"/>
                    </a:lnTo>
                    <a:lnTo>
                      <a:pt x="104" y="168"/>
                    </a:lnTo>
                    <a:lnTo>
                      <a:pt x="104" y="168"/>
                    </a:lnTo>
                    <a:lnTo>
                      <a:pt x="102" y="174"/>
                    </a:lnTo>
                    <a:lnTo>
                      <a:pt x="102" y="174"/>
                    </a:lnTo>
                    <a:lnTo>
                      <a:pt x="96" y="172"/>
                    </a:lnTo>
                    <a:lnTo>
                      <a:pt x="96" y="172"/>
                    </a:lnTo>
                    <a:lnTo>
                      <a:pt x="94" y="174"/>
                    </a:lnTo>
                    <a:lnTo>
                      <a:pt x="94" y="176"/>
                    </a:lnTo>
                    <a:lnTo>
                      <a:pt x="94" y="176"/>
                    </a:lnTo>
                    <a:lnTo>
                      <a:pt x="86" y="178"/>
                    </a:lnTo>
                    <a:lnTo>
                      <a:pt x="86" y="178"/>
                    </a:lnTo>
                    <a:lnTo>
                      <a:pt x="86" y="176"/>
                    </a:lnTo>
                    <a:lnTo>
                      <a:pt x="86" y="174"/>
                    </a:lnTo>
                    <a:lnTo>
                      <a:pt x="86" y="174"/>
                    </a:lnTo>
                    <a:lnTo>
                      <a:pt x="86" y="172"/>
                    </a:lnTo>
                    <a:lnTo>
                      <a:pt x="86" y="172"/>
                    </a:lnTo>
                    <a:lnTo>
                      <a:pt x="84" y="170"/>
                    </a:lnTo>
                    <a:lnTo>
                      <a:pt x="84" y="172"/>
                    </a:lnTo>
                    <a:lnTo>
                      <a:pt x="80" y="172"/>
                    </a:lnTo>
                    <a:lnTo>
                      <a:pt x="80" y="172"/>
                    </a:lnTo>
                    <a:lnTo>
                      <a:pt x="76" y="174"/>
                    </a:lnTo>
                    <a:lnTo>
                      <a:pt x="76" y="174"/>
                    </a:lnTo>
                    <a:lnTo>
                      <a:pt x="76" y="178"/>
                    </a:lnTo>
                    <a:lnTo>
                      <a:pt x="76" y="178"/>
                    </a:lnTo>
                    <a:lnTo>
                      <a:pt x="66" y="180"/>
                    </a:lnTo>
                    <a:lnTo>
                      <a:pt x="66" y="180"/>
                    </a:lnTo>
                    <a:lnTo>
                      <a:pt x="66" y="186"/>
                    </a:lnTo>
                    <a:lnTo>
                      <a:pt x="66" y="190"/>
                    </a:lnTo>
                    <a:lnTo>
                      <a:pt x="66" y="190"/>
                    </a:lnTo>
                    <a:lnTo>
                      <a:pt x="62" y="194"/>
                    </a:lnTo>
                    <a:lnTo>
                      <a:pt x="62" y="194"/>
                    </a:lnTo>
                    <a:lnTo>
                      <a:pt x="64" y="194"/>
                    </a:lnTo>
                    <a:lnTo>
                      <a:pt x="64" y="196"/>
                    </a:lnTo>
                    <a:lnTo>
                      <a:pt x="64" y="196"/>
                    </a:lnTo>
                    <a:lnTo>
                      <a:pt x="68" y="196"/>
                    </a:lnTo>
                    <a:lnTo>
                      <a:pt x="68" y="196"/>
                    </a:lnTo>
                    <a:lnTo>
                      <a:pt x="70" y="192"/>
                    </a:lnTo>
                    <a:lnTo>
                      <a:pt x="70" y="192"/>
                    </a:lnTo>
                    <a:lnTo>
                      <a:pt x="74" y="188"/>
                    </a:lnTo>
                    <a:lnTo>
                      <a:pt x="74" y="188"/>
                    </a:lnTo>
                    <a:lnTo>
                      <a:pt x="74" y="188"/>
                    </a:lnTo>
                    <a:lnTo>
                      <a:pt x="76" y="192"/>
                    </a:lnTo>
                    <a:lnTo>
                      <a:pt x="76" y="192"/>
                    </a:lnTo>
                    <a:lnTo>
                      <a:pt x="86" y="192"/>
                    </a:lnTo>
                    <a:lnTo>
                      <a:pt x="86" y="192"/>
                    </a:lnTo>
                    <a:lnTo>
                      <a:pt x="86" y="190"/>
                    </a:lnTo>
                    <a:lnTo>
                      <a:pt x="88" y="190"/>
                    </a:lnTo>
                    <a:lnTo>
                      <a:pt x="88" y="190"/>
                    </a:lnTo>
                    <a:lnTo>
                      <a:pt x="92" y="192"/>
                    </a:lnTo>
                    <a:lnTo>
                      <a:pt x="92" y="192"/>
                    </a:lnTo>
                    <a:lnTo>
                      <a:pt x="94" y="194"/>
                    </a:lnTo>
                    <a:lnTo>
                      <a:pt x="94" y="196"/>
                    </a:lnTo>
                    <a:lnTo>
                      <a:pt x="92" y="196"/>
                    </a:lnTo>
                    <a:lnTo>
                      <a:pt x="92" y="196"/>
                    </a:lnTo>
                    <a:lnTo>
                      <a:pt x="90" y="202"/>
                    </a:lnTo>
                    <a:lnTo>
                      <a:pt x="90" y="206"/>
                    </a:lnTo>
                    <a:lnTo>
                      <a:pt x="90" y="210"/>
                    </a:lnTo>
                    <a:lnTo>
                      <a:pt x="90" y="210"/>
                    </a:lnTo>
                    <a:lnTo>
                      <a:pt x="96" y="212"/>
                    </a:lnTo>
                    <a:lnTo>
                      <a:pt x="96" y="212"/>
                    </a:lnTo>
                    <a:lnTo>
                      <a:pt x="100" y="216"/>
                    </a:lnTo>
                    <a:lnTo>
                      <a:pt x="108" y="216"/>
                    </a:lnTo>
                    <a:lnTo>
                      <a:pt x="108" y="216"/>
                    </a:lnTo>
                    <a:lnTo>
                      <a:pt x="108" y="218"/>
                    </a:lnTo>
                    <a:lnTo>
                      <a:pt x="108" y="222"/>
                    </a:lnTo>
                    <a:lnTo>
                      <a:pt x="108" y="222"/>
                    </a:lnTo>
                    <a:lnTo>
                      <a:pt x="112" y="220"/>
                    </a:lnTo>
                    <a:lnTo>
                      <a:pt x="112" y="220"/>
                    </a:lnTo>
                    <a:lnTo>
                      <a:pt x="114" y="216"/>
                    </a:lnTo>
                    <a:lnTo>
                      <a:pt x="114" y="212"/>
                    </a:lnTo>
                    <a:lnTo>
                      <a:pt x="112" y="204"/>
                    </a:lnTo>
                    <a:lnTo>
                      <a:pt x="112" y="204"/>
                    </a:lnTo>
                    <a:lnTo>
                      <a:pt x="114" y="204"/>
                    </a:lnTo>
                    <a:lnTo>
                      <a:pt x="116" y="204"/>
                    </a:lnTo>
                    <a:lnTo>
                      <a:pt x="116" y="208"/>
                    </a:lnTo>
                    <a:lnTo>
                      <a:pt x="118" y="208"/>
                    </a:lnTo>
                    <a:lnTo>
                      <a:pt x="118" y="208"/>
                    </a:lnTo>
                    <a:lnTo>
                      <a:pt x="116" y="196"/>
                    </a:lnTo>
                    <a:lnTo>
                      <a:pt x="116" y="196"/>
                    </a:lnTo>
                    <a:lnTo>
                      <a:pt x="120" y="192"/>
                    </a:lnTo>
                    <a:lnTo>
                      <a:pt x="120" y="192"/>
                    </a:lnTo>
                    <a:lnTo>
                      <a:pt x="122" y="188"/>
                    </a:lnTo>
                    <a:lnTo>
                      <a:pt x="124" y="186"/>
                    </a:lnTo>
                    <a:lnTo>
                      <a:pt x="126" y="186"/>
                    </a:lnTo>
                    <a:lnTo>
                      <a:pt x="126" y="186"/>
                    </a:lnTo>
                    <a:lnTo>
                      <a:pt x="126" y="180"/>
                    </a:lnTo>
                    <a:lnTo>
                      <a:pt x="124" y="174"/>
                    </a:lnTo>
                    <a:lnTo>
                      <a:pt x="124" y="174"/>
                    </a:lnTo>
                    <a:lnTo>
                      <a:pt x="120" y="158"/>
                    </a:lnTo>
                    <a:lnTo>
                      <a:pt x="120" y="158"/>
                    </a:lnTo>
                    <a:lnTo>
                      <a:pt x="114" y="158"/>
                    </a:lnTo>
                    <a:lnTo>
                      <a:pt x="114" y="158"/>
                    </a:lnTo>
                    <a:close/>
                    <a:moveTo>
                      <a:pt x="96" y="144"/>
                    </a:moveTo>
                    <a:lnTo>
                      <a:pt x="96" y="144"/>
                    </a:lnTo>
                    <a:lnTo>
                      <a:pt x="92" y="148"/>
                    </a:lnTo>
                    <a:lnTo>
                      <a:pt x="92" y="148"/>
                    </a:lnTo>
                    <a:lnTo>
                      <a:pt x="92" y="150"/>
                    </a:lnTo>
                    <a:lnTo>
                      <a:pt x="92" y="150"/>
                    </a:lnTo>
                    <a:lnTo>
                      <a:pt x="98" y="152"/>
                    </a:lnTo>
                    <a:lnTo>
                      <a:pt x="102" y="152"/>
                    </a:lnTo>
                    <a:lnTo>
                      <a:pt x="104" y="148"/>
                    </a:lnTo>
                    <a:lnTo>
                      <a:pt x="104" y="148"/>
                    </a:lnTo>
                    <a:lnTo>
                      <a:pt x="100" y="144"/>
                    </a:lnTo>
                    <a:lnTo>
                      <a:pt x="100" y="144"/>
                    </a:lnTo>
                    <a:lnTo>
                      <a:pt x="96" y="144"/>
                    </a:lnTo>
                    <a:lnTo>
                      <a:pt x="96" y="144"/>
                    </a:lnTo>
                    <a:close/>
                    <a:moveTo>
                      <a:pt x="80" y="132"/>
                    </a:moveTo>
                    <a:lnTo>
                      <a:pt x="80" y="132"/>
                    </a:lnTo>
                    <a:lnTo>
                      <a:pt x="78" y="142"/>
                    </a:lnTo>
                    <a:lnTo>
                      <a:pt x="78" y="142"/>
                    </a:lnTo>
                    <a:lnTo>
                      <a:pt x="70" y="144"/>
                    </a:lnTo>
                    <a:lnTo>
                      <a:pt x="68" y="148"/>
                    </a:lnTo>
                    <a:lnTo>
                      <a:pt x="70" y="152"/>
                    </a:lnTo>
                    <a:lnTo>
                      <a:pt x="70" y="152"/>
                    </a:lnTo>
                    <a:lnTo>
                      <a:pt x="74" y="154"/>
                    </a:lnTo>
                    <a:lnTo>
                      <a:pt x="78" y="156"/>
                    </a:lnTo>
                    <a:lnTo>
                      <a:pt x="78" y="156"/>
                    </a:lnTo>
                    <a:lnTo>
                      <a:pt x="82" y="160"/>
                    </a:lnTo>
                    <a:lnTo>
                      <a:pt x="82" y="160"/>
                    </a:lnTo>
                    <a:lnTo>
                      <a:pt x="82" y="154"/>
                    </a:lnTo>
                    <a:lnTo>
                      <a:pt x="82" y="146"/>
                    </a:lnTo>
                    <a:lnTo>
                      <a:pt x="82" y="146"/>
                    </a:lnTo>
                    <a:lnTo>
                      <a:pt x="86" y="138"/>
                    </a:lnTo>
                    <a:lnTo>
                      <a:pt x="86" y="138"/>
                    </a:lnTo>
                    <a:lnTo>
                      <a:pt x="86" y="134"/>
                    </a:lnTo>
                    <a:lnTo>
                      <a:pt x="86" y="134"/>
                    </a:lnTo>
                    <a:lnTo>
                      <a:pt x="84" y="132"/>
                    </a:lnTo>
                    <a:lnTo>
                      <a:pt x="84" y="132"/>
                    </a:lnTo>
                    <a:lnTo>
                      <a:pt x="80" y="132"/>
                    </a:lnTo>
                    <a:lnTo>
                      <a:pt x="80" y="132"/>
                    </a:lnTo>
                    <a:close/>
                    <a:moveTo>
                      <a:pt x="92" y="128"/>
                    </a:moveTo>
                    <a:lnTo>
                      <a:pt x="92" y="128"/>
                    </a:lnTo>
                    <a:lnTo>
                      <a:pt x="92" y="134"/>
                    </a:lnTo>
                    <a:lnTo>
                      <a:pt x="92" y="134"/>
                    </a:lnTo>
                    <a:lnTo>
                      <a:pt x="86" y="142"/>
                    </a:lnTo>
                    <a:lnTo>
                      <a:pt x="84" y="148"/>
                    </a:lnTo>
                    <a:lnTo>
                      <a:pt x="84" y="150"/>
                    </a:lnTo>
                    <a:lnTo>
                      <a:pt x="86" y="152"/>
                    </a:lnTo>
                    <a:lnTo>
                      <a:pt x="86" y="152"/>
                    </a:lnTo>
                    <a:lnTo>
                      <a:pt x="88" y="150"/>
                    </a:lnTo>
                    <a:lnTo>
                      <a:pt x="88" y="150"/>
                    </a:lnTo>
                    <a:lnTo>
                      <a:pt x="88" y="146"/>
                    </a:lnTo>
                    <a:lnTo>
                      <a:pt x="88" y="144"/>
                    </a:lnTo>
                    <a:lnTo>
                      <a:pt x="88" y="144"/>
                    </a:lnTo>
                    <a:lnTo>
                      <a:pt x="92" y="142"/>
                    </a:lnTo>
                    <a:lnTo>
                      <a:pt x="92" y="142"/>
                    </a:lnTo>
                    <a:lnTo>
                      <a:pt x="94" y="140"/>
                    </a:lnTo>
                    <a:lnTo>
                      <a:pt x="94" y="138"/>
                    </a:lnTo>
                    <a:lnTo>
                      <a:pt x="94" y="130"/>
                    </a:lnTo>
                    <a:lnTo>
                      <a:pt x="92" y="128"/>
                    </a:lnTo>
                    <a:close/>
                    <a:moveTo>
                      <a:pt x="30" y="126"/>
                    </a:moveTo>
                    <a:lnTo>
                      <a:pt x="30" y="126"/>
                    </a:lnTo>
                    <a:lnTo>
                      <a:pt x="30" y="132"/>
                    </a:lnTo>
                    <a:lnTo>
                      <a:pt x="30" y="132"/>
                    </a:lnTo>
                    <a:lnTo>
                      <a:pt x="24" y="138"/>
                    </a:lnTo>
                    <a:lnTo>
                      <a:pt x="24" y="138"/>
                    </a:lnTo>
                    <a:lnTo>
                      <a:pt x="24" y="140"/>
                    </a:lnTo>
                    <a:lnTo>
                      <a:pt x="24" y="142"/>
                    </a:lnTo>
                    <a:lnTo>
                      <a:pt x="24" y="142"/>
                    </a:lnTo>
                    <a:lnTo>
                      <a:pt x="22" y="144"/>
                    </a:lnTo>
                    <a:lnTo>
                      <a:pt x="20" y="146"/>
                    </a:lnTo>
                    <a:lnTo>
                      <a:pt x="20" y="146"/>
                    </a:lnTo>
                    <a:lnTo>
                      <a:pt x="20" y="150"/>
                    </a:lnTo>
                    <a:lnTo>
                      <a:pt x="18" y="154"/>
                    </a:lnTo>
                    <a:lnTo>
                      <a:pt x="18" y="154"/>
                    </a:lnTo>
                    <a:lnTo>
                      <a:pt x="14" y="156"/>
                    </a:lnTo>
                    <a:lnTo>
                      <a:pt x="14" y="156"/>
                    </a:lnTo>
                    <a:lnTo>
                      <a:pt x="14" y="160"/>
                    </a:lnTo>
                    <a:lnTo>
                      <a:pt x="14" y="160"/>
                    </a:lnTo>
                    <a:lnTo>
                      <a:pt x="8" y="160"/>
                    </a:lnTo>
                    <a:lnTo>
                      <a:pt x="8" y="160"/>
                    </a:lnTo>
                    <a:lnTo>
                      <a:pt x="8" y="164"/>
                    </a:lnTo>
                    <a:lnTo>
                      <a:pt x="8" y="164"/>
                    </a:lnTo>
                    <a:lnTo>
                      <a:pt x="4" y="164"/>
                    </a:lnTo>
                    <a:lnTo>
                      <a:pt x="4" y="164"/>
                    </a:lnTo>
                    <a:lnTo>
                      <a:pt x="0" y="174"/>
                    </a:lnTo>
                    <a:lnTo>
                      <a:pt x="0" y="174"/>
                    </a:lnTo>
                    <a:lnTo>
                      <a:pt x="10" y="168"/>
                    </a:lnTo>
                    <a:lnTo>
                      <a:pt x="18" y="162"/>
                    </a:lnTo>
                    <a:lnTo>
                      <a:pt x="18" y="162"/>
                    </a:lnTo>
                    <a:lnTo>
                      <a:pt x="18" y="158"/>
                    </a:lnTo>
                    <a:lnTo>
                      <a:pt x="18" y="158"/>
                    </a:lnTo>
                    <a:lnTo>
                      <a:pt x="22" y="152"/>
                    </a:lnTo>
                    <a:lnTo>
                      <a:pt x="24" y="152"/>
                    </a:lnTo>
                    <a:lnTo>
                      <a:pt x="24" y="152"/>
                    </a:lnTo>
                    <a:lnTo>
                      <a:pt x="24" y="150"/>
                    </a:lnTo>
                    <a:lnTo>
                      <a:pt x="24" y="150"/>
                    </a:lnTo>
                    <a:lnTo>
                      <a:pt x="26" y="148"/>
                    </a:lnTo>
                    <a:lnTo>
                      <a:pt x="30" y="146"/>
                    </a:lnTo>
                    <a:lnTo>
                      <a:pt x="30" y="146"/>
                    </a:lnTo>
                    <a:lnTo>
                      <a:pt x="30" y="142"/>
                    </a:lnTo>
                    <a:lnTo>
                      <a:pt x="30" y="142"/>
                    </a:lnTo>
                    <a:lnTo>
                      <a:pt x="34" y="140"/>
                    </a:lnTo>
                    <a:lnTo>
                      <a:pt x="34" y="140"/>
                    </a:lnTo>
                    <a:lnTo>
                      <a:pt x="34" y="128"/>
                    </a:lnTo>
                    <a:lnTo>
                      <a:pt x="34" y="128"/>
                    </a:lnTo>
                    <a:lnTo>
                      <a:pt x="34" y="126"/>
                    </a:lnTo>
                    <a:lnTo>
                      <a:pt x="30" y="126"/>
                    </a:lnTo>
                    <a:close/>
                    <a:moveTo>
                      <a:pt x="100" y="124"/>
                    </a:moveTo>
                    <a:lnTo>
                      <a:pt x="100" y="124"/>
                    </a:lnTo>
                    <a:lnTo>
                      <a:pt x="100" y="128"/>
                    </a:lnTo>
                    <a:lnTo>
                      <a:pt x="100" y="128"/>
                    </a:lnTo>
                    <a:lnTo>
                      <a:pt x="106" y="128"/>
                    </a:lnTo>
                    <a:lnTo>
                      <a:pt x="106" y="130"/>
                    </a:lnTo>
                    <a:lnTo>
                      <a:pt x="106" y="130"/>
                    </a:lnTo>
                    <a:lnTo>
                      <a:pt x="106" y="130"/>
                    </a:lnTo>
                    <a:lnTo>
                      <a:pt x="106" y="130"/>
                    </a:lnTo>
                    <a:lnTo>
                      <a:pt x="106" y="132"/>
                    </a:lnTo>
                    <a:lnTo>
                      <a:pt x="106" y="132"/>
                    </a:lnTo>
                    <a:lnTo>
                      <a:pt x="104" y="132"/>
                    </a:lnTo>
                    <a:lnTo>
                      <a:pt x="104" y="134"/>
                    </a:lnTo>
                    <a:lnTo>
                      <a:pt x="106" y="136"/>
                    </a:lnTo>
                    <a:lnTo>
                      <a:pt x="106" y="138"/>
                    </a:lnTo>
                    <a:lnTo>
                      <a:pt x="106" y="138"/>
                    </a:lnTo>
                    <a:lnTo>
                      <a:pt x="108" y="140"/>
                    </a:lnTo>
                    <a:lnTo>
                      <a:pt x="108" y="140"/>
                    </a:lnTo>
                    <a:lnTo>
                      <a:pt x="108" y="142"/>
                    </a:lnTo>
                    <a:lnTo>
                      <a:pt x="110" y="144"/>
                    </a:lnTo>
                    <a:lnTo>
                      <a:pt x="110" y="144"/>
                    </a:lnTo>
                    <a:lnTo>
                      <a:pt x="114" y="146"/>
                    </a:lnTo>
                    <a:lnTo>
                      <a:pt x="114" y="146"/>
                    </a:lnTo>
                    <a:lnTo>
                      <a:pt x="112" y="142"/>
                    </a:lnTo>
                    <a:lnTo>
                      <a:pt x="112" y="142"/>
                    </a:lnTo>
                    <a:lnTo>
                      <a:pt x="112" y="140"/>
                    </a:lnTo>
                    <a:lnTo>
                      <a:pt x="112" y="136"/>
                    </a:lnTo>
                    <a:lnTo>
                      <a:pt x="112" y="136"/>
                    </a:lnTo>
                    <a:lnTo>
                      <a:pt x="110" y="132"/>
                    </a:lnTo>
                    <a:lnTo>
                      <a:pt x="110" y="132"/>
                    </a:lnTo>
                    <a:lnTo>
                      <a:pt x="110" y="130"/>
                    </a:lnTo>
                    <a:lnTo>
                      <a:pt x="112" y="128"/>
                    </a:lnTo>
                    <a:lnTo>
                      <a:pt x="112" y="128"/>
                    </a:lnTo>
                    <a:lnTo>
                      <a:pt x="110" y="126"/>
                    </a:lnTo>
                    <a:lnTo>
                      <a:pt x="110" y="126"/>
                    </a:lnTo>
                    <a:lnTo>
                      <a:pt x="106" y="124"/>
                    </a:lnTo>
                    <a:lnTo>
                      <a:pt x="100" y="124"/>
                    </a:lnTo>
                    <a:lnTo>
                      <a:pt x="100" y="124"/>
                    </a:lnTo>
                    <a:close/>
                    <a:moveTo>
                      <a:pt x="66" y="120"/>
                    </a:moveTo>
                    <a:lnTo>
                      <a:pt x="66" y="120"/>
                    </a:lnTo>
                    <a:lnTo>
                      <a:pt x="62" y="140"/>
                    </a:lnTo>
                    <a:lnTo>
                      <a:pt x="62" y="140"/>
                    </a:lnTo>
                    <a:lnTo>
                      <a:pt x="72" y="134"/>
                    </a:lnTo>
                    <a:lnTo>
                      <a:pt x="72" y="134"/>
                    </a:lnTo>
                    <a:lnTo>
                      <a:pt x="76" y="134"/>
                    </a:lnTo>
                    <a:lnTo>
                      <a:pt x="76" y="134"/>
                    </a:lnTo>
                    <a:lnTo>
                      <a:pt x="76" y="130"/>
                    </a:lnTo>
                    <a:lnTo>
                      <a:pt x="76" y="130"/>
                    </a:lnTo>
                    <a:lnTo>
                      <a:pt x="78" y="130"/>
                    </a:lnTo>
                    <a:lnTo>
                      <a:pt x="78" y="130"/>
                    </a:lnTo>
                    <a:lnTo>
                      <a:pt x="78" y="124"/>
                    </a:lnTo>
                    <a:lnTo>
                      <a:pt x="78" y="124"/>
                    </a:lnTo>
                    <a:lnTo>
                      <a:pt x="66" y="120"/>
                    </a:lnTo>
                    <a:lnTo>
                      <a:pt x="66" y="120"/>
                    </a:lnTo>
                    <a:close/>
                    <a:moveTo>
                      <a:pt x="82" y="110"/>
                    </a:moveTo>
                    <a:lnTo>
                      <a:pt x="82" y="112"/>
                    </a:lnTo>
                    <a:lnTo>
                      <a:pt x="82" y="112"/>
                    </a:lnTo>
                    <a:lnTo>
                      <a:pt x="82" y="112"/>
                    </a:lnTo>
                    <a:lnTo>
                      <a:pt x="82" y="114"/>
                    </a:lnTo>
                    <a:lnTo>
                      <a:pt x="82" y="116"/>
                    </a:lnTo>
                    <a:lnTo>
                      <a:pt x="82" y="116"/>
                    </a:lnTo>
                    <a:lnTo>
                      <a:pt x="90" y="118"/>
                    </a:lnTo>
                    <a:lnTo>
                      <a:pt x="90" y="118"/>
                    </a:lnTo>
                    <a:lnTo>
                      <a:pt x="94" y="118"/>
                    </a:lnTo>
                    <a:lnTo>
                      <a:pt x="94" y="118"/>
                    </a:lnTo>
                    <a:lnTo>
                      <a:pt x="92" y="114"/>
                    </a:lnTo>
                    <a:lnTo>
                      <a:pt x="82" y="110"/>
                    </a:lnTo>
                    <a:lnTo>
                      <a:pt x="82" y="110"/>
                    </a:lnTo>
                    <a:close/>
                    <a:moveTo>
                      <a:pt x="102" y="102"/>
                    </a:moveTo>
                    <a:lnTo>
                      <a:pt x="102" y="102"/>
                    </a:lnTo>
                    <a:lnTo>
                      <a:pt x="98" y="106"/>
                    </a:lnTo>
                    <a:lnTo>
                      <a:pt x="98" y="106"/>
                    </a:lnTo>
                    <a:lnTo>
                      <a:pt x="98" y="110"/>
                    </a:lnTo>
                    <a:lnTo>
                      <a:pt x="98" y="110"/>
                    </a:lnTo>
                    <a:lnTo>
                      <a:pt x="102" y="114"/>
                    </a:lnTo>
                    <a:lnTo>
                      <a:pt x="106" y="118"/>
                    </a:lnTo>
                    <a:lnTo>
                      <a:pt x="106" y="118"/>
                    </a:lnTo>
                    <a:lnTo>
                      <a:pt x="106" y="120"/>
                    </a:lnTo>
                    <a:lnTo>
                      <a:pt x="106" y="122"/>
                    </a:lnTo>
                    <a:lnTo>
                      <a:pt x="106" y="122"/>
                    </a:lnTo>
                    <a:lnTo>
                      <a:pt x="110" y="124"/>
                    </a:lnTo>
                    <a:lnTo>
                      <a:pt x="112" y="124"/>
                    </a:lnTo>
                    <a:lnTo>
                      <a:pt x="114" y="124"/>
                    </a:lnTo>
                    <a:lnTo>
                      <a:pt x="114" y="124"/>
                    </a:lnTo>
                    <a:lnTo>
                      <a:pt x="116" y="128"/>
                    </a:lnTo>
                    <a:lnTo>
                      <a:pt x="116" y="128"/>
                    </a:lnTo>
                    <a:lnTo>
                      <a:pt x="112" y="120"/>
                    </a:lnTo>
                    <a:lnTo>
                      <a:pt x="112" y="120"/>
                    </a:lnTo>
                    <a:lnTo>
                      <a:pt x="110" y="118"/>
                    </a:lnTo>
                    <a:lnTo>
                      <a:pt x="110" y="118"/>
                    </a:lnTo>
                    <a:lnTo>
                      <a:pt x="110" y="112"/>
                    </a:lnTo>
                    <a:lnTo>
                      <a:pt x="112" y="106"/>
                    </a:lnTo>
                    <a:lnTo>
                      <a:pt x="110" y="106"/>
                    </a:lnTo>
                    <a:lnTo>
                      <a:pt x="110" y="106"/>
                    </a:lnTo>
                    <a:lnTo>
                      <a:pt x="108" y="102"/>
                    </a:lnTo>
                    <a:lnTo>
                      <a:pt x="108" y="102"/>
                    </a:lnTo>
                    <a:lnTo>
                      <a:pt x="102" y="102"/>
                    </a:lnTo>
                    <a:lnTo>
                      <a:pt x="102" y="102"/>
                    </a:lnTo>
                    <a:close/>
                    <a:moveTo>
                      <a:pt x="46" y="88"/>
                    </a:moveTo>
                    <a:lnTo>
                      <a:pt x="46" y="88"/>
                    </a:lnTo>
                    <a:lnTo>
                      <a:pt x="44" y="88"/>
                    </a:lnTo>
                    <a:lnTo>
                      <a:pt x="44" y="88"/>
                    </a:lnTo>
                    <a:lnTo>
                      <a:pt x="42" y="90"/>
                    </a:lnTo>
                    <a:lnTo>
                      <a:pt x="44" y="90"/>
                    </a:lnTo>
                    <a:lnTo>
                      <a:pt x="48" y="92"/>
                    </a:lnTo>
                    <a:lnTo>
                      <a:pt x="48" y="92"/>
                    </a:lnTo>
                    <a:lnTo>
                      <a:pt x="50" y="96"/>
                    </a:lnTo>
                    <a:lnTo>
                      <a:pt x="52" y="100"/>
                    </a:lnTo>
                    <a:lnTo>
                      <a:pt x="52" y="100"/>
                    </a:lnTo>
                    <a:lnTo>
                      <a:pt x="56" y="102"/>
                    </a:lnTo>
                    <a:lnTo>
                      <a:pt x="56" y="102"/>
                    </a:lnTo>
                    <a:lnTo>
                      <a:pt x="56" y="106"/>
                    </a:lnTo>
                    <a:lnTo>
                      <a:pt x="58" y="110"/>
                    </a:lnTo>
                    <a:lnTo>
                      <a:pt x="58" y="110"/>
                    </a:lnTo>
                    <a:lnTo>
                      <a:pt x="60" y="106"/>
                    </a:lnTo>
                    <a:lnTo>
                      <a:pt x="60" y="104"/>
                    </a:lnTo>
                    <a:lnTo>
                      <a:pt x="58" y="96"/>
                    </a:lnTo>
                    <a:lnTo>
                      <a:pt x="54" y="90"/>
                    </a:lnTo>
                    <a:lnTo>
                      <a:pt x="50" y="88"/>
                    </a:lnTo>
                    <a:lnTo>
                      <a:pt x="46" y="88"/>
                    </a:lnTo>
                    <a:lnTo>
                      <a:pt x="46" y="88"/>
                    </a:lnTo>
                    <a:close/>
                    <a:moveTo>
                      <a:pt x="50" y="0"/>
                    </a:moveTo>
                    <a:lnTo>
                      <a:pt x="50" y="0"/>
                    </a:lnTo>
                    <a:lnTo>
                      <a:pt x="48" y="8"/>
                    </a:lnTo>
                    <a:lnTo>
                      <a:pt x="48" y="8"/>
                    </a:lnTo>
                    <a:lnTo>
                      <a:pt x="48" y="12"/>
                    </a:lnTo>
                    <a:lnTo>
                      <a:pt x="48" y="12"/>
                    </a:lnTo>
                    <a:lnTo>
                      <a:pt x="44" y="20"/>
                    </a:lnTo>
                    <a:lnTo>
                      <a:pt x="44" y="20"/>
                    </a:lnTo>
                    <a:lnTo>
                      <a:pt x="44" y="24"/>
                    </a:lnTo>
                    <a:lnTo>
                      <a:pt x="46" y="26"/>
                    </a:lnTo>
                    <a:lnTo>
                      <a:pt x="46" y="28"/>
                    </a:lnTo>
                    <a:lnTo>
                      <a:pt x="46" y="32"/>
                    </a:lnTo>
                    <a:lnTo>
                      <a:pt x="46" y="32"/>
                    </a:lnTo>
                    <a:lnTo>
                      <a:pt x="44" y="34"/>
                    </a:lnTo>
                    <a:lnTo>
                      <a:pt x="44" y="34"/>
                    </a:lnTo>
                    <a:lnTo>
                      <a:pt x="44" y="38"/>
                    </a:lnTo>
                    <a:lnTo>
                      <a:pt x="44" y="44"/>
                    </a:lnTo>
                    <a:lnTo>
                      <a:pt x="44" y="44"/>
                    </a:lnTo>
                    <a:lnTo>
                      <a:pt x="42" y="44"/>
                    </a:lnTo>
                    <a:lnTo>
                      <a:pt x="40" y="46"/>
                    </a:lnTo>
                    <a:lnTo>
                      <a:pt x="40" y="46"/>
                    </a:lnTo>
                    <a:lnTo>
                      <a:pt x="38" y="42"/>
                    </a:lnTo>
                    <a:lnTo>
                      <a:pt x="38" y="42"/>
                    </a:lnTo>
                    <a:lnTo>
                      <a:pt x="36" y="42"/>
                    </a:lnTo>
                    <a:lnTo>
                      <a:pt x="36" y="42"/>
                    </a:lnTo>
                    <a:lnTo>
                      <a:pt x="36" y="44"/>
                    </a:lnTo>
                    <a:lnTo>
                      <a:pt x="36" y="44"/>
                    </a:lnTo>
                    <a:lnTo>
                      <a:pt x="36" y="44"/>
                    </a:lnTo>
                    <a:lnTo>
                      <a:pt x="36" y="50"/>
                    </a:lnTo>
                    <a:lnTo>
                      <a:pt x="36" y="50"/>
                    </a:lnTo>
                    <a:lnTo>
                      <a:pt x="40" y="52"/>
                    </a:lnTo>
                    <a:lnTo>
                      <a:pt x="40" y="52"/>
                    </a:lnTo>
                    <a:lnTo>
                      <a:pt x="40" y="60"/>
                    </a:lnTo>
                    <a:lnTo>
                      <a:pt x="40" y="60"/>
                    </a:lnTo>
                    <a:lnTo>
                      <a:pt x="46" y="68"/>
                    </a:lnTo>
                    <a:lnTo>
                      <a:pt x="46" y="68"/>
                    </a:lnTo>
                    <a:lnTo>
                      <a:pt x="46" y="68"/>
                    </a:lnTo>
                    <a:lnTo>
                      <a:pt x="48" y="64"/>
                    </a:lnTo>
                    <a:lnTo>
                      <a:pt x="48" y="64"/>
                    </a:lnTo>
                    <a:lnTo>
                      <a:pt x="50" y="64"/>
                    </a:lnTo>
                    <a:lnTo>
                      <a:pt x="50" y="64"/>
                    </a:lnTo>
                    <a:lnTo>
                      <a:pt x="48" y="72"/>
                    </a:lnTo>
                    <a:lnTo>
                      <a:pt x="48" y="78"/>
                    </a:lnTo>
                    <a:lnTo>
                      <a:pt x="54" y="88"/>
                    </a:lnTo>
                    <a:lnTo>
                      <a:pt x="54" y="88"/>
                    </a:lnTo>
                    <a:lnTo>
                      <a:pt x="58" y="86"/>
                    </a:lnTo>
                    <a:lnTo>
                      <a:pt x="58" y="86"/>
                    </a:lnTo>
                    <a:lnTo>
                      <a:pt x="60" y="84"/>
                    </a:lnTo>
                    <a:lnTo>
                      <a:pt x="62" y="82"/>
                    </a:lnTo>
                    <a:lnTo>
                      <a:pt x="66" y="82"/>
                    </a:lnTo>
                    <a:lnTo>
                      <a:pt x="68" y="84"/>
                    </a:lnTo>
                    <a:lnTo>
                      <a:pt x="68" y="84"/>
                    </a:lnTo>
                    <a:lnTo>
                      <a:pt x="72" y="84"/>
                    </a:lnTo>
                    <a:lnTo>
                      <a:pt x="72" y="84"/>
                    </a:lnTo>
                    <a:lnTo>
                      <a:pt x="72" y="88"/>
                    </a:lnTo>
                    <a:lnTo>
                      <a:pt x="74" y="90"/>
                    </a:lnTo>
                    <a:lnTo>
                      <a:pt x="74" y="90"/>
                    </a:lnTo>
                    <a:lnTo>
                      <a:pt x="76" y="90"/>
                    </a:lnTo>
                    <a:lnTo>
                      <a:pt x="76" y="86"/>
                    </a:lnTo>
                    <a:lnTo>
                      <a:pt x="74" y="84"/>
                    </a:lnTo>
                    <a:lnTo>
                      <a:pt x="78" y="82"/>
                    </a:lnTo>
                    <a:lnTo>
                      <a:pt x="78" y="82"/>
                    </a:lnTo>
                    <a:lnTo>
                      <a:pt x="78" y="86"/>
                    </a:lnTo>
                    <a:lnTo>
                      <a:pt x="78" y="86"/>
                    </a:lnTo>
                    <a:lnTo>
                      <a:pt x="82" y="90"/>
                    </a:lnTo>
                    <a:lnTo>
                      <a:pt x="82" y="90"/>
                    </a:lnTo>
                    <a:lnTo>
                      <a:pt x="84" y="96"/>
                    </a:lnTo>
                    <a:lnTo>
                      <a:pt x="84" y="96"/>
                    </a:lnTo>
                    <a:lnTo>
                      <a:pt x="88" y="96"/>
                    </a:lnTo>
                    <a:lnTo>
                      <a:pt x="88" y="96"/>
                    </a:lnTo>
                    <a:lnTo>
                      <a:pt x="90" y="98"/>
                    </a:lnTo>
                    <a:lnTo>
                      <a:pt x="90" y="100"/>
                    </a:lnTo>
                    <a:lnTo>
                      <a:pt x="92" y="100"/>
                    </a:lnTo>
                    <a:lnTo>
                      <a:pt x="92" y="100"/>
                    </a:lnTo>
                    <a:lnTo>
                      <a:pt x="94" y="94"/>
                    </a:lnTo>
                    <a:lnTo>
                      <a:pt x="92" y="92"/>
                    </a:lnTo>
                    <a:lnTo>
                      <a:pt x="90" y="90"/>
                    </a:lnTo>
                    <a:lnTo>
                      <a:pt x="88" y="86"/>
                    </a:lnTo>
                    <a:lnTo>
                      <a:pt x="88" y="86"/>
                    </a:lnTo>
                    <a:lnTo>
                      <a:pt x="90" y="82"/>
                    </a:lnTo>
                    <a:lnTo>
                      <a:pt x="90" y="80"/>
                    </a:lnTo>
                    <a:lnTo>
                      <a:pt x="90" y="80"/>
                    </a:lnTo>
                    <a:lnTo>
                      <a:pt x="86" y="76"/>
                    </a:lnTo>
                    <a:lnTo>
                      <a:pt x="86" y="76"/>
                    </a:lnTo>
                    <a:lnTo>
                      <a:pt x="82" y="80"/>
                    </a:lnTo>
                    <a:lnTo>
                      <a:pt x="80" y="78"/>
                    </a:lnTo>
                    <a:lnTo>
                      <a:pt x="80" y="78"/>
                    </a:lnTo>
                    <a:lnTo>
                      <a:pt x="80" y="74"/>
                    </a:lnTo>
                    <a:lnTo>
                      <a:pt x="80" y="74"/>
                    </a:lnTo>
                    <a:lnTo>
                      <a:pt x="78" y="72"/>
                    </a:lnTo>
                    <a:lnTo>
                      <a:pt x="78" y="72"/>
                    </a:lnTo>
                    <a:lnTo>
                      <a:pt x="78" y="72"/>
                    </a:lnTo>
                    <a:lnTo>
                      <a:pt x="76" y="74"/>
                    </a:lnTo>
                    <a:lnTo>
                      <a:pt x="76" y="74"/>
                    </a:lnTo>
                    <a:lnTo>
                      <a:pt x="70" y="74"/>
                    </a:lnTo>
                    <a:lnTo>
                      <a:pt x="70" y="74"/>
                    </a:lnTo>
                    <a:lnTo>
                      <a:pt x="64" y="78"/>
                    </a:lnTo>
                    <a:lnTo>
                      <a:pt x="64" y="78"/>
                    </a:lnTo>
                    <a:lnTo>
                      <a:pt x="60" y="76"/>
                    </a:lnTo>
                    <a:lnTo>
                      <a:pt x="60" y="76"/>
                    </a:lnTo>
                    <a:lnTo>
                      <a:pt x="60" y="66"/>
                    </a:lnTo>
                    <a:lnTo>
                      <a:pt x="58" y="66"/>
                    </a:lnTo>
                    <a:lnTo>
                      <a:pt x="58" y="66"/>
                    </a:lnTo>
                    <a:lnTo>
                      <a:pt x="58" y="56"/>
                    </a:lnTo>
                    <a:lnTo>
                      <a:pt x="58" y="56"/>
                    </a:lnTo>
                    <a:lnTo>
                      <a:pt x="60" y="50"/>
                    </a:lnTo>
                    <a:lnTo>
                      <a:pt x="60" y="46"/>
                    </a:lnTo>
                    <a:lnTo>
                      <a:pt x="62" y="46"/>
                    </a:lnTo>
                    <a:lnTo>
                      <a:pt x="64" y="46"/>
                    </a:lnTo>
                    <a:lnTo>
                      <a:pt x="64" y="46"/>
                    </a:lnTo>
                    <a:lnTo>
                      <a:pt x="66" y="40"/>
                    </a:lnTo>
                    <a:lnTo>
                      <a:pt x="66" y="34"/>
                    </a:lnTo>
                    <a:lnTo>
                      <a:pt x="66" y="34"/>
                    </a:lnTo>
                    <a:lnTo>
                      <a:pt x="70" y="34"/>
                    </a:lnTo>
                    <a:lnTo>
                      <a:pt x="72" y="34"/>
                    </a:lnTo>
                    <a:lnTo>
                      <a:pt x="72" y="34"/>
                    </a:lnTo>
                    <a:lnTo>
                      <a:pt x="74" y="30"/>
                    </a:lnTo>
                    <a:lnTo>
                      <a:pt x="74" y="30"/>
                    </a:lnTo>
                    <a:lnTo>
                      <a:pt x="72" y="20"/>
                    </a:lnTo>
                    <a:lnTo>
                      <a:pt x="72" y="20"/>
                    </a:lnTo>
                    <a:lnTo>
                      <a:pt x="68" y="18"/>
                    </a:lnTo>
                    <a:lnTo>
                      <a:pt x="68" y="18"/>
                    </a:lnTo>
                    <a:lnTo>
                      <a:pt x="68" y="10"/>
                    </a:lnTo>
                    <a:lnTo>
                      <a:pt x="70" y="4"/>
                    </a:lnTo>
                    <a:lnTo>
                      <a:pt x="70" y="4"/>
                    </a:lnTo>
                    <a:lnTo>
                      <a:pt x="70" y="0"/>
                    </a:lnTo>
                    <a:lnTo>
                      <a:pt x="70" y="0"/>
                    </a:lnTo>
                    <a:lnTo>
                      <a:pt x="62" y="4"/>
                    </a:lnTo>
                    <a:lnTo>
                      <a:pt x="58" y="6"/>
                    </a:lnTo>
                    <a:lnTo>
                      <a:pt x="56" y="2"/>
                    </a:lnTo>
                    <a:lnTo>
                      <a:pt x="56" y="2"/>
                    </a:lnTo>
                    <a:lnTo>
                      <a:pt x="56" y="2"/>
                    </a:lnTo>
                    <a:lnTo>
                      <a:pt x="54" y="0"/>
                    </a:lnTo>
                    <a:lnTo>
                      <a:pt x="54" y="0"/>
                    </a:lnTo>
                    <a:lnTo>
                      <a:pt x="50" y="0"/>
                    </a:lnTo>
                    <a:lnTo>
                      <a:pt x="5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0" name="Freeform 113">
                <a:extLst>
                  <a:ext uri="{FF2B5EF4-FFF2-40B4-BE49-F238E27FC236}">
                    <a16:creationId xmlns:a16="http://schemas.microsoft.com/office/drawing/2014/main" id="{A8F38331-2012-CA4E-8836-35ACC0539498}"/>
                  </a:ext>
                </a:extLst>
              </p:cNvPr>
              <p:cNvSpPr>
                <a:spLocks noEditPoints="1"/>
              </p:cNvSpPr>
              <p:nvPr/>
            </p:nvSpPr>
            <p:spPr bwMode="auto">
              <a:xfrm>
                <a:off x="9566664" y="4479748"/>
                <a:ext cx="399208" cy="272320"/>
              </a:xfrm>
              <a:custGeom>
                <a:avLst/>
                <a:gdLst>
                  <a:gd name="T0" fmla="*/ 184 w 204"/>
                  <a:gd name="T1" fmla="*/ 58 h 136"/>
                  <a:gd name="T2" fmla="*/ 190 w 204"/>
                  <a:gd name="T3" fmla="*/ 66 h 136"/>
                  <a:gd name="T4" fmla="*/ 200 w 204"/>
                  <a:gd name="T5" fmla="*/ 74 h 136"/>
                  <a:gd name="T6" fmla="*/ 200 w 204"/>
                  <a:gd name="T7" fmla="*/ 62 h 136"/>
                  <a:gd name="T8" fmla="*/ 190 w 204"/>
                  <a:gd name="T9" fmla="*/ 50 h 136"/>
                  <a:gd name="T10" fmla="*/ 184 w 204"/>
                  <a:gd name="T11" fmla="*/ 44 h 136"/>
                  <a:gd name="T12" fmla="*/ 0 w 204"/>
                  <a:gd name="T13" fmla="*/ 68 h 136"/>
                  <a:gd name="T14" fmla="*/ 16 w 204"/>
                  <a:gd name="T15" fmla="*/ 108 h 136"/>
                  <a:gd name="T16" fmla="*/ 22 w 204"/>
                  <a:gd name="T17" fmla="*/ 108 h 136"/>
                  <a:gd name="T18" fmla="*/ 36 w 204"/>
                  <a:gd name="T19" fmla="*/ 102 h 136"/>
                  <a:gd name="T20" fmla="*/ 38 w 204"/>
                  <a:gd name="T21" fmla="*/ 94 h 136"/>
                  <a:gd name="T22" fmla="*/ 42 w 204"/>
                  <a:gd name="T23" fmla="*/ 90 h 136"/>
                  <a:gd name="T24" fmla="*/ 48 w 204"/>
                  <a:gd name="T25" fmla="*/ 88 h 136"/>
                  <a:gd name="T26" fmla="*/ 68 w 204"/>
                  <a:gd name="T27" fmla="*/ 94 h 136"/>
                  <a:gd name="T28" fmla="*/ 78 w 204"/>
                  <a:gd name="T29" fmla="*/ 108 h 136"/>
                  <a:gd name="T30" fmla="*/ 84 w 204"/>
                  <a:gd name="T31" fmla="*/ 114 h 136"/>
                  <a:gd name="T32" fmla="*/ 90 w 204"/>
                  <a:gd name="T33" fmla="*/ 120 h 136"/>
                  <a:gd name="T34" fmla="*/ 96 w 204"/>
                  <a:gd name="T35" fmla="*/ 126 h 136"/>
                  <a:gd name="T36" fmla="*/ 104 w 204"/>
                  <a:gd name="T37" fmla="*/ 128 h 136"/>
                  <a:gd name="T38" fmla="*/ 118 w 204"/>
                  <a:gd name="T39" fmla="*/ 132 h 136"/>
                  <a:gd name="T40" fmla="*/ 128 w 204"/>
                  <a:gd name="T41" fmla="*/ 136 h 136"/>
                  <a:gd name="T42" fmla="*/ 122 w 204"/>
                  <a:gd name="T43" fmla="*/ 128 h 136"/>
                  <a:gd name="T44" fmla="*/ 122 w 204"/>
                  <a:gd name="T45" fmla="*/ 120 h 136"/>
                  <a:gd name="T46" fmla="*/ 114 w 204"/>
                  <a:gd name="T47" fmla="*/ 120 h 136"/>
                  <a:gd name="T48" fmla="*/ 104 w 204"/>
                  <a:gd name="T49" fmla="*/ 108 h 136"/>
                  <a:gd name="T50" fmla="*/ 100 w 204"/>
                  <a:gd name="T51" fmla="*/ 96 h 136"/>
                  <a:gd name="T52" fmla="*/ 90 w 204"/>
                  <a:gd name="T53" fmla="*/ 90 h 136"/>
                  <a:gd name="T54" fmla="*/ 86 w 204"/>
                  <a:gd name="T55" fmla="*/ 74 h 136"/>
                  <a:gd name="T56" fmla="*/ 94 w 204"/>
                  <a:gd name="T57" fmla="*/ 70 h 136"/>
                  <a:gd name="T58" fmla="*/ 94 w 204"/>
                  <a:gd name="T59" fmla="*/ 62 h 136"/>
                  <a:gd name="T60" fmla="*/ 88 w 204"/>
                  <a:gd name="T61" fmla="*/ 56 h 136"/>
                  <a:gd name="T62" fmla="*/ 82 w 204"/>
                  <a:gd name="T63" fmla="*/ 52 h 136"/>
                  <a:gd name="T64" fmla="*/ 72 w 204"/>
                  <a:gd name="T65" fmla="*/ 48 h 136"/>
                  <a:gd name="T66" fmla="*/ 68 w 204"/>
                  <a:gd name="T67" fmla="*/ 40 h 136"/>
                  <a:gd name="T68" fmla="*/ 56 w 204"/>
                  <a:gd name="T69" fmla="*/ 28 h 136"/>
                  <a:gd name="T70" fmla="*/ 46 w 204"/>
                  <a:gd name="T71" fmla="*/ 20 h 136"/>
                  <a:gd name="T72" fmla="*/ 30 w 204"/>
                  <a:gd name="T73" fmla="*/ 16 h 136"/>
                  <a:gd name="T74" fmla="*/ 14 w 204"/>
                  <a:gd name="T75" fmla="*/ 10 h 136"/>
                  <a:gd name="T76" fmla="*/ 2 w 204"/>
                  <a:gd name="T77" fmla="*/ 0 h 136"/>
                  <a:gd name="T78" fmla="*/ 146 w 204"/>
                  <a:gd name="T79" fmla="*/ 32 h 136"/>
                  <a:gd name="T80" fmla="*/ 144 w 204"/>
                  <a:gd name="T81" fmla="*/ 38 h 136"/>
                  <a:gd name="T82" fmla="*/ 140 w 204"/>
                  <a:gd name="T83" fmla="*/ 46 h 136"/>
                  <a:gd name="T84" fmla="*/ 128 w 204"/>
                  <a:gd name="T85" fmla="*/ 44 h 136"/>
                  <a:gd name="T86" fmla="*/ 112 w 204"/>
                  <a:gd name="T87" fmla="*/ 52 h 136"/>
                  <a:gd name="T88" fmla="*/ 112 w 204"/>
                  <a:gd name="T89" fmla="*/ 58 h 136"/>
                  <a:gd name="T90" fmla="*/ 126 w 204"/>
                  <a:gd name="T91" fmla="*/ 60 h 136"/>
                  <a:gd name="T92" fmla="*/ 142 w 204"/>
                  <a:gd name="T93" fmla="*/ 54 h 136"/>
                  <a:gd name="T94" fmla="*/ 146 w 204"/>
                  <a:gd name="T95" fmla="*/ 50 h 136"/>
                  <a:gd name="T96" fmla="*/ 152 w 204"/>
                  <a:gd name="T97" fmla="*/ 46 h 136"/>
                  <a:gd name="T98" fmla="*/ 156 w 204"/>
                  <a:gd name="T99" fmla="*/ 40 h 136"/>
                  <a:gd name="T100" fmla="*/ 154 w 204"/>
                  <a:gd name="T101" fmla="*/ 32 h 136"/>
                  <a:gd name="T102" fmla="*/ 150 w 204"/>
                  <a:gd name="T103" fmla="*/ 30 h 136"/>
                  <a:gd name="T104" fmla="*/ 156 w 204"/>
                  <a:gd name="T105" fmla="*/ 24 h 136"/>
                  <a:gd name="T106" fmla="*/ 158 w 204"/>
                  <a:gd name="T107" fmla="*/ 34 h 136"/>
                  <a:gd name="T108" fmla="*/ 162 w 204"/>
                  <a:gd name="T109" fmla="*/ 34 h 136"/>
                  <a:gd name="T110" fmla="*/ 136 w 204"/>
                  <a:gd name="T111" fmla="*/ 6 h 136"/>
                  <a:gd name="T112" fmla="*/ 146 w 204"/>
                  <a:gd name="T113" fmla="*/ 14 h 136"/>
                  <a:gd name="T114" fmla="*/ 150 w 204"/>
                  <a:gd name="T115" fmla="*/ 1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4" h="136">
                    <a:moveTo>
                      <a:pt x="182" y="42"/>
                    </a:moveTo>
                    <a:lnTo>
                      <a:pt x="182" y="42"/>
                    </a:lnTo>
                    <a:lnTo>
                      <a:pt x="182" y="54"/>
                    </a:lnTo>
                    <a:lnTo>
                      <a:pt x="182" y="54"/>
                    </a:lnTo>
                    <a:lnTo>
                      <a:pt x="184" y="58"/>
                    </a:lnTo>
                    <a:lnTo>
                      <a:pt x="186" y="60"/>
                    </a:lnTo>
                    <a:lnTo>
                      <a:pt x="186" y="60"/>
                    </a:lnTo>
                    <a:lnTo>
                      <a:pt x="186" y="64"/>
                    </a:lnTo>
                    <a:lnTo>
                      <a:pt x="186" y="64"/>
                    </a:lnTo>
                    <a:lnTo>
                      <a:pt x="190" y="66"/>
                    </a:lnTo>
                    <a:lnTo>
                      <a:pt x="190" y="66"/>
                    </a:lnTo>
                    <a:lnTo>
                      <a:pt x="190" y="70"/>
                    </a:lnTo>
                    <a:lnTo>
                      <a:pt x="190" y="70"/>
                    </a:lnTo>
                    <a:lnTo>
                      <a:pt x="200" y="74"/>
                    </a:lnTo>
                    <a:lnTo>
                      <a:pt x="200" y="74"/>
                    </a:lnTo>
                    <a:lnTo>
                      <a:pt x="204" y="70"/>
                    </a:lnTo>
                    <a:lnTo>
                      <a:pt x="204" y="70"/>
                    </a:lnTo>
                    <a:lnTo>
                      <a:pt x="202" y="66"/>
                    </a:lnTo>
                    <a:lnTo>
                      <a:pt x="200" y="62"/>
                    </a:lnTo>
                    <a:lnTo>
                      <a:pt x="200" y="62"/>
                    </a:lnTo>
                    <a:lnTo>
                      <a:pt x="196" y="62"/>
                    </a:lnTo>
                    <a:lnTo>
                      <a:pt x="196" y="62"/>
                    </a:lnTo>
                    <a:lnTo>
                      <a:pt x="190" y="54"/>
                    </a:lnTo>
                    <a:lnTo>
                      <a:pt x="190" y="54"/>
                    </a:lnTo>
                    <a:lnTo>
                      <a:pt x="190" y="50"/>
                    </a:lnTo>
                    <a:lnTo>
                      <a:pt x="190" y="50"/>
                    </a:lnTo>
                    <a:lnTo>
                      <a:pt x="188" y="50"/>
                    </a:lnTo>
                    <a:lnTo>
                      <a:pt x="186" y="48"/>
                    </a:lnTo>
                    <a:lnTo>
                      <a:pt x="186" y="48"/>
                    </a:lnTo>
                    <a:lnTo>
                      <a:pt x="184" y="44"/>
                    </a:lnTo>
                    <a:lnTo>
                      <a:pt x="184" y="42"/>
                    </a:lnTo>
                    <a:lnTo>
                      <a:pt x="182" y="42"/>
                    </a:lnTo>
                    <a:close/>
                    <a:moveTo>
                      <a:pt x="2" y="2"/>
                    </a:moveTo>
                    <a:lnTo>
                      <a:pt x="2" y="62"/>
                    </a:lnTo>
                    <a:lnTo>
                      <a:pt x="0" y="68"/>
                    </a:lnTo>
                    <a:lnTo>
                      <a:pt x="2" y="74"/>
                    </a:lnTo>
                    <a:lnTo>
                      <a:pt x="2" y="108"/>
                    </a:lnTo>
                    <a:lnTo>
                      <a:pt x="2" y="108"/>
                    </a:lnTo>
                    <a:lnTo>
                      <a:pt x="16" y="108"/>
                    </a:lnTo>
                    <a:lnTo>
                      <a:pt x="16" y="108"/>
                    </a:lnTo>
                    <a:lnTo>
                      <a:pt x="20" y="106"/>
                    </a:lnTo>
                    <a:lnTo>
                      <a:pt x="20" y="106"/>
                    </a:lnTo>
                    <a:lnTo>
                      <a:pt x="22" y="106"/>
                    </a:lnTo>
                    <a:lnTo>
                      <a:pt x="22" y="108"/>
                    </a:lnTo>
                    <a:lnTo>
                      <a:pt x="22" y="108"/>
                    </a:lnTo>
                    <a:lnTo>
                      <a:pt x="26" y="108"/>
                    </a:lnTo>
                    <a:lnTo>
                      <a:pt x="30" y="108"/>
                    </a:lnTo>
                    <a:lnTo>
                      <a:pt x="36" y="104"/>
                    </a:lnTo>
                    <a:lnTo>
                      <a:pt x="36" y="102"/>
                    </a:lnTo>
                    <a:lnTo>
                      <a:pt x="36" y="102"/>
                    </a:lnTo>
                    <a:lnTo>
                      <a:pt x="38" y="100"/>
                    </a:lnTo>
                    <a:lnTo>
                      <a:pt x="38" y="100"/>
                    </a:lnTo>
                    <a:lnTo>
                      <a:pt x="38" y="98"/>
                    </a:lnTo>
                    <a:lnTo>
                      <a:pt x="38" y="94"/>
                    </a:lnTo>
                    <a:lnTo>
                      <a:pt x="38" y="94"/>
                    </a:lnTo>
                    <a:lnTo>
                      <a:pt x="40" y="88"/>
                    </a:lnTo>
                    <a:lnTo>
                      <a:pt x="40" y="88"/>
                    </a:lnTo>
                    <a:lnTo>
                      <a:pt x="42" y="88"/>
                    </a:lnTo>
                    <a:lnTo>
                      <a:pt x="42" y="90"/>
                    </a:lnTo>
                    <a:lnTo>
                      <a:pt x="42" y="90"/>
                    </a:lnTo>
                    <a:lnTo>
                      <a:pt x="44" y="90"/>
                    </a:lnTo>
                    <a:lnTo>
                      <a:pt x="44" y="90"/>
                    </a:lnTo>
                    <a:lnTo>
                      <a:pt x="46" y="90"/>
                    </a:lnTo>
                    <a:lnTo>
                      <a:pt x="48" y="88"/>
                    </a:lnTo>
                    <a:lnTo>
                      <a:pt x="48" y="88"/>
                    </a:lnTo>
                    <a:lnTo>
                      <a:pt x="54" y="92"/>
                    </a:lnTo>
                    <a:lnTo>
                      <a:pt x="54" y="92"/>
                    </a:lnTo>
                    <a:lnTo>
                      <a:pt x="60" y="92"/>
                    </a:lnTo>
                    <a:lnTo>
                      <a:pt x="68" y="94"/>
                    </a:lnTo>
                    <a:lnTo>
                      <a:pt x="68" y="94"/>
                    </a:lnTo>
                    <a:lnTo>
                      <a:pt x="76" y="102"/>
                    </a:lnTo>
                    <a:lnTo>
                      <a:pt x="76" y="102"/>
                    </a:lnTo>
                    <a:lnTo>
                      <a:pt x="76" y="106"/>
                    </a:lnTo>
                    <a:lnTo>
                      <a:pt x="76" y="108"/>
                    </a:lnTo>
                    <a:lnTo>
                      <a:pt x="78" y="108"/>
                    </a:lnTo>
                    <a:lnTo>
                      <a:pt x="80" y="110"/>
                    </a:lnTo>
                    <a:lnTo>
                      <a:pt x="80" y="110"/>
                    </a:lnTo>
                    <a:lnTo>
                      <a:pt x="82" y="112"/>
                    </a:lnTo>
                    <a:lnTo>
                      <a:pt x="82" y="114"/>
                    </a:lnTo>
                    <a:lnTo>
                      <a:pt x="84" y="114"/>
                    </a:lnTo>
                    <a:lnTo>
                      <a:pt x="86" y="114"/>
                    </a:lnTo>
                    <a:lnTo>
                      <a:pt x="86" y="114"/>
                    </a:lnTo>
                    <a:lnTo>
                      <a:pt x="86" y="118"/>
                    </a:lnTo>
                    <a:lnTo>
                      <a:pt x="86" y="118"/>
                    </a:lnTo>
                    <a:lnTo>
                      <a:pt x="90" y="120"/>
                    </a:lnTo>
                    <a:lnTo>
                      <a:pt x="92" y="122"/>
                    </a:lnTo>
                    <a:lnTo>
                      <a:pt x="92" y="122"/>
                    </a:lnTo>
                    <a:lnTo>
                      <a:pt x="92" y="126"/>
                    </a:lnTo>
                    <a:lnTo>
                      <a:pt x="92" y="126"/>
                    </a:lnTo>
                    <a:lnTo>
                      <a:pt x="96" y="126"/>
                    </a:lnTo>
                    <a:lnTo>
                      <a:pt x="98" y="126"/>
                    </a:lnTo>
                    <a:lnTo>
                      <a:pt x="98" y="126"/>
                    </a:lnTo>
                    <a:lnTo>
                      <a:pt x="102" y="130"/>
                    </a:lnTo>
                    <a:lnTo>
                      <a:pt x="102" y="130"/>
                    </a:lnTo>
                    <a:lnTo>
                      <a:pt x="104" y="128"/>
                    </a:lnTo>
                    <a:lnTo>
                      <a:pt x="106" y="128"/>
                    </a:lnTo>
                    <a:lnTo>
                      <a:pt x="108" y="130"/>
                    </a:lnTo>
                    <a:lnTo>
                      <a:pt x="108" y="130"/>
                    </a:lnTo>
                    <a:lnTo>
                      <a:pt x="112" y="130"/>
                    </a:lnTo>
                    <a:lnTo>
                      <a:pt x="118" y="132"/>
                    </a:lnTo>
                    <a:lnTo>
                      <a:pt x="118" y="132"/>
                    </a:lnTo>
                    <a:lnTo>
                      <a:pt x="120" y="134"/>
                    </a:lnTo>
                    <a:lnTo>
                      <a:pt x="120" y="134"/>
                    </a:lnTo>
                    <a:lnTo>
                      <a:pt x="124" y="136"/>
                    </a:lnTo>
                    <a:lnTo>
                      <a:pt x="128" y="136"/>
                    </a:lnTo>
                    <a:lnTo>
                      <a:pt x="128" y="136"/>
                    </a:lnTo>
                    <a:lnTo>
                      <a:pt x="128" y="130"/>
                    </a:lnTo>
                    <a:lnTo>
                      <a:pt x="128" y="130"/>
                    </a:lnTo>
                    <a:lnTo>
                      <a:pt x="126" y="128"/>
                    </a:lnTo>
                    <a:lnTo>
                      <a:pt x="122" y="128"/>
                    </a:lnTo>
                    <a:lnTo>
                      <a:pt x="122" y="128"/>
                    </a:lnTo>
                    <a:lnTo>
                      <a:pt x="120" y="126"/>
                    </a:lnTo>
                    <a:lnTo>
                      <a:pt x="120" y="126"/>
                    </a:lnTo>
                    <a:lnTo>
                      <a:pt x="122" y="120"/>
                    </a:lnTo>
                    <a:lnTo>
                      <a:pt x="122" y="120"/>
                    </a:lnTo>
                    <a:lnTo>
                      <a:pt x="118" y="118"/>
                    </a:lnTo>
                    <a:lnTo>
                      <a:pt x="118" y="118"/>
                    </a:lnTo>
                    <a:lnTo>
                      <a:pt x="116" y="120"/>
                    </a:lnTo>
                    <a:lnTo>
                      <a:pt x="114" y="120"/>
                    </a:lnTo>
                    <a:lnTo>
                      <a:pt x="114" y="120"/>
                    </a:lnTo>
                    <a:lnTo>
                      <a:pt x="112" y="114"/>
                    </a:lnTo>
                    <a:lnTo>
                      <a:pt x="112" y="110"/>
                    </a:lnTo>
                    <a:lnTo>
                      <a:pt x="112" y="110"/>
                    </a:lnTo>
                    <a:lnTo>
                      <a:pt x="104" y="108"/>
                    </a:lnTo>
                    <a:lnTo>
                      <a:pt x="104" y="108"/>
                    </a:lnTo>
                    <a:lnTo>
                      <a:pt x="104" y="102"/>
                    </a:lnTo>
                    <a:lnTo>
                      <a:pt x="104" y="102"/>
                    </a:lnTo>
                    <a:lnTo>
                      <a:pt x="100" y="100"/>
                    </a:lnTo>
                    <a:lnTo>
                      <a:pt x="100" y="100"/>
                    </a:lnTo>
                    <a:lnTo>
                      <a:pt x="100" y="96"/>
                    </a:lnTo>
                    <a:lnTo>
                      <a:pt x="100" y="96"/>
                    </a:lnTo>
                    <a:lnTo>
                      <a:pt x="98" y="94"/>
                    </a:lnTo>
                    <a:lnTo>
                      <a:pt x="94" y="94"/>
                    </a:lnTo>
                    <a:lnTo>
                      <a:pt x="94" y="94"/>
                    </a:lnTo>
                    <a:lnTo>
                      <a:pt x="90" y="90"/>
                    </a:lnTo>
                    <a:lnTo>
                      <a:pt x="88" y="86"/>
                    </a:lnTo>
                    <a:lnTo>
                      <a:pt x="88" y="76"/>
                    </a:lnTo>
                    <a:lnTo>
                      <a:pt x="88" y="76"/>
                    </a:lnTo>
                    <a:lnTo>
                      <a:pt x="86" y="76"/>
                    </a:lnTo>
                    <a:lnTo>
                      <a:pt x="86" y="74"/>
                    </a:lnTo>
                    <a:lnTo>
                      <a:pt x="86" y="72"/>
                    </a:lnTo>
                    <a:lnTo>
                      <a:pt x="86" y="72"/>
                    </a:lnTo>
                    <a:lnTo>
                      <a:pt x="88" y="72"/>
                    </a:lnTo>
                    <a:lnTo>
                      <a:pt x="92" y="72"/>
                    </a:lnTo>
                    <a:lnTo>
                      <a:pt x="94" y="70"/>
                    </a:lnTo>
                    <a:lnTo>
                      <a:pt x="96" y="68"/>
                    </a:lnTo>
                    <a:lnTo>
                      <a:pt x="96" y="68"/>
                    </a:lnTo>
                    <a:lnTo>
                      <a:pt x="96" y="62"/>
                    </a:lnTo>
                    <a:lnTo>
                      <a:pt x="96" y="62"/>
                    </a:lnTo>
                    <a:lnTo>
                      <a:pt x="94" y="62"/>
                    </a:lnTo>
                    <a:lnTo>
                      <a:pt x="94" y="62"/>
                    </a:lnTo>
                    <a:lnTo>
                      <a:pt x="92" y="58"/>
                    </a:lnTo>
                    <a:lnTo>
                      <a:pt x="92" y="58"/>
                    </a:lnTo>
                    <a:lnTo>
                      <a:pt x="88" y="56"/>
                    </a:lnTo>
                    <a:lnTo>
                      <a:pt x="88" y="56"/>
                    </a:lnTo>
                    <a:lnTo>
                      <a:pt x="86" y="58"/>
                    </a:lnTo>
                    <a:lnTo>
                      <a:pt x="86" y="58"/>
                    </a:lnTo>
                    <a:lnTo>
                      <a:pt x="84" y="58"/>
                    </a:lnTo>
                    <a:lnTo>
                      <a:pt x="84" y="58"/>
                    </a:lnTo>
                    <a:lnTo>
                      <a:pt x="82" y="52"/>
                    </a:lnTo>
                    <a:lnTo>
                      <a:pt x="80" y="52"/>
                    </a:lnTo>
                    <a:lnTo>
                      <a:pt x="80" y="52"/>
                    </a:lnTo>
                    <a:lnTo>
                      <a:pt x="80" y="48"/>
                    </a:lnTo>
                    <a:lnTo>
                      <a:pt x="80" y="48"/>
                    </a:lnTo>
                    <a:lnTo>
                      <a:pt x="72" y="48"/>
                    </a:lnTo>
                    <a:lnTo>
                      <a:pt x="70" y="48"/>
                    </a:lnTo>
                    <a:lnTo>
                      <a:pt x="66" y="46"/>
                    </a:lnTo>
                    <a:lnTo>
                      <a:pt x="66" y="46"/>
                    </a:lnTo>
                    <a:lnTo>
                      <a:pt x="66" y="44"/>
                    </a:lnTo>
                    <a:lnTo>
                      <a:pt x="68" y="40"/>
                    </a:lnTo>
                    <a:lnTo>
                      <a:pt x="68" y="40"/>
                    </a:lnTo>
                    <a:lnTo>
                      <a:pt x="64" y="34"/>
                    </a:lnTo>
                    <a:lnTo>
                      <a:pt x="58" y="28"/>
                    </a:lnTo>
                    <a:lnTo>
                      <a:pt x="58" y="28"/>
                    </a:lnTo>
                    <a:lnTo>
                      <a:pt x="56" y="28"/>
                    </a:lnTo>
                    <a:lnTo>
                      <a:pt x="52" y="28"/>
                    </a:lnTo>
                    <a:lnTo>
                      <a:pt x="52" y="28"/>
                    </a:lnTo>
                    <a:lnTo>
                      <a:pt x="50" y="24"/>
                    </a:lnTo>
                    <a:lnTo>
                      <a:pt x="46" y="20"/>
                    </a:lnTo>
                    <a:lnTo>
                      <a:pt x="46" y="20"/>
                    </a:lnTo>
                    <a:lnTo>
                      <a:pt x="40" y="20"/>
                    </a:lnTo>
                    <a:lnTo>
                      <a:pt x="40" y="20"/>
                    </a:lnTo>
                    <a:lnTo>
                      <a:pt x="36" y="16"/>
                    </a:lnTo>
                    <a:lnTo>
                      <a:pt x="36" y="16"/>
                    </a:lnTo>
                    <a:lnTo>
                      <a:pt x="30" y="16"/>
                    </a:lnTo>
                    <a:lnTo>
                      <a:pt x="30" y="16"/>
                    </a:lnTo>
                    <a:lnTo>
                      <a:pt x="26" y="12"/>
                    </a:lnTo>
                    <a:lnTo>
                      <a:pt x="26" y="12"/>
                    </a:lnTo>
                    <a:lnTo>
                      <a:pt x="20" y="12"/>
                    </a:lnTo>
                    <a:lnTo>
                      <a:pt x="14" y="10"/>
                    </a:lnTo>
                    <a:lnTo>
                      <a:pt x="14" y="10"/>
                    </a:lnTo>
                    <a:lnTo>
                      <a:pt x="4" y="2"/>
                    </a:lnTo>
                    <a:lnTo>
                      <a:pt x="4" y="0"/>
                    </a:lnTo>
                    <a:lnTo>
                      <a:pt x="4" y="0"/>
                    </a:lnTo>
                    <a:lnTo>
                      <a:pt x="2" y="0"/>
                    </a:lnTo>
                    <a:lnTo>
                      <a:pt x="2" y="2"/>
                    </a:lnTo>
                    <a:lnTo>
                      <a:pt x="2" y="2"/>
                    </a:lnTo>
                    <a:close/>
                    <a:moveTo>
                      <a:pt x="150" y="30"/>
                    </a:moveTo>
                    <a:lnTo>
                      <a:pt x="150" y="30"/>
                    </a:lnTo>
                    <a:lnTo>
                      <a:pt x="146" y="32"/>
                    </a:lnTo>
                    <a:lnTo>
                      <a:pt x="146" y="34"/>
                    </a:lnTo>
                    <a:lnTo>
                      <a:pt x="148" y="34"/>
                    </a:lnTo>
                    <a:lnTo>
                      <a:pt x="148" y="38"/>
                    </a:lnTo>
                    <a:lnTo>
                      <a:pt x="148" y="38"/>
                    </a:lnTo>
                    <a:lnTo>
                      <a:pt x="144" y="38"/>
                    </a:lnTo>
                    <a:lnTo>
                      <a:pt x="142" y="40"/>
                    </a:lnTo>
                    <a:lnTo>
                      <a:pt x="142" y="40"/>
                    </a:lnTo>
                    <a:lnTo>
                      <a:pt x="142" y="42"/>
                    </a:lnTo>
                    <a:lnTo>
                      <a:pt x="142" y="42"/>
                    </a:lnTo>
                    <a:lnTo>
                      <a:pt x="140" y="46"/>
                    </a:lnTo>
                    <a:lnTo>
                      <a:pt x="138" y="48"/>
                    </a:lnTo>
                    <a:lnTo>
                      <a:pt x="130" y="48"/>
                    </a:lnTo>
                    <a:lnTo>
                      <a:pt x="130" y="48"/>
                    </a:lnTo>
                    <a:lnTo>
                      <a:pt x="128" y="44"/>
                    </a:lnTo>
                    <a:lnTo>
                      <a:pt x="128" y="44"/>
                    </a:lnTo>
                    <a:lnTo>
                      <a:pt x="122" y="50"/>
                    </a:lnTo>
                    <a:lnTo>
                      <a:pt x="120" y="52"/>
                    </a:lnTo>
                    <a:lnTo>
                      <a:pt x="114" y="52"/>
                    </a:lnTo>
                    <a:lnTo>
                      <a:pt x="114" y="52"/>
                    </a:lnTo>
                    <a:lnTo>
                      <a:pt x="112" y="52"/>
                    </a:lnTo>
                    <a:lnTo>
                      <a:pt x="108" y="50"/>
                    </a:lnTo>
                    <a:lnTo>
                      <a:pt x="108" y="50"/>
                    </a:lnTo>
                    <a:lnTo>
                      <a:pt x="106" y="54"/>
                    </a:lnTo>
                    <a:lnTo>
                      <a:pt x="106" y="54"/>
                    </a:lnTo>
                    <a:lnTo>
                      <a:pt x="112" y="58"/>
                    </a:lnTo>
                    <a:lnTo>
                      <a:pt x="112" y="58"/>
                    </a:lnTo>
                    <a:lnTo>
                      <a:pt x="114" y="60"/>
                    </a:lnTo>
                    <a:lnTo>
                      <a:pt x="114" y="60"/>
                    </a:lnTo>
                    <a:lnTo>
                      <a:pt x="120" y="60"/>
                    </a:lnTo>
                    <a:lnTo>
                      <a:pt x="126" y="60"/>
                    </a:lnTo>
                    <a:lnTo>
                      <a:pt x="126" y="60"/>
                    </a:lnTo>
                    <a:lnTo>
                      <a:pt x="132" y="60"/>
                    </a:lnTo>
                    <a:lnTo>
                      <a:pt x="138" y="58"/>
                    </a:lnTo>
                    <a:lnTo>
                      <a:pt x="138" y="58"/>
                    </a:lnTo>
                    <a:lnTo>
                      <a:pt x="142" y="54"/>
                    </a:lnTo>
                    <a:lnTo>
                      <a:pt x="142" y="54"/>
                    </a:lnTo>
                    <a:lnTo>
                      <a:pt x="144" y="54"/>
                    </a:lnTo>
                    <a:lnTo>
                      <a:pt x="146" y="52"/>
                    </a:lnTo>
                    <a:lnTo>
                      <a:pt x="146" y="52"/>
                    </a:lnTo>
                    <a:lnTo>
                      <a:pt x="146" y="50"/>
                    </a:lnTo>
                    <a:lnTo>
                      <a:pt x="146" y="48"/>
                    </a:lnTo>
                    <a:lnTo>
                      <a:pt x="146" y="48"/>
                    </a:lnTo>
                    <a:lnTo>
                      <a:pt x="150" y="48"/>
                    </a:lnTo>
                    <a:lnTo>
                      <a:pt x="152" y="46"/>
                    </a:lnTo>
                    <a:lnTo>
                      <a:pt x="152" y="46"/>
                    </a:lnTo>
                    <a:lnTo>
                      <a:pt x="154" y="44"/>
                    </a:lnTo>
                    <a:lnTo>
                      <a:pt x="152" y="40"/>
                    </a:lnTo>
                    <a:lnTo>
                      <a:pt x="152" y="40"/>
                    </a:lnTo>
                    <a:lnTo>
                      <a:pt x="156" y="40"/>
                    </a:lnTo>
                    <a:lnTo>
                      <a:pt x="156" y="40"/>
                    </a:lnTo>
                    <a:lnTo>
                      <a:pt x="156" y="38"/>
                    </a:lnTo>
                    <a:lnTo>
                      <a:pt x="156" y="36"/>
                    </a:lnTo>
                    <a:lnTo>
                      <a:pt x="156" y="36"/>
                    </a:lnTo>
                    <a:lnTo>
                      <a:pt x="156" y="32"/>
                    </a:lnTo>
                    <a:lnTo>
                      <a:pt x="154" y="32"/>
                    </a:lnTo>
                    <a:lnTo>
                      <a:pt x="154" y="32"/>
                    </a:lnTo>
                    <a:lnTo>
                      <a:pt x="154" y="30"/>
                    </a:lnTo>
                    <a:lnTo>
                      <a:pt x="154" y="30"/>
                    </a:lnTo>
                    <a:lnTo>
                      <a:pt x="150" y="30"/>
                    </a:lnTo>
                    <a:lnTo>
                      <a:pt x="150" y="30"/>
                    </a:lnTo>
                    <a:close/>
                    <a:moveTo>
                      <a:pt x="152" y="16"/>
                    </a:moveTo>
                    <a:lnTo>
                      <a:pt x="152" y="16"/>
                    </a:lnTo>
                    <a:lnTo>
                      <a:pt x="152" y="20"/>
                    </a:lnTo>
                    <a:lnTo>
                      <a:pt x="152" y="20"/>
                    </a:lnTo>
                    <a:lnTo>
                      <a:pt x="156" y="24"/>
                    </a:lnTo>
                    <a:lnTo>
                      <a:pt x="158" y="26"/>
                    </a:lnTo>
                    <a:lnTo>
                      <a:pt x="158" y="26"/>
                    </a:lnTo>
                    <a:lnTo>
                      <a:pt x="158" y="30"/>
                    </a:lnTo>
                    <a:lnTo>
                      <a:pt x="158" y="32"/>
                    </a:lnTo>
                    <a:lnTo>
                      <a:pt x="158" y="34"/>
                    </a:lnTo>
                    <a:lnTo>
                      <a:pt x="160" y="36"/>
                    </a:lnTo>
                    <a:lnTo>
                      <a:pt x="162" y="36"/>
                    </a:lnTo>
                    <a:lnTo>
                      <a:pt x="162" y="36"/>
                    </a:lnTo>
                    <a:lnTo>
                      <a:pt x="162" y="34"/>
                    </a:lnTo>
                    <a:lnTo>
                      <a:pt x="162" y="34"/>
                    </a:lnTo>
                    <a:lnTo>
                      <a:pt x="164" y="28"/>
                    </a:lnTo>
                    <a:lnTo>
                      <a:pt x="160" y="22"/>
                    </a:lnTo>
                    <a:lnTo>
                      <a:pt x="152" y="16"/>
                    </a:lnTo>
                    <a:lnTo>
                      <a:pt x="152" y="16"/>
                    </a:lnTo>
                    <a:close/>
                    <a:moveTo>
                      <a:pt x="136" y="6"/>
                    </a:moveTo>
                    <a:lnTo>
                      <a:pt x="136" y="6"/>
                    </a:lnTo>
                    <a:lnTo>
                      <a:pt x="136" y="10"/>
                    </a:lnTo>
                    <a:lnTo>
                      <a:pt x="136" y="10"/>
                    </a:lnTo>
                    <a:lnTo>
                      <a:pt x="146" y="14"/>
                    </a:lnTo>
                    <a:lnTo>
                      <a:pt x="146" y="14"/>
                    </a:lnTo>
                    <a:lnTo>
                      <a:pt x="148" y="16"/>
                    </a:lnTo>
                    <a:lnTo>
                      <a:pt x="150" y="16"/>
                    </a:lnTo>
                    <a:lnTo>
                      <a:pt x="150" y="16"/>
                    </a:lnTo>
                    <a:lnTo>
                      <a:pt x="150" y="12"/>
                    </a:lnTo>
                    <a:lnTo>
                      <a:pt x="150" y="12"/>
                    </a:lnTo>
                    <a:lnTo>
                      <a:pt x="136" y="6"/>
                    </a:lnTo>
                    <a:lnTo>
                      <a:pt x="136"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1" name="Freeform 115">
                <a:extLst>
                  <a:ext uri="{FF2B5EF4-FFF2-40B4-BE49-F238E27FC236}">
                    <a16:creationId xmlns:a16="http://schemas.microsoft.com/office/drawing/2014/main" id="{5853E9E9-9E57-4F48-9310-ACEB9BF965CC}"/>
                  </a:ext>
                </a:extLst>
              </p:cNvPr>
              <p:cNvSpPr>
                <a:spLocks/>
              </p:cNvSpPr>
              <p:nvPr/>
            </p:nvSpPr>
            <p:spPr bwMode="auto">
              <a:xfrm>
                <a:off x="7504090" y="3126158"/>
                <a:ext cx="403122" cy="460541"/>
              </a:xfrm>
              <a:custGeom>
                <a:avLst/>
                <a:gdLst>
                  <a:gd name="T0" fmla="*/ 198 w 206"/>
                  <a:gd name="T1" fmla="*/ 32 h 230"/>
                  <a:gd name="T2" fmla="*/ 178 w 206"/>
                  <a:gd name="T3" fmla="*/ 42 h 230"/>
                  <a:gd name="T4" fmla="*/ 168 w 206"/>
                  <a:gd name="T5" fmla="*/ 52 h 230"/>
                  <a:gd name="T6" fmla="*/ 152 w 206"/>
                  <a:gd name="T7" fmla="*/ 54 h 230"/>
                  <a:gd name="T8" fmla="*/ 160 w 206"/>
                  <a:gd name="T9" fmla="*/ 78 h 230"/>
                  <a:gd name="T10" fmla="*/ 172 w 206"/>
                  <a:gd name="T11" fmla="*/ 90 h 230"/>
                  <a:gd name="T12" fmla="*/ 164 w 206"/>
                  <a:gd name="T13" fmla="*/ 110 h 230"/>
                  <a:gd name="T14" fmla="*/ 156 w 206"/>
                  <a:gd name="T15" fmla="*/ 132 h 230"/>
                  <a:gd name="T16" fmla="*/ 140 w 206"/>
                  <a:gd name="T17" fmla="*/ 146 h 230"/>
                  <a:gd name="T18" fmla="*/ 122 w 206"/>
                  <a:gd name="T19" fmla="*/ 164 h 230"/>
                  <a:gd name="T20" fmla="*/ 112 w 206"/>
                  <a:gd name="T21" fmla="*/ 172 h 230"/>
                  <a:gd name="T22" fmla="*/ 114 w 206"/>
                  <a:gd name="T23" fmla="*/ 186 h 230"/>
                  <a:gd name="T24" fmla="*/ 118 w 206"/>
                  <a:gd name="T25" fmla="*/ 200 h 230"/>
                  <a:gd name="T26" fmla="*/ 116 w 206"/>
                  <a:gd name="T27" fmla="*/ 220 h 230"/>
                  <a:gd name="T28" fmla="*/ 98 w 206"/>
                  <a:gd name="T29" fmla="*/ 224 h 230"/>
                  <a:gd name="T30" fmla="*/ 90 w 206"/>
                  <a:gd name="T31" fmla="*/ 226 h 230"/>
                  <a:gd name="T32" fmla="*/ 88 w 206"/>
                  <a:gd name="T33" fmla="*/ 226 h 230"/>
                  <a:gd name="T34" fmla="*/ 82 w 206"/>
                  <a:gd name="T35" fmla="*/ 222 h 230"/>
                  <a:gd name="T36" fmla="*/ 80 w 206"/>
                  <a:gd name="T37" fmla="*/ 216 h 230"/>
                  <a:gd name="T38" fmla="*/ 70 w 206"/>
                  <a:gd name="T39" fmla="*/ 212 h 230"/>
                  <a:gd name="T40" fmla="*/ 68 w 206"/>
                  <a:gd name="T41" fmla="*/ 204 h 230"/>
                  <a:gd name="T42" fmla="*/ 68 w 206"/>
                  <a:gd name="T43" fmla="*/ 198 h 230"/>
                  <a:gd name="T44" fmla="*/ 56 w 206"/>
                  <a:gd name="T45" fmla="*/ 200 h 230"/>
                  <a:gd name="T46" fmla="*/ 44 w 206"/>
                  <a:gd name="T47" fmla="*/ 204 h 230"/>
                  <a:gd name="T48" fmla="*/ 28 w 206"/>
                  <a:gd name="T49" fmla="*/ 204 h 230"/>
                  <a:gd name="T50" fmla="*/ 20 w 206"/>
                  <a:gd name="T51" fmla="*/ 206 h 230"/>
                  <a:gd name="T52" fmla="*/ 12 w 206"/>
                  <a:gd name="T53" fmla="*/ 206 h 230"/>
                  <a:gd name="T54" fmla="*/ 6 w 206"/>
                  <a:gd name="T55" fmla="*/ 206 h 230"/>
                  <a:gd name="T56" fmla="*/ 0 w 206"/>
                  <a:gd name="T57" fmla="*/ 208 h 230"/>
                  <a:gd name="T58" fmla="*/ 18 w 206"/>
                  <a:gd name="T59" fmla="*/ 178 h 230"/>
                  <a:gd name="T60" fmla="*/ 32 w 206"/>
                  <a:gd name="T61" fmla="*/ 166 h 230"/>
                  <a:gd name="T62" fmla="*/ 22 w 206"/>
                  <a:gd name="T63" fmla="*/ 150 h 230"/>
                  <a:gd name="T64" fmla="*/ 8 w 206"/>
                  <a:gd name="T65" fmla="*/ 134 h 230"/>
                  <a:gd name="T66" fmla="*/ 18 w 206"/>
                  <a:gd name="T67" fmla="*/ 124 h 230"/>
                  <a:gd name="T68" fmla="*/ 40 w 206"/>
                  <a:gd name="T69" fmla="*/ 122 h 230"/>
                  <a:gd name="T70" fmla="*/ 56 w 206"/>
                  <a:gd name="T71" fmla="*/ 118 h 230"/>
                  <a:gd name="T72" fmla="*/ 66 w 206"/>
                  <a:gd name="T73" fmla="*/ 102 h 230"/>
                  <a:gd name="T74" fmla="*/ 82 w 206"/>
                  <a:gd name="T75" fmla="*/ 90 h 230"/>
                  <a:gd name="T76" fmla="*/ 86 w 206"/>
                  <a:gd name="T77" fmla="*/ 76 h 230"/>
                  <a:gd name="T78" fmla="*/ 98 w 206"/>
                  <a:gd name="T79" fmla="*/ 78 h 230"/>
                  <a:gd name="T80" fmla="*/ 104 w 206"/>
                  <a:gd name="T81" fmla="*/ 64 h 230"/>
                  <a:gd name="T82" fmla="*/ 106 w 206"/>
                  <a:gd name="T83" fmla="*/ 48 h 230"/>
                  <a:gd name="T84" fmla="*/ 120 w 206"/>
                  <a:gd name="T85" fmla="*/ 42 h 230"/>
                  <a:gd name="T86" fmla="*/ 124 w 206"/>
                  <a:gd name="T87" fmla="*/ 26 h 230"/>
                  <a:gd name="T88" fmla="*/ 148 w 206"/>
                  <a:gd name="T89" fmla="*/ 6 h 230"/>
                  <a:gd name="T90" fmla="*/ 170 w 206"/>
                  <a:gd name="T91" fmla="*/ 4 h 230"/>
                  <a:gd name="T92" fmla="*/ 196 w 206"/>
                  <a:gd name="T93" fmla="*/ 1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6" h="230">
                    <a:moveTo>
                      <a:pt x="206" y="20"/>
                    </a:moveTo>
                    <a:lnTo>
                      <a:pt x="202" y="26"/>
                    </a:lnTo>
                    <a:lnTo>
                      <a:pt x="198" y="32"/>
                    </a:lnTo>
                    <a:lnTo>
                      <a:pt x="194" y="34"/>
                    </a:lnTo>
                    <a:lnTo>
                      <a:pt x="188" y="40"/>
                    </a:lnTo>
                    <a:lnTo>
                      <a:pt x="178" y="42"/>
                    </a:lnTo>
                    <a:lnTo>
                      <a:pt x="172" y="46"/>
                    </a:lnTo>
                    <a:lnTo>
                      <a:pt x="172" y="48"/>
                    </a:lnTo>
                    <a:lnTo>
                      <a:pt x="168" y="52"/>
                    </a:lnTo>
                    <a:lnTo>
                      <a:pt x="164" y="48"/>
                    </a:lnTo>
                    <a:lnTo>
                      <a:pt x="158" y="52"/>
                    </a:lnTo>
                    <a:lnTo>
                      <a:pt x="152" y="54"/>
                    </a:lnTo>
                    <a:lnTo>
                      <a:pt x="152" y="58"/>
                    </a:lnTo>
                    <a:lnTo>
                      <a:pt x="158" y="64"/>
                    </a:lnTo>
                    <a:lnTo>
                      <a:pt x="160" y="78"/>
                    </a:lnTo>
                    <a:lnTo>
                      <a:pt x="162" y="80"/>
                    </a:lnTo>
                    <a:lnTo>
                      <a:pt x="166" y="84"/>
                    </a:lnTo>
                    <a:lnTo>
                      <a:pt x="172" y="90"/>
                    </a:lnTo>
                    <a:lnTo>
                      <a:pt x="172" y="98"/>
                    </a:lnTo>
                    <a:lnTo>
                      <a:pt x="168" y="104"/>
                    </a:lnTo>
                    <a:lnTo>
                      <a:pt x="164" y="110"/>
                    </a:lnTo>
                    <a:lnTo>
                      <a:pt x="164" y="120"/>
                    </a:lnTo>
                    <a:lnTo>
                      <a:pt x="162" y="128"/>
                    </a:lnTo>
                    <a:lnTo>
                      <a:pt x="156" y="132"/>
                    </a:lnTo>
                    <a:lnTo>
                      <a:pt x="152" y="136"/>
                    </a:lnTo>
                    <a:lnTo>
                      <a:pt x="148" y="142"/>
                    </a:lnTo>
                    <a:lnTo>
                      <a:pt x="140" y="146"/>
                    </a:lnTo>
                    <a:lnTo>
                      <a:pt x="134" y="156"/>
                    </a:lnTo>
                    <a:lnTo>
                      <a:pt x="128" y="162"/>
                    </a:lnTo>
                    <a:lnTo>
                      <a:pt x="122" y="164"/>
                    </a:lnTo>
                    <a:lnTo>
                      <a:pt x="120" y="160"/>
                    </a:lnTo>
                    <a:lnTo>
                      <a:pt x="116" y="168"/>
                    </a:lnTo>
                    <a:lnTo>
                      <a:pt x="112" y="172"/>
                    </a:lnTo>
                    <a:lnTo>
                      <a:pt x="108" y="180"/>
                    </a:lnTo>
                    <a:lnTo>
                      <a:pt x="112" y="184"/>
                    </a:lnTo>
                    <a:lnTo>
                      <a:pt x="114" y="186"/>
                    </a:lnTo>
                    <a:lnTo>
                      <a:pt x="112" y="192"/>
                    </a:lnTo>
                    <a:lnTo>
                      <a:pt x="112" y="198"/>
                    </a:lnTo>
                    <a:lnTo>
                      <a:pt x="118" y="200"/>
                    </a:lnTo>
                    <a:lnTo>
                      <a:pt x="120" y="206"/>
                    </a:lnTo>
                    <a:lnTo>
                      <a:pt x="120" y="222"/>
                    </a:lnTo>
                    <a:lnTo>
                      <a:pt x="116" y="220"/>
                    </a:lnTo>
                    <a:lnTo>
                      <a:pt x="108" y="220"/>
                    </a:lnTo>
                    <a:lnTo>
                      <a:pt x="104" y="220"/>
                    </a:lnTo>
                    <a:lnTo>
                      <a:pt x="98" y="224"/>
                    </a:lnTo>
                    <a:lnTo>
                      <a:pt x="96" y="230"/>
                    </a:lnTo>
                    <a:lnTo>
                      <a:pt x="90" y="230"/>
                    </a:lnTo>
                    <a:lnTo>
                      <a:pt x="90" y="226"/>
                    </a:lnTo>
                    <a:lnTo>
                      <a:pt x="90" y="226"/>
                    </a:lnTo>
                    <a:lnTo>
                      <a:pt x="88" y="226"/>
                    </a:lnTo>
                    <a:lnTo>
                      <a:pt x="88" y="226"/>
                    </a:lnTo>
                    <a:lnTo>
                      <a:pt x="84" y="226"/>
                    </a:lnTo>
                    <a:lnTo>
                      <a:pt x="84" y="226"/>
                    </a:lnTo>
                    <a:lnTo>
                      <a:pt x="82" y="222"/>
                    </a:lnTo>
                    <a:lnTo>
                      <a:pt x="82" y="222"/>
                    </a:lnTo>
                    <a:lnTo>
                      <a:pt x="80" y="216"/>
                    </a:lnTo>
                    <a:lnTo>
                      <a:pt x="80" y="216"/>
                    </a:lnTo>
                    <a:lnTo>
                      <a:pt x="76" y="214"/>
                    </a:lnTo>
                    <a:lnTo>
                      <a:pt x="70" y="212"/>
                    </a:lnTo>
                    <a:lnTo>
                      <a:pt x="70" y="212"/>
                    </a:lnTo>
                    <a:lnTo>
                      <a:pt x="70" y="208"/>
                    </a:lnTo>
                    <a:lnTo>
                      <a:pt x="70" y="204"/>
                    </a:lnTo>
                    <a:lnTo>
                      <a:pt x="68" y="204"/>
                    </a:lnTo>
                    <a:lnTo>
                      <a:pt x="68" y="204"/>
                    </a:lnTo>
                    <a:lnTo>
                      <a:pt x="68" y="198"/>
                    </a:lnTo>
                    <a:lnTo>
                      <a:pt x="68" y="198"/>
                    </a:lnTo>
                    <a:lnTo>
                      <a:pt x="58" y="200"/>
                    </a:lnTo>
                    <a:lnTo>
                      <a:pt x="58" y="200"/>
                    </a:lnTo>
                    <a:lnTo>
                      <a:pt x="56" y="200"/>
                    </a:lnTo>
                    <a:lnTo>
                      <a:pt x="52" y="200"/>
                    </a:lnTo>
                    <a:lnTo>
                      <a:pt x="52" y="200"/>
                    </a:lnTo>
                    <a:lnTo>
                      <a:pt x="44" y="204"/>
                    </a:lnTo>
                    <a:lnTo>
                      <a:pt x="44" y="204"/>
                    </a:lnTo>
                    <a:lnTo>
                      <a:pt x="36" y="204"/>
                    </a:lnTo>
                    <a:lnTo>
                      <a:pt x="28" y="204"/>
                    </a:lnTo>
                    <a:lnTo>
                      <a:pt x="26" y="206"/>
                    </a:lnTo>
                    <a:lnTo>
                      <a:pt x="26" y="206"/>
                    </a:lnTo>
                    <a:lnTo>
                      <a:pt x="20" y="206"/>
                    </a:lnTo>
                    <a:lnTo>
                      <a:pt x="14" y="204"/>
                    </a:lnTo>
                    <a:lnTo>
                      <a:pt x="12" y="206"/>
                    </a:lnTo>
                    <a:lnTo>
                      <a:pt x="12" y="206"/>
                    </a:lnTo>
                    <a:lnTo>
                      <a:pt x="10" y="206"/>
                    </a:lnTo>
                    <a:lnTo>
                      <a:pt x="6" y="206"/>
                    </a:lnTo>
                    <a:lnTo>
                      <a:pt x="6" y="206"/>
                    </a:lnTo>
                    <a:lnTo>
                      <a:pt x="6" y="208"/>
                    </a:lnTo>
                    <a:lnTo>
                      <a:pt x="6" y="208"/>
                    </a:lnTo>
                    <a:lnTo>
                      <a:pt x="0" y="208"/>
                    </a:lnTo>
                    <a:lnTo>
                      <a:pt x="2" y="192"/>
                    </a:lnTo>
                    <a:lnTo>
                      <a:pt x="10" y="180"/>
                    </a:lnTo>
                    <a:lnTo>
                      <a:pt x="18" y="178"/>
                    </a:lnTo>
                    <a:lnTo>
                      <a:pt x="26" y="176"/>
                    </a:lnTo>
                    <a:lnTo>
                      <a:pt x="32" y="172"/>
                    </a:lnTo>
                    <a:lnTo>
                      <a:pt x="32" y="166"/>
                    </a:lnTo>
                    <a:lnTo>
                      <a:pt x="26" y="164"/>
                    </a:lnTo>
                    <a:lnTo>
                      <a:pt x="26" y="156"/>
                    </a:lnTo>
                    <a:lnTo>
                      <a:pt x="22" y="150"/>
                    </a:lnTo>
                    <a:lnTo>
                      <a:pt x="16" y="148"/>
                    </a:lnTo>
                    <a:lnTo>
                      <a:pt x="10" y="138"/>
                    </a:lnTo>
                    <a:lnTo>
                      <a:pt x="8" y="134"/>
                    </a:lnTo>
                    <a:lnTo>
                      <a:pt x="10" y="130"/>
                    </a:lnTo>
                    <a:lnTo>
                      <a:pt x="4" y="116"/>
                    </a:lnTo>
                    <a:lnTo>
                      <a:pt x="18" y="124"/>
                    </a:lnTo>
                    <a:lnTo>
                      <a:pt x="22" y="122"/>
                    </a:lnTo>
                    <a:lnTo>
                      <a:pt x="28" y="122"/>
                    </a:lnTo>
                    <a:lnTo>
                      <a:pt x="40" y="122"/>
                    </a:lnTo>
                    <a:lnTo>
                      <a:pt x="46" y="124"/>
                    </a:lnTo>
                    <a:lnTo>
                      <a:pt x="48" y="120"/>
                    </a:lnTo>
                    <a:lnTo>
                      <a:pt x="56" y="118"/>
                    </a:lnTo>
                    <a:lnTo>
                      <a:pt x="58" y="112"/>
                    </a:lnTo>
                    <a:lnTo>
                      <a:pt x="58" y="106"/>
                    </a:lnTo>
                    <a:lnTo>
                      <a:pt x="66" y="102"/>
                    </a:lnTo>
                    <a:lnTo>
                      <a:pt x="74" y="90"/>
                    </a:lnTo>
                    <a:lnTo>
                      <a:pt x="78" y="92"/>
                    </a:lnTo>
                    <a:lnTo>
                      <a:pt x="82" y="90"/>
                    </a:lnTo>
                    <a:lnTo>
                      <a:pt x="84" y="86"/>
                    </a:lnTo>
                    <a:lnTo>
                      <a:pt x="80" y="80"/>
                    </a:lnTo>
                    <a:lnTo>
                      <a:pt x="86" y="76"/>
                    </a:lnTo>
                    <a:lnTo>
                      <a:pt x="90" y="72"/>
                    </a:lnTo>
                    <a:lnTo>
                      <a:pt x="92" y="76"/>
                    </a:lnTo>
                    <a:lnTo>
                      <a:pt x="98" y="78"/>
                    </a:lnTo>
                    <a:lnTo>
                      <a:pt x="102" y="76"/>
                    </a:lnTo>
                    <a:lnTo>
                      <a:pt x="104" y="70"/>
                    </a:lnTo>
                    <a:lnTo>
                      <a:pt x="104" y="64"/>
                    </a:lnTo>
                    <a:lnTo>
                      <a:pt x="110" y="60"/>
                    </a:lnTo>
                    <a:lnTo>
                      <a:pt x="110" y="52"/>
                    </a:lnTo>
                    <a:lnTo>
                      <a:pt x="106" y="48"/>
                    </a:lnTo>
                    <a:lnTo>
                      <a:pt x="108" y="42"/>
                    </a:lnTo>
                    <a:lnTo>
                      <a:pt x="114" y="44"/>
                    </a:lnTo>
                    <a:lnTo>
                      <a:pt x="120" y="42"/>
                    </a:lnTo>
                    <a:lnTo>
                      <a:pt x="122" y="34"/>
                    </a:lnTo>
                    <a:lnTo>
                      <a:pt x="120" y="28"/>
                    </a:lnTo>
                    <a:lnTo>
                      <a:pt x="124" y="26"/>
                    </a:lnTo>
                    <a:lnTo>
                      <a:pt x="124" y="18"/>
                    </a:lnTo>
                    <a:lnTo>
                      <a:pt x="138" y="8"/>
                    </a:lnTo>
                    <a:lnTo>
                      <a:pt x="148" y="6"/>
                    </a:lnTo>
                    <a:lnTo>
                      <a:pt x="156" y="4"/>
                    </a:lnTo>
                    <a:lnTo>
                      <a:pt x="164" y="4"/>
                    </a:lnTo>
                    <a:lnTo>
                      <a:pt x="170" y="4"/>
                    </a:lnTo>
                    <a:lnTo>
                      <a:pt x="172" y="0"/>
                    </a:lnTo>
                    <a:lnTo>
                      <a:pt x="182" y="0"/>
                    </a:lnTo>
                    <a:lnTo>
                      <a:pt x="196" y="10"/>
                    </a:lnTo>
                    <a:lnTo>
                      <a:pt x="200" y="14"/>
                    </a:lnTo>
                    <a:lnTo>
                      <a:pt x="206"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2" name="Freeform 123">
                <a:extLst>
                  <a:ext uri="{FF2B5EF4-FFF2-40B4-BE49-F238E27FC236}">
                    <a16:creationId xmlns:a16="http://schemas.microsoft.com/office/drawing/2014/main" id="{8A20693B-5953-C548-AEF0-223C86CDFBBB}"/>
                  </a:ext>
                </a:extLst>
              </p:cNvPr>
              <p:cNvSpPr>
                <a:spLocks/>
              </p:cNvSpPr>
              <p:nvPr/>
            </p:nvSpPr>
            <p:spPr bwMode="auto">
              <a:xfrm>
                <a:off x="9163543" y="2873862"/>
                <a:ext cx="156552" cy="224263"/>
              </a:xfrm>
              <a:custGeom>
                <a:avLst/>
                <a:gdLst>
                  <a:gd name="T0" fmla="*/ 50 w 80"/>
                  <a:gd name="T1" fmla="*/ 100 h 112"/>
                  <a:gd name="T2" fmla="*/ 46 w 80"/>
                  <a:gd name="T3" fmla="*/ 96 h 112"/>
                  <a:gd name="T4" fmla="*/ 46 w 80"/>
                  <a:gd name="T5" fmla="*/ 88 h 112"/>
                  <a:gd name="T6" fmla="*/ 32 w 80"/>
                  <a:gd name="T7" fmla="*/ 82 h 112"/>
                  <a:gd name="T8" fmla="*/ 34 w 80"/>
                  <a:gd name="T9" fmla="*/ 78 h 112"/>
                  <a:gd name="T10" fmla="*/ 36 w 80"/>
                  <a:gd name="T11" fmla="*/ 76 h 112"/>
                  <a:gd name="T12" fmla="*/ 36 w 80"/>
                  <a:gd name="T13" fmla="*/ 68 h 112"/>
                  <a:gd name="T14" fmla="*/ 40 w 80"/>
                  <a:gd name="T15" fmla="*/ 66 h 112"/>
                  <a:gd name="T16" fmla="*/ 46 w 80"/>
                  <a:gd name="T17" fmla="*/ 64 h 112"/>
                  <a:gd name="T18" fmla="*/ 52 w 80"/>
                  <a:gd name="T19" fmla="*/ 54 h 112"/>
                  <a:gd name="T20" fmla="*/ 56 w 80"/>
                  <a:gd name="T21" fmla="*/ 54 h 112"/>
                  <a:gd name="T22" fmla="*/ 58 w 80"/>
                  <a:gd name="T23" fmla="*/ 54 h 112"/>
                  <a:gd name="T24" fmla="*/ 62 w 80"/>
                  <a:gd name="T25" fmla="*/ 48 h 112"/>
                  <a:gd name="T26" fmla="*/ 66 w 80"/>
                  <a:gd name="T27" fmla="*/ 48 h 112"/>
                  <a:gd name="T28" fmla="*/ 66 w 80"/>
                  <a:gd name="T29" fmla="*/ 44 h 112"/>
                  <a:gd name="T30" fmla="*/ 62 w 80"/>
                  <a:gd name="T31" fmla="*/ 34 h 112"/>
                  <a:gd name="T32" fmla="*/ 64 w 80"/>
                  <a:gd name="T33" fmla="*/ 30 h 112"/>
                  <a:gd name="T34" fmla="*/ 66 w 80"/>
                  <a:gd name="T35" fmla="*/ 28 h 112"/>
                  <a:gd name="T36" fmla="*/ 68 w 80"/>
                  <a:gd name="T37" fmla="*/ 24 h 112"/>
                  <a:gd name="T38" fmla="*/ 70 w 80"/>
                  <a:gd name="T39" fmla="*/ 24 h 112"/>
                  <a:gd name="T40" fmla="*/ 72 w 80"/>
                  <a:gd name="T41" fmla="*/ 24 h 112"/>
                  <a:gd name="T42" fmla="*/ 80 w 80"/>
                  <a:gd name="T43" fmla="*/ 14 h 112"/>
                  <a:gd name="T44" fmla="*/ 70 w 80"/>
                  <a:gd name="T45" fmla="*/ 10 h 112"/>
                  <a:gd name="T46" fmla="*/ 64 w 80"/>
                  <a:gd name="T47" fmla="*/ 16 h 112"/>
                  <a:gd name="T48" fmla="*/ 54 w 80"/>
                  <a:gd name="T49" fmla="*/ 18 h 112"/>
                  <a:gd name="T50" fmla="*/ 50 w 80"/>
                  <a:gd name="T51" fmla="*/ 26 h 112"/>
                  <a:gd name="T52" fmla="*/ 42 w 80"/>
                  <a:gd name="T53" fmla="*/ 30 h 112"/>
                  <a:gd name="T54" fmla="*/ 34 w 80"/>
                  <a:gd name="T55" fmla="*/ 22 h 112"/>
                  <a:gd name="T56" fmla="*/ 28 w 80"/>
                  <a:gd name="T57" fmla="*/ 32 h 112"/>
                  <a:gd name="T58" fmla="*/ 16 w 80"/>
                  <a:gd name="T59" fmla="*/ 46 h 112"/>
                  <a:gd name="T60" fmla="*/ 6 w 80"/>
                  <a:gd name="T61" fmla="*/ 60 h 112"/>
                  <a:gd name="T62" fmla="*/ 0 w 80"/>
                  <a:gd name="T63" fmla="*/ 70 h 112"/>
                  <a:gd name="T64" fmla="*/ 2 w 80"/>
                  <a:gd name="T65" fmla="*/ 72 h 112"/>
                  <a:gd name="T66" fmla="*/ 8 w 80"/>
                  <a:gd name="T67" fmla="*/ 76 h 112"/>
                  <a:gd name="T68" fmla="*/ 10 w 80"/>
                  <a:gd name="T69" fmla="*/ 88 h 112"/>
                  <a:gd name="T70" fmla="*/ 6 w 80"/>
                  <a:gd name="T71" fmla="*/ 90 h 112"/>
                  <a:gd name="T72" fmla="*/ 0 w 80"/>
                  <a:gd name="T73" fmla="*/ 100 h 112"/>
                  <a:gd name="T74" fmla="*/ 8 w 80"/>
                  <a:gd name="T75" fmla="*/ 102 h 112"/>
                  <a:gd name="T76" fmla="*/ 6 w 80"/>
                  <a:gd name="T77" fmla="*/ 106 h 112"/>
                  <a:gd name="T78" fmla="*/ 10 w 80"/>
                  <a:gd name="T79" fmla="*/ 112 h 112"/>
                  <a:gd name="T80" fmla="*/ 14 w 80"/>
                  <a:gd name="T81" fmla="*/ 110 h 112"/>
                  <a:gd name="T82" fmla="*/ 16 w 80"/>
                  <a:gd name="T83" fmla="*/ 108 h 112"/>
                  <a:gd name="T84" fmla="*/ 24 w 80"/>
                  <a:gd name="T85" fmla="*/ 108 h 112"/>
                  <a:gd name="T86" fmla="*/ 36 w 80"/>
                  <a:gd name="T87" fmla="*/ 98 h 112"/>
                  <a:gd name="T88" fmla="*/ 42 w 80"/>
                  <a:gd name="T89" fmla="*/ 102 h 112"/>
                  <a:gd name="T90" fmla="*/ 50 w 80"/>
                  <a:gd name="T91"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 h="112">
                    <a:moveTo>
                      <a:pt x="50" y="100"/>
                    </a:moveTo>
                    <a:lnTo>
                      <a:pt x="50" y="100"/>
                    </a:lnTo>
                    <a:lnTo>
                      <a:pt x="46" y="96"/>
                    </a:lnTo>
                    <a:lnTo>
                      <a:pt x="46" y="96"/>
                    </a:lnTo>
                    <a:lnTo>
                      <a:pt x="46" y="88"/>
                    </a:lnTo>
                    <a:lnTo>
                      <a:pt x="46" y="88"/>
                    </a:lnTo>
                    <a:lnTo>
                      <a:pt x="40" y="84"/>
                    </a:lnTo>
                    <a:lnTo>
                      <a:pt x="32" y="82"/>
                    </a:lnTo>
                    <a:lnTo>
                      <a:pt x="32" y="82"/>
                    </a:lnTo>
                    <a:lnTo>
                      <a:pt x="34" y="78"/>
                    </a:lnTo>
                    <a:lnTo>
                      <a:pt x="36" y="76"/>
                    </a:lnTo>
                    <a:lnTo>
                      <a:pt x="36" y="76"/>
                    </a:lnTo>
                    <a:lnTo>
                      <a:pt x="36" y="72"/>
                    </a:lnTo>
                    <a:lnTo>
                      <a:pt x="36" y="68"/>
                    </a:lnTo>
                    <a:lnTo>
                      <a:pt x="36" y="68"/>
                    </a:lnTo>
                    <a:lnTo>
                      <a:pt x="40" y="66"/>
                    </a:lnTo>
                    <a:lnTo>
                      <a:pt x="46" y="64"/>
                    </a:lnTo>
                    <a:lnTo>
                      <a:pt x="46" y="64"/>
                    </a:lnTo>
                    <a:lnTo>
                      <a:pt x="50" y="60"/>
                    </a:lnTo>
                    <a:lnTo>
                      <a:pt x="52" y="54"/>
                    </a:lnTo>
                    <a:lnTo>
                      <a:pt x="52" y="54"/>
                    </a:lnTo>
                    <a:lnTo>
                      <a:pt x="56" y="54"/>
                    </a:lnTo>
                    <a:lnTo>
                      <a:pt x="58" y="54"/>
                    </a:lnTo>
                    <a:lnTo>
                      <a:pt x="58" y="54"/>
                    </a:lnTo>
                    <a:lnTo>
                      <a:pt x="60" y="50"/>
                    </a:lnTo>
                    <a:lnTo>
                      <a:pt x="62" y="48"/>
                    </a:lnTo>
                    <a:lnTo>
                      <a:pt x="62" y="48"/>
                    </a:lnTo>
                    <a:lnTo>
                      <a:pt x="66" y="48"/>
                    </a:lnTo>
                    <a:lnTo>
                      <a:pt x="66" y="48"/>
                    </a:lnTo>
                    <a:lnTo>
                      <a:pt x="66" y="44"/>
                    </a:lnTo>
                    <a:lnTo>
                      <a:pt x="64" y="38"/>
                    </a:lnTo>
                    <a:lnTo>
                      <a:pt x="62" y="34"/>
                    </a:lnTo>
                    <a:lnTo>
                      <a:pt x="64" y="30"/>
                    </a:lnTo>
                    <a:lnTo>
                      <a:pt x="64" y="30"/>
                    </a:lnTo>
                    <a:lnTo>
                      <a:pt x="64" y="30"/>
                    </a:lnTo>
                    <a:lnTo>
                      <a:pt x="66" y="28"/>
                    </a:lnTo>
                    <a:lnTo>
                      <a:pt x="66" y="28"/>
                    </a:lnTo>
                    <a:lnTo>
                      <a:pt x="68" y="24"/>
                    </a:lnTo>
                    <a:lnTo>
                      <a:pt x="68" y="24"/>
                    </a:lnTo>
                    <a:lnTo>
                      <a:pt x="70" y="24"/>
                    </a:lnTo>
                    <a:lnTo>
                      <a:pt x="72" y="24"/>
                    </a:lnTo>
                    <a:lnTo>
                      <a:pt x="72" y="24"/>
                    </a:lnTo>
                    <a:lnTo>
                      <a:pt x="80" y="14"/>
                    </a:lnTo>
                    <a:lnTo>
                      <a:pt x="80" y="14"/>
                    </a:lnTo>
                    <a:lnTo>
                      <a:pt x="70" y="0"/>
                    </a:lnTo>
                    <a:lnTo>
                      <a:pt x="70" y="10"/>
                    </a:lnTo>
                    <a:lnTo>
                      <a:pt x="64" y="12"/>
                    </a:lnTo>
                    <a:lnTo>
                      <a:pt x="64" y="16"/>
                    </a:lnTo>
                    <a:lnTo>
                      <a:pt x="60" y="18"/>
                    </a:lnTo>
                    <a:lnTo>
                      <a:pt x="54" y="18"/>
                    </a:lnTo>
                    <a:lnTo>
                      <a:pt x="50" y="22"/>
                    </a:lnTo>
                    <a:lnTo>
                      <a:pt x="50" y="26"/>
                    </a:lnTo>
                    <a:lnTo>
                      <a:pt x="50" y="32"/>
                    </a:lnTo>
                    <a:lnTo>
                      <a:pt x="42" y="30"/>
                    </a:lnTo>
                    <a:lnTo>
                      <a:pt x="38" y="28"/>
                    </a:lnTo>
                    <a:lnTo>
                      <a:pt x="34" y="22"/>
                    </a:lnTo>
                    <a:lnTo>
                      <a:pt x="28" y="24"/>
                    </a:lnTo>
                    <a:lnTo>
                      <a:pt x="28" y="32"/>
                    </a:lnTo>
                    <a:lnTo>
                      <a:pt x="20" y="40"/>
                    </a:lnTo>
                    <a:lnTo>
                      <a:pt x="16" y="46"/>
                    </a:lnTo>
                    <a:lnTo>
                      <a:pt x="10" y="54"/>
                    </a:lnTo>
                    <a:lnTo>
                      <a:pt x="6" y="60"/>
                    </a:lnTo>
                    <a:lnTo>
                      <a:pt x="0" y="70"/>
                    </a:lnTo>
                    <a:lnTo>
                      <a:pt x="0" y="70"/>
                    </a:lnTo>
                    <a:lnTo>
                      <a:pt x="2" y="72"/>
                    </a:lnTo>
                    <a:lnTo>
                      <a:pt x="2" y="72"/>
                    </a:lnTo>
                    <a:lnTo>
                      <a:pt x="8" y="76"/>
                    </a:lnTo>
                    <a:lnTo>
                      <a:pt x="8" y="76"/>
                    </a:lnTo>
                    <a:lnTo>
                      <a:pt x="6" y="82"/>
                    </a:lnTo>
                    <a:lnTo>
                      <a:pt x="10" y="88"/>
                    </a:lnTo>
                    <a:lnTo>
                      <a:pt x="10" y="88"/>
                    </a:lnTo>
                    <a:lnTo>
                      <a:pt x="6" y="90"/>
                    </a:lnTo>
                    <a:lnTo>
                      <a:pt x="2" y="92"/>
                    </a:lnTo>
                    <a:lnTo>
                      <a:pt x="0" y="100"/>
                    </a:lnTo>
                    <a:lnTo>
                      <a:pt x="0" y="100"/>
                    </a:lnTo>
                    <a:lnTo>
                      <a:pt x="8" y="102"/>
                    </a:lnTo>
                    <a:lnTo>
                      <a:pt x="8" y="102"/>
                    </a:lnTo>
                    <a:lnTo>
                      <a:pt x="6" y="106"/>
                    </a:lnTo>
                    <a:lnTo>
                      <a:pt x="8" y="110"/>
                    </a:lnTo>
                    <a:lnTo>
                      <a:pt x="10" y="112"/>
                    </a:lnTo>
                    <a:lnTo>
                      <a:pt x="10" y="112"/>
                    </a:lnTo>
                    <a:lnTo>
                      <a:pt x="14" y="110"/>
                    </a:lnTo>
                    <a:lnTo>
                      <a:pt x="16" y="108"/>
                    </a:lnTo>
                    <a:lnTo>
                      <a:pt x="16" y="108"/>
                    </a:lnTo>
                    <a:lnTo>
                      <a:pt x="20" y="108"/>
                    </a:lnTo>
                    <a:lnTo>
                      <a:pt x="24" y="108"/>
                    </a:lnTo>
                    <a:lnTo>
                      <a:pt x="32" y="100"/>
                    </a:lnTo>
                    <a:lnTo>
                      <a:pt x="36" y="98"/>
                    </a:lnTo>
                    <a:lnTo>
                      <a:pt x="36" y="98"/>
                    </a:lnTo>
                    <a:lnTo>
                      <a:pt x="42" y="102"/>
                    </a:lnTo>
                    <a:lnTo>
                      <a:pt x="42" y="102"/>
                    </a:lnTo>
                    <a:lnTo>
                      <a:pt x="50" y="100"/>
                    </a:lnTo>
                    <a:lnTo>
                      <a:pt x="50"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3" name="Freeform 130">
                <a:extLst>
                  <a:ext uri="{FF2B5EF4-FFF2-40B4-BE49-F238E27FC236}">
                    <a16:creationId xmlns:a16="http://schemas.microsoft.com/office/drawing/2014/main" id="{D6C17F8C-DF97-7147-9570-217800F75F5B}"/>
                  </a:ext>
                </a:extLst>
              </p:cNvPr>
              <p:cNvSpPr>
                <a:spLocks/>
              </p:cNvSpPr>
              <p:nvPr/>
            </p:nvSpPr>
            <p:spPr bwMode="auto">
              <a:xfrm>
                <a:off x="7997229" y="3370444"/>
                <a:ext cx="215259" cy="132155"/>
              </a:xfrm>
              <a:custGeom>
                <a:avLst/>
                <a:gdLst>
                  <a:gd name="T0" fmla="*/ 108 w 110"/>
                  <a:gd name="T1" fmla="*/ 42 h 66"/>
                  <a:gd name="T2" fmla="*/ 98 w 110"/>
                  <a:gd name="T3" fmla="*/ 40 h 66"/>
                  <a:gd name="T4" fmla="*/ 86 w 110"/>
                  <a:gd name="T5" fmla="*/ 38 h 66"/>
                  <a:gd name="T6" fmla="*/ 80 w 110"/>
                  <a:gd name="T7" fmla="*/ 34 h 66"/>
                  <a:gd name="T8" fmla="*/ 74 w 110"/>
                  <a:gd name="T9" fmla="*/ 34 h 66"/>
                  <a:gd name="T10" fmla="*/ 70 w 110"/>
                  <a:gd name="T11" fmla="*/ 30 h 66"/>
                  <a:gd name="T12" fmla="*/ 64 w 110"/>
                  <a:gd name="T13" fmla="*/ 24 h 66"/>
                  <a:gd name="T14" fmla="*/ 58 w 110"/>
                  <a:gd name="T15" fmla="*/ 20 h 66"/>
                  <a:gd name="T16" fmla="*/ 58 w 110"/>
                  <a:gd name="T17" fmla="*/ 14 h 66"/>
                  <a:gd name="T18" fmla="*/ 52 w 110"/>
                  <a:gd name="T19" fmla="*/ 10 h 66"/>
                  <a:gd name="T20" fmla="*/ 46 w 110"/>
                  <a:gd name="T21" fmla="*/ 12 h 66"/>
                  <a:gd name="T22" fmla="*/ 40 w 110"/>
                  <a:gd name="T23" fmla="*/ 12 h 66"/>
                  <a:gd name="T24" fmla="*/ 34 w 110"/>
                  <a:gd name="T25" fmla="*/ 2 h 66"/>
                  <a:gd name="T26" fmla="*/ 28 w 110"/>
                  <a:gd name="T27" fmla="*/ 0 h 66"/>
                  <a:gd name="T28" fmla="*/ 22 w 110"/>
                  <a:gd name="T29" fmla="*/ 0 h 66"/>
                  <a:gd name="T30" fmla="*/ 16 w 110"/>
                  <a:gd name="T31" fmla="*/ 0 h 66"/>
                  <a:gd name="T32" fmla="*/ 12 w 110"/>
                  <a:gd name="T33" fmla="*/ 0 h 66"/>
                  <a:gd name="T34" fmla="*/ 4 w 110"/>
                  <a:gd name="T35" fmla="*/ 6 h 66"/>
                  <a:gd name="T36" fmla="*/ 0 w 110"/>
                  <a:gd name="T37" fmla="*/ 14 h 66"/>
                  <a:gd name="T38" fmla="*/ 2 w 110"/>
                  <a:gd name="T39" fmla="*/ 22 h 66"/>
                  <a:gd name="T40" fmla="*/ 10 w 110"/>
                  <a:gd name="T41" fmla="*/ 26 h 66"/>
                  <a:gd name="T42" fmla="*/ 10 w 110"/>
                  <a:gd name="T43" fmla="*/ 30 h 66"/>
                  <a:gd name="T44" fmla="*/ 18 w 110"/>
                  <a:gd name="T45" fmla="*/ 34 h 66"/>
                  <a:gd name="T46" fmla="*/ 26 w 110"/>
                  <a:gd name="T47" fmla="*/ 36 h 66"/>
                  <a:gd name="T48" fmla="*/ 34 w 110"/>
                  <a:gd name="T49" fmla="*/ 42 h 66"/>
                  <a:gd name="T50" fmla="*/ 42 w 110"/>
                  <a:gd name="T51" fmla="*/ 42 h 66"/>
                  <a:gd name="T52" fmla="*/ 48 w 110"/>
                  <a:gd name="T53" fmla="*/ 46 h 66"/>
                  <a:gd name="T54" fmla="*/ 52 w 110"/>
                  <a:gd name="T55" fmla="*/ 50 h 66"/>
                  <a:gd name="T56" fmla="*/ 58 w 110"/>
                  <a:gd name="T57" fmla="*/ 52 h 66"/>
                  <a:gd name="T58" fmla="*/ 64 w 110"/>
                  <a:gd name="T59" fmla="*/ 58 h 66"/>
                  <a:gd name="T60" fmla="*/ 74 w 110"/>
                  <a:gd name="T61" fmla="*/ 58 h 66"/>
                  <a:gd name="T62" fmla="*/ 86 w 110"/>
                  <a:gd name="T63" fmla="*/ 64 h 66"/>
                  <a:gd name="T64" fmla="*/ 94 w 110"/>
                  <a:gd name="T65" fmla="*/ 64 h 66"/>
                  <a:gd name="T66" fmla="*/ 100 w 110"/>
                  <a:gd name="T67" fmla="*/ 66 h 66"/>
                  <a:gd name="T68" fmla="*/ 106 w 110"/>
                  <a:gd name="T69" fmla="*/ 64 h 66"/>
                  <a:gd name="T70" fmla="*/ 108 w 110"/>
                  <a:gd name="T71" fmla="*/ 62 h 66"/>
                  <a:gd name="T72" fmla="*/ 110 w 110"/>
                  <a:gd name="T73" fmla="*/ 58 h 66"/>
                  <a:gd name="T74" fmla="*/ 106 w 110"/>
                  <a:gd name="T75" fmla="*/ 54 h 66"/>
                  <a:gd name="T76" fmla="*/ 108 w 110"/>
                  <a:gd name="T77" fmla="*/ 50 h 66"/>
                  <a:gd name="T78" fmla="*/ 108 w 110"/>
                  <a:gd name="T79" fmla="*/ 4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0" h="66">
                    <a:moveTo>
                      <a:pt x="108" y="42"/>
                    </a:moveTo>
                    <a:lnTo>
                      <a:pt x="98" y="40"/>
                    </a:lnTo>
                    <a:lnTo>
                      <a:pt x="86" y="38"/>
                    </a:lnTo>
                    <a:lnTo>
                      <a:pt x="80" y="34"/>
                    </a:lnTo>
                    <a:lnTo>
                      <a:pt x="74" y="34"/>
                    </a:lnTo>
                    <a:lnTo>
                      <a:pt x="70" y="30"/>
                    </a:lnTo>
                    <a:lnTo>
                      <a:pt x="64" y="24"/>
                    </a:lnTo>
                    <a:lnTo>
                      <a:pt x="58" y="20"/>
                    </a:lnTo>
                    <a:lnTo>
                      <a:pt x="58" y="14"/>
                    </a:lnTo>
                    <a:lnTo>
                      <a:pt x="52" y="10"/>
                    </a:lnTo>
                    <a:lnTo>
                      <a:pt x="46" y="12"/>
                    </a:lnTo>
                    <a:lnTo>
                      <a:pt x="40" y="12"/>
                    </a:lnTo>
                    <a:lnTo>
                      <a:pt x="34" y="2"/>
                    </a:lnTo>
                    <a:lnTo>
                      <a:pt x="28" y="0"/>
                    </a:lnTo>
                    <a:lnTo>
                      <a:pt x="22" y="0"/>
                    </a:lnTo>
                    <a:lnTo>
                      <a:pt x="16" y="0"/>
                    </a:lnTo>
                    <a:lnTo>
                      <a:pt x="12" y="0"/>
                    </a:lnTo>
                    <a:lnTo>
                      <a:pt x="4" y="6"/>
                    </a:lnTo>
                    <a:lnTo>
                      <a:pt x="0" y="14"/>
                    </a:lnTo>
                    <a:lnTo>
                      <a:pt x="2" y="22"/>
                    </a:lnTo>
                    <a:lnTo>
                      <a:pt x="10" y="26"/>
                    </a:lnTo>
                    <a:lnTo>
                      <a:pt x="10" y="30"/>
                    </a:lnTo>
                    <a:lnTo>
                      <a:pt x="18" y="34"/>
                    </a:lnTo>
                    <a:lnTo>
                      <a:pt x="26" y="36"/>
                    </a:lnTo>
                    <a:lnTo>
                      <a:pt x="34" y="42"/>
                    </a:lnTo>
                    <a:lnTo>
                      <a:pt x="42" y="42"/>
                    </a:lnTo>
                    <a:lnTo>
                      <a:pt x="48" y="46"/>
                    </a:lnTo>
                    <a:lnTo>
                      <a:pt x="52" y="50"/>
                    </a:lnTo>
                    <a:lnTo>
                      <a:pt x="58" y="52"/>
                    </a:lnTo>
                    <a:lnTo>
                      <a:pt x="64" y="58"/>
                    </a:lnTo>
                    <a:lnTo>
                      <a:pt x="74" y="58"/>
                    </a:lnTo>
                    <a:lnTo>
                      <a:pt x="86" y="64"/>
                    </a:lnTo>
                    <a:lnTo>
                      <a:pt x="94" y="64"/>
                    </a:lnTo>
                    <a:lnTo>
                      <a:pt x="100" y="66"/>
                    </a:lnTo>
                    <a:lnTo>
                      <a:pt x="106" y="64"/>
                    </a:lnTo>
                    <a:lnTo>
                      <a:pt x="108" y="62"/>
                    </a:lnTo>
                    <a:lnTo>
                      <a:pt x="110" y="58"/>
                    </a:lnTo>
                    <a:lnTo>
                      <a:pt x="106" y="54"/>
                    </a:lnTo>
                    <a:lnTo>
                      <a:pt x="108" y="50"/>
                    </a:lnTo>
                    <a:lnTo>
                      <a:pt x="108" y="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4" name="Freeform 141">
                <a:extLst>
                  <a:ext uri="{FF2B5EF4-FFF2-40B4-BE49-F238E27FC236}">
                    <a16:creationId xmlns:a16="http://schemas.microsoft.com/office/drawing/2014/main" id="{506109E6-33B8-C042-B7CB-04F77109A40F}"/>
                  </a:ext>
                </a:extLst>
              </p:cNvPr>
              <p:cNvSpPr>
                <a:spLocks noEditPoints="1"/>
              </p:cNvSpPr>
              <p:nvPr/>
            </p:nvSpPr>
            <p:spPr bwMode="auto">
              <a:xfrm>
                <a:off x="8525593" y="4155366"/>
                <a:ext cx="485312" cy="204239"/>
              </a:xfrm>
              <a:custGeom>
                <a:avLst/>
                <a:gdLst>
                  <a:gd name="T0" fmla="*/ 126 w 248"/>
                  <a:gd name="T1" fmla="*/ 96 h 102"/>
                  <a:gd name="T2" fmla="*/ 142 w 248"/>
                  <a:gd name="T3" fmla="*/ 102 h 102"/>
                  <a:gd name="T4" fmla="*/ 158 w 248"/>
                  <a:gd name="T5" fmla="*/ 96 h 102"/>
                  <a:gd name="T6" fmla="*/ 178 w 248"/>
                  <a:gd name="T7" fmla="*/ 96 h 102"/>
                  <a:gd name="T8" fmla="*/ 188 w 248"/>
                  <a:gd name="T9" fmla="*/ 82 h 102"/>
                  <a:gd name="T10" fmla="*/ 196 w 248"/>
                  <a:gd name="T11" fmla="*/ 72 h 102"/>
                  <a:gd name="T12" fmla="*/ 204 w 248"/>
                  <a:gd name="T13" fmla="*/ 54 h 102"/>
                  <a:gd name="T14" fmla="*/ 224 w 248"/>
                  <a:gd name="T15" fmla="*/ 50 h 102"/>
                  <a:gd name="T16" fmla="*/ 226 w 248"/>
                  <a:gd name="T17" fmla="*/ 46 h 102"/>
                  <a:gd name="T18" fmla="*/ 236 w 248"/>
                  <a:gd name="T19" fmla="*/ 44 h 102"/>
                  <a:gd name="T20" fmla="*/ 238 w 248"/>
                  <a:gd name="T21" fmla="*/ 44 h 102"/>
                  <a:gd name="T22" fmla="*/ 238 w 248"/>
                  <a:gd name="T23" fmla="*/ 40 h 102"/>
                  <a:gd name="T24" fmla="*/ 236 w 248"/>
                  <a:gd name="T25" fmla="*/ 36 h 102"/>
                  <a:gd name="T26" fmla="*/ 244 w 248"/>
                  <a:gd name="T27" fmla="*/ 34 h 102"/>
                  <a:gd name="T28" fmla="*/ 248 w 248"/>
                  <a:gd name="T29" fmla="*/ 28 h 102"/>
                  <a:gd name="T30" fmla="*/ 242 w 248"/>
                  <a:gd name="T31" fmla="*/ 20 h 102"/>
                  <a:gd name="T32" fmla="*/ 236 w 248"/>
                  <a:gd name="T33" fmla="*/ 22 h 102"/>
                  <a:gd name="T34" fmla="*/ 232 w 248"/>
                  <a:gd name="T35" fmla="*/ 16 h 102"/>
                  <a:gd name="T36" fmla="*/ 234 w 248"/>
                  <a:gd name="T37" fmla="*/ 10 h 102"/>
                  <a:gd name="T38" fmla="*/ 228 w 248"/>
                  <a:gd name="T39" fmla="*/ 6 h 102"/>
                  <a:gd name="T40" fmla="*/ 228 w 248"/>
                  <a:gd name="T41" fmla="*/ 2 h 102"/>
                  <a:gd name="T42" fmla="*/ 226 w 248"/>
                  <a:gd name="T43" fmla="*/ 4 h 102"/>
                  <a:gd name="T44" fmla="*/ 222 w 248"/>
                  <a:gd name="T45" fmla="*/ 4 h 102"/>
                  <a:gd name="T46" fmla="*/ 218 w 248"/>
                  <a:gd name="T47" fmla="*/ 0 h 102"/>
                  <a:gd name="T48" fmla="*/ 212 w 248"/>
                  <a:gd name="T49" fmla="*/ 14 h 102"/>
                  <a:gd name="T50" fmla="*/ 202 w 248"/>
                  <a:gd name="T51" fmla="*/ 26 h 102"/>
                  <a:gd name="T52" fmla="*/ 204 w 248"/>
                  <a:gd name="T53" fmla="*/ 30 h 102"/>
                  <a:gd name="T54" fmla="*/ 202 w 248"/>
                  <a:gd name="T55" fmla="*/ 36 h 102"/>
                  <a:gd name="T56" fmla="*/ 200 w 248"/>
                  <a:gd name="T57" fmla="*/ 46 h 102"/>
                  <a:gd name="T58" fmla="*/ 192 w 248"/>
                  <a:gd name="T59" fmla="*/ 50 h 102"/>
                  <a:gd name="T60" fmla="*/ 182 w 248"/>
                  <a:gd name="T61" fmla="*/ 44 h 102"/>
                  <a:gd name="T62" fmla="*/ 170 w 248"/>
                  <a:gd name="T63" fmla="*/ 66 h 102"/>
                  <a:gd name="T64" fmla="*/ 162 w 248"/>
                  <a:gd name="T65" fmla="*/ 66 h 102"/>
                  <a:gd name="T66" fmla="*/ 146 w 248"/>
                  <a:gd name="T67" fmla="*/ 72 h 102"/>
                  <a:gd name="T68" fmla="*/ 146 w 248"/>
                  <a:gd name="T69" fmla="*/ 78 h 102"/>
                  <a:gd name="T70" fmla="*/ 144 w 248"/>
                  <a:gd name="T71" fmla="*/ 86 h 102"/>
                  <a:gd name="T72" fmla="*/ 142 w 248"/>
                  <a:gd name="T73" fmla="*/ 90 h 102"/>
                  <a:gd name="T74" fmla="*/ 136 w 248"/>
                  <a:gd name="T75" fmla="*/ 88 h 102"/>
                  <a:gd name="T76" fmla="*/ 132 w 248"/>
                  <a:gd name="T77" fmla="*/ 84 h 102"/>
                  <a:gd name="T78" fmla="*/ 128 w 248"/>
                  <a:gd name="T79" fmla="*/ 86 h 102"/>
                  <a:gd name="T80" fmla="*/ 124 w 248"/>
                  <a:gd name="T81" fmla="*/ 82 h 102"/>
                  <a:gd name="T82" fmla="*/ 2 w 248"/>
                  <a:gd name="T83" fmla="*/ 24 h 102"/>
                  <a:gd name="T84" fmla="*/ 4 w 248"/>
                  <a:gd name="T85" fmla="*/ 32 h 102"/>
                  <a:gd name="T86" fmla="*/ 8 w 248"/>
                  <a:gd name="T87" fmla="*/ 50 h 102"/>
                  <a:gd name="T88" fmla="*/ 8 w 248"/>
                  <a:gd name="T89" fmla="*/ 56 h 102"/>
                  <a:gd name="T90" fmla="*/ 14 w 248"/>
                  <a:gd name="T91" fmla="*/ 62 h 102"/>
                  <a:gd name="T92" fmla="*/ 16 w 248"/>
                  <a:gd name="T93" fmla="*/ 72 h 102"/>
                  <a:gd name="T94" fmla="*/ 26 w 248"/>
                  <a:gd name="T95" fmla="*/ 80 h 102"/>
                  <a:gd name="T96" fmla="*/ 28 w 248"/>
                  <a:gd name="T97" fmla="*/ 84 h 102"/>
                  <a:gd name="T98" fmla="*/ 42 w 248"/>
                  <a:gd name="T99" fmla="*/ 90 h 102"/>
                  <a:gd name="T100" fmla="*/ 52 w 248"/>
                  <a:gd name="T101" fmla="*/ 88 h 102"/>
                  <a:gd name="T102" fmla="*/ 52 w 248"/>
                  <a:gd name="T103" fmla="*/ 82 h 102"/>
                  <a:gd name="T104" fmla="*/ 48 w 248"/>
                  <a:gd name="T105" fmla="*/ 74 h 102"/>
                  <a:gd name="T106" fmla="*/ 44 w 248"/>
                  <a:gd name="T107" fmla="*/ 68 h 102"/>
                  <a:gd name="T108" fmla="*/ 42 w 248"/>
                  <a:gd name="T109" fmla="*/ 58 h 102"/>
                  <a:gd name="T110" fmla="*/ 44 w 248"/>
                  <a:gd name="T111" fmla="*/ 42 h 102"/>
                  <a:gd name="T112" fmla="*/ 38 w 248"/>
                  <a:gd name="T113" fmla="*/ 32 h 102"/>
                  <a:gd name="T114" fmla="*/ 32 w 248"/>
                  <a:gd name="T115" fmla="*/ 20 h 102"/>
                  <a:gd name="T116" fmla="*/ 24 w 248"/>
                  <a:gd name="T117" fmla="*/ 14 h 102"/>
                  <a:gd name="T118" fmla="*/ 16 w 248"/>
                  <a:gd name="T119" fmla="*/ 22 h 102"/>
                  <a:gd name="T120" fmla="*/ 12 w 248"/>
                  <a:gd name="T121" fmla="*/ 20 h 102"/>
                  <a:gd name="T122" fmla="*/ 0 w 248"/>
                  <a:gd name="T123" fmla="*/ 1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8" h="102">
                    <a:moveTo>
                      <a:pt x="124" y="82"/>
                    </a:moveTo>
                    <a:lnTo>
                      <a:pt x="124" y="90"/>
                    </a:lnTo>
                    <a:lnTo>
                      <a:pt x="126" y="96"/>
                    </a:lnTo>
                    <a:lnTo>
                      <a:pt x="132" y="98"/>
                    </a:lnTo>
                    <a:lnTo>
                      <a:pt x="136" y="100"/>
                    </a:lnTo>
                    <a:lnTo>
                      <a:pt x="142" y="102"/>
                    </a:lnTo>
                    <a:lnTo>
                      <a:pt x="148" y="100"/>
                    </a:lnTo>
                    <a:lnTo>
                      <a:pt x="156" y="98"/>
                    </a:lnTo>
                    <a:lnTo>
                      <a:pt x="158" y="96"/>
                    </a:lnTo>
                    <a:lnTo>
                      <a:pt x="166" y="94"/>
                    </a:lnTo>
                    <a:lnTo>
                      <a:pt x="170" y="96"/>
                    </a:lnTo>
                    <a:lnTo>
                      <a:pt x="178" y="96"/>
                    </a:lnTo>
                    <a:lnTo>
                      <a:pt x="184" y="92"/>
                    </a:lnTo>
                    <a:lnTo>
                      <a:pt x="186" y="90"/>
                    </a:lnTo>
                    <a:lnTo>
                      <a:pt x="188" y="82"/>
                    </a:lnTo>
                    <a:lnTo>
                      <a:pt x="188" y="78"/>
                    </a:lnTo>
                    <a:lnTo>
                      <a:pt x="192" y="76"/>
                    </a:lnTo>
                    <a:lnTo>
                      <a:pt x="196" y="72"/>
                    </a:lnTo>
                    <a:lnTo>
                      <a:pt x="198" y="68"/>
                    </a:lnTo>
                    <a:lnTo>
                      <a:pt x="202" y="64"/>
                    </a:lnTo>
                    <a:lnTo>
                      <a:pt x="204" y="54"/>
                    </a:lnTo>
                    <a:lnTo>
                      <a:pt x="206" y="50"/>
                    </a:lnTo>
                    <a:lnTo>
                      <a:pt x="214" y="52"/>
                    </a:lnTo>
                    <a:lnTo>
                      <a:pt x="224" y="50"/>
                    </a:lnTo>
                    <a:lnTo>
                      <a:pt x="224" y="50"/>
                    </a:lnTo>
                    <a:lnTo>
                      <a:pt x="226" y="46"/>
                    </a:lnTo>
                    <a:lnTo>
                      <a:pt x="226" y="46"/>
                    </a:lnTo>
                    <a:lnTo>
                      <a:pt x="234" y="48"/>
                    </a:lnTo>
                    <a:lnTo>
                      <a:pt x="234" y="48"/>
                    </a:lnTo>
                    <a:lnTo>
                      <a:pt x="236" y="44"/>
                    </a:lnTo>
                    <a:lnTo>
                      <a:pt x="236" y="44"/>
                    </a:lnTo>
                    <a:lnTo>
                      <a:pt x="238" y="44"/>
                    </a:lnTo>
                    <a:lnTo>
                      <a:pt x="238" y="44"/>
                    </a:lnTo>
                    <a:lnTo>
                      <a:pt x="238" y="44"/>
                    </a:lnTo>
                    <a:lnTo>
                      <a:pt x="238" y="40"/>
                    </a:lnTo>
                    <a:lnTo>
                      <a:pt x="238" y="40"/>
                    </a:lnTo>
                    <a:lnTo>
                      <a:pt x="236" y="38"/>
                    </a:lnTo>
                    <a:lnTo>
                      <a:pt x="236" y="38"/>
                    </a:lnTo>
                    <a:lnTo>
                      <a:pt x="236" y="36"/>
                    </a:lnTo>
                    <a:lnTo>
                      <a:pt x="236" y="34"/>
                    </a:lnTo>
                    <a:lnTo>
                      <a:pt x="236" y="34"/>
                    </a:lnTo>
                    <a:lnTo>
                      <a:pt x="244" y="34"/>
                    </a:lnTo>
                    <a:lnTo>
                      <a:pt x="246" y="32"/>
                    </a:lnTo>
                    <a:lnTo>
                      <a:pt x="248" y="30"/>
                    </a:lnTo>
                    <a:lnTo>
                      <a:pt x="248" y="28"/>
                    </a:lnTo>
                    <a:lnTo>
                      <a:pt x="248" y="28"/>
                    </a:lnTo>
                    <a:lnTo>
                      <a:pt x="244" y="24"/>
                    </a:lnTo>
                    <a:lnTo>
                      <a:pt x="242" y="20"/>
                    </a:lnTo>
                    <a:lnTo>
                      <a:pt x="242" y="20"/>
                    </a:lnTo>
                    <a:lnTo>
                      <a:pt x="236" y="22"/>
                    </a:lnTo>
                    <a:lnTo>
                      <a:pt x="236" y="22"/>
                    </a:lnTo>
                    <a:lnTo>
                      <a:pt x="236" y="18"/>
                    </a:lnTo>
                    <a:lnTo>
                      <a:pt x="236" y="18"/>
                    </a:lnTo>
                    <a:lnTo>
                      <a:pt x="232" y="16"/>
                    </a:lnTo>
                    <a:lnTo>
                      <a:pt x="232" y="16"/>
                    </a:lnTo>
                    <a:lnTo>
                      <a:pt x="234" y="10"/>
                    </a:lnTo>
                    <a:lnTo>
                      <a:pt x="234" y="10"/>
                    </a:lnTo>
                    <a:lnTo>
                      <a:pt x="230" y="6"/>
                    </a:lnTo>
                    <a:lnTo>
                      <a:pt x="230" y="6"/>
                    </a:lnTo>
                    <a:lnTo>
                      <a:pt x="228" y="6"/>
                    </a:lnTo>
                    <a:lnTo>
                      <a:pt x="228" y="6"/>
                    </a:lnTo>
                    <a:lnTo>
                      <a:pt x="228" y="2"/>
                    </a:lnTo>
                    <a:lnTo>
                      <a:pt x="228" y="2"/>
                    </a:lnTo>
                    <a:lnTo>
                      <a:pt x="226" y="4"/>
                    </a:lnTo>
                    <a:lnTo>
                      <a:pt x="226" y="4"/>
                    </a:lnTo>
                    <a:lnTo>
                      <a:pt x="226" y="4"/>
                    </a:lnTo>
                    <a:lnTo>
                      <a:pt x="226" y="4"/>
                    </a:lnTo>
                    <a:lnTo>
                      <a:pt x="222" y="4"/>
                    </a:lnTo>
                    <a:lnTo>
                      <a:pt x="222" y="4"/>
                    </a:lnTo>
                    <a:lnTo>
                      <a:pt x="220" y="2"/>
                    </a:lnTo>
                    <a:lnTo>
                      <a:pt x="220" y="0"/>
                    </a:lnTo>
                    <a:lnTo>
                      <a:pt x="218" y="0"/>
                    </a:lnTo>
                    <a:lnTo>
                      <a:pt x="218" y="0"/>
                    </a:lnTo>
                    <a:lnTo>
                      <a:pt x="214" y="8"/>
                    </a:lnTo>
                    <a:lnTo>
                      <a:pt x="212" y="14"/>
                    </a:lnTo>
                    <a:lnTo>
                      <a:pt x="200" y="24"/>
                    </a:lnTo>
                    <a:lnTo>
                      <a:pt x="200" y="24"/>
                    </a:lnTo>
                    <a:lnTo>
                      <a:pt x="202" y="26"/>
                    </a:lnTo>
                    <a:lnTo>
                      <a:pt x="204" y="26"/>
                    </a:lnTo>
                    <a:lnTo>
                      <a:pt x="204" y="26"/>
                    </a:lnTo>
                    <a:lnTo>
                      <a:pt x="204" y="30"/>
                    </a:lnTo>
                    <a:lnTo>
                      <a:pt x="204" y="30"/>
                    </a:lnTo>
                    <a:lnTo>
                      <a:pt x="202" y="32"/>
                    </a:lnTo>
                    <a:lnTo>
                      <a:pt x="202" y="36"/>
                    </a:lnTo>
                    <a:lnTo>
                      <a:pt x="198" y="36"/>
                    </a:lnTo>
                    <a:lnTo>
                      <a:pt x="202" y="46"/>
                    </a:lnTo>
                    <a:lnTo>
                      <a:pt x="200" y="46"/>
                    </a:lnTo>
                    <a:lnTo>
                      <a:pt x="196" y="44"/>
                    </a:lnTo>
                    <a:lnTo>
                      <a:pt x="194" y="48"/>
                    </a:lnTo>
                    <a:lnTo>
                      <a:pt x="192" y="50"/>
                    </a:lnTo>
                    <a:lnTo>
                      <a:pt x="188" y="50"/>
                    </a:lnTo>
                    <a:lnTo>
                      <a:pt x="182" y="44"/>
                    </a:lnTo>
                    <a:lnTo>
                      <a:pt x="182" y="44"/>
                    </a:lnTo>
                    <a:lnTo>
                      <a:pt x="182" y="46"/>
                    </a:lnTo>
                    <a:lnTo>
                      <a:pt x="170" y="66"/>
                    </a:lnTo>
                    <a:lnTo>
                      <a:pt x="170" y="66"/>
                    </a:lnTo>
                    <a:lnTo>
                      <a:pt x="166" y="66"/>
                    </a:lnTo>
                    <a:lnTo>
                      <a:pt x="162" y="66"/>
                    </a:lnTo>
                    <a:lnTo>
                      <a:pt x="162" y="66"/>
                    </a:lnTo>
                    <a:lnTo>
                      <a:pt x="154" y="68"/>
                    </a:lnTo>
                    <a:lnTo>
                      <a:pt x="146" y="72"/>
                    </a:lnTo>
                    <a:lnTo>
                      <a:pt x="146" y="72"/>
                    </a:lnTo>
                    <a:lnTo>
                      <a:pt x="146" y="76"/>
                    </a:lnTo>
                    <a:lnTo>
                      <a:pt x="146" y="78"/>
                    </a:lnTo>
                    <a:lnTo>
                      <a:pt x="146" y="78"/>
                    </a:lnTo>
                    <a:lnTo>
                      <a:pt x="146" y="78"/>
                    </a:lnTo>
                    <a:lnTo>
                      <a:pt x="144" y="86"/>
                    </a:lnTo>
                    <a:lnTo>
                      <a:pt x="144" y="86"/>
                    </a:lnTo>
                    <a:lnTo>
                      <a:pt x="142" y="86"/>
                    </a:lnTo>
                    <a:lnTo>
                      <a:pt x="142" y="86"/>
                    </a:lnTo>
                    <a:lnTo>
                      <a:pt x="142" y="90"/>
                    </a:lnTo>
                    <a:lnTo>
                      <a:pt x="142" y="90"/>
                    </a:lnTo>
                    <a:lnTo>
                      <a:pt x="138" y="90"/>
                    </a:lnTo>
                    <a:lnTo>
                      <a:pt x="136" y="88"/>
                    </a:lnTo>
                    <a:lnTo>
                      <a:pt x="134" y="86"/>
                    </a:lnTo>
                    <a:lnTo>
                      <a:pt x="134" y="86"/>
                    </a:lnTo>
                    <a:lnTo>
                      <a:pt x="132" y="84"/>
                    </a:lnTo>
                    <a:lnTo>
                      <a:pt x="130" y="86"/>
                    </a:lnTo>
                    <a:lnTo>
                      <a:pt x="130" y="86"/>
                    </a:lnTo>
                    <a:lnTo>
                      <a:pt x="128" y="86"/>
                    </a:lnTo>
                    <a:lnTo>
                      <a:pt x="128" y="86"/>
                    </a:lnTo>
                    <a:lnTo>
                      <a:pt x="124" y="82"/>
                    </a:lnTo>
                    <a:lnTo>
                      <a:pt x="124" y="82"/>
                    </a:lnTo>
                    <a:close/>
                    <a:moveTo>
                      <a:pt x="0" y="18"/>
                    </a:moveTo>
                    <a:lnTo>
                      <a:pt x="0" y="18"/>
                    </a:lnTo>
                    <a:lnTo>
                      <a:pt x="2" y="24"/>
                    </a:lnTo>
                    <a:lnTo>
                      <a:pt x="4" y="28"/>
                    </a:lnTo>
                    <a:lnTo>
                      <a:pt x="4" y="28"/>
                    </a:lnTo>
                    <a:lnTo>
                      <a:pt x="4" y="32"/>
                    </a:lnTo>
                    <a:lnTo>
                      <a:pt x="2" y="36"/>
                    </a:lnTo>
                    <a:lnTo>
                      <a:pt x="2" y="36"/>
                    </a:lnTo>
                    <a:lnTo>
                      <a:pt x="8" y="50"/>
                    </a:lnTo>
                    <a:lnTo>
                      <a:pt x="8" y="50"/>
                    </a:lnTo>
                    <a:lnTo>
                      <a:pt x="8" y="54"/>
                    </a:lnTo>
                    <a:lnTo>
                      <a:pt x="8" y="56"/>
                    </a:lnTo>
                    <a:lnTo>
                      <a:pt x="8" y="56"/>
                    </a:lnTo>
                    <a:lnTo>
                      <a:pt x="10" y="58"/>
                    </a:lnTo>
                    <a:lnTo>
                      <a:pt x="14" y="62"/>
                    </a:lnTo>
                    <a:lnTo>
                      <a:pt x="14" y="62"/>
                    </a:lnTo>
                    <a:lnTo>
                      <a:pt x="14" y="68"/>
                    </a:lnTo>
                    <a:lnTo>
                      <a:pt x="16" y="72"/>
                    </a:lnTo>
                    <a:lnTo>
                      <a:pt x="16" y="72"/>
                    </a:lnTo>
                    <a:lnTo>
                      <a:pt x="20" y="76"/>
                    </a:lnTo>
                    <a:lnTo>
                      <a:pt x="26" y="80"/>
                    </a:lnTo>
                    <a:lnTo>
                      <a:pt x="26" y="80"/>
                    </a:lnTo>
                    <a:lnTo>
                      <a:pt x="28" y="84"/>
                    </a:lnTo>
                    <a:lnTo>
                      <a:pt x="28" y="84"/>
                    </a:lnTo>
                    <a:lnTo>
                      <a:pt x="42" y="92"/>
                    </a:lnTo>
                    <a:lnTo>
                      <a:pt x="42" y="90"/>
                    </a:lnTo>
                    <a:lnTo>
                      <a:pt x="42" y="90"/>
                    </a:lnTo>
                    <a:lnTo>
                      <a:pt x="46" y="88"/>
                    </a:lnTo>
                    <a:lnTo>
                      <a:pt x="46" y="88"/>
                    </a:lnTo>
                    <a:lnTo>
                      <a:pt x="52" y="88"/>
                    </a:lnTo>
                    <a:lnTo>
                      <a:pt x="52" y="88"/>
                    </a:lnTo>
                    <a:lnTo>
                      <a:pt x="52" y="82"/>
                    </a:lnTo>
                    <a:lnTo>
                      <a:pt x="52" y="82"/>
                    </a:lnTo>
                    <a:lnTo>
                      <a:pt x="50" y="78"/>
                    </a:lnTo>
                    <a:lnTo>
                      <a:pt x="48" y="74"/>
                    </a:lnTo>
                    <a:lnTo>
                      <a:pt x="48" y="74"/>
                    </a:lnTo>
                    <a:lnTo>
                      <a:pt x="48" y="70"/>
                    </a:lnTo>
                    <a:lnTo>
                      <a:pt x="48" y="70"/>
                    </a:lnTo>
                    <a:lnTo>
                      <a:pt x="44" y="68"/>
                    </a:lnTo>
                    <a:lnTo>
                      <a:pt x="42" y="66"/>
                    </a:lnTo>
                    <a:lnTo>
                      <a:pt x="42" y="66"/>
                    </a:lnTo>
                    <a:lnTo>
                      <a:pt x="42" y="58"/>
                    </a:lnTo>
                    <a:lnTo>
                      <a:pt x="42" y="54"/>
                    </a:lnTo>
                    <a:lnTo>
                      <a:pt x="42" y="54"/>
                    </a:lnTo>
                    <a:lnTo>
                      <a:pt x="44" y="42"/>
                    </a:lnTo>
                    <a:lnTo>
                      <a:pt x="40" y="34"/>
                    </a:lnTo>
                    <a:lnTo>
                      <a:pt x="40" y="34"/>
                    </a:lnTo>
                    <a:lnTo>
                      <a:pt x="38" y="32"/>
                    </a:lnTo>
                    <a:lnTo>
                      <a:pt x="38" y="32"/>
                    </a:lnTo>
                    <a:lnTo>
                      <a:pt x="36" y="24"/>
                    </a:lnTo>
                    <a:lnTo>
                      <a:pt x="32" y="20"/>
                    </a:lnTo>
                    <a:lnTo>
                      <a:pt x="32" y="20"/>
                    </a:lnTo>
                    <a:lnTo>
                      <a:pt x="28" y="16"/>
                    </a:lnTo>
                    <a:lnTo>
                      <a:pt x="24" y="14"/>
                    </a:lnTo>
                    <a:lnTo>
                      <a:pt x="22" y="16"/>
                    </a:lnTo>
                    <a:lnTo>
                      <a:pt x="22" y="24"/>
                    </a:lnTo>
                    <a:lnTo>
                      <a:pt x="16" y="22"/>
                    </a:lnTo>
                    <a:lnTo>
                      <a:pt x="16" y="26"/>
                    </a:lnTo>
                    <a:lnTo>
                      <a:pt x="12" y="26"/>
                    </a:lnTo>
                    <a:lnTo>
                      <a:pt x="12" y="20"/>
                    </a:lnTo>
                    <a:lnTo>
                      <a:pt x="6" y="16"/>
                    </a:lnTo>
                    <a:lnTo>
                      <a:pt x="0" y="18"/>
                    </a:lnTo>
                    <a:lnTo>
                      <a:pt x="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5" name="Freeform 152">
                <a:extLst>
                  <a:ext uri="{FF2B5EF4-FFF2-40B4-BE49-F238E27FC236}">
                    <a16:creationId xmlns:a16="http://schemas.microsoft.com/office/drawing/2014/main" id="{75D1937C-687F-8941-A12E-BEAEEC5D87DF}"/>
                  </a:ext>
                </a:extLst>
              </p:cNvPr>
              <p:cNvSpPr>
                <a:spLocks/>
              </p:cNvSpPr>
              <p:nvPr/>
            </p:nvSpPr>
            <p:spPr bwMode="auto">
              <a:xfrm>
                <a:off x="8529506" y="3630750"/>
                <a:ext cx="180035" cy="284334"/>
              </a:xfrm>
              <a:custGeom>
                <a:avLst/>
                <a:gdLst>
                  <a:gd name="T0" fmla="*/ 2 w 92"/>
                  <a:gd name="T1" fmla="*/ 36 h 142"/>
                  <a:gd name="T2" fmla="*/ 0 w 92"/>
                  <a:gd name="T3" fmla="*/ 44 h 142"/>
                  <a:gd name="T4" fmla="*/ 4 w 92"/>
                  <a:gd name="T5" fmla="*/ 48 h 142"/>
                  <a:gd name="T6" fmla="*/ 10 w 92"/>
                  <a:gd name="T7" fmla="*/ 52 h 142"/>
                  <a:gd name="T8" fmla="*/ 8 w 92"/>
                  <a:gd name="T9" fmla="*/ 62 h 142"/>
                  <a:gd name="T10" fmla="*/ 10 w 92"/>
                  <a:gd name="T11" fmla="*/ 68 h 142"/>
                  <a:gd name="T12" fmla="*/ 10 w 92"/>
                  <a:gd name="T13" fmla="*/ 78 h 142"/>
                  <a:gd name="T14" fmla="*/ 18 w 92"/>
                  <a:gd name="T15" fmla="*/ 78 h 142"/>
                  <a:gd name="T16" fmla="*/ 28 w 92"/>
                  <a:gd name="T17" fmla="*/ 68 h 142"/>
                  <a:gd name="T18" fmla="*/ 32 w 92"/>
                  <a:gd name="T19" fmla="*/ 72 h 142"/>
                  <a:gd name="T20" fmla="*/ 40 w 92"/>
                  <a:gd name="T21" fmla="*/ 78 h 142"/>
                  <a:gd name="T22" fmla="*/ 52 w 92"/>
                  <a:gd name="T23" fmla="*/ 86 h 142"/>
                  <a:gd name="T24" fmla="*/ 52 w 92"/>
                  <a:gd name="T25" fmla="*/ 100 h 142"/>
                  <a:gd name="T26" fmla="*/ 60 w 92"/>
                  <a:gd name="T27" fmla="*/ 108 h 142"/>
                  <a:gd name="T28" fmla="*/ 62 w 92"/>
                  <a:gd name="T29" fmla="*/ 118 h 142"/>
                  <a:gd name="T30" fmla="*/ 62 w 92"/>
                  <a:gd name="T31" fmla="*/ 126 h 142"/>
                  <a:gd name="T32" fmla="*/ 56 w 92"/>
                  <a:gd name="T33" fmla="*/ 134 h 142"/>
                  <a:gd name="T34" fmla="*/ 66 w 92"/>
                  <a:gd name="T35" fmla="*/ 138 h 142"/>
                  <a:gd name="T36" fmla="*/ 74 w 92"/>
                  <a:gd name="T37" fmla="*/ 140 h 142"/>
                  <a:gd name="T38" fmla="*/ 78 w 92"/>
                  <a:gd name="T39" fmla="*/ 128 h 142"/>
                  <a:gd name="T40" fmla="*/ 86 w 92"/>
                  <a:gd name="T41" fmla="*/ 134 h 142"/>
                  <a:gd name="T42" fmla="*/ 92 w 92"/>
                  <a:gd name="T43" fmla="*/ 128 h 142"/>
                  <a:gd name="T44" fmla="*/ 90 w 92"/>
                  <a:gd name="T45" fmla="*/ 112 h 142"/>
                  <a:gd name="T46" fmla="*/ 82 w 92"/>
                  <a:gd name="T47" fmla="*/ 102 h 142"/>
                  <a:gd name="T48" fmla="*/ 74 w 92"/>
                  <a:gd name="T49" fmla="*/ 92 h 142"/>
                  <a:gd name="T50" fmla="*/ 68 w 92"/>
                  <a:gd name="T51" fmla="*/ 82 h 142"/>
                  <a:gd name="T52" fmla="*/ 58 w 92"/>
                  <a:gd name="T53" fmla="*/ 70 h 142"/>
                  <a:gd name="T54" fmla="*/ 48 w 92"/>
                  <a:gd name="T55" fmla="*/ 56 h 142"/>
                  <a:gd name="T56" fmla="*/ 52 w 92"/>
                  <a:gd name="T57" fmla="*/ 46 h 142"/>
                  <a:gd name="T58" fmla="*/ 62 w 92"/>
                  <a:gd name="T59" fmla="*/ 40 h 142"/>
                  <a:gd name="T60" fmla="*/ 56 w 92"/>
                  <a:gd name="T61" fmla="*/ 28 h 142"/>
                  <a:gd name="T62" fmla="*/ 46 w 92"/>
                  <a:gd name="T63" fmla="*/ 30 h 142"/>
                  <a:gd name="T64" fmla="*/ 40 w 92"/>
                  <a:gd name="T65" fmla="*/ 24 h 142"/>
                  <a:gd name="T66" fmla="*/ 30 w 92"/>
                  <a:gd name="T67" fmla="*/ 16 h 142"/>
                  <a:gd name="T68" fmla="*/ 24 w 92"/>
                  <a:gd name="T69" fmla="*/ 2 h 142"/>
                  <a:gd name="T70" fmla="*/ 16 w 92"/>
                  <a:gd name="T71" fmla="*/ 6 h 142"/>
                  <a:gd name="T72" fmla="*/ 20 w 92"/>
                  <a:gd name="T73" fmla="*/ 24 h 142"/>
                  <a:gd name="T74" fmla="*/ 16 w 92"/>
                  <a:gd name="T75" fmla="*/ 30 h 142"/>
                  <a:gd name="T76" fmla="*/ 8 w 92"/>
                  <a:gd name="T77" fmla="*/ 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 h="142">
                    <a:moveTo>
                      <a:pt x="8" y="30"/>
                    </a:moveTo>
                    <a:lnTo>
                      <a:pt x="2" y="36"/>
                    </a:lnTo>
                    <a:lnTo>
                      <a:pt x="2" y="42"/>
                    </a:lnTo>
                    <a:lnTo>
                      <a:pt x="0" y="44"/>
                    </a:lnTo>
                    <a:lnTo>
                      <a:pt x="0" y="48"/>
                    </a:lnTo>
                    <a:lnTo>
                      <a:pt x="4" y="48"/>
                    </a:lnTo>
                    <a:lnTo>
                      <a:pt x="8" y="48"/>
                    </a:lnTo>
                    <a:lnTo>
                      <a:pt x="10" y="52"/>
                    </a:lnTo>
                    <a:lnTo>
                      <a:pt x="6" y="60"/>
                    </a:lnTo>
                    <a:lnTo>
                      <a:pt x="8" y="62"/>
                    </a:lnTo>
                    <a:lnTo>
                      <a:pt x="8" y="66"/>
                    </a:lnTo>
                    <a:lnTo>
                      <a:pt x="10" y="68"/>
                    </a:lnTo>
                    <a:lnTo>
                      <a:pt x="12" y="74"/>
                    </a:lnTo>
                    <a:lnTo>
                      <a:pt x="10" y="78"/>
                    </a:lnTo>
                    <a:lnTo>
                      <a:pt x="14" y="80"/>
                    </a:lnTo>
                    <a:lnTo>
                      <a:pt x="18" y="78"/>
                    </a:lnTo>
                    <a:lnTo>
                      <a:pt x="20" y="74"/>
                    </a:lnTo>
                    <a:lnTo>
                      <a:pt x="28" y="68"/>
                    </a:lnTo>
                    <a:lnTo>
                      <a:pt x="32" y="70"/>
                    </a:lnTo>
                    <a:lnTo>
                      <a:pt x="32" y="72"/>
                    </a:lnTo>
                    <a:lnTo>
                      <a:pt x="34" y="74"/>
                    </a:lnTo>
                    <a:lnTo>
                      <a:pt x="40" y="78"/>
                    </a:lnTo>
                    <a:lnTo>
                      <a:pt x="46" y="78"/>
                    </a:lnTo>
                    <a:lnTo>
                      <a:pt x="52" y="86"/>
                    </a:lnTo>
                    <a:lnTo>
                      <a:pt x="52" y="92"/>
                    </a:lnTo>
                    <a:lnTo>
                      <a:pt x="52" y="100"/>
                    </a:lnTo>
                    <a:lnTo>
                      <a:pt x="56" y="104"/>
                    </a:lnTo>
                    <a:lnTo>
                      <a:pt x="60" y="108"/>
                    </a:lnTo>
                    <a:lnTo>
                      <a:pt x="62" y="112"/>
                    </a:lnTo>
                    <a:lnTo>
                      <a:pt x="62" y="118"/>
                    </a:lnTo>
                    <a:lnTo>
                      <a:pt x="64" y="120"/>
                    </a:lnTo>
                    <a:lnTo>
                      <a:pt x="62" y="126"/>
                    </a:lnTo>
                    <a:lnTo>
                      <a:pt x="60" y="130"/>
                    </a:lnTo>
                    <a:lnTo>
                      <a:pt x="56" y="134"/>
                    </a:lnTo>
                    <a:lnTo>
                      <a:pt x="64" y="136"/>
                    </a:lnTo>
                    <a:lnTo>
                      <a:pt x="66" y="138"/>
                    </a:lnTo>
                    <a:lnTo>
                      <a:pt x="70" y="142"/>
                    </a:lnTo>
                    <a:lnTo>
                      <a:pt x="74" y="140"/>
                    </a:lnTo>
                    <a:lnTo>
                      <a:pt x="74" y="134"/>
                    </a:lnTo>
                    <a:lnTo>
                      <a:pt x="78" y="128"/>
                    </a:lnTo>
                    <a:lnTo>
                      <a:pt x="82" y="130"/>
                    </a:lnTo>
                    <a:lnTo>
                      <a:pt x="86" y="134"/>
                    </a:lnTo>
                    <a:lnTo>
                      <a:pt x="92" y="132"/>
                    </a:lnTo>
                    <a:lnTo>
                      <a:pt x="92" y="128"/>
                    </a:lnTo>
                    <a:lnTo>
                      <a:pt x="92" y="118"/>
                    </a:lnTo>
                    <a:lnTo>
                      <a:pt x="90" y="112"/>
                    </a:lnTo>
                    <a:lnTo>
                      <a:pt x="86" y="110"/>
                    </a:lnTo>
                    <a:lnTo>
                      <a:pt x="82" y="102"/>
                    </a:lnTo>
                    <a:lnTo>
                      <a:pt x="80" y="96"/>
                    </a:lnTo>
                    <a:lnTo>
                      <a:pt x="74" y="92"/>
                    </a:lnTo>
                    <a:lnTo>
                      <a:pt x="70" y="88"/>
                    </a:lnTo>
                    <a:lnTo>
                      <a:pt x="68" y="82"/>
                    </a:lnTo>
                    <a:lnTo>
                      <a:pt x="64" y="78"/>
                    </a:lnTo>
                    <a:lnTo>
                      <a:pt x="58" y="70"/>
                    </a:lnTo>
                    <a:lnTo>
                      <a:pt x="56" y="60"/>
                    </a:lnTo>
                    <a:lnTo>
                      <a:pt x="48" y="56"/>
                    </a:lnTo>
                    <a:lnTo>
                      <a:pt x="48" y="48"/>
                    </a:lnTo>
                    <a:lnTo>
                      <a:pt x="52" y="46"/>
                    </a:lnTo>
                    <a:lnTo>
                      <a:pt x="58" y="42"/>
                    </a:lnTo>
                    <a:lnTo>
                      <a:pt x="62" y="40"/>
                    </a:lnTo>
                    <a:lnTo>
                      <a:pt x="62" y="32"/>
                    </a:lnTo>
                    <a:lnTo>
                      <a:pt x="56" y="28"/>
                    </a:lnTo>
                    <a:lnTo>
                      <a:pt x="50" y="26"/>
                    </a:lnTo>
                    <a:lnTo>
                      <a:pt x="46" y="30"/>
                    </a:lnTo>
                    <a:lnTo>
                      <a:pt x="40" y="28"/>
                    </a:lnTo>
                    <a:lnTo>
                      <a:pt x="40" y="24"/>
                    </a:lnTo>
                    <a:lnTo>
                      <a:pt x="34" y="22"/>
                    </a:lnTo>
                    <a:lnTo>
                      <a:pt x="30" y="16"/>
                    </a:lnTo>
                    <a:lnTo>
                      <a:pt x="30" y="12"/>
                    </a:lnTo>
                    <a:lnTo>
                      <a:pt x="24" y="2"/>
                    </a:lnTo>
                    <a:lnTo>
                      <a:pt x="20" y="0"/>
                    </a:lnTo>
                    <a:lnTo>
                      <a:pt x="16" y="6"/>
                    </a:lnTo>
                    <a:lnTo>
                      <a:pt x="20" y="14"/>
                    </a:lnTo>
                    <a:lnTo>
                      <a:pt x="20" y="24"/>
                    </a:lnTo>
                    <a:lnTo>
                      <a:pt x="16" y="30"/>
                    </a:lnTo>
                    <a:lnTo>
                      <a:pt x="16" y="30"/>
                    </a:lnTo>
                    <a:lnTo>
                      <a:pt x="8" y="30"/>
                    </a:lnTo>
                    <a:lnTo>
                      <a:pt x="8" y="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6" name="Freeform 153">
                <a:extLst>
                  <a:ext uri="{FF2B5EF4-FFF2-40B4-BE49-F238E27FC236}">
                    <a16:creationId xmlns:a16="http://schemas.microsoft.com/office/drawing/2014/main" id="{610DED0A-4BD3-134D-96A6-19EBCD8418CB}"/>
                  </a:ext>
                </a:extLst>
              </p:cNvPr>
              <p:cNvSpPr>
                <a:spLocks/>
              </p:cNvSpPr>
              <p:nvPr/>
            </p:nvSpPr>
            <p:spPr bwMode="auto">
              <a:xfrm>
                <a:off x="7711521" y="2885876"/>
                <a:ext cx="289621" cy="140165"/>
              </a:xfrm>
              <a:custGeom>
                <a:avLst/>
                <a:gdLst>
                  <a:gd name="T0" fmla="*/ 54 w 148"/>
                  <a:gd name="T1" fmla="*/ 64 h 70"/>
                  <a:gd name="T2" fmla="*/ 60 w 148"/>
                  <a:gd name="T3" fmla="*/ 62 h 70"/>
                  <a:gd name="T4" fmla="*/ 68 w 148"/>
                  <a:gd name="T5" fmla="*/ 52 h 70"/>
                  <a:gd name="T6" fmla="*/ 74 w 148"/>
                  <a:gd name="T7" fmla="*/ 54 h 70"/>
                  <a:gd name="T8" fmla="*/ 78 w 148"/>
                  <a:gd name="T9" fmla="*/ 58 h 70"/>
                  <a:gd name="T10" fmla="*/ 84 w 148"/>
                  <a:gd name="T11" fmla="*/ 56 h 70"/>
                  <a:gd name="T12" fmla="*/ 92 w 148"/>
                  <a:gd name="T13" fmla="*/ 54 h 70"/>
                  <a:gd name="T14" fmla="*/ 96 w 148"/>
                  <a:gd name="T15" fmla="*/ 50 h 70"/>
                  <a:gd name="T16" fmla="*/ 98 w 148"/>
                  <a:gd name="T17" fmla="*/ 40 h 70"/>
                  <a:gd name="T18" fmla="*/ 104 w 148"/>
                  <a:gd name="T19" fmla="*/ 36 h 70"/>
                  <a:gd name="T20" fmla="*/ 120 w 148"/>
                  <a:gd name="T21" fmla="*/ 34 h 70"/>
                  <a:gd name="T22" fmla="*/ 120 w 148"/>
                  <a:gd name="T23" fmla="*/ 30 h 70"/>
                  <a:gd name="T24" fmla="*/ 126 w 148"/>
                  <a:gd name="T25" fmla="*/ 24 h 70"/>
                  <a:gd name="T26" fmla="*/ 136 w 148"/>
                  <a:gd name="T27" fmla="*/ 18 h 70"/>
                  <a:gd name="T28" fmla="*/ 148 w 148"/>
                  <a:gd name="T29" fmla="*/ 12 h 70"/>
                  <a:gd name="T30" fmla="*/ 136 w 148"/>
                  <a:gd name="T31" fmla="*/ 8 h 70"/>
                  <a:gd name="T32" fmla="*/ 130 w 148"/>
                  <a:gd name="T33" fmla="*/ 2 h 70"/>
                  <a:gd name="T34" fmla="*/ 118 w 148"/>
                  <a:gd name="T35" fmla="*/ 0 h 70"/>
                  <a:gd name="T36" fmla="*/ 96 w 148"/>
                  <a:gd name="T37" fmla="*/ 0 h 70"/>
                  <a:gd name="T38" fmla="*/ 82 w 148"/>
                  <a:gd name="T39" fmla="*/ 8 h 70"/>
                  <a:gd name="T40" fmla="*/ 78 w 148"/>
                  <a:gd name="T41" fmla="*/ 6 h 70"/>
                  <a:gd name="T42" fmla="*/ 76 w 148"/>
                  <a:gd name="T43" fmla="*/ 4 h 70"/>
                  <a:gd name="T44" fmla="*/ 70 w 148"/>
                  <a:gd name="T45" fmla="*/ 0 h 70"/>
                  <a:gd name="T46" fmla="*/ 64 w 148"/>
                  <a:gd name="T47" fmla="*/ 4 h 70"/>
                  <a:gd name="T48" fmla="*/ 58 w 148"/>
                  <a:gd name="T49" fmla="*/ 6 h 70"/>
                  <a:gd name="T50" fmla="*/ 54 w 148"/>
                  <a:gd name="T51" fmla="*/ 10 h 70"/>
                  <a:gd name="T52" fmla="*/ 50 w 148"/>
                  <a:gd name="T53" fmla="*/ 14 h 70"/>
                  <a:gd name="T54" fmla="*/ 38 w 148"/>
                  <a:gd name="T55" fmla="*/ 6 h 70"/>
                  <a:gd name="T56" fmla="*/ 24 w 148"/>
                  <a:gd name="T57" fmla="*/ 6 h 70"/>
                  <a:gd name="T58" fmla="*/ 18 w 148"/>
                  <a:gd name="T59" fmla="*/ 14 h 70"/>
                  <a:gd name="T60" fmla="*/ 22 w 148"/>
                  <a:gd name="T61" fmla="*/ 12 h 70"/>
                  <a:gd name="T62" fmla="*/ 24 w 148"/>
                  <a:gd name="T63" fmla="*/ 18 h 70"/>
                  <a:gd name="T64" fmla="*/ 18 w 148"/>
                  <a:gd name="T65" fmla="*/ 24 h 70"/>
                  <a:gd name="T66" fmla="*/ 14 w 148"/>
                  <a:gd name="T67" fmla="*/ 26 h 70"/>
                  <a:gd name="T68" fmla="*/ 18 w 148"/>
                  <a:gd name="T69" fmla="*/ 30 h 70"/>
                  <a:gd name="T70" fmla="*/ 22 w 148"/>
                  <a:gd name="T71" fmla="*/ 30 h 70"/>
                  <a:gd name="T72" fmla="*/ 28 w 148"/>
                  <a:gd name="T73" fmla="*/ 32 h 70"/>
                  <a:gd name="T74" fmla="*/ 30 w 148"/>
                  <a:gd name="T75" fmla="*/ 36 h 70"/>
                  <a:gd name="T76" fmla="*/ 40 w 148"/>
                  <a:gd name="T77" fmla="*/ 38 h 70"/>
                  <a:gd name="T78" fmla="*/ 46 w 148"/>
                  <a:gd name="T79" fmla="*/ 40 h 70"/>
                  <a:gd name="T80" fmla="*/ 44 w 148"/>
                  <a:gd name="T81" fmla="*/ 42 h 70"/>
                  <a:gd name="T82" fmla="*/ 32 w 148"/>
                  <a:gd name="T83" fmla="*/ 54 h 70"/>
                  <a:gd name="T84" fmla="*/ 26 w 148"/>
                  <a:gd name="T85" fmla="*/ 54 h 70"/>
                  <a:gd name="T86" fmla="*/ 18 w 148"/>
                  <a:gd name="T87" fmla="*/ 58 h 70"/>
                  <a:gd name="T88" fmla="*/ 16 w 148"/>
                  <a:gd name="T89" fmla="*/ 56 h 70"/>
                  <a:gd name="T90" fmla="*/ 8 w 148"/>
                  <a:gd name="T91" fmla="*/ 56 h 70"/>
                  <a:gd name="T92" fmla="*/ 14 w 148"/>
                  <a:gd name="T93" fmla="*/ 64 h 70"/>
                  <a:gd name="T94" fmla="*/ 16 w 148"/>
                  <a:gd name="T95" fmla="*/ 68 h 70"/>
                  <a:gd name="T96" fmla="*/ 22 w 148"/>
                  <a:gd name="T97" fmla="*/ 66 h 70"/>
                  <a:gd name="T98" fmla="*/ 26 w 148"/>
                  <a:gd name="T99" fmla="*/ 68 h 70"/>
                  <a:gd name="T100" fmla="*/ 32 w 148"/>
                  <a:gd name="T101" fmla="*/ 70 h 70"/>
                  <a:gd name="T102" fmla="*/ 40 w 148"/>
                  <a:gd name="T103" fmla="*/ 70 h 70"/>
                  <a:gd name="T104" fmla="*/ 50 w 148"/>
                  <a:gd name="T105" fmla="*/ 6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8" h="70">
                    <a:moveTo>
                      <a:pt x="50" y="68"/>
                    </a:moveTo>
                    <a:lnTo>
                      <a:pt x="50" y="68"/>
                    </a:lnTo>
                    <a:lnTo>
                      <a:pt x="54" y="64"/>
                    </a:lnTo>
                    <a:lnTo>
                      <a:pt x="54" y="64"/>
                    </a:lnTo>
                    <a:lnTo>
                      <a:pt x="60" y="62"/>
                    </a:lnTo>
                    <a:lnTo>
                      <a:pt x="60" y="62"/>
                    </a:lnTo>
                    <a:lnTo>
                      <a:pt x="64" y="56"/>
                    </a:lnTo>
                    <a:lnTo>
                      <a:pt x="64" y="56"/>
                    </a:lnTo>
                    <a:lnTo>
                      <a:pt x="68" y="52"/>
                    </a:lnTo>
                    <a:lnTo>
                      <a:pt x="72" y="52"/>
                    </a:lnTo>
                    <a:lnTo>
                      <a:pt x="72" y="52"/>
                    </a:lnTo>
                    <a:lnTo>
                      <a:pt x="74" y="54"/>
                    </a:lnTo>
                    <a:lnTo>
                      <a:pt x="74" y="56"/>
                    </a:lnTo>
                    <a:lnTo>
                      <a:pt x="76" y="58"/>
                    </a:lnTo>
                    <a:lnTo>
                      <a:pt x="78" y="58"/>
                    </a:lnTo>
                    <a:lnTo>
                      <a:pt x="78" y="58"/>
                    </a:lnTo>
                    <a:lnTo>
                      <a:pt x="80" y="58"/>
                    </a:lnTo>
                    <a:lnTo>
                      <a:pt x="84" y="56"/>
                    </a:lnTo>
                    <a:lnTo>
                      <a:pt x="84" y="56"/>
                    </a:lnTo>
                    <a:lnTo>
                      <a:pt x="90" y="54"/>
                    </a:lnTo>
                    <a:lnTo>
                      <a:pt x="92" y="54"/>
                    </a:lnTo>
                    <a:lnTo>
                      <a:pt x="96" y="52"/>
                    </a:lnTo>
                    <a:lnTo>
                      <a:pt x="96" y="52"/>
                    </a:lnTo>
                    <a:lnTo>
                      <a:pt x="96" y="50"/>
                    </a:lnTo>
                    <a:lnTo>
                      <a:pt x="98" y="46"/>
                    </a:lnTo>
                    <a:lnTo>
                      <a:pt x="98" y="44"/>
                    </a:lnTo>
                    <a:lnTo>
                      <a:pt x="98" y="40"/>
                    </a:lnTo>
                    <a:lnTo>
                      <a:pt x="98" y="40"/>
                    </a:lnTo>
                    <a:lnTo>
                      <a:pt x="100" y="38"/>
                    </a:lnTo>
                    <a:lnTo>
                      <a:pt x="104" y="36"/>
                    </a:lnTo>
                    <a:lnTo>
                      <a:pt x="112" y="34"/>
                    </a:lnTo>
                    <a:lnTo>
                      <a:pt x="118" y="34"/>
                    </a:lnTo>
                    <a:lnTo>
                      <a:pt x="120" y="34"/>
                    </a:lnTo>
                    <a:lnTo>
                      <a:pt x="120" y="32"/>
                    </a:lnTo>
                    <a:lnTo>
                      <a:pt x="120" y="32"/>
                    </a:lnTo>
                    <a:lnTo>
                      <a:pt x="120" y="30"/>
                    </a:lnTo>
                    <a:lnTo>
                      <a:pt x="122" y="26"/>
                    </a:lnTo>
                    <a:lnTo>
                      <a:pt x="122" y="26"/>
                    </a:lnTo>
                    <a:lnTo>
                      <a:pt x="126" y="24"/>
                    </a:lnTo>
                    <a:lnTo>
                      <a:pt x="130" y="24"/>
                    </a:lnTo>
                    <a:lnTo>
                      <a:pt x="130" y="24"/>
                    </a:lnTo>
                    <a:lnTo>
                      <a:pt x="136" y="18"/>
                    </a:lnTo>
                    <a:lnTo>
                      <a:pt x="136" y="18"/>
                    </a:lnTo>
                    <a:lnTo>
                      <a:pt x="142" y="14"/>
                    </a:lnTo>
                    <a:lnTo>
                      <a:pt x="148" y="12"/>
                    </a:lnTo>
                    <a:lnTo>
                      <a:pt x="140" y="8"/>
                    </a:lnTo>
                    <a:lnTo>
                      <a:pt x="140" y="8"/>
                    </a:lnTo>
                    <a:lnTo>
                      <a:pt x="136" y="8"/>
                    </a:lnTo>
                    <a:lnTo>
                      <a:pt x="132" y="6"/>
                    </a:lnTo>
                    <a:lnTo>
                      <a:pt x="132" y="6"/>
                    </a:lnTo>
                    <a:lnTo>
                      <a:pt x="130" y="2"/>
                    </a:lnTo>
                    <a:lnTo>
                      <a:pt x="124" y="0"/>
                    </a:lnTo>
                    <a:lnTo>
                      <a:pt x="124" y="0"/>
                    </a:lnTo>
                    <a:lnTo>
                      <a:pt x="118" y="0"/>
                    </a:lnTo>
                    <a:lnTo>
                      <a:pt x="112" y="0"/>
                    </a:lnTo>
                    <a:lnTo>
                      <a:pt x="112" y="0"/>
                    </a:lnTo>
                    <a:lnTo>
                      <a:pt x="96" y="0"/>
                    </a:lnTo>
                    <a:lnTo>
                      <a:pt x="96" y="0"/>
                    </a:lnTo>
                    <a:lnTo>
                      <a:pt x="90" y="4"/>
                    </a:lnTo>
                    <a:lnTo>
                      <a:pt x="82" y="8"/>
                    </a:lnTo>
                    <a:lnTo>
                      <a:pt x="82" y="8"/>
                    </a:lnTo>
                    <a:lnTo>
                      <a:pt x="80" y="8"/>
                    </a:lnTo>
                    <a:lnTo>
                      <a:pt x="78" y="6"/>
                    </a:lnTo>
                    <a:lnTo>
                      <a:pt x="78" y="6"/>
                    </a:lnTo>
                    <a:lnTo>
                      <a:pt x="76" y="4"/>
                    </a:lnTo>
                    <a:lnTo>
                      <a:pt x="76" y="4"/>
                    </a:lnTo>
                    <a:lnTo>
                      <a:pt x="72" y="4"/>
                    </a:lnTo>
                    <a:lnTo>
                      <a:pt x="72" y="2"/>
                    </a:lnTo>
                    <a:lnTo>
                      <a:pt x="70" y="0"/>
                    </a:lnTo>
                    <a:lnTo>
                      <a:pt x="68" y="0"/>
                    </a:lnTo>
                    <a:lnTo>
                      <a:pt x="68" y="0"/>
                    </a:lnTo>
                    <a:lnTo>
                      <a:pt x="64" y="4"/>
                    </a:lnTo>
                    <a:lnTo>
                      <a:pt x="62" y="4"/>
                    </a:lnTo>
                    <a:lnTo>
                      <a:pt x="62" y="4"/>
                    </a:lnTo>
                    <a:lnTo>
                      <a:pt x="58" y="6"/>
                    </a:lnTo>
                    <a:lnTo>
                      <a:pt x="56" y="8"/>
                    </a:lnTo>
                    <a:lnTo>
                      <a:pt x="56" y="8"/>
                    </a:lnTo>
                    <a:lnTo>
                      <a:pt x="54" y="10"/>
                    </a:lnTo>
                    <a:lnTo>
                      <a:pt x="52" y="14"/>
                    </a:lnTo>
                    <a:lnTo>
                      <a:pt x="52" y="14"/>
                    </a:lnTo>
                    <a:lnTo>
                      <a:pt x="50" y="14"/>
                    </a:lnTo>
                    <a:lnTo>
                      <a:pt x="48" y="10"/>
                    </a:lnTo>
                    <a:lnTo>
                      <a:pt x="42" y="6"/>
                    </a:lnTo>
                    <a:lnTo>
                      <a:pt x="38" y="6"/>
                    </a:lnTo>
                    <a:lnTo>
                      <a:pt x="28" y="6"/>
                    </a:lnTo>
                    <a:lnTo>
                      <a:pt x="28" y="6"/>
                    </a:lnTo>
                    <a:lnTo>
                      <a:pt x="24" y="6"/>
                    </a:lnTo>
                    <a:lnTo>
                      <a:pt x="22" y="10"/>
                    </a:lnTo>
                    <a:lnTo>
                      <a:pt x="18" y="14"/>
                    </a:lnTo>
                    <a:lnTo>
                      <a:pt x="18" y="14"/>
                    </a:lnTo>
                    <a:lnTo>
                      <a:pt x="22" y="12"/>
                    </a:lnTo>
                    <a:lnTo>
                      <a:pt x="22" y="12"/>
                    </a:lnTo>
                    <a:lnTo>
                      <a:pt x="22" y="12"/>
                    </a:lnTo>
                    <a:lnTo>
                      <a:pt x="24" y="14"/>
                    </a:lnTo>
                    <a:lnTo>
                      <a:pt x="26" y="16"/>
                    </a:lnTo>
                    <a:lnTo>
                      <a:pt x="24" y="18"/>
                    </a:lnTo>
                    <a:lnTo>
                      <a:pt x="24" y="18"/>
                    </a:lnTo>
                    <a:lnTo>
                      <a:pt x="18" y="24"/>
                    </a:lnTo>
                    <a:lnTo>
                      <a:pt x="18" y="24"/>
                    </a:lnTo>
                    <a:lnTo>
                      <a:pt x="14" y="26"/>
                    </a:lnTo>
                    <a:lnTo>
                      <a:pt x="12" y="26"/>
                    </a:lnTo>
                    <a:lnTo>
                      <a:pt x="14" y="26"/>
                    </a:lnTo>
                    <a:lnTo>
                      <a:pt x="14" y="26"/>
                    </a:lnTo>
                    <a:lnTo>
                      <a:pt x="16" y="28"/>
                    </a:lnTo>
                    <a:lnTo>
                      <a:pt x="18" y="30"/>
                    </a:lnTo>
                    <a:lnTo>
                      <a:pt x="20" y="32"/>
                    </a:lnTo>
                    <a:lnTo>
                      <a:pt x="22" y="30"/>
                    </a:lnTo>
                    <a:lnTo>
                      <a:pt x="22" y="30"/>
                    </a:lnTo>
                    <a:lnTo>
                      <a:pt x="26" y="30"/>
                    </a:lnTo>
                    <a:lnTo>
                      <a:pt x="28" y="30"/>
                    </a:lnTo>
                    <a:lnTo>
                      <a:pt x="28" y="32"/>
                    </a:lnTo>
                    <a:lnTo>
                      <a:pt x="28" y="32"/>
                    </a:lnTo>
                    <a:lnTo>
                      <a:pt x="26" y="34"/>
                    </a:lnTo>
                    <a:lnTo>
                      <a:pt x="30" y="36"/>
                    </a:lnTo>
                    <a:lnTo>
                      <a:pt x="30" y="36"/>
                    </a:lnTo>
                    <a:lnTo>
                      <a:pt x="34" y="36"/>
                    </a:lnTo>
                    <a:lnTo>
                      <a:pt x="40" y="38"/>
                    </a:lnTo>
                    <a:lnTo>
                      <a:pt x="40" y="38"/>
                    </a:lnTo>
                    <a:lnTo>
                      <a:pt x="44" y="40"/>
                    </a:lnTo>
                    <a:lnTo>
                      <a:pt x="46" y="40"/>
                    </a:lnTo>
                    <a:lnTo>
                      <a:pt x="46" y="40"/>
                    </a:lnTo>
                    <a:lnTo>
                      <a:pt x="44" y="42"/>
                    </a:lnTo>
                    <a:lnTo>
                      <a:pt x="44" y="42"/>
                    </a:lnTo>
                    <a:lnTo>
                      <a:pt x="38" y="50"/>
                    </a:lnTo>
                    <a:lnTo>
                      <a:pt x="36" y="52"/>
                    </a:lnTo>
                    <a:lnTo>
                      <a:pt x="32" y="54"/>
                    </a:lnTo>
                    <a:lnTo>
                      <a:pt x="32" y="54"/>
                    </a:lnTo>
                    <a:lnTo>
                      <a:pt x="26" y="54"/>
                    </a:lnTo>
                    <a:lnTo>
                      <a:pt x="26" y="54"/>
                    </a:lnTo>
                    <a:lnTo>
                      <a:pt x="22" y="58"/>
                    </a:lnTo>
                    <a:lnTo>
                      <a:pt x="20" y="58"/>
                    </a:lnTo>
                    <a:lnTo>
                      <a:pt x="18" y="58"/>
                    </a:lnTo>
                    <a:lnTo>
                      <a:pt x="18" y="58"/>
                    </a:lnTo>
                    <a:lnTo>
                      <a:pt x="18" y="56"/>
                    </a:lnTo>
                    <a:lnTo>
                      <a:pt x="16" y="56"/>
                    </a:lnTo>
                    <a:lnTo>
                      <a:pt x="14" y="56"/>
                    </a:lnTo>
                    <a:lnTo>
                      <a:pt x="14" y="60"/>
                    </a:lnTo>
                    <a:lnTo>
                      <a:pt x="8" y="56"/>
                    </a:lnTo>
                    <a:lnTo>
                      <a:pt x="0" y="60"/>
                    </a:lnTo>
                    <a:lnTo>
                      <a:pt x="4" y="66"/>
                    </a:lnTo>
                    <a:lnTo>
                      <a:pt x="14" y="64"/>
                    </a:lnTo>
                    <a:lnTo>
                      <a:pt x="14" y="64"/>
                    </a:lnTo>
                    <a:lnTo>
                      <a:pt x="14" y="66"/>
                    </a:lnTo>
                    <a:lnTo>
                      <a:pt x="16" y="68"/>
                    </a:lnTo>
                    <a:lnTo>
                      <a:pt x="18" y="68"/>
                    </a:lnTo>
                    <a:lnTo>
                      <a:pt x="18" y="68"/>
                    </a:lnTo>
                    <a:lnTo>
                      <a:pt x="22" y="66"/>
                    </a:lnTo>
                    <a:lnTo>
                      <a:pt x="24" y="66"/>
                    </a:lnTo>
                    <a:lnTo>
                      <a:pt x="26" y="68"/>
                    </a:lnTo>
                    <a:lnTo>
                      <a:pt x="26" y="68"/>
                    </a:lnTo>
                    <a:lnTo>
                      <a:pt x="28" y="70"/>
                    </a:lnTo>
                    <a:lnTo>
                      <a:pt x="30" y="70"/>
                    </a:lnTo>
                    <a:lnTo>
                      <a:pt x="32" y="70"/>
                    </a:lnTo>
                    <a:lnTo>
                      <a:pt x="32" y="70"/>
                    </a:lnTo>
                    <a:lnTo>
                      <a:pt x="36" y="70"/>
                    </a:lnTo>
                    <a:lnTo>
                      <a:pt x="40" y="70"/>
                    </a:lnTo>
                    <a:lnTo>
                      <a:pt x="40" y="70"/>
                    </a:lnTo>
                    <a:lnTo>
                      <a:pt x="46" y="68"/>
                    </a:lnTo>
                    <a:lnTo>
                      <a:pt x="50" y="68"/>
                    </a:lnTo>
                    <a:lnTo>
                      <a:pt x="50" y="6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7" name="Freeform 158">
                <a:extLst>
                  <a:ext uri="{FF2B5EF4-FFF2-40B4-BE49-F238E27FC236}">
                    <a16:creationId xmlns:a16="http://schemas.microsoft.com/office/drawing/2014/main" id="{9CE2A46A-A67F-7D40-AAA7-0C07BB758E63}"/>
                  </a:ext>
                </a:extLst>
              </p:cNvPr>
              <p:cNvSpPr>
                <a:spLocks/>
              </p:cNvSpPr>
              <p:nvPr/>
            </p:nvSpPr>
            <p:spPr bwMode="auto">
              <a:xfrm>
                <a:off x="9378802" y="3190232"/>
                <a:ext cx="7827" cy="8009"/>
              </a:xfrm>
              <a:custGeom>
                <a:avLst/>
                <a:gdLst>
                  <a:gd name="T0" fmla="*/ 2 w 4"/>
                  <a:gd name="T1" fmla="*/ 0 h 4"/>
                  <a:gd name="T2" fmla="*/ 2 w 4"/>
                  <a:gd name="T3" fmla="*/ 0 h 4"/>
                  <a:gd name="T4" fmla="*/ 4 w 4"/>
                  <a:gd name="T5" fmla="*/ 0 h 4"/>
                  <a:gd name="T6" fmla="*/ 4 w 4"/>
                  <a:gd name="T7" fmla="*/ 2 h 4"/>
                  <a:gd name="T8" fmla="*/ 4 w 4"/>
                  <a:gd name="T9" fmla="*/ 4 h 4"/>
                  <a:gd name="T10" fmla="*/ 4 w 4"/>
                  <a:gd name="T11" fmla="*/ 4 h 4"/>
                  <a:gd name="T12" fmla="*/ 0 w 4"/>
                  <a:gd name="T13" fmla="*/ 4 h 4"/>
                  <a:gd name="T14" fmla="*/ 0 w 4"/>
                  <a:gd name="T15" fmla="*/ 4 h 4"/>
                  <a:gd name="T16" fmla="*/ 0 w 4"/>
                  <a:gd name="T17" fmla="*/ 2 h 4"/>
                  <a:gd name="T18" fmla="*/ 0 w 4"/>
                  <a:gd name="T19" fmla="*/ 0 h 4"/>
                  <a:gd name="T20" fmla="*/ 0 w 4"/>
                  <a:gd name="T21" fmla="*/ 0 h 4"/>
                  <a:gd name="T22" fmla="*/ 2 w 4"/>
                  <a:gd name="T2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4">
                    <a:moveTo>
                      <a:pt x="2" y="0"/>
                    </a:moveTo>
                    <a:lnTo>
                      <a:pt x="2" y="0"/>
                    </a:lnTo>
                    <a:lnTo>
                      <a:pt x="4" y="0"/>
                    </a:lnTo>
                    <a:lnTo>
                      <a:pt x="4" y="2"/>
                    </a:lnTo>
                    <a:lnTo>
                      <a:pt x="4" y="4"/>
                    </a:lnTo>
                    <a:lnTo>
                      <a:pt x="4" y="4"/>
                    </a:lnTo>
                    <a:lnTo>
                      <a:pt x="0" y="4"/>
                    </a:lnTo>
                    <a:lnTo>
                      <a:pt x="0" y="4"/>
                    </a:lnTo>
                    <a:lnTo>
                      <a:pt x="0" y="2"/>
                    </a:lnTo>
                    <a:lnTo>
                      <a:pt x="0" y="0"/>
                    </a:lnTo>
                    <a:lnTo>
                      <a:pt x="0"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8" name="Freeform 159">
                <a:extLst>
                  <a:ext uri="{FF2B5EF4-FFF2-40B4-BE49-F238E27FC236}">
                    <a16:creationId xmlns:a16="http://schemas.microsoft.com/office/drawing/2014/main" id="{8B672711-36EE-C04E-A3D4-9085AA485505}"/>
                  </a:ext>
                </a:extLst>
              </p:cNvPr>
              <p:cNvSpPr>
                <a:spLocks noEditPoints="1"/>
              </p:cNvSpPr>
              <p:nvPr/>
            </p:nvSpPr>
            <p:spPr bwMode="auto">
              <a:xfrm>
                <a:off x="9284870" y="2789762"/>
                <a:ext cx="418776" cy="540635"/>
              </a:xfrm>
              <a:custGeom>
                <a:avLst/>
                <a:gdLst>
                  <a:gd name="T0" fmla="*/ 10 w 214"/>
                  <a:gd name="T1" fmla="*/ 222 h 270"/>
                  <a:gd name="T2" fmla="*/ 2 w 214"/>
                  <a:gd name="T3" fmla="*/ 226 h 270"/>
                  <a:gd name="T4" fmla="*/ 4 w 214"/>
                  <a:gd name="T5" fmla="*/ 242 h 270"/>
                  <a:gd name="T6" fmla="*/ 6 w 214"/>
                  <a:gd name="T7" fmla="*/ 246 h 270"/>
                  <a:gd name="T8" fmla="*/ 14 w 214"/>
                  <a:gd name="T9" fmla="*/ 244 h 270"/>
                  <a:gd name="T10" fmla="*/ 14 w 214"/>
                  <a:gd name="T11" fmla="*/ 244 h 270"/>
                  <a:gd name="T12" fmla="*/ 6 w 214"/>
                  <a:gd name="T13" fmla="*/ 262 h 270"/>
                  <a:gd name="T14" fmla="*/ 14 w 214"/>
                  <a:gd name="T15" fmla="*/ 260 h 270"/>
                  <a:gd name="T16" fmla="*/ 20 w 214"/>
                  <a:gd name="T17" fmla="*/ 266 h 270"/>
                  <a:gd name="T18" fmla="*/ 24 w 214"/>
                  <a:gd name="T19" fmla="*/ 250 h 270"/>
                  <a:gd name="T20" fmla="*/ 26 w 214"/>
                  <a:gd name="T21" fmla="*/ 230 h 270"/>
                  <a:gd name="T22" fmla="*/ 14 w 214"/>
                  <a:gd name="T23" fmla="*/ 218 h 270"/>
                  <a:gd name="T24" fmla="*/ 44 w 214"/>
                  <a:gd name="T25" fmla="*/ 218 h 270"/>
                  <a:gd name="T26" fmla="*/ 34 w 214"/>
                  <a:gd name="T27" fmla="*/ 228 h 270"/>
                  <a:gd name="T28" fmla="*/ 44 w 214"/>
                  <a:gd name="T29" fmla="*/ 242 h 270"/>
                  <a:gd name="T30" fmla="*/ 50 w 214"/>
                  <a:gd name="T31" fmla="*/ 232 h 270"/>
                  <a:gd name="T32" fmla="*/ 62 w 214"/>
                  <a:gd name="T33" fmla="*/ 230 h 270"/>
                  <a:gd name="T34" fmla="*/ 62 w 214"/>
                  <a:gd name="T35" fmla="*/ 212 h 270"/>
                  <a:gd name="T36" fmla="*/ 136 w 214"/>
                  <a:gd name="T37" fmla="*/ 96 h 270"/>
                  <a:gd name="T38" fmla="*/ 134 w 214"/>
                  <a:gd name="T39" fmla="*/ 112 h 270"/>
                  <a:gd name="T40" fmla="*/ 134 w 214"/>
                  <a:gd name="T41" fmla="*/ 132 h 270"/>
                  <a:gd name="T42" fmla="*/ 116 w 214"/>
                  <a:gd name="T43" fmla="*/ 154 h 270"/>
                  <a:gd name="T44" fmla="*/ 102 w 214"/>
                  <a:gd name="T45" fmla="*/ 166 h 270"/>
                  <a:gd name="T46" fmla="*/ 92 w 214"/>
                  <a:gd name="T47" fmla="*/ 162 h 270"/>
                  <a:gd name="T48" fmla="*/ 96 w 214"/>
                  <a:gd name="T49" fmla="*/ 156 h 270"/>
                  <a:gd name="T50" fmla="*/ 84 w 214"/>
                  <a:gd name="T51" fmla="*/ 188 h 270"/>
                  <a:gd name="T52" fmla="*/ 68 w 214"/>
                  <a:gd name="T53" fmla="*/ 190 h 270"/>
                  <a:gd name="T54" fmla="*/ 52 w 214"/>
                  <a:gd name="T55" fmla="*/ 196 h 270"/>
                  <a:gd name="T56" fmla="*/ 44 w 214"/>
                  <a:gd name="T57" fmla="*/ 196 h 270"/>
                  <a:gd name="T58" fmla="*/ 34 w 214"/>
                  <a:gd name="T59" fmla="*/ 208 h 270"/>
                  <a:gd name="T60" fmla="*/ 16 w 214"/>
                  <a:gd name="T61" fmla="*/ 216 h 270"/>
                  <a:gd name="T62" fmla="*/ 52 w 214"/>
                  <a:gd name="T63" fmla="*/ 212 h 270"/>
                  <a:gd name="T64" fmla="*/ 76 w 214"/>
                  <a:gd name="T65" fmla="*/ 208 h 270"/>
                  <a:gd name="T66" fmla="*/ 74 w 214"/>
                  <a:gd name="T67" fmla="*/ 226 h 270"/>
                  <a:gd name="T68" fmla="*/ 94 w 214"/>
                  <a:gd name="T69" fmla="*/ 216 h 270"/>
                  <a:gd name="T70" fmla="*/ 102 w 214"/>
                  <a:gd name="T71" fmla="*/ 210 h 270"/>
                  <a:gd name="T72" fmla="*/ 108 w 214"/>
                  <a:gd name="T73" fmla="*/ 208 h 270"/>
                  <a:gd name="T74" fmla="*/ 124 w 214"/>
                  <a:gd name="T75" fmla="*/ 204 h 270"/>
                  <a:gd name="T76" fmla="*/ 134 w 214"/>
                  <a:gd name="T77" fmla="*/ 202 h 270"/>
                  <a:gd name="T78" fmla="*/ 142 w 214"/>
                  <a:gd name="T79" fmla="*/ 192 h 270"/>
                  <a:gd name="T80" fmla="*/ 150 w 214"/>
                  <a:gd name="T81" fmla="*/ 190 h 270"/>
                  <a:gd name="T82" fmla="*/ 148 w 214"/>
                  <a:gd name="T83" fmla="*/ 166 h 270"/>
                  <a:gd name="T84" fmla="*/ 156 w 214"/>
                  <a:gd name="T85" fmla="*/ 130 h 270"/>
                  <a:gd name="T86" fmla="*/ 160 w 214"/>
                  <a:gd name="T87" fmla="*/ 102 h 270"/>
                  <a:gd name="T88" fmla="*/ 148 w 214"/>
                  <a:gd name="T89" fmla="*/ 86 h 270"/>
                  <a:gd name="T90" fmla="*/ 160 w 214"/>
                  <a:gd name="T91" fmla="*/ 14 h 270"/>
                  <a:gd name="T92" fmla="*/ 158 w 214"/>
                  <a:gd name="T93" fmla="*/ 34 h 270"/>
                  <a:gd name="T94" fmla="*/ 148 w 214"/>
                  <a:gd name="T95" fmla="*/ 46 h 270"/>
                  <a:gd name="T96" fmla="*/ 136 w 214"/>
                  <a:gd name="T97" fmla="*/ 62 h 270"/>
                  <a:gd name="T98" fmla="*/ 148 w 214"/>
                  <a:gd name="T99" fmla="*/ 72 h 270"/>
                  <a:gd name="T100" fmla="*/ 152 w 214"/>
                  <a:gd name="T101" fmla="*/ 58 h 270"/>
                  <a:gd name="T102" fmla="*/ 164 w 214"/>
                  <a:gd name="T103" fmla="*/ 58 h 270"/>
                  <a:gd name="T104" fmla="*/ 192 w 214"/>
                  <a:gd name="T105" fmla="*/ 52 h 270"/>
                  <a:gd name="T106" fmla="*/ 210 w 214"/>
                  <a:gd name="T107" fmla="*/ 50 h 270"/>
                  <a:gd name="T108" fmla="*/ 210 w 214"/>
                  <a:gd name="T109" fmla="*/ 34 h 270"/>
                  <a:gd name="T110" fmla="*/ 182 w 214"/>
                  <a:gd name="T111" fmla="*/ 30 h 270"/>
                  <a:gd name="T112" fmla="*/ 162 w 214"/>
                  <a:gd name="T113"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4" h="270">
                    <a:moveTo>
                      <a:pt x="14" y="218"/>
                    </a:moveTo>
                    <a:lnTo>
                      <a:pt x="14" y="218"/>
                    </a:lnTo>
                    <a:lnTo>
                      <a:pt x="12" y="218"/>
                    </a:lnTo>
                    <a:lnTo>
                      <a:pt x="12" y="220"/>
                    </a:lnTo>
                    <a:lnTo>
                      <a:pt x="12" y="224"/>
                    </a:lnTo>
                    <a:lnTo>
                      <a:pt x="12" y="224"/>
                    </a:lnTo>
                    <a:lnTo>
                      <a:pt x="12" y="224"/>
                    </a:lnTo>
                    <a:lnTo>
                      <a:pt x="10" y="222"/>
                    </a:lnTo>
                    <a:lnTo>
                      <a:pt x="10" y="222"/>
                    </a:lnTo>
                    <a:lnTo>
                      <a:pt x="8" y="222"/>
                    </a:lnTo>
                    <a:lnTo>
                      <a:pt x="8" y="222"/>
                    </a:lnTo>
                    <a:lnTo>
                      <a:pt x="8" y="226"/>
                    </a:lnTo>
                    <a:lnTo>
                      <a:pt x="8" y="226"/>
                    </a:lnTo>
                    <a:lnTo>
                      <a:pt x="6" y="226"/>
                    </a:lnTo>
                    <a:lnTo>
                      <a:pt x="4" y="228"/>
                    </a:lnTo>
                    <a:lnTo>
                      <a:pt x="4" y="228"/>
                    </a:lnTo>
                    <a:lnTo>
                      <a:pt x="4" y="226"/>
                    </a:lnTo>
                    <a:lnTo>
                      <a:pt x="2" y="226"/>
                    </a:lnTo>
                    <a:lnTo>
                      <a:pt x="2" y="226"/>
                    </a:lnTo>
                    <a:lnTo>
                      <a:pt x="0" y="228"/>
                    </a:lnTo>
                    <a:lnTo>
                      <a:pt x="2" y="234"/>
                    </a:lnTo>
                    <a:lnTo>
                      <a:pt x="2" y="234"/>
                    </a:lnTo>
                    <a:lnTo>
                      <a:pt x="4" y="236"/>
                    </a:lnTo>
                    <a:lnTo>
                      <a:pt x="6" y="238"/>
                    </a:lnTo>
                    <a:lnTo>
                      <a:pt x="6" y="238"/>
                    </a:lnTo>
                    <a:lnTo>
                      <a:pt x="6" y="242"/>
                    </a:lnTo>
                    <a:lnTo>
                      <a:pt x="4" y="242"/>
                    </a:lnTo>
                    <a:lnTo>
                      <a:pt x="4" y="240"/>
                    </a:lnTo>
                    <a:lnTo>
                      <a:pt x="4" y="238"/>
                    </a:lnTo>
                    <a:lnTo>
                      <a:pt x="4" y="238"/>
                    </a:lnTo>
                    <a:lnTo>
                      <a:pt x="2" y="240"/>
                    </a:lnTo>
                    <a:lnTo>
                      <a:pt x="2" y="242"/>
                    </a:lnTo>
                    <a:lnTo>
                      <a:pt x="4" y="244"/>
                    </a:lnTo>
                    <a:lnTo>
                      <a:pt x="4" y="244"/>
                    </a:lnTo>
                    <a:lnTo>
                      <a:pt x="6" y="246"/>
                    </a:lnTo>
                    <a:lnTo>
                      <a:pt x="6" y="246"/>
                    </a:lnTo>
                    <a:lnTo>
                      <a:pt x="8" y="246"/>
                    </a:lnTo>
                    <a:lnTo>
                      <a:pt x="8" y="244"/>
                    </a:lnTo>
                    <a:lnTo>
                      <a:pt x="8" y="244"/>
                    </a:lnTo>
                    <a:lnTo>
                      <a:pt x="10" y="246"/>
                    </a:lnTo>
                    <a:lnTo>
                      <a:pt x="12" y="246"/>
                    </a:lnTo>
                    <a:lnTo>
                      <a:pt x="12" y="246"/>
                    </a:lnTo>
                    <a:lnTo>
                      <a:pt x="12" y="246"/>
                    </a:lnTo>
                    <a:lnTo>
                      <a:pt x="14" y="244"/>
                    </a:lnTo>
                    <a:lnTo>
                      <a:pt x="14" y="244"/>
                    </a:lnTo>
                    <a:lnTo>
                      <a:pt x="10" y="236"/>
                    </a:lnTo>
                    <a:lnTo>
                      <a:pt x="10" y="236"/>
                    </a:lnTo>
                    <a:lnTo>
                      <a:pt x="14" y="236"/>
                    </a:lnTo>
                    <a:lnTo>
                      <a:pt x="14" y="236"/>
                    </a:lnTo>
                    <a:lnTo>
                      <a:pt x="14" y="238"/>
                    </a:lnTo>
                    <a:lnTo>
                      <a:pt x="16" y="242"/>
                    </a:lnTo>
                    <a:lnTo>
                      <a:pt x="16" y="242"/>
                    </a:lnTo>
                    <a:lnTo>
                      <a:pt x="16" y="244"/>
                    </a:lnTo>
                    <a:lnTo>
                      <a:pt x="14" y="244"/>
                    </a:lnTo>
                    <a:lnTo>
                      <a:pt x="14" y="244"/>
                    </a:lnTo>
                    <a:lnTo>
                      <a:pt x="12" y="248"/>
                    </a:lnTo>
                    <a:lnTo>
                      <a:pt x="8" y="252"/>
                    </a:lnTo>
                    <a:lnTo>
                      <a:pt x="8" y="252"/>
                    </a:lnTo>
                    <a:lnTo>
                      <a:pt x="6" y="258"/>
                    </a:lnTo>
                    <a:lnTo>
                      <a:pt x="6" y="258"/>
                    </a:lnTo>
                    <a:lnTo>
                      <a:pt x="8" y="260"/>
                    </a:lnTo>
                    <a:lnTo>
                      <a:pt x="8" y="260"/>
                    </a:lnTo>
                    <a:lnTo>
                      <a:pt x="6" y="262"/>
                    </a:lnTo>
                    <a:lnTo>
                      <a:pt x="6" y="264"/>
                    </a:lnTo>
                    <a:lnTo>
                      <a:pt x="6" y="264"/>
                    </a:lnTo>
                    <a:lnTo>
                      <a:pt x="10" y="266"/>
                    </a:lnTo>
                    <a:lnTo>
                      <a:pt x="10" y="266"/>
                    </a:lnTo>
                    <a:lnTo>
                      <a:pt x="10" y="266"/>
                    </a:lnTo>
                    <a:lnTo>
                      <a:pt x="12" y="260"/>
                    </a:lnTo>
                    <a:lnTo>
                      <a:pt x="12" y="260"/>
                    </a:lnTo>
                    <a:lnTo>
                      <a:pt x="12" y="258"/>
                    </a:lnTo>
                    <a:lnTo>
                      <a:pt x="14" y="260"/>
                    </a:lnTo>
                    <a:lnTo>
                      <a:pt x="14" y="262"/>
                    </a:lnTo>
                    <a:lnTo>
                      <a:pt x="14" y="262"/>
                    </a:lnTo>
                    <a:lnTo>
                      <a:pt x="14" y="262"/>
                    </a:lnTo>
                    <a:lnTo>
                      <a:pt x="14" y="266"/>
                    </a:lnTo>
                    <a:lnTo>
                      <a:pt x="14" y="270"/>
                    </a:lnTo>
                    <a:lnTo>
                      <a:pt x="14" y="270"/>
                    </a:lnTo>
                    <a:lnTo>
                      <a:pt x="16" y="270"/>
                    </a:lnTo>
                    <a:lnTo>
                      <a:pt x="16" y="270"/>
                    </a:lnTo>
                    <a:lnTo>
                      <a:pt x="20" y="266"/>
                    </a:lnTo>
                    <a:lnTo>
                      <a:pt x="20" y="266"/>
                    </a:lnTo>
                    <a:lnTo>
                      <a:pt x="20" y="266"/>
                    </a:lnTo>
                    <a:lnTo>
                      <a:pt x="20" y="264"/>
                    </a:lnTo>
                    <a:lnTo>
                      <a:pt x="20" y="264"/>
                    </a:lnTo>
                    <a:lnTo>
                      <a:pt x="24" y="262"/>
                    </a:lnTo>
                    <a:lnTo>
                      <a:pt x="24" y="262"/>
                    </a:lnTo>
                    <a:lnTo>
                      <a:pt x="24" y="256"/>
                    </a:lnTo>
                    <a:lnTo>
                      <a:pt x="24" y="250"/>
                    </a:lnTo>
                    <a:lnTo>
                      <a:pt x="24" y="250"/>
                    </a:lnTo>
                    <a:lnTo>
                      <a:pt x="28" y="244"/>
                    </a:lnTo>
                    <a:lnTo>
                      <a:pt x="32" y="238"/>
                    </a:lnTo>
                    <a:lnTo>
                      <a:pt x="32" y="238"/>
                    </a:lnTo>
                    <a:lnTo>
                      <a:pt x="28" y="236"/>
                    </a:lnTo>
                    <a:lnTo>
                      <a:pt x="28" y="236"/>
                    </a:lnTo>
                    <a:lnTo>
                      <a:pt x="28" y="232"/>
                    </a:lnTo>
                    <a:lnTo>
                      <a:pt x="28" y="232"/>
                    </a:lnTo>
                    <a:lnTo>
                      <a:pt x="26" y="232"/>
                    </a:lnTo>
                    <a:lnTo>
                      <a:pt x="26" y="230"/>
                    </a:lnTo>
                    <a:lnTo>
                      <a:pt x="26" y="224"/>
                    </a:lnTo>
                    <a:lnTo>
                      <a:pt x="26" y="224"/>
                    </a:lnTo>
                    <a:lnTo>
                      <a:pt x="20" y="224"/>
                    </a:lnTo>
                    <a:lnTo>
                      <a:pt x="20" y="224"/>
                    </a:lnTo>
                    <a:lnTo>
                      <a:pt x="20" y="222"/>
                    </a:lnTo>
                    <a:lnTo>
                      <a:pt x="20" y="220"/>
                    </a:lnTo>
                    <a:lnTo>
                      <a:pt x="20" y="220"/>
                    </a:lnTo>
                    <a:lnTo>
                      <a:pt x="14" y="218"/>
                    </a:lnTo>
                    <a:lnTo>
                      <a:pt x="14" y="218"/>
                    </a:lnTo>
                    <a:close/>
                    <a:moveTo>
                      <a:pt x="58" y="212"/>
                    </a:moveTo>
                    <a:lnTo>
                      <a:pt x="58" y="212"/>
                    </a:lnTo>
                    <a:lnTo>
                      <a:pt x="54" y="212"/>
                    </a:lnTo>
                    <a:lnTo>
                      <a:pt x="54" y="212"/>
                    </a:lnTo>
                    <a:lnTo>
                      <a:pt x="54" y="216"/>
                    </a:lnTo>
                    <a:lnTo>
                      <a:pt x="52" y="218"/>
                    </a:lnTo>
                    <a:lnTo>
                      <a:pt x="52" y="218"/>
                    </a:lnTo>
                    <a:lnTo>
                      <a:pt x="48" y="218"/>
                    </a:lnTo>
                    <a:lnTo>
                      <a:pt x="44" y="218"/>
                    </a:lnTo>
                    <a:lnTo>
                      <a:pt x="44" y="218"/>
                    </a:lnTo>
                    <a:lnTo>
                      <a:pt x="42" y="222"/>
                    </a:lnTo>
                    <a:lnTo>
                      <a:pt x="42" y="222"/>
                    </a:lnTo>
                    <a:lnTo>
                      <a:pt x="38" y="228"/>
                    </a:lnTo>
                    <a:lnTo>
                      <a:pt x="38" y="228"/>
                    </a:lnTo>
                    <a:lnTo>
                      <a:pt x="36" y="228"/>
                    </a:lnTo>
                    <a:lnTo>
                      <a:pt x="36" y="228"/>
                    </a:lnTo>
                    <a:lnTo>
                      <a:pt x="36" y="228"/>
                    </a:lnTo>
                    <a:lnTo>
                      <a:pt x="34" y="228"/>
                    </a:lnTo>
                    <a:lnTo>
                      <a:pt x="36" y="230"/>
                    </a:lnTo>
                    <a:lnTo>
                      <a:pt x="40" y="234"/>
                    </a:lnTo>
                    <a:lnTo>
                      <a:pt x="40" y="234"/>
                    </a:lnTo>
                    <a:lnTo>
                      <a:pt x="40" y="234"/>
                    </a:lnTo>
                    <a:lnTo>
                      <a:pt x="40" y="236"/>
                    </a:lnTo>
                    <a:lnTo>
                      <a:pt x="42" y="240"/>
                    </a:lnTo>
                    <a:lnTo>
                      <a:pt x="42" y="240"/>
                    </a:lnTo>
                    <a:lnTo>
                      <a:pt x="44" y="242"/>
                    </a:lnTo>
                    <a:lnTo>
                      <a:pt x="44" y="242"/>
                    </a:lnTo>
                    <a:lnTo>
                      <a:pt x="44" y="244"/>
                    </a:lnTo>
                    <a:lnTo>
                      <a:pt x="44" y="244"/>
                    </a:lnTo>
                    <a:lnTo>
                      <a:pt x="46" y="244"/>
                    </a:lnTo>
                    <a:lnTo>
                      <a:pt x="46" y="244"/>
                    </a:lnTo>
                    <a:lnTo>
                      <a:pt x="48" y="240"/>
                    </a:lnTo>
                    <a:lnTo>
                      <a:pt x="48" y="240"/>
                    </a:lnTo>
                    <a:lnTo>
                      <a:pt x="48" y="236"/>
                    </a:lnTo>
                    <a:lnTo>
                      <a:pt x="50" y="232"/>
                    </a:lnTo>
                    <a:lnTo>
                      <a:pt x="50" y="232"/>
                    </a:lnTo>
                    <a:lnTo>
                      <a:pt x="54" y="232"/>
                    </a:lnTo>
                    <a:lnTo>
                      <a:pt x="54" y="232"/>
                    </a:lnTo>
                    <a:lnTo>
                      <a:pt x="56" y="230"/>
                    </a:lnTo>
                    <a:lnTo>
                      <a:pt x="58" y="228"/>
                    </a:lnTo>
                    <a:lnTo>
                      <a:pt x="58" y="228"/>
                    </a:lnTo>
                    <a:lnTo>
                      <a:pt x="58" y="232"/>
                    </a:lnTo>
                    <a:lnTo>
                      <a:pt x="58" y="232"/>
                    </a:lnTo>
                    <a:lnTo>
                      <a:pt x="62" y="230"/>
                    </a:lnTo>
                    <a:lnTo>
                      <a:pt x="62" y="230"/>
                    </a:lnTo>
                    <a:lnTo>
                      <a:pt x="62" y="228"/>
                    </a:lnTo>
                    <a:lnTo>
                      <a:pt x="62" y="228"/>
                    </a:lnTo>
                    <a:lnTo>
                      <a:pt x="66" y="224"/>
                    </a:lnTo>
                    <a:lnTo>
                      <a:pt x="66" y="224"/>
                    </a:lnTo>
                    <a:lnTo>
                      <a:pt x="66" y="220"/>
                    </a:lnTo>
                    <a:lnTo>
                      <a:pt x="66" y="220"/>
                    </a:lnTo>
                    <a:lnTo>
                      <a:pt x="62" y="218"/>
                    </a:lnTo>
                    <a:lnTo>
                      <a:pt x="62" y="218"/>
                    </a:lnTo>
                    <a:lnTo>
                      <a:pt x="62" y="212"/>
                    </a:lnTo>
                    <a:lnTo>
                      <a:pt x="62" y="212"/>
                    </a:lnTo>
                    <a:lnTo>
                      <a:pt x="58" y="212"/>
                    </a:lnTo>
                    <a:lnTo>
                      <a:pt x="58" y="212"/>
                    </a:lnTo>
                    <a:close/>
                    <a:moveTo>
                      <a:pt x="146" y="84"/>
                    </a:moveTo>
                    <a:lnTo>
                      <a:pt x="146" y="84"/>
                    </a:lnTo>
                    <a:lnTo>
                      <a:pt x="142" y="84"/>
                    </a:lnTo>
                    <a:lnTo>
                      <a:pt x="142" y="84"/>
                    </a:lnTo>
                    <a:lnTo>
                      <a:pt x="142" y="92"/>
                    </a:lnTo>
                    <a:lnTo>
                      <a:pt x="136" y="96"/>
                    </a:lnTo>
                    <a:lnTo>
                      <a:pt x="136" y="96"/>
                    </a:lnTo>
                    <a:lnTo>
                      <a:pt x="136" y="98"/>
                    </a:lnTo>
                    <a:lnTo>
                      <a:pt x="138" y="98"/>
                    </a:lnTo>
                    <a:lnTo>
                      <a:pt x="138" y="98"/>
                    </a:lnTo>
                    <a:lnTo>
                      <a:pt x="138" y="106"/>
                    </a:lnTo>
                    <a:lnTo>
                      <a:pt x="132" y="112"/>
                    </a:lnTo>
                    <a:lnTo>
                      <a:pt x="132" y="112"/>
                    </a:lnTo>
                    <a:lnTo>
                      <a:pt x="134" y="112"/>
                    </a:lnTo>
                    <a:lnTo>
                      <a:pt x="134" y="112"/>
                    </a:lnTo>
                    <a:lnTo>
                      <a:pt x="134" y="112"/>
                    </a:lnTo>
                    <a:lnTo>
                      <a:pt x="140" y="110"/>
                    </a:lnTo>
                    <a:lnTo>
                      <a:pt x="140" y="110"/>
                    </a:lnTo>
                    <a:lnTo>
                      <a:pt x="138" y="116"/>
                    </a:lnTo>
                    <a:lnTo>
                      <a:pt x="138" y="120"/>
                    </a:lnTo>
                    <a:lnTo>
                      <a:pt x="138" y="120"/>
                    </a:lnTo>
                    <a:lnTo>
                      <a:pt x="134" y="124"/>
                    </a:lnTo>
                    <a:lnTo>
                      <a:pt x="134" y="124"/>
                    </a:lnTo>
                    <a:lnTo>
                      <a:pt x="134" y="132"/>
                    </a:lnTo>
                    <a:lnTo>
                      <a:pt x="134" y="132"/>
                    </a:lnTo>
                    <a:lnTo>
                      <a:pt x="130" y="134"/>
                    </a:lnTo>
                    <a:lnTo>
                      <a:pt x="130" y="134"/>
                    </a:lnTo>
                    <a:lnTo>
                      <a:pt x="128" y="140"/>
                    </a:lnTo>
                    <a:lnTo>
                      <a:pt x="128" y="140"/>
                    </a:lnTo>
                    <a:lnTo>
                      <a:pt x="120" y="150"/>
                    </a:lnTo>
                    <a:lnTo>
                      <a:pt x="120" y="150"/>
                    </a:lnTo>
                    <a:lnTo>
                      <a:pt x="118" y="152"/>
                    </a:lnTo>
                    <a:lnTo>
                      <a:pt x="116" y="154"/>
                    </a:lnTo>
                    <a:lnTo>
                      <a:pt x="116" y="154"/>
                    </a:lnTo>
                    <a:lnTo>
                      <a:pt x="114" y="158"/>
                    </a:lnTo>
                    <a:lnTo>
                      <a:pt x="114" y="160"/>
                    </a:lnTo>
                    <a:lnTo>
                      <a:pt x="112" y="162"/>
                    </a:lnTo>
                    <a:lnTo>
                      <a:pt x="112" y="164"/>
                    </a:lnTo>
                    <a:lnTo>
                      <a:pt x="112" y="164"/>
                    </a:lnTo>
                    <a:lnTo>
                      <a:pt x="108" y="164"/>
                    </a:lnTo>
                    <a:lnTo>
                      <a:pt x="108" y="164"/>
                    </a:lnTo>
                    <a:lnTo>
                      <a:pt x="102" y="166"/>
                    </a:lnTo>
                    <a:lnTo>
                      <a:pt x="98" y="170"/>
                    </a:lnTo>
                    <a:lnTo>
                      <a:pt x="98" y="170"/>
                    </a:lnTo>
                    <a:lnTo>
                      <a:pt x="94" y="168"/>
                    </a:lnTo>
                    <a:lnTo>
                      <a:pt x="94" y="168"/>
                    </a:lnTo>
                    <a:lnTo>
                      <a:pt x="94" y="166"/>
                    </a:lnTo>
                    <a:lnTo>
                      <a:pt x="94" y="166"/>
                    </a:lnTo>
                    <a:lnTo>
                      <a:pt x="92" y="166"/>
                    </a:lnTo>
                    <a:lnTo>
                      <a:pt x="92" y="164"/>
                    </a:lnTo>
                    <a:lnTo>
                      <a:pt x="92" y="162"/>
                    </a:lnTo>
                    <a:lnTo>
                      <a:pt x="92" y="162"/>
                    </a:lnTo>
                    <a:lnTo>
                      <a:pt x="96" y="160"/>
                    </a:lnTo>
                    <a:lnTo>
                      <a:pt x="98" y="158"/>
                    </a:lnTo>
                    <a:lnTo>
                      <a:pt x="98" y="158"/>
                    </a:lnTo>
                    <a:lnTo>
                      <a:pt x="98" y="156"/>
                    </a:lnTo>
                    <a:lnTo>
                      <a:pt x="98" y="156"/>
                    </a:lnTo>
                    <a:lnTo>
                      <a:pt x="98" y="154"/>
                    </a:lnTo>
                    <a:lnTo>
                      <a:pt x="96" y="156"/>
                    </a:lnTo>
                    <a:lnTo>
                      <a:pt x="96" y="156"/>
                    </a:lnTo>
                    <a:lnTo>
                      <a:pt x="92" y="158"/>
                    </a:lnTo>
                    <a:lnTo>
                      <a:pt x="90" y="162"/>
                    </a:lnTo>
                    <a:lnTo>
                      <a:pt x="90" y="162"/>
                    </a:lnTo>
                    <a:lnTo>
                      <a:pt x="90" y="166"/>
                    </a:lnTo>
                    <a:lnTo>
                      <a:pt x="90" y="170"/>
                    </a:lnTo>
                    <a:lnTo>
                      <a:pt x="90" y="170"/>
                    </a:lnTo>
                    <a:lnTo>
                      <a:pt x="84" y="180"/>
                    </a:lnTo>
                    <a:lnTo>
                      <a:pt x="84" y="180"/>
                    </a:lnTo>
                    <a:lnTo>
                      <a:pt x="84" y="188"/>
                    </a:lnTo>
                    <a:lnTo>
                      <a:pt x="84" y="188"/>
                    </a:lnTo>
                    <a:lnTo>
                      <a:pt x="84" y="190"/>
                    </a:lnTo>
                    <a:lnTo>
                      <a:pt x="84" y="190"/>
                    </a:lnTo>
                    <a:lnTo>
                      <a:pt x="80" y="192"/>
                    </a:lnTo>
                    <a:lnTo>
                      <a:pt x="78" y="194"/>
                    </a:lnTo>
                    <a:lnTo>
                      <a:pt x="72" y="192"/>
                    </a:lnTo>
                    <a:lnTo>
                      <a:pt x="72" y="190"/>
                    </a:lnTo>
                    <a:lnTo>
                      <a:pt x="72" y="190"/>
                    </a:lnTo>
                    <a:lnTo>
                      <a:pt x="68" y="190"/>
                    </a:lnTo>
                    <a:lnTo>
                      <a:pt x="64" y="190"/>
                    </a:lnTo>
                    <a:lnTo>
                      <a:pt x="60" y="194"/>
                    </a:lnTo>
                    <a:lnTo>
                      <a:pt x="60" y="194"/>
                    </a:lnTo>
                    <a:lnTo>
                      <a:pt x="54" y="194"/>
                    </a:lnTo>
                    <a:lnTo>
                      <a:pt x="50" y="192"/>
                    </a:lnTo>
                    <a:lnTo>
                      <a:pt x="50" y="192"/>
                    </a:lnTo>
                    <a:lnTo>
                      <a:pt x="50" y="194"/>
                    </a:lnTo>
                    <a:lnTo>
                      <a:pt x="50" y="196"/>
                    </a:lnTo>
                    <a:lnTo>
                      <a:pt x="52" y="196"/>
                    </a:lnTo>
                    <a:lnTo>
                      <a:pt x="52" y="196"/>
                    </a:lnTo>
                    <a:lnTo>
                      <a:pt x="52" y="198"/>
                    </a:lnTo>
                    <a:lnTo>
                      <a:pt x="50" y="198"/>
                    </a:lnTo>
                    <a:lnTo>
                      <a:pt x="48" y="198"/>
                    </a:lnTo>
                    <a:lnTo>
                      <a:pt x="48" y="198"/>
                    </a:lnTo>
                    <a:lnTo>
                      <a:pt x="48" y="194"/>
                    </a:lnTo>
                    <a:lnTo>
                      <a:pt x="46" y="194"/>
                    </a:lnTo>
                    <a:lnTo>
                      <a:pt x="46" y="194"/>
                    </a:lnTo>
                    <a:lnTo>
                      <a:pt x="44" y="196"/>
                    </a:lnTo>
                    <a:lnTo>
                      <a:pt x="44" y="196"/>
                    </a:lnTo>
                    <a:lnTo>
                      <a:pt x="42" y="198"/>
                    </a:lnTo>
                    <a:lnTo>
                      <a:pt x="42" y="200"/>
                    </a:lnTo>
                    <a:lnTo>
                      <a:pt x="42" y="200"/>
                    </a:lnTo>
                    <a:lnTo>
                      <a:pt x="38" y="202"/>
                    </a:lnTo>
                    <a:lnTo>
                      <a:pt x="36" y="202"/>
                    </a:lnTo>
                    <a:lnTo>
                      <a:pt x="36" y="202"/>
                    </a:lnTo>
                    <a:lnTo>
                      <a:pt x="36" y="206"/>
                    </a:lnTo>
                    <a:lnTo>
                      <a:pt x="34" y="208"/>
                    </a:lnTo>
                    <a:lnTo>
                      <a:pt x="34" y="208"/>
                    </a:lnTo>
                    <a:lnTo>
                      <a:pt x="28" y="212"/>
                    </a:lnTo>
                    <a:lnTo>
                      <a:pt x="22" y="212"/>
                    </a:lnTo>
                    <a:lnTo>
                      <a:pt x="22" y="212"/>
                    </a:lnTo>
                    <a:lnTo>
                      <a:pt x="20" y="212"/>
                    </a:lnTo>
                    <a:lnTo>
                      <a:pt x="20" y="210"/>
                    </a:lnTo>
                    <a:lnTo>
                      <a:pt x="20" y="210"/>
                    </a:lnTo>
                    <a:lnTo>
                      <a:pt x="16" y="216"/>
                    </a:lnTo>
                    <a:lnTo>
                      <a:pt x="16" y="216"/>
                    </a:lnTo>
                    <a:lnTo>
                      <a:pt x="26" y="218"/>
                    </a:lnTo>
                    <a:lnTo>
                      <a:pt x="36" y="218"/>
                    </a:lnTo>
                    <a:lnTo>
                      <a:pt x="36" y="218"/>
                    </a:lnTo>
                    <a:lnTo>
                      <a:pt x="36" y="216"/>
                    </a:lnTo>
                    <a:lnTo>
                      <a:pt x="38" y="212"/>
                    </a:lnTo>
                    <a:lnTo>
                      <a:pt x="38" y="212"/>
                    </a:lnTo>
                    <a:lnTo>
                      <a:pt x="44" y="214"/>
                    </a:lnTo>
                    <a:lnTo>
                      <a:pt x="52" y="212"/>
                    </a:lnTo>
                    <a:lnTo>
                      <a:pt x="52" y="212"/>
                    </a:lnTo>
                    <a:lnTo>
                      <a:pt x="56" y="208"/>
                    </a:lnTo>
                    <a:lnTo>
                      <a:pt x="56" y="208"/>
                    </a:lnTo>
                    <a:lnTo>
                      <a:pt x="58" y="210"/>
                    </a:lnTo>
                    <a:lnTo>
                      <a:pt x="60" y="210"/>
                    </a:lnTo>
                    <a:lnTo>
                      <a:pt x="60" y="210"/>
                    </a:lnTo>
                    <a:lnTo>
                      <a:pt x="64" y="206"/>
                    </a:lnTo>
                    <a:lnTo>
                      <a:pt x="64" y="206"/>
                    </a:lnTo>
                    <a:lnTo>
                      <a:pt x="76" y="208"/>
                    </a:lnTo>
                    <a:lnTo>
                      <a:pt x="76" y="208"/>
                    </a:lnTo>
                    <a:lnTo>
                      <a:pt x="74" y="212"/>
                    </a:lnTo>
                    <a:lnTo>
                      <a:pt x="74" y="212"/>
                    </a:lnTo>
                    <a:lnTo>
                      <a:pt x="72" y="214"/>
                    </a:lnTo>
                    <a:lnTo>
                      <a:pt x="72" y="220"/>
                    </a:lnTo>
                    <a:lnTo>
                      <a:pt x="72" y="220"/>
                    </a:lnTo>
                    <a:lnTo>
                      <a:pt x="70" y="220"/>
                    </a:lnTo>
                    <a:lnTo>
                      <a:pt x="70" y="220"/>
                    </a:lnTo>
                    <a:lnTo>
                      <a:pt x="70" y="220"/>
                    </a:lnTo>
                    <a:lnTo>
                      <a:pt x="74" y="226"/>
                    </a:lnTo>
                    <a:lnTo>
                      <a:pt x="76" y="228"/>
                    </a:lnTo>
                    <a:lnTo>
                      <a:pt x="80" y="228"/>
                    </a:lnTo>
                    <a:lnTo>
                      <a:pt x="80" y="228"/>
                    </a:lnTo>
                    <a:lnTo>
                      <a:pt x="82" y="228"/>
                    </a:lnTo>
                    <a:lnTo>
                      <a:pt x="84" y="224"/>
                    </a:lnTo>
                    <a:lnTo>
                      <a:pt x="88" y="220"/>
                    </a:lnTo>
                    <a:lnTo>
                      <a:pt x="88" y="220"/>
                    </a:lnTo>
                    <a:lnTo>
                      <a:pt x="94" y="216"/>
                    </a:lnTo>
                    <a:lnTo>
                      <a:pt x="94" y="216"/>
                    </a:lnTo>
                    <a:lnTo>
                      <a:pt x="92" y="210"/>
                    </a:lnTo>
                    <a:lnTo>
                      <a:pt x="92" y="210"/>
                    </a:lnTo>
                    <a:lnTo>
                      <a:pt x="92" y="210"/>
                    </a:lnTo>
                    <a:lnTo>
                      <a:pt x="92" y="208"/>
                    </a:lnTo>
                    <a:lnTo>
                      <a:pt x="92" y="208"/>
                    </a:lnTo>
                    <a:lnTo>
                      <a:pt x="96" y="208"/>
                    </a:lnTo>
                    <a:lnTo>
                      <a:pt x="96" y="208"/>
                    </a:lnTo>
                    <a:lnTo>
                      <a:pt x="102" y="208"/>
                    </a:lnTo>
                    <a:lnTo>
                      <a:pt x="102" y="210"/>
                    </a:lnTo>
                    <a:lnTo>
                      <a:pt x="102" y="210"/>
                    </a:lnTo>
                    <a:lnTo>
                      <a:pt x="102" y="210"/>
                    </a:lnTo>
                    <a:lnTo>
                      <a:pt x="100" y="212"/>
                    </a:lnTo>
                    <a:lnTo>
                      <a:pt x="100" y="212"/>
                    </a:lnTo>
                    <a:lnTo>
                      <a:pt x="100" y="212"/>
                    </a:lnTo>
                    <a:lnTo>
                      <a:pt x="106" y="212"/>
                    </a:lnTo>
                    <a:lnTo>
                      <a:pt x="106" y="212"/>
                    </a:lnTo>
                    <a:lnTo>
                      <a:pt x="108" y="208"/>
                    </a:lnTo>
                    <a:lnTo>
                      <a:pt x="108" y="208"/>
                    </a:lnTo>
                    <a:lnTo>
                      <a:pt x="110" y="210"/>
                    </a:lnTo>
                    <a:lnTo>
                      <a:pt x="116" y="210"/>
                    </a:lnTo>
                    <a:lnTo>
                      <a:pt x="116" y="210"/>
                    </a:lnTo>
                    <a:lnTo>
                      <a:pt x="116" y="208"/>
                    </a:lnTo>
                    <a:lnTo>
                      <a:pt x="116" y="208"/>
                    </a:lnTo>
                    <a:lnTo>
                      <a:pt x="120" y="208"/>
                    </a:lnTo>
                    <a:lnTo>
                      <a:pt x="120" y="208"/>
                    </a:lnTo>
                    <a:lnTo>
                      <a:pt x="124" y="204"/>
                    </a:lnTo>
                    <a:lnTo>
                      <a:pt x="124" y="204"/>
                    </a:lnTo>
                    <a:lnTo>
                      <a:pt x="124" y="212"/>
                    </a:lnTo>
                    <a:lnTo>
                      <a:pt x="126" y="212"/>
                    </a:lnTo>
                    <a:lnTo>
                      <a:pt x="126" y="212"/>
                    </a:lnTo>
                    <a:lnTo>
                      <a:pt x="128" y="202"/>
                    </a:lnTo>
                    <a:lnTo>
                      <a:pt x="132" y="200"/>
                    </a:lnTo>
                    <a:lnTo>
                      <a:pt x="132" y="200"/>
                    </a:lnTo>
                    <a:lnTo>
                      <a:pt x="134" y="202"/>
                    </a:lnTo>
                    <a:lnTo>
                      <a:pt x="134" y="202"/>
                    </a:lnTo>
                    <a:lnTo>
                      <a:pt x="134" y="202"/>
                    </a:lnTo>
                    <a:lnTo>
                      <a:pt x="136" y="200"/>
                    </a:lnTo>
                    <a:lnTo>
                      <a:pt x="134" y="200"/>
                    </a:lnTo>
                    <a:lnTo>
                      <a:pt x="134" y="200"/>
                    </a:lnTo>
                    <a:lnTo>
                      <a:pt x="136" y="190"/>
                    </a:lnTo>
                    <a:lnTo>
                      <a:pt x="136" y="190"/>
                    </a:lnTo>
                    <a:lnTo>
                      <a:pt x="142" y="188"/>
                    </a:lnTo>
                    <a:lnTo>
                      <a:pt x="142" y="188"/>
                    </a:lnTo>
                    <a:lnTo>
                      <a:pt x="142" y="190"/>
                    </a:lnTo>
                    <a:lnTo>
                      <a:pt x="142" y="192"/>
                    </a:lnTo>
                    <a:lnTo>
                      <a:pt x="142" y="192"/>
                    </a:lnTo>
                    <a:lnTo>
                      <a:pt x="140" y="194"/>
                    </a:lnTo>
                    <a:lnTo>
                      <a:pt x="140" y="194"/>
                    </a:lnTo>
                    <a:lnTo>
                      <a:pt x="138" y="198"/>
                    </a:lnTo>
                    <a:lnTo>
                      <a:pt x="138" y="202"/>
                    </a:lnTo>
                    <a:lnTo>
                      <a:pt x="142" y="204"/>
                    </a:lnTo>
                    <a:lnTo>
                      <a:pt x="142" y="204"/>
                    </a:lnTo>
                    <a:lnTo>
                      <a:pt x="150" y="190"/>
                    </a:lnTo>
                    <a:lnTo>
                      <a:pt x="150" y="190"/>
                    </a:lnTo>
                    <a:lnTo>
                      <a:pt x="150" y="188"/>
                    </a:lnTo>
                    <a:lnTo>
                      <a:pt x="150" y="188"/>
                    </a:lnTo>
                    <a:lnTo>
                      <a:pt x="144" y="186"/>
                    </a:lnTo>
                    <a:lnTo>
                      <a:pt x="144" y="186"/>
                    </a:lnTo>
                    <a:lnTo>
                      <a:pt x="148" y="184"/>
                    </a:lnTo>
                    <a:lnTo>
                      <a:pt x="148" y="184"/>
                    </a:lnTo>
                    <a:lnTo>
                      <a:pt x="146" y="172"/>
                    </a:lnTo>
                    <a:lnTo>
                      <a:pt x="146" y="172"/>
                    </a:lnTo>
                    <a:lnTo>
                      <a:pt x="148" y="166"/>
                    </a:lnTo>
                    <a:lnTo>
                      <a:pt x="150" y="158"/>
                    </a:lnTo>
                    <a:lnTo>
                      <a:pt x="150" y="158"/>
                    </a:lnTo>
                    <a:lnTo>
                      <a:pt x="150" y="148"/>
                    </a:lnTo>
                    <a:lnTo>
                      <a:pt x="150" y="136"/>
                    </a:lnTo>
                    <a:lnTo>
                      <a:pt x="150" y="136"/>
                    </a:lnTo>
                    <a:lnTo>
                      <a:pt x="156" y="136"/>
                    </a:lnTo>
                    <a:lnTo>
                      <a:pt x="156" y="136"/>
                    </a:lnTo>
                    <a:lnTo>
                      <a:pt x="156" y="132"/>
                    </a:lnTo>
                    <a:lnTo>
                      <a:pt x="156" y="130"/>
                    </a:lnTo>
                    <a:lnTo>
                      <a:pt x="156" y="130"/>
                    </a:lnTo>
                    <a:lnTo>
                      <a:pt x="160" y="130"/>
                    </a:lnTo>
                    <a:lnTo>
                      <a:pt x="160" y="130"/>
                    </a:lnTo>
                    <a:lnTo>
                      <a:pt x="160" y="126"/>
                    </a:lnTo>
                    <a:lnTo>
                      <a:pt x="160" y="126"/>
                    </a:lnTo>
                    <a:lnTo>
                      <a:pt x="164" y="120"/>
                    </a:lnTo>
                    <a:lnTo>
                      <a:pt x="164" y="120"/>
                    </a:lnTo>
                    <a:lnTo>
                      <a:pt x="162" y="104"/>
                    </a:lnTo>
                    <a:lnTo>
                      <a:pt x="160" y="102"/>
                    </a:lnTo>
                    <a:lnTo>
                      <a:pt x="160" y="102"/>
                    </a:lnTo>
                    <a:lnTo>
                      <a:pt x="158" y="96"/>
                    </a:lnTo>
                    <a:lnTo>
                      <a:pt x="158" y="92"/>
                    </a:lnTo>
                    <a:lnTo>
                      <a:pt x="156" y="90"/>
                    </a:lnTo>
                    <a:lnTo>
                      <a:pt x="156" y="90"/>
                    </a:lnTo>
                    <a:lnTo>
                      <a:pt x="148" y="88"/>
                    </a:lnTo>
                    <a:lnTo>
                      <a:pt x="148" y="88"/>
                    </a:lnTo>
                    <a:lnTo>
                      <a:pt x="148" y="86"/>
                    </a:lnTo>
                    <a:lnTo>
                      <a:pt x="148" y="86"/>
                    </a:lnTo>
                    <a:lnTo>
                      <a:pt x="148" y="86"/>
                    </a:lnTo>
                    <a:lnTo>
                      <a:pt x="146" y="84"/>
                    </a:lnTo>
                    <a:lnTo>
                      <a:pt x="146" y="84"/>
                    </a:lnTo>
                    <a:close/>
                    <a:moveTo>
                      <a:pt x="162" y="0"/>
                    </a:moveTo>
                    <a:lnTo>
                      <a:pt x="162" y="0"/>
                    </a:lnTo>
                    <a:lnTo>
                      <a:pt x="158" y="4"/>
                    </a:lnTo>
                    <a:lnTo>
                      <a:pt x="158" y="6"/>
                    </a:lnTo>
                    <a:lnTo>
                      <a:pt x="158" y="10"/>
                    </a:lnTo>
                    <a:lnTo>
                      <a:pt x="160" y="14"/>
                    </a:lnTo>
                    <a:lnTo>
                      <a:pt x="160" y="14"/>
                    </a:lnTo>
                    <a:lnTo>
                      <a:pt x="164" y="16"/>
                    </a:lnTo>
                    <a:lnTo>
                      <a:pt x="164" y="16"/>
                    </a:lnTo>
                    <a:lnTo>
                      <a:pt x="162" y="20"/>
                    </a:lnTo>
                    <a:lnTo>
                      <a:pt x="160" y="24"/>
                    </a:lnTo>
                    <a:lnTo>
                      <a:pt x="160" y="24"/>
                    </a:lnTo>
                    <a:lnTo>
                      <a:pt x="160" y="32"/>
                    </a:lnTo>
                    <a:lnTo>
                      <a:pt x="160" y="32"/>
                    </a:lnTo>
                    <a:lnTo>
                      <a:pt x="158" y="34"/>
                    </a:lnTo>
                    <a:lnTo>
                      <a:pt x="156" y="36"/>
                    </a:lnTo>
                    <a:lnTo>
                      <a:pt x="156" y="36"/>
                    </a:lnTo>
                    <a:lnTo>
                      <a:pt x="156" y="40"/>
                    </a:lnTo>
                    <a:lnTo>
                      <a:pt x="158" y="46"/>
                    </a:lnTo>
                    <a:lnTo>
                      <a:pt x="158" y="48"/>
                    </a:lnTo>
                    <a:lnTo>
                      <a:pt x="156" y="48"/>
                    </a:lnTo>
                    <a:lnTo>
                      <a:pt x="150" y="48"/>
                    </a:lnTo>
                    <a:lnTo>
                      <a:pt x="150" y="48"/>
                    </a:lnTo>
                    <a:lnTo>
                      <a:pt x="148" y="46"/>
                    </a:lnTo>
                    <a:lnTo>
                      <a:pt x="144" y="44"/>
                    </a:lnTo>
                    <a:lnTo>
                      <a:pt x="144" y="44"/>
                    </a:lnTo>
                    <a:lnTo>
                      <a:pt x="142" y="46"/>
                    </a:lnTo>
                    <a:lnTo>
                      <a:pt x="144" y="48"/>
                    </a:lnTo>
                    <a:lnTo>
                      <a:pt x="144" y="48"/>
                    </a:lnTo>
                    <a:lnTo>
                      <a:pt x="142" y="52"/>
                    </a:lnTo>
                    <a:lnTo>
                      <a:pt x="136" y="56"/>
                    </a:lnTo>
                    <a:lnTo>
                      <a:pt x="136" y="56"/>
                    </a:lnTo>
                    <a:lnTo>
                      <a:pt x="136" y="62"/>
                    </a:lnTo>
                    <a:lnTo>
                      <a:pt x="136" y="62"/>
                    </a:lnTo>
                    <a:lnTo>
                      <a:pt x="140" y="66"/>
                    </a:lnTo>
                    <a:lnTo>
                      <a:pt x="140" y="66"/>
                    </a:lnTo>
                    <a:lnTo>
                      <a:pt x="140" y="76"/>
                    </a:lnTo>
                    <a:lnTo>
                      <a:pt x="140" y="76"/>
                    </a:lnTo>
                    <a:lnTo>
                      <a:pt x="142" y="76"/>
                    </a:lnTo>
                    <a:lnTo>
                      <a:pt x="144" y="76"/>
                    </a:lnTo>
                    <a:lnTo>
                      <a:pt x="144" y="76"/>
                    </a:lnTo>
                    <a:lnTo>
                      <a:pt x="148" y="72"/>
                    </a:lnTo>
                    <a:lnTo>
                      <a:pt x="148" y="72"/>
                    </a:lnTo>
                    <a:lnTo>
                      <a:pt x="156" y="72"/>
                    </a:lnTo>
                    <a:lnTo>
                      <a:pt x="156" y="72"/>
                    </a:lnTo>
                    <a:lnTo>
                      <a:pt x="146" y="66"/>
                    </a:lnTo>
                    <a:lnTo>
                      <a:pt x="146" y="66"/>
                    </a:lnTo>
                    <a:lnTo>
                      <a:pt x="146" y="60"/>
                    </a:lnTo>
                    <a:lnTo>
                      <a:pt x="146" y="60"/>
                    </a:lnTo>
                    <a:lnTo>
                      <a:pt x="148" y="58"/>
                    </a:lnTo>
                    <a:lnTo>
                      <a:pt x="152" y="58"/>
                    </a:lnTo>
                    <a:lnTo>
                      <a:pt x="152" y="58"/>
                    </a:lnTo>
                    <a:lnTo>
                      <a:pt x="154" y="60"/>
                    </a:lnTo>
                    <a:lnTo>
                      <a:pt x="156" y="60"/>
                    </a:lnTo>
                    <a:lnTo>
                      <a:pt x="156" y="60"/>
                    </a:lnTo>
                    <a:lnTo>
                      <a:pt x="158" y="58"/>
                    </a:lnTo>
                    <a:lnTo>
                      <a:pt x="158" y="58"/>
                    </a:lnTo>
                    <a:lnTo>
                      <a:pt x="160" y="58"/>
                    </a:lnTo>
                    <a:lnTo>
                      <a:pt x="162" y="58"/>
                    </a:lnTo>
                    <a:lnTo>
                      <a:pt x="164" y="58"/>
                    </a:lnTo>
                    <a:lnTo>
                      <a:pt x="164" y="58"/>
                    </a:lnTo>
                    <a:lnTo>
                      <a:pt x="166" y="62"/>
                    </a:lnTo>
                    <a:lnTo>
                      <a:pt x="166" y="62"/>
                    </a:lnTo>
                    <a:lnTo>
                      <a:pt x="166" y="66"/>
                    </a:lnTo>
                    <a:lnTo>
                      <a:pt x="166" y="66"/>
                    </a:lnTo>
                    <a:lnTo>
                      <a:pt x="182" y="66"/>
                    </a:lnTo>
                    <a:lnTo>
                      <a:pt x="182" y="66"/>
                    </a:lnTo>
                    <a:lnTo>
                      <a:pt x="186" y="54"/>
                    </a:lnTo>
                    <a:lnTo>
                      <a:pt x="192" y="52"/>
                    </a:lnTo>
                    <a:lnTo>
                      <a:pt x="198" y="50"/>
                    </a:lnTo>
                    <a:lnTo>
                      <a:pt x="198" y="50"/>
                    </a:lnTo>
                    <a:lnTo>
                      <a:pt x="200" y="54"/>
                    </a:lnTo>
                    <a:lnTo>
                      <a:pt x="200" y="54"/>
                    </a:lnTo>
                    <a:lnTo>
                      <a:pt x="202" y="52"/>
                    </a:lnTo>
                    <a:lnTo>
                      <a:pt x="202" y="50"/>
                    </a:lnTo>
                    <a:lnTo>
                      <a:pt x="202" y="50"/>
                    </a:lnTo>
                    <a:lnTo>
                      <a:pt x="210" y="50"/>
                    </a:lnTo>
                    <a:lnTo>
                      <a:pt x="210" y="50"/>
                    </a:lnTo>
                    <a:lnTo>
                      <a:pt x="214" y="48"/>
                    </a:lnTo>
                    <a:lnTo>
                      <a:pt x="214" y="46"/>
                    </a:lnTo>
                    <a:lnTo>
                      <a:pt x="212" y="44"/>
                    </a:lnTo>
                    <a:lnTo>
                      <a:pt x="212" y="44"/>
                    </a:lnTo>
                    <a:lnTo>
                      <a:pt x="212" y="42"/>
                    </a:lnTo>
                    <a:lnTo>
                      <a:pt x="212" y="42"/>
                    </a:lnTo>
                    <a:lnTo>
                      <a:pt x="208" y="42"/>
                    </a:lnTo>
                    <a:lnTo>
                      <a:pt x="208" y="40"/>
                    </a:lnTo>
                    <a:lnTo>
                      <a:pt x="210" y="34"/>
                    </a:lnTo>
                    <a:lnTo>
                      <a:pt x="210" y="34"/>
                    </a:lnTo>
                    <a:lnTo>
                      <a:pt x="202" y="34"/>
                    </a:lnTo>
                    <a:lnTo>
                      <a:pt x="200" y="32"/>
                    </a:lnTo>
                    <a:lnTo>
                      <a:pt x="196" y="28"/>
                    </a:lnTo>
                    <a:lnTo>
                      <a:pt x="196" y="28"/>
                    </a:lnTo>
                    <a:lnTo>
                      <a:pt x="190" y="30"/>
                    </a:lnTo>
                    <a:lnTo>
                      <a:pt x="184" y="30"/>
                    </a:lnTo>
                    <a:lnTo>
                      <a:pt x="182" y="30"/>
                    </a:lnTo>
                    <a:lnTo>
                      <a:pt x="182" y="30"/>
                    </a:lnTo>
                    <a:lnTo>
                      <a:pt x="178" y="22"/>
                    </a:lnTo>
                    <a:lnTo>
                      <a:pt x="174" y="12"/>
                    </a:lnTo>
                    <a:lnTo>
                      <a:pt x="174" y="12"/>
                    </a:lnTo>
                    <a:lnTo>
                      <a:pt x="168" y="10"/>
                    </a:lnTo>
                    <a:lnTo>
                      <a:pt x="168" y="10"/>
                    </a:lnTo>
                    <a:lnTo>
                      <a:pt x="166" y="4"/>
                    </a:lnTo>
                    <a:lnTo>
                      <a:pt x="166" y="4"/>
                    </a:lnTo>
                    <a:lnTo>
                      <a:pt x="162" y="0"/>
                    </a:lnTo>
                    <a:lnTo>
                      <a:pt x="16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9" name="Line 167">
                <a:extLst>
                  <a:ext uri="{FF2B5EF4-FFF2-40B4-BE49-F238E27FC236}">
                    <a16:creationId xmlns:a16="http://schemas.microsoft.com/office/drawing/2014/main" id="{2525096B-87C5-2B46-B2F0-79569A428658}"/>
                  </a:ext>
                </a:extLst>
              </p:cNvPr>
              <p:cNvSpPr>
                <a:spLocks noChangeShapeType="1"/>
              </p:cNvSpPr>
              <p:nvPr/>
            </p:nvSpPr>
            <p:spPr bwMode="auto">
              <a:xfrm>
                <a:off x="9140059" y="444771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0" name="Line 168">
                <a:extLst>
                  <a:ext uri="{FF2B5EF4-FFF2-40B4-BE49-F238E27FC236}">
                    <a16:creationId xmlns:a16="http://schemas.microsoft.com/office/drawing/2014/main" id="{3C239F52-8C03-A04C-A2AD-7CAA48C19C48}"/>
                  </a:ext>
                </a:extLst>
              </p:cNvPr>
              <p:cNvSpPr>
                <a:spLocks noChangeShapeType="1"/>
              </p:cNvSpPr>
              <p:nvPr/>
            </p:nvSpPr>
            <p:spPr bwMode="auto">
              <a:xfrm>
                <a:off x="9140059" y="444771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1" name="Freeform 169">
                <a:extLst>
                  <a:ext uri="{FF2B5EF4-FFF2-40B4-BE49-F238E27FC236}">
                    <a16:creationId xmlns:a16="http://schemas.microsoft.com/office/drawing/2014/main" id="{BB0A1404-7A33-3942-90CA-65E4858FD6E5}"/>
                  </a:ext>
                </a:extLst>
              </p:cNvPr>
              <p:cNvSpPr>
                <a:spLocks/>
              </p:cNvSpPr>
              <p:nvPr/>
            </p:nvSpPr>
            <p:spPr bwMode="auto">
              <a:xfrm>
                <a:off x="8611697" y="4399653"/>
                <a:ext cx="3914" cy="8009"/>
              </a:xfrm>
              <a:custGeom>
                <a:avLst/>
                <a:gdLst>
                  <a:gd name="T0" fmla="*/ 0 w 2"/>
                  <a:gd name="T1" fmla="*/ 0 h 4"/>
                  <a:gd name="T2" fmla="*/ 0 w 2"/>
                  <a:gd name="T3" fmla="*/ 4 h 4"/>
                  <a:gd name="T4" fmla="*/ 0 w 2"/>
                  <a:gd name="T5" fmla="*/ 4 h 4"/>
                  <a:gd name="T6" fmla="*/ 2 w 2"/>
                  <a:gd name="T7" fmla="*/ 2 h 4"/>
                  <a:gd name="T8" fmla="*/ 0 w 2"/>
                  <a:gd name="T9" fmla="*/ 0 h 4"/>
                  <a:gd name="T10" fmla="*/ 0 w 2"/>
                  <a:gd name="T11" fmla="*/ 0 h 4"/>
                </a:gdLst>
                <a:ahLst/>
                <a:cxnLst>
                  <a:cxn ang="0">
                    <a:pos x="T0" y="T1"/>
                  </a:cxn>
                  <a:cxn ang="0">
                    <a:pos x="T2" y="T3"/>
                  </a:cxn>
                  <a:cxn ang="0">
                    <a:pos x="T4" y="T5"/>
                  </a:cxn>
                  <a:cxn ang="0">
                    <a:pos x="T6" y="T7"/>
                  </a:cxn>
                  <a:cxn ang="0">
                    <a:pos x="T8" y="T9"/>
                  </a:cxn>
                  <a:cxn ang="0">
                    <a:pos x="T10" y="T11"/>
                  </a:cxn>
                </a:cxnLst>
                <a:rect l="0" t="0" r="r" b="b"/>
                <a:pathLst>
                  <a:path w="2" h="4">
                    <a:moveTo>
                      <a:pt x="0" y="0"/>
                    </a:moveTo>
                    <a:lnTo>
                      <a:pt x="0" y="4"/>
                    </a:lnTo>
                    <a:lnTo>
                      <a:pt x="0" y="4"/>
                    </a:lnTo>
                    <a:lnTo>
                      <a:pt x="2"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2" name="Freeform 170">
                <a:extLst>
                  <a:ext uri="{FF2B5EF4-FFF2-40B4-BE49-F238E27FC236}">
                    <a16:creationId xmlns:a16="http://schemas.microsoft.com/office/drawing/2014/main" id="{03BD9977-CFED-A64C-8F6D-43CAE760F3CD}"/>
                  </a:ext>
                </a:extLst>
              </p:cNvPr>
              <p:cNvSpPr>
                <a:spLocks noEditPoints="1"/>
              </p:cNvSpPr>
              <p:nvPr/>
            </p:nvSpPr>
            <p:spPr bwMode="auto">
              <a:xfrm>
                <a:off x="8384696" y="4191409"/>
                <a:ext cx="1185883" cy="568668"/>
              </a:xfrm>
              <a:custGeom>
                <a:avLst/>
                <a:gdLst>
                  <a:gd name="T0" fmla="*/ 18 w 606"/>
                  <a:gd name="T1" fmla="*/ 34 h 284"/>
                  <a:gd name="T2" fmla="*/ 50 w 606"/>
                  <a:gd name="T3" fmla="*/ 66 h 284"/>
                  <a:gd name="T4" fmla="*/ 80 w 606"/>
                  <a:gd name="T5" fmla="*/ 126 h 284"/>
                  <a:gd name="T6" fmla="*/ 112 w 606"/>
                  <a:gd name="T7" fmla="*/ 178 h 284"/>
                  <a:gd name="T8" fmla="*/ 140 w 606"/>
                  <a:gd name="T9" fmla="*/ 184 h 284"/>
                  <a:gd name="T10" fmla="*/ 128 w 606"/>
                  <a:gd name="T11" fmla="*/ 116 h 284"/>
                  <a:gd name="T12" fmla="*/ 112 w 606"/>
                  <a:gd name="T13" fmla="*/ 86 h 284"/>
                  <a:gd name="T14" fmla="*/ 90 w 606"/>
                  <a:gd name="T15" fmla="*/ 70 h 284"/>
                  <a:gd name="T16" fmla="*/ 72 w 606"/>
                  <a:gd name="T17" fmla="*/ 46 h 284"/>
                  <a:gd name="T18" fmla="*/ 34 w 606"/>
                  <a:gd name="T19" fmla="*/ 6 h 284"/>
                  <a:gd name="T20" fmla="*/ 434 w 606"/>
                  <a:gd name="T21" fmla="*/ 58 h 284"/>
                  <a:gd name="T22" fmla="*/ 438 w 606"/>
                  <a:gd name="T23" fmla="*/ 106 h 284"/>
                  <a:gd name="T24" fmla="*/ 446 w 606"/>
                  <a:gd name="T25" fmla="*/ 78 h 284"/>
                  <a:gd name="T26" fmla="*/ 434 w 606"/>
                  <a:gd name="T27" fmla="*/ 58 h 284"/>
                  <a:gd name="T28" fmla="*/ 340 w 606"/>
                  <a:gd name="T29" fmla="*/ 78 h 284"/>
                  <a:gd name="T30" fmla="*/ 320 w 606"/>
                  <a:gd name="T31" fmla="*/ 132 h 284"/>
                  <a:gd name="T32" fmla="*/ 336 w 606"/>
                  <a:gd name="T33" fmla="*/ 188 h 284"/>
                  <a:gd name="T34" fmla="*/ 348 w 606"/>
                  <a:gd name="T35" fmla="*/ 168 h 284"/>
                  <a:gd name="T36" fmla="*/ 364 w 606"/>
                  <a:gd name="T37" fmla="*/ 160 h 284"/>
                  <a:gd name="T38" fmla="*/ 368 w 606"/>
                  <a:gd name="T39" fmla="*/ 122 h 284"/>
                  <a:gd name="T40" fmla="*/ 336 w 606"/>
                  <a:gd name="T41" fmla="*/ 100 h 284"/>
                  <a:gd name="T42" fmla="*/ 388 w 606"/>
                  <a:gd name="T43" fmla="*/ 92 h 284"/>
                  <a:gd name="T44" fmla="*/ 478 w 606"/>
                  <a:gd name="T45" fmla="*/ 106 h 284"/>
                  <a:gd name="T46" fmla="*/ 154 w 606"/>
                  <a:gd name="T47" fmla="*/ 148 h 284"/>
                  <a:gd name="T48" fmla="*/ 444 w 606"/>
                  <a:gd name="T49" fmla="*/ 156 h 284"/>
                  <a:gd name="T50" fmla="*/ 450 w 606"/>
                  <a:gd name="T51" fmla="*/ 148 h 284"/>
                  <a:gd name="T52" fmla="*/ 424 w 606"/>
                  <a:gd name="T53" fmla="*/ 150 h 284"/>
                  <a:gd name="T54" fmla="*/ 364 w 606"/>
                  <a:gd name="T55" fmla="*/ 186 h 284"/>
                  <a:gd name="T56" fmla="*/ 140 w 606"/>
                  <a:gd name="T57" fmla="*/ 190 h 284"/>
                  <a:gd name="T58" fmla="*/ 194 w 606"/>
                  <a:gd name="T59" fmla="*/ 222 h 284"/>
                  <a:gd name="T60" fmla="*/ 258 w 606"/>
                  <a:gd name="T61" fmla="*/ 238 h 284"/>
                  <a:gd name="T62" fmla="*/ 226 w 606"/>
                  <a:gd name="T63" fmla="*/ 204 h 284"/>
                  <a:gd name="T64" fmla="*/ 158 w 606"/>
                  <a:gd name="T65" fmla="*/ 190 h 284"/>
                  <a:gd name="T66" fmla="*/ 526 w 606"/>
                  <a:gd name="T67" fmla="*/ 210 h 284"/>
                  <a:gd name="T68" fmla="*/ 266 w 606"/>
                  <a:gd name="T69" fmla="*/ 244 h 284"/>
                  <a:gd name="T70" fmla="*/ 408 w 606"/>
                  <a:gd name="T71" fmla="*/ 234 h 284"/>
                  <a:gd name="T72" fmla="*/ 298 w 606"/>
                  <a:gd name="T73" fmla="*/ 248 h 284"/>
                  <a:gd name="T74" fmla="*/ 316 w 606"/>
                  <a:gd name="T75" fmla="*/ 244 h 284"/>
                  <a:gd name="T76" fmla="*/ 368 w 606"/>
                  <a:gd name="T77" fmla="*/ 250 h 284"/>
                  <a:gd name="T78" fmla="*/ 416 w 606"/>
                  <a:gd name="T79" fmla="*/ 246 h 284"/>
                  <a:gd name="T80" fmla="*/ 376 w 606"/>
                  <a:gd name="T81" fmla="*/ 274 h 284"/>
                  <a:gd name="T82" fmla="*/ 398 w 606"/>
                  <a:gd name="T83" fmla="*/ 264 h 284"/>
                  <a:gd name="T84" fmla="*/ 420 w 606"/>
                  <a:gd name="T85" fmla="*/ 244 h 284"/>
                  <a:gd name="T86" fmla="*/ 192 w 606"/>
                  <a:gd name="T87" fmla="*/ 62 h 284"/>
                  <a:gd name="T88" fmla="*/ 188 w 606"/>
                  <a:gd name="T89" fmla="*/ 114 h 284"/>
                  <a:gd name="T90" fmla="*/ 216 w 606"/>
                  <a:gd name="T91" fmla="*/ 150 h 284"/>
                  <a:gd name="T92" fmla="*/ 250 w 606"/>
                  <a:gd name="T93" fmla="*/ 154 h 284"/>
                  <a:gd name="T94" fmla="*/ 294 w 606"/>
                  <a:gd name="T95" fmla="*/ 136 h 284"/>
                  <a:gd name="T96" fmla="*/ 316 w 606"/>
                  <a:gd name="T97" fmla="*/ 82 h 284"/>
                  <a:gd name="T98" fmla="*/ 300 w 606"/>
                  <a:gd name="T99" fmla="*/ 38 h 284"/>
                  <a:gd name="T100" fmla="*/ 242 w 606"/>
                  <a:gd name="T101" fmla="*/ 78 h 284"/>
                  <a:gd name="T102" fmla="*/ 478 w 606"/>
                  <a:gd name="T103" fmla="*/ 128 h 284"/>
                  <a:gd name="T104" fmla="*/ 504 w 606"/>
                  <a:gd name="T105" fmla="*/ 142 h 284"/>
                  <a:gd name="T106" fmla="*/ 508 w 606"/>
                  <a:gd name="T107" fmla="*/ 154 h 284"/>
                  <a:gd name="T108" fmla="*/ 542 w 606"/>
                  <a:gd name="T109" fmla="*/ 174 h 284"/>
                  <a:gd name="T110" fmla="*/ 576 w 606"/>
                  <a:gd name="T111" fmla="*/ 216 h 284"/>
                  <a:gd name="T112" fmla="*/ 584 w 606"/>
                  <a:gd name="T113" fmla="*/ 236 h 284"/>
                  <a:gd name="T114" fmla="*/ 602 w 606"/>
                  <a:gd name="T115" fmla="*/ 142 h 284"/>
                  <a:gd name="T116" fmla="*/ 542 w 606"/>
                  <a:gd name="T117" fmla="*/ 146 h 284"/>
                  <a:gd name="T118" fmla="*/ 518 w 606"/>
                  <a:gd name="T119" fmla="*/ 126 h 284"/>
                  <a:gd name="T120" fmla="*/ 490 w 606"/>
                  <a:gd name="T121" fmla="*/ 11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6" h="284">
                    <a:moveTo>
                      <a:pt x="18" y="6"/>
                    </a:moveTo>
                    <a:lnTo>
                      <a:pt x="18" y="6"/>
                    </a:lnTo>
                    <a:lnTo>
                      <a:pt x="14" y="2"/>
                    </a:lnTo>
                    <a:lnTo>
                      <a:pt x="12" y="0"/>
                    </a:lnTo>
                    <a:lnTo>
                      <a:pt x="12" y="0"/>
                    </a:lnTo>
                    <a:lnTo>
                      <a:pt x="6" y="0"/>
                    </a:lnTo>
                    <a:lnTo>
                      <a:pt x="0" y="0"/>
                    </a:lnTo>
                    <a:lnTo>
                      <a:pt x="0" y="0"/>
                    </a:lnTo>
                    <a:lnTo>
                      <a:pt x="0" y="10"/>
                    </a:lnTo>
                    <a:lnTo>
                      <a:pt x="2" y="10"/>
                    </a:lnTo>
                    <a:lnTo>
                      <a:pt x="2" y="10"/>
                    </a:lnTo>
                    <a:lnTo>
                      <a:pt x="6" y="18"/>
                    </a:lnTo>
                    <a:lnTo>
                      <a:pt x="8" y="22"/>
                    </a:lnTo>
                    <a:lnTo>
                      <a:pt x="10" y="24"/>
                    </a:lnTo>
                    <a:lnTo>
                      <a:pt x="10" y="24"/>
                    </a:lnTo>
                    <a:lnTo>
                      <a:pt x="14" y="26"/>
                    </a:lnTo>
                    <a:lnTo>
                      <a:pt x="14" y="26"/>
                    </a:lnTo>
                    <a:lnTo>
                      <a:pt x="16" y="30"/>
                    </a:lnTo>
                    <a:lnTo>
                      <a:pt x="18" y="34"/>
                    </a:lnTo>
                    <a:lnTo>
                      <a:pt x="18" y="34"/>
                    </a:lnTo>
                    <a:lnTo>
                      <a:pt x="22" y="34"/>
                    </a:lnTo>
                    <a:lnTo>
                      <a:pt x="24" y="36"/>
                    </a:lnTo>
                    <a:lnTo>
                      <a:pt x="24" y="36"/>
                    </a:lnTo>
                    <a:lnTo>
                      <a:pt x="26" y="40"/>
                    </a:lnTo>
                    <a:lnTo>
                      <a:pt x="26" y="40"/>
                    </a:lnTo>
                    <a:lnTo>
                      <a:pt x="32" y="46"/>
                    </a:lnTo>
                    <a:lnTo>
                      <a:pt x="32" y="46"/>
                    </a:lnTo>
                    <a:lnTo>
                      <a:pt x="32" y="50"/>
                    </a:lnTo>
                    <a:lnTo>
                      <a:pt x="32" y="50"/>
                    </a:lnTo>
                    <a:lnTo>
                      <a:pt x="36" y="52"/>
                    </a:lnTo>
                    <a:lnTo>
                      <a:pt x="36" y="52"/>
                    </a:lnTo>
                    <a:lnTo>
                      <a:pt x="36" y="56"/>
                    </a:lnTo>
                    <a:lnTo>
                      <a:pt x="36" y="60"/>
                    </a:lnTo>
                    <a:lnTo>
                      <a:pt x="36" y="60"/>
                    </a:lnTo>
                    <a:lnTo>
                      <a:pt x="42" y="60"/>
                    </a:lnTo>
                    <a:lnTo>
                      <a:pt x="44" y="62"/>
                    </a:lnTo>
                    <a:lnTo>
                      <a:pt x="44" y="62"/>
                    </a:lnTo>
                    <a:lnTo>
                      <a:pt x="48" y="66"/>
                    </a:lnTo>
                    <a:lnTo>
                      <a:pt x="48" y="66"/>
                    </a:lnTo>
                    <a:lnTo>
                      <a:pt x="50" y="66"/>
                    </a:lnTo>
                    <a:lnTo>
                      <a:pt x="52" y="68"/>
                    </a:lnTo>
                    <a:lnTo>
                      <a:pt x="52" y="68"/>
                    </a:lnTo>
                    <a:lnTo>
                      <a:pt x="52" y="72"/>
                    </a:lnTo>
                    <a:lnTo>
                      <a:pt x="52" y="78"/>
                    </a:lnTo>
                    <a:lnTo>
                      <a:pt x="52" y="78"/>
                    </a:lnTo>
                    <a:lnTo>
                      <a:pt x="56" y="86"/>
                    </a:lnTo>
                    <a:lnTo>
                      <a:pt x="56" y="86"/>
                    </a:lnTo>
                    <a:lnTo>
                      <a:pt x="56" y="90"/>
                    </a:lnTo>
                    <a:lnTo>
                      <a:pt x="56" y="90"/>
                    </a:lnTo>
                    <a:lnTo>
                      <a:pt x="58" y="92"/>
                    </a:lnTo>
                    <a:lnTo>
                      <a:pt x="60" y="94"/>
                    </a:lnTo>
                    <a:lnTo>
                      <a:pt x="60" y="94"/>
                    </a:lnTo>
                    <a:lnTo>
                      <a:pt x="64" y="102"/>
                    </a:lnTo>
                    <a:lnTo>
                      <a:pt x="64" y="102"/>
                    </a:lnTo>
                    <a:lnTo>
                      <a:pt x="68" y="104"/>
                    </a:lnTo>
                    <a:lnTo>
                      <a:pt x="72" y="108"/>
                    </a:lnTo>
                    <a:lnTo>
                      <a:pt x="72" y="108"/>
                    </a:lnTo>
                    <a:lnTo>
                      <a:pt x="76" y="118"/>
                    </a:lnTo>
                    <a:lnTo>
                      <a:pt x="78" y="122"/>
                    </a:lnTo>
                    <a:lnTo>
                      <a:pt x="80" y="126"/>
                    </a:lnTo>
                    <a:lnTo>
                      <a:pt x="82" y="126"/>
                    </a:lnTo>
                    <a:lnTo>
                      <a:pt x="82" y="126"/>
                    </a:lnTo>
                    <a:lnTo>
                      <a:pt x="82" y="130"/>
                    </a:lnTo>
                    <a:lnTo>
                      <a:pt x="82" y="134"/>
                    </a:lnTo>
                    <a:lnTo>
                      <a:pt x="82" y="134"/>
                    </a:lnTo>
                    <a:lnTo>
                      <a:pt x="86" y="136"/>
                    </a:lnTo>
                    <a:lnTo>
                      <a:pt x="86" y="136"/>
                    </a:lnTo>
                    <a:lnTo>
                      <a:pt x="88" y="144"/>
                    </a:lnTo>
                    <a:lnTo>
                      <a:pt x="92" y="150"/>
                    </a:lnTo>
                    <a:lnTo>
                      <a:pt x="92" y="150"/>
                    </a:lnTo>
                    <a:lnTo>
                      <a:pt x="94" y="152"/>
                    </a:lnTo>
                    <a:lnTo>
                      <a:pt x="94" y="152"/>
                    </a:lnTo>
                    <a:lnTo>
                      <a:pt x="96" y="158"/>
                    </a:lnTo>
                    <a:lnTo>
                      <a:pt x="98" y="166"/>
                    </a:lnTo>
                    <a:lnTo>
                      <a:pt x="98" y="166"/>
                    </a:lnTo>
                    <a:lnTo>
                      <a:pt x="102" y="172"/>
                    </a:lnTo>
                    <a:lnTo>
                      <a:pt x="102" y="174"/>
                    </a:lnTo>
                    <a:lnTo>
                      <a:pt x="102" y="174"/>
                    </a:lnTo>
                    <a:lnTo>
                      <a:pt x="112" y="178"/>
                    </a:lnTo>
                    <a:lnTo>
                      <a:pt x="112" y="178"/>
                    </a:lnTo>
                    <a:lnTo>
                      <a:pt x="116" y="180"/>
                    </a:lnTo>
                    <a:lnTo>
                      <a:pt x="116" y="180"/>
                    </a:lnTo>
                    <a:lnTo>
                      <a:pt x="124" y="188"/>
                    </a:lnTo>
                    <a:lnTo>
                      <a:pt x="124" y="188"/>
                    </a:lnTo>
                    <a:lnTo>
                      <a:pt x="130" y="190"/>
                    </a:lnTo>
                    <a:lnTo>
                      <a:pt x="130" y="190"/>
                    </a:lnTo>
                    <a:lnTo>
                      <a:pt x="130" y="186"/>
                    </a:lnTo>
                    <a:lnTo>
                      <a:pt x="128" y="184"/>
                    </a:lnTo>
                    <a:lnTo>
                      <a:pt x="128" y="184"/>
                    </a:lnTo>
                    <a:lnTo>
                      <a:pt x="128" y="184"/>
                    </a:lnTo>
                    <a:lnTo>
                      <a:pt x="130" y="184"/>
                    </a:lnTo>
                    <a:lnTo>
                      <a:pt x="130" y="184"/>
                    </a:lnTo>
                    <a:lnTo>
                      <a:pt x="134" y="186"/>
                    </a:lnTo>
                    <a:lnTo>
                      <a:pt x="136" y="186"/>
                    </a:lnTo>
                    <a:lnTo>
                      <a:pt x="138" y="186"/>
                    </a:lnTo>
                    <a:lnTo>
                      <a:pt x="138" y="186"/>
                    </a:lnTo>
                    <a:lnTo>
                      <a:pt x="138" y="184"/>
                    </a:lnTo>
                    <a:lnTo>
                      <a:pt x="140" y="184"/>
                    </a:lnTo>
                    <a:lnTo>
                      <a:pt x="140" y="184"/>
                    </a:lnTo>
                    <a:lnTo>
                      <a:pt x="140" y="184"/>
                    </a:lnTo>
                    <a:lnTo>
                      <a:pt x="144" y="184"/>
                    </a:lnTo>
                    <a:lnTo>
                      <a:pt x="144" y="184"/>
                    </a:lnTo>
                    <a:lnTo>
                      <a:pt x="144" y="180"/>
                    </a:lnTo>
                    <a:lnTo>
                      <a:pt x="144" y="168"/>
                    </a:lnTo>
                    <a:lnTo>
                      <a:pt x="148" y="150"/>
                    </a:lnTo>
                    <a:lnTo>
                      <a:pt x="148" y="150"/>
                    </a:lnTo>
                    <a:lnTo>
                      <a:pt x="144" y="148"/>
                    </a:lnTo>
                    <a:lnTo>
                      <a:pt x="144" y="148"/>
                    </a:lnTo>
                    <a:lnTo>
                      <a:pt x="140" y="138"/>
                    </a:lnTo>
                    <a:lnTo>
                      <a:pt x="140" y="138"/>
                    </a:lnTo>
                    <a:lnTo>
                      <a:pt x="134" y="138"/>
                    </a:lnTo>
                    <a:lnTo>
                      <a:pt x="134" y="138"/>
                    </a:lnTo>
                    <a:lnTo>
                      <a:pt x="130" y="136"/>
                    </a:lnTo>
                    <a:lnTo>
                      <a:pt x="130" y="136"/>
                    </a:lnTo>
                    <a:lnTo>
                      <a:pt x="132" y="134"/>
                    </a:lnTo>
                    <a:lnTo>
                      <a:pt x="132" y="130"/>
                    </a:lnTo>
                    <a:lnTo>
                      <a:pt x="132" y="130"/>
                    </a:lnTo>
                    <a:lnTo>
                      <a:pt x="126" y="128"/>
                    </a:lnTo>
                    <a:lnTo>
                      <a:pt x="126" y="128"/>
                    </a:lnTo>
                    <a:lnTo>
                      <a:pt x="128" y="116"/>
                    </a:lnTo>
                    <a:lnTo>
                      <a:pt x="128" y="116"/>
                    </a:lnTo>
                    <a:lnTo>
                      <a:pt x="122" y="116"/>
                    </a:lnTo>
                    <a:lnTo>
                      <a:pt x="122" y="114"/>
                    </a:lnTo>
                    <a:lnTo>
                      <a:pt x="120" y="114"/>
                    </a:lnTo>
                    <a:lnTo>
                      <a:pt x="120" y="114"/>
                    </a:lnTo>
                    <a:lnTo>
                      <a:pt x="118" y="116"/>
                    </a:lnTo>
                    <a:lnTo>
                      <a:pt x="118" y="116"/>
                    </a:lnTo>
                    <a:lnTo>
                      <a:pt x="118" y="116"/>
                    </a:lnTo>
                    <a:lnTo>
                      <a:pt x="112" y="114"/>
                    </a:lnTo>
                    <a:lnTo>
                      <a:pt x="112" y="114"/>
                    </a:lnTo>
                    <a:lnTo>
                      <a:pt x="112" y="106"/>
                    </a:lnTo>
                    <a:lnTo>
                      <a:pt x="112" y="106"/>
                    </a:lnTo>
                    <a:lnTo>
                      <a:pt x="118" y="102"/>
                    </a:lnTo>
                    <a:lnTo>
                      <a:pt x="118" y="102"/>
                    </a:lnTo>
                    <a:lnTo>
                      <a:pt x="118" y="98"/>
                    </a:lnTo>
                    <a:lnTo>
                      <a:pt x="118" y="98"/>
                    </a:lnTo>
                    <a:lnTo>
                      <a:pt x="112" y="90"/>
                    </a:lnTo>
                    <a:lnTo>
                      <a:pt x="112" y="90"/>
                    </a:lnTo>
                    <a:lnTo>
                      <a:pt x="112" y="86"/>
                    </a:lnTo>
                    <a:lnTo>
                      <a:pt x="112" y="86"/>
                    </a:lnTo>
                    <a:lnTo>
                      <a:pt x="110" y="84"/>
                    </a:lnTo>
                    <a:lnTo>
                      <a:pt x="106" y="84"/>
                    </a:lnTo>
                    <a:lnTo>
                      <a:pt x="106" y="84"/>
                    </a:lnTo>
                    <a:lnTo>
                      <a:pt x="108" y="78"/>
                    </a:lnTo>
                    <a:lnTo>
                      <a:pt x="108" y="78"/>
                    </a:lnTo>
                    <a:lnTo>
                      <a:pt x="106" y="78"/>
                    </a:lnTo>
                    <a:lnTo>
                      <a:pt x="106" y="78"/>
                    </a:lnTo>
                    <a:lnTo>
                      <a:pt x="104" y="84"/>
                    </a:lnTo>
                    <a:lnTo>
                      <a:pt x="104" y="84"/>
                    </a:lnTo>
                    <a:lnTo>
                      <a:pt x="100" y="84"/>
                    </a:lnTo>
                    <a:lnTo>
                      <a:pt x="100" y="84"/>
                    </a:lnTo>
                    <a:lnTo>
                      <a:pt x="100" y="82"/>
                    </a:lnTo>
                    <a:lnTo>
                      <a:pt x="100" y="82"/>
                    </a:lnTo>
                    <a:lnTo>
                      <a:pt x="96" y="82"/>
                    </a:lnTo>
                    <a:lnTo>
                      <a:pt x="96" y="82"/>
                    </a:lnTo>
                    <a:lnTo>
                      <a:pt x="96" y="80"/>
                    </a:lnTo>
                    <a:lnTo>
                      <a:pt x="96" y="78"/>
                    </a:lnTo>
                    <a:lnTo>
                      <a:pt x="94" y="74"/>
                    </a:lnTo>
                    <a:lnTo>
                      <a:pt x="94" y="74"/>
                    </a:lnTo>
                    <a:lnTo>
                      <a:pt x="90" y="70"/>
                    </a:lnTo>
                    <a:lnTo>
                      <a:pt x="88" y="68"/>
                    </a:lnTo>
                    <a:lnTo>
                      <a:pt x="88" y="68"/>
                    </a:lnTo>
                    <a:lnTo>
                      <a:pt x="86" y="64"/>
                    </a:lnTo>
                    <a:lnTo>
                      <a:pt x="84" y="60"/>
                    </a:lnTo>
                    <a:lnTo>
                      <a:pt x="80" y="60"/>
                    </a:lnTo>
                    <a:lnTo>
                      <a:pt x="80" y="60"/>
                    </a:lnTo>
                    <a:lnTo>
                      <a:pt x="80" y="60"/>
                    </a:lnTo>
                    <a:lnTo>
                      <a:pt x="80" y="62"/>
                    </a:lnTo>
                    <a:lnTo>
                      <a:pt x="80" y="62"/>
                    </a:lnTo>
                    <a:lnTo>
                      <a:pt x="78" y="62"/>
                    </a:lnTo>
                    <a:lnTo>
                      <a:pt x="78" y="62"/>
                    </a:lnTo>
                    <a:lnTo>
                      <a:pt x="78" y="62"/>
                    </a:lnTo>
                    <a:lnTo>
                      <a:pt x="76" y="60"/>
                    </a:lnTo>
                    <a:lnTo>
                      <a:pt x="76" y="60"/>
                    </a:lnTo>
                    <a:lnTo>
                      <a:pt x="74" y="58"/>
                    </a:lnTo>
                    <a:lnTo>
                      <a:pt x="72" y="54"/>
                    </a:lnTo>
                    <a:lnTo>
                      <a:pt x="72" y="54"/>
                    </a:lnTo>
                    <a:lnTo>
                      <a:pt x="72" y="54"/>
                    </a:lnTo>
                    <a:lnTo>
                      <a:pt x="72" y="50"/>
                    </a:lnTo>
                    <a:lnTo>
                      <a:pt x="72" y="46"/>
                    </a:lnTo>
                    <a:lnTo>
                      <a:pt x="66" y="46"/>
                    </a:lnTo>
                    <a:lnTo>
                      <a:pt x="66" y="46"/>
                    </a:lnTo>
                    <a:lnTo>
                      <a:pt x="66" y="40"/>
                    </a:lnTo>
                    <a:lnTo>
                      <a:pt x="66" y="40"/>
                    </a:lnTo>
                    <a:lnTo>
                      <a:pt x="60" y="36"/>
                    </a:lnTo>
                    <a:lnTo>
                      <a:pt x="54" y="32"/>
                    </a:lnTo>
                    <a:lnTo>
                      <a:pt x="54" y="32"/>
                    </a:lnTo>
                    <a:lnTo>
                      <a:pt x="52" y="30"/>
                    </a:lnTo>
                    <a:lnTo>
                      <a:pt x="52" y="26"/>
                    </a:lnTo>
                    <a:lnTo>
                      <a:pt x="52" y="26"/>
                    </a:lnTo>
                    <a:lnTo>
                      <a:pt x="48" y="24"/>
                    </a:lnTo>
                    <a:lnTo>
                      <a:pt x="48" y="24"/>
                    </a:lnTo>
                    <a:lnTo>
                      <a:pt x="46" y="22"/>
                    </a:lnTo>
                    <a:lnTo>
                      <a:pt x="44" y="18"/>
                    </a:lnTo>
                    <a:lnTo>
                      <a:pt x="44" y="18"/>
                    </a:lnTo>
                    <a:lnTo>
                      <a:pt x="40" y="18"/>
                    </a:lnTo>
                    <a:lnTo>
                      <a:pt x="40" y="18"/>
                    </a:lnTo>
                    <a:lnTo>
                      <a:pt x="40" y="14"/>
                    </a:lnTo>
                    <a:lnTo>
                      <a:pt x="34" y="6"/>
                    </a:lnTo>
                    <a:lnTo>
                      <a:pt x="34" y="6"/>
                    </a:lnTo>
                    <a:lnTo>
                      <a:pt x="30" y="4"/>
                    </a:lnTo>
                    <a:lnTo>
                      <a:pt x="26" y="4"/>
                    </a:lnTo>
                    <a:lnTo>
                      <a:pt x="20" y="6"/>
                    </a:lnTo>
                    <a:lnTo>
                      <a:pt x="18" y="6"/>
                    </a:lnTo>
                    <a:lnTo>
                      <a:pt x="18" y="6"/>
                    </a:lnTo>
                    <a:close/>
                    <a:moveTo>
                      <a:pt x="440" y="52"/>
                    </a:moveTo>
                    <a:lnTo>
                      <a:pt x="440" y="52"/>
                    </a:lnTo>
                    <a:lnTo>
                      <a:pt x="442" y="64"/>
                    </a:lnTo>
                    <a:lnTo>
                      <a:pt x="442" y="64"/>
                    </a:lnTo>
                    <a:lnTo>
                      <a:pt x="446" y="64"/>
                    </a:lnTo>
                    <a:lnTo>
                      <a:pt x="446" y="64"/>
                    </a:lnTo>
                    <a:lnTo>
                      <a:pt x="448" y="62"/>
                    </a:lnTo>
                    <a:lnTo>
                      <a:pt x="446" y="62"/>
                    </a:lnTo>
                    <a:lnTo>
                      <a:pt x="446" y="62"/>
                    </a:lnTo>
                    <a:lnTo>
                      <a:pt x="446" y="56"/>
                    </a:lnTo>
                    <a:lnTo>
                      <a:pt x="446" y="56"/>
                    </a:lnTo>
                    <a:lnTo>
                      <a:pt x="440" y="52"/>
                    </a:lnTo>
                    <a:lnTo>
                      <a:pt x="440" y="52"/>
                    </a:lnTo>
                    <a:close/>
                    <a:moveTo>
                      <a:pt x="434" y="58"/>
                    </a:moveTo>
                    <a:lnTo>
                      <a:pt x="434" y="58"/>
                    </a:lnTo>
                    <a:lnTo>
                      <a:pt x="428" y="68"/>
                    </a:lnTo>
                    <a:lnTo>
                      <a:pt x="426" y="80"/>
                    </a:lnTo>
                    <a:lnTo>
                      <a:pt x="426" y="80"/>
                    </a:lnTo>
                    <a:lnTo>
                      <a:pt x="432" y="84"/>
                    </a:lnTo>
                    <a:lnTo>
                      <a:pt x="432" y="84"/>
                    </a:lnTo>
                    <a:lnTo>
                      <a:pt x="430" y="86"/>
                    </a:lnTo>
                    <a:lnTo>
                      <a:pt x="430" y="86"/>
                    </a:lnTo>
                    <a:lnTo>
                      <a:pt x="430" y="88"/>
                    </a:lnTo>
                    <a:lnTo>
                      <a:pt x="430" y="88"/>
                    </a:lnTo>
                    <a:lnTo>
                      <a:pt x="430" y="92"/>
                    </a:lnTo>
                    <a:lnTo>
                      <a:pt x="430" y="94"/>
                    </a:lnTo>
                    <a:lnTo>
                      <a:pt x="428" y="96"/>
                    </a:lnTo>
                    <a:lnTo>
                      <a:pt x="428" y="96"/>
                    </a:lnTo>
                    <a:lnTo>
                      <a:pt x="428" y="96"/>
                    </a:lnTo>
                    <a:lnTo>
                      <a:pt x="430" y="100"/>
                    </a:lnTo>
                    <a:lnTo>
                      <a:pt x="434" y="104"/>
                    </a:lnTo>
                    <a:lnTo>
                      <a:pt x="434" y="104"/>
                    </a:lnTo>
                    <a:lnTo>
                      <a:pt x="438" y="108"/>
                    </a:lnTo>
                    <a:lnTo>
                      <a:pt x="438" y="108"/>
                    </a:lnTo>
                    <a:lnTo>
                      <a:pt x="438" y="106"/>
                    </a:lnTo>
                    <a:lnTo>
                      <a:pt x="436" y="104"/>
                    </a:lnTo>
                    <a:lnTo>
                      <a:pt x="432" y="100"/>
                    </a:lnTo>
                    <a:lnTo>
                      <a:pt x="432" y="100"/>
                    </a:lnTo>
                    <a:lnTo>
                      <a:pt x="432" y="92"/>
                    </a:lnTo>
                    <a:lnTo>
                      <a:pt x="432" y="92"/>
                    </a:lnTo>
                    <a:lnTo>
                      <a:pt x="436" y="90"/>
                    </a:lnTo>
                    <a:lnTo>
                      <a:pt x="436" y="90"/>
                    </a:lnTo>
                    <a:lnTo>
                      <a:pt x="440" y="90"/>
                    </a:lnTo>
                    <a:lnTo>
                      <a:pt x="440" y="90"/>
                    </a:lnTo>
                    <a:lnTo>
                      <a:pt x="442" y="94"/>
                    </a:lnTo>
                    <a:lnTo>
                      <a:pt x="442" y="94"/>
                    </a:lnTo>
                    <a:lnTo>
                      <a:pt x="446" y="94"/>
                    </a:lnTo>
                    <a:lnTo>
                      <a:pt x="446" y="94"/>
                    </a:lnTo>
                    <a:lnTo>
                      <a:pt x="444" y="86"/>
                    </a:lnTo>
                    <a:lnTo>
                      <a:pt x="444" y="86"/>
                    </a:lnTo>
                    <a:lnTo>
                      <a:pt x="438" y="86"/>
                    </a:lnTo>
                    <a:lnTo>
                      <a:pt x="438" y="86"/>
                    </a:lnTo>
                    <a:lnTo>
                      <a:pt x="446" y="80"/>
                    </a:lnTo>
                    <a:lnTo>
                      <a:pt x="446" y="80"/>
                    </a:lnTo>
                    <a:lnTo>
                      <a:pt x="446" y="78"/>
                    </a:lnTo>
                    <a:lnTo>
                      <a:pt x="442" y="76"/>
                    </a:lnTo>
                    <a:lnTo>
                      <a:pt x="442" y="74"/>
                    </a:lnTo>
                    <a:lnTo>
                      <a:pt x="442" y="74"/>
                    </a:lnTo>
                    <a:lnTo>
                      <a:pt x="438" y="78"/>
                    </a:lnTo>
                    <a:lnTo>
                      <a:pt x="438" y="78"/>
                    </a:lnTo>
                    <a:lnTo>
                      <a:pt x="438" y="82"/>
                    </a:lnTo>
                    <a:lnTo>
                      <a:pt x="436" y="82"/>
                    </a:lnTo>
                    <a:lnTo>
                      <a:pt x="436" y="82"/>
                    </a:lnTo>
                    <a:lnTo>
                      <a:pt x="436" y="74"/>
                    </a:lnTo>
                    <a:lnTo>
                      <a:pt x="436" y="70"/>
                    </a:lnTo>
                    <a:lnTo>
                      <a:pt x="436" y="68"/>
                    </a:lnTo>
                    <a:lnTo>
                      <a:pt x="436" y="68"/>
                    </a:lnTo>
                    <a:lnTo>
                      <a:pt x="436" y="66"/>
                    </a:lnTo>
                    <a:lnTo>
                      <a:pt x="436" y="66"/>
                    </a:lnTo>
                    <a:lnTo>
                      <a:pt x="436" y="66"/>
                    </a:lnTo>
                    <a:lnTo>
                      <a:pt x="438" y="64"/>
                    </a:lnTo>
                    <a:lnTo>
                      <a:pt x="438" y="64"/>
                    </a:lnTo>
                    <a:lnTo>
                      <a:pt x="436" y="62"/>
                    </a:lnTo>
                    <a:lnTo>
                      <a:pt x="436" y="60"/>
                    </a:lnTo>
                    <a:lnTo>
                      <a:pt x="434" y="58"/>
                    </a:lnTo>
                    <a:close/>
                    <a:moveTo>
                      <a:pt x="394" y="72"/>
                    </a:moveTo>
                    <a:lnTo>
                      <a:pt x="394" y="72"/>
                    </a:lnTo>
                    <a:lnTo>
                      <a:pt x="392" y="76"/>
                    </a:lnTo>
                    <a:lnTo>
                      <a:pt x="392" y="76"/>
                    </a:lnTo>
                    <a:lnTo>
                      <a:pt x="388" y="76"/>
                    </a:lnTo>
                    <a:lnTo>
                      <a:pt x="388" y="76"/>
                    </a:lnTo>
                    <a:lnTo>
                      <a:pt x="388" y="80"/>
                    </a:lnTo>
                    <a:lnTo>
                      <a:pt x="388" y="80"/>
                    </a:lnTo>
                    <a:lnTo>
                      <a:pt x="380" y="84"/>
                    </a:lnTo>
                    <a:lnTo>
                      <a:pt x="380" y="84"/>
                    </a:lnTo>
                    <a:lnTo>
                      <a:pt x="366" y="84"/>
                    </a:lnTo>
                    <a:lnTo>
                      <a:pt x="352" y="84"/>
                    </a:lnTo>
                    <a:lnTo>
                      <a:pt x="352" y="82"/>
                    </a:lnTo>
                    <a:lnTo>
                      <a:pt x="352" y="82"/>
                    </a:lnTo>
                    <a:lnTo>
                      <a:pt x="350" y="82"/>
                    </a:lnTo>
                    <a:lnTo>
                      <a:pt x="348" y="82"/>
                    </a:lnTo>
                    <a:lnTo>
                      <a:pt x="348" y="78"/>
                    </a:lnTo>
                    <a:lnTo>
                      <a:pt x="348" y="78"/>
                    </a:lnTo>
                    <a:lnTo>
                      <a:pt x="344" y="78"/>
                    </a:lnTo>
                    <a:lnTo>
                      <a:pt x="340" y="78"/>
                    </a:lnTo>
                    <a:lnTo>
                      <a:pt x="334" y="82"/>
                    </a:lnTo>
                    <a:lnTo>
                      <a:pt x="334" y="84"/>
                    </a:lnTo>
                    <a:lnTo>
                      <a:pt x="334" y="84"/>
                    </a:lnTo>
                    <a:lnTo>
                      <a:pt x="332" y="84"/>
                    </a:lnTo>
                    <a:lnTo>
                      <a:pt x="332" y="82"/>
                    </a:lnTo>
                    <a:lnTo>
                      <a:pt x="332" y="82"/>
                    </a:lnTo>
                    <a:lnTo>
                      <a:pt x="326" y="88"/>
                    </a:lnTo>
                    <a:lnTo>
                      <a:pt x="326" y="88"/>
                    </a:lnTo>
                    <a:lnTo>
                      <a:pt x="326" y="90"/>
                    </a:lnTo>
                    <a:lnTo>
                      <a:pt x="326" y="90"/>
                    </a:lnTo>
                    <a:lnTo>
                      <a:pt x="326" y="90"/>
                    </a:lnTo>
                    <a:lnTo>
                      <a:pt x="326" y="94"/>
                    </a:lnTo>
                    <a:lnTo>
                      <a:pt x="326" y="94"/>
                    </a:lnTo>
                    <a:lnTo>
                      <a:pt x="326" y="94"/>
                    </a:lnTo>
                    <a:lnTo>
                      <a:pt x="326" y="106"/>
                    </a:lnTo>
                    <a:lnTo>
                      <a:pt x="324" y="114"/>
                    </a:lnTo>
                    <a:lnTo>
                      <a:pt x="322" y="114"/>
                    </a:lnTo>
                    <a:lnTo>
                      <a:pt x="322" y="114"/>
                    </a:lnTo>
                    <a:lnTo>
                      <a:pt x="320" y="122"/>
                    </a:lnTo>
                    <a:lnTo>
                      <a:pt x="320" y="132"/>
                    </a:lnTo>
                    <a:lnTo>
                      <a:pt x="320" y="132"/>
                    </a:lnTo>
                    <a:lnTo>
                      <a:pt x="318" y="140"/>
                    </a:lnTo>
                    <a:lnTo>
                      <a:pt x="316" y="142"/>
                    </a:lnTo>
                    <a:lnTo>
                      <a:pt x="316" y="142"/>
                    </a:lnTo>
                    <a:lnTo>
                      <a:pt x="314" y="150"/>
                    </a:lnTo>
                    <a:lnTo>
                      <a:pt x="316" y="158"/>
                    </a:lnTo>
                    <a:lnTo>
                      <a:pt x="316" y="158"/>
                    </a:lnTo>
                    <a:lnTo>
                      <a:pt x="322" y="158"/>
                    </a:lnTo>
                    <a:lnTo>
                      <a:pt x="324" y="160"/>
                    </a:lnTo>
                    <a:lnTo>
                      <a:pt x="324" y="160"/>
                    </a:lnTo>
                    <a:lnTo>
                      <a:pt x="322" y="164"/>
                    </a:lnTo>
                    <a:lnTo>
                      <a:pt x="324" y="168"/>
                    </a:lnTo>
                    <a:lnTo>
                      <a:pt x="324" y="168"/>
                    </a:lnTo>
                    <a:lnTo>
                      <a:pt x="322" y="172"/>
                    </a:lnTo>
                    <a:lnTo>
                      <a:pt x="318" y="176"/>
                    </a:lnTo>
                    <a:lnTo>
                      <a:pt x="318" y="176"/>
                    </a:lnTo>
                    <a:lnTo>
                      <a:pt x="318" y="182"/>
                    </a:lnTo>
                    <a:lnTo>
                      <a:pt x="318" y="190"/>
                    </a:lnTo>
                    <a:lnTo>
                      <a:pt x="318" y="190"/>
                    </a:lnTo>
                    <a:lnTo>
                      <a:pt x="336" y="188"/>
                    </a:lnTo>
                    <a:lnTo>
                      <a:pt x="336" y="188"/>
                    </a:lnTo>
                    <a:lnTo>
                      <a:pt x="336" y="184"/>
                    </a:lnTo>
                    <a:lnTo>
                      <a:pt x="336" y="184"/>
                    </a:lnTo>
                    <a:lnTo>
                      <a:pt x="334" y="182"/>
                    </a:lnTo>
                    <a:lnTo>
                      <a:pt x="334" y="182"/>
                    </a:lnTo>
                    <a:lnTo>
                      <a:pt x="334" y="182"/>
                    </a:lnTo>
                    <a:lnTo>
                      <a:pt x="336" y="180"/>
                    </a:lnTo>
                    <a:lnTo>
                      <a:pt x="336" y="178"/>
                    </a:lnTo>
                    <a:lnTo>
                      <a:pt x="336" y="176"/>
                    </a:lnTo>
                    <a:lnTo>
                      <a:pt x="336" y="176"/>
                    </a:lnTo>
                    <a:lnTo>
                      <a:pt x="334" y="168"/>
                    </a:lnTo>
                    <a:lnTo>
                      <a:pt x="334" y="168"/>
                    </a:lnTo>
                    <a:lnTo>
                      <a:pt x="338" y="164"/>
                    </a:lnTo>
                    <a:lnTo>
                      <a:pt x="338" y="164"/>
                    </a:lnTo>
                    <a:lnTo>
                      <a:pt x="338" y="158"/>
                    </a:lnTo>
                    <a:lnTo>
                      <a:pt x="336" y="154"/>
                    </a:lnTo>
                    <a:lnTo>
                      <a:pt x="336" y="154"/>
                    </a:lnTo>
                    <a:lnTo>
                      <a:pt x="346" y="152"/>
                    </a:lnTo>
                    <a:lnTo>
                      <a:pt x="346" y="152"/>
                    </a:lnTo>
                    <a:lnTo>
                      <a:pt x="348" y="168"/>
                    </a:lnTo>
                    <a:lnTo>
                      <a:pt x="348" y="168"/>
                    </a:lnTo>
                    <a:lnTo>
                      <a:pt x="350" y="174"/>
                    </a:lnTo>
                    <a:lnTo>
                      <a:pt x="350" y="182"/>
                    </a:lnTo>
                    <a:lnTo>
                      <a:pt x="350" y="182"/>
                    </a:lnTo>
                    <a:lnTo>
                      <a:pt x="360" y="184"/>
                    </a:lnTo>
                    <a:lnTo>
                      <a:pt x="360" y="182"/>
                    </a:lnTo>
                    <a:lnTo>
                      <a:pt x="360" y="182"/>
                    </a:lnTo>
                    <a:lnTo>
                      <a:pt x="360" y="182"/>
                    </a:lnTo>
                    <a:lnTo>
                      <a:pt x="360" y="180"/>
                    </a:lnTo>
                    <a:lnTo>
                      <a:pt x="360" y="176"/>
                    </a:lnTo>
                    <a:lnTo>
                      <a:pt x="360" y="176"/>
                    </a:lnTo>
                    <a:lnTo>
                      <a:pt x="360" y="176"/>
                    </a:lnTo>
                    <a:lnTo>
                      <a:pt x="364" y="174"/>
                    </a:lnTo>
                    <a:lnTo>
                      <a:pt x="370" y="174"/>
                    </a:lnTo>
                    <a:lnTo>
                      <a:pt x="372" y="170"/>
                    </a:lnTo>
                    <a:lnTo>
                      <a:pt x="370" y="170"/>
                    </a:lnTo>
                    <a:lnTo>
                      <a:pt x="370" y="170"/>
                    </a:lnTo>
                    <a:lnTo>
                      <a:pt x="366" y="164"/>
                    </a:lnTo>
                    <a:lnTo>
                      <a:pt x="366" y="164"/>
                    </a:lnTo>
                    <a:lnTo>
                      <a:pt x="364" y="160"/>
                    </a:lnTo>
                    <a:lnTo>
                      <a:pt x="364" y="154"/>
                    </a:lnTo>
                    <a:lnTo>
                      <a:pt x="362" y="154"/>
                    </a:lnTo>
                    <a:lnTo>
                      <a:pt x="362" y="154"/>
                    </a:lnTo>
                    <a:lnTo>
                      <a:pt x="362" y="152"/>
                    </a:lnTo>
                    <a:lnTo>
                      <a:pt x="362" y="152"/>
                    </a:lnTo>
                    <a:lnTo>
                      <a:pt x="358" y="150"/>
                    </a:lnTo>
                    <a:lnTo>
                      <a:pt x="356" y="150"/>
                    </a:lnTo>
                    <a:lnTo>
                      <a:pt x="356" y="150"/>
                    </a:lnTo>
                    <a:lnTo>
                      <a:pt x="356" y="144"/>
                    </a:lnTo>
                    <a:lnTo>
                      <a:pt x="354" y="140"/>
                    </a:lnTo>
                    <a:lnTo>
                      <a:pt x="354" y="140"/>
                    </a:lnTo>
                    <a:lnTo>
                      <a:pt x="344" y="136"/>
                    </a:lnTo>
                    <a:lnTo>
                      <a:pt x="344" y="136"/>
                    </a:lnTo>
                    <a:lnTo>
                      <a:pt x="348" y="134"/>
                    </a:lnTo>
                    <a:lnTo>
                      <a:pt x="348" y="134"/>
                    </a:lnTo>
                    <a:lnTo>
                      <a:pt x="354" y="134"/>
                    </a:lnTo>
                    <a:lnTo>
                      <a:pt x="354" y="134"/>
                    </a:lnTo>
                    <a:lnTo>
                      <a:pt x="360" y="130"/>
                    </a:lnTo>
                    <a:lnTo>
                      <a:pt x="364" y="126"/>
                    </a:lnTo>
                    <a:lnTo>
                      <a:pt x="368" y="122"/>
                    </a:lnTo>
                    <a:lnTo>
                      <a:pt x="374" y="120"/>
                    </a:lnTo>
                    <a:lnTo>
                      <a:pt x="374" y="120"/>
                    </a:lnTo>
                    <a:lnTo>
                      <a:pt x="374" y="114"/>
                    </a:lnTo>
                    <a:lnTo>
                      <a:pt x="374" y="114"/>
                    </a:lnTo>
                    <a:lnTo>
                      <a:pt x="362" y="114"/>
                    </a:lnTo>
                    <a:lnTo>
                      <a:pt x="350" y="114"/>
                    </a:lnTo>
                    <a:lnTo>
                      <a:pt x="350" y="114"/>
                    </a:lnTo>
                    <a:lnTo>
                      <a:pt x="348" y="118"/>
                    </a:lnTo>
                    <a:lnTo>
                      <a:pt x="348" y="118"/>
                    </a:lnTo>
                    <a:lnTo>
                      <a:pt x="346" y="118"/>
                    </a:lnTo>
                    <a:lnTo>
                      <a:pt x="344" y="120"/>
                    </a:lnTo>
                    <a:lnTo>
                      <a:pt x="344" y="120"/>
                    </a:lnTo>
                    <a:lnTo>
                      <a:pt x="342" y="114"/>
                    </a:lnTo>
                    <a:lnTo>
                      <a:pt x="342" y="114"/>
                    </a:lnTo>
                    <a:lnTo>
                      <a:pt x="336" y="114"/>
                    </a:lnTo>
                    <a:lnTo>
                      <a:pt x="336" y="114"/>
                    </a:lnTo>
                    <a:lnTo>
                      <a:pt x="334" y="110"/>
                    </a:lnTo>
                    <a:lnTo>
                      <a:pt x="334" y="110"/>
                    </a:lnTo>
                    <a:lnTo>
                      <a:pt x="334" y="104"/>
                    </a:lnTo>
                    <a:lnTo>
                      <a:pt x="336" y="100"/>
                    </a:lnTo>
                    <a:lnTo>
                      <a:pt x="336" y="100"/>
                    </a:lnTo>
                    <a:lnTo>
                      <a:pt x="336" y="92"/>
                    </a:lnTo>
                    <a:lnTo>
                      <a:pt x="336" y="92"/>
                    </a:lnTo>
                    <a:lnTo>
                      <a:pt x="340" y="92"/>
                    </a:lnTo>
                    <a:lnTo>
                      <a:pt x="340" y="92"/>
                    </a:lnTo>
                    <a:lnTo>
                      <a:pt x="348" y="90"/>
                    </a:lnTo>
                    <a:lnTo>
                      <a:pt x="348" y="90"/>
                    </a:lnTo>
                    <a:lnTo>
                      <a:pt x="350" y="92"/>
                    </a:lnTo>
                    <a:lnTo>
                      <a:pt x="354" y="92"/>
                    </a:lnTo>
                    <a:lnTo>
                      <a:pt x="354" y="92"/>
                    </a:lnTo>
                    <a:lnTo>
                      <a:pt x="360" y="92"/>
                    </a:lnTo>
                    <a:lnTo>
                      <a:pt x="368" y="92"/>
                    </a:lnTo>
                    <a:lnTo>
                      <a:pt x="368" y="92"/>
                    </a:lnTo>
                    <a:lnTo>
                      <a:pt x="374" y="94"/>
                    </a:lnTo>
                    <a:lnTo>
                      <a:pt x="380" y="96"/>
                    </a:lnTo>
                    <a:lnTo>
                      <a:pt x="384" y="94"/>
                    </a:lnTo>
                    <a:lnTo>
                      <a:pt x="384" y="92"/>
                    </a:lnTo>
                    <a:lnTo>
                      <a:pt x="384" y="92"/>
                    </a:lnTo>
                    <a:lnTo>
                      <a:pt x="386" y="92"/>
                    </a:lnTo>
                    <a:lnTo>
                      <a:pt x="388" y="92"/>
                    </a:lnTo>
                    <a:lnTo>
                      <a:pt x="388" y="92"/>
                    </a:lnTo>
                    <a:lnTo>
                      <a:pt x="390" y="88"/>
                    </a:lnTo>
                    <a:lnTo>
                      <a:pt x="392" y="84"/>
                    </a:lnTo>
                    <a:lnTo>
                      <a:pt x="392" y="84"/>
                    </a:lnTo>
                    <a:lnTo>
                      <a:pt x="396" y="82"/>
                    </a:lnTo>
                    <a:lnTo>
                      <a:pt x="398" y="80"/>
                    </a:lnTo>
                    <a:lnTo>
                      <a:pt x="398" y="80"/>
                    </a:lnTo>
                    <a:lnTo>
                      <a:pt x="398" y="74"/>
                    </a:lnTo>
                    <a:lnTo>
                      <a:pt x="398" y="74"/>
                    </a:lnTo>
                    <a:lnTo>
                      <a:pt x="396" y="72"/>
                    </a:lnTo>
                    <a:lnTo>
                      <a:pt x="396" y="72"/>
                    </a:lnTo>
                    <a:lnTo>
                      <a:pt x="396" y="72"/>
                    </a:lnTo>
                    <a:lnTo>
                      <a:pt x="394" y="72"/>
                    </a:lnTo>
                    <a:lnTo>
                      <a:pt x="394" y="72"/>
                    </a:lnTo>
                    <a:close/>
                    <a:moveTo>
                      <a:pt x="470" y="100"/>
                    </a:moveTo>
                    <a:lnTo>
                      <a:pt x="468" y="102"/>
                    </a:lnTo>
                    <a:lnTo>
                      <a:pt x="468" y="102"/>
                    </a:lnTo>
                    <a:lnTo>
                      <a:pt x="464" y="104"/>
                    </a:lnTo>
                    <a:lnTo>
                      <a:pt x="466" y="106"/>
                    </a:lnTo>
                    <a:lnTo>
                      <a:pt x="478" y="106"/>
                    </a:lnTo>
                    <a:lnTo>
                      <a:pt x="478" y="106"/>
                    </a:lnTo>
                    <a:lnTo>
                      <a:pt x="480" y="104"/>
                    </a:lnTo>
                    <a:lnTo>
                      <a:pt x="480" y="104"/>
                    </a:lnTo>
                    <a:lnTo>
                      <a:pt x="470" y="100"/>
                    </a:lnTo>
                    <a:lnTo>
                      <a:pt x="470" y="100"/>
                    </a:lnTo>
                    <a:close/>
                    <a:moveTo>
                      <a:pt x="142" y="126"/>
                    </a:moveTo>
                    <a:lnTo>
                      <a:pt x="142" y="126"/>
                    </a:lnTo>
                    <a:lnTo>
                      <a:pt x="140" y="130"/>
                    </a:lnTo>
                    <a:lnTo>
                      <a:pt x="138" y="134"/>
                    </a:lnTo>
                    <a:lnTo>
                      <a:pt x="138" y="134"/>
                    </a:lnTo>
                    <a:lnTo>
                      <a:pt x="144" y="136"/>
                    </a:lnTo>
                    <a:lnTo>
                      <a:pt x="144" y="136"/>
                    </a:lnTo>
                    <a:lnTo>
                      <a:pt x="144" y="138"/>
                    </a:lnTo>
                    <a:lnTo>
                      <a:pt x="144" y="142"/>
                    </a:lnTo>
                    <a:lnTo>
                      <a:pt x="144" y="142"/>
                    </a:lnTo>
                    <a:lnTo>
                      <a:pt x="146" y="144"/>
                    </a:lnTo>
                    <a:lnTo>
                      <a:pt x="150" y="146"/>
                    </a:lnTo>
                    <a:lnTo>
                      <a:pt x="150" y="146"/>
                    </a:lnTo>
                    <a:lnTo>
                      <a:pt x="152" y="150"/>
                    </a:lnTo>
                    <a:lnTo>
                      <a:pt x="154" y="148"/>
                    </a:lnTo>
                    <a:lnTo>
                      <a:pt x="154" y="148"/>
                    </a:lnTo>
                    <a:lnTo>
                      <a:pt x="152" y="138"/>
                    </a:lnTo>
                    <a:lnTo>
                      <a:pt x="148" y="132"/>
                    </a:lnTo>
                    <a:lnTo>
                      <a:pt x="148" y="132"/>
                    </a:lnTo>
                    <a:lnTo>
                      <a:pt x="146" y="128"/>
                    </a:lnTo>
                    <a:lnTo>
                      <a:pt x="142" y="126"/>
                    </a:lnTo>
                    <a:lnTo>
                      <a:pt x="142" y="126"/>
                    </a:lnTo>
                    <a:close/>
                    <a:moveTo>
                      <a:pt x="440" y="148"/>
                    </a:moveTo>
                    <a:lnTo>
                      <a:pt x="440" y="148"/>
                    </a:lnTo>
                    <a:lnTo>
                      <a:pt x="440" y="150"/>
                    </a:lnTo>
                    <a:lnTo>
                      <a:pt x="440" y="150"/>
                    </a:lnTo>
                    <a:lnTo>
                      <a:pt x="436" y="150"/>
                    </a:lnTo>
                    <a:lnTo>
                      <a:pt x="436" y="154"/>
                    </a:lnTo>
                    <a:lnTo>
                      <a:pt x="436" y="154"/>
                    </a:lnTo>
                    <a:lnTo>
                      <a:pt x="440" y="154"/>
                    </a:lnTo>
                    <a:lnTo>
                      <a:pt x="440" y="154"/>
                    </a:lnTo>
                    <a:lnTo>
                      <a:pt x="442" y="156"/>
                    </a:lnTo>
                    <a:lnTo>
                      <a:pt x="442" y="156"/>
                    </a:lnTo>
                    <a:lnTo>
                      <a:pt x="444" y="156"/>
                    </a:lnTo>
                    <a:lnTo>
                      <a:pt x="444" y="156"/>
                    </a:lnTo>
                    <a:lnTo>
                      <a:pt x="446" y="154"/>
                    </a:lnTo>
                    <a:lnTo>
                      <a:pt x="446" y="154"/>
                    </a:lnTo>
                    <a:lnTo>
                      <a:pt x="448" y="154"/>
                    </a:lnTo>
                    <a:lnTo>
                      <a:pt x="450" y="154"/>
                    </a:lnTo>
                    <a:lnTo>
                      <a:pt x="454" y="156"/>
                    </a:lnTo>
                    <a:lnTo>
                      <a:pt x="454" y="156"/>
                    </a:lnTo>
                    <a:lnTo>
                      <a:pt x="458" y="154"/>
                    </a:lnTo>
                    <a:lnTo>
                      <a:pt x="458" y="154"/>
                    </a:lnTo>
                    <a:lnTo>
                      <a:pt x="464" y="156"/>
                    </a:lnTo>
                    <a:lnTo>
                      <a:pt x="470" y="158"/>
                    </a:lnTo>
                    <a:lnTo>
                      <a:pt x="470" y="158"/>
                    </a:lnTo>
                    <a:lnTo>
                      <a:pt x="470" y="158"/>
                    </a:lnTo>
                    <a:lnTo>
                      <a:pt x="472" y="154"/>
                    </a:lnTo>
                    <a:lnTo>
                      <a:pt x="472" y="154"/>
                    </a:lnTo>
                    <a:lnTo>
                      <a:pt x="470" y="152"/>
                    </a:lnTo>
                    <a:lnTo>
                      <a:pt x="470" y="152"/>
                    </a:lnTo>
                    <a:lnTo>
                      <a:pt x="460" y="150"/>
                    </a:lnTo>
                    <a:lnTo>
                      <a:pt x="452" y="150"/>
                    </a:lnTo>
                    <a:lnTo>
                      <a:pt x="450" y="148"/>
                    </a:lnTo>
                    <a:lnTo>
                      <a:pt x="450" y="148"/>
                    </a:lnTo>
                    <a:lnTo>
                      <a:pt x="440" y="148"/>
                    </a:lnTo>
                    <a:lnTo>
                      <a:pt x="440" y="148"/>
                    </a:lnTo>
                    <a:close/>
                    <a:moveTo>
                      <a:pt x="422" y="150"/>
                    </a:moveTo>
                    <a:lnTo>
                      <a:pt x="422" y="150"/>
                    </a:lnTo>
                    <a:lnTo>
                      <a:pt x="408" y="152"/>
                    </a:lnTo>
                    <a:lnTo>
                      <a:pt x="408" y="152"/>
                    </a:lnTo>
                    <a:lnTo>
                      <a:pt x="408" y="154"/>
                    </a:lnTo>
                    <a:lnTo>
                      <a:pt x="408" y="154"/>
                    </a:lnTo>
                    <a:lnTo>
                      <a:pt x="414" y="156"/>
                    </a:lnTo>
                    <a:lnTo>
                      <a:pt x="414" y="156"/>
                    </a:lnTo>
                    <a:lnTo>
                      <a:pt x="416" y="160"/>
                    </a:lnTo>
                    <a:lnTo>
                      <a:pt x="416" y="160"/>
                    </a:lnTo>
                    <a:lnTo>
                      <a:pt x="422" y="160"/>
                    </a:lnTo>
                    <a:lnTo>
                      <a:pt x="428" y="158"/>
                    </a:lnTo>
                    <a:lnTo>
                      <a:pt x="428" y="158"/>
                    </a:lnTo>
                    <a:lnTo>
                      <a:pt x="428" y="154"/>
                    </a:lnTo>
                    <a:lnTo>
                      <a:pt x="428" y="154"/>
                    </a:lnTo>
                    <a:lnTo>
                      <a:pt x="424" y="154"/>
                    </a:lnTo>
                    <a:lnTo>
                      <a:pt x="424" y="154"/>
                    </a:lnTo>
                    <a:lnTo>
                      <a:pt x="424" y="150"/>
                    </a:lnTo>
                    <a:lnTo>
                      <a:pt x="422" y="150"/>
                    </a:lnTo>
                    <a:lnTo>
                      <a:pt x="422" y="150"/>
                    </a:lnTo>
                    <a:close/>
                    <a:moveTo>
                      <a:pt x="374" y="174"/>
                    </a:moveTo>
                    <a:lnTo>
                      <a:pt x="374" y="174"/>
                    </a:lnTo>
                    <a:lnTo>
                      <a:pt x="372" y="176"/>
                    </a:lnTo>
                    <a:lnTo>
                      <a:pt x="372" y="176"/>
                    </a:lnTo>
                    <a:lnTo>
                      <a:pt x="372" y="176"/>
                    </a:lnTo>
                    <a:lnTo>
                      <a:pt x="372" y="182"/>
                    </a:lnTo>
                    <a:lnTo>
                      <a:pt x="372" y="182"/>
                    </a:lnTo>
                    <a:lnTo>
                      <a:pt x="370" y="184"/>
                    </a:lnTo>
                    <a:lnTo>
                      <a:pt x="370" y="184"/>
                    </a:lnTo>
                    <a:lnTo>
                      <a:pt x="370" y="182"/>
                    </a:lnTo>
                    <a:lnTo>
                      <a:pt x="370" y="182"/>
                    </a:lnTo>
                    <a:lnTo>
                      <a:pt x="368" y="180"/>
                    </a:lnTo>
                    <a:lnTo>
                      <a:pt x="368" y="180"/>
                    </a:lnTo>
                    <a:lnTo>
                      <a:pt x="368" y="180"/>
                    </a:lnTo>
                    <a:lnTo>
                      <a:pt x="366" y="180"/>
                    </a:lnTo>
                    <a:lnTo>
                      <a:pt x="366" y="180"/>
                    </a:lnTo>
                    <a:lnTo>
                      <a:pt x="364" y="184"/>
                    </a:lnTo>
                    <a:lnTo>
                      <a:pt x="364" y="186"/>
                    </a:lnTo>
                    <a:lnTo>
                      <a:pt x="364" y="186"/>
                    </a:lnTo>
                    <a:lnTo>
                      <a:pt x="368" y="188"/>
                    </a:lnTo>
                    <a:lnTo>
                      <a:pt x="370" y="192"/>
                    </a:lnTo>
                    <a:lnTo>
                      <a:pt x="370" y="192"/>
                    </a:lnTo>
                    <a:lnTo>
                      <a:pt x="374" y="192"/>
                    </a:lnTo>
                    <a:lnTo>
                      <a:pt x="374" y="192"/>
                    </a:lnTo>
                    <a:lnTo>
                      <a:pt x="378" y="188"/>
                    </a:lnTo>
                    <a:lnTo>
                      <a:pt x="378" y="188"/>
                    </a:lnTo>
                    <a:lnTo>
                      <a:pt x="374" y="184"/>
                    </a:lnTo>
                    <a:lnTo>
                      <a:pt x="374" y="184"/>
                    </a:lnTo>
                    <a:lnTo>
                      <a:pt x="374" y="180"/>
                    </a:lnTo>
                    <a:lnTo>
                      <a:pt x="376" y="178"/>
                    </a:lnTo>
                    <a:lnTo>
                      <a:pt x="376" y="176"/>
                    </a:lnTo>
                    <a:lnTo>
                      <a:pt x="374" y="174"/>
                    </a:lnTo>
                    <a:lnTo>
                      <a:pt x="374" y="174"/>
                    </a:lnTo>
                    <a:close/>
                    <a:moveTo>
                      <a:pt x="158" y="190"/>
                    </a:moveTo>
                    <a:lnTo>
                      <a:pt x="156" y="192"/>
                    </a:lnTo>
                    <a:lnTo>
                      <a:pt x="156" y="192"/>
                    </a:lnTo>
                    <a:lnTo>
                      <a:pt x="140" y="190"/>
                    </a:lnTo>
                    <a:lnTo>
                      <a:pt x="140" y="190"/>
                    </a:lnTo>
                    <a:lnTo>
                      <a:pt x="138" y="200"/>
                    </a:lnTo>
                    <a:lnTo>
                      <a:pt x="134" y="206"/>
                    </a:lnTo>
                    <a:lnTo>
                      <a:pt x="134" y="206"/>
                    </a:lnTo>
                    <a:lnTo>
                      <a:pt x="134" y="208"/>
                    </a:lnTo>
                    <a:lnTo>
                      <a:pt x="134" y="208"/>
                    </a:lnTo>
                    <a:lnTo>
                      <a:pt x="148" y="208"/>
                    </a:lnTo>
                    <a:lnTo>
                      <a:pt x="148" y="208"/>
                    </a:lnTo>
                    <a:lnTo>
                      <a:pt x="148" y="210"/>
                    </a:lnTo>
                    <a:lnTo>
                      <a:pt x="146" y="212"/>
                    </a:lnTo>
                    <a:lnTo>
                      <a:pt x="146" y="212"/>
                    </a:lnTo>
                    <a:lnTo>
                      <a:pt x="146" y="216"/>
                    </a:lnTo>
                    <a:lnTo>
                      <a:pt x="146" y="216"/>
                    </a:lnTo>
                    <a:lnTo>
                      <a:pt x="156" y="216"/>
                    </a:lnTo>
                    <a:lnTo>
                      <a:pt x="164" y="218"/>
                    </a:lnTo>
                    <a:lnTo>
                      <a:pt x="164" y="218"/>
                    </a:lnTo>
                    <a:lnTo>
                      <a:pt x="168" y="222"/>
                    </a:lnTo>
                    <a:lnTo>
                      <a:pt x="188" y="222"/>
                    </a:lnTo>
                    <a:lnTo>
                      <a:pt x="188" y="222"/>
                    </a:lnTo>
                    <a:lnTo>
                      <a:pt x="190" y="220"/>
                    </a:lnTo>
                    <a:lnTo>
                      <a:pt x="194" y="222"/>
                    </a:lnTo>
                    <a:lnTo>
                      <a:pt x="194" y="222"/>
                    </a:lnTo>
                    <a:lnTo>
                      <a:pt x="208" y="226"/>
                    </a:lnTo>
                    <a:lnTo>
                      <a:pt x="208" y="226"/>
                    </a:lnTo>
                    <a:lnTo>
                      <a:pt x="214" y="230"/>
                    </a:lnTo>
                    <a:lnTo>
                      <a:pt x="214" y="230"/>
                    </a:lnTo>
                    <a:lnTo>
                      <a:pt x="218" y="230"/>
                    </a:lnTo>
                    <a:lnTo>
                      <a:pt x="224" y="228"/>
                    </a:lnTo>
                    <a:lnTo>
                      <a:pt x="224" y="228"/>
                    </a:lnTo>
                    <a:lnTo>
                      <a:pt x="228" y="232"/>
                    </a:lnTo>
                    <a:lnTo>
                      <a:pt x="232" y="232"/>
                    </a:lnTo>
                    <a:lnTo>
                      <a:pt x="236" y="232"/>
                    </a:lnTo>
                    <a:lnTo>
                      <a:pt x="236" y="232"/>
                    </a:lnTo>
                    <a:lnTo>
                      <a:pt x="238" y="232"/>
                    </a:lnTo>
                    <a:lnTo>
                      <a:pt x="242" y="230"/>
                    </a:lnTo>
                    <a:lnTo>
                      <a:pt x="242" y="230"/>
                    </a:lnTo>
                    <a:lnTo>
                      <a:pt x="246" y="234"/>
                    </a:lnTo>
                    <a:lnTo>
                      <a:pt x="246" y="236"/>
                    </a:lnTo>
                    <a:lnTo>
                      <a:pt x="246" y="236"/>
                    </a:lnTo>
                    <a:lnTo>
                      <a:pt x="252" y="238"/>
                    </a:lnTo>
                    <a:lnTo>
                      <a:pt x="258" y="238"/>
                    </a:lnTo>
                    <a:lnTo>
                      <a:pt x="258" y="238"/>
                    </a:lnTo>
                    <a:lnTo>
                      <a:pt x="262" y="242"/>
                    </a:lnTo>
                    <a:lnTo>
                      <a:pt x="262" y="242"/>
                    </a:lnTo>
                    <a:lnTo>
                      <a:pt x="260" y="232"/>
                    </a:lnTo>
                    <a:lnTo>
                      <a:pt x="260" y="232"/>
                    </a:lnTo>
                    <a:lnTo>
                      <a:pt x="256" y="230"/>
                    </a:lnTo>
                    <a:lnTo>
                      <a:pt x="256" y="230"/>
                    </a:lnTo>
                    <a:lnTo>
                      <a:pt x="258" y="222"/>
                    </a:lnTo>
                    <a:lnTo>
                      <a:pt x="258" y="222"/>
                    </a:lnTo>
                    <a:lnTo>
                      <a:pt x="248" y="218"/>
                    </a:lnTo>
                    <a:lnTo>
                      <a:pt x="236" y="218"/>
                    </a:lnTo>
                    <a:lnTo>
                      <a:pt x="236" y="218"/>
                    </a:lnTo>
                    <a:lnTo>
                      <a:pt x="236" y="210"/>
                    </a:lnTo>
                    <a:lnTo>
                      <a:pt x="236" y="210"/>
                    </a:lnTo>
                    <a:lnTo>
                      <a:pt x="234" y="208"/>
                    </a:lnTo>
                    <a:lnTo>
                      <a:pt x="234" y="208"/>
                    </a:lnTo>
                    <a:lnTo>
                      <a:pt x="234" y="202"/>
                    </a:lnTo>
                    <a:lnTo>
                      <a:pt x="234" y="202"/>
                    </a:lnTo>
                    <a:lnTo>
                      <a:pt x="226" y="204"/>
                    </a:lnTo>
                    <a:lnTo>
                      <a:pt x="226" y="204"/>
                    </a:lnTo>
                    <a:lnTo>
                      <a:pt x="226" y="202"/>
                    </a:lnTo>
                    <a:lnTo>
                      <a:pt x="226" y="202"/>
                    </a:lnTo>
                    <a:lnTo>
                      <a:pt x="222" y="202"/>
                    </a:lnTo>
                    <a:lnTo>
                      <a:pt x="218" y="198"/>
                    </a:lnTo>
                    <a:lnTo>
                      <a:pt x="218" y="198"/>
                    </a:lnTo>
                    <a:lnTo>
                      <a:pt x="214" y="198"/>
                    </a:lnTo>
                    <a:lnTo>
                      <a:pt x="208" y="196"/>
                    </a:lnTo>
                    <a:lnTo>
                      <a:pt x="208" y="196"/>
                    </a:lnTo>
                    <a:lnTo>
                      <a:pt x="206" y="202"/>
                    </a:lnTo>
                    <a:lnTo>
                      <a:pt x="206" y="202"/>
                    </a:lnTo>
                    <a:lnTo>
                      <a:pt x="192" y="202"/>
                    </a:lnTo>
                    <a:lnTo>
                      <a:pt x="188" y="200"/>
                    </a:lnTo>
                    <a:lnTo>
                      <a:pt x="188" y="200"/>
                    </a:lnTo>
                    <a:lnTo>
                      <a:pt x="180" y="198"/>
                    </a:lnTo>
                    <a:lnTo>
                      <a:pt x="176" y="192"/>
                    </a:lnTo>
                    <a:lnTo>
                      <a:pt x="176" y="192"/>
                    </a:lnTo>
                    <a:lnTo>
                      <a:pt x="166" y="192"/>
                    </a:lnTo>
                    <a:lnTo>
                      <a:pt x="166" y="190"/>
                    </a:lnTo>
                    <a:lnTo>
                      <a:pt x="166" y="190"/>
                    </a:lnTo>
                    <a:lnTo>
                      <a:pt x="158" y="190"/>
                    </a:lnTo>
                    <a:lnTo>
                      <a:pt x="158" y="190"/>
                    </a:lnTo>
                    <a:close/>
                    <a:moveTo>
                      <a:pt x="518" y="196"/>
                    </a:moveTo>
                    <a:lnTo>
                      <a:pt x="518" y="196"/>
                    </a:lnTo>
                    <a:lnTo>
                      <a:pt x="518" y="198"/>
                    </a:lnTo>
                    <a:lnTo>
                      <a:pt x="518" y="198"/>
                    </a:lnTo>
                    <a:lnTo>
                      <a:pt x="518" y="198"/>
                    </a:lnTo>
                    <a:lnTo>
                      <a:pt x="520" y="200"/>
                    </a:lnTo>
                    <a:lnTo>
                      <a:pt x="520" y="202"/>
                    </a:lnTo>
                    <a:lnTo>
                      <a:pt x="520" y="210"/>
                    </a:lnTo>
                    <a:lnTo>
                      <a:pt x="520" y="210"/>
                    </a:lnTo>
                    <a:lnTo>
                      <a:pt x="516" y="212"/>
                    </a:lnTo>
                    <a:lnTo>
                      <a:pt x="516" y="212"/>
                    </a:lnTo>
                    <a:lnTo>
                      <a:pt x="518" y="216"/>
                    </a:lnTo>
                    <a:lnTo>
                      <a:pt x="518" y="216"/>
                    </a:lnTo>
                    <a:lnTo>
                      <a:pt x="518" y="218"/>
                    </a:lnTo>
                    <a:lnTo>
                      <a:pt x="518" y="218"/>
                    </a:lnTo>
                    <a:lnTo>
                      <a:pt x="520" y="220"/>
                    </a:lnTo>
                    <a:lnTo>
                      <a:pt x="520" y="220"/>
                    </a:lnTo>
                    <a:lnTo>
                      <a:pt x="522" y="212"/>
                    </a:lnTo>
                    <a:lnTo>
                      <a:pt x="526" y="210"/>
                    </a:lnTo>
                    <a:lnTo>
                      <a:pt x="526" y="210"/>
                    </a:lnTo>
                    <a:lnTo>
                      <a:pt x="526" y="206"/>
                    </a:lnTo>
                    <a:lnTo>
                      <a:pt x="526" y="206"/>
                    </a:lnTo>
                    <a:lnTo>
                      <a:pt x="524" y="206"/>
                    </a:lnTo>
                    <a:lnTo>
                      <a:pt x="526" y="204"/>
                    </a:lnTo>
                    <a:lnTo>
                      <a:pt x="526" y="200"/>
                    </a:lnTo>
                    <a:lnTo>
                      <a:pt x="524" y="198"/>
                    </a:lnTo>
                    <a:lnTo>
                      <a:pt x="524" y="198"/>
                    </a:lnTo>
                    <a:lnTo>
                      <a:pt x="522" y="196"/>
                    </a:lnTo>
                    <a:lnTo>
                      <a:pt x="518" y="196"/>
                    </a:lnTo>
                    <a:lnTo>
                      <a:pt x="518" y="196"/>
                    </a:lnTo>
                    <a:close/>
                    <a:moveTo>
                      <a:pt x="262" y="230"/>
                    </a:moveTo>
                    <a:lnTo>
                      <a:pt x="262" y="230"/>
                    </a:lnTo>
                    <a:lnTo>
                      <a:pt x="262" y="236"/>
                    </a:lnTo>
                    <a:lnTo>
                      <a:pt x="262" y="236"/>
                    </a:lnTo>
                    <a:lnTo>
                      <a:pt x="262" y="236"/>
                    </a:lnTo>
                    <a:lnTo>
                      <a:pt x="264" y="236"/>
                    </a:lnTo>
                    <a:lnTo>
                      <a:pt x="264" y="236"/>
                    </a:lnTo>
                    <a:lnTo>
                      <a:pt x="266" y="240"/>
                    </a:lnTo>
                    <a:lnTo>
                      <a:pt x="266" y="244"/>
                    </a:lnTo>
                    <a:lnTo>
                      <a:pt x="266" y="244"/>
                    </a:lnTo>
                    <a:lnTo>
                      <a:pt x="268" y="242"/>
                    </a:lnTo>
                    <a:lnTo>
                      <a:pt x="268" y="242"/>
                    </a:lnTo>
                    <a:lnTo>
                      <a:pt x="268" y="242"/>
                    </a:lnTo>
                    <a:lnTo>
                      <a:pt x="272" y="236"/>
                    </a:lnTo>
                    <a:lnTo>
                      <a:pt x="272" y="236"/>
                    </a:lnTo>
                    <a:lnTo>
                      <a:pt x="272" y="234"/>
                    </a:lnTo>
                    <a:lnTo>
                      <a:pt x="272" y="232"/>
                    </a:lnTo>
                    <a:lnTo>
                      <a:pt x="272" y="232"/>
                    </a:lnTo>
                    <a:lnTo>
                      <a:pt x="266" y="232"/>
                    </a:lnTo>
                    <a:lnTo>
                      <a:pt x="262" y="230"/>
                    </a:lnTo>
                    <a:lnTo>
                      <a:pt x="262" y="230"/>
                    </a:lnTo>
                    <a:close/>
                    <a:moveTo>
                      <a:pt x="408" y="234"/>
                    </a:moveTo>
                    <a:lnTo>
                      <a:pt x="408" y="234"/>
                    </a:lnTo>
                    <a:lnTo>
                      <a:pt x="406" y="238"/>
                    </a:lnTo>
                    <a:lnTo>
                      <a:pt x="420" y="238"/>
                    </a:lnTo>
                    <a:lnTo>
                      <a:pt x="420" y="238"/>
                    </a:lnTo>
                    <a:lnTo>
                      <a:pt x="418" y="234"/>
                    </a:lnTo>
                    <a:lnTo>
                      <a:pt x="418" y="234"/>
                    </a:lnTo>
                    <a:lnTo>
                      <a:pt x="408" y="234"/>
                    </a:lnTo>
                    <a:lnTo>
                      <a:pt x="408" y="234"/>
                    </a:lnTo>
                    <a:close/>
                    <a:moveTo>
                      <a:pt x="282" y="238"/>
                    </a:moveTo>
                    <a:lnTo>
                      <a:pt x="282" y="238"/>
                    </a:lnTo>
                    <a:lnTo>
                      <a:pt x="278" y="246"/>
                    </a:lnTo>
                    <a:lnTo>
                      <a:pt x="278" y="246"/>
                    </a:lnTo>
                    <a:lnTo>
                      <a:pt x="286" y="246"/>
                    </a:lnTo>
                    <a:lnTo>
                      <a:pt x="286" y="238"/>
                    </a:lnTo>
                    <a:lnTo>
                      <a:pt x="286" y="238"/>
                    </a:lnTo>
                    <a:lnTo>
                      <a:pt x="282" y="238"/>
                    </a:lnTo>
                    <a:lnTo>
                      <a:pt x="282" y="238"/>
                    </a:lnTo>
                    <a:close/>
                    <a:moveTo>
                      <a:pt x="300" y="238"/>
                    </a:moveTo>
                    <a:lnTo>
                      <a:pt x="300" y="238"/>
                    </a:lnTo>
                    <a:lnTo>
                      <a:pt x="300" y="244"/>
                    </a:lnTo>
                    <a:lnTo>
                      <a:pt x="300" y="244"/>
                    </a:lnTo>
                    <a:lnTo>
                      <a:pt x="304" y="244"/>
                    </a:lnTo>
                    <a:lnTo>
                      <a:pt x="304" y="244"/>
                    </a:lnTo>
                    <a:lnTo>
                      <a:pt x="302" y="244"/>
                    </a:lnTo>
                    <a:lnTo>
                      <a:pt x="304" y="246"/>
                    </a:lnTo>
                    <a:lnTo>
                      <a:pt x="302" y="248"/>
                    </a:lnTo>
                    <a:lnTo>
                      <a:pt x="298" y="248"/>
                    </a:lnTo>
                    <a:lnTo>
                      <a:pt x="298" y="248"/>
                    </a:lnTo>
                    <a:lnTo>
                      <a:pt x="294" y="246"/>
                    </a:lnTo>
                    <a:lnTo>
                      <a:pt x="292" y="244"/>
                    </a:lnTo>
                    <a:lnTo>
                      <a:pt x="292" y="244"/>
                    </a:lnTo>
                    <a:lnTo>
                      <a:pt x="290" y="244"/>
                    </a:lnTo>
                    <a:lnTo>
                      <a:pt x="290" y="244"/>
                    </a:lnTo>
                    <a:lnTo>
                      <a:pt x="290" y="244"/>
                    </a:lnTo>
                    <a:lnTo>
                      <a:pt x="286" y="254"/>
                    </a:lnTo>
                    <a:lnTo>
                      <a:pt x="286" y="254"/>
                    </a:lnTo>
                    <a:lnTo>
                      <a:pt x="294" y="252"/>
                    </a:lnTo>
                    <a:lnTo>
                      <a:pt x="294" y="252"/>
                    </a:lnTo>
                    <a:lnTo>
                      <a:pt x="294" y="254"/>
                    </a:lnTo>
                    <a:lnTo>
                      <a:pt x="298" y="254"/>
                    </a:lnTo>
                    <a:lnTo>
                      <a:pt x="300" y="252"/>
                    </a:lnTo>
                    <a:lnTo>
                      <a:pt x="300" y="252"/>
                    </a:lnTo>
                    <a:lnTo>
                      <a:pt x="310" y="250"/>
                    </a:lnTo>
                    <a:lnTo>
                      <a:pt x="318" y="250"/>
                    </a:lnTo>
                    <a:lnTo>
                      <a:pt x="318" y="250"/>
                    </a:lnTo>
                    <a:lnTo>
                      <a:pt x="316" y="244"/>
                    </a:lnTo>
                    <a:lnTo>
                      <a:pt x="316" y="244"/>
                    </a:lnTo>
                    <a:lnTo>
                      <a:pt x="308" y="242"/>
                    </a:lnTo>
                    <a:lnTo>
                      <a:pt x="300" y="238"/>
                    </a:lnTo>
                    <a:lnTo>
                      <a:pt x="300" y="238"/>
                    </a:lnTo>
                    <a:close/>
                    <a:moveTo>
                      <a:pt x="332" y="242"/>
                    </a:moveTo>
                    <a:lnTo>
                      <a:pt x="332" y="242"/>
                    </a:lnTo>
                    <a:lnTo>
                      <a:pt x="326" y="244"/>
                    </a:lnTo>
                    <a:lnTo>
                      <a:pt x="326" y="244"/>
                    </a:lnTo>
                    <a:lnTo>
                      <a:pt x="326" y="246"/>
                    </a:lnTo>
                    <a:lnTo>
                      <a:pt x="328" y="248"/>
                    </a:lnTo>
                    <a:lnTo>
                      <a:pt x="328" y="248"/>
                    </a:lnTo>
                    <a:lnTo>
                      <a:pt x="338" y="250"/>
                    </a:lnTo>
                    <a:lnTo>
                      <a:pt x="348" y="250"/>
                    </a:lnTo>
                    <a:lnTo>
                      <a:pt x="348" y="252"/>
                    </a:lnTo>
                    <a:lnTo>
                      <a:pt x="348" y="252"/>
                    </a:lnTo>
                    <a:lnTo>
                      <a:pt x="352" y="252"/>
                    </a:lnTo>
                    <a:lnTo>
                      <a:pt x="358" y="250"/>
                    </a:lnTo>
                    <a:lnTo>
                      <a:pt x="362" y="248"/>
                    </a:lnTo>
                    <a:lnTo>
                      <a:pt x="366" y="248"/>
                    </a:lnTo>
                    <a:lnTo>
                      <a:pt x="366" y="248"/>
                    </a:lnTo>
                    <a:lnTo>
                      <a:pt x="368" y="250"/>
                    </a:lnTo>
                    <a:lnTo>
                      <a:pt x="368" y="250"/>
                    </a:lnTo>
                    <a:lnTo>
                      <a:pt x="370" y="246"/>
                    </a:lnTo>
                    <a:lnTo>
                      <a:pt x="370" y="246"/>
                    </a:lnTo>
                    <a:lnTo>
                      <a:pt x="368" y="244"/>
                    </a:lnTo>
                    <a:lnTo>
                      <a:pt x="364" y="244"/>
                    </a:lnTo>
                    <a:lnTo>
                      <a:pt x="364" y="244"/>
                    </a:lnTo>
                    <a:lnTo>
                      <a:pt x="360" y="244"/>
                    </a:lnTo>
                    <a:lnTo>
                      <a:pt x="356" y="246"/>
                    </a:lnTo>
                    <a:lnTo>
                      <a:pt x="356" y="246"/>
                    </a:lnTo>
                    <a:lnTo>
                      <a:pt x="352" y="242"/>
                    </a:lnTo>
                    <a:lnTo>
                      <a:pt x="352" y="242"/>
                    </a:lnTo>
                    <a:lnTo>
                      <a:pt x="348" y="242"/>
                    </a:lnTo>
                    <a:lnTo>
                      <a:pt x="344" y="244"/>
                    </a:lnTo>
                    <a:lnTo>
                      <a:pt x="344" y="244"/>
                    </a:lnTo>
                    <a:lnTo>
                      <a:pt x="338" y="242"/>
                    </a:lnTo>
                    <a:lnTo>
                      <a:pt x="332" y="242"/>
                    </a:lnTo>
                    <a:lnTo>
                      <a:pt x="332" y="242"/>
                    </a:lnTo>
                    <a:close/>
                    <a:moveTo>
                      <a:pt x="420" y="244"/>
                    </a:moveTo>
                    <a:lnTo>
                      <a:pt x="416" y="246"/>
                    </a:lnTo>
                    <a:lnTo>
                      <a:pt x="416" y="246"/>
                    </a:lnTo>
                    <a:lnTo>
                      <a:pt x="410" y="246"/>
                    </a:lnTo>
                    <a:lnTo>
                      <a:pt x="410" y="246"/>
                    </a:lnTo>
                    <a:lnTo>
                      <a:pt x="408" y="250"/>
                    </a:lnTo>
                    <a:lnTo>
                      <a:pt x="408" y="250"/>
                    </a:lnTo>
                    <a:lnTo>
                      <a:pt x="400" y="250"/>
                    </a:lnTo>
                    <a:lnTo>
                      <a:pt x="398" y="250"/>
                    </a:lnTo>
                    <a:lnTo>
                      <a:pt x="394" y="250"/>
                    </a:lnTo>
                    <a:lnTo>
                      <a:pt x="394" y="250"/>
                    </a:lnTo>
                    <a:lnTo>
                      <a:pt x="394" y="252"/>
                    </a:lnTo>
                    <a:lnTo>
                      <a:pt x="394" y="256"/>
                    </a:lnTo>
                    <a:lnTo>
                      <a:pt x="394" y="256"/>
                    </a:lnTo>
                    <a:lnTo>
                      <a:pt x="390" y="256"/>
                    </a:lnTo>
                    <a:lnTo>
                      <a:pt x="386" y="258"/>
                    </a:lnTo>
                    <a:lnTo>
                      <a:pt x="386" y="258"/>
                    </a:lnTo>
                    <a:lnTo>
                      <a:pt x="386" y="262"/>
                    </a:lnTo>
                    <a:lnTo>
                      <a:pt x="386" y="262"/>
                    </a:lnTo>
                    <a:lnTo>
                      <a:pt x="374" y="268"/>
                    </a:lnTo>
                    <a:lnTo>
                      <a:pt x="374" y="268"/>
                    </a:lnTo>
                    <a:lnTo>
                      <a:pt x="376" y="274"/>
                    </a:lnTo>
                    <a:lnTo>
                      <a:pt x="376" y="274"/>
                    </a:lnTo>
                    <a:lnTo>
                      <a:pt x="370" y="276"/>
                    </a:lnTo>
                    <a:lnTo>
                      <a:pt x="364" y="278"/>
                    </a:lnTo>
                    <a:lnTo>
                      <a:pt x="364" y="278"/>
                    </a:lnTo>
                    <a:lnTo>
                      <a:pt x="362" y="280"/>
                    </a:lnTo>
                    <a:lnTo>
                      <a:pt x="362" y="282"/>
                    </a:lnTo>
                    <a:lnTo>
                      <a:pt x="362" y="282"/>
                    </a:lnTo>
                    <a:lnTo>
                      <a:pt x="364" y="284"/>
                    </a:lnTo>
                    <a:lnTo>
                      <a:pt x="364" y="284"/>
                    </a:lnTo>
                    <a:lnTo>
                      <a:pt x="370" y="284"/>
                    </a:lnTo>
                    <a:lnTo>
                      <a:pt x="374" y="282"/>
                    </a:lnTo>
                    <a:lnTo>
                      <a:pt x="374" y="282"/>
                    </a:lnTo>
                    <a:lnTo>
                      <a:pt x="374" y="280"/>
                    </a:lnTo>
                    <a:lnTo>
                      <a:pt x="374" y="280"/>
                    </a:lnTo>
                    <a:lnTo>
                      <a:pt x="380" y="274"/>
                    </a:lnTo>
                    <a:lnTo>
                      <a:pt x="380" y="274"/>
                    </a:lnTo>
                    <a:lnTo>
                      <a:pt x="386" y="274"/>
                    </a:lnTo>
                    <a:lnTo>
                      <a:pt x="392" y="272"/>
                    </a:lnTo>
                    <a:lnTo>
                      <a:pt x="392" y="272"/>
                    </a:lnTo>
                    <a:lnTo>
                      <a:pt x="396" y="268"/>
                    </a:lnTo>
                    <a:lnTo>
                      <a:pt x="398" y="264"/>
                    </a:lnTo>
                    <a:lnTo>
                      <a:pt x="398" y="264"/>
                    </a:lnTo>
                    <a:lnTo>
                      <a:pt x="402" y="264"/>
                    </a:lnTo>
                    <a:lnTo>
                      <a:pt x="402" y="264"/>
                    </a:lnTo>
                    <a:lnTo>
                      <a:pt x="402" y="262"/>
                    </a:lnTo>
                    <a:lnTo>
                      <a:pt x="402" y="260"/>
                    </a:lnTo>
                    <a:lnTo>
                      <a:pt x="402" y="260"/>
                    </a:lnTo>
                    <a:lnTo>
                      <a:pt x="406" y="260"/>
                    </a:lnTo>
                    <a:lnTo>
                      <a:pt x="408" y="258"/>
                    </a:lnTo>
                    <a:lnTo>
                      <a:pt x="408" y="258"/>
                    </a:lnTo>
                    <a:lnTo>
                      <a:pt x="410" y="254"/>
                    </a:lnTo>
                    <a:lnTo>
                      <a:pt x="410" y="254"/>
                    </a:lnTo>
                    <a:lnTo>
                      <a:pt x="414" y="254"/>
                    </a:lnTo>
                    <a:lnTo>
                      <a:pt x="418" y="252"/>
                    </a:lnTo>
                    <a:lnTo>
                      <a:pt x="418" y="252"/>
                    </a:lnTo>
                    <a:lnTo>
                      <a:pt x="420" y="250"/>
                    </a:lnTo>
                    <a:lnTo>
                      <a:pt x="420" y="250"/>
                    </a:lnTo>
                    <a:lnTo>
                      <a:pt x="424" y="246"/>
                    </a:lnTo>
                    <a:lnTo>
                      <a:pt x="424" y="244"/>
                    </a:lnTo>
                    <a:lnTo>
                      <a:pt x="420" y="244"/>
                    </a:lnTo>
                    <a:lnTo>
                      <a:pt x="420" y="244"/>
                    </a:lnTo>
                    <a:close/>
                    <a:moveTo>
                      <a:pt x="320" y="262"/>
                    </a:moveTo>
                    <a:lnTo>
                      <a:pt x="318" y="268"/>
                    </a:lnTo>
                    <a:lnTo>
                      <a:pt x="318" y="268"/>
                    </a:lnTo>
                    <a:lnTo>
                      <a:pt x="328" y="272"/>
                    </a:lnTo>
                    <a:lnTo>
                      <a:pt x="334" y="274"/>
                    </a:lnTo>
                    <a:lnTo>
                      <a:pt x="340" y="276"/>
                    </a:lnTo>
                    <a:lnTo>
                      <a:pt x="340" y="276"/>
                    </a:lnTo>
                    <a:lnTo>
                      <a:pt x="340" y="272"/>
                    </a:lnTo>
                    <a:lnTo>
                      <a:pt x="340" y="270"/>
                    </a:lnTo>
                    <a:lnTo>
                      <a:pt x="340" y="270"/>
                    </a:lnTo>
                    <a:lnTo>
                      <a:pt x="338" y="268"/>
                    </a:lnTo>
                    <a:lnTo>
                      <a:pt x="338" y="268"/>
                    </a:lnTo>
                    <a:lnTo>
                      <a:pt x="320" y="262"/>
                    </a:lnTo>
                    <a:lnTo>
                      <a:pt x="320" y="262"/>
                    </a:lnTo>
                    <a:close/>
                    <a:moveTo>
                      <a:pt x="196" y="64"/>
                    </a:moveTo>
                    <a:lnTo>
                      <a:pt x="196" y="64"/>
                    </a:lnTo>
                    <a:lnTo>
                      <a:pt x="196" y="62"/>
                    </a:lnTo>
                    <a:lnTo>
                      <a:pt x="196" y="62"/>
                    </a:lnTo>
                    <a:lnTo>
                      <a:pt x="192" y="62"/>
                    </a:lnTo>
                    <a:lnTo>
                      <a:pt x="192" y="62"/>
                    </a:lnTo>
                    <a:lnTo>
                      <a:pt x="192" y="68"/>
                    </a:lnTo>
                    <a:lnTo>
                      <a:pt x="192" y="68"/>
                    </a:lnTo>
                    <a:lnTo>
                      <a:pt x="188" y="70"/>
                    </a:lnTo>
                    <a:lnTo>
                      <a:pt x="188" y="70"/>
                    </a:lnTo>
                    <a:lnTo>
                      <a:pt x="186" y="74"/>
                    </a:lnTo>
                    <a:lnTo>
                      <a:pt x="184" y="78"/>
                    </a:lnTo>
                    <a:lnTo>
                      <a:pt x="182" y="80"/>
                    </a:lnTo>
                    <a:lnTo>
                      <a:pt x="182" y="80"/>
                    </a:lnTo>
                    <a:lnTo>
                      <a:pt x="182" y="94"/>
                    </a:lnTo>
                    <a:lnTo>
                      <a:pt x="182" y="94"/>
                    </a:lnTo>
                    <a:lnTo>
                      <a:pt x="186" y="96"/>
                    </a:lnTo>
                    <a:lnTo>
                      <a:pt x="188" y="100"/>
                    </a:lnTo>
                    <a:lnTo>
                      <a:pt x="188" y="100"/>
                    </a:lnTo>
                    <a:lnTo>
                      <a:pt x="186" y="102"/>
                    </a:lnTo>
                    <a:lnTo>
                      <a:pt x="186" y="106"/>
                    </a:lnTo>
                    <a:lnTo>
                      <a:pt x="186" y="106"/>
                    </a:lnTo>
                    <a:lnTo>
                      <a:pt x="190" y="108"/>
                    </a:lnTo>
                    <a:lnTo>
                      <a:pt x="190" y="108"/>
                    </a:lnTo>
                    <a:lnTo>
                      <a:pt x="188" y="112"/>
                    </a:lnTo>
                    <a:lnTo>
                      <a:pt x="188" y="114"/>
                    </a:lnTo>
                    <a:lnTo>
                      <a:pt x="188" y="114"/>
                    </a:lnTo>
                    <a:lnTo>
                      <a:pt x="192" y="114"/>
                    </a:lnTo>
                    <a:lnTo>
                      <a:pt x="192" y="114"/>
                    </a:lnTo>
                    <a:lnTo>
                      <a:pt x="190" y="120"/>
                    </a:lnTo>
                    <a:lnTo>
                      <a:pt x="190" y="120"/>
                    </a:lnTo>
                    <a:lnTo>
                      <a:pt x="192" y="120"/>
                    </a:lnTo>
                    <a:lnTo>
                      <a:pt x="192" y="120"/>
                    </a:lnTo>
                    <a:lnTo>
                      <a:pt x="196" y="118"/>
                    </a:lnTo>
                    <a:lnTo>
                      <a:pt x="196" y="118"/>
                    </a:lnTo>
                    <a:lnTo>
                      <a:pt x="198" y="118"/>
                    </a:lnTo>
                    <a:lnTo>
                      <a:pt x="198" y="118"/>
                    </a:lnTo>
                    <a:lnTo>
                      <a:pt x="198" y="118"/>
                    </a:lnTo>
                    <a:lnTo>
                      <a:pt x="202" y="136"/>
                    </a:lnTo>
                    <a:lnTo>
                      <a:pt x="202" y="136"/>
                    </a:lnTo>
                    <a:lnTo>
                      <a:pt x="204" y="140"/>
                    </a:lnTo>
                    <a:lnTo>
                      <a:pt x="204" y="140"/>
                    </a:lnTo>
                    <a:lnTo>
                      <a:pt x="206" y="148"/>
                    </a:lnTo>
                    <a:lnTo>
                      <a:pt x="206" y="148"/>
                    </a:lnTo>
                    <a:lnTo>
                      <a:pt x="210" y="148"/>
                    </a:lnTo>
                    <a:lnTo>
                      <a:pt x="216" y="150"/>
                    </a:lnTo>
                    <a:lnTo>
                      <a:pt x="216" y="150"/>
                    </a:lnTo>
                    <a:lnTo>
                      <a:pt x="218" y="148"/>
                    </a:lnTo>
                    <a:lnTo>
                      <a:pt x="218" y="146"/>
                    </a:lnTo>
                    <a:lnTo>
                      <a:pt x="222" y="146"/>
                    </a:lnTo>
                    <a:lnTo>
                      <a:pt x="222" y="148"/>
                    </a:lnTo>
                    <a:lnTo>
                      <a:pt x="222" y="148"/>
                    </a:lnTo>
                    <a:lnTo>
                      <a:pt x="226" y="148"/>
                    </a:lnTo>
                    <a:lnTo>
                      <a:pt x="226" y="148"/>
                    </a:lnTo>
                    <a:lnTo>
                      <a:pt x="226" y="154"/>
                    </a:lnTo>
                    <a:lnTo>
                      <a:pt x="226" y="154"/>
                    </a:lnTo>
                    <a:lnTo>
                      <a:pt x="228" y="154"/>
                    </a:lnTo>
                    <a:lnTo>
                      <a:pt x="230" y="154"/>
                    </a:lnTo>
                    <a:lnTo>
                      <a:pt x="230" y="154"/>
                    </a:lnTo>
                    <a:lnTo>
                      <a:pt x="240" y="154"/>
                    </a:lnTo>
                    <a:lnTo>
                      <a:pt x="242" y="150"/>
                    </a:lnTo>
                    <a:lnTo>
                      <a:pt x="242" y="150"/>
                    </a:lnTo>
                    <a:lnTo>
                      <a:pt x="244" y="150"/>
                    </a:lnTo>
                    <a:lnTo>
                      <a:pt x="244" y="150"/>
                    </a:lnTo>
                    <a:lnTo>
                      <a:pt x="248" y="154"/>
                    </a:lnTo>
                    <a:lnTo>
                      <a:pt x="250" y="154"/>
                    </a:lnTo>
                    <a:lnTo>
                      <a:pt x="252" y="154"/>
                    </a:lnTo>
                    <a:lnTo>
                      <a:pt x="252" y="154"/>
                    </a:lnTo>
                    <a:lnTo>
                      <a:pt x="254" y="152"/>
                    </a:lnTo>
                    <a:lnTo>
                      <a:pt x="256" y="152"/>
                    </a:lnTo>
                    <a:lnTo>
                      <a:pt x="258" y="154"/>
                    </a:lnTo>
                    <a:lnTo>
                      <a:pt x="258" y="154"/>
                    </a:lnTo>
                    <a:lnTo>
                      <a:pt x="262" y="156"/>
                    </a:lnTo>
                    <a:lnTo>
                      <a:pt x="264" y="156"/>
                    </a:lnTo>
                    <a:lnTo>
                      <a:pt x="264" y="158"/>
                    </a:lnTo>
                    <a:lnTo>
                      <a:pt x="264" y="158"/>
                    </a:lnTo>
                    <a:lnTo>
                      <a:pt x="266" y="158"/>
                    </a:lnTo>
                    <a:lnTo>
                      <a:pt x="266" y="158"/>
                    </a:lnTo>
                    <a:lnTo>
                      <a:pt x="270" y="156"/>
                    </a:lnTo>
                    <a:lnTo>
                      <a:pt x="270" y="156"/>
                    </a:lnTo>
                    <a:lnTo>
                      <a:pt x="274" y="154"/>
                    </a:lnTo>
                    <a:lnTo>
                      <a:pt x="280" y="152"/>
                    </a:lnTo>
                    <a:lnTo>
                      <a:pt x="280" y="152"/>
                    </a:lnTo>
                    <a:lnTo>
                      <a:pt x="286" y="142"/>
                    </a:lnTo>
                    <a:lnTo>
                      <a:pt x="290" y="138"/>
                    </a:lnTo>
                    <a:lnTo>
                      <a:pt x="294" y="136"/>
                    </a:lnTo>
                    <a:lnTo>
                      <a:pt x="294" y="136"/>
                    </a:lnTo>
                    <a:lnTo>
                      <a:pt x="290" y="128"/>
                    </a:lnTo>
                    <a:lnTo>
                      <a:pt x="290" y="128"/>
                    </a:lnTo>
                    <a:lnTo>
                      <a:pt x="298" y="116"/>
                    </a:lnTo>
                    <a:lnTo>
                      <a:pt x="298" y="116"/>
                    </a:lnTo>
                    <a:lnTo>
                      <a:pt x="298" y="112"/>
                    </a:lnTo>
                    <a:lnTo>
                      <a:pt x="298" y="112"/>
                    </a:lnTo>
                    <a:lnTo>
                      <a:pt x="296" y="112"/>
                    </a:lnTo>
                    <a:lnTo>
                      <a:pt x="296" y="110"/>
                    </a:lnTo>
                    <a:lnTo>
                      <a:pt x="296" y="110"/>
                    </a:lnTo>
                    <a:lnTo>
                      <a:pt x="296" y="108"/>
                    </a:lnTo>
                    <a:lnTo>
                      <a:pt x="298" y="108"/>
                    </a:lnTo>
                    <a:lnTo>
                      <a:pt x="298" y="108"/>
                    </a:lnTo>
                    <a:lnTo>
                      <a:pt x="300" y="104"/>
                    </a:lnTo>
                    <a:lnTo>
                      <a:pt x="300" y="100"/>
                    </a:lnTo>
                    <a:lnTo>
                      <a:pt x="300" y="88"/>
                    </a:lnTo>
                    <a:lnTo>
                      <a:pt x="300" y="88"/>
                    </a:lnTo>
                    <a:lnTo>
                      <a:pt x="306" y="84"/>
                    </a:lnTo>
                    <a:lnTo>
                      <a:pt x="316" y="82"/>
                    </a:lnTo>
                    <a:lnTo>
                      <a:pt x="316" y="82"/>
                    </a:lnTo>
                    <a:lnTo>
                      <a:pt x="314" y="78"/>
                    </a:lnTo>
                    <a:lnTo>
                      <a:pt x="314" y="78"/>
                    </a:lnTo>
                    <a:lnTo>
                      <a:pt x="306" y="74"/>
                    </a:lnTo>
                    <a:lnTo>
                      <a:pt x="304" y="72"/>
                    </a:lnTo>
                    <a:lnTo>
                      <a:pt x="302" y="70"/>
                    </a:lnTo>
                    <a:lnTo>
                      <a:pt x="302" y="70"/>
                    </a:lnTo>
                    <a:lnTo>
                      <a:pt x="302" y="66"/>
                    </a:lnTo>
                    <a:lnTo>
                      <a:pt x="304" y="62"/>
                    </a:lnTo>
                    <a:lnTo>
                      <a:pt x="304" y="62"/>
                    </a:lnTo>
                    <a:lnTo>
                      <a:pt x="304" y="58"/>
                    </a:lnTo>
                    <a:lnTo>
                      <a:pt x="302" y="54"/>
                    </a:lnTo>
                    <a:lnTo>
                      <a:pt x="296" y="46"/>
                    </a:lnTo>
                    <a:lnTo>
                      <a:pt x="296" y="46"/>
                    </a:lnTo>
                    <a:lnTo>
                      <a:pt x="296" y="42"/>
                    </a:lnTo>
                    <a:lnTo>
                      <a:pt x="296" y="42"/>
                    </a:lnTo>
                    <a:lnTo>
                      <a:pt x="298" y="40"/>
                    </a:lnTo>
                    <a:lnTo>
                      <a:pt x="298" y="40"/>
                    </a:lnTo>
                    <a:lnTo>
                      <a:pt x="300" y="40"/>
                    </a:lnTo>
                    <a:lnTo>
                      <a:pt x="300" y="38"/>
                    </a:lnTo>
                    <a:lnTo>
                      <a:pt x="300" y="38"/>
                    </a:lnTo>
                    <a:lnTo>
                      <a:pt x="300" y="38"/>
                    </a:lnTo>
                    <a:lnTo>
                      <a:pt x="300" y="38"/>
                    </a:lnTo>
                    <a:lnTo>
                      <a:pt x="300" y="36"/>
                    </a:lnTo>
                    <a:lnTo>
                      <a:pt x="300" y="36"/>
                    </a:lnTo>
                    <a:lnTo>
                      <a:pt x="296" y="34"/>
                    </a:lnTo>
                    <a:lnTo>
                      <a:pt x="296" y="34"/>
                    </a:lnTo>
                    <a:lnTo>
                      <a:pt x="296" y="32"/>
                    </a:lnTo>
                    <a:lnTo>
                      <a:pt x="286" y="34"/>
                    </a:lnTo>
                    <a:lnTo>
                      <a:pt x="278" y="32"/>
                    </a:lnTo>
                    <a:lnTo>
                      <a:pt x="276" y="36"/>
                    </a:lnTo>
                    <a:lnTo>
                      <a:pt x="274" y="46"/>
                    </a:lnTo>
                    <a:lnTo>
                      <a:pt x="270" y="50"/>
                    </a:lnTo>
                    <a:lnTo>
                      <a:pt x="268" y="54"/>
                    </a:lnTo>
                    <a:lnTo>
                      <a:pt x="264" y="58"/>
                    </a:lnTo>
                    <a:lnTo>
                      <a:pt x="260" y="60"/>
                    </a:lnTo>
                    <a:lnTo>
                      <a:pt x="260" y="64"/>
                    </a:lnTo>
                    <a:lnTo>
                      <a:pt x="258" y="72"/>
                    </a:lnTo>
                    <a:lnTo>
                      <a:pt x="256" y="74"/>
                    </a:lnTo>
                    <a:lnTo>
                      <a:pt x="250" y="78"/>
                    </a:lnTo>
                    <a:lnTo>
                      <a:pt x="242" y="78"/>
                    </a:lnTo>
                    <a:lnTo>
                      <a:pt x="238" y="76"/>
                    </a:lnTo>
                    <a:lnTo>
                      <a:pt x="230" y="78"/>
                    </a:lnTo>
                    <a:lnTo>
                      <a:pt x="228" y="80"/>
                    </a:lnTo>
                    <a:lnTo>
                      <a:pt x="220" y="82"/>
                    </a:lnTo>
                    <a:lnTo>
                      <a:pt x="214" y="84"/>
                    </a:lnTo>
                    <a:lnTo>
                      <a:pt x="208" y="82"/>
                    </a:lnTo>
                    <a:lnTo>
                      <a:pt x="204" y="80"/>
                    </a:lnTo>
                    <a:lnTo>
                      <a:pt x="198" y="78"/>
                    </a:lnTo>
                    <a:lnTo>
                      <a:pt x="196" y="72"/>
                    </a:lnTo>
                    <a:lnTo>
                      <a:pt x="196" y="64"/>
                    </a:lnTo>
                    <a:close/>
                    <a:moveTo>
                      <a:pt x="486" y="116"/>
                    </a:moveTo>
                    <a:lnTo>
                      <a:pt x="486" y="116"/>
                    </a:lnTo>
                    <a:lnTo>
                      <a:pt x="478" y="116"/>
                    </a:lnTo>
                    <a:lnTo>
                      <a:pt x="478" y="116"/>
                    </a:lnTo>
                    <a:lnTo>
                      <a:pt x="478" y="124"/>
                    </a:lnTo>
                    <a:lnTo>
                      <a:pt x="478" y="124"/>
                    </a:lnTo>
                    <a:lnTo>
                      <a:pt x="476" y="124"/>
                    </a:lnTo>
                    <a:lnTo>
                      <a:pt x="476" y="126"/>
                    </a:lnTo>
                    <a:lnTo>
                      <a:pt x="478" y="128"/>
                    </a:lnTo>
                    <a:lnTo>
                      <a:pt x="478" y="128"/>
                    </a:lnTo>
                    <a:lnTo>
                      <a:pt x="482" y="128"/>
                    </a:lnTo>
                    <a:lnTo>
                      <a:pt x="486" y="128"/>
                    </a:lnTo>
                    <a:lnTo>
                      <a:pt x="486" y="128"/>
                    </a:lnTo>
                    <a:lnTo>
                      <a:pt x="490" y="130"/>
                    </a:lnTo>
                    <a:lnTo>
                      <a:pt x="490" y="130"/>
                    </a:lnTo>
                    <a:lnTo>
                      <a:pt x="490" y="132"/>
                    </a:lnTo>
                    <a:lnTo>
                      <a:pt x="490" y="136"/>
                    </a:lnTo>
                    <a:lnTo>
                      <a:pt x="490" y="136"/>
                    </a:lnTo>
                    <a:lnTo>
                      <a:pt x="490" y="136"/>
                    </a:lnTo>
                    <a:lnTo>
                      <a:pt x="488" y="136"/>
                    </a:lnTo>
                    <a:lnTo>
                      <a:pt x="488" y="136"/>
                    </a:lnTo>
                    <a:lnTo>
                      <a:pt x="488" y="136"/>
                    </a:lnTo>
                    <a:lnTo>
                      <a:pt x="492" y="136"/>
                    </a:lnTo>
                    <a:lnTo>
                      <a:pt x="496" y="136"/>
                    </a:lnTo>
                    <a:lnTo>
                      <a:pt x="504" y="136"/>
                    </a:lnTo>
                    <a:lnTo>
                      <a:pt x="504" y="136"/>
                    </a:lnTo>
                    <a:lnTo>
                      <a:pt x="514" y="138"/>
                    </a:lnTo>
                    <a:lnTo>
                      <a:pt x="514" y="140"/>
                    </a:lnTo>
                    <a:lnTo>
                      <a:pt x="514" y="140"/>
                    </a:lnTo>
                    <a:lnTo>
                      <a:pt x="504" y="142"/>
                    </a:lnTo>
                    <a:lnTo>
                      <a:pt x="502" y="144"/>
                    </a:lnTo>
                    <a:lnTo>
                      <a:pt x="502" y="144"/>
                    </a:lnTo>
                    <a:lnTo>
                      <a:pt x="494" y="144"/>
                    </a:lnTo>
                    <a:lnTo>
                      <a:pt x="486" y="144"/>
                    </a:lnTo>
                    <a:lnTo>
                      <a:pt x="488" y="148"/>
                    </a:lnTo>
                    <a:lnTo>
                      <a:pt x="488" y="148"/>
                    </a:lnTo>
                    <a:lnTo>
                      <a:pt x="494" y="146"/>
                    </a:lnTo>
                    <a:lnTo>
                      <a:pt x="494" y="146"/>
                    </a:lnTo>
                    <a:lnTo>
                      <a:pt x="496" y="152"/>
                    </a:lnTo>
                    <a:lnTo>
                      <a:pt x="500" y="154"/>
                    </a:lnTo>
                    <a:lnTo>
                      <a:pt x="500" y="154"/>
                    </a:lnTo>
                    <a:lnTo>
                      <a:pt x="500" y="156"/>
                    </a:lnTo>
                    <a:lnTo>
                      <a:pt x="500" y="160"/>
                    </a:lnTo>
                    <a:lnTo>
                      <a:pt x="500" y="160"/>
                    </a:lnTo>
                    <a:lnTo>
                      <a:pt x="502" y="162"/>
                    </a:lnTo>
                    <a:lnTo>
                      <a:pt x="502" y="162"/>
                    </a:lnTo>
                    <a:lnTo>
                      <a:pt x="504" y="162"/>
                    </a:lnTo>
                    <a:lnTo>
                      <a:pt x="504" y="162"/>
                    </a:lnTo>
                    <a:lnTo>
                      <a:pt x="508" y="154"/>
                    </a:lnTo>
                    <a:lnTo>
                      <a:pt x="508" y="154"/>
                    </a:lnTo>
                    <a:lnTo>
                      <a:pt x="510" y="154"/>
                    </a:lnTo>
                    <a:lnTo>
                      <a:pt x="510" y="154"/>
                    </a:lnTo>
                    <a:lnTo>
                      <a:pt x="510" y="156"/>
                    </a:lnTo>
                    <a:lnTo>
                      <a:pt x="516" y="160"/>
                    </a:lnTo>
                    <a:lnTo>
                      <a:pt x="516" y="160"/>
                    </a:lnTo>
                    <a:lnTo>
                      <a:pt x="516" y="160"/>
                    </a:lnTo>
                    <a:lnTo>
                      <a:pt x="522" y="162"/>
                    </a:lnTo>
                    <a:lnTo>
                      <a:pt x="522" y="162"/>
                    </a:lnTo>
                    <a:lnTo>
                      <a:pt x="522" y="162"/>
                    </a:lnTo>
                    <a:lnTo>
                      <a:pt x="522" y="166"/>
                    </a:lnTo>
                    <a:lnTo>
                      <a:pt x="524" y="170"/>
                    </a:lnTo>
                    <a:lnTo>
                      <a:pt x="526" y="172"/>
                    </a:lnTo>
                    <a:lnTo>
                      <a:pt x="526" y="172"/>
                    </a:lnTo>
                    <a:lnTo>
                      <a:pt x="530" y="172"/>
                    </a:lnTo>
                    <a:lnTo>
                      <a:pt x="534" y="172"/>
                    </a:lnTo>
                    <a:lnTo>
                      <a:pt x="536" y="174"/>
                    </a:lnTo>
                    <a:lnTo>
                      <a:pt x="536" y="174"/>
                    </a:lnTo>
                    <a:lnTo>
                      <a:pt x="538" y="172"/>
                    </a:lnTo>
                    <a:lnTo>
                      <a:pt x="542" y="172"/>
                    </a:lnTo>
                    <a:lnTo>
                      <a:pt x="542" y="174"/>
                    </a:lnTo>
                    <a:lnTo>
                      <a:pt x="542" y="174"/>
                    </a:lnTo>
                    <a:lnTo>
                      <a:pt x="548" y="178"/>
                    </a:lnTo>
                    <a:lnTo>
                      <a:pt x="552" y="184"/>
                    </a:lnTo>
                    <a:lnTo>
                      <a:pt x="552" y="184"/>
                    </a:lnTo>
                    <a:lnTo>
                      <a:pt x="560" y="184"/>
                    </a:lnTo>
                    <a:lnTo>
                      <a:pt x="564" y="186"/>
                    </a:lnTo>
                    <a:lnTo>
                      <a:pt x="564" y="186"/>
                    </a:lnTo>
                    <a:lnTo>
                      <a:pt x="566" y="186"/>
                    </a:lnTo>
                    <a:lnTo>
                      <a:pt x="570" y="188"/>
                    </a:lnTo>
                    <a:lnTo>
                      <a:pt x="574" y="194"/>
                    </a:lnTo>
                    <a:lnTo>
                      <a:pt x="574" y="206"/>
                    </a:lnTo>
                    <a:lnTo>
                      <a:pt x="574" y="206"/>
                    </a:lnTo>
                    <a:lnTo>
                      <a:pt x="572" y="206"/>
                    </a:lnTo>
                    <a:lnTo>
                      <a:pt x="572" y="208"/>
                    </a:lnTo>
                    <a:lnTo>
                      <a:pt x="572" y="208"/>
                    </a:lnTo>
                    <a:lnTo>
                      <a:pt x="576" y="210"/>
                    </a:lnTo>
                    <a:lnTo>
                      <a:pt x="576" y="210"/>
                    </a:lnTo>
                    <a:lnTo>
                      <a:pt x="576" y="214"/>
                    </a:lnTo>
                    <a:lnTo>
                      <a:pt x="576" y="216"/>
                    </a:lnTo>
                    <a:lnTo>
                      <a:pt x="576" y="216"/>
                    </a:lnTo>
                    <a:lnTo>
                      <a:pt x="580" y="220"/>
                    </a:lnTo>
                    <a:lnTo>
                      <a:pt x="580" y="220"/>
                    </a:lnTo>
                    <a:lnTo>
                      <a:pt x="580" y="226"/>
                    </a:lnTo>
                    <a:lnTo>
                      <a:pt x="580" y="232"/>
                    </a:lnTo>
                    <a:lnTo>
                      <a:pt x="580" y="232"/>
                    </a:lnTo>
                    <a:lnTo>
                      <a:pt x="576" y="228"/>
                    </a:lnTo>
                    <a:lnTo>
                      <a:pt x="576" y="228"/>
                    </a:lnTo>
                    <a:lnTo>
                      <a:pt x="574" y="230"/>
                    </a:lnTo>
                    <a:lnTo>
                      <a:pt x="570" y="230"/>
                    </a:lnTo>
                    <a:lnTo>
                      <a:pt x="570" y="230"/>
                    </a:lnTo>
                    <a:lnTo>
                      <a:pt x="562" y="240"/>
                    </a:lnTo>
                    <a:lnTo>
                      <a:pt x="562" y="240"/>
                    </a:lnTo>
                    <a:lnTo>
                      <a:pt x="578" y="238"/>
                    </a:lnTo>
                    <a:lnTo>
                      <a:pt x="578" y="238"/>
                    </a:lnTo>
                    <a:lnTo>
                      <a:pt x="578" y="234"/>
                    </a:lnTo>
                    <a:lnTo>
                      <a:pt x="578" y="234"/>
                    </a:lnTo>
                    <a:lnTo>
                      <a:pt x="580" y="234"/>
                    </a:lnTo>
                    <a:lnTo>
                      <a:pt x="580" y="236"/>
                    </a:lnTo>
                    <a:lnTo>
                      <a:pt x="580" y="236"/>
                    </a:lnTo>
                    <a:lnTo>
                      <a:pt x="584" y="236"/>
                    </a:lnTo>
                    <a:lnTo>
                      <a:pt x="586" y="236"/>
                    </a:lnTo>
                    <a:lnTo>
                      <a:pt x="592" y="236"/>
                    </a:lnTo>
                    <a:lnTo>
                      <a:pt x="592" y="236"/>
                    </a:lnTo>
                    <a:lnTo>
                      <a:pt x="596" y="240"/>
                    </a:lnTo>
                    <a:lnTo>
                      <a:pt x="600" y="244"/>
                    </a:lnTo>
                    <a:lnTo>
                      <a:pt x="600" y="244"/>
                    </a:lnTo>
                    <a:lnTo>
                      <a:pt x="600" y="248"/>
                    </a:lnTo>
                    <a:lnTo>
                      <a:pt x="602" y="248"/>
                    </a:lnTo>
                    <a:lnTo>
                      <a:pt x="602" y="248"/>
                    </a:lnTo>
                    <a:lnTo>
                      <a:pt x="604" y="252"/>
                    </a:lnTo>
                    <a:lnTo>
                      <a:pt x="604" y="252"/>
                    </a:lnTo>
                    <a:lnTo>
                      <a:pt x="606" y="252"/>
                    </a:lnTo>
                    <a:lnTo>
                      <a:pt x="606" y="218"/>
                    </a:lnTo>
                    <a:lnTo>
                      <a:pt x="604" y="212"/>
                    </a:lnTo>
                    <a:lnTo>
                      <a:pt x="606" y="206"/>
                    </a:lnTo>
                    <a:lnTo>
                      <a:pt x="606" y="146"/>
                    </a:lnTo>
                    <a:lnTo>
                      <a:pt x="606" y="146"/>
                    </a:lnTo>
                    <a:lnTo>
                      <a:pt x="604" y="146"/>
                    </a:lnTo>
                    <a:lnTo>
                      <a:pt x="604" y="146"/>
                    </a:lnTo>
                    <a:lnTo>
                      <a:pt x="602" y="142"/>
                    </a:lnTo>
                    <a:lnTo>
                      <a:pt x="600" y="140"/>
                    </a:lnTo>
                    <a:lnTo>
                      <a:pt x="600" y="140"/>
                    </a:lnTo>
                    <a:lnTo>
                      <a:pt x="598" y="140"/>
                    </a:lnTo>
                    <a:lnTo>
                      <a:pt x="594" y="142"/>
                    </a:lnTo>
                    <a:lnTo>
                      <a:pt x="594" y="142"/>
                    </a:lnTo>
                    <a:lnTo>
                      <a:pt x="586" y="140"/>
                    </a:lnTo>
                    <a:lnTo>
                      <a:pt x="580" y="138"/>
                    </a:lnTo>
                    <a:lnTo>
                      <a:pt x="580" y="138"/>
                    </a:lnTo>
                    <a:lnTo>
                      <a:pt x="572" y="132"/>
                    </a:lnTo>
                    <a:lnTo>
                      <a:pt x="566" y="128"/>
                    </a:lnTo>
                    <a:lnTo>
                      <a:pt x="562" y="128"/>
                    </a:lnTo>
                    <a:lnTo>
                      <a:pt x="562" y="130"/>
                    </a:lnTo>
                    <a:lnTo>
                      <a:pt x="562" y="130"/>
                    </a:lnTo>
                    <a:lnTo>
                      <a:pt x="558" y="130"/>
                    </a:lnTo>
                    <a:lnTo>
                      <a:pt x="558" y="130"/>
                    </a:lnTo>
                    <a:lnTo>
                      <a:pt x="552" y="138"/>
                    </a:lnTo>
                    <a:lnTo>
                      <a:pt x="552" y="138"/>
                    </a:lnTo>
                    <a:lnTo>
                      <a:pt x="546" y="140"/>
                    </a:lnTo>
                    <a:lnTo>
                      <a:pt x="546" y="140"/>
                    </a:lnTo>
                    <a:lnTo>
                      <a:pt x="542" y="146"/>
                    </a:lnTo>
                    <a:lnTo>
                      <a:pt x="540" y="152"/>
                    </a:lnTo>
                    <a:lnTo>
                      <a:pt x="540" y="152"/>
                    </a:lnTo>
                    <a:lnTo>
                      <a:pt x="532" y="156"/>
                    </a:lnTo>
                    <a:lnTo>
                      <a:pt x="532" y="156"/>
                    </a:lnTo>
                    <a:lnTo>
                      <a:pt x="530" y="154"/>
                    </a:lnTo>
                    <a:lnTo>
                      <a:pt x="530" y="154"/>
                    </a:lnTo>
                    <a:lnTo>
                      <a:pt x="530" y="154"/>
                    </a:lnTo>
                    <a:lnTo>
                      <a:pt x="528" y="150"/>
                    </a:lnTo>
                    <a:lnTo>
                      <a:pt x="524" y="150"/>
                    </a:lnTo>
                    <a:lnTo>
                      <a:pt x="524" y="150"/>
                    </a:lnTo>
                    <a:lnTo>
                      <a:pt x="524" y="144"/>
                    </a:lnTo>
                    <a:lnTo>
                      <a:pt x="522" y="142"/>
                    </a:lnTo>
                    <a:lnTo>
                      <a:pt x="522" y="142"/>
                    </a:lnTo>
                    <a:lnTo>
                      <a:pt x="522" y="144"/>
                    </a:lnTo>
                    <a:lnTo>
                      <a:pt x="520" y="146"/>
                    </a:lnTo>
                    <a:lnTo>
                      <a:pt x="520" y="146"/>
                    </a:lnTo>
                    <a:lnTo>
                      <a:pt x="518" y="136"/>
                    </a:lnTo>
                    <a:lnTo>
                      <a:pt x="518" y="132"/>
                    </a:lnTo>
                    <a:lnTo>
                      <a:pt x="518" y="126"/>
                    </a:lnTo>
                    <a:lnTo>
                      <a:pt x="518" y="126"/>
                    </a:lnTo>
                    <a:lnTo>
                      <a:pt x="518" y="124"/>
                    </a:lnTo>
                    <a:lnTo>
                      <a:pt x="520" y="120"/>
                    </a:lnTo>
                    <a:lnTo>
                      <a:pt x="520" y="120"/>
                    </a:lnTo>
                    <a:lnTo>
                      <a:pt x="518" y="116"/>
                    </a:lnTo>
                    <a:lnTo>
                      <a:pt x="514" y="112"/>
                    </a:lnTo>
                    <a:lnTo>
                      <a:pt x="512" y="112"/>
                    </a:lnTo>
                    <a:lnTo>
                      <a:pt x="512" y="112"/>
                    </a:lnTo>
                    <a:lnTo>
                      <a:pt x="510" y="114"/>
                    </a:lnTo>
                    <a:lnTo>
                      <a:pt x="510" y="114"/>
                    </a:lnTo>
                    <a:lnTo>
                      <a:pt x="508" y="112"/>
                    </a:lnTo>
                    <a:lnTo>
                      <a:pt x="508" y="112"/>
                    </a:lnTo>
                    <a:lnTo>
                      <a:pt x="506" y="112"/>
                    </a:lnTo>
                    <a:lnTo>
                      <a:pt x="506" y="112"/>
                    </a:lnTo>
                    <a:lnTo>
                      <a:pt x="506" y="112"/>
                    </a:lnTo>
                    <a:lnTo>
                      <a:pt x="504" y="114"/>
                    </a:lnTo>
                    <a:lnTo>
                      <a:pt x="504" y="114"/>
                    </a:lnTo>
                    <a:lnTo>
                      <a:pt x="500" y="112"/>
                    </a:lnTo>
                    <a:lnTo>
                      <a:pt x="494" y="110"/>
                    </a:lnTo>
                    <a:lnTo>
                      <a:pt x="494" y="110"/>
                    </a:lnTo>
                    <a:lnTo>
                      <a:pt x="490" y="110"/>
                    </a:lnTo>
                    <a:lnTo>
                      <a:pt x="488" y="112"/>
                    </a:lnTo>
                    <a:lnTo>
                      <a:pt x="486" y="116"/>
                    </a:lnTo>
                    <a:lnTo>
                      <a:pt x="486" y="1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3" name="Freeform 171">
                <a:extLst>
                  <a:ext uri="{FF2B5EF4-FFF2-40B4-BE49-F238E27FC236}">
                    <a16:creationId xmlns:a16="http://schemas.microsoft.com/office/drawing/2014/main" id="{2E23E546-E774-584F-84BE-A1513EE3CFED}"/>
                  </a:ext>
                </a:extLst>
              </p:cNvPr>
              <p:cNvSpPr>
                <a:spLocks/>
              </p:cNvSpPr>
              <p:nvPr/>
            </p:nvSpPr>
            <p:spPr bwMode="auto">
              <a:xfrm>
                <a:off x="7691952" y="3150185"/>
                <a:ext cx="763192" cy="965133"/>
              </a:xfrm>
              <a:custGeom>
                <a:avLst/>
                <a:gdLst>
                  <a:gd name="T0" fmla="*/ 2 w 390"/>
                  <a:gd name="T1" fmla="*/ 226 h 482"/>
                  <a:gd name="T2" fmla="*/ 28 w 390"/>
                  <a:gd name="T3" fmla="*/ 232 h 482"/>
                  <a:gd name="T4" fmla="*/ 26 w 390"/>
                  <a:gd name="T5" fmla="*/ 238 h 482"/>
                  <a:gd name="T6" fmla="*/ 14 w 390"/>
                  <a:gd name="T7" fmla="*/ 246 h 482"/>
                  <a:gd name="T8" fmla="*/ 12 w 390"/>
                  <a:gd name="T9" fmla="*/ 254 h 482"/>
                  <a:gd name="T10" fmla="*/ 36 w 390"/>
                  <a:gd name="T11" fmla="*/ 270 h 482"/>
                  <a:gd name="T12" fmla="*/ 50 w 390"/>
                  <a:gd name="T13" fmla="*/ 244 h 482"/>
                  <a:gd name="T14" fmla="*/ 54 w 390"/>
                  <a:gd name="T15" fmla="*/ 248 h 482"/>
                  <a:gd name="T16" fmla="*/ 56 w 390"/>
                  <a:gd name="T17" fmla="*/ 256 h 482"/>
                  <a:gd name="T18" fmla="*/ 56 w 390"/>
                  <a:gd name="T19" fmla="*/ 260 h 482"/>
                  <a:gd name="T20" fmla="*/ 58 w 390"/>
                  <a:gd name="T21" fmla="*/ 272 h 482"/>
                  <a:gd name="T22" fmla="*/ 56 w 390"/>
                  <a:gd name="T23" fmla="*/ 298 h 482"/>
                  <a:gd name="T24" fmla="*/ 58 w 390"/>
                  <a:gd name="T25" fmla="*/ 318 h 482"/>
                  <a:gd name="T26" fmla="*/ 64 w 390"/>
                  <a:gd name="T27" fmla="*/ 332 h 482"/>
                  <a:gd name="T28" fmla="*/ 76 w 390"/>
                  <a:gd name="T29" fmla="*/ 378 h 482"/>
                  <a:gd name="T30" fmla="*/ 84 w 390"/>
                  <a:gd name="T31" fmla="*/ 414 h 482"/>
                  <a:gd name="T32" fmla="*/ 90 w 390"/>
                  <a:gd name="T33" fmla="*/ 424 h 482"/>
                  <a:gd name="T34" fmla="*/ 104 w 390"/>
                  <a:gd name="T35" fmla="*/ 452 h 482"/>
                  <a:gd name="T36" fmla="*/ 122 w 390"/>
                  <a:gd name="T37" fmla="*/ 480 h 482"/>
                  <a:gd name="T38" fmla="*/ 132 w 390"/>
                  <a:gd name="T39" fmla="*/ 468 h 482"/>
                  <a:gd name="T40" fmla="*/ 148 w 390"/>
                  <a:gd name="T41" fmla="*/ 450 h 482"/>
                  <a:gd name="T42" fmla="*/ 152 w 390"/>
                  <a:gd name="T43" fmla="*/ 420 h 482"/>
                  <a:gd name="T44" fmla="*/ 152 w 390"/>
                  <a:gd name="T45" fmla="*/ 402 h 482"/>
                  <a:gd name="T46" fmla="*/ 154 w 390"/>
                  <a:gd name="T47" fmla="*/ 368 h 482"/>
                  <a:gd name="T48" fmla="*/ 160 w 390"/>
                  <a:gd name="T49" fmla="*/ 354 h 482"/>
                  <a:gd name="T50" fmla="*/ 178 w 390"/>
                  <a:gd name="T51" fmla="*/ 344 h 482"/>
                  <a:gd name="T52" fmla="*/ 190 w 390"/>
                  <a:gd name="T53" fmla="*/ 328 h 482"/>
                  <a:gd name="T54" fmla="*/ 208 w 390"/>
                  <a:gd name="T55" fmla="*/ 320 h 482"/>
                  <a:gd name="T56" fmla="*/ 216 w 390"/>
                  <a:gd name="T57" fmla="*/ 304 h 482"/>
                  <a:gd name="T58" fmla="*/ 226 w 390"/>
                  <a:gd name="T59" fmla="*/ 292 h 482"/>
                  <a:gd name="T60" fmla="*/ 248 w 390"/>
                  <a:gd name="T61" fmla="*/ 282 h 482"/>
                  <a:gd name="T62" fmla="*/ 252 w 390"/>
                  <a:gd name="T63" fmla="*/ 262 h 482"/>
                  <a:gd name="T64" fmla="*/ 262 w 390"/>
                  <a:gd name="T65" fmla="*/ 258 h 482"/>
                  <a:gd name="T66" fmla="*/ 270 w 390"/>
                  <a:gd name="T67" fmla="*/ 224 h 482"/>
                  <a:gd name="T68" fmla="*/ 270 w 390"/>
                  <a:gd name="T69" fmla="*/ 190 h 482"/>
                  <a:gd name="T70" fmla="*/ 288 w 390"/>
                  <a:gd name="T71" fmla="*/ 204 h 482"/>
                  <a:gd name="T72" fmla="*/ 320 w 390"/>
                  <a:gd name="T73" fmla="*/ 212 h 482"/>
                  <a:gd name="T74" fmla="*/ 318 w 390"/>
                  <a:gd name="T75" fmla="*/ 240 h 482"/>
                  <a:gd name="T76" fmla="*/ 338 w 390"/>
                  <a:gd name="T77" fmla="*/ 256 h 482"/>
                  <a:gd name="T78" fmla="*/ 348 w 390"/>
                  <a:gd name="T79" fmla="*/ 220 h 482"/>
                  <a:gd name="T80" fmla="*/ 368 w 390"/>
                  <a:gd name="T81" fmla="*/ 190 h 482"/>
                  <a:gd name="T82" fmla="*/ 388 w 390"/>
                  <a:gd name="T83" fmla="*/ 156 h 482"/>
                  <a:gd name="T84" fmla="*/ 366 w 390"/>
                  <a:gd name="T85" fmla="*/ 138 h 482"/>
                  <a:gd name="T86" fmla="*/ 324 w 390"/>
                  <a:gd name="T87" fmla="*/ 144 h 482"/>
                  <a:gd name="T88" fmla="*/ 290 w 390"/>
                  <a:gd name="T89" fmla="*/ 164 h 482"/>
                  <a:gd name="T90" fmla="*/ 264 w 390"/>
                  <a:gd name="T91" fmla="*/ 150 h 482"/>
                  <a:gd name="T92" fmla="*/ 256 w 390"/>
                  <a:gd name="T93" fmla="*/ 176 h 482"/>
                  <a:gd name="T94" fmla="*/ 204 w 390"/>
                  <a:gd name="T95" fmla="*/ 156 h 482"/>
                  <a:gd name="T96" fmla="*/ 158 w 390"/>
                  <a:gd name="T97" fmla="*/ 132 h 482"/>
                  <a:gd name="T98" fmla="*/ 146 w 390"/>
                  <a:gd name="T99" fmla="*/ 96 h 482"/>
                  <a:gd name="T100" fmla="*/ 138 w 390"/>
                  <a:gd name="T101" fmla="*/ 68 h 482"/>
                  <a:gd name="T102" fmla="*/ 134 w 390"/>
                  <a:gd name="T103" fmla="*/ 34 h 482"/>
                  <a:gd name="T104" fmla="*/ 136 w 390"/>
                  <a:gd name="T105" fmla="*/ 2 h 482"/>
                  <a:gd name="T106" fmla="*/ 102 w 390"/>
                  <a:gd name="T107" fmla="*/ 20 h 482"/>
                  <a:gd name="T108" fmla="*/ 68 w 390"/>
                  <a:gd name="T109" fmla="*/ 36 h 482"/>
                  <a:gd name="T110" fmla="*/ 70 w 390"/>
                  <a:gd name="T111" fmla="*/ 72 h 482"/>
                  <a:gd name="T112" fmla="*/ 60 w 390"/>
                  <a:gd name="T113" fmla="*/ 120 h 482"/>
                  <a:gd name="T114" fmla="*/ 24 w 390"/>
                  <a:gd name="T115" fmla="*/ 148 h 482"/>
                  <a:gd name="T116" fmla="*/ 16 w 390"/>
                  <a:gd name="T117" fmla="*/ 186 h 482"/>
                  <a:gd name="T118" fmla="*/ 2 w 390"/>
                  <a:gd name="T119" fmla="*/ 21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0" h="482">
                    <a:moveTo>
                      <a:pt x="0" y="218"/>
                    </a:moveTo>
                    <a:lnTo>
                      <a:pt x="2" y="218"/>
                    </a:lnTo>
                    <a:lnTo>
                      <a:pt x="2" y="218"/>
                    </a:lnTo>
                    <a:lnTo>
                      <a:pt x="2" y="218"/>
                    </a:lnTo>
                    <a:lnTo>
                      <a:pt x="0" y="220"/>
                    </a:lnTo>
                    <a:lnTo>
                      <a:pt x="0" y="220"/>
                    </a:lnTo>
                    <a:lnTo>
                      <a:pt x="2" y="226"/>
                    </a:lnTo>
                    <a:lnTo>
                      <a:pt x="2" y="230"/>
                    </a:lnTo>
                    <a:lnTo>
                      <a:pt x="2" y="230"/>
                    </a:lnTo>
                    <a:lnTo>
                      <a:pt x="12" y="234"/>
                    </a:lnTo>
                    <a:lnTo>
                      <a:pt x="18" y="236"/>
                    </a:lnTo>
                    <a:lnTo>
                      <a:pt x="26" y="234"/>
                    </a:lnTo>
                    <a:lnTo>
                      <a:pt x="26" y="234"/>
                    </a:lnTo>
                    <a:lnTo>
                      <a:pt x="28" y="232"/>
                    </a:lnTo>
                    <a:lnTo>
                      <a:pt x="30" y="228"/>
                    </a:lnTo>
                    <a:lnTo>
                      <a:pt x="30" y="228"/>
                    </a:lnTo>
                    <a:lnTo>
                      <a:pt x="34" y="228"/>
                    </a:lnTo>
                    <a:lnTo>
                      <a:pt x="34" y="228"/>
                    </a:lnTo>
                    <a:lnTo>
                      <a:pt x="30" y="236"/>
                    </a:lnTo>
                    <a:lnTo>
                      <a:pt x="30" y="236"/>
                    </a:lnTo>
                    <a:lnTo>
                      <a:pt x="26" y="238"/>
                    </a:lnTo>
                    <a:lnTo>
                      <a:pt x="26" y="238"/>
                    </a:lnTo>
                    <a:lnTo>
                      <a:pt x="24" y="240"/>
                    </a:lnTo>
                    <a:lnTo>
                      <a:pt x="22" y="244"/>
                    </a:lnTo>
                    <a:lnTo>
                      <a:pt x="22" y="244"/>
                    </a:lnTo>
                    <a:lnTo>
                      <a:pt x="18" y="244"/>
                    </a:lnTo>
                    <a:lnTo>
                      <a:pt x="18" y="244"/>
                    </a:lnTo>
                    <a:lnTo>
                      <a:pt x="14" y="246"/>
                    </a:lnTo>
                    <a:lnTo>
                      <a:pt x="14" y="246"/>
                    </a:lnTo>
                    <a:lnTo>
                      <a:pt x="12" y="246"/>
                    </a:lnTo>
                    <a:lnTo>
                      <a:pt x="10" y="246"/>
                    </a:lnTo>
                    <a:lnTo>
                      <a:pt x="10" y="246"/>
                    </a:lnTo>
                    <a:lnTo>
                      <a:pt x="8" y="248"/>
                    </a:lnTo>
                    <a:lnTo>
                      <a:pt x="8" y="248"/>
                    </a:lnTo>
                    <a:lnTo>
                      <a:pt x="12" y="254"/>
                    </a:lnTo>
                    <a:lnTo>
                      <a:pt x="12" y="254"/>
                    </a:lnTo>
                    <a:lnTo>
                      <a:pt x="20" y="264"/>
                    </a:lnTo>
                    <a:lnTo>
                      <a:pt x="28" y="274"/>
                    </a:lnTo>
                    <a:lnTo>
                      <a:pt x="28" y="274"/>
                    </a:lnTo>
                    <a:lnTo>
                      <a:pt x="34" y="274"/>
                    </a:lnTo>
                    <a:lnTo>
                      <a:pt x="34" y="274"/>
                    </a:lnTo>
                    <a:lnTo>
                      <a:pt x="36" y="270"/>
                    </a:lnTo>
                    <a:lnTo>
                      <a:pt x="36" y="270"/>
                    </a:lnTo>
                    <a:lnTo>
                      <a:pt x="44" y="266"/>
                    </a:lnTo>
                    <a:lnTo>
                      <a:pt x="48" y="264"/>
                    </a:lnTo>
                    <a:lnTo>
                      <a:pt x="50" y="258"/>
                    </a:lnTo>
                    <a:lnTo>
                      <a:pt x="50" y="258"/>
                    </a:lnTo>
                    <a:lnTo>
                      <a:pt x="50" y="250"/>
                    </a:lnTo>
                    <a:lnTo>
                      <a:pt x="50" y="244"/>
                    </a:lnTo>
                    <a:lnTo>
                      <a:pt x="52" y="244"/>
                    </a:lnTo>
                    <a:lnTo>
                      <a:pt x="52" y="244"/>
                    </a:lnTo>
                    <a:lnTo>
                      <a:pt x="54" y="244"/>
                    </a:lnTo>
                    <a:lnTo>
                      <a:pt x="54" y="244"/>
                    </a:lnTo>
                    <a:lnTo>
                      <a:pt x="54" y="244"/>
                    </a:lnTo>
                    <a:lnTo>
                      <a:pt x="54" y="246"/>
                    </a:lnTo>
                    <a:lnTo>
                      <a:pt x="54" y="248"/>
                    </a:lnTo>
                    <a:lnTo>
                      <a:pt x="54" y="248"/>
                    </a:lnTo>
                    <a:lnTo>
                      <a:pt x="56" y="250"/>
                    </a:lnTo>
                    <a:lnTo>
                      <a:pt x="56" y="250"/>
                    </a:lnTo>
                    <a:lnTo>
                      <a:pt x="54" y="254"/>
                    </a:lnTo>
                    <a:lnTo>
                      <a:pt x="54" y="254"/>
                    </a:lnTo>
                    <a:lnTo>
                      <a:pt x="56" y="256"/>
                    </a:lnTo>
                    <a:lnTo>
                      <a:pt x="56" y="256"/>
                    </a:lnTo>
                    <a:lnTo>
                      <a:pt x="56" y="256"/>
                    </a:lnTo>
                    <a:lnTo>
                      <a:pt x="56" y="258"/>
                    </a:lnTo>
                    <a:lnTo>
                      <a:pt x="54" y="258"/>
                    </a:lnTo>
                    <a:lnTo>
                      <a:pt x="54" y="258"/>
                    </a:lnTo>
                    <a:lnTo>
                      <a:pt x="54" y="260"/>
                    </a:lnTo>
                    <a:lnTo>
                      <a:pt x="56" y="260"/>
                    </a:lnTo>
                    <a:lnTo>
                      <a:pt x="56" y="260"/>
                    </a:lnTo>
                    <a:lnTo>
                      <a:pt x="56" y="264"/>
                    </a:lnTo>
                    <a:lnTo>
                      <a:pt x="56" y="264"/>
                    </a:lnTo>
                    <a:lnTo>
                      <a:pt x="58" y="266"/>
                    </a:lnTo>
                    <a:lnTo>
                      <a:pt x="60" y="268"/>
                    </a:lnTo>
                    <a:lnTo>
                      <a:pt x="60" y="270"/>
                    </a:lnTo>
                    <a:lnTo>
                      <a:pt x="58" y="272"/>
                    </a:lnTo>
                    <a:lnTo>
                      <a:pt x="58" y="272"/>
                    </a:lnTo>
                    <a:lnTo>
                      <a:pt x="52" y="290"/>
                    </a:lnTo>
                    <a:lnTo>
                      <a:pt x="52" y="290"/>
                    </a:lnTo>
                    <a:lnTo>
                      <a:pt x="56" y="292"/>
                    </a:lnTo>
                    <a:lnTo>
                      <a:pt x="58" y="296"/>
                    </a:lnTo>
                    <a:lnTo>
                      <a:pt x="58" y="296"/>
                    </a:lnTo>
                    <a:lnTo>
                      <a:pt x="58" y="298"/>
                    </a:lnTo>
                    <a:lnTo>
                      <a:pt x="56" y="298"/>
                    </a:lnTo>
                    <a:lnTo>
                      <a:pt x="56" y="298"/>
                    </a:lnTo>
                    <a:lnTo>
                      <a:pt x="58" y="300"/>
                    </a:lnTo>
                    <a:lnTo>
                      <a:pt x="58" y="304"/>
                    </a:lnTo>
                    <a:lnTo>
                      <a:pt x="56" y="308"/>
                    </a:lnTo>
                    <a:lnTo>
                      <a:pt x="60" y="308"/>
                    </a:lnTo>
                    <a:lnTo>
                      <a:pt x="60" y="308"/>
                    </a:lnTo>
                    <a:lnTo>
                      <a:pt x="58" y="318"/>
                    </a:lnTo>
                    <a:lnTo>
                      <a:pt x="60" y="322"/>
                    </a:lnTo>
                    <a:lnTo>
                      <a:pt x="62" y="324"/>
                    </a:lnTo>
                    <a:lnTo>
                      <a:pt x="62" y="324"/>
                    </a:lnTo>
                    <a:lnTo>
                      <a:pt x="60" y="328"/>
                    </a:lnTo>
                    <a:lnTo>
                      <a:pt x="60" y="328"/>
                    </a:lnTo>
                    <a:lnTo>
                      <a:pt x="64" y="332"/>
                    </a:lnTo>
                    <a:lnTo>
                      <a:pt x="64" y="332"/>
                    </a:lnTo>
                    <a:lnTo>
                      <a:pt x="64" y="340"/>
                    </a:lnTo>
                    <a:lnTo>
                      <a:pt x="64" y="346"/>
                    </a:lnTo>
                    <a:lnTo>
                      <a:pt x="64" y="346"/>
                    </a:lnTo>
                    <a:lnTo>
                      <a:pt x="66" y="354"/>
                    </a:lnTo>
                    <a:lnTo>
                      <a:pt x="70" y="362"/>
                    </a:lnTo>
                    <a:lnTo>
                      <a:pt x="76" y="378"/>
                    </a:lnTo>
                    <a:lnTo>
                      <a:pt x="76" y="378"/>
                    </a:lnTo>
                    <a:lnTo>
                      <a:pt x="78" y="390"/>
                    </a:lnTo>
                    <a:lnTo>
                      <a:pt x="80" y="402"/>
                    </a:lnTo>
                    <a:lnTo>
                      <a:pt x="80" y="402"/>
                    </a:lnTo>
                    <a:lnTo>
                      <a:pt x="82" y="406"/>
                    </a:lnTo>
                    <a:lnTo>
                      <a:pt x="82" y="406"/>
                    </a:lnTo>
                    <a:lnTo>
                      <a:pt x="84" y="410"/>
                    </a:lnTo>
                    <a:lnTo>
                      <a:pt x="84" y="414"/>
                    </a:lnTo>
                    <a:lnTo>
                      <a:pt x="84" y="414"/>
                    </a:lnTo>
                    <a:lnTo>
                      <a:pt x="86" y="416"/>
                    </a:lnTo>
                    <a:lnTo>
                      <a:pt x="88" y="418"/>
                    </a:lnTo>
                    <a:lnTo>
                      <a:pt x="88" y="418"/>
                    </a:lnTo>
                    <a:lnTo>
                      <a:pt x="90" y="422"/>
                    </a:lnTo>
                    <a:lnTo>
                      <a:pt x="90" y="424"/>
                    </a:lnTo>
                    <a:lnTo>
                      <a:pt x="90" y="424"/>
                    </a:lnTo>
                    <a:lnTo>
                      <a:pt x="96" y="432"/>
                    </a:lnTo>
                    <a:lnTo>
                      <a:pt x="96" y="432"/>
                    </a:lnTo>
                    <a:lnTo>
                      <a:pt x="98" y="440"/>
                    </a:lnTo>
                    <a:lnTo>
                      <a:pt x="98" y="440"/>
                    </a:lnTo>
                    <a:lnTo>
                      <a:pt x="102" y="446"/>
                    </a:lnTo>
                    <a:lnTo>
                      <a:pt x="104" y="452"/>
                    </a:lnTo>
                    <a:lnTo>
                      <a:pt x="104" y="452"/>
                    </a:lnTo>
                    <a:lnTo>
                      <a:pt x="104" y="454"/>
                    </a:lnTo>
                    <a:lnTo>
                      <a:pt x="102" y="456"/>
                    </a:lnTo>
                    <a:lnTo>
                      <a:pt x="102" y="456"/>
                    </a:lnTo>
                    <a:lnTo>
                      <a:pt x="116" y="482"/>
                    </a:lnTo>
                    <a:lnTo>
                      <a:pt x="116" y="482"/>
                    </a:lnTo>
                    <a:lnTo>
                      <a:pt x="120" y="482"/>
                    </a:lnTo>
                    <a:lnTo>
                      <a:pt x="122" y="480"/>
                    </a:lnTo>
                    <a:lnTo>
                      <a:pt x="122" y="480"/>
                    </a:lnTo>
                    <a:lnTo>
                      <a:pt x="124" y="478"/>
                    </a:lnTo>
                    <a:lnTo>
                      <a:pt x="126" y="476"/>
                    </a:lnTo>
                    <a:lnTo>
                      <a:pt x="128" y="472"/>
                    </a:lnTo>
                    <a:lnTo>
                      <a:pt x="130" y="470"/>
                    </a:lnTo>
                    <a:lnTo>
                      <a:pt x="130" y="470"/>
                    </a:lnTo>
                    <a:lnTo>
                      <a:pt x="132" y="468"/>
                    </a:lnTo>
                    <a:lnTo>
                      <a:pt x="134" y="468"/>
                    </a:lnTo>
                    <a:lnTo>
                      <a:pt x="134" y="468"/>
                    </a:lnTo>
                    <a:lnTo>
                      <a:pt x="134" y="464"/>
                    </a:lnTo>
                    <a:lnTo>
                      <a:pt x="134" y="464"/>
                    </a:lnTo>
                    <a:lnTo>
                      <a:pt x="142" y="452"/>
                    </a:lnTo>
                    <a:lnTo>
                      <a:pt x="142" y="452"/>
                    </a:lnTo>
                    <a:lnTo>
                      <a:pt x="148" y="450"/>
                    </a:lnTo>
                    <a:lnTo>
                      <a:pt x="148" y="450"/>
                    </a:lnTo>
                    <a:lnTo>
                      <a:pt x="146" y="438"/>
                    </a:lnTo>
                    <a:lnTo>
                      <a:pt x="146" y="432"/>
                    </a:lnTo>
                    <a:lnTo>
                      <a:pt x="146" y="426"/>
                    </a:lnTo>
                    <a:lnTo>
                      <a:pt x="146" y="426"/>
                    </a:lnTo>
                    <a:lnTo>
                      <a:pt x="150" y="424"/>
                    </a:lnTo>
                    <a:lnTo>
                      <a:pt x="152" y="420"/>
                    </a:lnTo>
                    <a:lnTo>
                      <a:pt x="152" y="420"/>
                    </a:lnTo>
                    <a:lnTo>
                      <a:pt x="152" y="416"/>
                    </a:lnTo>
                    <a:lnTo>
                      <a:pt x="152" y="412"/>
                    </a:lnTo>
                    <a:lnTo>
                      <a:pt x="154" y="410"/>
                    </a:lnTo>
                    <a:lnTo>
                      <a:pt x="154" y="410"/>
                    </a:lnTo>
                    <a:lnTo>
                      <a:pt x="154" y="406"/>
                    </a:lnTo>
                    <a:lnTo>
                      <a:pt x="152" y="402"/>
                    </a:lnTo>
                    <a:lnTo>
                      <a:pt x="152" y="402"/>
                    </a:lnTo>
                    <a:lnTo>
                      <a:pt x="152" y="390"/>
                    </a:lnTo>
                    <a:lnTo>
                      <a:pt x="152" y="378"/>
                    </a:lnTo>
                    <a:lnTo>
                      <a:pt x="152" y="378"/>
                    </a:lnTo>
                    <a:lnTo>
                      <a:pt x="154" y="374"/>
                    </a:lnTo>
                    <a:lnTo>
                      <a:pt x="154" y="368"/>
                    </a:lnTo>
                    <a:lnTo>
                      <a:pt x="154" y="368"/>
                    </a:lnTo>
                    <a:lnTo>
                      <a:pt x="154" y="368"/>
                    </a:lnTo>
                    <a:lnTo>
                      <a:pt x="152" y="364"/>
                    </a:lnTo>
                    <a:lnTo>
                      <a:pt x="152" y="358"/>
                    </a:lnTo>
                    <a:lnTo>
                      <a:pt x="152" y="358"/>
                    </a:lnTo>
                    <a:lnTo>
                      <a:pt x="156" y="356"/>
                    </a:lnTo>
                    <a:lnTo>
                      <a:pt x="156" y="356"/>
                    </a:lnTo>
                    <a:lnTo>
                      <a:pt x="160" y="354"/>
                    </a:lnTo>
                    <a:lnTo>
                      <a:pt x="164" y="354"/>
                    </a:lnTo>
                    <a:lnTo>
                      <a:pt x="164" y="354"/>
                    </a:lnTo>
                    <a:lnTo>
                      <a:pt x="166" y="350"/>
                    </a:lnTo>
                    <a:lnTo>
                      <a:pt x="170" y="348"/>
                    </a:lnTo>
                    <a:lnTo>
                      <a:pt x="170" y="348"/>
                    </a:lnTo>
                    <a:lnTo>
                      <a:pt x="174" y="346"/>
                    </a:lnTo>
                    <a:lnTo>
                      <a:pt x="178" y="344"/>
                    </a:lnTo>
                    <a:lnTo>
                      <a:pt x="178" y="344"/>
                    </a:lnTo>
                    <a:lnTo>
                      <a:pt x="180" y="340"/>
                    </a:lnTo>
                    <a:lnTo>
                      <a:pt x="182" y="336"/>
                    </a:lnTo>
                    <a:lnTo>
                      <a:pt x="182" y="332"/>
                    </a:lnTo>
                    <a:lnTo>
                      <a:pt x="184" y="330"/>
                    </a:lnTo>
                    <a:lnTo>
                      <a:pt x="184" y="330"/>
                    </a:lnTo>
                    <a:lnTo>
                      <a:pt x="190" y="328"/>
                    </a:lnTo>
                    <a:lnTo>
                      <a:pt x="194" y="328"/>
                    </a:lnTo>
                    <a:lnTo>
                      <a:pt x="194" y="326"/>
                    </a:lnTo>
                    <a:lnTo>
                      <a:pt x="194" y="326"/>
                    </a:lnTo>
                    <a:lnTo>
                      <a:pt x="200" y="322"/>
                    </a:lnTo>
                    <a:lnTo>
                      <a:pt x="200" y="322"/>
                    </a:lnTo>
                    <a:lnTo>
                      <a:pt x="204" y="322"/>
                    </a:lnTo>
                    <a:lnTo>
                      <a:pt x="208" y="320"/>
                    </a:lnTo>
                    <a:lnTo>
                      <a:pt x="208" y="320"/>
                    </a:lnTo>
                    <a:lnTo>
                      <a:pt x="208" y="318"/>
                    </a:lnTo>
                    <a:lnTo>
                      <a:pt x="210" y="314"/>
                    </a:lnTo>
                    <a:lnTo>
                      <a:pt x="210" y="314"/>
                    </a:lnTo>
                    <a:lnTo>
                      <a:pt x="214" y="310"/>
                    </a:lnTo>
                    <a:lnTo>
                      <a:pt x="214" y="310"/>
                    </a:lnTo>
                    <a:lnTo>
                      <a:pt x="216" y="304"/>
                    </a:lnTo>
                    <a:lnTo>
                      <a:pt x="218" y="304"/>
                    </a:lnTo>
                    <a:lnTo>
                      <a:pt x="218" y="302"/>
                    </a:lnTo>
                    <a:lnTo>
                      <a:pt x="218" y="302"/>
                    </a:lnTo>
                    <a:lnTo>
                      <a:pt x="222" y="300"/>
                    </a:lnTo>
                    <a:lnTo>
                      <a:pt x="224" y="298"/>
                    </a:lnTo>
                    <a:lnTo>
                      <a:pt x="226" y="292"/>
                    </a:lnTo>
                    <a:lnTo>
                      <a:pt x="226" y="292"/>
                    </a:lnTo>
                    <a:lnTo>
                      <a:pt x="234" y="292"/>
                    </a:lnTo>
                    <a:lnTo>
                      <a:pt x="234" y="292"/>
                    </a:lnTo>
                    <a:lnTo>
                      <a:pt x="240" y="288"/>
                    </a:lnTo>
                    <a:lnTo>
                      <a:pt x="240" y="288"/>
                    </a:lnTo>
                    <a:lnTo>
                      <a:pt x="244" y="286"/>
                    </a:lnTo>
                    <a:lnTo>
                      <a:pt x="244" y="286"/>
                    </a:lnTo>
                    <a:lnTo>
                      <a:pt x="248" y="282"/>
                    </a:lnTo>
                    <a:lnTo>
                      <a:pt x="248" y="278"/>
                    </a:lnTo>
                    <a:lnTo>
                      <a:pt x="248" y="270"/>
                    </a:lnTo>
                    <a:lnTo>
                      <a:pt x="248" y="270"/>
                    </a:lnTo>
                    <a:lnTo>
                      <a:pt x="252" y="264"/>
                    </a:lnTo>
                    <a:lnTo>
                      <a:pt x="252" y="264"/>
                    </a:lnTo>
                    <a:lnTo>
                      <a:pt x="252" y="262"/>
                    </a:lnTo>
                    <a:lnTo>
                      <a:pt x="252" y="262"/>
                    </a:lnTo>
                    <a:lnTo>
                      <a:pt x="256" y="260"/>
                    </a:lnTo>
                    <a:lnTo>
                      <a:pt x="258" y="260"/>
                    </a:lnTo>
                    <a:lnTo>
                      <a:pt x="258" y="260"/>
                    </a:lnTo>
                    <a:lnTo>
                      <a:pt x="262" y="256"/>
                    </a:lnTo>
                    <a:lnTo>
                      <a:pt x="262" y="256"/>
                    </a:lnTo>
                    <a:lnTo>
                      <a:pt x="264" y="256"/>
                    </a:lnTo>
                    <a:lnTo>
                      <a:pt x="262" y="258"/>
                    </a:lnTo>
                    <a:lnTo>
                      <a:pt x="262" y="258"/>
                    </a:lnTo>
                    <a:lnTo>
                      <a:pt x="270" y="258"/>
                    </a:lnTo>
                    <a:lnTo>
                      <a:pt x="270" y="254"/>
                    </a:lnTo>
                    <a:lnTo>
                      <a:pt x="272" y="248"/>
                    </a:lnTo>
                    <a:lnTo>
                      <a:pt x="272" y="238"/>
                    </a:lnTo>
                    <a:lnTo>
                      <a:pt x="268" y="234"/>
                    </a:lnTo>
                    <a:lnTo>
                      <a:pt x="270" y="224"/>
                    </a:lnTo>
                    <a:lnTo>
                      <a:pt x="268" y="218"/>
                    </a:lnTo>
                    <a:lnTo>
                      <a:pt x="260" y="214"/>
                    </a:lnTo>
                    <a:lnTo>
                      <a:pt x="258" y="212"/>
                    </a:lnTo>
                    <a:lnTo>
                      <a:pt x="256" y="202"/>
                    </a:lnTo>
                    <a:lnTo>
                      <a:pt x="262" y="198"/>
                    </a:lnTo>
                    <a:lnTo>
                      <a:pt x="268" y="196"/>
                    </a:lnTo>
                    <a:lnTo>
                      <a:pt x="270" y="190"/>
                    </a:lnTo>
                    <a:lnTo>
                      <a:pt x="264" y="182"/>
                    </a:lnTo>
                    <a:lnTo>
                      <a:pt x="268" y="176"/>
                    </a:lnTo>
                    <a:lnTo>
                      <a:pt x="276" y="182"/>
                    </a:lnTo>
                    <a:lnTo>
                      <a:pt x="282" y="182"/>
                    </a:lnTo>
                    <a:lnTo>
                      <a:pt x="288" y="184"/>
                    </a:lnTo>
                    <a:lnTo>
                      <a:pt x="286" y="192"/>
                    </a:lnTo>
                    <a:lnTo>
                      <a:pt x="288" y="204"/>
                    </a:lnTo>
                    <a:lnTo>
                      <a:pt x="292" y="204"/>
                    </a:lnTo>
                    <a:lnTo>
                      <a:pt x="300" y="204"/>
                    </a:lnTo>
                    <a:lnTo>
                      <a:pt x="308" y="202"/>
                    </a:lnTo>
                    <a:lnTo>
                      <a:pt x="316" y="200"/>
                    </a:lnTo>
                    <a:lnTo>
                      <a:pt x="326" y="200"/>
                    </a:lnTo>
                    <a:lnTo>
                      <a:pt x="318" y="206"/>
                    </a:lnTo>
                    <a:lnTo>
                      <a:pt x="320" y="212"/>
                    </a:lnTo>
                    <a:lnTo>
                      <a:pt x="320" y="212"/>
                    </a:lnTo>
                    <a:lnTo>
                      <a:pt x="318" y="216"/>
                    </a:lnTo>
                    <a:lnTo>
                      <a:pt x="316" y="218"/>
                    </a:lnTo>
                    <a:lnTo>
                      <a:pt x="312" y="226"/>
                    </a:lnTo>
                    <a:lnTo>
                      <a:pt x="310" y="236"/>
                    </a:lnTo>
                    <a:lnTo>
                      <a:pt x="312" y="240"/>
                    </a:lnTo>
                    <a:lnTo>
                      <a:pt x="318" y="240"/>
                    </a:lnTo>
                    <a:lnTo>
                      <a:pt x="320" y="234"/>
                    </a:lnTo>
                    <a:lnTo>
                      <a:pt x="326" y="244"/>
                    </a:lnTo>
                    <a:lnTo>
                      <a:pt x="326" y="250"/>
                    </a:lnTo>
                    <a:lnTo>
                      <a:pt x="326" y="256"/>
                    </a:lnTo>
                    <a:lnTo>
                      <a:pt x="330" y="256"/>
                    </a:lnTo>
                    <a:lnTo>
                      <a:pt x="334" y="258"/>
                    </a:lnTo>
                    <a:lnTo>
                      <a:pt x="338" y="256"/>
                    </a:lnTo>
                    <a:lnTo>
                      <a:pt x="340" y="252"/>
                    </a:lnTo>
                    <a:lnTo>
                      <a:pt x="340" y="248"/>
                    </a:lnTo>
                    <a:lnTo>
                      <a:pt x="340" y="242"/>
                    </a:lnTo>
                    <a:lnTo>
                      <a:pt x="338" y="236"/>
                    </a:lnTo>
                    <a:lnTo>
                      <a:pt x="338" y="224"/>
                    </a:lnTo>
                    <a:lnTo>
                      <a:pt x="346" y="228"/>
                    </a:lnTo>
                    <a:lnTo>
                      <a:pt x="348" y="220"/>
                    </a:lnTo>
                    <a:lnTo>
                      <a:pt x="354" y="212"/>
                    </a:lnTo>
                    <a:lnTo>
                      <a:pt x="354" y="208"/>
                    </a:lnTo>
                    <a:lnTo>
                      <a:pt x="350" y="206"/>
                    </a:lnTo>
                    <a:lnTo>
                      <a:pt x="352" y="204"/>
                    </a:lnTo>
                    <a:lnTo>
                      <a:pt x="358" y="200"/>
                    </a:lnTo>
                    <a:lnTo>
                      <a:pt x="362" y="196"/>
                    </a:lnTo>
                    <a:lnTo>
                      <a:pt x="368" y="190"/>
                    </a:lnTo>
                    <a:lnTo>
                      <a:pt x="368" y="186"/>
                    </a:lnTo>
                    <a:lnTo>
                      <a:pt x="372" y="176"/>
                    </a:lnTo>
                    <a:lnTo>
                      <a:pt x="380" y="176"/>
                    </a:lnTo>
                    <a:lnTo>
                      <a:pt x="384" y="178"/>
                    </a:lnTo>
                    <a:lnTo>
                      <a:pt x="390" y="170"/>
                    </a:lnTo>
                    <a:lnTo>
                      <a:pt x="390" y="160"/>
                    </a:lnTo>
                    <a:lnTo>
                      <a:pt x="388" y="156"/>
                    </a:lnTo>
                    <a:lnTo>
                      <a:pt x="386" y="152"/>
                    </a:lnTo>
                    <a:lnTo>
                      <a:pt x="382" y="150"/>
                    </a:lnTo>
                    <a:lnTo>
                      <a:pt x="376" y="148"/>
                    </a:lnTo>
                    <a:lnTo>
                      <a:pt x="374" y="146"/>
                    </a:lnTo>
                    <a:lnTo>
                      <a:pt x="368" y="148"/>
                    </a:lnTo>
                    <a:lnTo>
                      <a:pt x="366" y="144"/>
                    </a:lnTo>
                    <a:lnTo>
                      <a:pt x="366" y="138"/>
                    </a:lnTo>
                    <a:lnTo>
                      <a:pt x="358" y="134"/>
                    </a:lnTo>
                    <a:lnTo>
                      <a:pt x="352" y="134"/>
                    </a:lnTo>
                    <a:lnTo>
                      <a:pt x="348" y="138"/>
                    </a:lnTo>
                    <a:lnTo>
                      <a:pt x="344" y="136"/>
                    </a:lnTo>
                    <a:lnTo>
                      <a:pt x="336" y="138"/>
                    </a:lnTo>
                    <a:lnTo>
                      <a:pt x="332" y="142"/>
                    </a:lnTo>
                    <a:lnTo>
                      <a:pt x="324" y="144"/>
                    </a:lnTo>
                    <a:lnTo>
                      <a:pt x="318" y="146"/>
                    </a:lnTo>
                    <a:lnTo>
                      <a:pt x="320" y="156"/>
                    </a:lnTo>
                    <a:lnTo>
                      <a:pt x="320" y="162"/>
                    </a:lnTo>
                    <a:lnTo>
                      <a:pt x="316" y="164"/>
                    </a:lnTo>
                    <a:lnTo>
                      <a:pt x="304" y="164"/>
                    </a:lnTo>
                    <a:lnTo>
                      <a:pt x="296" y="162"/>
                    </a:lnTo>
                    <a:lnTo>
                      <a:pt x="290" y="164"/>
                    </a:lnTo>
                    <a:lnTo>
                      <a:pt x="284" y="164"/>
                    </a:lnTo>
                    <a:lnTo>
                      <a:pt x="280" y="160"/>
                    </a:lnTo>
                    <a:lnTo>
                      <a:pt x="280" y="154"/>
                    </a:lnTo>
                    <a:lnTo>
                      <a:pt x="278" y="156"/>
                    </a:lnTo>
                    <a:lnTo>
                      <a:pt x="274" y="150"/>
                    </a:lnTo>
                    <a:lnTo>
                      <a:pt x="268" y="148"/>
                    </a:lnTo>
                    <a:lnTo>
                      <a:pt x="264" y="150"/>
                    </a:lnTo>
                    <a:lnTo>
                      <a:pt x="264" y="152"/>
                    </a:lnTo>
                    <a:lnTo>
                      <a:pt x="264" y="160"/>
                    </a:lnTo>
                    <a:lnTo>
                      <a:pt x="262" y="164"/>
                    </a:lnTo>
                    <a:lnTo>
                      <a:pt x="266" y="168"/>
                    </a:lnTo>
                    <a:lnTo>
                      <a:pt x="264" y="172"/>
                    </a:lnTo>
                    <a:lnTo>
                      <a:pt x="262" y="174"/>
                    </a:lnTo>
                    <a:lnTo>
                      <a:pt x="256" y="176"/>
                    </a:lnTo>
                    <a:lnTo>
                      <a:pt x="250" y="174"/>
                    </a:lnTo>
                    <a:lnTo>
                      <a:pt x="242" y="174"/>
                    </a:lnTo>
                    <a:lnTo>
                      <a:pt x="230" y="168"/>
                    </a:lnTo>
                    <a:lnTo>
                      <a:pt x="220" y="168"/>
                    </a:lnTo>
                    <a:lnTo>
                      <a:pt x="214" y="162"/>
                    </a:lnTo>
                    <a:lnTo>
                      <a:pt x="208" y="160"/>
                    </a:lnTo>
                    <a:lnTo>
                      <a:pt x="204" y="156"/>
                    </a:lnTo>
                    <a:lnTo>
                      <a:pt x="198" y="152"/>
                    </a:lnTo>
                    <a:lnTo>
                      <a:pt x="190" y="152"/>
                    </a:lnTo>
                    <a:lnTo>
                      <a:pt x="182" y="146"/>
                    </a:lnTo>
                    <a:lnTo>
                      <a:pt x="174" y="144"/>
                    </a:lnTo>
                    <a:lnTo>
                      <a:pt x="166" y="140"/>
                    </a:lnTo>
                    <a:lnTo>
                      <a:pt x="166" y="136"/>
                    </a:lnTo>
                    <a:lnTo>
                      <a:pt x="158" y="132"/>
                    </a:lnTo>
                    <a:lnTo>
                      <a:pt x="156" y="124"/>
                    </a:lnTo>
                    <a:lnTo>
                      <a:pt x="160" y="116"/>
                    </a:lnTo>
                    <a:lnTo>
                      <a:pt x="168" y="110"/>
                    </a:lnTo>
                    <a:lnTo>
                      <a:pt x="164" y="106"/>
                    </a:lnTo>
                    <a:lnTo>
                      <a:pt x="160" y="102"/>
                    </a:lnTo>
                    <a:lnTo>
                      <a:pt x="152" y="100"/>
                    </a:lnTo>
                    <a:lnTo>
                      <a:pt x="146" y="96"/>
                    </a:lnTo>
                    <a:lnTo>
                      <a:pt x="140" y="94"/>
                    </a:lnTo>
                    <a:lnTo>
                      <a:pt x="138" y="88"/>
                    </a:lnTo>
                    <a:lnTo>
                      <a:pt x="140" y="86"/>
                    </a:lnTo>
                    <a:lnTo>
                      <a:pt x="140" y="82"/>
                    </a:lnTo>
                    <a:lnTo>
                      <a:pt x="142" y="74"/>
                    </a:lnTo>
                    <a:lnTo>
                      <a:pt x="142" y="70"/>
                    </a:lnTo>
                    <a:lnTo>
                      <a:pt x="138" y="68"/>
                    </a:lnTo>
                    <a:lnTo>
                      <a:pt x="134" y="66"/>
                    </a:lnTo>
                    <a:lnTo>
                      <a:pt x="134" y="58"/>
                    </a:lnTo>
                    <a:lnTo>
                      <a:pt x="132" y="52"/>
                    </a:lnTo>
                    <a:lnTo>
                      <a:pt x="126" y="48"/>
                    </a:lnTo>
                    <a:lnTo>
                      <a:pt x="128" y="44"/>
                    </a:lnTo>
                    <a:lnTo>
                      <a:pt x="132" y="40"/>
                    </a:lnTo>
                    <a:lnTo>
                      <a:pt x="134" y="34"/>
                    </a:lnTo>
                    <a:lnTo>
                      <a:pt x="138" y="30"/>
                    </a:lnTo>
                    <a:lnTo>
                      <a:pt x="140" y="26"/>
                    </a:lnTo>
                    <a:lnTo>
                      <a:pt x="142" y="22"/>
                    </a:lnTo>
                    <a:lnTo>
                      <a:pt x="146" y="18"/>
                    </a:lnTo>
                    <a:lnTo>
                      <a:pt x="142" y="12"/>
                    </a:lnTo>
                    <a:lnTo>
                      <a:pt x="140" y="8"/>
                    </a:lnTo>
                    <a:lnTo>
                      <a:pt x="136" y="2"/>
                    </a:lnTo>
                    <a:lnTo>
                      <a:pt x="130" y="2"/>
                    </a:lnTo>
                    <a:lnTo>
                      <a:pt x="124" y="0"/>
                    </a:lnTo>
                    <a:lnTo>
                      <a:pt x="118" y="0"/>
                    </a:lnTo>
                    <a:lnTo>
                      <a:pt x="116" y="2"/>
                    </a:lnTo>
                    <a:lnTo>
                      <a:pt x="108" y="8"/>
                    </a:lnTo>
                    <a:lnTo>
                      <a:pt x="106" y="14"/>
                    </a:lnTo>
                    <a:lnTo>
                      <a:pt x="102" y="20"/>
                    </a:lnTo>
                    <a:lnTo>
                      <a:pt x="98" y="22"/>
                    </a:lnTo>
                    <a:lnTo>
                      <a:pt x="92" y="28"/>
                    </a:lnTo>
                    <a:lnTo>
                      <a:pt x="82" y="30"/>
                    </a:lnTo>
                    <a:lnTo>
                      <a:pt x="76" y="34"/>
                    </a:lnTo>
                    <a:lnTo>
                      <a:pt x="76" y="36"/>
                    </a:lnTo>
                    <a:lnTo>
                      <a:pt x="72" y="40"/>
                    </a:lnTo>
                    <a:lnTo>
                      <a:pt x="68" y="36"/>
                    </a:lnTo>
                    <a:lnTo>
                      <a:pt x="62" y="40"/>
                    </a:lnTo>
                    <a:lnTo>
                      <a:pt x="56" y="42"/>
                    </a:lnTo>
                    <a:lnTo>
                      <a:pt x="56" y="46"/>
                    </a:lnTo>
                    <a:lnTo>
                      <a:pt x="62" y="52"/>
                    </a:lnTo>
                    <a:lnTo>
                      <a:pt x="64" y="66"/>
                    </a:lnTo>
                    <a:lnTo>
                      <a:pt x="66" y="68"/>
                    </a:lnTo>
                    <a:lnTo>
                      <a:pt x="70" y="72"/>
                    </a:lnTo>
                    <a:lnTo>
                      <a:pt x="76" y="78"/>
                    </a:lnTo>
                    <a:lnTo>
                      <a:pt x="76" y="86"/>
                    </a:lnTo>
                    <a:lnTo>
                      <a:pt x="72" y="92"/>
                    </a:lnTo>
                    <a:lnTo>
                      <a:pt x="68" y="98"/>
                    </a:lnTo>
                    <a:lnTo>
                      <a:pt x="68" y="108"/>
                    </a:lnTo>
                    <a:lnTo>
                      <a:pt x="66" y="116"/>
                    </a:lnTo>
                    <a:lnTo>
                      <a:pt x="60" y="120"/>
                    </a:lnTo>
                    <a:lnTo>
                      <a:pt x="56" y="124"/>
                    </a:lnTo>
                    <a:lnTo>
                      <a:pt x="52" y="130"/>
                    </a:lnTo>
                    <a:lnTo>
                      <a:pt x="44" y="134"/>
                    </a:lnTo>
                    <a:lnTo>
                      <a:pt x="38" y="144"/>
                    </a:lnTo>
                    <a:lnTo>
                      <a:pt x="32" y="150"/>
                    </a:lnTo>
                    <a:lnTo>
                      <a:pt x="26" y="152"/>
                    </a:lnTo>
                    <a:lnTo>
                      <a:pt x="24" y="148"/>
                    </a:lnTo>
                    <a:lnTo>
                      <a:pt x="20" y="156"/>
                    </a:lnTo>
                    <a:lnTo>
                      <a:pt x="16" y="160"/>
                    </a:lnTo>
                    <a:lnTo>
                      <a:pt x="12" y="168"/>
                    </a:lnTo>
                    <a:lnTo>
                      <a:pt x="16" y="172"/>
                    </a:lnTo>
                    <a:lnTo>
                      <a:pt x="18" y="174"/>
                    </a:lnTo>
                    <a:lnTo>
                      <a:pt x="16" y="180"/>
                    </a:lnTo>
                    <a:lnTo>
                      <a:pt x="16" y="186"/>
                    </a:lnTo>
                    <a:lnTo>
                      <a:pt x="22" y="188"/>
                    </a:lnTo>
                    <a:lnTo>
                      <a:pt x="24" y="194"/>
                    </a:lnTo>
                    <a:lnTo>
                      <a:pt x="24" y="210"/>
                    </a:lnTo>
                    <a:lnTo>
                      <a:pt x="20" y="208"/>
                    </a:lnTo>
                    <a:lnTo>
                      <a:pt x="12" y="208"/>
                    </a:lnTo>
                    <a:lnTo>
                      <a:pt x="8" y="208"/>
                    </a:lnTo>
                    <a:lnTo>
                      <a:pt x="2" y="212"/>
                    </a:lnTo>
                    <a:lnTo>
                      <a:pt x="0" y="2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4" name="Freeform 174">
                <a:extLst>
                  <a:ext uri="{FF2B5EF4-FFF2-40B4-BE49-F238E27FC236}">
                    <a16:creationId xmlns:a16="http://schemas.microsoft.com/office/drawing/2014/main" id="{55AA2643-07AD-BD40-B7B1-18708F5A7A41}"/>
                  </a:ext>
                </a:extLst>
              </p:cNvPr>
              <p:cNvSpPr>
                <a:spLocks/>
              </p:cNvSpPr>
              <p:nvPr/>
            </p:nvSpPr>
            <p:spPr bwMode="auto">
              <a:xfrm>
                <a:off x="8889577" y="3630750"/>
                <a:ext cx="11741" cy="8009"/>
              </a:xfrm>
              <a:custGeom>
                <a:avLst/>
                <a:gdLst>
                  <a:gd name="T0" fmla="*/ 6 w 6"/>
                  <a:gd name="T1" fmla="*/ 2 h 4"/>
                  <a:gd name="T2" fmla="*/ 6 w 6"/>
                  <a:gd name="T3" fmla="*/ 2 h 4"/>
                  <a:gd name="T4" fmla="*/ 6 w 6"/>
                  <a:gd name="T5" fmla="*/ 2 h 4"/>
                  <a:gd name="T6" fmla="*/ 2 w 6"/>
                  <a:gd name="T7" fmla="*/ 4 h 4"/>
                  <a:gd name="T8" fmla="*/ 2 w 6"/>
                  <a:gd name="T9" fmla="*/ 4 h 4"/>
                  <a:gd name="T10" fmla="*/ 0 w 6"/>
                  <a:gd name="T11" fmla="*/ 0 h 4"/>
                  <a:gd name="T12" fmla="*/ 0 w 6"/>
                  <a:gd name="T13" fmla="*/ 0 h 4"/>
                  <a:gd name="T14" fmla="*/ 4 w 6"/>
                  <a:gd name="T15" fmla="*/ 0 h 4"/>
                  <a:gd name="T16" fmla="*/ 4 w 6"/>
                  <a:gd name="T17" fmla="*/ 0 h 4"/>
                  <a:gd name="T18" fmla="*/ 6 w 6"/>
                  <a:gd name="T19" fmla="*/ 0 h 4"/>
                  <a:gd name="T20" fmla="*/ 6 w 6"/>
                  <a:gd name="T21"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4">
                    <a:moveTo>
                      <a:pt x="6" y="2"/>
                    </a:moveTo>
                    <a:lnTo>
                      <a:pt x="6" y="2"/>
                    </a:lnTo>
                    <a:lnTo>
                      <a:pt x="6" y="2"/>
                    </a:lnTo>
                    <a:lnTo>
                      <a:pt x="2" y="4"/>
                    </a:lnTo>
                    <a:lnTo>
                      <a:pt x="2" y="4"/>
                    </a:lnTo>
                    <a:lnTo>
                      <a:pt x="0" y="0"/>
                    </a:lnTo>
                    <a:lnTo>
                      <a:pt x="0" y="0"/>
                    </a:lnTo>
                    <a:lnTo>
                      <a:pt x="4" y="0"/>
                    </a:lnTo>
                    <a:lnTo>
                      <a:pt x="4" y="0"/>
                    </a:lnTo>
                    <a:lnTo>
                      <a:pt x="6"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5" name="Freeform 211">
                <a:extLst>
                  <a:ext uri="{FF2B5EF4-FFF2-40B4-BE49-F238E27FC236}">
                    <a16:creationId xmlns:a16="http://schemas.microsoft.com/office/drawing/2014/main" id="{FE161EEB-6DE3-DC48-995C-B78DA0D96A48}"/>
                  </a:ext>
                </a:extLst>
              </p:cNvPr>
              <p:cNvSpPr>
                <a:spLocks/>
              </p:cNvSpPr>
              <p:nvPr/>
            </p:nvSpPr>
            <p:spPr bwMode="auto">
              <a:xfrm>
                <a:off x="9038168" y="3318384"/>
                <a:ext cx="10837" cy="16019"/>
              </a:xfrm>
              <a:custGeom>
                <a:avLst/>
                <a:gdLst>
                  <a:gd name="T0" fmla="*/ 4 w 6"/>
                  <a:gd name="T1" fmla="*/ 0 h 8"/>
                  <a:gd name="T2" fmla="*/ 6 w 6"/>
                  <a:gd name="T3" fmla="*/ 0 h 8"/>
                  <a:gd name="T4" fmla="*/ 6 w 6"/>
                  <a:gd name="T5" fmla="*/ 0 h 8"/>
                  <a:gd name="T6" fmla="*/ 6 w 6"/>
                  <a:gd name="T7" fmla="*/ 4 h 8"/>
                  <a:gd name="T8" fmla="*/ 6 w 6"/>
                  <a:gd name="T9" fmla="*/ 8 h 8"/>
                  <a:gd name="T10" fmla="*/ 6 w 6"/>
                  <a:gd name="T11" fmla="*/ 8 h 8"/>
                  <a:gd name="T12" fmla="*/ 4 w 6"/>
                  <a:gd name="T13" fmla="*/ 8 h 8"/>
                  <a:gd name="T14" fmla="*/ 2 w 6"/>
                  <a:gd name="T15" fmla="*/ 8 h 8"/>
                  <a:gd name="T16" fmla="*/ 2 w 6"/>
                  <a:gd name="T17" fmla="*/ 6 h 8"/>
                  <a:gd name="T18" fmla="*/ 2 w 6"/>
                  <a:gd name="T19" fmla="*/ 6 h 8"/>
                  <a:gd name="T20" fmla="*/ 2 w 6"/>
                  <a:gd name="T21" fmla="*/ 6 h 8"/>
                  <a:gd name="T22" fmla="*/ 0 w 6"/>
                  <a:gd name="T23" fmla="*/ 6 h 8"/>
                  <a:gd name="T24" fmla="*/ 0 w 6"/>
                  <a:gd name="T25" fmla="*/ 6 h 8"/>
                  <a:gd name="T26" fmla="*/ 0 w 6"/>
                  <a:gd name="T27" fmla="*/ 2 h 8"/>
                  <a:gd name="T28" fmla="*/ 0 w 6"/>
                  <a:gd name="T29" fmla="*/ 2 h 8"/>
                  <a:gd name="T30" fmla="*/ 4 w 6"/>
                  <a:gd name="T31" fmla="*/ 0 h 8"/>
                  <a:gd name="T32" fmla="*/ 4 w 6"/>
                  <a:gd name="T3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 h="8">
                    <a:moveTo>
                      <a:pt x="4" y="0"/>
                    </a:moveTo>
                    <a:lnTo>
                      <a:pt x="6" y="0"/>
                    </a:lnTo>
                    <a:lnTo>
                      <a:pt x="6" y="0"/>
                    </a:lnTo>
                    <a:lnTo>
                      <a:pt x="6" y="4"/>
                    </a:lnTo>
                    <a:lnTo>
                      <a:pt x="6" y="8"/>
                    </a:lnTo>
                    <a:lnTo>
                      <a:pt x="6" y="8"/>
                    </a:lnTo>
                    <a:lnTo>
                      <a:pt x="4" y="8"/>
                    </a:lnTo>
                    <a:lnTo>
                      <a:pt x="2" y="8"/>
                    </a:lnTo>
                    <a:lnTo>
                      <a:pt x="2" y="6"/>
                    </a:lnTo>
                    <a:lnTo>
                      <a:pt x="2" y="6"/>
                    </a:lnTo>
                    <a:lnTo>
                      <a:pt x="2" y="6"/>
                    </a:lnTo>
                    <a:lnTo>
                      <a:pt x="0" y="6"/>
                    </a:lnTo>
                    <a:lnTo>
                      <a:pt x="0" y="6"/>
                    </a:lnTo>
                    <a:lnTo>
                      <a:pt x="0" y="2"/>
                    </a:lnTo>
                    <a:lnTo>
                      <a:pt x="0" y="2"/>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6" name="Freeform 239">
                <a:extLst>
                  <a:ext uri="{FF2B5EF4-FFF2-40B4-BE49-F238E27FC236}">
                    <a16:creationId xmlns:a16="http://schemas.microsoft.com/office/drawing/2014/main" id="{BEE3DC09-5CA8-9C40-AA04-82879D0D8026}"/>
                  </a:ext>
                </a:extLst>
              </p:cNvPr>
              <p:cNvSpPr>
                <a:spLocks/>
              </p:cNvSpPr>
              <p:nvPr/>
            </p:nvSpPr>
            <p:spPr bwMode="auto">
              <a:xfrm>
                <a:off x="8579392" y="3887051"/>
                <a:ext cx="137272" cy="160188"/>
              </a:xfrm>
              <a:custGeom>
                <a:avLst/>
                <a:gdLst>
                  <a:gd name="T0" fmla="*/ 6 w 70"/>
                  <a:gd name="T1" fmla="*/ 60 h 80"/>
                  <a:gd name="T2" fmla="*/ 6 w 70"/>
                  <a:gd name="T3" fmla="*/ 60 h 80"/>
                  <a:gd name="T4" fmla="*/ 8 w 70"/>
                  <a:gd name="T5" fmla="*/ 66 h 80"/>
                  <a:gd name="T6" fmla="*/ 10 w 70"/>
                  <a:gd name="T7" fmla="*/ 66 h 80"/>
                  <a:gd name="T8" fmla="*/ 10 w 70"/>
                  <a:gd name="T9" fmla="*/ 66 h 80"/>
                  <a:gd name="T10" fmla="*/ 12 w 70"/>
                  <a:gd name="T11" fmla="*/ 74 h 80"/>
                  <a:gd name="T12" fmla="*/ 12 w 70"/>
                  <a:gd name="T13" fmla="*/ 74 h 80"/>
                  <a:gd name="T14" fmla="*/ 18 w 70"/>
                  <a:gd name="T15" fmla="*/ 72 h 80"/>
                  <a:gd name="T16" fmla="*/ 18 w 70"/>
                  <a:gd name="T17" fmla="*/ 72 h 80"/>
                  <a:gd name="T18" fmla="*/ 18 w 70"/>
                  <a:gd name="T19" fmla="*/ 78 h 80"/>
                  <a:gd name="T20" fmla="*/ 18 w 70"/>
                  <a:gd name="T21" fmla="*/ 78 h 80"/>
                  <a:gd name="T22" fmla="*/ 24 w 70"/>
                  <a:gd name="T23" fmla="*/ 78 h 80"/>
                  <a:gd name="T24" fmla="*/ 26 w 70"/>
                  <a:gd name="T25" fmla="*/ 80 h 80"/>
                  <a:gd name="T26" fmla="*/ 32 w 70"/>
                  <a:gd name="T27" fmla="*/ 72 h 80"/>
                  <a:gd name="T28" fmla="*/ 36 w 70"/>
                  <a:gd name="T29" fmla="*/ 70 h 80"/>
                  <a:gd name="T30" fmla="*/ 38 w 70"/>
                  <a:gd name="T31" fmla="*/ 66 h 80"/>
                  <a:gd name="T32" fmla="*/ 46 w 70"/>
                  <a:gd name="T33" fmla="*/ 66 h 80"/>
                  <a:gd name="T34" fmla="*/ 52 w 70"/>
                  <a:gd name="T35" fmla="*/ 68 h 80"/>
                  <a:gd name="T36" fmla="*/ 54 w 70"/>
                  <a:gd name="T37" fmla="*/ 62 h 80"/>
                  <a:gd name="T38" fmla="*/ 56 w 70"/>
                  <a:gd name="T39" fmla="*/ 60 h 80"/>
                  <a:gd name="T40" fmla="*/ 62 w 70"/>
                  <a:gd name="T41" fmla="*/ 58 h 80"/>
                  <a:gd name="T42" fmla="*/ 66 w 70"/>
                  <a:gd name="T43" fmla="*/ 54 h 80"/>
                  <a:gd name="T44" fmla="*/ 68 w 70"/>
                  <a:gd name="T45" fmla="*/ 48 h 80"/>
                  <a:gd name="T46" fmla="*/ 68 w 70"/>
                  <a:gd name="T47" fmla="*/ 40 h 80"/>
                  <a:gd name="T48" fmla="*/ 70 w 70"/>
                  <a:gd name="T49" fmla="*/ 34 h 80"/>
                  <a:gd name="T50" fmla="*/ 70 w 70"/>
                  <a:gd name="T51" fmla="*/ 26 h 80"/>
                  <a:gd name="T52" fmla="*/ 68 w 70"/>
                  <a:gd name="T53" fmla="*/ 18 h 80"/>
                  <a:gd name="T54" fmla="*/ 66 w 70"/>
                  <a:gd name="T55" fmla="*/ 12 h 80"/>
                  <a:gd name="T56" fmla="*/ 66 w 70"/>
                  <a:gd name="T57" fmla="*/ 4 h 80"/>
                  <a:gd name="T58" fmla="*/ 60 w 70"/>
                  <a:gd name="T59" fmla="*/ 6 h 80"/>
                  <a:gd name="T60" fmla="*/ 56 w 70"/>
                  <a:gd name="T61" fmla="*/ 2 h 80"/>
                  <a:gd name="T62" fmla="*/ 52 w 70"/>
                  <a:gd name="T63" fmla="*/ 0 h 80"/>
                  <a:gd name="T64" fmla="*/ 48 w 70"/>
                  <a:gd name="T65" fmla="*/ 6 h 80"/>
                  <a:gd name="T66" fmla="*/ 48 w 70"/>
                  <a:gd name="T67" fmla="*/ 12 h 80"/>
                  <a:gd name="T68" fmla="*/ 44 w 70"/>
                  <a:gd name="T69" fmla="*/ 14 h 80"/>
                  <a:gd name="T70" fmla="*/ 40 w 70"/>
                  <a:gd name="T71" fmla="*/ 10 h 80"/>
                  <a:gd name="T72" fmla="*/ 38 w 70"/>
                  <a:gd name="T73" fmla="*/ 8 h 80"/>
                  <a:gd name="T74" fmla="*/ 30 w 70"/>
                  <a:gd name="T75" fmla="*/ 6 h 80"/>
                  <a:gd name="T76" fmla="*/ 26 w 70"/>
                  <a:gd name="T77" fmla="*/ 10 h 80"/>
                  <a:gd name="T78" fmla="*/ 20 w 70"/>
                  <a:gd name="T79" fmla="*/ 14 h 80"/>
                  <a:gd name="T80" fmla="*/ 16 w 70"/>
                  <a:gd name="T81" fmla="*/ 14 h 80"/>
                  <a:gd name="T82" fmla="*/ 10 w 70"/>
                  <a:gd name="T83" fmla="*/ 14 h 80"/>
                  <a:gd name="T84" fmla="*/ 4 w 70"/>
                  <a:gd name="T85" fmla="*/ 18 h 80"/>
                  <a:gd name="T86" fmla="*/ 0 w 70"/>
                  <a:gd name="T87" fmla="*/ 20 h 80"/>
                  <a:gd name="T88" fmla="*/ 0 w 70"/>
                  <a:gd name="T89" fmla="*/ 28 h 80"/>
                  <a:gd name="T90" fmla="*/ 0 w 70"/>
                  <a:gd name="T91" fmla="*/ 38 h 80"/>
                  <a:gd name="T92" fmla="*/ 4 w 70"/>
                  <a:gd name="T93" fmla="*/ 44 h 80"/>
                  <a:gd name="T94" fmla="*/ 6 w 70"/>
                  <a:gd name="T95" fmla="*/ 52 h 80"/>
                  <a:gd name="T96" fmla="*/ 6 w 70"/>
                  <a:gd name="T97"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0" h="80">
                    <a:moveTo>
                      <a:pt x="6" y="60"/>
                    </a:moveTo>
                    <a:lnTo>
                      <a:pt x="6" y="60"/>
                    </a:lnTo>
                    <a:lnTo>
                      <a:pt x="8" y="66"/>
                    </a:lnTo>
                    <a:lnTo>
                      <a:pt x="10" y="66"/>
                    </a:lnTo>
                    <a:lnTo>
                      <a:pt x="10" y="66"/>
                    </a:lnTo>
                    <a:lnTo>
                      <a:pt x="12" y="74"/>
                    </a:lnTo>
                    <a:lnTo>
                      <a:pt x="12" y="74"/>
                    </a:lnTo>
                    <a:lnTo>
                      <a:pt x="18" y="72"/>
                    </a:lnTo>
                    <a:lnTo>
                      <a:pt x="18" y="72"/>
                    </a:lnTo>
                    <a:lnTo>
                      <a:pt x="18" y="78"/>
                    </a:lnTo>
                    <a:lnTo>
                      <a:pt x="18" y="78"/>
                    </a:lnTo>
                    <a:lnTo>
                      <a:pt x="24" y="78"/>
                    </a:lnTo>
                    <a:lnTo>
                      <a:pt x="26" y="80"/>
                    </a:lnTo>
                    <a:lnTo>
                      <a:pt x="32" y="72"/>
                    </a:lnTo>
                    <a:lnTo>
                      <a:pt x="36" y="70"/>
                    </a:lnTo>
                    <a:lnTo>
                      <a:pt x="38" y="66"/>
                    </a:lnTo>
                    <a:lnTo>
                      <a:pt x="46" y="66"/>
                    </a:lnTo>
                    <a:lnTo>
                      <a:pt x="52" y="68"/>
                    </a:lnTo>
                    <a:lnTo>
                      <a:pt x="54" y="62"/>
                    </a:lnTo>
                    <a:lnTo>
                      <a:pt x="56" y="60"/>
                    </a:lnTo>
                    <a:lnTo>
                      <a:pt x="62" y="58"/>
                    </a:lnTo>
                    <a:lnTo>
                      <a:pt x="66" y="54"/>
                    </a:lnTo>
                    <a:lnTo>
                      <a:pt x="68" y="48"/>
                    </a:lnTo>
                    <a:lnTo>
                      <a:pt x="68" y="40"/>
                    </a:lnTo>
                    <a:lnTo>
                      <a:pt x="70" y="34"/>
                    </a:lnTo>
                    <a:lnTo>
                      <a:pt x="70" y="26"/>
                    </a:lnTo>
                    <a:lnTo>
                      <a:pt x="68" y="18"/>
                    </a:lnTo>
                    <a:lnTo>
                      <a:pt x="66" y="12"/>
                    </a:lnTo>
                    <a:lnTo>
                      <a:pt x="66" y="4"/>
                    </a:lnTo>
                    <a:lnTo>
                      <a:pt x="60" y="6"/>
                    </a:lnTo>
                    <a:lnTo>
                      <a:pt x="56" y="2"/>
                    </a:lnTo>
                    <a:lnTo>
                      <a:pt x="52" y="0"/>
                    </a:lnTo>
                    <a:lnTo>
                      <a:pt x="48" y="6"/>
                    </a:lnTo>
                    <a:lnTo>
                      <a:pt x="48" y="12"/>
                    </a:lnTo>
                    <a:lnTo>
                      <a:pt x="44" y="14"/>
                    </a:lnTo>
                    <a:lnTo>
                      <a:pt x="40" y="10"/>
                    </a:lnTo>
                    <a:lnTo>
                      <a:pt x="38" y="8"/>
                    </a:lnTo>
                    <a:lnTo>
                      <a:pt x="30" y="6"/>
                    </a:lnTo>
                    <a:lnTo>
                      <a:pt x="26" y="10"/>
                    </a:lnTo>
                    <a:lnTo>
                      <a:pt x="20" y="14"/>
                    </a:lnTo>
                    <a:lnTo>
                      <a:pt x="16" y="14"/>
                    </a:lnTo>
                    <a:lnTo>
                      <a:pt x="10" y="14"/>
                    </a:lnTo>
                    <a:lnTo>
                      <a:pt x="4" y="18"/>
                    </a:lnTo>
                    <a:lnTo>
                      <a:pt x="0" y="20"/>
                    </a:lnTo>
                    <a:lnTo>
                      <a:pt x="0" y="28"/>
                    </a:lnTo>
                    <a:lnTo>
                      <a:pt x="0" y="38"/>
                    </a:lnTo>
                    <a:lnTo>
                      <a:pt x="4" y="44"/>
                    </a:lnTo>
                    <a:lnTo>
                      <a:pt x="6" y="52"/>
                    </a:lnTo>
                    <a:lnTo>
                      <a:pt x="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7" name="Freeform 241">
                <a:extLst>
                  <a:ext uri="{FF2B5EF4-FFF2-40B4-BE49-F238E27FC236}">
                    <a16:creationId xmlns:a16="http://schemas.microsoft.com/office/drawing/2014/main" id="{8E88E8BF-93E1-1646-B325-CDBD0E2268D1}"/>
                  </a:ext>
                </a:extLst>
              </p:cNvPr>
              <p:cNvSpPr>
                <a:spLocks/>
              </p:cNvSpPr>
              <p:nvPr/>
            </p:nvSpPr>
            <p:spPr bwMode="auto">
              <a:xfrm>
                <a:off x="8324716" y="3470561"/>
                <a:ext cx="223969" cy="548645"/>
              </a:xfrm>
              <a:custGeom>
                <a:avLst/>
                <a:gdLst>
                  <a:gd name="T0" fmla="*/ 90 w 114"/>
                  <a:gd name="T1" fmla="*/ 260 h 274"/>
                  <a:gd name="T2" fmla="*/ 92 w 114"/>
                  <a:gd name="T3" fmla="*/ 234 h 274"/>
                  <a:gd name="T4" fmla="*/ 76 w 114"/>
                  <a:gd name="T5" fmla="*/ 202 h 274"/>
                  <a:gd name="T6" fmla="*/ 78 w 114"/>
                  <a:gd name="T7" fmla="*/ 186 h 274"/>
                  <a:gd name="T8" fmla="*/ 72 w 114"/>
                  <a:gd name="T9" fmla="*/ 158 h 274"/>
                  <a:gd name="T10" fmla="*/ 72 w 114"/>
                  <a:gd name="T11" fmla="*/ 138 h 274"/>
                  <a:gd name="T12" fmla="*/ 84 w 114"/>
                  <a:gd name="T13" fmla="*/ 132 h 274"/>
                  <a:gd name="T14" fmla="*/ 90 w 114"/>
                  <a:gd name="T15" fmla="*/ 122 h 274"/>
                  <a:gd name="T16" fmla="*/ 106 w 114"/>
                  <a:gd name="T17" fmla="*/ 122 h 274"/>
                  <a:gd name="T18" fmla="*/ 114 w 114"/>
                  <a:gd name="T19" fmla="*/ 104 h 274"/>
                  <a:gd name="T20" fmla="*/ 100 w 114"/>
                  <a:gd name="T21" fmla="*/ 88 h 274"/>
                  <a:gd name="T22" fmla="*/ 90 w 114"/>
                  <a:gd name="T23" fmla="*/ 82 h 274"/>
                  <a:gd name="T24" fmla="*/ 90 w 114"/>
                  <a:gd name="T25" fmla="*/ 72 h 274"/>
                  <a:gd name="T26" fmla="*/ 86 w 114"/>
                  <a:gd name="T27" fmla="*/ 58 h 274"/>
                  <a:gd name="T28" fmla="*/ 74 w 114"/>
                  <a:gd name="T29" fmla="*/ 64 h 274"/>
                  <a:gd name="T30" fmla="*/ 70 w 114"/>
                  <a:gd name="T31" fmla="*/ 56 h 274"/>
                  <a:gd name="T32" fmla="*/ 72 w 114"/>
                  <a:gd name="T33" fmla="*/ 42 h 274"/>
                  <a:gd name="T34" fmla="*/ 78 w 114"/>
                  <a:gd name="T35" fmla="*/ 22 h 274"/>
                  <a:gd name="T36" fmla="*/ 76 w 114"/>
                  <a:gd name="T37" fmla="*/ 6 h 274"/>
                  <a:gd name="T38" fmla="*/ 66 w 114"/>
                  <a:gd name="T39" fmla="*/ 0 h 274"/>
                  <a:gd name="T40" fmla="*/ 56 w 114"/>
                  <a:gd name="T41" fmla="*/ 16 h 274"/>
                  <a:gd name="T42" fmla="*/ 44 w 114"/>
                  <a:gd name="T43" fmla="*/ 30 h 274"/>
                  <a:gd name="T44" fmla="*/ 28 w 114"/>
                  <a:gd name="T45" fmla="*/ 44 h 274"/>
                  <a:gd name="T46" fmla="*/ 30 w 114"/>
                  <a:gd name="T47" fmla="*/ 52 h 274"/>
                  <a:gd name="T48" fmla="*/ 14 w 114"/>
                  <a:gd name="T49" fmla="*/ 64 h 274"/>
                  <a:gd name="T50" fmla="*/ 16 w 114"/>
                  <a:gd name="T51" fmla="*/ 88 h 274"/>
                  <a:gd name="T52" fmla="*/ 10 w 114"/>
                  <a:gd name="T53" fmla="*/ 98 h 274"/>
                  <a:gd name="T54" fmla="*/ 4 w 114"/>
                  <a:gd name="T55" fmla="*/ 104 h 274"/>
                  <a:gd name="T56" fmla="*/ 6 w 114"/>
                  <a:gd name="T57" fmla="*/ 114 h 274"/>
                  <a:gd name="T58" fmla="*/ 0 w 114"/>
                  <a:gd name="T59" fmla="*/ 120 h 274"/>
                  <a:gd name="T60" fmla="*/ 4 w 114"/>
                  <a:gd name="T61" fmla="*/ 128 h 274"/>
                  <a:gd name="T62" fmla="*/ 6 w 114"/>
                  <a:gd name="T63" fmla="*/ 124 h 274"/>
                  <a:gd name="T64" fmla="*/ 8 w 114"/>
                  <a:gd name="T65" fmla="*/ 122 h 274"/>
                  <a:gd name="T66" fmla="*/ 14 w 114"/>
                  <a:gd name="T67" fmla="*/ 122 h 274"/>
                  <a:gd name="T68" fmla="*/ 16 w 114"/>
                  <a:gd name="T69" fmla="*/ 132 h 274"/>
                  <a:gd name="T70" fmla="*/ 20 w 114"/>
                  <a:gd name="T71" fmla="*/ 140 h 274"/>
                  <a:gd name="T72" fmla="*/ 18 w 114"/>
                  <a:gd name="T73" fmla="*/ 148 h 274"/>
                  <a:gd name="T74" fmla="*/ 24 w 114"/>
                  <a:gd name="T75" fmla="*/ 154 h 274"/>
                  <a:gd name="T76" fmla="*/ 26 w 114"/>
                  <a:gd name="T77" fmla="*/ 162 h 274"/>
                  <a:gd name="T78" fmla="*/ 20 w 114"/>
                  <a:gd name="T79" fmla="*/ 190 h 274"/>
                  <a:gd name="T80" fmla="*/ 22 w 114"/>
                  <a:gd name="T81" fmla="*/ 192 h 274"/>
                  <a:gd name="T82" fmla="*/ 26 w 114"/>
                  <a:gd name="T83" fmla="*/ 192 h 274"/>
                  <a:gd name="T84" fmla="*/ 38 w 114"/>
                  <a:gd name="T85" fmla="*/ 194 h 274"/>
                  <a:gd name="T86" fmla="*/ 40 w 114"/>
                  <a:gd name="T87" fmla="*/ 188 h 274"/>
                  <a:gd name="T88" fmla="*/ 42 w 114"/>
                  <a:gd name="T89" fmla="*/ 188 h 274"/>
                  <a:gd name="T90" fmla="*/ 50 w 114"/>
                  <a:gd name="T91" fmla="*/ 176 h 274"/>
                  <a:gd name="T92" fmla="*/ 60 w 114"/>
                  <a:gd name="T93" fmla="*/ 180 h 274"/>
                  <a:gd name="T94" fmla="*/ 60 w 114"/>
                  <a:gd name="T95" fmla="*/ 184 h 274"/>
                  <a:gd name="T96" fmla="*/ 66 w 114"/>
                  <a:gd name="T97" fmla="*/ 186 h 274"/>
                  <a:gd name="T98" fmla="*/ 68 w 114"/>
                  <a:gd name="T99" fmla="*/ 200 h 274"/>
                  <a:gd name="T100" fmla="*/ 74 w 114"/>
                  <a:gd name="T101" fmla="*/ 224 h 274"/>
                  <a:gd name="T102" fmla="*/ 78 w 114"/>
                  <a:gd name="T103" fmla="*/ 230 h 274"/>
                  <a:gd name="T104" fmla="*/ 82 w 114"/>
                  <a:gd name="T105" fmla="*/ 258 h 274"/>
                  <a:gd name="T106" fmla="*/ 80 w 114"/>
                  <a:gd name="T107" fmla="*/ 260 h 274"/>
                  <a:gd name="T108" fmla="*/ 86 w 114"/>
                  <a:gd name="T109"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274">
                    <a:moveTo>
                      <a:pt x="86" y="274"/>
                    </a:moveTo>
                    <a:lnTo>
                      <a:pt x="88" y="268"/>
                    </a:lnTo>
                    <a:lnTo>
                      <a:pt x="90" y="260"/>
                    </a:lnTo>
                    <a:lnTo>
                      <a:pt x="96" y="252"/>
                    </a:lnTo>
                    <a:lnTo>
                      <a:pt x="96" y="244"/>
                    </a:lnTo>
                    <a:lnTo>
                      <a:pt x="92" y="234"/>
                    </a:lnTo>
                    <a:lnTo>
                      <a:pt x="84" y="226"/>
                    </a:lnTo>
                    <a:lnTo>
                      <a:pt x="80" y="214"/>
                    </a:lnTo>
                    <a:lnTo>
                      <a:pt x="76" y="202"/>
                    </a:lnTo>
                    <a:lnTo>
                      <a:pt x="84" y="198"/>
                    </a:lnTo>
                    <a:lnTo>
                      <a:pt x="84" y="192"/>
                    </a:lnTo>
                    <a:lnTo>
                      <a:pt x="78" y="186"/>
                    </a:lnTo>
                    <a:lnTo>
                      <a:pt x="72" y="178"/>
                    </a:lnTo>
                    <a:lnTo>
                      <a:pt x="70" y="166"/>
                    </a:lnTo>
                    <a:lnTo>
                      <a:pt x="72" y="158"/>
                    </a:lnTo>
                    <a:lnTo>
                      <a:pt x="72" y="152"/>
                    </a:lnTo>
                    <a:lnTo>
                      <a:pt x="70" y="144"/>
                    </a:lnTo>
                    <a:lnTo>
                      <a:pt x="72" y="138"/>
                    </a:lnTo>
                    <a:lnTo>
                      <a:pt x="76" y="138"/>
                    </a:lnTo>
                    <a:lnTo>
                      <a:pt x="80" y="132"/>
                    </a:lnTo>
                    <a:lnTo>
                      <a:pt x="84" y="132"/>
                    </a:lnTo>
                    <a:lnTo>
                      <a:pt x="84" y="128"/>
                    </a:lnTo>
                    <a:lnTo>
                      <a:pt x="86" y="122"/>
                    </a:lnTo>
                    <a:lnTo>
                      <a:pt x="90" y="122"/>
                    </a:lnTo>
                    <a:lnTo>
                      <a:pt x="94" y="124"/>
                    </a:lnTo>
                    <a:lnTo>
                      <a:pt x="104" y="124"/>
                    </a:lnTo>
                    <a:lnTo>
                      <a:pt x="106" y="122"/>
                    </a:lnTo>
                    <a:lnTo>
                      <a:pt x="106" y="116"/>
                    </a:lnTo>
                    <a:lnTo>
                      <a:pt x="112" y="108"/>
                    </a:lnTo>
                    <a:lnTo>
                      <a:pt x="114" y="104"/>
                    </a:lnTo>
                    <a:lnTo>
                      <a:pt x="104" y="102"/>
                    </a:lnTo>
                    <a:lnTo>
                      <a:pt x="102" y="96"/>
                    </a:lnTo>
                    <a:lnTo>
                      <a:pt x="100" y="88"/>
                    </a:lnTo>
                    <a:lnTo>
                      <a:pt x="96" y="88"/>
                    </a:lnTo>
                    <a:lnTo>
                      <a:pt x="90" y="86"/>
                    </a:lnTo>
                    <a:lnTo>
                      <a:pt x="90" y="82"/>
                    </a:lnTo>
                    <a:lnTo>
                      <a:pt x="94" y="76"/>
                    </a:lnTo>
                    <a:lnTo>
                      <a:pt x="94" y="72"/>
                    </a:lnTo>
                    <a:lnTo>
                      <a:pt x="90" y="72"/>
                    </a:lnTo>
                    <a:lnTo>
                      <a:pt x="88" y="66"/>
                    </a:lnTo>
                    <a:lnTo>
                      <a:pt x="88" y="62"/>
                    </a:lnTo>
                    <a:lnTo>
                      <a:pt x="86" y="58"/>
                    </a:lnTo>
                    <a:lnTo>
                      <a:pt x="82" y="58"/>
                    </a:lnTo>
                    <a:lnTo>
                      <a:pt x="76" y="60"/>
                    </a:lnTo>
                    <a:lnTo>
                      <a:pt x="74" y="64"/>
                    </a:lnTo>
                    <a:lnTo>
                      <a:pt x="72" y="64"/>
                    </a:lnTo>
                    <a:lnTo>
                      <a:pt x="70" y="62"/>
                    </a:lnTo>
                    <a:lnTo>
                      <a:pt x="70" y="56"/>
                    </a:lnTo>
                    <a:lnTo>
                      <a:pt x="68" y="52"/>
                    </a:lnTo>
                    <a:lnTo>
                      <a:pt x="68" y="48"/>
                    </a:lnTo>
                    <a:lnTo>
                      <a:pt x="72" y="42"/>
                    </a:lnTo>
                    <a:lnTo>
                      <a:pt x="76" y="36"/>
                    </a:lnTo>
                    <a:lnTo>
                      <a:pt x="78" y="26"/>
                    </a:lnTo>
                    <a:lnTo>
                      <a:pt x="78" y="22"/>
                    </a:lnTo>
                    <a:lnTo>
                      <a:pt x="76" y="18"/>
                    </a:lnTo>
                    <a:lnTo>
                      <a:pt x="78" y="10"/>
                    </a:lnTo>
                    <a:lnTo>
                      <a:pt x="76" y="6"/>
                    </a:lnTo>
                    <a:lnTo>
                      <a:pt x="74" y="0"/>
                    </a:lnTo>
                    <a:lnTo>
                      <a:pt x="70" y="0"/>
                    </a:lnTo>
                    <a:lnTo>
                      <a:pt x="66" y="0"/>
                    </a:lnTo>
                    <a:lnTo>
                      <a:pt x="66" y="10"/>
                    </a:lnTo>
                    <a:lnTo>
                      <a:pt x="60" y="18"/>
                    </a:lnTo>
                    <a:lnTo>
                      <a:pt x="56" y="16"/>
                    </a:lnTo>
                    <a:lnTo>
                      <a:pt x="48" y="16"/>
                    </a:lnTo>
                    <a:lnTo>
                      <a:pt x="44" y="26"/>
                    </a:lnTo>
                    <a:lnTo>
                      <a:pt x="44" y="30"/>
                    </a:lnTo>
                    <a:lnTo>
                      <a:pt x="38" y="36"/>
                    </a:lnTo>
                    <a:lnTo>
                      <a:pt x="34" y="40"/>
                    </a:lnTo>
                    <a:lnTo>
                      <a:pt x="28" y="44"/>
                    </a:lnTo>
                    <a:lnTo>
                      <a:pt x="26" y="46"/>
                    </a:lnTo>
                    <a:lnTo>
                      <a:pt x="30" y="48"/>
                    </a:lnTo>
                    <a:lnTo>
                      <a:pt x="30" y="52"/>
                    </a:lnTo>
                    <a:lnTo>
                      <a:pt x="24" y="60"/>
                    </a:lnTo>
                    <a:lnTo>
                      <a:pt x="22" y="68"/>
                    </a:lnTo>
                    <a:lnTo>
                      <a:pt x="14" y="64"/>
                    </a:lnTo>
                    <a:lnTo>
                      <a:pt x="14" y="76"/>
                    </a:lnTo>
                    <a:lnTo>
                      <a:pt x="16" y="82"/>
                    </a:lnTo>
                    <a:lnTo>
                      <a:pt x="16" y="88"/>
                    </a:lnTo>
                    <a:lnTo>
                      <a:pt x="16" y="92"/>
                    </a:lnTo>
                    <a:lnTo>
                      <a:pt x="14" y="96"/>
                    </a:lnTo>
                    <a:lnTo>
                      <a:pt x="10" y="98"/>
                    </a:lnTo>
                    <a:lnTo>
                      <a:pt x="6" y="96"/>
                    </a:lnTo>
                    <a:lnTo>
                      <a:pt x="2" y="96"/>
                    </a:lnTo>
                    <a:lnTo>
                      <a:pt x="4" y="104"/>
                    </a:lnTo>
                    <a:lnTo>
                      <a:pt x="6" y="108"/>
                    </a:lnTo>
                    <a:lnTo>
                      <a:pt x="6" y="114"/>
                    </a:lnTo>
                    <a:lnTo>
                      <a:pt x="6" y="114"/>
                    </a:lnTo>
                    <a:lnTo>
                      <a:pt x="2" y="112"/>
                    </a:lnTo>
                    <a:lnTo>
                      <a:pt x="0" y="116"/>
                    </a:lnTo>
                    <a:lnTo>
                      <a:pt x="0" y="120"/>
                    </a:lnTo>
                    <a:lnTo>
                      <a:pt x="0" y="120"/>
                    </a:lnTo>
                    <a:lnTo>
                      <a:pt x="2" y="128"/>
                    </a:lnTo>
                    <a:lnTo>
                      <a:pt x="4" y="128"/>
                    </a:lnTo>
                    <a:lnTo>
                      <a:pt x="4" y="128"/>
                    </a:lnTo>
                    <a:lnTo>
                      <a:pt x="6" y="126"/>
                    </a:lnTo>
                    <a:lnTo>
                      <a:pt x="6" y="124"/>
                    </a:lnTo>
                    <a:lnTo>
                      <a:pt x="6" y="124"/>
                    </a:lnTo>
                    <a:lnTo>
                      <a:pt x="8" y="124"/>
                    </a:lnTo>
                    <a:lnTo>
                      <a:pt x="8" y="122"/>
                    </a:lnTo>
                    <a:lnTo>
                      <a:pt x="8" y="122"/>
                    </a:lnTo>
                    <a:lnTo>
                      <a:pt x="14" y="122"/>
                    </a:lnTo>
                    <a:lnTo>
                      <a:pt x="14" y="122"/>
                    </a:lnTo>
                    <a:lnTo>
                      <a:pt x="14" y="130"/>
                    </a:lnTo>
                    <a:lnTo>
                      <a:pt x="16" y="132"/>
                    </a:lnTo>
                    <a:lnTo>
                      <a:pt x="16" y="132"/>
                    </a:lnTo>
                    <a:lnTo>
                      <a:pt x="16" y="138"/>
                    </a:lnTo>
                    <a:lnTo>
                      <a:pt x="16" y="138"/>
                    </a:lnTo>
                    <a:lnTo>
                      <a:pt x="20" y="140"/>
                    </a:lnTo>
                    <a:lnTo>
                      <a:pt x="20" y="140"/>
                    </a:lnTo>
                    <a:lnTo>
                      <a:pt x="18" y="146"/>
                    </a:lnTo>
                    <a:lnTo>
                      <a:pt x="18" y="148"/>
                    </a:lnTo>
                    <a:lnTo>
                      <a:pt x="20" y="152"/>
                    </a:lnTo>
                    <a:lnTo>
                      <a:pt x="20" y="152"/>
                    </a:lnTo>
                    <a:lnTo>
                      <a:pt x="24" y="154"/>
                    </a:lnTo>
                    <a:lnTo>
                      <a:pt x="24" y="154"/>
                    </a:lnTo>
                    <a:lnTo>
                      <a:pt x="26" y="162"/>
                    </a:lnTo>
                    <a:lnTo>
                      <a:pt x="26" y="162"/>
                    </a:lnTo>
                    <a:lnTo>
                      <a:pt x="24" y="168"/>
                    </a:lnTo>
                    <a:lnTo>
                      <a:pt x="22" y="174"/>
                    </a:lnTo>
                    <a:lnTo>
                      <a:pt x="20" y="190"/>
                    </a:lnTo>
                    <a:lnTo>
                      <a:pt x="20" y="190"/>
                    </a:lnTo>
                    <a:lnTo>
                      <a:pt x="22" y="192"/>
                    </a:lnTo>
                    <a:lnTo>
                      <a:pt x="22" y="192"/>
                    </a:lnTo>
                    <a:lnTo>
                      <a:pt x="24" y="192"/>
                    </a:lnTo>
                    <a:lnTo>
                      <a:pt x="26" y="192"/>
                    </a:lnTo>
                    <a:lnTo>
                      <a:pt x="26" y="192"/>
                    </a:lnTo>
                    <a:lnTo>
                      <a:pt x="28" y="194"/>
                    </a:lnTo>
                    <a:lnTo>
                      <a:pt x="28" y="194"/>
                    </a:lnTo>
                    <a:lnTo>
                      <a:pt x="38" y="194"/>
                    </a:lnTo>
                    <a:lnTo>
                      <a:pt x="38" y="194"/>
                    </a:lnTo>
                    <a:lnTo>
                      <a:pt x="38" y="190"/>
                    </a:lnTo>
                    <a:lnTo>
                      <a:pt x="40" y="188"/>
                    </a:lnTo>
                    <a:lnTo>
                      <a:pt x="40" y="188"/>
                    </a:lnTo>
                    <a:lnTo>
                      <a:pt x="42" y="188"/>
                    </a:lnTo>
                    <a:lnTo>
                      <a:pt x="42" y="188"/>
                    </a:lnTo>
                    <a:lnTo>
                      <a:pt x="46" y="186"/>
                    </a:lnTo>
                    <a:lnTo>
                      <a:pt x="48" y="184"/>
                    </a:lnTo>
                    <a:lnTo>
                      <a:pt x="50" y="176"/>
                    </a:lnTo>
                    <a:lnTo>
                      <a:pt x="52" y="174"/>
                    </a:lnTo>
                    <a:lnTo>
                      <a:pt x="52" y="174"/>
                    </a:lnTo>
                    <a:lnTo>
                      <a:pt x="60" y="180"/>
                    </a:lnTo>
                    <a:lnTo>
                      <a:pt x="60" y="180"/>
                    </a:lnTo>
                    <a:lnTo>
                      <a:pt x="60" y="182"/>
                    </a:lnTo>
                    <a:lnTo>
                      <a:pt x="60" y="184"/>
                    </a:lnTo>
                    <a:lnTo>
                      <a:pt x="60" y="184"/>
                    </a:lnTo>
                    <a:lnTo>
                      <a:pt x="66" y="186"/>
                    </a:lnTo>
                    <a:lnTo>
                      <a:pt x="66" y="186"/>
                    </a:lnTo>
                    <a:lnTo>
                      <a:pt x="64" y="196"/>
                    </a:lnTo>
                    <a:lnTo>
                      <a:pt x="64" y="196"/>
                    </a:lnTo>
                    <a:lnTo>
                      <a:pt x="68" y="200"/>
                    </a:lnTo>
                    <a:lnTo>
                      <a:pt x="68" y="200"/>
                    </a:lnTo>
                    <a:lnTo>
                      <a:pt x="74" y="224"/>
                    </a:lnTo>
                    <a:lnTo>
                      <a:pt x="74" y="224"/>
                    </a:lnTo>
                    <a:lnTo>
                      <a:pt x="74" y="228"/>
                    </a:lnTo>
                    <a:lnTo>
                      <a:pt x="74" y="228"/>
                    </a:lnTo>
                    <a:lnTo>
                      <a:pt x="78" y="230"/>
                    </a:lnTo>
                    <a:lnTo>
                      <a:pt x="78" y="230"/>
                    </a:lnTo>
                    <a:lnTo>
                      <a:pt x="80" y="244"/>
                    </a:lnTo>
                    <a:lnTo>
                      <a:pt x="82" y="258"/>
                    </a:lnTo>
                    <a:lnTo>
                      <a:pt x="82" y="258"/>
                    </a:lnTo>
                    <a:lnTo>
                      <a:pt x="80" y="260"/>
                    </a:lnTo>
                    <a:lnTo>
                      <a:pt x="80" y="260"/>
                    </a:lnTo>
                    <a:lnTo>
                      <a:pt x="82" y="262"/>
                    </a:lnTo>
                    <a:lnTo>
                      <a:pt x="82" y="262"/>
                    </a:lnTo>
                    <a:lnTo>
                      <a:pt x="86" y="274"/>
                    </a:lnTo>
                    <a:lnTo>
                      <a:pt x="86" y="27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8" name="Freeform 244">
                <a:extLst>
                  <a:ext uri="{FF2B5EF4-FFF2-40B4-BE49-F238E27FC236}">
                    <a16:creationId xmlns:a16="http://schemas.microsoft.com/office/drawing/2014/main" id="{28EE0C77-0CD4-0E45-9F7A-2C433CFDCC1D}"/>
                  </a:ext>
                </a:extLst>
              </p:cNvPr>
              <p:cNvSpPr>
                <a:spLocks/>
              </p:cNvSpPr>
              <p:nvPr/>
            </p:nvSpPr>
            <p:spPr bwMode="auto">
              <a:xfrm>
                <a:off x="8881028" y="4227452"/>
                <a:ext cx="39736" cy="28033"/>
              </a:xfrm>
              <a:custGeom>
                <a:avLst/>
                <a:gdLst>
                  <a:gd name="T0" fmla="*/ 0 w 20"/>
                  <a:gd name="T1" fmla="*/ 8 h 14"/>
                  <a:gd name="T2" fmla="*/ 6 w 20"/>
                  <a:gd name="T3" fmla="*/ 14 h 14"/>
                  <a:gd name="T4" fmla="*/ 10 w 20"/>
                  <a:gd name="T5" fmla="*/ 14 h 14"/>
                  <a:gd name="T6" fmla="*/ 12 w 20"/>
                  <a:gd name="T7" fmla="*/ 12 h 14"/>
                  <a:gd name="T8" fmla="*/ 14 w 20"/>
                  <a:gd name="T9" fmla="*/ 8 h 14"/>
                  <a:gd name="T10" fmla="*/ 18 w 20"/>
                  <a:gd name="T11" fmla="*/ 10 h 14"/>
                  <a:gd name="T12" fmla="*/ 20 w 20"/>
                  <a:gd name="T13" fmla="*/ 10 h 14"/>
                  <a:gd name="T14" fmla="*/ 16 w 20"/>
                  <a:gd name="T15" fmla="*/ 0 h 14"/>
                  <a:gd name="T16" fmla="*/ 16 w 20"/>
                  <a:gd name="T17" fmla="*/ 0 h 14"/>
                  <a:gd name="T18" fmla="*/ 12 w 20"/>
                  <a:gd name="T19" fmla="*/ 0 h 14"/>
                  <a:gd name="T20" fmla="*/ 12 w 20"/>
                  <a:gd name="T21" fmla="*/ 0 h 14"/>
                  <a:gd name="T22" fmla="*/ 10 w 20"/>
                  <a:gd name="T23" fmla="*/ 4 h 14"/>
                  <a:gd name="T24" fmla="*/ 8 w 20"/>
                  <a:gd name="T25" fmla="*/ 8 h 14"/>
                  <a:gd name="T26" fmla="*/ 8 w 20"/>
                  <a:gd name="T27" fmla="*/ 8 h 14"/>
                  <a:gd name="T28" fmla="*/ 0 w 20"/>
                  <a:gd name="T29" fmla="*/ 6 h 14"/>
                  <a:gd name="T30" fmla="*/ 0 w 20"/>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4">
                    <a:moveTo>
                      <a:pt x="0" y="8"/>
                    </a:moveTo>
                    <a:lnTo>
                      <a:pt x="6" y="14"/>
                    </a:lnTo>
                    <a:lnTo>
                      <a:pt x="10" y="14"/>
                    </a:lnTo>
                    <a:lnTo>
                      <a:pt x="12" y="12"/>
                    </a:lnTo>
                    <a:lnTo>
                      <a:pt x="14" y="8"/>
                    </a:lnTo>
                    <a:lnTo>
                      <a:pt x="18" y="10"/>
                    </a:lnTo>
                    <a:lnTo>
                      <a:pt x="20" y="10"/>
                    </a:lnTo>
                    <a:lnTo>
                      <a:pt x="16" y="0"/>
                    </a:lnTo>
                    <a:lnTo>
                      <a:pt x="16" y="0"/>
                    </a:lnTo>
                    <a:lnTo>
                      <a:pt x="12" y="0"/>
                    </a:lnTo>
                    <a:lnTo>
                      <a:pt x="12" y="0"/>
                    </a:lnTo>
                    <a:lnTo>
                      <a:pt x="10" y="4"/>
                    </a:lnTo>
                    <a:lnTo>
                      <a:pt x="8" y="8"/>
                    </a:lnTo>
                    <a:lnTo>
                      <a:pt x="8" y="8"/>
                    </a:lnTo>
                    <a:lnTo>
                      <a:pt x="0" y="6"/>
                    </a:lnTo>
                    <a:lnTo>
                      <a:pt x="0"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9" name="Freeform 252">
                <a:extLst>
                  <a:ext uri="{FF2B5EF4-FFF2-40B4-BE49-F238E27FC236}">
                    <a16:creationId xmlns:a16="http://schemas.microsoft.com/office/drawing/2014/main" id="{498D0689-0EFF-CF4B-812F-15D223513062}"/>
                  </a:ext>
                </a:extLst>
              </p:cNvPr>
              <p:cNvSpPr>
                <a:spLocks/>
              </p:cNvSpPr>
              <p:nvPr/>
            </p:nvSpPr>
            <p:spPr bwMode="auto">
              <a:xfrm>
                <a:off x="8239825" y="3434519"/>
                <a:ext cx="77666" cy="44051"/>
              </a:xfrm>
              <a:custGeom>
                <a:avLst/>
                <a:gdLst>
                  <a:gd name="T0" fmla="*/ 0 w 40"/>
                  <a:gd name="T1" fmla="*/ 12 h 22"/>
                  <a:gd name="T2" fmla="*/ 0 w 40"/>
                  <a:gd name="T3" fmla="*/ 18 h 22"/>
                  <a:gd name="T4" fmla="*/ 4 w 40"/>
                  <a:gd name="T5" fmla="*/ 22 h 22"/>
                  <a:gd name="T6" fmla="*/ 10 w 40"/>
                  <a:gd name="T7" fmla="*/ 22 h 22"/>
                  <a:gd name="T8" fmla="*/ 16 w 40"/>
                  <a:gd name="T9" fmla="*/ 20 h 22"/>
                  <a:gd name="T10" fmla="*/ 24 w 40"/>
                  <a:gd name="T11" fmla="*/ 22 h 22"/>
                  <a:gd name="T12" fmla="*/ 36 w 40"/>
                  <a:gd name="T13" fmla="*/ 22 h 22"/>
                  <a:gd name="T14" fmla="*/ 40 w 40"/>
                  <a:gd name="T15" fmla="*/ 20 h 22"/>
                  <a:gd name="T16" fmla="*/ 40 w 40"/>
                  <a:gd name="T17" fmla="*/ 14 h 22"/>
                  <a:gd name="T18" fmla="*/ 38 w 40"/>
                  <a:gd name="T19" fmla="*/ 4 h 22"/>
                  <a:gd name="T20" fmla="*/ 28 w 40"/>
                  <a:gd name="T21" fmla="*/ 4 h 22"/>
                  <a:gd name="T22" fmla="*/ 22 w 40"/>
                  <a:gd name="T23" fmla="*/ 4 h 22"/>
                  <a:gd name="T24" fmla="*/ 16 w 40"/>
                  <a:gd name="T25" fmla="*/ 0 h 22"/>
                  <a:gd name="T26" fmla="*/ 8 w 40"/>
                  <a:gd name="T27" fmla="*/ 2 h 22"/>
                  <a:gd name="T28" fmla="*/ 4 w 40"/>
                  <a:gd name="T29" fmla="*/ 4 h 22"/>
                  <a:gd name="T30" fmla="*/ 0 w 40"/>
                  <a:gd name="T31"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22">
                    <a:moveTo>
                      <a:pt x="0" y="12"/>
                    </a:moveTo>
                    <a:lnTo>
                      <a:pt x="0" y="18"/>
                    </a:lnTo>
                    <a:lnTo>
                      <a:pt x="4" y="22"/>
                    </a:lnTo>
                    <a:lnTo>
                      <a:pt x="10" y="22"/>
                    </a:lnTo>
                    <a:lnTo>
                      <a:pt x="16" y="20"/>
                    </a:lnTo>
                    <a:lnTo>
                      <a:pt x="24" y="22"/>
                    </a:lnTo>
                    <a:lnTo>
                      <a:pt x="36" y="22"/>
                    </a:lnTo>
                    <a:lnTo>
                      <a:pt x="40" y="20"/>
                    </a:lnTo>
                    <a:lnTo>
                      <a:pt x="40" y="14"/>
                    </a:lnTo>
                    <a:lnTo>
                      <a:pt x="38" y="4"/>
                    </a:lnTo>
                    <a:lnTo>
                      <a:pt x="28" y="4"/>
                    </a:lnTo>
                    <a:lnTo>
                      <a:pt x="22" y="4"/>
                    </a:lnTo>
                    <a:lnTo>
                      <a:pt x="16" y="0"/>
                    </a:lnTo>
                    <a:lnTo>
                      <a:pt x="8" y="2"/>
                    </a:lnTo>
                    <a:lnTo>
                      <a:pt x="4" y="4"/>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80" name="Freeform 257">
                <a:extLst>
                  <a:ext uri="{FF2B5EF4-FFF2-40B4-BE49-F238E27FC236}">
                    <a16:creationId xmlns:a16="http://schemas.microsoft.com/office/drawing/2014/main" id="{009E20A0-9F35-B74A-A625-0161C867F466}"/>
                  </a:ext>
                </a:extLst>
              </p:cNvPr>
              <p:cNvSpPr>
                <a:spLocks/>
              </p:cNvSpPr>
              <p:nvPr/>
            </p:nvSpPr>
            <p:spPr bwMode="auto">
              <a:xfrm>
                <a:off x="8192865" y="3502599"/>
                <a:ext cx="144497" cy="212249"/>
              </a:xfrm>
              <a:custGeom>
                <a:avLst/>
                <a:gdLst>
                  <a:gd name="T0" fmla="*/ 14 w 74"/>
                  <a:gd name="T1" fmla="*/ 82 h 106"/>
                  <a:gd name="T2" fmla="*/ 14 w 74"/>
                  <a:gd name="T3" fmla="*/ 86 h 106"/>
                  <a:gd name="T4" fmla="*/ 20 w 74"/>
                  <a:gd name="T5" fmla="*/ 84 h 106"/>
                  <a:gd name="T6" fmla="*/ 22 w 74"/>
                  <a:gd name="T7" fmla="*/ 82 h 106"/>
                  <a:gd name="T8" fmla="*/ 26 w 74"/>
                  <a:gd name="T9" fmla="*/ 80 h 106"/>
                  <a:gd name="T10" fmla="*/ 28 w 74"/>
                  <a:gd name="T11" fmla="*/ 80 h 106"/>
                  <a:gd name="T12" fmla="*/ 30 w 74"/>
                  <a:gd name="T13" fmla="*/ 78 h 106"/>
                  <a:gd name="T14" fmla="*/ 32 w 74"/>
                  <a:gd name="T15" fmla="*/ 78 h 106"/>
                  <a:gd name="T16" fmla="*/ 34 w 74"/>
                  <a:gd name="T17" fmla="*/ 80 h 106"/>
                  <a:gd name="T18" fmla="*/ 38 w 74"/>
                  <a:gd name="T19" fmla="*/ 78 h 106"/>
                  <a:gd name="T20" fmla="*/ 40 w 74"/>
                  <a:gd name="T21" fmla="*/ 76 h 106"/>
                  <a:gd name="T22" fmla="*/ 40 w 74"/>
                  <a:gd name="T23" fmla="*/ 74 h 106"/>
                  <a:gd name="T24" fmla="*/ 38 w 74"/>
                  <a:gd name="T25" fmla="*/ 70 h 106"/>
                  <a:gd name="T26" fmla="*/ 38 w 74"/>
                  <a:gd name="T27" fmla="*/ 70 h 106"/>
                  <a:gd name="T28" fmla="*/ 38 w 74"/>
                  <a:gd name="T29" fmla="*/ 68 h 106"/>
                  <a:gd name="T30" fmla="*/ 36 w 74"/>
                  <a:gd name="T31" fmla="*/ 68 h 106"/>
                  <a:gd name="T32" fmla="*/ 36 w 74"/>
                  <a:gd name="T33" fmla="*/ 66 h 106"/>
                  <a:gd name="T34" fmla="*/ 42 w 74"/>
                  <a:gd name="T35" fmla="*/ 64 h 106"/>
                  <a:gd name="T36" fmla="*/ 38 w 74"/>
                  <a:gd name="T37" fmla="*/ 56 h 106"/>
                  <a:gd name="T38" fmla="*/ 38 w 74"/>
                  <a:gd name="T39" fmla="*/ 54 h 106"/>
                  <a:gd name="T40" fmla="*/ 42 w 74"/>
                  <a:gd name="T41" fmla="*/ 58 h 106"/>
                  <a:gd name="T42" fmla="*/ 46 w 74"/>
                  <a:gd name="T43" fmla="*/ 62 h 106"/>
                  <a:gd name="T44" fmla="*/ 52 w 74"/>
                  <a:gd name="T45" fmla="*/ 62 h 106"/>
                  <a:gd name="T46" fmla="*/ 52 w 74"/>
                  <a:gd name="T47" fmla="*/ 64 h 106"/>
                  <a:gd name="T48" fmla="*/ 52 w 74"/>
                  <a:gd name="T49" fmla="*/ 66 h 106"/>
                  <a:gd name="T50" fmla="*/ 58 w 74"/>
                  <a:gd name="T51" fmla="*/ 72 h 106"/>
                  <a:gd name="T52" fmla="*/ 60 w 74"/>
                  <a:gd name="T53" fmla="*/ 78 h 106"/>
                  <a:gd name="T54" fmla="*/ 60 w 74"/>
                  <a:gd name="T55" fmla="*/ 86 h 106"/>
                  <a:gd name="T56" fmla="*/ 62 w 74"/>
                  <a:gd name="T57" fmla="*/ 94 h 106"/>
                  <a:gd name="T58" fmla="*/ 64 w 74"/>
                  <a:gd name="T59" fmla="*/ 96 h 106"/>
                  <a:gd name="T60" fmla="*/ 68 w 74"/>
                  <a:gd name="T61" fmla="*/ 100 h 106"/>
                  <a:gd name="T62" fmla="*/ 74 w 74"/>
                  <a:gd name="T63" fmla="*/ 98 h 106"/>
                  <a:gd name="T64" fmla="*/ 74 w 74"/>
                  <a:gd name="T65" fmla="*/ 92 h 106"/>
                  <a:gd name="T66" fmla="*/ 70 w 74"/>
                  <a:gd name="T67" fmla="*/ 80 h 106"/>
                  <a:gd name="T68" fmla="*/ 70 w 74"/>
                  <a:gd name="T69" fmla="*/ 68 h 106"/>
                  <a:gd name="T70" fmla="*/ 62 w 74"/>
                  <a:gd name="T71" fmla="*/ 64 h 106"/>
                  <a:gd name="T72" fmla="*/ 54 w 74"/>
                  <a:gd name="T73" fmla="*/ 60 h 106"/>
                  <a:gd name="T74" fmla="*/ 60 w 74"/>
                  <a:gd name="T75" fmla="*/ 42 h 106"/>
                  <a:gd name="T76" fmla="*/ 62 w 74"/>
                  <a:gd name="T77" fmla="*/ 40 h 106"/>
                  <a:gd name="T78" fmla="*/ 62 w 74"/>
                  <a:gd name="T79" fmla="*/ 30 h 106"/>
                  <a:gd name="T80" fmla="*/ 60 w 74"/>
                  <a:gd name="T81" fmla="*/ 24 h 106"/>
                  <a:gd name="T82" fmla="*/ 44 w 74"/>
                  <a:gd name="T83" fmla="*/ 28 h 106"/>
                  <a:gd name="T84" fmla="*/ 32 w 74"/>
                  <a:gd name="T85" fmla="*/ 28 h 106"/>
                  <a:gd name="T86" fmla="*/ 32 w 74"/>
                  <a:gd name="T87" fmla="*/ 8 h 106"/>
                  <a:gd name="T88" fmla="*/ 20 w 74"/>
                  <a:gd name="T89" fmla="*/ 6 h 106"/>
                  <a:gd name="T90" fmla="*/ 8 w 74"/>
                  <a:gd name="T91" fmla="*/ 6 h 106"/>
                  <a:gd name="T92" fmla="*/ 12 w 74"/>
                  <a:gd name="T93" fmla="*/ 20 h 106"/>
                  <a:gd name="T94" fmla="*/ 0 w 74"/>
                  <a:gd name="T95" fmla="*/ 26 h 106"/>
                  <a:gd name="T96" fmla="*/ 4 w 74"/>
                  <a:gd name="T97" fmla="*/ 38 h 106"/>
                  <a:gd name="T98" fmla="*/ 14 w 74"/>
                  <a:gd name="T99" fmla="*/ 48 h 106"/>
                  <a:gd name="T100" fmla="*/ 16 w 74"/>
                  <a:gd name="T101" fmla="*/ 62 h 106"/>
                  <a:gd name="T102" fmla="*/ 14 w 74"/>
                  <a:gd name="T103" fmla="*/ 78 h 106"/>
                  <a:gd name="T104" fmla="*/ 14 w 74"/>
                  <a:gd name="T105" fmla="*/ 8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 h="106">
                    <a:moveTo>
                      <a:pt x="14" y="82"/>
                    </a:moveTo>
                    <a:lnTo>
                      <a:pt x="14" y="82"/>
                    </a:lnTo>
                    <a:lnTo>
                      <a:pt x="14" y="86"/>
                    </a:lnTo>
                    <a:lnTo>
                      <a:pt x="14" y="86"/>
                    </a:lnTo>
                    <a:lnTo>
                      <a:pt x="18" y="86"/>
                    </a:lnTo>
                    <a:lnTo>
                      <a:pt x="20" y="84"/>
                    </a:lnTo>
                    <a:lnTo>
                      <a:pt x="22" y="82"/>
                    </a:lnTo>
                    <a:lnTo>
                      <a:pt x="22" y="82"/>
                    </a:lnTo>
                    <a:lnTo>
                      <a:pt x="26" y="82"/>
                    </a:lnTo>
                    <a:lnTo>
                      <a:pt x="26" y="80"/>
                    </a:lnTo>
                    <a:lnTo>
                      <a:pt x="26" y="80"/>
                    </a:lnTo>
                    <a:lnTo>
                      <a:pt x="28" y="80"/>
                    </a:lnTo>
                    <a:lnTo>
                      <a:pt x="30" y="80"/>
                    </a:lnTo>
                    <a:lnTo>
                      <a:pt x="30" y="78"/>
                    </a:lnTo>
                    <a:lnTo>
                      <a:pt x="30" y="78"/>
                    </a:lnTo>
                    <a:lnTo>
                      <a:pt x="32" y="78"/>
                    </a:lnTo>
                    <a:lnTo>
                      <a:pt x="32" y="78"/>
                    </a:lnTo>
                    <a:lnTo>
                      <a:pt x="34" y="80"/>
                    </a:lnTo>
                    <a:lnTo>
                      <a:pt x="34" y="80"/>
                    </a:lnTo>
                    <a:lnTo>
                      <a:pt x="38" y="78"/>
                    </a:lnTo>
                    <a:lnTo>
                      <a:pt x="38" y="78"/>
                    </a:lnTo>
                    <a:lnTo>
                      <a:pt x="40" y="76"/>
                    </a:lnTo>
                    <a:lnTo>
                      <a:pt x="40" y="74"/>
                    </a:lnTo>
                    <a:lnTo>
                      <a:pt x="40" y="74"/>
                    </a:lnTo>
                    <a:lnTo>
                      <a:pt x="38" y="72"/>
                    </a:lnTo>
                    <a:lnTo>
                      <a:pt x="38" y="70"/>
                    </a:lnTo>
                    <a:lnTo>
                      <a:pt x="38" y="70"/>
                    </a:lnTo>
                    <a:lnTo>
                      <a:pt x="38" y="70"/>
                    </a:lnTo>
                    <a:lnTo>
                      <a:pt x="38" y="68"/>
                    </a:lnTo>
                    <a:lnTo>
                      <a:pt x="38" y="68"/>
                    </a:lnTo>
                    <a:lnTo>
                      <a:pt x="36" y="68"/>
                    </a:lnTo>
                    <a:lnTo>
                      <a:pt x="36" y="68"/>
                    </a:lnTo>
                    <a:lnTo>
                      <a:pt x="36" y="66"/>
                    </a:lnTo>
                    <a:lnTo>
                      <a:pt x="36" y="66"/>
                    </a:lnTo>
                    <a:lnTo>
                      <a:pt x="42" y="64"/>
                    </a:lnTo>
                    <a:lnTo>
                      <a:pt x="42" y="64"/>
                    </a:lnTo>
                    <a:lnTo>
                      <a:pt x="38" y="56"/>
                    </a:lnTo>
                    <a:lnTo>
                      <a:pt x="38" y="56"/>
                    </a:lnTo>
                    <a:lnTo>
                      <a:pt x="38" y="56"/>
                    </a:lnTo>
                    <a:lnTo>
                      <a:pt x="38" y="54"/>
                    </a:lnTo>
                    <a:lnTo>
                      <a:pt x="38" y="54"/>
                    </a:lnTo>
                    <a:lnTo>
                      <a:pt x="42" y="58"/>
                    </a:lnTo>
                    <a:lnTo>
                      <a:pt x="46" y="62"/>
                    </a:lnTo>
                    <a:lnTo>
                      <a:pt x="46" y="62"/>
                    </a:lnTo>
                    <a:lnTo>
                      <a:pt x="48" y="64"/>
                    </a:lnTo>
                    <a:lnTo>
                      <a:pt x="52" y="62"/>
                    </a:lnTo>
                    <a:lnTo>
                      <a:pt x="52" y="62"/>
                    </a:lnTo>
                    <a:lnTo>
                      <a:pt x="52" y="64"/>
                    </a:lnTo>
                    <a:lnTo>
                      <a:pt x="52" y="66"/>
                    </a:lnTo>
                    <a:lnTo>
                      <a:pt x="52" y="66"/>
                    </a:lnTo>
                    <a:lnTo>
                      <a:pt x="58" y="72"/>
                    </a:lnTo>
                    <a:lnTo>
                      <a:pt x="58" y="72"/>
                    </a:lnTo>
                    <a:lnTo>
                      <a:pt x="58" y="76"/>
                    </a:lnTo>
                    <a:lnTo>
                      <a:pt x="60" y="78"/>
                    </a:lnTo>
                    <a:lnTo>
                      <a:pt x="60" y="78"/>
                    </a:lnTo>
                    <a:lnTo>
                      <a:pt x="60" y="86"/>
                    </a:lnTo>
                    <a:lnTo>
                      <a:pt x="62" y="94"/>
                    </a:lnTo>
                    <a:lnTo>
                      <a:pt x="62" y="94"/>
                    </a:lnTo>
                    <a:lnTo>
                      <a:pt x="64" y="96"/>
                    </a:lnTo>
                    <a:lnTo>
                      <a:pt x="64" y="96"/>
                    </a:lnTo>
                    <a:lnTo>
                      <a:pt x="68" y="106"/>
                    </a:lnTo>
                    <a:lnTo>
                      <a:pt x="68" y="100"/>
                    </a:lnTo>
                    <a:lnTo>
                      <a:pt x="70" y="96"/>
                    </a:lnTo>
                    <a:lnTo>
                      <a:pt x="74" y="98"/>
                    </a:lnTo>
                    <a:lnTo>
                      <a:pt x="74" y="98"/>
                    </a:lnTo>
                    <a:lnTo>
                      <a:pt x="74" y="92"/>
                    </a:lnTo>
                    <a:lnTo>
                      <a:pt x="72" y="88"/>
                    </a:lnTo>
                    <a:lnTo>
                      <a:pt x="70" y="80"/>
                    </a:lnTo>
                    <a:lnTo>
                      <a:pt x="70" y="74"/>
                    </a:lnTo>
                    <a:lnTo>
                      <a:pt x="70" y="68"/>
                    </a:lnTo>
                    <a:lnTo>
                      <a:pt x="64" y="58"/>
                    </a:lnTo>
                    <a:lnTo>
                      <a:pt x="62" y="64"/>
                    </a:lnTo>
                    <a:lnTo>
                      <a:pt x="56" y="64"/>
                    </a:lnTo>
                    <a:lnTo>
                      <a:pt x="54" y="60"/>
                    </a:lnTo>
                    <a:lnTo>
                      <a:pt x="56" y="50"/>
                    </a:lnTo>
                    <a:lnTo>
                      <a:pt x="60" y="42"/>
                    </a:lnTo>
                    <a:lnTo>
                      <a:pt x="60" y="42"/>
                    </a:lnTo>
                    <a:lnTo>
                      <a:pt x="62" y="40"/>
                    </a:lnTo>
                    <a:lnTo>
                      <a:pt x="64" y="36"/>
                    </a:lnTo>
                    <a:lnTo>
                      <a:pt x="62" y="30"/>
                    </a:lnTo>
                    <a:lnTo>
                      <a:pt x="70" y="24"/>
                    </a:lnTo>
                    <a:lnTo>
                      <a:pt x="60" y="24"/>
                    </a:lnTo>
                    <a:lnTo>
                      <a:pt x="52" y="26"/>
                    </a:lnTo>
                    <a:lnTo>
                      <a:pt x="44" y="28"/>
                    </a:lnTo>
                    <a:lnTo>
                      <a:pt x="36" y="28"/>
                    </a:lnTo>
                    <a:lnTo>
                      <a:pt x="32" y="28"/>
                    </a:lnTo>
                    <a:lnTo>
                      <a:pt x="30" y="16"/>
                    </a:lnTo>
                    <a:lnTo>
                      <a:pt x="32" y="8"/>
                    </a:lnTo>
                    <a:lnTo>
                      <a:pt x="26" y="6"/>
                    </a:lnTo>
                    <a:lnTo>
                      <a:pt x="20" y="6"/>
                    </a:lnTo>
                    <a:lnTo>
                      <a:pt x="12" y="0"/>
                    </a:lnTo>
                    <a:lnTo>
                      <a:pt x="8" y="6"/>
                    </a:lnTo>
                    <a:lnTo>
                      <a:pt x="14" y="14"/>
                    </a:lnTo>
                    <a:lnTo>
                      <a:pt x="12" y="20"/>
                    </a:lnTo>
                    <a:lnTo>
                      <a:pt x="6" y="22"/>
                    </a:lnTo>
                    <a:lnTo>
                      <a:pt x="0" y="26"/>
                    </a:lnTo>
                    <a:lnTo>
                      <a:pt x="2" y="36"/>
                    </a:lnTo>
                    <a:lnTo>
                      <a:pt x="4" y="38"/>
                    </a:lnTo>
                    <a:lnTo>
                      <a:pt x="12" y="42"/>
                    </a:lnTo>
                    <a:lnTo>
                      <a:pt x="14" y="48"/>
                    </a:lnTo>
                    <a:lnTo>
                      <a:pt x="12" y="58"/>
                    </a:lnTo>
                    <a:lnTo>
                      <a:pt x="16" y="62"/>
                    </a:lnTo>
                    <a:lnTo>
                      <a:pt x="16" y="72"/>
                    </a:lnTo>
                    <a:lnTo>
                      <a:pt x="14" y="78"/>
                    </a:lnTo>
                    <a:lnTo>
                      <a:pt x="14" y="82"/>
                    </a:lnTo>
                    <a:lnTo>
                      <a:pt x="14" y="8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81" name="Freeform 268">
                <a:extLst>
                  <a:ext uri="{FF2B5EF4-FFF2-40B4-BE49-F238E27FC236}">
                    <a16:creationId xmlns:a16="http://schemas.microsoft.com/office/drawing/2014/main" id="{C47CE6EB-A753-7944-B90A-FC05637E1BEC}"/>
                  </a:ext>
                </a:extLst>
              </p:cNvPr>
              <p:cNvSpPr>
                <a:spLocks/>
              </p:cNvSpPr>
              <p:nvPr/>
            </p:nvSpPr>
            <p:spPr bwMode="auto">
              <a:xfrm>
                <a:off x="7492057" y="3090115"/>
                <a:ext cx="348598" cy="284334"/>
              </a:xfrm>
              <a:custGeom>
                <a:avLst/>
                <a:gdLst>
                  <a:gd name="T0" fmla="*/ 178 w 178"/>
                  <a:gd name="T1" fmla="*/ 18 h 142"/>
                  <a:gd name="T2" fmla="*/ 170 w 178"/>
                  <a:gd name="T3" fmla="*/ 22 h 142"/>
                  <a:gd name="T4" fmla="*/ 154 w 178"/>
                  <a:gd name="T5" fmla="*/ 24 h 142"/>
                  <a:gd name="T6" fmla="*/ 130 w 178"/>
                  <a:gd name="T7" fmla="*/ 36 h 142"/>
                  <a:gd name="T8" fmla="*/ 126 w 178"/>
                  <a:gd name="T9" fmla="*/ 46 h 142"/>
                  <a:gd name="T10" fmla="*/ 126 w 178"/>
                  <a:gd name="T11" fmla="*/ 60 h 142"/>
                  <a:gd name="T12" fmla="*/ 114 w 178"/>
                  <a:gd name="T13" fmla="*/ 60 h 142"/>
                  <a:gd name="T14" fmla="*/ 116 w 178"/>
                  <a:gd name="T15" fmla="*/ 70 h 142"/>
                  <a:gd name="T16" fmla="*/ 110 w 178"/>
                  <a:gd name="T17" fmla="*/ 82 h 142"/>
                  <a:gd name="T18" fmla="*/ 108 w 178"/>
                  <a:gd name="T19" fmla="*/ 94 h 142"/>
                  <a:gd name="T20" fmla="*/ 98 w 178"/>
                  <a:gd name="T21" fmla="*/ 94 h 142"/>
                  <a:gd name="T22" fmla="*/ 92 w 178"/>
                  <a:gd name="T23" fmla="*/ 94 h 142"/>
                  <a:gd name="T24" fmla="*/ 90 w 178"/>
                  <a:gd name="T25" fmla="*/ 104 h 142"/>
                  <a:gd name="T26" fmla="*/ 84 w 178"/>
                  <a:gd name="T27" fmla="*/ 110 h 142"/>
                  <a:gd name="T28" fmla="*/ 72 w 178"/>
                  <a:gd name="T29" fmla="*/ 120 h 142"/>
                  <a:gd name="T30" fmla="*/ 64 w 178"/>
                  <a:gd name="T31" fmla="*/ 130 h 142"/>
                  <a:gd name="T32" fmla="*/ 54 w 178"/>
                  <a:gd name="T33" fmla="*/ 138 h 142"/>
                  <a:gd name="T34" fmla="*/ 46 w 178"/>
                  <a:gd name="T35" fmla="*/ 140 h 142"/>
                  <a:gd name="T36" fmla="*/ 28 w 178"/>
                  <a:gd name="T37" fmla="*/ 140 h 142"/>
                  <a:gd name="T38" fmla="*/ 10 w 178"/>
                  <a:gd name="T39" fmla="*/ 134 h 142"/>
                  <a:gd name="T40" fmla="*/ 24 w 178"/>
                  <a:gd name="T41" fmla="*/ 114 h 142"/>
                  <a:gd name="T42" fmla="*/ 10 w 178"/>
                  <a:gd name="T43" fmla="*/ 108 h 142"/>
                  <a:gd name="T44" fmla="*/ 8 w 178"/>
                  <a:gd name="T45" fmla="*/ 98 h 142"/>
                  <a:gd name="T46" fmla="*/ 0 w 178"/>
                  <a:gd name="T47" fmla="*/ 84 h 142"/>
                  <a:gd name="T48" fmla="*/ 4 w 178"/>
                  <a:gd name="T49" fmla="*/ 74 h 142"/>
                  <a:gd name="T50" fmla="*/ 0 w 178"/>
                  <a:gd name="T51" fmla="*/ 68 h 142"/>
                  <a:gd name="T52" fmla="*/ 4 w 178"/>
                  <a:gd name="T53" fmla="*/ 52 h 142"/>
                  <a:gd name="T54" fmla="*/ 12 w 178"/>
                  <a:gd name="T55" fmla="*/ 50 h 142"/>
                  <a:gd name="T56" fmla="*/ 16 w 178"/>
                  <a:gd name="T57" fmla="*/ 38 h 142"/>
                  <a:gd name="T58" fmla="*/ 26 w 178"/>
                  <a:gd name="T59" fmla="*/ 38 h 142"/>
                  <a:gd name="T60" fmla="*/ 42 w 178"/>
                  <a:gd name="T61" fmla="*/ 34 h 142"/>
                  <a:gd name="T62" fmla="*/ 48 w 178"/>
                  <a:gd name="T63" fmla="*/ 20 h 142"/>
                  <a:gd name="T64" fmla="*/ 50 w 178"/>
                  <a:gd name="T65" fmla="*/ 8 h 142"/>
                  <a:gd name="T66" fmla="*/ 54 w 178"/>
                  <a:gd name="T67" fmla="*/ 0 h 142"/>
                  <a:gd name="T68" fmla="*/ 64 w 178"/>
                  <a:gd name="T69" fmla="*/ 4 h 142"/>
                  <a:gd name="T70" fmla="*/ 76 w 178"/>
                  <a:gd name="T71" fmla="*/ 6 h 142"/>
                  <a:gd name="T72" fmla="*/ 86 w 178"/>
                  <a:gd name="T73" fmla="*/ 10 h 142"/>
                  <a:gd name="T74" fmla="*/ 100 w 178"/>
                  <a:gd name="T75" fmla="*/ 10 h 142"/>
                  <a:gd name="T76" fmla="*/ 108 w 178"/>
                  <a:gd name="T77" fmla="*/ 4 h 142"/>
                  <a:gd name="T78" fmla="*/ 116 w 178"/>
                  <a:gd name="T79" fmla="*/ 2 h 142"/>
                  <a:gd name="T80" fmla="*/ 122 w 178"/>
                  <a:gd name="T81" fmla="*/ 12 h 142"/>
                  <a:gd name="T82" fmla="*/ 118 w 178"/>
                  <a:gd name="T83" fmla="*/ 26 h 142"/>
                  <a:gd name="T84" fmla="*/ 130 w 178"/>
                  <a:gd name="T85" fmla="*/ 30 h 142"/>
                  <a:gd name="T86" fmla="*/ 140 w 178"/>
                  <a:gd name="T87" fmla="*/ 20 h 142"/>
                  <a:gd name="T88" fmla="*/ 154 w 178"/>
                  <a:gd name="T89" fmla="*/ 14 h 142"/>
                  <a:gd name="T90" fmla="*/ 168 w 178"/>
                  <a:gd name="T91" fmla="*/ 1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8" h="142">
                    <a:moveTo>
                      <a:pt x="178" y="14"/>
                    </a:moveTo>
                    <a:lnTo>
                      <a:pt x="178" y="18"/>
                    </a:lnTo>
                    <a:lnTo>
                      <a:pt x="176" y="22"/>
                    </a:lnTo>
                    <a:lnTo>
                      <a:pt x="170" y="22"/>
                    </a:lnTo>
                    <a:lnTo>
                      <a:pt x="162" y="22"/>
                    </a:lnTo>
                    <a:lnTo>
                      <a:pt x="154" y="24"/>
                    </a:lnTo>
                    <a:lnTo>
                      <a:pt x="144" y="26"/>
                    </a:lnTo>
                    <a:lnTo>
                      <a:pt x="130" y="36"/>
                    </a:lnTo>
                    <a:lnTo>
                      <a:pt x="130" y="44"/>
                    </a:lnTo>
                    <a:lnTo>
                      <a:pt x="126" y="46"/>
                    </a:lnTo>
                    <a:lnTo>
                      <a:pt x="128" y="52"/>
                    </a:lnTo>
                    <a:lnTo>
                      <a:pt x="126" y="60"/>
                    </a:lnTo>
                    <a:lnTo>
                      <a:pt x="120" y="62"/>
                    </a:lnTo>
                    <a:lnTo>
                      <a:pt x="114" y="60"/>
                    </a:lnTo>
                    <a:lnTo>
                      <a:pt x="112" y="66"/>
                    </a:lnTo>
                    <a:lnTo>
                      <a:pt x="116" y="70"/>
                    </a:lnTo>
                    <a:lnTo>
                      <a:pt x="116" y="78"/>
                    </a:lnTo>
                    <a:lnTo>
                      <a:pt x="110" y="82"/>
                    </a:lnTo>
                    <a:lnTo>
                      <a:pt x="110" y="88"/>
                    </a:lnTo>
                    <a:lnTo>
                      <a:pt x="108" y="94"/>
                    </a:lnTo>
                    <a:lnTo>
                      <a:pt x="104" y="96"/>
                    </a:lnTo>
                    <a:lnTo>
                      <a:pt x="98" y="94"/>
                    </a:lnTo>
                    <a:lnTo>
                      <a:pt x="96" y="90"/>
                    </a:lnTo>
                    <a:lnTo>
                      <a:pt x="92" y="94"/>
                    </a:lnTo>
                    <a:lnTo>
                      <a:pt x="86" y="98"/>
                    </a:lnTo>
                    <a:lnTo>
                      <a:pt x="90" y="104"/>
                    </a:lnTo>
                    <a:lnTo>
                      <a:pt x="88" y="108"/>
                    </a:lnTo>
                    <a:lnTo>
                      <a:pt x="84" y="110"/>
                    </a:lnTo>
                    <a:lnTo>
                      <a:pt x="80" y="108"/>
                    </a:lnTo>
                    <a:lnTo>
                      <a:pt x="72" y="120"/>
                    </a:lnTo>
                    <a:lnTo>
                      <a:pt x="64" y="124"/>
                    </a:lnTo>
                    <a:lnTo>
                      <a:pt x="64" y="130"/>
                    </a:lnTo>
                    <a:lnTo>
                      <a:pt x="62" y="136"/>
                    </a:lnTo>
                    <a:lnTo>
                      <a:pt x="54" y="138"/>
                    </a:lnTo>
                    <a:lnTo>
                      <a:pt x="52" y="142"/>
                    </a:lnTo>
                    <a:lnTo>
                      <a:pt x="46" y="140"/>
                    </a:lnTo>
                    <a:lnTo>
                      <a:pt x="34" y="140"/>
                    </a:lnTo>
                    <a:lnTo>
                      <a:pt x="28" y="140"/>
                    </a:lnTo>
                    <a:lnTo>
                      <a:pt x="24" y="142"/>
                    </a:lnTo>
                    <a:lnTo>
                      <a:pt x="10" y="134"/>
                    </a:lnTo>
                    <a:lnTo>
                      <a:pt x="24" y="118"/>
                    </a:lnTo>
                    <a:lnTo>
                      <a:pt x="24" y="114"/>
                    </a:lnTo>
                    <a:lnTo>
                      <a:pt x="22" y="110"/>
                    </a:lnTo>
                    <a:lnTo>
                      <a:pt x="10" y="108"/>
                    </a:lnTo>
                    <a:lnTo>
                      <a:pt x="8" y="106"/>
                    </a:lnTo>
                    <a:lnTo>
                      <a:pt x="8" y="98"/>
                    </a:lnTo>
                    <a:lnTo>
                      <a:pt x="6" y="90"/>
                    </a:lnTo>
                    <a:lnTo>
                      <a:pt x="0" y="84"/>
                    </a:lnTo>
                    <a:lnTo>
                      <a:pt x="0" y="78"/>
                    </a:lnTo>
                    <a:lnTo>
                      <a:pt x="4" y="74"/>
                    </a:lnTo>
                    <a:lnTo>
                      <a:pt x="0" y="72"/>
                    </a:lnTo>
                    <a:lnTo>
                      <a:pt x="0" y="68"/>
                    </a:lnTo>
                    <a:lnTo>
                      <a:pt x="0" y="58"/>
                    </a:lnTo>
                    <a:lnTo>
                      <a:pt x="4" y="52"/>
                    </a:lnTo>
                    <a:lnTo>
                      <a:pt x="6" y="50"/>
                    </a:lnTo>
                    <a:lnTo>
                      <a:pt x="12" y="50"/>
                    </a:lnTo>
                    <a:lnTo>
                      <a:pt x="14" y="44"/>
                    </a:lnTo>
                    <a:lnTo>
                      <a:pt x="16" y="38"/>
                    </a:lnTo>
                    <a:lnTo>
                      <a:pt x="22" y="40"/>
                    </a:lnTo>
                    <a:lnTo>
                      <a:pt x="26" y="38"/>
                    </a:lnTo>
                    <a:lnTo>
                      <a:pt x="30" y="40"/>
                    </a:lnTo>
                    <a:lnTo>
                      <a:pt x="42" y="34"/>
                    </a:lnTo>
                    <a:lnTo>
                      <a:pt x="40" y="28"/>
                    </a:lnTo>
                    <a:lnTo>
                      <a:pt x="48" y="20"/>
                    </a:lnTo>
                    <a:lnTo>
                      <a:pt x="50" y="16"/>
                    </a:lnTo>
                    <a:lnTo>
                      <a:pt x="50" y="8"/>
                    </a:lnTo>
                    <a:lnTo>
                      <a:pt x="52" y="4"/>
                    </a:lnTo>
                    <a:lnTo>
                      <a:pt x="54" y="0"/>
                    </a:lnTo>
                    <a:lnTo>
                      <a:pt x="60" y="2"/>
                    </a:lnTo>
                    <a:lnTo>
                      <a:pt x="64" y="4"/>
                    </a:lnTo>
                    <a:lnTo>
                      <a:pt x="70" y="6"/>
                    </a:lnTo>
                    <a:lnTo>
                      <a:pt x="76" y="6"/>
                    </a:lnTo>
                    <a:lnTo>
                      <a:pt x="80" y="12"/>
                    </a:lnTo>
                    <a:lnTo>
                      <a:pt x="86" y="10"/>
                    </a:lnTo>
                    <a:lnTo>
                      <a:pt x="96" y="8"/>
                    </a:lnTo>
                    <a:lnTo>
                      <a:pt x="100" y="10"/>
                    </a:lnTo>
                    <a:lnTo>
                      <a:pt x="106" y="6"/>
                    </a:lnTo>
                    <a:lnTo>
                      <a:pt x="108" y="4"/>
                    </a:lnTo>
                    <a:lnTo>
                      <a:pt x="112" y="0"/>
                    </a:lnTo>
                    <a:lnTo>
                      <a:pt x="116" y="2"/>
                    </a:lnTo>
                    <a:lnTo>
                      <a:pt x="118" y="6"/>
                    </a:lnTo>
                    <a:lnTo>
                      <a:pt x="122" y="12"/>
                    </a:lnTo>
                    <a:lnTo>
                      <a:pt x="120" y="16"/>
                    </a:lnTo>
                    <a:lnTo>
                      <a:pt x="118" y="26"/>
                    </a:lnTo>
                    <a:lnTo>
                      <a:pt x="124" y="32"/>
                    </a:lnTo>
                    <a:lnTo>
                      <a:pt x="130" y="30"/>
                    </a:lnTo>
                    <a:lnTo>
                      <a:pt x="136" y="24"/>
                    </a:lnTo>
                    <a:lnTo>
                      <a:pt x="140" y="20"/>
                    </a:lnTo>
                    <a:lnTo>
                      <a:pt x="144" y="18"/>
                    </a:lnTo>
                    <a:lnTo>
                      <a:pt x="154" y="14"/>
                    </a:lnTo>
                    <a:lnTo>
                      <a:pt x="158" y="12"/>
                    </a:lnTo>
                    <a:lnTo>
                      <a:pt x="168" y="14"/>
                    </a:lnTo>
                    <a:lnTo>
                      <a:pt x="178"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sp>
        <p:nvSpPr>
          <p:cNvPr id="285" name="Oval 284">
            <a:extLst>
              <a:ext uri="{FF2B5EF4-FFF2-40B4-BE49-F238E27FC236}">
                <a16:creationId xmlns:a16="http://schemas.microsoft.com/office/drawing/2014/main" id="{8AB50E5B-EE32-4446-87DF-3B62B33D970C}"/>
              </a:ext>
            </a:extLst>
          </p:cNvPr>
          <p:cNvSpPr/>
          <p:nvPr/>
        </p:nvSpPr>
        <p:spPr>
          <a:xfrm>
            <a:off x="3712769" y="3396760"/>
            <a:ext cx="2998382" cy="2998382"/>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 name="Straight Connector 5">
            <a:extLst>
              <a:ext uri="{FF2B5EF4-FFF2-40B4-BE49-F238E27FC236}">
                <a16:creationId xmlns:a16="http://schemas.microsoft.com/office/drawing/2014/main" id="{ABDB1EE3-CD02-0D42-8D04-C09B6053A17D}"/>
              </a:ext>
            </a:extLst>
          </p:cNvPr>
          <p:cNvCxnSpPr>
            <a:cxnSpLocks/>
          </p:cNvCxnSpPr>
          <p:nvPr/>
        </p:nvCxnSpPr>
        <p:spPr>
          <a:xfrm>
            <a:off x="3914581" y="4895951"/>
            <a:ext cx="2594759" cy="0"/>
          </a:xfrm>
          <a:prstGeom prst="line">
            <a:avLst/>
          </a:prstGeom>
          <a:ln w="15875" cap="rnd">
            <a:gradFill>
              <a:gsLst>
                <a:gs pos="31000">
                  <a:schemeClr val="accent1"/>
                </a:gs>
                <a:gs pos="0">
                  <a:schemeClr val="accent1"/>
                </a:gs>
                <a:gs pos="58000">
                  <a:schemeClr val="bg1"/>
                </a:gs>
                <a:gs pos="47000">
                  <a:schemeClr val="bg1"/>
                </a:gs>
                <a:gs pos="76000">
                  <a:schemeClr val="accent1"/>
                </a:gs>
                <a:gs pos="99000">
                  <a:schemeClr val="accent1"/>
                </a:gs>
              </a:gsLst>
              <a:lin ang="0" scaled="0"/>
            </a:gradFill>
            <a:prstDash val="sysDot"/>
            <a:tailEnd type="none" w="med" len="sm"/>
          </a:ln>
          <a:effectLst/>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F9816D19-3A35-3449-843A-BC9DC0647C45}"/>
              </a:ext>
            </a:extLst>
          </p:cNvPr>
          <p:cNvCxnSpPr>
            <a:cxnSpLocks/>
          </p:cNvCxnSpPr>
          <p:nvPr/>
        </p:nvCxnSpPr>
        <p:spPr>
          <a:xfrm rot="16200000">
            <a:off x="3914582" y="4876976"/>
            <a:ext cx="2594759" cy="0"/>
          </a:xfrm>
          <a:prstGeom prst="line">
            <a:avLst/>
          </a:prstGeom>
          <a:ln w="15875" cap="rnd">
            <a:gradFill>
              <a:gsLst>
                <a:gs pos="31000">
                  <a:schemeClr val="accent1"/>
                </a:gs>
                <a:gs pos="0">
                  <a:schemeClr val="accent1"/>
                </a:gs>
                <a:gs pos="58000">
                  <a:schemeClr val="bg1"/>
                </a:gs>
                <a:gs pos="47000">
                  <a:schemeClr val="bg1"/>
                </a:gs>
                <a:gs pos="76000">
                  <a:schemeClr val="accent1"/>
                </a:gs>
                <a:gs pos="99000">
                  <a:schemeClr val="accent1"/>
                </a:gs>
              </a:gsLst>
              <a:lin ang="0" scaled="0"/>
            </a:gradFill>
            <a:prstDash val="sysDot"/>
            <a:tailEnd type="none" w="med" len="sm"/>
          </a:ln>
          <a:effectLst/>
        </p:spPr>
        <p:style>
          <a:lnRef idx="1">
            <a:schemeClr val="accent1"/>
          </a:lnRef>
          <a:fillRef idx="0">
            <a:schemeClr val="accent1"/>
          </a:fillRef>
          <a:effectRef idx="0">
            <a:schemeClr val="accent1"/>
          </a:effectRef>
          <a:fontRef idx="minor">
            <a:schemeClr val="tx1"/>
          </a:fontRef>
        </p:style>
      </p:cxnSp>
      <p:sp>
        <p:nvSpPr>
          <p:cNvPr id="288" name="Slide Number Placeholder 2">
            <a:extLst>
              <a:ext uri="{FF2B5EF4-FFF2-40B4-BE49-F238E27FC236}">
                <a16:creationId xmlns:a16="http://schemas.microsoft.com/office/drawing/2014/main" id="{08A0AEA1-AC86-41F5-81BD-4FA9C733E571}"/>
              </a:ext>
            </a:extLst>
          </p:cNvPr>
          <p:cNvSpPr>
            <a:spLocks noGrp="1"/>
          </p:cNvSpPr>
          <p:nvPr>
            <p:ph type="sldNum" sz="quarter" idx="4"/>
          </p:nvPr>
        </p:nvSpPr>
        <p:spPr>
          <a:xfrm>
            <a:off x="11521481" y="6486039"/>
            <a:ext cx="320749" cy="365125"/>
          </a:xfrm>
        </p:spPr>
        <p:txBody>
          <a:bodyPr/>
          <a:lstStyle/>
          <a:p>
            <a:fld id="{7196636F-A64E-6C4D-AE26-50A84E19B9C9}" type="slidenum">
              <a:rPr lang="en-US" smtClean="0"/>
              <a:pPr/>
              <a:t>57</a:t>
            </a:fld>
            <a:endParaRPr lang="en-US" dirty="0"/>
          </a:p>
        </p:txBody>
      </p:sp>
    </p:spTree>
    <p:extLst>
      <p:ext uri="{BB962C8B-B14F-4D97-AF65-F5344CB8AC3E}">
        <p14:creationId xmlns:p14="http://schemas.microsoft.com/office/powerpoint/2010/main" val="38282405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384B-B3ED-BA4A-9FB0-776807DC5225}"/>
              </a:ext>
            </a:extLst>
          </p:cNvPr>
          <p:cNvSpPr>
            <a:spLocks noGrp="1"/>
          </p:cNvSpPr>
          <p:nvPr>
            <p:ph type="title"/>
          </p:nvPr>
        </p:nvSpPr>
        <p:spPr>
          <a:xfrm>
            <a:off x="374904" y="502920"/>
            <a:ext cx="7702296" cy="1027176"/>
          </a:xfrm>
        </p:spPr>
        <p:txBody>
          <a:bodyPr/>
          <a:lstStyle/>
          <a:p>
            <a:r>
              <a:rPr lang="en-US" dirty="0"/>
              <a:t>Editable Map Slide</a:t>
            </a:r>
          </a:p>
        </p:txBody>
      </p:sp>
      <p:sp>
        <p:nvSpPr>
          <p:cNvPr id="13" name="Text Placeholder 12">
            <a:extLst>
              <a:ext uri="{FF2B5EF4-FFF2-40B4-BE49-F238E27FC236}">
                <a16:creationId xmlns:a16="http://schemas.microsoft.com/office/drawing/2014/main" id="{2C3CB58B-B2A7-CB4E-21D2-0D41869C5369}"/>
              </a:ext>
            </a:extLst>
          </p:cNvPr>
          <p:cNvSpPr>
            <a:spLocks noGrp="1"/>
          </p:cNvSpPr>
          <p:nvPr>
            <p:ph type="body" sz="quarter" idx="13"/>
          </p:nvPr>
        </p:nvSpPr>
        <p:spPr/>
        <p:txBody>
          <a:bodyPr/>
          <a:lstStyle/>
          <a:p>
            <a:r>
              <a:rPr lang="en-US" dirty="0"/>
              <a:t>Section name</a:t>
            </a:r>
          </a:p>
        </p:txBody>
      </p:sp>
      <p:grpSp>
        <p:nvGrpSpPr>
          <p:cNvPr id="48" name="Group 47">
            <a:extLst>
              <a:ext uri="{FF2B5EF4-FFF2-40B4-BE49-F238E27FC236}">
                <a16:creationId xmlns:a16="http://schemas.microsoft.com/office/drawing/2014/main" id="{270F4F8B-BEB9-1BAC-1612-68280327CE5F}"/>
              </a:ext>
            </a:extLst>
          </p:cNvPr>
          <p:cNvGrpSpPr/>
          <p:nvPr/>
        </p:nvGrpSpPr>
        <p:grpSpPr>
          <a:xfrm>
            <a:off x="1255045" y="1180214"/>
            <a:ext cx="9287136" cy="5113906"/>
            <a:chOff x="2398045" y="1180214"/>
            <a:chExt cx="9287136" cy="5113906"/>
          </a:xfrm>
        </p:grpSpPr>
        <p:sp>
          <p:nvSpPr>
            <p:cNvPr id="508" name="Freeform 127">
              <a:extLst>
                <a:ext uri="{FF2B5EF4-FFF2-40B4-BE49-F238E27FC236}">
                  <a16:creationId xmlns:a16="http://schemas.microsoft.com/office/drawing/2014/main" id="{E4819AEF-14A7-7A4E-AB78-AC3DBD0B2231}"/>
                </a:ext>
              </a:extLst>
            </p:cNvPr>
            <p:cNvSpPr>
              <a:spLocks/>
            </p:cNvSpPr>
            <p:nvPr/>
          </p:nvSpPr>
          <p:spPr bwMode="auto">
            <a:xfrm>
              <a:off x="11258415" y="5748429"/>
              <a:ext cx="3880" cy="3898"/>
            </a:xfrm>
            <a:custGeom>
              <a:avLst/>
              <a:gdLst>
                <a:gd name="T0" fmla="*/ 0 w 2"/>
                <a:gd name="T1" fmla="*/ 0 h 2"/>
                <a:gd name="T2" fmla="*/ 2 w 2"/>
                <a:gd name="T3" fmla="*/ 2 h 2"/>
                <a:gd name="T4" fmla="*/ 2 w 2"/>
                <a:gd name="T5" fmla="*/ 2 h 2"/>
                <a:gd name="T6" fmla="*/ 2 w 2"/>
                <a:gd name="T7" fmla="*/ 2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2"/>
                  </a:lnTo>
                  <a:lnTo>
                    <a:pt x="2" y="2"/>
                  </a:lnTo>
                  <a:lnTo>
                    <a:pt x="2" y="2"/>
                  </a:lnTo>
                  <a:lnTo>
                    <a:pt x="0" y="0"/>
                  </a:lnTo>
                  <a:lnTo>
                    <a:pt x="0" y="0"/>
                  </a:lnTo>
                  <a:close/>
                </a:path>
              </a:pathLst>
            </a:custGeom>
            <a:solidFill>
              <a:schemeClr val="bg2"/>
            </a:solid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509" name="Group 508">
              <a:extLst>
                <a:ext uri="{FF2B5EF4-FFF2-40B4-BE49-F238E27FC236}">
                  <a16:creationId xmlns:a16="http://schemas.microsoft.com/office/drawing/2014/main" id="{9EABD82C-8202-5E41-882A-F38111546B32}"/>
                </a:ext>
              </a:extLst>
            </p:cNvPr>
            <p:cNvGrpSpPr/>
            <p:nvPr/>
          </p:nvGrpSpPr>
          <p:grpSpPr>
            <a:xfrm>
              <a:off x="7273968" y="1359511"/>
              <a:ext cx="4411213" cy="1613687"/>
              <a:chOff x="6416052" y="1308020"/>
              <a:chExt cx="4449995" cy="1657948"/>
            </a:xfrm>
            <a:solidFill>
              <a:schemeClr val="bg2"/>
            </a:solidFill>
          </p:grpSpPr>
          <p:grpSp>
            <p:nvGrpSpPr>
              <p:cNvPr id="510" name="Group 509">
                <a:extLst>
                  <a:ext uri="{FF2B5EF4-FFF2-40B4-BE49-F238E27FC236}">
                    <a16:creationId xmlns:a16="http://schemas.microsoft.com/office/drawing/2014/main" id="{10F5586D-9657-E740-A63D-02CB86F4B92B}"/>
                  </a:ext>
                </a:extLst>
              </p:cNvPr>
              <p:cNvGrpSpPr/>
              <p:nvPr/>
            </p:nvGrpSpPr>
            <p:grpSpPr>
              <a:xfrm>
                <a:off x="6416052" y="1308020"/>
                <a:ext cx="4449995" cy="1657948"/>
                <a:chOff x="6416052" y="1308020"/>
                <a:chExt cx="4449995" cy="1657948"/>
              </a:xfrm>
              <a:grpFill/>
            </p:grpSpPr>
            <p:sp>
              <p:nvSpPr>
                <p:cNvPr id="512" name="Line 53">
                  <a:extLst>
                    <a:ext uri="{FF2B5EF4-FFF2-40B4-BE49-F238E27FC236}">
                      <a16:creationId xmlns:a16="http://schemas.microsoft.com/office/drawing/2014/main" id="{369257C9-34A4-2745-8B04-30D1DCA5FEE7}"/>
                    </a:ext>
                  </a:extLst>
                </p:cNvPr>
                <p:cNvSpPr>
                  <a:spLocks noChangeShapeType="1"/>
                </p:cNvSpPr>
                <p:nvPr/>
              </p:nvSpPr>
              <p:spPr bwMode="auto">
                <a:xfrm>
                  <a:off x="9241818"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3" name="Line 54">
                  <a:extLst>
                    <a:ext uri="{FF2B5EF4-FFF2-40B4-BE49-F238E27FC236}">
                      <a16:creationId xmlns:a16="http://schemas.microsoft.com/office/drawing/2014/main" id="{6835C31E-1F57-D246-A85F-F62E7D56B068}"/>
                    </a:ext>
                  </a:extLst>
                </p:cNvPr>
                <p:cNvSpPr>
                  <a:spLocks noChangeShapeType="1"/>
                </p:cNvSpPr>
                <p:nvPr/>
              </p:nvSpPr>
              <p:spPr bwMode="auto">
                <a:xfrm>
                  <a:off x="9241818"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4" name="Line 55">
                  <a:extLst>
                    <a:ext uri="{FF2B5EF4-FFF2-40B4-BE49-F238E27FC236}">
                      <a16:creationId xmlns:a16="http://schemas.microsoft.com/office/drawing/2014/main" id="{E8A3993E-9010-EC4D-9740-0CCE23416A24}"/>
                    </a:ext>
                  </a:extLst>
                </p:cNvPr>
                <p:cNvSpPr>
                  <a:spLocks noChangeShapeType="1"/>
                </p:cNvSpPr>
                <p:nvPr/>
              </p:nvSpPr>
              <p:spPr bwMode="auto">
                <a:xfrm>
                  <a:off x="9253561"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5" name="Line 56">
                  <a:extLst>
                    <a:ext uri="{FF2B5EF4-FFF2-40B4-BE49-F238E27FC236}">
                      <a16:creationId xmlns:a16="http://schemas.microsoft.com/office/drawing/2014/main" id="{4812891D-BCDA-3445-B02B-861BB576CD1C}"/>
                    </a:ext>
                  </a:extLst>
                </p:cNvPr>
                <p:cNvSpPr>
                  <a:spLocks noChangeShapeType="1"/>
                </p:cNvSpPr>
                <p:nvPr/>
              </p:nvSpPr>
              <p:spPr bwMode="auto">
                <a:xfrm>
                  <a:off x="9253561" y="161237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6" name="Line 57">
                  <a:extLst>
                    <a:ext uri="{FF2B5EF4-FFF2-40B4-BE49-F238E27FC236}">
                      <a16:creationId xmlns:a16="http://schemas.microsoft.com/office/drawing/2014/main" id="{BC6D5764-4280-634B-B033-6DC0B96D5E00}"/>
                    </a:ext>
                  </a:extLst>
                </p:cNvPr>
                <p:cNvSpPr>
                  <a:spLocks noChangeShapeType="1"/>
                </p:cNvSpPr>
                <p:nvPr/>
              </p:nvSpPr>
              <p:spPr bwMode="auto">
                <a:xfrm>
                  <a:off x="9245732"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7" name="Line 58">
                  <a:extLst>
                    <a:ext uri="{FF2B5EF4-FFF2-40B4-BE49-F238E27FC236}">
                      <a16:creationId xmlns:a16="http://schemas.microsoft.com/office/drawing/2014/main" id="{F64C6570-AB3F-A54E-BD65-06AE2F8A41A4}"/>
                    </a:ext>
                  </a:extLst>
                </p:cNvPr>
                <p:cNvSpPr>
                  <a:spLocks noChangeShapeType="1"/>
                </p:cNvSpPr>
                <p:nvPr/>
              </p:nvSpPr>
              <p:spPr bwMode="auto">
                <a:xfrm>
                  <a:off x="9245732"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8" name="Line 59">
                  <a:extLst>
                    <a:ext uri="{FF2B5EF4-FFF2-40B4-BE49-F238E27FC236}">
                      <a16:creationId xmlns:a16="http://schemas.microsoft.com/office/drawing/2014/main" id="{DDDBE868-C3F0-9842-A81B-0031AE3CE2F4}"/>
                    </a:ext>
                  </a:extLst>
                </p:cNvPr>
                <p:cNvSpPr>
                  <a:spLocks noChangeShapeType="1"/>
                </p:cNvSpPr>
                <p:nvPr/>
              </p:nvSpPr>
              <p:spPr bwMode="auto">
                <a:xfrm>
                  <a:off x="9237905"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19" name="Line 60">
                  <a:extLst>
                    <a:ext uri="{FF2B5EF4-FFF2-40B4-BE49-F238E27FC236}">
                      <a16:creationId xmlns:a16="http://schemas.microsoft.com/office/drawing/2014/main" id="{DEF09F7B-5955-854E-9E87-A9847606F298}"/>
                    </a:ext>
                  </a:extLst>
                </p:cNvPr>
                <p:cNvSpPr>
                  <a:spLocks noChangeShapeType="1"/>
                </p:cNvSpPr>
                <p:nvPr/>
              </p:nvSpPr>
              <p:spPr bwMode="auto">
                <a:xfrm>
                  <a:off x="9237905"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0" name="Line 61">
                  <a:extLst>
                    <a:ext uri="{FF2B5EF4-FFF2-40B4-BE49-F238E27FC236}">
                      <a16:creationId xmlns:a16="http://schemas.microsoft.com/office/drawing/2014/main" id="{8123F439-4860-7B4D-8F8F-AE35F059B8B3}"/>
                    </a:ext>
                  </a:extLst>
                </p:cNvPr>
                <p:cNvSpPr>
                  <a:spLocks noChangeShapeType="1"/>
                </p:cNvSpPr>
                <p:nvPr/>
              </p:nvSpPr>
              <p:spPr bwMode="auto">
                <a:xfrm>
                  <a:off x="9245732"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1" name="Line 62">
                  <a:extLst>
                    <a:ext uri="{FF2B5EF4-FFF2-40B4-BE49-F238E27FC236}">
                      <a16:creationId xmlns:a16="http://schemas.microsoft.com/office/drawing/2014/main" id="{AD24C357-82B0-E84B-866A-7EC3EB32C94B}"/>
                    </a:ext>
                  </a:extLst>
                </p:cNvPr>
                <p:cNvSpPr>
                  <a:spLocks noChangeShapeType="1"/>
                </p:cNvSpPr>
                <p:nvPr/>
              </p:nvSpPr>
              <p:spPr bwMode="auto">
                <a:xfrm>
                  <a:off x="9245732"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2" name="Line 63">
                  <a:extLst>
                    <a:ext uri="{FF2B5EF4-FFF2-40B4-BE49-F238E27FC236}">
                      <a16:creationId xmlns:a16="http://schemas.microsoft.com/office/drawing/2014/main" id="{5AA2C024-3EA6-6347-A77B-D96B8A975F29}"/>
                    </a:ext>
                  </a:extLst>
                </p:cNvPr>
                <p:cNvSpPr>
                  <a:spLocks noChangeShapeType="1"/>
                </p:cNvSpPr>
                <p:nvPr/>
              </p:nvSpPr>
              <p:spPr bwMode="auto">
                <a:xfrm>
                  <a:off x="9249646" y="1592356"/>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3" name="Line 64">
                  <a:extLst>
                    <a:ext uri="{FF2B5EF4-FFF2-40B4-BE49-F238E27FC236}">
                      <a16:creationId xmlns:a16="http://schemas.microsoft.com/office/drawing/2014/main" id="{5546EEE0-BABE-C345-B22B-F6947DB68BEB}"/>
                    </a:ext>
                  </a:extLst>
                </p:cNvPr>
                <p:cNvSpPr>
                  <a:spLocks noChangeShapeType="1"/>
                </p:cNvSpPr>
                <p:nvPr/>
              </p:nvSpPr>
              <p:spPr bwMode="auto">
                <a:xfrm>
                  <a:off x="9249646" y="1592356"/>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4" name="Line 65">
                  <a:extLst>
                    <a:ext uri="{FF2B5EF4-FFF2-40B4-BE49-F238E27FC236}">
                      <a16:creationId xmlns:a16="http://schemas.microsoft.com/office/drawing/2014/main" id="{D6B85800-F55D-0C40-942D-F5C55ADFE672}"/>
                    </a:ext>
                  </a:extLst>
                </p:cNvPr>
                <p:cNvSpPr>
                  <a:spLocks noChangeShapeType="1"/>
                </p:cNvSpPr>
                <p:nvPr/>
              </p:nvSpPr>
              <p:spPr bwMode="auto">
                <a:xfrm>
                  <a:off x="9233991" y="156031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5" name="Line 66">
                  <a:extLst>
                    <a:ext uri="{FF2B5EF4-FFF2-40B4-BE49-F238E27FC236}">
                      <a16:creationId xmlns:a16="http://schemas.microsoft.com/office/drawing/2014/main" id="{C22D365C-40E2-0249-97DF-DDBEFB095DCB}"/>
                    </a:ext>
                  </a:extLst>
                </p:cNvPr>
                <p:cNvSpPr>
                  <a:spLocks noChangeShapeType="1"/>
                </p:cNvSpPr>
                <p:nvPr/>
              </p:nvSpPr>
              <p:spPr bwMode="auto">
                <a:xfrm>
                  <a:off x="9233991" y="156031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6" name="Line 67">
                  <a:extLst>
                    <a:ext uri="{FF2B5EF4-FFF2-40B4-BE49-F238E27FC236}">
                      <a16:creationId xmlns:a16="http://schemas.microsoft.com/office/drawing/2014/main" id="{D572CC91-7DA9-394A-8BD3-923B475EBFB4}"/>
                    </a:ext>
                  </a:extLst>
                </p:cNvPr>
                <p:cNvSpPr>
                  <a:spLocks noChangeShapeType="1"/>
                </p:cNvSpPr>
                <p:nvPr/>
              </p:nvSpPr>
              <p:spPr bwMode="auto">
                <a:xfrm>
                  <a:off x="9222249" y="154830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7" name="Line 68">
                  <a:extLst>
                    <a:ext uri="{FF2B5EF4-FFF2-40B4-BE49-F238E27FC236}">
                      <a16:creationId xmlns:a16="http://schemas.microsoft.com/office/drawing/2014/main" id="{8DF1F178-678C-9444-8EDC-FDF7B19614E2}"/>
                    </a:ext>
                  </a:extLst>
                </p:cNvPr>
                <p:cNvSpPr>
                  <a:spLocks noChangeShapeType="1"/>
                </p:cNvSpPr>
                <p:nvPr/>
              </p:nvSpPr>
              <p:spPr bwMode="auto">
                <a:xfrm>
                  <a:off x="9222249" y="154830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8" name="Line 69">
                  <a:extLst>
                    <a:ext uri="{FF2B5EF4-FFF2-40B4-BE49-F238E27FC236}">
                      <a16:creationId xmlns:a16="http://schemas.microsoft.com/office/drawing/2014/main" id="{E9B03321-EF6C-974F-A3F8-1B0E4F57B3AD}"/>
                    </a:ext>
                  </a:extLst>
                </p:cNvPr>
                <p:cNvSpPr>
                  <a:spLocks noChangeShapeType="1"/>
                </p:cNvSpPr>
                <p:nvPr/>
              </p:nvSpPr>
              <p:spPr bwMode="auto">
                <a:xfrm>
                  <a:off x="9230077" y="155631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29" name="Line 70">
                  <a:extLst>
                    <a:ext uri="{FF2B5EF4-FFF2-40B4-BE49-F238E27FC236}">
                      <a16:creationId xmlns:a16="http://schemas.microsoft.com/office/drawing/2014/main" id="{F2AD5FD0-DF4A-704E-BDB9-3057DF8FB37D}"/>
                    </a:ext>
                  </a:extLst>
                </p:cNvPr>
                <p:cNvSpPr>
                  <a:spLocks noChangeShapeType="1"/>
                </p:cNvSpPr>
                <p:nvPr/>
              </p:nvSpPr>
              <p:spPr bwMode="auto">
                <a:xfrm>
                  <a:off x="9230077" y="155631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0" name="Line 71">
                  <a:extLst>
                    <a:ext uri="{FF2B5EF4-FFF2-40B4-BE49-F238E27FC236}">
                      <a16:creationId xmlns:a16="http://schemas.microsoft.com/office/drawing/2014/main" id="{4C54B3D3-2C24-614C-B495-CC167C3BF1DB}"/>
                    </a:ext>
                  </a:extLst>
                </p:cNvPr>
                <p:cNvSpPr>
                  <a:spLocks noChangeShapeType="1"/>
                </p:cNvSpPr>
                <p:nvPr/>
              </p:nvSpPr>
              <p:spPr bwMode="auto">
                <a:xfrm>
                  <a:off x="9202680" y="160036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1" name="Line 72">
                  <a:extLst>
                    <a:ext uri="{FF2B5EF4-FFF2-40B4-BE49-F238E27FC236}">
                      <a16:creationId xmlns:a16="http://schemas.microsoft.com/office/drawing/2014/main" id="{20F164D3-64A2-0347-974B-1E0CAA47C4C3}"/>
                    </a:ext>
                  </a:extLst>
                </p:cNvPr>
                <p:cNvSpPr>
                  <a:spLocks noChangeShapeType="1"/>
                </p:cNvSpPr>
                <p:nvPr/>
              </p:nvSpPr>
              <p:spPr bwMode="auto">
                <a:xfrm>
                  <a:off x="9202680" y="160036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2" name="Line 73">
                  <a:extLst>
                    <a:ext uri="{FF2B5EF4-FFF2-40B4-BE49-F238E27FC236}">
                      <a16:creationId xmlns:a16="http://schemas.microsoft.com/office/drawing/2014/main" id="{AC638DAC-FFFA-4646-8BF4-57F59FB797AA}"/>
                    </a:ext>
                  </a:extLst>
                </p:cNvPr>
                <p:cNvSpPr>
                  <a:spLocks noChangeShapeType="1"/>
                </p:cNvSpPr>
                <p:nvPr/>
              </p:nvSpPr>
              <p:spPr bwMode="auto">
                <a:xfrm>
                  <a:off x="9202680"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3" name="Line 74">
                  <a:extLst>
                    <a:ext uri="{FF2B5EF4-FFF2-40B4-BE49-F238E27FC236}">
                      <a16:creationId xmlns:a16="http://schemas.microsoft.com/office/drawing/2014/main" id="{AB872F5B-FF31-6241-A6D1-420A4F30523E}"/>
                    </a:ext>
                  </a:extLst>
                </p:cNvPr>
                <p:cNvSpPr>
                  <a:spLocks noChangeShapeType="1"/>
                </p:cNvSpPr>
                <p:nvPr/>
              </p:nvSpPr>
              <p:spPr bwMode="auto">
                <a:xfrm>
                  <a:off x="9202680"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4" name="Line 75">
                  <a:extLst>
                    <a:ext uri="{FF2B5EF4-FFF2-40B4-BE49-F238E27FC236}">
                      <a16:creationId xmlns:a16="http://schemas.microsoft.com/office/drawing/2014/main" id="{5BB8078E-3239-794E-80DE-58ED92FCA2F3}"/>
                    </a:ext>
                  </a:extLst>
                </p:cNvPr>
                <p:cNvSpPr>
                  <a:spLocks noChangeShapeType="1"/>
                </p:cNvSpPr>
                <p:nvPr/>
              </p:nvSpPr>
              <p:spPr bwMode="auto">
                <a:xfrm>
                  <a:off x="921050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5" name="Line 76">
                  <a:extLst>
                    <a:ext uri="{FF2B5EF4-FFF2-40B4-BE49-F238E27FC236}">
                      <a16:creationId xmlns:a16="http://schemas.microsoft.com/office/drawing/2014/main" id="{280B48A7-84FE-634C-94A8-EF3E55A7C388}"/>
                    </a:ext>
                  </a:extLst>
                </p:cNvPr>
                <p:cNvSpPr>
                  <a:spLocks noChangeShapeType="1"/>
                </p:cNvSpPr>
                <p:nvPr/>
              </p:nvSpPr>
              <p:spPr bwMode="auto">
                <a:xfrm>
                  <a:off x="921050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6" name="Line 77">
                  <a:extLst>
                    <a:ext uri="{FF2B5EF4-FFF2-40B4-BE49-F238E27FC236}">
                      <a16:creationId xmlns:a16="http://schemas.microsoft.com/office/drawing/2014/main" id="{E3162DE9-5B4B-D142-8EF0-E91C5C6061CC}"/>
                    </a:ext>
                  </a:extLst>
                </p:cNvPr>
                <p:cNvSpPr>
                  <a:spLocks noChangeShapeType="1"/>
                </p:cNvSpPr>
                <p:nvPr/>
              </p:nvSpPr>
              <p:spPr bwMode="auto">
                <a:xfrm>
                  <a:off x="919876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7" name="Line 78">
                  <a:extLst>
                    <a:ext uri="{FF2B5EF4-FFF2-40B4-BE49-F238E27FC236}">
                      <a16:creationId xmlns:a16="http://schemas.microsoft.com/office/drawing/2014/main" id="{1EC40337-1273-AF40-B6BD-231403A0C6EF}"/>
                    </a:ext>
                  </a:extLst>
                </p:cNvPr>
                <p:cNvSpPr>
                  <a:spLocks noChangeShapeType="1"/>
                </p:cNvSpPr>
                <p:nvPr/>
              </p:nvSpPr>
              <p:spPr bwMode="auto">
                <a:xfrm>
                  <a:off x="9198767"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8" name="Line 79">
                  <a:extLst>
                    <a:ext uri="{FF2B5EF4-FFF2-40B4-BE49-F238E27FC236}">
                      <a16:creationId xmlns:a16="http://schemas.microsoft.com/office/drawing/2014/main" id="{F127D7EB-CFC1-E848-9EB5-99F97DEBC9B3}"/>
                    </a:ext>
                  </a:extLst>
                </p:cNvPr>
                <p:cNvSpPr>
                  <a:spLocks noChangeShapeType="1"/>
                </p:cNvSpPr>
                <p:nvPr/>
              </p:nvSpPr>
              <p:spPr bwMode="auto">
                <a:xfrm>
                  <a:off x="9222249"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39" name="Line 80">
                  <a:extLst>
                    <a:ext uri="{FF2B5EF4-FFF2-40B4-BE49-F238E27FC236}">
                      <a16:creationId xmlns:a16="http://schemas.microsoft.com/office/drawing/2014/main" id="{D55AFAEE-7FDC-324C-963E-AC41569A26EE}"/>
                    </a:ext>
                  </a:extLst>
                </p:cNvPr>
                <p:cNvSpPr>
                  <a:spLocks noChangeShapeType="1"/>
                </p:cNvSpPr>
                <p:nvPr/>
              </p:nvSpPr>
              <p:spPr bwMode="auto">
                <a:xfrm>
                  <a:off x="9222249" y="158835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0" name="Line 81">
                  <a:extLst>
                    <a:ext uri="{FF2B5EF4-FFF2-40B4-BE49-F238E27FC236}">
                      <a16:creationId xmlns:a16="http://schemas.microsoft.com/office/drawing/2014/main" id="{F131A0DD-2087-FE46-9546-1DF0B4E41707}"/>
                    </a:ext>
                  </a:extLst>
                </p:cNvPr>
                <p:cNvSpPr>
                  <a:spLocks noChangeShapeType="1"/>
                </p:cNvSpPr>
                <p:nvPr/>
              </p:nvSpPr>
              <p:spPr bwMode="auto">
                <a:xfrm>
                  <a:off x="9226164"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1" name="Line 82">
                  <a:extLst>
                    <a:ext uri="{FF2B5EF4-FFF2-40B4-BE49-F238E27FC236}">
                      <a16:creationId xmlns:a16="http://schemas.microsoft.com/office/drawing/2014/main" id="{ED86426C-473E-BD46-BFC6-BB4757BCE337}"/>
                    </a:ext>
                  </a:extLst>
                </p:cNvPr>
                <p:cNvSpPr>
                  <a:spLocks noChangeShapeType="1"/>
                </p:cNvSpPr>
                <p:nvPr/>
              </p:nvSpPr>
              <p:spPr bwMode="auto">
                <a:xfrm>
                  <a:off x="9226164"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2" name="Line 83">
                  <a:extLst>
                    <a:ext uri="{FF2B5EF4-FFF2-40B4-BE49-F238E27FC236}">
                      <a16:creationId xmlns:a16="http://schemas.microsoft.com/office/drawing/2014/main" id="{C04194E1-5B6B-8D40-B0E1-1D5B453A3223}"/>
                    </a:ext>
                  </a:extLst>
                </p:cNvPr>
                <p:cNvSpPr>
                  <a:spLocks noChangeShapeType="1"/>
                </p:cNvSpPr>
                <p:nvPr/>
              </p:nvSpPr>
              <p:spPr bwMode="auto">
                <a:xfrm>
                  <a:off x="9261388"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3" name="Line 84">
                  <a:extLst>
                    <a:ext uri="{FF2B5EF4-FFF2-40B4-BE49-F238E27FC236}">
                      <a16:creationId xmlns:a16="http://schemas.microsoft.com/office/drawing/2014/main" id="{B61FC60D-3486-0148-B9A4-B7EE03C7E37D}"/>
                    </a:ext>
                  </a:extLst>
                </p:cNvPr>
                <p:cNvSpPr>
                  <a:spLocks noChangeShapeType="1"/>
                </p:cNvSpPr>
                <p:nvPr/>
              </p:nvSpPr>
              <p:spPr bwMode="auto">
                <a:xfrm>
                  <a:off x="9261388" y="1616384"/>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4" name="Line 85">
                  <a:extLst>
                    <a:ext uri="{FF2B5EF4-FFF2-40B4-BE49-F238E27FC236}">
                      <a16:creationId xmlns:a16="http://schemas.microsoft.com/office/drawing/2014/main" id="{799686C9-5D68-F94A-862B-90EC83EF2F12}"/>
                    </a:ext>
                  </a:extLst>
                </p:cNvPr>
                <p:cNvSpPr>
                  <a:spLocks noChangeShapeType="1"/>
                </p:cNvSpPr>
                <p:nvPr/>
              </p:nvSpPr>
              <p:spPr bwMode="auto">
                <a:xfrm>
                  <a:off x="9128318"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5" name="Line 86">
                  <a:extLst>
                    <a:ext uri="{FF2B5EF4-FFF2-40B4-BE49-F238E27FC236}">
                      <a16:creationId xmlns:a16="http://schemas.microsoft.com/office/drawing/2014/main" id="{581EBF37-69D4-2949-84C4-DB95CF4EB37A}"/>
                    </a:ext>
                  </a:extLst>
                </p:cNvPr>
                <p:cNvSpPr>
                  <a:spLocks noChangeShapeType="1"/>
                </p:cNvSpPr>
                <p:nvPr/>
              </p:nvSpPr>
              <p:spPr bwMode="auto">
                <a:xfrm>
                  <a:off x="9128318" y="1564322"/>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6" name="Line 87">
                  <a:extLst>
                    <a:ext uri="{FF2B5EF4-FFF2-40B4-BE49-F238E27FC236}">
                      <a16:creationId xmlns:a16="http://schemas.microsoft.com/office/drawing/2014/main" id="{B929CD7F-1C35-BA40-B52A-A110050360E0}"/>
                    </a:ext>
                  </a:extLst>
                </p:cNvPr>
                <p:cNvSpPr>
                  <a:spLocks noChangeShapeType="1"/>
                </p:cNvSpPr>
                <p:nvPr/>
              </p:nvSpPr>
              <p:spPr bwMode="auto">
                <a:xfrm>
                  <a:off x="9128318" y="156832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7" name="Line 88">
                  <a:extLst>
                    <a:ext uri="{FF2B5EF4-FFF2-40B4-BE49-F238E27FC236}">
                      <a16:creationId xmlns:a16="http://schemas.microsoft.com/office/drawing/2014/main" id="{973E1D98-60C6-2F4F-A934-54E3C7729C32}"/>
                    </a:ext>
                  </a:extLst>
                </p:cNvPr>
                <p:cNvSpPr>
                  <a:spLocks noChangeShapeType="1"/>
                </p:cNvSpPr>
                <p:nvPr/>
              </p:nvSpPr>
              <p:spPr bwMode="auto">
                <a:xfrm>
                  <a:off x="9128318" y="156832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8" name="Line 90">
                  <a:extLst>
                    <a:ext uri="{FF2B5EF4-FFF2-40B4-BE49-F238E27FC236}">
                      <a16:creationId xmlns:a16="http://schemas.microsoft.com/office/drawing/2014/main" id="{E4B0EC41-7C9A-6B42-8614-71ED0E23DF69}"/>
                    </a:ext>
                  </a:extLst>
                </p:cNvPr>
                <p:cNvSpPr>
                  <a:spLocks noChangeShapeType="1"/>
                </p:cNvSpPr>
                <p:nvPr/>
              </p:nvSpPr>
              <p:spPr bwMode="auto">
                <a:xfrm>
                  <a:off x="9194853" y="158034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49" name="Line 91">
                  <a:extLst>
                    <a:ext uri="{FF2B5EF4-FFF2-40B4-BE49-F238E27FC236}">
                      <a16:creationId xmlns:a16="http://schemas.microsoft.com/office/drawing/2014/main" id="{90CD13EC-B93E-0A4D-8282-E2BE2CCF0AC6}"/>
                    </a:ext>
                  </a:extLst>
                </p:cNvPr>
                <p:cNvSpPr>
                  <a:spLocks noChangeShapeType="1"/>
                </p:cNvSpPr>
                <p:nvPr/>
              </p:nvSpPr>
              <p:spPr bwMode="auto">
                <a:xfrm>
                  <a:off x="9194853" y="1580341"/>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0" name="Line 92">
                  <a:extLst>
                    <a:ext uri="{FF2B5EF4-FFF2-40B4-BE49-F238E27FC236}">
                      <a16:creationId xmlns:a16="http://schemas.microsoft.com/office/drawing/2014/main" id="{F6BA5E3C-DB15-044A-A170-0ED0502A1FD0}"/>
                    </a:ext>
                  </a:extLst>
                </p:cNvPr>
                <p:cNvSpPr>
                  <a:spLocks noChangeShapeType="1"/>
                </p:cNvSpPr>
                <p:nvPr/>
              </p:nvSpPr>
              <p:spPr bwMode="auto">
                <a:xfrm>
                  <a:off x="9112663"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1" name="Line 93">
                  <a:extLst>
                    <a:ext uri="{FF2B5EF4-FFF2-40B4-BE49-F238E27FC236}">
                      <a16:creationId xmlns:a16="http://schemas.microsoft.com/office/drawing/2014/main" id="{3A5AFF74-2DB2-4B4D-BFBB-5391B4244663}"/>
                    </a:ext>
                  </a:extLst>
                </p:cNvPr>
                <p:cNvSpPr>
                  <a:spLocks noChangeShapeType="1"/>
                </p:cNvSpPr>
                <p:nvPr/>
              </p:nvSpPr>
              <p:spPr bwMode="auto">
                <a:xfrm>
                  <a:off x="9112663" y="1576337"/>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2" name="Line 94">
                  <a:extLst>
                    <a:ext uri="{FF2B5EF4-FFF2-40B4-BE49-F238E27FC236}">
                      <a16:creationId xmlns:a16="http://schemas.microsoft.com/office/drawing/2014/main" id="{3EFBE0EB-F266-E94D-9D42-DF1126E3FBD9}"/>
                    </a:ext>
                  </a:extLst>
                </p:cNvPr>
                <p:cNvSpPr>
                  <a:spLocks noChangeShapeType="1"/>
                </p:cNvSpPr>
                <p:nvPr/>
              </p:nvSpPr>
              <p:spPr bwMode="auto">
                <a:xfrm>
                  <a:off x="8576472" y="162038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3" name="Line 95">
                  <a:extLst>
                    <a:ext uri="{FF2B5EF4-FFF2-40B4-BE49-F238E27FC236}">
                      <a16:creationId xmlns:a16="http://schemas.microsoft.com/office/drawing/2014/main" id="{3E12475C-57A1-534F-A0FE-485F9799D656}"/>
                    </a:ext>
                  </a:extLst>
                </p:cNvPr>
                <p:cNvSpPr>
                  <a:spLocks noChangeShapeType="1"/>
                </p:cNvSpPr>
                <p:nvPr/>
              </p:nvSpPr>
              <p:spPr bwMode="auto">
                <a:xfrm>
                  <a:off x="8576472" y="1620389"/>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4" name="Line 96">
                  <a:extLst>
                    <a:ext uri="{FF2B5EF4-FFF2-40B4-BE49-F238E27FC236}">
                      <a16:creationId xmlns:a16="http://schemas.microsoft.com/office/drawing/2014/main" id="{0C41A67E-0F6C-CE48-A60F-D3C7CC179AE8}"/>
                    </a:ext>
                  </a:extLst>
                </p:cNvPr>
                <p:cNvSpPr>
                  <a:spLocks noChangeShapeType="1"/>
                </p:cNvSpPr>
                <p:nvPr/>
              </p:nvSpPr>
              <p:spPr bwMode="auto">
                <a:xfrm>
                  <a:off x="8576472" y="162439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5" name="Line 97">
                  <a:extLst>
                    <a:ext uri="{FF2B5EF4-FFF2-40B4-BE49-F238E27FC236}">
                      <a16:creationId xmlns:a16="http://schemas.microsoft.com/office/drawing/2014/main" id="{7D49E7DB-DCF7-594D-ABCE-9151CDDADCA6}"/>
                    </a:ext>
                  </a:extLst>
                </p:cNvPr>
                <p:cNvSpPr>
                  <a:spLocks noChangeShapeType="1"/>
                </p:cNvSpPr>
                <p:nvPr/>
              </p:nvSpPr>
              <p:spPr bwMode="auto">
                <a:xfrm>
                  <a:off x="8576472" y="1624393"/>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6" name="Line 98">
                  <a:extLst>
                    <a:ext uri="{FF2B5EF4-FFF2-40B4-BE49-F238E27FC236}">
                      <a16:creationId xmlns:a16="http://schemas.microsoft.com/office/drawing/2014/main" id="{49352C1D-FFFD-E145-B76E-F99F3CE0D40B}"/>
                    </a:ext>
                  </a:extLst>
                </p:cNvPr>
                <p:cNvSpPr>
                  <a:spLocks noChangeShapeType="1"/>
                </p:cNvSpPr>
                <p:nvPr/>
              </p:nvSpPr>
              <p:spPr bwMode="auto">
                <a:xfrm>
                  <a:off x="8611697" y="159636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7" name="Line 99">
                  <a:extLst>
                    <a:ext uri="{FF2B5EF4-FFF2-40B4-BE49-F238E27FC236}">
                      <a16:creationId xmlns:a16="http://schemas.microsoft.com/office/drawing/2014/main" id="{1EECEF91-DA7E-B14A-AEAE-EE6AF0FBB562}"/>
                    </a:ext>
                  </a:extLst>
                </p:cNvPr>
                <p:cNvSpPr>
                  <a:spLocks noChangeShapeType="1"/>
                </p:cNvSpPr>
                <p:nvPr/>
              </p:nvSpPr>
              <p:spPr bwMode="auto">
                <a:xfrm>
                  <a:off x="8611697" y="159636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8" name="Line 100">
                  <a:extLst>
                    <a:ext uri="{FF2B5EF4-FFF2-40B4-BE49-F238E27FC236}">
                      <a16:creationId xmlns:a16="http://schemas.microsoft.com/office/drawing/2014/main" id="{AA8B2FE8-4464-3E42-A8C9-B19F4A461F4E}"/>
                    </a:ext>
                  </a:extLst>
                </p:cNvPr>
                <p:cNvSpPr>
                  <a:spLocks noChangeShapeType="1"/>
                </p:cNvSpPr>
                <p:nvPr/>
              </p:nvSpPr>
              <p:spPr bwMode="auto">
                <a:xfrm>
                  <a:off x="8619524" y="160437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59" name="Line 101">
                  <a:extLst>
                    <a:ext uri="{FF2B5EF4-FFF2-40B4-BE49-F238E27FC236}">
                      <a16:creationId xmlns:a16="http://schemas.microsoft.com/office/drawing/2014/main" id="{27ADB0A7-60CA-5147-BE7C-33A17B6CB22D}"/>
                    </a:ext>
                  </a:extLst>
                </p:cNvPr>
                <p:cNvSpPr>
                  <a:spLocks noChangeShapeType="1"/>
                </p:cNvSpPr>
                <p:nvPr/>
              </p:nvSpPr>
              <p:spPr bwMode="auto">
                <a:xfrm>
                  <a:off x="8619524" y="160437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0" name="Line 102">
                  <a:extLst>
                    <a:ext uri="{FF2B5EF4-FFF2-40B4-BE49-F238E27FC236}">
                      <a16:creationId xmlns:a16="http://schemas.microsoft.com/office/drawing/2014/main" id="{DFFB8FFE-7440-8F49-A0A1-58C9A08E45C2}"/>
                    </a:ext>
                  </a:extLst>
                </p:cNvPr>
                <p:cNvSpPr>
                  <a:spLocks noChangeShapeType="1"/>
                </p:cNvSpPr>
                <p:nvPr/>
              </p:nvSpPr>
              <p:spPr bwMode="auto">
                <a:xfrm>
                  <a:off x="8795645" y="154029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1" name="Line 103">
                  <a:extLst>
                    <a:ext uri="{FF2B5EF4-FFF2-40B4-BE49-F238E27FC236}">
                      <a16:creationId xmlns:a16="http://schemas.microsoft.com/office/drawing/2014/main" id="{97169D0E-4937-4E47-82F0-71455D79E938}"/>
                    </a:ext>
                  </a:extLst>
                </p:cNvPr>
                <p:cNvSpPr>
                  <a:spLocks noChangeShapeType="1"/>
                </p:cNvSpPr>
                <p:nvPr/>
              </p:nvSpPr>
              <p:spPr bwMode="auto">
                <a:xfrm>
                  <a:off x="8795645" y="1540295"/>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2" name="Freeform 104">
                  <a:extLst>
                    <a:ext uri="{FF2B5EF4-FFF2-40B4-BE49-F238E27FC236}">
                      <a16:creationId xmlns:a16="http://schemas.microsoft.com/office/drawing/2014/main" id="{51A91542-5CE8-2F41-8CCD-780CEB25559B}"/>
                    </a:ext>
                  </a:extLst>
                </p:cNvPr>
                <p:cNvSpPr>
                  <a:spLocks noEditPoints="1"/>
                </p:cNvSpPr>
                <p:nvPr/>
              </p:nvSpPr>
              <p:spPr bwMode="auto">
                <a:xfrm>
                  <a:off x="6416052" y="1308020"/>
                  <a:ext cx="4449995" cy="1657948"/>
                </a:xfrm>
                <a:custGeom>
                  <a:avLst/>
                  <a:gdLst>
                    <a:gd name="T0" fmla="*/ 1636 w 2274"/>
                    <a:gd name="T1" fmla="*/ 652 h 828"/>
                    <a:gd name="T2" fmla="*/ 2270 w 2274"/>
                    <a:gd name="T3" fmla="*/ 316 h 828"/>
                    <a:gd name="T4" fmla="*/ 2196 w 2274"/>
                    <a:gd name="T5" fmla="*/ 336 h 828"/>
                    <a:gd name="T6" fmla="*/ 2106 w 2274"/>
                    <a:gd name="T7" fmla="*/ 336 h 828"/>
                    <a:gd name="T8" fmla="*/ 2054 w 2274"/>
                    <a:gd name="T9" fmla="*/ 400 h 828"/>
                    <a:gd name="T10" fmla="*/ 1960 w 2274"/>
                    <a:gd name="T11" fmla="*/ 426 h 828"/>
                    <a:gd name="T12" fmla="*/ 1912 w 2274"/>
                    <a:gd name="T13" fmla="*/ 518 h 828"/>
                    <a:gd name="T14" fmla="*/ 1830 w 2274"/>
                    <a:gd name="T15" fmla="*/ 616 h 828"/>
                    <a:gd name="T16" fmla="*/ 1904 w 2274"/>
                    <a:gd name="T17" fmla="*/ 426 h 828"/>
                    <a:gd name="T18" fmla="*/ 1896 w 2274"/>
                    <a:gd name="T19" fmla="*/ 418 h 828"/>
                    <a:gd name="T20" fmla="*/ 1820 w 2274"/>
                    <a:gd name="T21" fmla="*/ 424 h 828"/>
                    <a:gd name="T22" fmla="*/ 1760 w 2274"/>
                    <a:gd name="T23" fmla="*/ 450 h 828"/>
                    <a:gd name="T24" fmla="*/ 1650 w 2274"/>
                    <a:gd name="T25" fmla="*/ 450 h 828"/>
                    <a:gd name="T26" fmla="*/ 1556 w 2274"/>
                    <a:gd name="T27" fmla="*/ 548 h 828"/>
                    <a:gd name="T28" fmla="*/ 1620 w 2274"/>
                    <a:gd name="T29" fmla="*/ 616 h 828"/>
                    <a:gd name="T30" fmla="*/ 1554 w 2274"/>
                    <a:gd name="T31" fmla="*/ 762 h 828"/>
                    <a:gd name="T32" fmla="*/ 1498 w 2274"/>
                    <a:gd name="T33" fmla="*/ 756 h 828"/>
                    <a:gd name="T34" fmla="*/ 1342 w 2274"/>
                    <a:gd name="T35" fmla="*/ 608 h 828"/>
                    <a:gd name="T36" fmla="*/ 1038 w 2274"/>
                    <a:gd name="T37" fmla="*/ 650 h 828"/>
                    <a:gd name="T38" fmla="*/ 692 w 2274"/>
                    <a:gd name="T39" fmla="*/ 570 h 828"/>
                    <a:gd name="T40" fmla="*/ 492 w 2274"/>
                    <a:gd name="T41" fmla="*/ 630 h 828"/>
                    <a:gd name="T42" fmla="*/ 392 w 2274"/>
                    <a:gd name="T43" fmla="*/ 650 h 828"/>
                    <a:gd name="T44" fmla="*/ 386 w 2274"/>
                    <a:gd name="T45" fmla="*/ 730 h 828"/>
                    <a:gd name="T46" fmla="*/ 374 w 2274"/>
                    <a:gd name="T47" fmla="*/ 816 h 828"/>
                    <a:gd name="T48" fmla="*/ 254 w 2274"/>
                    <a:gd name="T49" fmla="*/ 766 h 828"/>
                    <a:gd name="T50" fmla="*/ 276 w 2274"/>
                    <a:gd name="T51" fmla="*/ 684 h 828"/>
                    <a:gd name="T52" fmla="*/ 180 w 2274"/>
                    <a:gd name="T53" fmla="*/ 608 h 828"/>
                    <a:gd name="T54" fmla="*/ 114 w 2274"/>
                    <a:gd name="T55" fmla="*/ 510 h 828"/>
                    <a:gd name="T56" fmla="*/ 118 w 2274"/>
                    <a:gd name="T57" fmla="*/ 418 h 828"/>
                    <a:gd name="T58" fmla="*/ 138 w 2274"/>
                    <a:gd name="T59" fmla="*/ 244 h 828"/>
                    <a:gd name="T60" fmla="*/ 210 w 2274"/>
                    <a:gd name="T61" fmla="*/ 222 h 828"/>
                    <a:gd name="T62" fmla="*/ 204 w 2274"/>
                    <a:gd name="T63" fmla="*/ 280 h 828"/>
                    <a:gd name="T64" fmla="*/ 212 w 2274"/>
                    <a:gd name="T65" fmla="*/ 322 h 828"/>
                    <a:gd name="T66" fmla="*/ 276 w 2274"/>
                    <a:gd name="T67" fmla="*/ 318 h 828"/>
                    <a:gd name="T68" fmla="*/ 338 w 2274"/>
                    <a:gd name="T69" fmla="*/ 240 h 828"/>
                    <a:gd name="T70" fmla="*/ 436 w 2274"/>
                    <a:gd name="T71" fmla="*/ 244 h 828"/>
                    <a:gd name="T72" fmla="*/ 512 w 2274"/>
                    <a:gd name="T73" fmla="*/ 242 h 828"/>
                    <a:gd name="T74" fmla="*/ 600 w 2274"/>
                    <a:gd name="T75" fmla="*/ 218 h 828"/>
                    <a:gd name="T76" fmla="*/ 642 w 2274"/>
                    <a:gd name="T77" fmla="*/ 200 h 828"/>
                    <a:gd name="T78" fmla="*/ 714 w 2274"/>
                    <a:gd name="T79" fmla="*/ 198 h 828"/>
                    <a:gd name="T80" fmla="*/ 704 w 2274"/>
                    <a:gd name="T81" fmla="*/ 294 h 828"/>
                    <a:gd name="T82" fmla="*/ 788 w 2274"/>
                    <a:gd name="T83" fmla="*/ 268 h 828"/>
                    <a:gd name="T84" fmla="*/ 738 w 2274"/>
                    <a:gd name="T85" fmla="*/ 150 h 828"/>
                    <a:gd name="T86" fmla="*/ 782 w 2274"/>
                    <a:gd name="T87" fmla="*/ 164 h 828"/>
                    <a:gd name="T88" fmla="*/ 880 w 2274"/>
                    <a:gd name="T89" fmla="*/ 218 h 828"/>
                    <a:gd name="T90" fmla="*/ 834 w 2274"/>
                    <a:gd name="T91" fmla="*/ 108 h 828"/>
                    <a:gd name="T92" fmla="*/ 916 w 2274"/>
                    <a:gd name="T93" fmla="*/ 70 h 828"/>
                    <a:gd name="T94" fmla="*/ 1036 w 2274"/>
                    <a:gd name="T95" fmla="*/ 46 h 828"/>
                    <a:gd name="T96" fmla="*/ 1104 w 2274"/>
                    <a:gd name="T97" fmla="*/ 8 h 828"/>
                    <a:gd name="T98" fmla="*/ 1212 w 2274"/>
                    <a:gd name="T99" fmla="*/ 24 h 828"/>
                    <a:gd name="T100" fmla="*/ 1188 w 2274"/>
                    <a:gd name="T101" fmla="*/ 116 h 828"/>
                    <a:gd name="T102" fmla="*/ 1208 w 2274"/>
                    <a:gd name="T103" fmla="*/ 108 h 828"/>
                    <a:gd name="T104" fmla="*/ 1320 w 2274"/>
                    <a:gd name="T105" fmla="*/ 126 h 828"/>
                    <a:gd name="T106" fmla="*/ 1406 w 2274"/>
                    <a:gd name="T107" fmla="*/ 108 h 828"/>
                    <a:gd name="T108" fmla="*/ 1434 w 2274"/>
                    <a:gd name="T109" fmla="*/ 164 h 828"/>
                    <a:gd name="T110" fmla="*/ 1506 w 2274"/>
                    <a:gd name="T111" fmla="*/ 168 h 828"/>
                    <a:gd name="T112" fmla="*/ 1604 w 2274"/>
                    <a:gd name="T113" fmla="*/ 172 h 828"/>
                    <a:gd name="T114" fmla="*/ 1690 w 2274"/>
                    <a:gd name="T115" fmla="*/ 156 h 828"/>
                    <a:gd name="T116" fmla="*/ 1754 w 2274"/>
                    <a:gd name="T117" fmla="*/ 188 h 828"/>
                    <a:gd name="T118" fmla="*/ 1890 w 2274"/>
                    <a:gd name="T119" fmla="*/ 228 h 828"/>
                    <a:gd name="T120" fmla="*/ 2024 w 2274"/>
                    <a:gd name="T121" fmla="*/ 226 h 828"/>
                    <a:gd name="T122" fmla="*/ 2158 w 2274"/>
                    <a:gd name="T123" fmla="*/ 246 h 828"/>
                    <a:gd name="T124" fmla="*/ 26 w 2274"/>
                    <a:gd name="T125" fmla="*/ 556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828">
                      <a:moveTo>
                        <a:pt x="1666" y="666"/>
                      </a:moveTo>
                      <a:lnTo>
                        <a:pt x="1666" y="666"/>
                      </a:lnTo>
                      <a:lnTo>
                        <a:pt x="1668" y="674"/>
                      </a:lnTo>
                      <a:lnTo>
                        <a:pt x="1668" y="674"/>
                      </a:lnTo>
                      <a:lnTo>
                        <a:pt x="1664" y="670"/>
                      </a:lnTo>
                      <a:lnTo>
                        <a:pt x="1658" y="666"/>
                      </a:lnTo>
                      <a:lnTo>
                        <a:pt x="1656" y="666"/>
                      </a:lnTo>
                      <a:lnTo>
                        <a:pt x="1652" y="666"/>
                      </a:lnTo>
                      <a:lnTo>
                        <a:pt x="1650" y="668"/>
                      </a:lnTo>
                      <a:lnTo>
                        <a:pt x="1648" y="672"/>
                      </a:lnTo>
                      <a:lnTo>
                        <a:pt x="1648" y="672"/>
                      </a:lnTo>
                      <a:lnTo>
                        <a:pt x="1648" y="678"/>
                      </a:lnTo>
                      <a:lnTo>
                        <a:pt x="1648" y="682"/>
                      </a:lnTo>
                      <a:lnTo>
                        <a:pt x="1648" y="682"/>
                      </a:lnTo>
                      <a:lnTo>
                        <a:pt x="1644" y="692"/>
                      </a:lnTo>
                      <a:lnTo>
                        <a:pt x="1642" y="702"/>
                      </a:lnTo>
                      <a:lnTo>
                        <a:pt x="1642" y="702"/>
                      </a:lnTo>
                      <a:lnTo>
                        <a:pt x="1644" y="710"/>
                      </a:lnTo>
                      <a:lnTo>
                        <a:pt x="1648" y="720"/>
                      </a:lnTo>
                      <a:lnTo>
                        <a:pt x="1652" y="722"/>
                      </a:lnTo>
                      <a:lnTo>
                        <a:pt x="1652" y="722"/>
                      </a:lnTo>
                      <a:lnTo>
                        <a:pt x="1652" y="728"/>
                      </a:lnTo>
                      <a:lnTo>
                        <a:pt x="1654" y="734"/>
                      </a:lnTo>
                      <a:lnTo>
                        <a:pt x="1650" y="736"/>
                      </a:lnTo>
                      <a:lnTo>
                        <a:pt x="1650" y="736"/>
                      </a:lnTo>
                      <a:lnTo>
                        <a:pt x="1650" y="734"/>
                      </a:lnTo>
                      <a:lnTo>
                        <a:pt x="1648" y="730"/>
                      </a:lnTo>
                      <a:lnTo>
                        <a:pt x="1648" y="730"/>
                      </a:lnTo>
                      <a:lnTo>
                        <a:pt x="1646" y="728"/>
                      </a:lnTo>
                      <a:lnTo>
                        <a:pt x="1646" y="728"/>
                      </a:lnTo>
                      <a:lnTo>
                        <a:pt x="1644" y="726"/>
                      </a:lnTo>
                      <a:lnTo>
                        <a:pt x="1644" y="726"/>
                      </a:lnTo>
                      <a:lnTo>
                        <a:pt x="1642" y="722"/>
                      </a:lnTo>
                      <a:lnTo>
                        <a:pt x="1642" y="722"/>
                      </a:lnTo>
                      <a:lnTo>
                        <a:pt x="1640" y="722"/>
                      </a:lnTo>
                      <a:lnTo>
                        <a:pt x="1640" y="722"/>
                      </a:lnTo>
                      <a:lnTo>
                        <a:pt x="1638" y="724"/>
                      </a:lnTo>
                      <a:lnTo>
                        <a:pt x="1636" y="726"/>
                      </a:lnTo>
                      <a:lnTo>
                        <a:pt x="1634" y="732"/>
                      </a:lnTo>
                      <a:lnTo>
                        <a:pt x="1634" y="732"/>
                      </a:lnTo>
                      <a:lnTo>
                        <a:pt x="1634" y="734"/>
                      </a:lnTo>
                      <a:lnTo>
                        <a:pt x="1634" y="734"/>
                      </a:lnTo>
                      <a:lnTo>
                        <a:pt x="1630" y="734"/>
                      </a:lnTo>
                      <a:lnTo>
                        <a:pt x="1630" y="734"/>
                      </a:lnTo>
                      <a:lnTo>
                        <a:pt x="1632" y="722"/>
                      </a:lnTo>
                      <a:lnTo>
                        <a:pt x="1634" y="720"/>
                      </a:lnTo>
                      <a:lnTo>
                        <a:pt x="1634" y="720"/>
                      </a:lnTo>
                      <a:lnTo>
                        <a:pt x="1634" y="716"/>
                      </a:lnTo>
                      <a:lnTo>
                        <a:pt x="1634" y="710"/>
                      </a:lnTo>
                      <a:lnTo>
                        <a:pt x="1636" y="708"/>
                      </a:lnTo>
                      <a:lnTo>
                        <a:pt x="1636" y="708"/>
                      </a:lnTo>
                      <a:lnTo>
                        <a:pt x="1636" y="696"/>
                      </a:lnTo>
                      <a:lnTo>
                        <a:pt x="1636" y="696"/>
                      </a:lnTo>
                      <a:lnTo>
                        <a:pt x="1634" y="682"/>
                      </a:lnTo>
                      <a:lnTo>
                        <a:pt x="1634" y="682"/>
                      </a:lnTo>
                      <a:lnTo>
                        <a:pt x="1636" y="680"/>
                      </a:lnTo>
                      <a:lnTo>
                        <a:pt x="1636" y="680"/>
                      </a:lnTo>
                      <a:lnTo>
                        <a:pt x="1634" y="670"/>
                      </a:lnTo>
                      <a:lnTo>
                        <a:pt x="1634" y="670"/>
                      </a:lnTo>
                      <a:lnTo>
                        <a:pt x="1636" y="660"/>
                      </a:lnTo>
                      <a:lnTo>
                        <a:pt x="1636" y="652"/>
                      </a:lnTo>
                      <a:lnTo>
                        <a:pt x="1636" y="652"/>
                      </a:lnTo>
                      <a:lnTo>
                        <a:pt x="1634" y="644"/>
                      </a:lnTo>
                      <a:lnTo>
                        <a:pt x="1634" y="644"/>
                      </a:lnTo>
                      <a:lnTo>
                        <a:pt x="1636" y="636"/>
                      </a:lnTo>
                      <a:lnTo>
                        <a:pt x="1634" y="630"/>
                      </a:lnTo>
                      <a:lnTo>
                        <a:pt x="1634" y="630"/>
                      </a:lnTo>
                      <a:lnTo>
                        <a:pt x="1632" y="622"/>
                      </a:lnTo>
                      <a:lnTo>
                        <a:pt x="1632" y="622"/>
                      </a:lnTo>
                      <a:lnTo>
                        <a:pt x="1632" y="616"/>
                      </a:lnTo>
                      <a:lnTo>
                        <a:pt x="1634" y="612"/>
                      </a:lnTo>
                      <a:lnTo>
                        <a:pt x="1634" y="612"/>
                      </a:lnTo>
                      <a:lnTo>
                        <a:pt x="1634" y="608"/>
                      </a:lnTo>
                      <a:lnTo>
                        <a:pt x="1632" y="604"/>
                      </a:lnTo>
                      <a:lnTo>
                        <a:pt x="1632" y="604"/>
                      </a:lnTo>
                      <a:lnTo>
                        <a:pt x="1636" y="602"/>
                      </a:lnTo>
                      <a:lnTo>
                        <a:pt x="1636" y="602"/>
                      </a:lnTo>
                      <a:lnTo>
                        <a:pt x="1636" y="596"/>
                      </a:lnTo>
                      <a:lnTo>
                        <a:pt x="1636" y="596"/>
                      </a:lnTo>
                      <a:lnTo>
                        <a:pt x="1644" y="592"/>
                      </a:lnTo>
                      <a:lnTo>
                        <a:pt x="1644" y="592"/>
                      </a:lnTo>
                      <a:lnTo>
                        <a:pt x="1642" y="574"/>
                      </a:lnTo>
                      <a:lnTo>
                        <a:pt x="1642" y="574"/>
                      </a:lnTo>
                      <a:lnTo>
                        <a:pt x="1646" y="574"/>
                      </a:lnTo>
                      <a:lnTo>
                        <a:pt x="1646" y="574"/>
                      </a:lnTo>
                      <a:lnTo>
                        <a:pt x="1648" y="570"/>
                      </a:lnTo>
                      <a:lnTo>
                        <a:pt x="1648" y="570"/>
                      </a:lnTo>
                      <a:lnTo>
                        <a:pt x="1652" y="576"/>
                      </a:lnTo>
                      <a:lnTo>
                        <a:pt x="1652" y="576"/>
                      </a:lnTo>
                      <a:lnTo>
                        <a:pt x="1652" y="582"/>
                      </a:lnTo>
                      <a:lnTo>
                        <a:pt x="1650" y="584"/>
                      </a:lnTo>
                      <a:lnTo>
                        <a:pt x="1650" y="588"/>
                      </a:lnTo>
                      <a:lnTo>
                        <a:pt x="1650" y="592"/>
                      </a:lnTo>
                      <a:lnTo>
                        <a:pt x="1650" y="592"/>
                      </a:lnTo>
                      <a:lnTo>
                        <a:pt x="1650" y="596"/>
                      </a:lnTo>
                      <a:lnTo>
                        <a:pt x="1654" y="600"/>
                      </a:lnTo>
                      <a:lnTo>
                        <a:pt x="1656" y="604"/>
                      </a:lnTo>
                      <a:lnTo>
                        <a:pt x="1656" y="608"/>
                      </a:lnTo>
                      <a:lnTo>
                        <a:pt x="1656" y="608"/>
                      </a:lnTo>
                      <a:lnTo>
                        <a:pt x="1652" y="618"/>
                      </a:lnTo>
                      <a:lnTo>
                        <a:pt x="1652" y="618"/>
                      </a:lnTo>
                      <a:lnTo>
                        <a:pt x="1652" y="618"/>
                      </a:lnTo>
                      <a:lnTo>
                        <a:pt x="1652" y="618"/>
                      </a:lnTo>
                      <a:lnTo>
                        <a:pt x="1654" y="620"/>
                      </a:lnTo>
                      <a:lnTo>
                        <a:pt x="1654" y="620"/>
                      </a:lnTo>
                      <a:lnTo>
                        <a:pt x="1652" y="626"/>
                      </a:lnTo>
                      <a:lnTo>
                        <a:pt x="1652" y="634"/>
                      </a:lnTo>
                      <a:lnTo>
                        <a:pt x="1652" y="634"/>
                      </a:lnTo>
                      <a:lnTo>
                        <a:pt x="1654" y="638"/>
                      </a:lnTo>
                      <a:lnTo>
                        <a:pt x="1656" y="644"/>
                      </a:lnTo>
                      <a:lnTo>
                        <a:pt x="1656" y="644"/>
                      </a:lnTo>
                      <a:lnTo>
                        <a:pt x="1654" y="648"/>
                      </a:lnTo>
                      <a:lnTo>
                        <a:pt x="1654" y="650"/>
                      </a:lnTo>
                      <a:lnTo>
                        <a:pt x="1654" y="654"/>
                      </a:lnTo>
                      <a:lnTo>
                        <a:pt x="1658" y="660"/>
                      </a:lnTo>
                      <a:lnTo>
                        <a:pt x="1658" y="660"/>
                      </a:lnTo>
                      <a:lnTo>
                        <a:pt x="1662" y="660"/>
                      </a:lnTo>
                      <a:lnTo>
                        <a:pt x="1662" y="660"/>
                      </a:lnTo>
                      <a:lnTo>
                        <a:pt x="1662" y="662"/>
                      </a:lnTo>
                      <a:lnTo>
                        <a:pt x="1664" y="666"/>
                      </a:lnTo>
                      <a:lnTo>
                        <a:pt x="1666" y="666"/>
                      </a:lnTo>
                      <a:close/>
                      <a:moveTo>
                        <a:pt x="2270" y="316"/>
                      </a:moveTo>
                      <a:lnTo>
                        <a:pt x="2270" y="316"/>
                      </a:lnTo>
                      <a:lnTo>
                        <a:pt x="2270" y="316"/>
                      </a:lnTo>
                      <a:lnTo>
                        <a:pt x="2270" y="318"/>
                      </a:lnTo>
                      <a:lnTo>
                        <a:pt x="2270" y="322"/>
                      </a:lnTo>
                      <a:lnTo>
                        <a:pt x="2270" y="322"/>
                      </a:lnTo>
                      <a:lnTo>
                        <a:pt x="2266" y="322"/>
                      </a:lnTo>
                      <a:lnTo>
                        <a:pt x="2266" y="322"/>
                      </a:lnTo>
                      <a:lnTo>
                        <a:pt x="2264" y="328"/>
                      </a:lnTo>
                      <a:lnTo>
                        <a:pt x="2264" y="328"/>
                      </a:lnTo>
                      <a:lnTo>
                        <a:pt x="2260" y="328"/>
                      </a:lnTo>
                      <a:lnTo>
                        <a:pt x="2260" y="326"/>
                      </a:lnTo>
                      <a:lnTo>
                        <a:pt x="2260" y="326"/>
                      </a:lnTo>
                      <a:lnTo>
                        <a:pt x="2256" y="324"/>
                      </a:lnTo>
                      <a:lnTo>
                        <a:pt x="2256" y="324"/>
                      </a:lnTo>
                      <a:lnTo>
                        <a:pt x="2242" y="324"/>
                      </a:lnTo>
                      <a:lnTo>
                        <a:pt x="2242" y="330"/>
                      </a:lnTo>
                      <a:lnTo>
                        <a:pt x="2242" y="330"/>
                      </a:lnTo>
                      <a:lnTo>
                        <a:pt x="2248" y="328"/>
                      </a:lnTo>
                      <a:lnTo>
                        <a:pt x="2248" y="328"/>
                      </a:lnTo>
                      <a:lnTo>
                        <a:pt x="2248" y="336"/>
                      </a:lnTo>
                      <a:lnTo>
                        <a:pt x="2248" y="336"/>
                      </a:lnTo>
                      <a:lnTo>
                        <a:pt x="2240" y="338"/>
                      </a:lnTo>
                      <a:lnTo>
                        <a:pt x="2240" y="338"/>
                      </a:lnTo>
                      <a:lnTo>
                        <a:pt x="2242" y="340"/>
                      </a:lnTo>
                      <a:lnTo>
                        <a:pt x="2242" y="340"/>
                      </a:lnTo>
                      <a:lnTo>
                        <a:pt x="2242" y="342"/>
                      </a:lnTo>
                      <a:lnTo>
                        <a:pt x="2242" y="344"/>
                      </a:lnTo>
                      <a:lnTo>
                        <a:pt x="2242" y="344"/>
                      </a:lnTo>
                      <a:lnTo>
                        <a:pt x="2244" y="348"/>
                      </a:lnTo>
                      <a:lnTo>
                        <a:pt x="2244" y="348"/>
                      </a:lnTo>
                      <a:lnTo>
                        <a:pt x="2248" y="352"/>
                      </a:lnTo>
                      <a:lnTo>
                        <a:pt x="2248" y="352"/>
                      </a:lnTo>
                      <a:lnTo>
                        <a:pt x="2240" y="350"/>
                      </a:lnTo>
                      <a:lnTo>
                        <a:pt x="2240" y="352"/>
                      </a:lnTo>
                      <a:lnTo>
                        <a:pt x="2240" y="352"/>
                      </a:lnTo>
                      <a:lnTo>
                        <a:pt x="2238" y="352"/>
                      </a:lnTo>
                      <a:lnTo>
                        <a:pt x="2236" y="350"/>
                      </a:lnTo>
                      <a:lnTo>
                        <a:pt x="2234" y="350"/>
                      </a:lnTo>
                      <a:lnTo>
                        <a:pt x="2234" y="350"/>
                      </a:lnTo>
                      <a:lnTo>
                        <a:pt x="2234" y="346"/>
                      </a:lnTo>
                      <a:lnTo>
                        <a:pt x="2234" y="346"/>
                      </a:lnTo>
                      <a:lnTo>
                        <a:pt x="2232" y="346"/>
                      </a:lnTo>
                      <a:lnTo>
                        <a:pt x="2232" y="346"/>
                      </a:lnTo>
                      <a:lnTo>
                        <a:pt x="2232" y="348"/>
                      </a:lnTo>
                      <a:lnTo>
                        <a:pt x="2230" y="348"/>
                      </a:lnTo>
                      <a:lnTo>
                        <a:pt x="2230" y="348"/>
                      </a:lnTo>
                      <a:lnTo>
                        <a:pt x="2230" y="350"/>
                      </a:lnTo>
                      <a:lnTo>
                        <a:pt x="2230" y="350"/>
                      </a:lnTo>
                      <a:lnTo>
                        <a:pt x="2224" y="352"/>
                      </a:lnTo>
                      <a:lnTo>
                        <a:pt x="2224" y="352"/>
                      </a:lnTo>
                      <a:lnTo>
                        <a:pt x="2224" y="348"/>
                      </a:lnTo>
                      <a:lnTo>
                        <a:pt x="2224" y="348"/>
                      </a:lnTo>
                      <a:lnTo>
                        <a:pt x="2216" y="342"/>
                      </a:lnTo>
                      <a:lnTo>
                        <a:pt x="2208" y="340"/>
                      </a:lnTo>
                      <a:lnTo>
                        <a:pt x="2208" y="340"/>
                      </a:lnTo>
                      <a:lnTo>
                        <a:pt x="2206" y="342"/>
                      </a:lnTo>
                      <a:lnTo>
                        <a:pt x="2204" y="342"/>
                      </a:lnTo>
                      <a:lnTo>
                        <a:pt x="2204" y="342"/>
                      </a:lnTo>
                      <a:lnTo>
                        <a:pt x="2200" y="340"/>
                      </a:lnTo>
                      <a:lnTo>
                        <a:pt x="2196" y="336"/>
                      </a:lnTo>
                      <a:lnTo>
                        <a:pt x="2196" y="336"/>
                      </a:lnTo>
                      <a:lnTo>
                        <a:pt x="2198" y="332"/>
                      </a:lnTo>
                      <a:lnTo>
                        <a:pt x="2198" y="332"/>
                      </a:lnTo>
                      <a:lnTo>
                        <a:pt x="2196" y="330"/>
                      </a:lnTo>
                      <a:lnTo>
                        <a:pt x="2196" y="326"/>
                      </a:lnTo>
                      <a:lnTo>
                        <a:pt x="2192" y="320"/>
                      </a:lnTo>
                      <a:lnTo>
                        <a:pt x="2190" y="320"/>
                      </a:lnTo>
                      <a:lnTo>
                        <a:pt x="2190" y="320"/>
                      </a:lnTo>
                      <a:lnTo>
                        <a:pt x="2186" y="320"/>
                      </a:lnTo>
                      <a:lnTo>
                        <a:pt x="2180" y="320"/>
                      </a:lnTo>
                      <a:lnTo>
                        <a:pt x="2180" y="320"/>
                      </a:lnTo>
                      <a:lnTo>
                        <a:pt x="2180" y="318"/>
                      </a:lnTo>
                      <a:lnTo>
                        <a:pt x="2178" y="318"/>
                      </a:lnTo>
                      <a:lnTo>
                        <a:pt x="2178" y="318"/>
                      </a:lnTo>
                      <a:lnTo>
                        <a:pt x="2176" y="320"/>
                      </a:lnTo>
                      <a:lnTo>
                        <a:pt x="2176" y="322"/>
                      </a:lnTo>
                      <a:lnTo>
                        <a:pt x="2176" y="322"/>
                      </a:lnTo>
                      <a:lnTo>
                        <a:pt x="2170" y="324"/>
                      </a:lnTo>
                      <a:lnTo>
                        <a:pt x="2164" y="326"/>
                      </a:lnTo>
                      <a:lnTo>
                        <a:pt x="2164" y="326"/>
                      </a:lnTo>
                      <a:lnTo>
                        <a:pt x="2160" y="322"/>
                      </a:lnTo>
                      <a:lnTo>
                        <a:pt x="2160" y="322"/>
                      </a:lnTo>
                      <a:lnTo>
                        <a:pt x="2154" y="320"/>
                      </a:lnTo>
                      <a:lnTo>
                        <a:pt x="2154" y="320"/>
                      </a:lnTo>
                      <a:lnTo>
                        <a:pt x="2154" y="316"/>
                      </a:lnTo>
                      <a:lnTo>
                        <a:pt x="2158" y="312"/>
                      </a:lnTo>
                      <a:lnTo>
                        <a:pt x="2158" y="310"/>
                      </a:lnTo>
                      <a:lnTo>
                        <a:pt x="2158" y="310"/>
                      </a:lnTo>
                      <a:lnTo>
                        <a:pt x="2156" y="308"/>
                      </a:lnTo>
                      <a:lnTo>
                        <a:pt x="2154" y="306"/>
                      </a:lnTo>
                      <a:lnTo>
                        <a:pt x="2154" y="304"/>
                      </a:lnTo>
                      <a:lnTo>
                        <a:pt x="2156" y="302"/>
                      </a:lnTo>
                      <a:lnTo>
                        <a:pt x="2156" y="302"/>
                      </a:lnTo>
                      <a:lnTo>
                        <a:pt x="2150" y="300"/>
                      </a:lnTo>
                      <a:lnTo>
                        <a:pt x="2150" y="300"/>
                      </a:lnTo>
                      <a:lnTo>
                        <a:pt x="2146" y="304"/>
                      </a:lnTo>
                      <a:lnTo>
                        <a:pt x="2146" y="306"/>
                      </a:lnTo>
                      <a:lnTo>
                        <a:pt x="2146" y="306"/>
                      </a:lnTo>
                      <a:lnTo>
                        <a:pt x="2148" y="308"/>
                      </a:lnTo>
                      <a:lnTo>
                        <a:pt x="2148" y="312"/>
                      </a:lnTo>
                      <a:lnTo>
                        <a:pt x="2146" y="312"/>
                      </a:lnTo>
                      <a:lnTo>
                        <a:pt x="2146" y="312"/>
                      </a:lnTo>
                      <a:lnTo>
                        <a:pt x="2144" y="316"/>
                      </a:lnTo>
                      <a:lnTo>
                        <a:pt x="2144" y="316"/>
                      </a:lnTo>
                      <a:lnTo>
                        <a:pt x="2152" y="320"/>
                      </a:lnTo>
                      <a:lnTo>
                        <a:pt x="2152" y="320"/>
                      </a:lnTo>
                      <a:lnTo>
                        <a:pt x="2152" y="322"/>
                      </a:lnTo>
                      <a:lnTo>
                        <a:pt x="2152" y="322"/>
                      </a:lnTo>
                      <a:lnTo>
                        <a:pt x="2146" y="328"/>
                      </a:lnTo>
                      <a:lnTo>
                        <a:pt x="2146" y="328"/>
                      </a:lnTo>
                      <a:lnTo>
                        <a:pt x="2148" y="330"/>
                      </a:lnTo>
                      <a:lnTo>
                        <a:pt x="2146" y="334"/>
                      </a:lnTo>
                      <a:lnTo>
                        <a:pt x="2146" y="334"/>
                      </a:lnTo>
                      <a:lnTo>
                        <a:pt x="2140" y="338"/>
                      </a:lnTo>
                      <a:lnTo>
                        <a:pt x="2132" y="340"/>
                      </a:lnTo>
                      <a:lnTo>
                        <a:pt x="2132" y="340"/>
                      </a:lnTo>
                      <a:lnTo>
                        <a:pt x="2126" y="340"/>
                      </a:lnTo>
                      <a:lnTo>
                        <a:pt x="2120" y="338"/>
                      </a:lnTo>
                      <a:lnTo>
                        <a:pt x="2108" y="334"/>
                      </a:lnTo>
                      <a:lnTo>
                        <a:pt x="2108" y="334"/>
                      </a:lnTo>
                      <a:lnTo>
                        <a:pt x="2106" y="336"/>
                      </a:lnTo>
                      <a:lnTo>
                        <a:pt x="2106" y="336"/>
                      </a:lnTo>
                      <a:lnTo>
                        <a:pt x="2100" y="336"/>
                      </a:lnTo>
                      <a:lnTo>
                        <a:pt x="2094" y="336"/>
                      </a:lnTo>
                      <a:lnTo>
                        <a:pt x="2094" y="336"/>
                      </a:lnTo>
                      <a:lnTo>
                        <a:pt x="2092" y="338"/>
                      </a:lnTo>
                      <a:lnTo>
                        <a:pt x="2100" y="338"/>
                      </a:lnTo>
                      <a:lnTo>
                        <a:pt x="2100" y="338"/>
                      </a:lnTo>
                      <a:lnTo>
                        <a:pt x="2106" y="342"/>
                      </a:lnTo>
                      <a:lnTo>
                        <a:pt x="2110" y="338"/>
                      </a:lnTo>
                      <a:lnTo>
                        <a:pt x="2110" y="338"/>
                      </a:lnTo>
                      <a:lnTo>
                        <a:pt x="2112" y="344"/>
                      </a:lnTo>
                      <a:lnTo>
                        <a:pt x="2112" y="344"/>
                      </a:lnTo>
                      <a:lnTo>
                        <a:pt x="2108" y="344"/>
                      </a:lnTo>
                      <a:lnTo>
                        <a:pt x="2108" y="344"/>
                      </a:lnTo>
                      <a:lnTo>
                        <a:pt x="2106" y="350"/>
                      </a:lnTo>
                      <a:lnTo>
                        <a:pt x="2106" y="350"/>
                      </a:lnTo>
                      <a:lnTo>
                        <a:pt x="2112" y="348"/>
                      </a:lnTo>
                      <a:lnTo>
                        <a:pt x="2116" y="348"/>
                      </a:lnTo>
                      <a:lnTo>
                        <a:pt x="2116" y="348"/>
                      </a:lnTo>
                      <a:lnTo>
                        <a:pt x="2122" y="360"/>
                      </a:lnTo>
                      <a:lnTo>
                        <a:pt x="2122" y="360"/>
                      </a:lnTo>
                      <a:lnTo>
                        <a:pt x="2124" y="360"/>
                      </a:lnTo>
                      <a:lnTo>
                        <a:pt x="2124" y="360"/>
                      </a:lnTo>
                      <a:lnTo>
                        <a:pt x="2126" y="366"/>
                      </a:lnTo>
                      <a:lnTo>
                        <a:pt x="2128" y="368"/>
                      </a:lnTo>
                      <a:lnTo>
                        <a:pt x="2128" y="368"/>
                      </a:lnTo>
                      <a:lnTo>
                        <a:pt x="2126" y="370"/>
                      </a:lnTo>
                      <a:lnTo>
                        <a:pt x="2126" y="372"/>
                      </a:lnTo>
                      <a:lnTo>
                        <a:pt x="2126" y="372"/>
                      </a:lnTo>
                      <a:lnTo>
                        <a:pt x="2132" y="374"/>
                      </a:lnTo>
                      <a:lnTo>
                        <a:pt x="2132" y="374"/>
                      </a:lnTo>
                      <a:lnTo>
                        <a:pt x="2132" y="376"/>
                      </a:lnTo>
                      <a:lnTo>
                        <a:pt x="2132" y="376"/>
                      </a:lnTo>
                      <a:lnTo>
                        <a:pt x="2132" y="378"/>
                      </a:lnTo>
                      <a:lnTo>
                        <a:pt x="2132" y="382"/>
                      </a:lnTo>
                      <a:lnTo>
                        <a:pt x="2132" y="382"/>
                      </a:lnTo>
                      <a:lnTo>
                        <a:pt x="2134" y="384"/>
                      </a:lnTo>
                      <a:lnTo>
                        <a:pt x="2134" y="384"/>
                      </a:lnTo>
                      <a:lnTo>
                        <a:pt x="2128" y="388"/>
                      </a:lnTo>
                      <a:lnTo>
                        <a:pt x="2124" y="390"/>
                      </a:lnTo>
                      <a:lnTo>
                        <a:pt x="2120" y="388"/>
                      </a:lnTo>
                      <a:lnTo>
                        <a:pt x="2120" y="388"/>
                      </a:lnTo>
                      <a:lnTo>
                        <a:pt x="2114" y="384"/>
                      </a:lnTo>
                      <a:lnTo>
                        <a:pt x="2114" y="384"/>
                      </a:lnTo>
                      <a:lnTo>
                        <a:pt x="2104" y="386"/>
                      </a:lnTo>
                      <a:lnTo>
                        <a:pt x="2104" y="386"/>
                      </a:lnTo>
                      <a:lnTo>
                        <a:pt x="2102" y="386"/>
                      </a:lnTo>
                      <a:lnTo>
                        <a:pt x="2100" y="384"/>
                      </a:lnTo>
                      <a:lnTo>
                        <a:pt x="2098" y="386"/>
                      </a:lnTo>
                      <a:lnTo>
                        <a:pt x="2098" y="386"/>
                      </a:lnTo>
                      <a:lnTo>
                        <a:pt x="2090" y="388"/>
                      </a:lnTo>
                      <a:lnTo>
                        <a:pt x="2080" y="392"/>
                      </a:lnTo>
                      <a:lnTo>
                        <a:pt x="2080" y="392"/>
                      </a:lnTo>
                      <a:lnTo>
                        <a:pt x="2080" y="394"/>
                      </a:lnTo>
                      <a:lnTo>
                        <a:pt x="2080" y="394"/>
                      </a:lnTo>
                      <a:lnTo>
                        <a:pt x="2072" y="396"/>
                      </a:lnTo>
                      <a:lnTo>
                        <a:pt x="2066" y="398"/>
                      </a:lnTo>
                      <a:lnTo>
                        <a:pt x="2066" y="398"/>
                      </a:lnTo>
                      <a:lnTo>
                        <a:pt x="2060" y="404"/>
                      </a:lnTo>
                      <a:lnTo>
                        <a:pt x="2060" y="404"/>
                      </a:lnTo>
                      <a:lnTo>
                        <a:pt x="2054" y="400"/>
                      </a:lnTo>
                      <a:lnTo>
                        <a:pt x="2054" y="400"/>
                      </a:lnTo>
                      <a:lnTo>
                        <a:pt x="2054" y="406"/>
                      </a:lnTo>
                      <a:lnTo>
                        <a:pt x="2052" y="410"/>
                      </a:lnTo>
                      <a:lnTo>
                        <a:pt x="2048" y="410"/>
                      </a:lnTo>
                      <a:lnTo>
                        <a:pt x="2042" y="406"/>
                      </a:lnTo>
                      <a:lnTo>
                        <a:pt x="2042" y="406"/>
                      </a:lnTo>
                      <a:lnTo>
                        <a:pt x="2046" y="412"/>
                      </a:lnTo>
                      <a:lnTo>
                        <a:pt x="2046" y="412"/>
                      </a:lnTo>
                      <a:lnTo>
                        <a:pt x="2042" y="416"/>
                      </a:lnTo>
                      <a:lnTo>
                        <a:pt x="2042" y="416"/>
                      </a:lnTo>
                      <a:lnTo>
                        <a:pt x="2040" y="416"/>
                      </a:lnTo>
                      <a:lnTo>
                        <a:pt x="2038" y="416"/>
                      </a:lnTo>
                      <a:lnTo>
                        <a:pt x="2038" y="416"/>
                      </a:lnTo>
                      <a:lnTo>
                        <a:pt x="2032" y="418"/>
                      </a:lnTo>
                      <a:lnTo>
                        <a:pt x="2032" y="420"/>
                      </a:lnTo>
                      <a:lnTo>
                        <a:pt x="2032" y="420"/>
                      </a:lnTo>
                      <a:lnTo>
                        <a:pt x="2032" y="420"/>
                      </a:lnTo>
                      <a:lnTo>
                        <a:pt x="2032" y="424"/>
                      </a:lnTo>
                      <a:lnTo>
                        <a:pt x="2032" y="424"/>
                      </a:lnTo>
                      <a:lnTo>
                        <a:pt x="2028" y="424"/>
                      </a:lnTo>
                      <a:lnTo>
                        <a:pt x="2024" y="426"/>
                      </a:lnTo>
                      <a:lnTo>
                        <a:pt x="2024" y="428"/>
                      </a:lnTo>
                      <a:lnTo>
                        <a:pt x="2024" y="428"/>
                      </a:lnTo>
                      <a:lnTo>
                        <a:pt x="2020" y="432"/>
                      </a:lnTo>
                      <a:lnTo>
                        <a:pt x="2020" y="432"/>
                      </a:lnTo>
                      <a:lnTo>
                        <a:pt x="2018" y="438"/>
                      </a:lnTo>
                      <a:lnTo>
                        <a:pt x="2016" y="442"/>
                      </a:lnTo>
                      <a:lnTo>
                        <a:pt x="2016" y="442"/>
                      </a:lnTo>
                      <a:lnTo>
                        <a:pt x="2004" y="436"/>
                      </a:lnTo>
                      <a:lnTo>
                        <a:pt x="2004" y="436"/>
                      </a:lnTo>
                      <a:lnTo>
                        <a:pt x="2004" y="434"/>
                      </a:lnTo>
                      <a:lnTo>
                        <a:pt x="2004" y="430"/>
                      </a:lnTo>
                      <a:lnTo>
                        <a:pt x="2004" y="430"/>
                      </a:lnTo>
                      <a:lnTo>
                        <a:pt x="2002" y="430"/>
                      </a:lnTo>
                      <a:lnTo>
                        <a:pt x="1998" y="430"/>
                      </a:lnTo>
                      <a:lnTo>
                        <a:pt x="1998" y="430"/>
                      </a:lnTo>
                      <a:lnTo>
                        <a:pt x="1994" y="426"/>
                      </a:lnTo>
                      <a:lnTo>
                        <a:pt x="1988" y="422"/>
                      </a:lnTo>
                      <a:lnTo>
                        <a:pt x="1988" y="422"/>
                      </a:lnTo>
                      <a:lnTo>
                        <a:pt x="1984" y="422"/>
                      </a:lnTo>
                      <a:lnTo>
                        <a:pt x="1982" y="424"/>
                      </a:lnTo>
                      <a:lnTo>
                        <a:pt x="1982" y="426"/>
                      </a:lnTo>
                      <a:lnTo>
                        <a:pt x="1982" y="426"/>
                      </a:lnTo>
                      <a:lnTo>
                        <a:pt x="1978" y="426"/>
                      </a:lnTo>
                      <a:lnTo>
                        <a:pt x="1978" y="426"/>
                      </a:lnTo>
                      <a:lnTo>
                        <a:pt x="1976" y="428"/>
                      </a:lnTo>
                      <a:lnTo>
                        <a:pt x="1976" y="428"/>
                      </a:lnTo>
                      <a:lnTo>
                        <a:pt x="1976" y="428"/>
                      </a:lnTo>
                      <a:lnTo>
                        <a:pt x="1974" y="428"/>
                      </a:lnTo>
                      <a:lnTo>
                        <a:pt x="1974" y="428"/>
                      </a:lnTo>
                      <a:lnTo>
                        <a:pt x="1974" y="432"/>
                      </a:lnTo>
                      <a:lnTo>
                        <a:pt x="1966" y="442"/>
                      </a:lnTo>
                      <a:lnTo>
                        <a:pt x="1966" y="442"/>
                      </a:lnTo>
                      <a:lnTo>
                        <a:pt x="1962" y="444"/>
                      </a:lnTo>
                      <a:lnTo>
                        <a:pt x="1960" y="444"/>
                      </a:lnTo>
                      <a:lnTo>
                        <a:pt x="1958" y="442"/>
                      </a:lnTo>
                      <a:lnTo>
                        <a:pt x="1958" y="436"/>
                      </a:lnTo>
                      <a:lnTo>
                        <a:pt x="1958" y="436"/>
                      </a:lnTo>
                      <a:lnTo>
                        <a:pt x="1960" y="430"/>
                      </a:lnTo>
                      <a:lnTo>
                        <a:pt x="1962" y="426"/>
                      </a:lnTo>
                      <a:lnTo>
                        <a:pt x="1960" y="426"/>
                      </a:lnTo>
                      <a:lnTo>
                        <a:pt x="1960" y="426"/>
                      </a:lnTo>
                      <a:lnTo>
                        <a:pt x="1956" y="432"/>
                      </a:lnTo>
                      <a:lnTo>
                        <a:pt x="1956" y="432"/>
                      </a:lnTo>
                      <a:lnTo>
                        <a:pt x="1944" y="438"/>
                      </a:lnTo>
                      <a:lnTo>
                        <a:pt x="1944" y="438"/>
                      </a:lnTo>
                      <a:lnTo>
                        <a:pt x="1944" y="442"/>
                      </a:lnTo>
                      <a:lnTo>
                        <a:pt x="1944" y="442"/>
                      </a:lnTo>
                      <a:lnTo>
                        <a:pt x="1940" y="442"/>
                      </a:lnTo>
                      <a:lnTo>
                        <a:pt x="1940" y="442"/>
                      </a:lnTo>
                      <a:lnTo>
                        <a:pt x="1938" y="440"/>
                      </a:lnTo>
                      <a:lnTo>
                        <a:pt x="1938" y="440"/>
                      </a:lnTo>
                      <a:lnTo>
                        <a:pt x="1936" y="440"/>
                      </a:lnTo>
                      <a:lnTo>
                        <a:pt x="1932" y="440"/>
                      </a:lnTo>
                      <a:lnTo>
                        <a:pt x="1932" y="440"/>
                      </a:lnTo>
                      <a:lnTo>
                        <a:pt x="1930" y="438"/>
                      </a:lnTo>
                      <a:lnTo>
                        <a:pt x="1930" y="438"/>
                      </a:lnTo>
                      <a:lnTo>
                        <a:pt x="1928" y="438"/>
                      </a:lnTo>
                      <a:lnTo>
                        <a:pt x="1928" y="438"/>
                      </a:lnTo>
                      <a:lnTo>
                        <a:pt x="1926" y="444"/>
                      </a:lnTo>
                      <a:lnTo>
                        <a:pt x="1922" y="448"/>
                      </a:lnTo>
                      <a:lnTo>
                        <a:pt x="1922" y="448"/>
                      </a:lnTo>
                      <a:lnTo>
                        <a:pt x="1922" y="448"/>
                      </a:lnTo>
                      <a:lnTo>
                        <a:pt x="1922" y="450"/>
                      </a:lnTo>
                      <a:lnTo>
                        <a:pt x="1922" y="454"/>
                      </a:lnTo>
                      <a:lnTo>
                        <a:pt x="1922" y="454"/>
                      </a:lnTo>
                      <a:lnTo>
                        <a:pt x="1920" y="454"/>
                      </a:lnTo>
                      <a:lnTo>
                        <a:pt x="1920" y="454"/>
                      </a:lnTo>
                      <a:lnTo>
                        <a:pt x="1920" y="458"/>
                      </a:lnTo>
                      <a:lnTo>
                        <a:pt x="1920" y="458"/>
                      </a:lnTo>
                      <a:lnTo>
                        <a:pt x="1918" y="458"/>
                      </a:lnTo>
                      <a:lnTo>
                        <a:pt x="1916" y="458"/>
                      </a:lnTo>
                      <a:lnTo>
                        <a:pt x="1916" y="458"/>
                      </a:lnTo>
                      <a:lnTo>
                        <a:pt x="1916" y="462"/>
                      </a:lnTo>
                      <a:lnTo>
                        <a:pt x="1916" y="462"/>
                      </a:lnTo>
                      <a:lnTo>
                        <a:pt x="1912" y="464"/>
                      </a:lnTo>
                      <a:lnTo>
                        <a:pt x="1912" y="464"/>
                      </a:lnTo>
                      <a:lnTo>
                        <a:pt x="1908" y="468"/>
                      </a:lnTo>
                      <a:lnTo>
                        <a:pt x="1904" y="474"/>
                      </a:lnTo>
                      <a:lnTo>
                        <a:pt x="1904" y="478"/>
                      </a:lnTo>
                      <a:lnTo>
                        <a:pt x="1906" y="486"/>
                      </a:lnTo>
                      <a:lnTo>
                        <a:pt x="1906" y="486"/>
                      </a:lnTo>
                      <a:lnTo>
                        <a:pt x="1908" y="488"/>
                      </a:lnTo>
                      <a:lnTo>
                        <a:pt x="1908" y="486"/>
                      </a:lnTo>
                      <a:lnTo>
                        <a:pt x="1908" y="486"/>
                      </a:lnTo>
                      <a:lnTo>
                        <a:pt x="1918" y="488"/>
                      </a:lnTo>
                      <a:lnTo>
                        <a:pt x="1918" y="488"/>
                      </a:lnTo>
                      <a:lnTo>
                        <a:pt x="1918" y="492"/>
                      </a:lnTo>
                      <a:lnTo>
                        <a:pt x="1918" y="492"/>
                      </a:lnTo>
                      <a:lnTo>
                        <a:pt x="1916" y="498"/>
                      </a:lnTo>
                      <a:lnTo>
                        <a:pt x="1916" y="498"/>
                      </a:lnTo>
                      <a:lnTo>
                        <a:pt x="1912" y="500"/>
                      </a:lnTo>
                      <a:lnTo>
                        <a:pt x="1910" y="500"/>
                      </a:lnTo>
                      <a:lnTo>
                        <a:pt x="1910" y="500"/>
                      </a:lnTo>
                      <a:lnTo>
                        <a:pt x="1910" y="504"/>
                      </a:lnTo>
                      <a:lnTo>
                        <a:pt x="1910" y="508"/>
                      </a:lnTo>
                      <a:lnTo>
                        <a:pt x="1910" y="508"/>
                      </a:lnTo>
                      <a:lnTo>
                        <a:pt x="1908" y="510"/>
                      </a:lnTo>
                      <a:lnTo>
                        <a:pt x="1908" y="514"/>
                      </a:lnTo>
                      <a:lnTo>
                        <a:pt x="1908" y="514"/>
                      </a:lnTo>
                      <a:lnTo>
                        <a:pt x="1910" y="516"/>
                      </a:lnTo>
                      <a:lnTo>
                        <a:pt x="1912" y="518"/>
                      </a:lnTo>
                      <a:lnTo>
                        <a:pt x="1912" y="518"/>
                      </a:lnTo>
                      <a:lnTo>
                        <a:pt x="1912" y="522"/>
                      </a:lnTo>
                      <a:lnTo>
                        <a:pt x="1912" y="522"/>
                      </a:lnTo>
                      <a:lnTo>
                        <a:pt x="1920" y="522"/>
                      </a:lnTo>
                      <a:lnTo>
                        <a:pt x="1920" y="522"/>
                      </a:lnTo>
                      <a:lnTo>
                        <a:pt x="1920" y="528"/>
                      </a:lnTo>
                      <a:lnTo>
                        <a:pt x="1920" y="528"/>
                      </a:lnTo>
                      <a:lnTo>
                        <a:pt x="1918" y="532"/>
                      </a:lnTo>
                      <a:lnTo>
                        <a:pt x="1918" y="532"/>
                      </a:lnTo>
                      <a:lnTo>
                        <a:pt x="1914" y="530"/>
                      </a:lnTo>
                      <a:lnTo>
                        <a:pt x="1910" y="528"/>
                      </a:lnTo>
                      <a:lnTo>
                        <a:pt x="1910" y="528"/>
                      </a:lnTo>
                      <a:lnTo>
                        <a:pt x="1906" y="532"/>
                      </a:lnTo>
                      <a:lnTo>
                        <a:pt x="1906" y="532"/>
                      </a:lnTo>
                      <a:lnTo>
                        <a:pt x="1900" y="534"/>
                      </a:lnTo>
                      <a:lnTo>
                        <a:pt x="1900" y="534"/>
                      </a:lnTo>
                      <a:lnTo>
                        <a:pt x="1896" y="552"/>
                      </a:lnTo>
                      <a:lnTo>
                        <a:pt x="1896" y="552"/>
                      </a:lnTo>
                      <a:lnTo>
                        <a:pt x="1902" y="554"/>
                      </a:lnTo>
                      <a:lnTo>
                        <a:pt x="1904" y="558"/>
                      </a:lnTo>
                      <a:lnTo>
                        <a:pt x="1904" y="558"/>
                      </a:lnTo>
                      <a:lnTo>
                        <a:pt x="1904" y="562"/>
                      </a:lnTo>
                      <a:lnTo>
                        <a:pt x="1902" y="562"/>
                      </a:lnTo>
                      <a:lnTo>
                        <a:pt x="1902" y="562"/>
                      </a:lnTo>
                      <a:lnTo>
                        <a:pt x="1900" y="566"/>
                      </a:lnTo>
                      <a:lnTo>
                        <a:pt x="1898" y="568"/>
                      </a:lnTo>
                      <a:lnTo>
                        <a:pt x="1898" y="568"/>
                      </a:lnTo>
                      <a:lnTo>
                        <a:pt x="1894" y="568"/>
                      </a:lnTo>
                      <a:lnTo>
                        <a:pt x="1888" y="568"/>
                      </a:lnTo>
                      <a:lnTo>
                        <a:pt x="1884" y="568"/>
                      </a:lnTo>
                      <a:lnTo>
                        <a:pt x="1880" y="572"/>
                      </a:lnTo>
                      <a:lnTo>
                        <a:pt x="1880" y="572"/>
                      </a:lnTo>
                      <a:lnTo>
                        <a:pt x="1872" y="584"/>
                      </a:lnTo>
                      <a:lnTo>
                        <a:pt x="1872" y="584"/>
                      </a:lnTo>
                      <a:lnTo>
                        <a:pt x="1872" y="592"/>
                      </a:lnTo>
                      <a:lnTo>
                        <a:pt x="1872" y="598"/>
                      </a:lnTo>
                      <a:lnTo>
                        <a:pt x="1872" y="600"/>
                      </a:lnTo>
                      <a:lnTo>
                        <a:pt x="1872" y="600"/>
                      </a:lnTo>
                      <a:lnTo>
                        <a:pt x="1868" y="600"/>
                      </a:lnTo>
                      <a:lnTo>
                        <a:pt x="1864" y="600"/>
                      </a:lnTo>
                      <a:lnTo>
                        <a:pt x="1864" y="600"/>
                      </a:lnTo>
                      <a:lnTo>
                        <a:pt x="1862" y="602"/>
                      </a:lnTo>
                      <a:lnTo>
                        <a:pt x="1860" y="604"/>
                      </a:lnTo>
                      <a:lnTo>
                        <a:pt x="1860" y="604"/>
                      </a:lnTo>
                      <a:lnTo>
                        <a:pt x="1856" y="604"/>
                      </a:lnTo>
                      <a:lnTo>
                        <a:pt x="1856" y="604"/>
                      </a:lnTo>
                      <a:lnTo>
                        <a:pt x="1856" y="608"/>
                      </a:lnTo>
                      <a:lnTo>
                        <a:pt x="1856" y="612"/>
                      </a:lnTo>
                      <a:lnTo>
                        <a:pt x="1856" y="618"/>
                      </a:lnTo>
                      <a:lnTo>
                        <a:pt x="1856" y="622"/>
                      </a:lnTo>
                      <a:lnTo>
                        <a:pt x="1856" y="622"/>
                      </a:lnTo>
                      <a:lnTo>
                        <a:pt x="1836" y="638"/>
                      </a:lnTo>
                      <a:lnTo>
                        <a:pt x="1836" y="638"/>
                      </a:lnTo>
                      <a:lnTo>
                        <a:pt x="1834" y="638"/>
                      </a:lnTo>
                      <a:lnTo>
                        <a:pt x="1834" y="638"/>
                      </a:lnTo>
                      <a:lnTo>
                        <a:pt x="1834" y="634"/>
                      </a:lnTo>
                      <a:lnTo>
                        <a:pt x="1834" y="634"/>
                      </a:lnTo>
                      <a:lnTo>
                        <a:pt x="1830" y="630"/>
                      </a:lnTo>
                      <a:lnTo>
                        <a:pt x="1830" y="630"/>
                      </a:lnTo>
                      <a:lnTo>
                        <a:pt x="1830" y="624"/>
                      </a:lnTo>
                      <a:lnTo>
                        <a:pt x="1830" y="616"/>
                      </a:lnTo>
                      <a:lnTo>
                        <a:pt x="1830" y="616"/>
                      </a:lnTo>
                      <a:lnTo>
                        <a:pt x="1826" y="608"/>
                      </a:lnTo>
                      <a:lnTo>
                        <a:pt x="1826" y="608"/>
                      </a:lnTo>
                      <a:lnTo>
                        <a:pt x="1824" y="598"/>
                      </a:lnTo>
                      <a:lnTo>
                        <a:pt x="1824" y="598"/>
                      </a:lnTo>
                      <a:lnTo>
                        <a:pt x="1824" y="584"/>
                      </a:lnTo>
                      <a:lnTo>
                        <a:pt x="1824" y="572"/>
                      </a:lnTo>
                      <a:lnTo>
                        <a:pt x="1824" y="572"/>
                      </a:lnTo>
                      <a:lnTo>
                        <a:pt x="1822" y="566"/>
                      </a:lnTo>
                      <a:lnTo>
                        <a:pt x="1820" y="558"/>
                      </a:lnTo>
                      <a:lnTo>
                        <a:pt x="1820" y="558"/>
                      </a:lnTo>
                      <a:lnTo>
                        <a:pt x="1818" y="548"/>
                      </a:lnTo>
                      <a:lnTo>
                        <a:pt x="1818" y="536"/>
                      </a:lnTo>
                      <a:lnTo>
                        <a:pt x="1818" y="536"/>
                      </a:lnTo>
                      <a:lnTo>
                        <a:pt x="1822" y="528"/>
                      </a:lnTo>
                      <a:lnTo>
                        <a:pt x="1822" y="528"/>
                      </a:lnTo>
                      <a:lnTo>
                        <a:pt x="1822" y="522"/>
                      </a:lnTo>
                      <a:lnTo>
                        <a:pt x="1824" y="518"/>
                      </a:lnTo>
                      <a:lnTo>
                        <a:pt x="1824" y="518"/>
                      </a:lnTo>
                      <a:lnTo>
                        <a:pt x="1826" y="516"/>
                      </a:lnTo>
                      <a:lnTo>
                        <a:pt x="1826" y="516"/>
                      </a:lnTo>
                      <a:lnTo>
                        <a:pt x="1830" y="512"/>
                      </a:lnTo>
                      <a:lnTo>
                        <a:pt x="1836" y="512"/>
                      </a:lnTo>
                      <a:lnTo>
                        <a:pt x="1836" y="512"/>
                      </a:lnTo>
                      <a:lnTo>
                        <a:pt x="1838" y="494"/>
                      </a:lnTo>
                      <a:lnTo>
                        <a:pt x="1838" y="494"/>
                      </a:lnTo>
                      <a:lnTo>
                        <a:pt x="1834" y="492"/>
                      </a:lnTo>
                      <a:lnTo>
                        <a:pt x="1834" y="490"/>
                      </a:lnTo>
                      <a:lnTo>
                        <a:pt x="1834" y="490"/>
                      </a:lnTo>
                      <a:lnTo>
                        <a:pt x="1846" y="490"/>
                      </a:lnTo>
                      <a:lnTo>
                        <a:pt x="1846" y="490"/>
                      </a:lnTo>
                      <a:lnTo>
                        <a:pt x="1848" y="488"/>
                      </a:lnTo>
                      <a:lnTo>
                        <a:pt x="1852" y="484"/>
                      </a:lnTo>
                      <a:lnTo>
                        <a:pt x="1852" y="484"/>
                      </a:lnTo>
                      <a:lnTo>
                        <a:pt x="1854" y="484"/>
                      </a:lnTo>
                      <a:lnTo>
                        <a:pt x="1858" y="486"/>
                      </a:lnTo>
                      <a:lnTo>
                        <a:pt x="1858" y="486"/>
                      </a:lnTo>
                      <a:lnTo>
                        <a:pt x="1860" y="482"/>
                      </a:lnTo>
                      <a:lnTo>
                        <a:pt x="1862" y="480"/>
                      </a:lnTo>
                      <a:lnTo>
                        <a:pt x="1862" y="480"/>
                      </a:lnTo>
                      <a:lnTo>
                        <a:pt x="1868" y="474"/>
                      </a:lnTo>
                      <a:lnTo>
                        <a:pt x="1874" y="468"/>
                      </a:lnTo>
                      <a:lnTo>
                        <a:pt x="1874" y="468"/>
                      </a:lnTo>
                      <a:lnTo>
                        <a:pt x="1874" y="466"/>
                      </a:lnTo>
                      <a:lnTo>
                        <a:pt x="1874" y="466"/>
                      </a:lnTo>
                      <a:lnTo>
                        <a:pt x="1878" y="460"/>
                      </a:lnTo>
                      <a:lnTo>
                        <a:pt x="1878" y="460"/>
                      </a:lnTo>
                      <a:lnTo>
                        <a:pt x="1884" y="458"/>
                      </a:lnTo>
                      <a:lnTo>
                        <a:pt x="1884" y="458"/>
                      </a:lnTo>
                      <a:lnTo>
                        <a:pt x="1886" y="454"/>
                      </a:lnTo>
                      <a:lnTo>
                        <a:pt x="1886" y="452"/>
                      </a:lnTo>
                      <a:lnTo>
                        <a:pt x="1886" y="452"/>
                      </a:lnTo>
                      <a:lnTo>
                        <a:pt x="1892" y="450"/>
                      </a:lnTo>
                      <a:lnTo>
                        <a:pt x="1896" y="442"/>
                      </a:lnTo>
                      <a:lnTo>
                        <a:pt x="1896" y="442"/>
                      </a:lnTo>
                      <a:lnTo>
                        <a:pt x="1896" y="438"/>
                      </a:lnTo>
                      <a:lnTo>
                        <a:pt x="1896" y="438"/>
                      </a:lnTo>
                      <a:lnTo>
                        <a:pt x="1902" y="436"/>
                      </a:lnTo>
                      <a:lnTo>
                        <a:pt x="1902" y="428"/>
                      </a:lnTo>
                      <a:lnTo>
                        <a:pt x="1902" y="428"/>
                      </a:lnTo>
                      <a:lnTo>
                        <a:pt x="1904" y="426"/>
                      </a:lnTo>
                      <a:lnTo>
                        <a:pt x="1904" y="426"/>
                      </a:lnTo>
                      <a:lnTo>
                        <a:pt x="1910" y="426"/>
                      </a:lnTo>
                      <a:lnTo>
                        <a:pt x="1910" y="426"/>
                      </a:lnTo>
                      <a:lnTo>
                        <a:pt x="1914" y="422"/>
                      </a:lnTo>
                      <a:lnTo>
                        <a:pt x="1914" y="422"/>
                      </a:lnTo>
                      <a:lnTo>
                        <a:pt x="1920" y="422"/>
                      </a:lnTo>
                      <a:lnTo>
                        <a:pt x="1928" y="422"/>
                      </a:lnTo>
                      <a:lnTo>
                        <a:pt x="1928" y="422"/>
                      </a:lnTo>
                      <a:lnTo>
                        <a:pt x="1928" y="418"/>
                      </a:lnTo>
                      <a:lnTo>
                        <a:pt x="1932" y="418"/>
                      </a:lnTo>
                      <a:lnTo>
                        <a:pt x="1932" y="418"/>
                      </a:lnTo>
                      <a:lnTo>
                        <a:pt x="1930" y="412"/>
                      </a:lnTo>
                      <a:lnTo>
                        <a:pt x="1932" y="406"/>
                      </a:lnTo>
                      <a:lnTo>
                        <a:pt x="1932" y="406"/>
                      </a:lnTo>
                      <a:lnTo>
                        <a:pt x="1934" y="402"/>
                      </a:lnTo>
                      <a:lnTo>
                        <a:pt x="1934" y="402"/>
                      </a:lnTo>
                      <a:lnTo>
                        <a:pt x="1934" y="398"/>
                      </a:lnTo>
                      <a:lnTo>
                        <a:pt x="1932" y="394"/>
                      </a:lnTo>
                      <a:lnTo>
                        <a:pt x="1932" y="392"/>
                      </a:lnTo>
                      <a:lnTo>
                        <a:pt x="1932" y="392"/>
                      </a:lnTo>
                      <a:lnTo>
                        <a:pt x="1936" y="390"/>
                      </a:lnTo>
                      <a:lnTo>
                        <a:pt x="1936" y="390"/>
                      </a:lnTo>
                      <a:lnTo>
                        <a:pt x="1940" y="386"/>
                      </a:lnTo>
                      <a:lnTo>
                        <a:pt x="1946" y="388"/>
                      </a:lnTo>
                      <a:lnTo>
                        <a:pt x="1946" y="388"/>
                      </a:lnTo>
                      <a:lnTo>
                        <a:pt x="1950" y="386"/>
                      </a:lnTo>
                      <a:lnTo>
                        <a:pt x="1950" y="386"/>
                      </a:lnTo>
                      <a:lnTo>
                        <a:pt x="1944" y="382"/>
                      </a:lnTo>
                      <a:lnTo>
                        <a:pt x="1940" y="380"/>
                      </a:lnTo>
                      <a:lnTo>
                        <a:pt x="1936" y="380"/>
                      </a:lnTo>
                      <a:lnTo>
                        <a:pt x="1936" y="380"/>
                      </a:lnTo>
                      <a:lnTo>
                        <a:pt x="1930" y="382"/>
                      </a:lnTo>
                      <a:lnTo>
                        <a:pt x="1930" y="382"/>
                      </a:lnTo>
                      <a:lnTo>
                        <a:pt x="1926" y="384"/>
                      </a:lnTo>
                      <a:lnTo>
                        <a:pt x="1926" y="384"/>
                      </a:lnTo>
                      <a:lnTo>
                        <a:pt x="1926" y="388"/>
                      </a:lnTo>
                      <a:lnTo>
                        <a:pt x="1926" y="388"/>
                      </a:lnTo>
                      <a:lnTo>
                        <a:pt x="1924" y="390"/>
                      </a:lnTo>
                      <a:lnTo>
                        <a:pt x="1922" y="390"/>
                      </a:lnTo>
                      <a:lnTo>
                        <a:pt x="1922" y="390"/>
                      </a:lnTo>
                      <a:lnTo>
                        <a:pt x="1924" y="400"/>
                      </a:lnTo>
                      <a:lnTo>
                        <a:pt x="1924" y="400"/>
                      </a:lnTo>
                      <a:lnTo>
                        <a:pt x="1924" y="400"/>
                      </a:lnTo>
                      <a:lnTo>
                        <a:pt x="1926" y="400"/>
                      </a:lnTo>
                      <a:lnTo>
                        <a:pt x="1926" y="402"/>
                      </a:lnTo>
                      <a:lnTo>
                        <a:pt x="1926" y="402"/>
                      </a:lnTo>
                      <a:lnTo>
                        <a:pt x="1920" y="404"/>
                      </a:lnTo>
                      <a:lnTo>
                        <a:pt x="1918" y="404"/>
                      </a:lnTo>
                      <a:lnTo>
                        <a:pt x="1918" y="402"/>
                      </a:lnTo>
                      <a:lnTo>
                        <a:pt x="1914" y="400"/>
                      </a:lnTo>
                      <a:lnTo>
                        <a:pt x="1914" y="400"/>
                      </a:lnTo>
                      <a:lnTo>
                        <a:pt x="1910" y="402"/>
                      </a:lnTo>
                      <a:lnTo>
                        <a:pt x="1906" y="404"/>
                      </a:lnTo>
                      <a:lnTo>
                        <a:pt x="1900" y="408"/>
                      </a:lnTo>
                      <a:lnTo>
                        <a:pt x="1900" y="408"/>
                      </a:lnTo>
                      <a:lnTo>
                        <a:pt x="1900" y="412"/>
                      </a:lnTo>
                      <a:lnTo>
                        <a:pt x="1898" y="414"/>
                      </a:lnTo>
                      <a:lnTo>
                        <a:pt x="1898" y="414"/>
                      </a:lnTo>
                      <a:lnTo>
                        <a:pt x="1896" y="414"/>
                      </a:lnTo>
                      <a:lnTo>
                        <a:pt x="1896" y="414"/>
                      </a:lnTo>
                      <a:lnTo>
                        <a:pt x="1896" y="414"/>
                      </a:lnTo>
                      <a:lnTo>
                        <a:pt x="1896" y="418"/>
                      </a:lnTo>
                      <a:lnTo>
                        <a:pt x="1896" y="418"/>
                      </a:lnTo>
                      <a:lnTo>
                        <a:pt x="1890" y="420"/>
                      </a:lnTo>
                      <a:lnTo>
                        <a:pt x="1890" y="420"/>
                      </a:lnTo>
                      <a:lnTo>
                        <a:pt x="1884" y="428"/>
                      </a:lnTo>
                      <a:lnTo>
                        <a:pt x="1882" y="426"/>
                      </a:lnTo>
                      <a:lnTo>
                        <a:pt x="1882" y="426"/>
                      </a:lnTo>
                      <a:lnTo>
                        <a:pt x="1882" y="422"/>
                      </a:lnTo>
                      <a:lnTo>
                        <a:pt x="1882" y="422"/>
                      </a:lnTo>
                      <a:lnTo>
                        <a:pt x="1882" y="422"/>
                      </a:lnTo>
                      <a:lnTo>
                        <a:pt x="1884" y="422"/>
                      </a:lnTo>
                      <a:lnTo>
                        <a:pt x="1884" y="422"/>
                      </a:lnTo>
                      <a:lnTo>
                        <a:pt x="1884" y="418"/>
                      </a:lnTo>
                      <a:lnTo>
                        <a:pt x="1886" y="418"/>
                      </a:lnTo>
                      <a:lnTo>
                        <a:pt x="1886" y="418"/>
                      </a:lnTo>
                      <a:lnTo>
                        <a:pt x="1886" y="416"/>
                      </a:lnTo>
                      <a:lnTo>
                        <a:pt x="1884" y="416"/>
                      </a:lnTo>
                      <a:lnTo>
                        <a:pt x="1882" y="420"/>
                      </a:lnTo>
                      <a:lnTo>
                        <a:pt x="1882" y="420"/>
                      </a:lnTo>
                      <a:lnTo>
                        <a:pt x="1876" y="420"/>
                      </a:lnTo>
                      <a:lnTo>
                        <a:pt x="1876" y="420"/>
                      </a:lnTo>
                      <a:lnTo>
                        <a:pt x="1878" y="414"/>
                      </a:lnTo>
                      <a:lnTo>
                        <a:pt x="1880" y="408"/>
                      </a:lnTo>
                      <a:lnTo>
                        <a:pt x="1880" y="408"/>
                      </a:lnTo>
                      <a:lnTo>
                        <a:pt x="1882" y="408"/>
                      </a:lnTo>
                      <a:lnTo>
                        <a:pt x="1884" y="408"/>
                      </a:lnTo>
                      <a:lnTo>
                        <a:pt x="1884" y="408"/>
                      </a:lnTo>
                      <a:lnTo>
                        <a:pt x="1884" y="398"/>
                      </a:lnTo>
                      <a:lnTo>
                        <a:pt x="1884" y="398"/>
                      </a:lnTo>
                      <a:lnTo>
                        <a:pt x="1876" y="404"/>
                      </a:lnTo>
                      <a:lnTo>
                        <a:pt x="1876" y="404"/>
                      </a:lnTo>
                      <a:lnTo>
                        <a:pt x="1876" y="404"/>
                      </a:lnTo>
                      <a:lnTo>
                        <a:pt x="1872" y="404"/>
                      </a:lnTo>
                      <a:lnTo>
                        <a:pt x="1872" y="404"/>
                      </a:lnTo>
                      <a:lnTo>
                        <a:pt x="1870" y="402"/>
                      </a:lnTo>
                      <a:lnTo>
                        <a:pt x="1866" y="398"/>
                      </a:lnTo>
                      <a:lnTo>
                        <a:pt x="1866" y="398"/>
                      </a:lnTo>
                      <a:lnTo>
                        <a:pt x="1860" y="398"/>
                      </a:lnTo>
                      <a:lnTo>
                        <a:pt x="1856" y="400"/>
                      </a:lnTo>
                      <a:lnTo>
                        <a:pt x="1856" y="400"/>
                      </a:lnTo>
                      <a:lnTo>
                        <a:pt x="1848" y="400"/>
                      </a:lnTo>
                      <a:lnTo>
                        <a:pt x="1842" y="402"/>
                      </a:lnTo>
                      <a:lnTo>
                        <a:pt x="1842" y="402"/>
                      </a:lnTo>
                      <a:lnTo>
                        <a:pt x="1840" y="404"/>
                      </a:lnTo>
                      <a:lnTo>
                        <a:pt x="1838" y="406"/>
                      </a:lnTo>
                      <a:lnTo>
                        <a:pt x="1838" y="406"/>
                      </a:lnTo>
                      <a:lnTo>
                        <a:pt x="1836" y="404"/>
                      </a:lnTo>
                      <a:lnTo>
                        <a:pt x="1834" y="404"/>
                      </a:lnTo>
                      <a:lnTo>
                        <a:pt x="1834" y="404"/>
                      </a:lnTo>
                      <a:lnTo>
                        <a:pt x="1834" y="408"/>
                      </a:lnTo>
                      <a:lnTo>
                        <a:pt x="1832" y="412"/>
                      </a:lnTo>
                      <a:lnTo>
                        <a:pt x="1828" y="414"/>
                      </a:lnTo>
                      <a:lnTo>
                        <a:pt x="1826" y="414"/>
                      </a:lnTo>
                      <a:lnTo>
                        <a:pt x="1826" y="414"/>
                      </a:lnTo>
                      <a:lnTo>
                        <a:pt x="1826" y="414"/>
                      </a:lnTo>
                      <a:lnTo>
                        <a:pt x="1826" y="416"/>
                      </a:lnTo>
                      <a:lnTo>
                        <a:pt x="1828" y="420"/>
                      </a:lnTo>
                      <a:lnTo>
                        <a:pt x="1824" y="420"/>
                      </a:lnTo>
                      <a:lnTo>
                        <a:pt x="1824" y="420"/>
                      </a:lnTo>
                      <a:lnTo>
                        <a:pt x="1824" y="424"/>
                      </a:lnTo>
                      <a:lnTo>
                        <a:pt x="1824" y="424"/>
                      </a:lnTo>
                      <a:lnTo>
                        <a:pt x="1820" y="424"/>
                      </a:lnTo>
                      <a:lnTo>
                        <a:pt x="1818" y="424"/>
                      </a:lnTo>
                      <a:lnTo>
                        <a:pt x="1818" y="424"/>
                      </a:lnTo>
                      <a:lnTo>
                        <a:pt x="1814" y="428"/>
                      </a:lnTo>
                      <a:lnTo>
                        <a:pt x="1814" y="428"/>
                      </a:lnTo>
                      <a:lnTo>
                        <a:pt x="1808" y="430"/>
                      </a:lnTo>
                      <a:lnTo>
                        <a:pt x="1808" y="430"/>
                      </a:lnTo>
                      <a:lnTo>
                        <a:pt x="1806" y="432"/>
                      </a:lnTo>
                      <a:lnTo>
                        <a:pt x="1806" y="434"/>
                      </a:lnTo>
                      <a:lnTo>
                        <a:pt x="1804" y="440"/>
                      </a:lnTo>
                      <a:lnTo>
                        <a:pt x="1804" y="440"/>
                      </a:lnTo>
                      <a:lnTo>
                        <a:pt x="1800" y="440"/>
                      </a:lnTo>
                      <a:lnTo>
                        <a:pt x="1800" y="440"/>
                      </a:lnTo>
                      <a:lnTo>
                        <a:pt x="1800" y="442"/>
                      </a:lnTo>
                      <a:lnTo>
                        <a:pt x="1800" y="446"/>
                      </a:lnTo>
                      <a:lnTo>
                        <a:pt x="1798" y="452"/>
                      </a:lnTo>
                      <a:lnTo>
                        <a:pt x="1798" y="452"/>
                      </a:lnTo>
                      <a:lnTo>
                        <a:pt x="1800" y="452"/>
                      </a:lnTo>
                      <a:lnTo>
                        <a:pt x="1802" y="454"/>
                      </a:lnTo>
                      <a:lnTo>
                        <a:pt x="1802" y="454"/>
                      </a:lnTo>
                      <a:lnTo>
                        <a:pt x="1806" y="450"/>
                      </a:lnTo>
                      <a:lnTo>
                        <a:pt x="1806" y="450"/>
                      </a:lnTo>
                      <a:lnTo>
                        <a:pt x="1812" y="452"/>
                      </a:lnTo>
                      <a:lnTo>
                        <a:pt x="1814" y="452"/>
                      </a:lnTo>
                      <a:lnTo>
                        <a:pt x="1814" y="452"/>
                      </a:lnTo>
                      <a:lnTo>
                        <a:pt x="1814" y="458"/>
                      </a:lnTo>
                      <a:lnTo>
                        <a:pt x="1814" y="458"/>
                      </a:lnTo>
                      <a:lnTo>
                        <a:pt x="1806" y="460"/>
                      </a:lnTo>
                      <a:lnTo>
                        <a:pt x="1800" y="462"/>
                      </a:lnTo>
                      <a:lnTo>
                        <a:pt x="1800" y="462"/>
                      </a:lnTo>
                      <a:lnTo>
                        <a:pt x="1800" y="460"/>
                      </a:lnTo>
                      <a:lnTo>
                        <a:pt x="1798" y="458"/>
                      </a:lnTo>
                      <a:lnTo>
                        <a:pt x="1798" y="458"/>
                      </a:lnTo>
                      <a:lnTo>
                        <a:pt x="1796" y="458"/>
                      </a:lnTo>
                      <a:lnTo>
                        <a:pt x="1796" y="458"/>
                      </a:lnTo>
                      <a:lnTo>
                        <a:pt x="1794" y="460"/>
                      </a:lnTo>
                      <a:lnTo>
                        <a:pt x="1794" y="460"/>
                      </a:lnTo>
                      <a:lnTo>
                        <a:pt x="1790" y="462"/>
                      </a:lnTo>
                      <a:lnTo>
                        <a:pt x="1790" y="462"/>
                      </a:lnTo>
                      <a:lnTo>
                        <a:pt x="1788" y="466"/>
                      </a:lnTo>
                      <a:lnTo>
                        <a:pt x="1788" y="466"/>
                      </a:lnTo>
                      <a:lnTo>
                        <a:pt x="1780" y="462"/>
                      </a:lnTo>
                      <a:lnTo>
                        <a:pt x="1778" y="468"/>
                      </a:lnTo>
                      <a:lnTo>
                        <a:pt x="1778" y="468"/>
                      </a:lnTo>
                      <a:lnTo>
                        <a:pt x="1770" y="468"/>
                      </a:lnTo>
                      <a:lnTo>
                        <a:pt x="1766" y="468"/>
                      </a:lnTo>
                      <a:lnTo>
                        <a:pt x="1764" y="464"/>
                      </a:lnTo>
                      <a:lnTo>
                        <a:pt x="1762" y="458"/>
                      </a:lnTo>
                      <a:lnTo>
                        <a:pt x="1762" y="458"/>
                      </a:lnTo>
                      <a:lnTo>
                        <a:pt x="1770" y="458"/>
                      </a:lnTo>
                      <a:lnTo>
                        <a:pt x="1776" y="458"/>
                      </a:lnTo>
                      <a:lnTo>
                        <a:pt x="1778" y="454"/>
                      </a:lnTo>
                      <a:lnTo>
                        <a:pt x="1778" y="454"/>
                      </a:lnTo>
                      <a:lnTo>
                        <a:pt x="1774" y="452"/>
                      </a:lnTo>
                      <a:lnTo>
                        <a:pt x="1770" y="448"/>
                      </a:lnTo>
                      <a:lnTo>
                        <a:pt x="1770" y="448"/>
                      </a:lnTo>
                      <a:lnTo>
                        <a:pt x="1768" y="444"/>
                      </a:lnTo>
                      <a:lnTo>
                        <a:pt x="1768" y="444"/>
                      </a:lnTo>
                      <a:lnTo>
                        <a:pt x="1762" y="446"/>
                      </a:lnTo>
                      <a:lnTo>
                        <a:pt x="1762" y="446"/>
                      </a:lnTo>
                      <a:lnTo>
                        <a:pt x="1762" y="448"/>
                      </a:lnTo>
                      <a:lnTo>
                        <a:pt x="1760" y="450"/>
                      </a:lnTo>
                      <a:lnTo>
                        <a:pt x="1760" y="450"/>
                      </a:lnTo>
                      <a:lnTo>
                        <a:pt x="1758" y="448"/>
                      </a:lnTo>
                      <a:lnTo>
                        <a:pt x="1758" y="448"/>
                      </a:lnTo>
                      <a:lnTo>
                        <a:pt x="1758" y="448"/>
                      </a:lnTo>
                      <a:lnTo>
                        <a:pt x="1758" y="448"/>
                      </a:lnTo>
                      <a:lnTo>
                        <a:pt x="1756" y="448"/>
                      </a:lnTo>
                      <a:lnTo>
                        <a:pt x="1756" y="446"/>
                      </a:lnTo>
                      <a:lnTo>
                        <a:pt x="1756" y="446"/>
                      </a:lnTo>
                      <a:lnTo>
                        <a:pt x="1752" y="446"/>
                      </a:lnTo>
                      <a:lnTo>
                        <a:pt x="1746" y="448"/>
                      </a:lnTo>
                      <a:lnTo>
                        <a:pt x="1746" y="448"/>
                      </a:lnTo>
                      <a:lnTo>
                        <a:pt x="1740" y="444"/>
                      </a:lnTo>
                      <a:lnTo>
                        <a:pt x="1736" y="444"/>
                      </a:lnTo>
                      <a:lnTo>
                        <a:pt x="1732" y="446"/>
                      </a:lnTo>
                      <a:lnTo>
                        <a:pt x="1732" y="446"/>
                      </a:lnTo>
                      <a:lnTo>
                        <a:pt x="1732" y="448"/>
                      </a:lnTo>
                      <a:lnTo>
                        <a:pt x="1734" y="452"/>
                      </a:lnTo>
                      <a:lnTo>
                        <a:pt x="1734" y="452"/>
                      </a:lnTo>
                      <a:lnTo>
                        <a:pt x="1732" y="452"/>
                      </a:lnTo>
                      <a:lnTo>
                        <a:pt x="1732" y="454"/>
                      </a:lnTo>
                      <a:lnTo>
                        <a:pt x="1732" y="454"/>
                      </a:lnTo>
                      <a:lnTo>
                        <a:pt x="1734" y="454"/>
                      </a:lnTo>
                      <a:lnTo>
                        <a:pt x="1734" y="456"/>
                      </a:lnTo>
                      <a:lnTo>
                        <a:pt x="1732" y="458"/>
                      </a:lnTo>
                      <a:lnTo>
                        <a:pt x="1730" y="458"/>
                      </a:lnTo>
                      <a:lnTo>
                        <a:pt x="1730" y="458"/>
                      </a:lnTo>
                      <a:lnTo>
                        <a:pt x="1728" y="458"/>
                      </a:lnTo>
                      <a:lnTo>
                        <a:pt x="1728" y="456"/>
                      </a:lnTo>
                      <a:lnTo>
                        <a:pt x="1726" y="454"/>
                      </a:lnTo>
                      <a:lnTo>
                        <a:pt x="1726" y="454"/>
                      </a:lnTo>
                      <a:lnTo>
                        <a:pt x="1724" y="454"/>
                      </a:lnTo>
                      <a:lnTo>
                        <a:pt x="1722" y="454"/>
                      </a:lnTo>
                      <a:lnTo>
                        <a:pt x="1718" y="456"/>
                      </a:lnTo>
                      <a:lnTo>
                        <a:pt x="1718" y="456"/>
                      </a:lnTo>
                      <a:lnTo>
                        <a:pt x="1710" y="456"/>
                      </a:lnTo>
                      <a:lnTo>
                        <a:pt x="1704" y="452"/>
                      </a:lnTo>
                      <a:lnTo>
                        <a:pt x="1704" y="450"/>
                      </a:lnTo>
                      <a:lnTo>
                        <a:pt x="1704" y="450"/>
                      </a:lnTo>
                      <a:lnTo>
                        <a:pt x="1700" y="450"/>
                      </a:lnTo>
                      <a:lnTo>
                        <a:pt x="1698" y="456"/>
                      </a:lnTo>
                      <a:lnTo>
                        <a:pt x="1698" y="456"/>
                      </a:lnTo>
                      <a:lnTo>
                        <a:pt x="1696" y="458"/>
                      </a:lnTo>
                      <a:lnTo>
                        <a:pt x="1692" y="458"/>
                      </a:lnTo>
                      <a:lnTo>
                        <a:pt x="1692" y="456"/>
                      </a:lnTo>
                      <a:lnTo>
                        <a:pt x="1692" y="456"/>
                      </a:lnTo>
                      <a:lnTo>
                        <a:pt x="1692" y="450"/>
                      </a:lnTo>
                      <a:lnTo>
                        <a:pt x="1692" y="450"/>
                      </a:lnTo>
                      <a:lnTo>
                        <a:pt x="1684" y="448"/>
                      </a:lnTo>
                      <a:lnTo>
                        <a:pt x="1676" y="446"/>
                      </a:lnTo>
                      <a:lnTo>
                        <a:pt x="1656" y="450"/>
                      </a:lnTo>
                      <a:lnTo>
                        <a:pt x="1656" y="450"/>
                      </a:lnTo>
                      <a:lnTo>
                        <a:pt x="1658" y="446"/>
                      </a:lnTo>
                      <a:lnTo>
                        <a:pt x="1658" y="446"/>
                      </a:lnTo>
                      <a:lnTo>
                        <a:pt x="1656" y="444"/>
                      </a:lnTo>
                      <a:lnTo>
                        <a:pt x="1656" y="446"/>
                      </a:lnTo>
                      <a:lnTo>
                        <a:pt x="1656" y="446"/>
                      </a:lnTo>
                      <a:lnTo>
                        <a:pt x="1652" y="444"/>
                      </a:lnTo>
                      <a:lnTo>
                        <a:pt x="1650" y="444"/>
                      </a:lnTo>
                      <a:lnTo>
                        <a:pt x="1650" y="444"/>
                      </a:lnTo>
                      <a:lnTo>
                        <a:pt x="1650" y="450"/>
                      </a:lnTo>
                      <a:lnTo>
                        <a:pt x="1650" y="450"/>
                      </a:lnTo>
                      <a:lnTo>
                        <a:pt x="1646" y="450"/>
                      </a:lnTo>
                      <a:lnTo>
                        <a:pt x="1642" y="452"/>
                      </a:lnTo>
                      <a:lnTo>
                        <a:pt x="1642" y="452"/>
                      </a:lnTo>
                      <a:lnTo>
                        <a:pt x="1640" y="454"/>
                      </a:lnTo>
                      <a:lnTo>
                        <a:pt x="1636" y="458"/>
                      </a:lnTo>
                      <a:lnTo>
                        <a:pt x="1636" y="458"/>
                      </a:lnTo>
                      <a:lnTo>
                        <a:pt x="1634" y="456"/>
                      </a:lnTo>
                      <a:lnTo>
                        <a:pt x="1632" y="456"/>
                      </a:lnTo>
                      <a:lnTo>
                        <a:pt x="1632" y="456"/>
                      </a:lnTo>
                      <a:lnTo>
                        <a:pt x="1632" y="458"/>
                      </a:lnTo>
                      <a:lnTo>
                        <a:pt x="1632" y="462"/>
                      </a:lnTo>
                      <a:lnTo>
                        <a:pt x="1632" y="462"/>
                      </a:lnTo>
                      <a:lnTo>
                        <a:pt x="1630" y="464"/>
                      </a:lnTo>
                      <a:lnTo>
                        <a:pt x="1626" y="466"/>
                      </a:lnTo>
                      <a:lnTo>
                        <a:pt x="1626" y="466"/>
                      </a:lnTo>
                      <a:lnTo>
                        <a:pt x="1622" y="476"/>
                      </a:lnTo>
                      <a:lnTo>
                        <a:pt x="1618" y="488"/>
                      </a:lnTo>
                      <a:lnTo>
                        <a:pt x="1618" y="488"/>
                      </a:lnTo>
                      <a:lnTo>
                        <a:pt x="1610" y="490"/>
                      </a:lnTo>
                      <a:lnTo>
                        <a:pt x="1610" y="490"/>
                      </a:lnTo>
                      <a:lnTo>
                        <a:pt x="1608" y="494"/>
                      </a:lnTo>
                      <a:lnTo>
                        <a:pt x="1608" y="496"/>
                      </a:lnTo>
                      <a:lnTo>
                        <a:pt x="1608" y="496"/>
                      </a:lnTo>
                      <a:lnTo>
                        <a:pt x="1606" y="496"/>
                      </a:lnTo>
                      <a:lnTo>
                        <a:pt x="1606" y="496"/>
                      </a:lnTo>
                      <a:lnTo>
                        <a:pt x="1602" y="500"/>
                      </a:lnTo>
                      <a:lnTo>
                        <a:pt x="1602" y="500"/>
                      </a:lnTo>
                      <a:lnTo>
                        <a:pt x="1596" y="502"/>
                      </a:lnTo>
                      <a:lnTo>
                        <a:pt x="1596" y="502"/>
                      </a:lnTo>
                      <a:lnTo>
                        <a:pt x="1596" y="504"/>
                      </a:lnTo>
                      <a:lnTo>
                        <a:pt x="1594" y="504"/>
                      </a:lnTo>
                      <a:lnTo>
                        <a:pt x="1594" y="504"/>
                      </a:lnTo>
                      <a:lnTo>
                        <a:pt x="1592" y="508"/>
                      </a:lnTo>
                      <a:lnTo>
                        <a:pt x="1590" y="510"/>
                      </a:lnTo>
                      <a:lnTo>
                        <a:pt x="1590" y="510"/>
                      </a:lnTo>
                      <a:lnTo>
                        <a:pt x="1588" y="510"/>
                      </a:lnTo>
                      <a:lnTo>
                        <a:pt x="1588" y="508"/>
                      </a:lnTo>
                      <a:lnTo>
                        <a:pt x="1588" y="508"/>
                      </a:lnTo>
                      <a:lnTo>
                        <a:pt x="1586" y="510"/>
                      </a:lnTo>
                      <a:lnTo>
                        <a:pt x="1586" y="510"/>
                      </a:lnTo>
                      <a:lnTo>
                        <a:pt x="1586" y="512"/>
                      </a:lnTo>
                      <a:lnTo>
                        <a:pt x="1586" y="514"/>
                      </a:lnTo>
                      <a:lnTo>
                        <a:pt x="1586" y="514"/>
                      </a:lnTo>
                      <a:lnTo>
                        <a:pt x="1584" y="518"/>
                      </a:lnTo>
                      <a:lnTo>
                        <a:pt x="1584" y="518"/>
                      </a:lnTo>
                      <a:lnTo>
                        <a:pt x="1584" y="524"/>
                      </a:lnTo>
                      <a:lnTo>
                        <a:pt x="1584" y="524"/>
                      </a:lnTo>
                      <a:lnTo>
                        <a:pt x="1580" y="526"/>
                      </a:lnTo>
                      <a:lnTo>
                        <a:pt x="1576" y="528"/>
                      </a:lnTo>
                      <a:lnTo>
                        <a:pt x="1576" y="528"/>
                      </a:lnTo>
                      <a:lnTo>
                        <a:pt x="1576" y="530"/>
                      </a:lnTo>
                      <a:lnTo>
                        <a:pt x="1576" y="532"/>
                      </a:lnTo>
                      <a:lnTo>
                        <a:pt x="1576" y="532"/>
                      </a:lnTo>
                      <a:lnTo>
                        <a:pt x="1572" y="534"/>
                      </a:lnTo>
                      <a:lnTo>
                        <a:pt x="1572" y="534"/>
                      </a:lnTo>
                      <a:lnTo>
                        <a:pt x="1568" y="538"/>
                      </a:lnTo>
                      <a:lnTo>
                        <a:pt x="1564" y="542"/>
                      </a:lnTo>
                      <a:lnTo>
                        <a:pt x="1564" y="542"/>
                      </a:lnTo>
                      <a:lnTo>
                        <a:pt x="1560" y="544"/>
                      </a:lnTo>
                      <a:lnTo>
                        <a:pt x="1560" y="544"/>
                      </a:lnTo>
                      <a:lnTo>
                        <a:pt x="1556" y="548"/>
                      </a:lnTo>
                      <a:lnTo>
                        <a:pt x="1554" y="552"/>
                      </a:lnTo>
                      <a:lnTo>
                        <a:pt x="1554" y="552"/>
                      </a:lnTo>
                      <a:lnTo>
                        <a:pt x="1550" y="554"/>
                      </a:lnTo>
                      <a:lnTo>
                        <a:pt x="1550" y="554"/>
                      </a:lnTo>
                      <a:lnTo>
                        <a:pt x="1546" y="558"/>
                      </a:lnTo>
                      <a:lnTo>
                        <a:pt x="1544" y="566"/>
                      </a:lnTo>
                      <a:lnTo>
                        <a:pt x="1544" y="566"/>
                      </a:lnTo>
                      <a:lnTo>
                        <a:pt x="1554" y="566"/>
                      </a:lnTo>
                      <a:lnTo>
                        <a:pt x="1564" y="566"/>
                      </a:lnTo>
                      <a:lnTo>
                        <a:pt x="1564" y="566"/>
                      </a:lnTo>
                      <a:lnTo>
                        <a:pt x="1564" y="586"/>
                      </a:lnTo>
                      <a:lnTo>
                        <a:pt x="1564" y="586"/>
                      </a:lnTo>
                      <a:lnTo>
                        <a:pt x="1568" y="586"/>
                      </a:lnTo>
                      <a:lnTo>
                        <a:pt x="1568" y="586"/>
                      </a:lnTo>
                      <a:lnTo>
                        <a:pt x="1570" y="578"/>
                      </a:lnTo>
                      <a:lnTo>
                        <a:pt x="1570" y="578"/>
                      </a:lnTo>
                      <a:lnTo>
                        <a:pt x="1574" y="582"/>
                      </a:lnTo>
                      <a:lnTo>
                        <a:pt x="1576" y="584"/>
                      </a:lnTo>
                      <a:lnTo>
                        <a:pt x="1572" y="592"/>
                      </a:lnTo>
                      <a:lnTo>
                        <a:pt x="1572" y="592"/>
                      </a:lnTo>
                      <a:lnTo>
                        <a:pt x="1576" y="592"/>
                      </a:lnTo>
                      <a:lnTo>
                        <a:pt x="1576" y="592"/>
                      </a:lnTo>
                      <a:lnTo>
                        <a:pt x="1580" y="588"/>
                      </a:lnTo>
                      <a:lnTo>
                        <a:pt x="1582" y="584"/>
                      </a:lnTo>
                      <a:lnTo>
                        <a:pt x="1582" y="584"/>
                      </a:lnTo>
                      <a:lnTo>
                        <a:pt x="1588" y="586"/>
                      </a:lnTo>
                      <a:lnTo>
                        <a:pt x="1588" y="586"/>
                      </a:lnTo>
                      <a:lnTo>
                        <a:pt x="1588" y="576"/>
                      </a:lnTo>
                      <a:lnTo>
                        <a:pt x="1588" y="576"/>
                      </a:lnTo>
                      <a:lnTo>
                        <a:pt x="1594" y="578"/>
                      </a:lnTo>
                      <a:lnTo>
                        <a:pt x="1600" y="578"/>
                      </a:lnTo>
                      <a:lnTo>
                        <a:pt x="1600" y="578"/>
                      </a:lnTo>
                      <a:lnTo>
                        <a:pt x="1602" y="582"/>
                      </a:lnTo>
                      <a:lnTo>
                        <a:pt x="1602" y="582"/>
                      </a:lnTo>
                      <a:lnTo>
                        <a:pt x="1610" y="584"/>
                      </a:lnTo>
                      <a:lnTo>
                        <a:pt x="1610" y="584"/>
                      </a:lnTo>
                      <a:lnTo>
                        <a:pt x="1610" y="586"/>
                      </a:lnTo>
                      <a:lnTo>
                        <a:pt x="1610" y="590"/>
                      </a:lnTo>
                      <a:lnTo>
                        <a:pt x="1618" y="596"/>
                      </a:lnTo>
                      <a:lnTo>
                        <a:pt x="1618" y="596"/>
                      </a:lnTo>
                      <a:lnTo>
                        <a:pt x="1620" y="594"/>
                      </a:lnTo>
                      <a:lnTo>
                        <a:pt x="1620" y="594"/>
                      </a:lnTo>
                      <a:lnTo>
                        <a:pt x="1620" y="598"/>
                      </a:lnTo>
                      <a:lnTo>
                        <a:pt x="1620" y="598"/>
                      </a:lnTo>
                      <a:lnTo>
                        <a:pt x="1628" y="600"/>
                      </a:lnTo>
                      <a:lnTo>
                        <a:pt x="1628" y="600"/>
                      </a:lnTo>
                      <a:lnTo>
                        <a:pt x="1630" y="598"/>
                      </a:lnTo>
                      <a:lnTo>
                        <a:pt x="1630" y="604"/>
                      </a:lnTo>
                      <a:lnTo>
                        <a:pt x="1630" y="604"/>
                      </a:lnTo>
                      <a:lnTo>
                        <a:pt x="1624" y="602"/>
                      </a:lnTo>
                      <a:lnTo>
                        <a:pt x="1622" y="602"/>
                      </a:lnTo>
                      <a:lnTo>
                        <a:pt x="1620" y="602"/>
                      </a:lnTo>
                      <a:lnTo>
                        <a:pt x="1620" y="602"/>
                      </a:lnTo>
                      <a:lnTo>
                        <a:pt x="1618" y="610"/>
                      </a:lnTo>
                      <a:lnTo>
                        <a:pt x="1618" y="610"/>
                      </a:lnTo>
                      <a:lnTo>
                        <a:pt x="1620" y="612"/>
                      </a:lnTo>
                      <a:lnTo>
                        <a:pt x="1620" y="612"/>
                      </a:lnTo>
                      <a:lnTo>
                        <a:pt x="1620" y="616"/>
                      </a:lnTo>
                      <a:lnTo>
                        <a:pt x="1620" y="616"/>
                      </a:lnTo>
                      <a:lnTo>
                        <a:pt x="1620" y="614"/>
                      </a:lnTo>
                      <a:lnTo>
                        <a:pt x="1620" y="616"/>
                      </a:lnTo>
                      <a:lnTo>
                        <a:pt x="1620" y="618"/>
                      </a:lnTo>
                      <a:lnTo>
                        <a:pt x="1620" y="618"/>
                      </a:lnTo>
                      <a:lnTo>
                        <a:pt x="1622" y="618"/>
                      </a:lnTo>
                      <a:lnTo>
                        <a:pt x="1622" y="620"/>
                      </a:lnTo>
                      <a:lnTo>
                        <a:pt x="1622" y="620"/>
                      </a:lnTo>
                      <a:lnTo>
                        <a:pt x="1620" y="622"/>
                      </a:lnTo>
                      <a:lnTo>
                        <a:pt x="1620" y="622"/>
                      </a:lnTo>
                      <a:lnTo>
                        <a:pt x="1620" y="626"/>
                      </a:lnTo>
                      <a:lnTo>
                        <a:pt x="1620" y="626"/>
                      </a:lnTo>
                      <a:lnTo>
                        <a:pt x="1616" y="630"/>
                      </a:lnTo>
                      <a:lnTo>
                        <a:pt x="1612" y="634"/>
                      </a:lnTo>
                      <a:lnTo>
                        <a:pt x="1612" y="634"/>
                      </a:lnTo>
                      <a:lnTo>
                        <a:pt x="1614" y="640"/>
                      </a:lnTo>
                      <a:lnTo>
                        <a:pt x="1612" y="644"/>
                      </a:lnTo>
                      <a:lnTo>
                        <a:pt x="1612" y="644"/>
                      </a:lnTo>
                      <a:lnTo>
                        <a:pt x="1612" y="648"/>
                      </a:lnTo>
                      <a:lnTo>
                        <a:pt x="1614" y="648"/>
                      </a:lnTo>
                      <a:lnTo>
                        <a:pt x="1614" y="648"/>
                      </a:lnTo>
                      <a:lnTo>
                        <a:pt x="1612" y="656"/>
                      </a:lnTo>
                      <a:lnTo>
                        <a:pt x="1612" y="656"/>
                      </a:lnTo>
                      <a:lnTo>
                        <a:pt x="1614" y="658"/>
                      </a:lnTo>
                      <a:lnTo>
                        <a:pt x="1614" y="664"/>
                      </a:lnTo>
                      <a:lnTo>
                        <a:pt x="1614" y="664"/>
                      </a:lnTo>
                      <a:lnTo>
                        <a:pt x="1612" y="668"/>
                      </a:lnTo>
                      <a:lnTo>
                        <a:pt x="1610" y="672"/>
                      </a:lnTo>
                      <a:lnTo>
                        <a:pt x="1610" y="672"/>
                      </a:lnTo>
                      <a:lnTo>
                        <a:pt x="1610" y="674"/>
                      </a:lnTo>
                      <a:lnTo>
                        <a:pt x="1612" y="676"/>
                      </a:lnTo>
                      <a:lnTo>
                        <a:pt x="1612" y="676"/>
                      </a:lnTo>
                      <a:lnTo>
                        <a:pt x="1610" y="678"/>
                      </a:lnTo>
                      <a:lnTo>
                        <a:pt x="1610" y="678"/>
                      </a:lnTo>
                      <a:lnTo>
                        <a:pt x="1608" y="682"/>
                      </a:lnTo>
                      <a:lnTo>
                        <a:pt x="1608" y="686"/>
                      </a:lnTo>
                      <a:lnTo>
                        <a:pt x="1608" y="686"/>
                      </a:lnTo>
                      <a:lnTo>
                        <a:pt x="1606" y="688"/>
                      </a:lnTo>
                      <a:lnTo>
                        <a:pt x="1602" y="692"/>
                      </a:lnTo>
                      <a:lnTo>
                        <a:pt x="1596" y="696"/>
                      </a:lnTo>
                      <a:lnTo>
                        <a:pt x="1596" y="696"/>
                      </a:lnTo>
                      <a:lnTo>
                        <a:pt x="1596" y="700"/>
                      </a:lnTo>
                      <a:lnTo>
                        <a:pt x="1594" y="704"/>
                      </a:lnTo>
                      <a:lnTo>
                        <a:pt x="1594" y="704"/>
                      </a:lnTo>
                      <a:lnTo>
                        <a:pt x="1594" y="706"/>
                      </a:lnTo>
                      <a:lnTo>
                        <a:pt x="1592" y="706"/>
                      </a:lnTo>
                      <a:lnTo>
                        <a:pt x="1592" y="706"/>
                      </a:lnTo>
                      <a:lnTo>
                        <a:pt x="1588" y="712"/>
                      </a:lnTo>
                      <a:lnTo>
                        <a:pt x="1584" y="718"/>
                      </a:lnTo>
                      <a:lnTo>
                        <a:pt x="1584" y="718"/>
                      </a:lnTo>
                      <a:lnTo>
                        <a:pt x="1584" y="720"/>
                      </a:lnTo>
                      <a:lnTo>
                        <a:pt x="1586" y="722"/>
                      </a:lnTo>
                      <a:lnTo>
                        <a:pt x="1580" y="734"/>
                      </a:lnTo>
                      <a:lnTo>
                        <a:pt x="1580" y="734"/>
                      </a:lnTo>
                      <a:lnTo>
                        <a:pt x="1574" y="738"/>
                      </a:lnTo>
                      <a:lnTo>
                        <a:pt x="1574" y="738"/>
                      </a:lnTo>
                      <a:lnTo>
                        <a:pt x="1572" y="744"/>
                      </a:lnTo>
                      <a:lnTo>
                        <a:pt x="1572" y="744"/>
                      </a:lnTo>
                      <a:lnTo>
                        <a:pt x="1566" y="744"/>
                      </a:lnTo>
                      <a:lnTo>
                        <a:pt x="1558" y="754"/>
                      </a:lnTo>
                      <a:lnTo>
                        <a:pt x="1558" y="754"/>
                      </a:lnTo>
                      <a:lnTo>
                        <a:pt x="1556" y="760"/>
                      </a:lnTo>
                      <a:lnTo>
                        <a:pt x="1556" y="760"/>
                      </a:lnTo>
                      <a:lnTo>
                        <a:pt x="1554" y="762"/>
                      </a:lnTo>
                      <a:lnTo>
                        <a:pt x="1552" y="762"/>
                      </a:lnTo>
                      <a:lnTo>
                        <a:pt x="1552" y="762"/>
                      </a:lnTo>
                      <a:lnTo>
                        <a:pt x="1552" y="766"/>
                      </a:lnTo>
                      <a:lnTo>
                        <a:pt x="1552" y="766"/>
                      </a:lnTo>
                      <a:lnTo>
                        <a:pt x="1548" y="768"/>
                      </a:lnTo>
                      <a:lnTo>
                        <a:pt x="1548" y="768"/>
                      </a:lnTo>
                      <a:lnTo>
                        <a:pt x="1548" y="772"/>
                      </a:lnTo>
                      <a:lnTo>
                        <a:pt x="1546" y="778"/>
                      </a:lnTo>
                      <a:lnTo>
                        <a:pt x="1546" y="778"/>
                      </a:lnTo>
                      <a:lnTo>
                        <a:pt x="1542" y="778"/>
                      </a:lnTo>
                      <a:lnTo>
                        <a:pt x="1542" y="778"/>
                      </a:lnTo>
                      <a:lnTo>
                        <a:pt x="1540" y="782"/>
                      </a:lnTo>
                      <a:lnTo>
                        <a:pt x="1540" y="782"/>
                      </a:lnTo>
                      <a:lnTo>
                        <a:pt x="1540" y="782"/>
                      </a:lnTo>
                      <a:lnTo>
                        <a:pt x="1532" y="790"/>
                      </a:lnTo>
                      <a:lnTo>
                        <a:pt x="1526" y="798"/>
                      </a:lnTo>
                      <a:lnTo>
                        <a:pt x="1526" y="798"/>
                      </a:lnTo>
                      <a:lnTo>
                        <a:pt x="1524" y="800"/>
                      </a:lnTo>
                      <a:lnTo>
                        <a:pt x="1522" y="798"/>
                      </a:lnTo>
                      <a:lnTo>
                        <a:pt x="1518" y="796"/>
                      </a:lnTo>
                      <a:lnTo>
                        <a:pt x="1514" y="796"/>
                      </a:lnTo>
                      <a:lnTo>
                        <a:pt x="1514" y="796"/>
                      </a:lnTo>
                      <a:lnTo>
                        <a:pt x="1512" y="792"/>
                      </a:lnTo>
                      <a:lnTo>
                        <a:pt x="1510" y="792"/>
                      </a:lnTo>
                      <a:lnTo>
                        <a:pt x="1510" y="792"/>
                      </a:lnTo>
                      <a:lnTo>
                        <a:pt x="1508" y="788"/>
                      </a:lnTo>
                      <a:lnTo>
                        <a:pt x="1510" y="782"/>
                      </a:lnTo>
                      <a:lnTo>
                        <a:pt x="1510" y="782"/>
                      </a:lnTo>
                      <a:lnTo>
                        <a:pt x="1506" y="784"/>
                      </a:lnTo>
                      <a:lnTo>
                        <a:pt x="1506" y="784"/>
                      </a:lnTo>
                      <a:lnTo>
                        <a:pt x="1504" y="784"/>
                      </a:lnTo>
                      <a:lnTo>
                        <a:pt x="1502" y="784"/>
                      </a:lnTo>
                      <a:lnTo>
                        <a:pt x="1502" y="782"/>
                      </a:lnTo>
                      <a:lnTo>
                        <a:pt x="1502" y="780"/>
                      </a:lnTo>
                      <a:lnTo>
                        <a:pt x="1502" y="780"/>
                      </a:lnTo>
                      <a:lnTo>
                        <a:pt x="1498" y="780"/>
                      </a:lnTo>
                      <a:lnTo>
                        <a:pt x="1498" y="780"/>
                      </a:lnTo>
                      <a:lnTo>
                        <a:pt x="1496" y="786"/>
                      </a:lnTo>
                      <a:lnTo>
                        <a:pt x="1492" y="790"/>
                      </a:lnTo>
                      <a:lnTo>
                        <a:pt x="1492" y="790"/>
                      </a:lnTo>
                      <a:lnTo>
                        <a:pt x="1490" y="790"/>
                      </a:lnTo>
                      <a:lnTo>
                        <a:pt x="1490" y="790"/>
                      </a:lnTo>
                      <a:lnTo>
                        <a:pt x="1488" y="796"/>
                      </a:lnTo>
                      <a:lnTo>
                        <a:pt x="1488" y="796"/>
                      </a:lnTo>
                      <a:lnTo>
                        <a:pt x="1484" y="796"/>
                      </a:lnTo>
                      <a:lnTo>
                        <a:pt x="1484" y="794"/>
                      </a:lnTo>
                      <a:lnTo>
                        <a:pt x="1486" y="790"/>
                      </a:lnTo>
                      <a:lnTo>
                        <a:pt x="1486" y="784"/>
                      </a:lnTo>
                      <a:lnTo>
                        <a:pt x="1488" y="782"/>
                      </a:lnTo>
                      <a:lnTo>
                        <a:pt x="1490" y="776"/>
                      </a:lnTo>
                      <a:lnTo>
                        <a:pt x="1488" y="766"/>
                      </a:lnTo>
                      <a:lnTo>
                        <a:pt x="1490" y="760"/>
                      </a:lnTo>
                      <a:lnTo>
                        <a:pt x="1490" y="754"/>
                      </a:lnTo>
                      <a:lnTo>
                        <a:pt x="1494" y="750"/>
                      </a:lnTo>
                      <a:lnTo>
                        <a:pt x="1498" y="748"/>
                      </a:lnTo>
                      <a:lnTo>
                        <a:pt x="1498" y="748"/>
                      </a:lnTo>
                      <a:lnTo>
                        <a:pt x="1502" y="750"/>
                      </a:lnTo>
                      <a:lnTo>
                        <a:pt x="1502" y="750"/>
                      </a:lnTo>
                      <a:lnTo>
                        <a:pt x="1500" y="754"/>
                      </a:lnTo>
                      <a:lnTo>
                        <a:pt x="1498" y="756"/>
                      </a:lnTo>
                      <a:lnTo>
                        <a:pt x="1498" y="756"/>
                      </a:lnTo>
                      <a:lnTo>
                        <a:pt x="1500" y="760"/>
                      </a:lnTo>
                      <a:lnTo>
                        <a:pt x="1502" y="762"/>
                      </a:lnTo>
                      <a:lnTo>
                        <a:pt x="1502" y="762"/>
                      </a:lnTo>
                      <a:lnTo>
                        <a:pt x="1506" y="762"/>
                      </a:lnTo>
                      <a:lnTo>
                        <a:pt x="1506" y="762"/>
                      </a:lnTo>
                      <a:lnTo>
                        <a:pt x="1506" y="750"/>
                      </a:lnTo>
                      <a:lnTo>
                        <a:pt x="1506" y="750"/>
                      </a:lnTo>
                      <a:lnTo>
                        <a:pt x="1510" y="746"/>
                      </a:lnTo>
                      <a:lnTo>
                        <a:pt x="1516" y="742"/>
                      </a:lnTo>
                      <a:lnTo>
                        <a:pt x="1518" y="738"/>
                      </a:lnTo>
                      <a:lnTo>
                        <a:pt x="1522" y="736"/>
                      </a:lnTo>
                      <a:lnTo>
                        <a:pt x="1526" y="730"/>
                      </a:lnTo>
                      <a:lnTo>
                        <a:pt x="1530" y="724"/>
                      </a:lnTo>
                      <a:lnTo>
                        <a:pt x="1532" y="714"/>
                      </a:lnTo>
                      <a:lnTo>
                        <a:pt x="1532" y="708"/>
                      </a:lnTo>
                      <a:lnTo>
                        <a:pt x="1536" y="706"/>
                      </a:lnTo>
                      <a:lnTo>
                        <a:pt x="1536" y="698"/>
                      </a:lnTo>
                      <a:lnTo>
                        <a:pt x="1532" y="694"/>
                      </a:lnTo>
                      <a:lnTo>
                        <a:pt x="1532" y="690"/>
                      </a:lnTo>
                      <a:lnTo>
                        <a:pt x="1536" y="682"/>
                      </a:lnTo>
                      <a:lnTo>
                        <a:pt x="1528" y="684"/>
                      </a:lnTo>
                      <a:lnTo>
                        <a:pt x="1526" y="688"/>
                      </a:lnTo>
                      <a:lnTo>
                        <a:pt x="1520" y="690"/>
                      </a:lnTo>
                      <a:lnTo>
                        <a:pt x="1516" y="690"/>
                      </a:lnTo>
                      <a:lnTo>
                        <a:pt x="1510" y="694"/>
                      </a:lnTo>
                      <a:lnTo>
                        <a:pt x="1506" y="698"/>
                      </a:lnTo>
                      <a:lnTo>
                        <a:pt x="1500" y="700"/>
                      </a:lnTo>
                      <a:lnTo>
                        <a:pt x="1496" y="702"/>
                      </a:lnTo>
                      <a:lnTo>
                        <a:pt x="1490" y="698"/>
                      </a:lnTo>
                      <a:lnTo>
                        <a:pt x="1484" y="696"/>
                      </a:lnTo>
                      <a:lnTo>
                        <a:pt x="1482" y="690"/>
                      </a:lnTo>
                      <a:lnTo>
                        <a:pt x="1482" y="684"/>
                      </a:lnTo>
                      <a:lnTo>
                        <a:pt x="1480" y="678"/>
                      </a:lnTo>
                      <a:lnTo>
                        <a:pt x="1474" y="672"/>
                      </a:lnTo>
                      <a:lnTo>
                        <a:pt x="1472" y="666"/>
                      </a:lnTo>
                      <a:lnTo>
                        <a:pt x="1470" y="660"/>
                      </a:lnTo>
                      <a:lnTo>
                        <a:pt x="1466" y="656"/>
                      </a:lnTo>
                      <a:lnTo>
                        <a:pt x="1458" y="654"/>
                      </a:lnTo>
                      <a:lnTo>
                        <a:pt x="1452" y="652"/>
                      </a:lnTo>
                      <a:lnTo>
                        <a:pt x="1446" y="652"/>
                      </a:lnTo>
                      <a:lnTo>
                        <a:pt x="1442" y="648"/>
                      </a:lnTo>
                      <a:lnTo>
                        <a:pt x="1438" y="640"/>
                      </a:lnTo>
                      <a:lnTo>
                        <a:pt x="1432" y="630"/>
                      </a:lnTo>
                      <a:lnTo>
                        <a:pt x="1430" y="622"/>
                      </a:lnTo>
                      <a:lnTo>
                        <a:pt x="1430" y="616"/>
                      </a:lnTo>
                      <a:lnTo>
                        <a:pt x="1424" y="610"/>
                      </a:lnTo>
                      <a:lnTo>
                        <a:pt x="1422" y="604"/>
                      </a:lnTo>
                      <a:lnTo>
                        <a:pt x="1414" y="598"/>
                      </a:lnTo>
                      <a:lnTo>
                        <a:pt x="1404" y="598"/>
                      </a:lnTo>
                      <a:lnTo>
                        <a:pt x="1400" y="592"/>
                      </a:lnTo>
                      <a:lnTo>
                        <a:pt x="1394" y="588"/>
                      </a:lnTo>
                      <a:lnTo>
                        <a:pt x="1388" y="584"/>
                      </a:lnTo>
                      <a:lnTo>
                        <a:pt x="1380" y="582"/>
                      </a:lnTo>
                      <a:lnTo>
                        <a:pt x="1376" y="584"/>
                      </a:lnTo>
                      <a:lnTo>
                        <a:pt x="1370" y="586"/>
                      </a:lnTo>
                      <a:lnTo>
                        <a:pt x="1362" y="586"/>
                      </a:lnTo>
                      <a:lnTo>
                        <a:pt x="1356" y="590"/>
                      </a:lnTo>
                      <a:lnTo>
                        <a:pt x="1350" y="596"/>
                      </a:lnTo>
                      <a:lnTo>
                        <a:pt x="1346" y="602"/>
                      </a:lnTo>
                      <a:lnTo>
                        <a:pt x="1344" y="604"/>
                      </a:lnTo>
                      <a:lnTo>
                        <a:pt x="1342" y="608"/>
                      </a:lnTo>
                      <a:lnTo>
                        <a:pt x="1348" y="606"/>
                      </a:lnTo>
                      <a:lnTo>
                        <a:pt x="1348" y="614"/>
                      </a:lnTo>
                      <a:lnTo>
                        <a:pt x="1348" y="620"/>
                      </a:lnTo>
                      <a:lnTo>
                        <a:pt x="1344" y="624"/>
                      </a:lnTo>
                      <a:lnTo>
                        <a:pt x="1346" y="630"/>
                      </a:lnTo>
                      <a:lnTo>
                        <a:pt x="1340" y="638"/>
                      </a:lnTo>
                      <a:lnTo>
                        <a:pt x="1336" y="644"/>
                      </a:lnTo>
                      <a:lnTo>
                        <a:pt x="1336" y="644"/>
                      </a:lnTo>
                      <a:lnTo>
                        <a:pt x="1332" y="648"/>
                      </a:lnTo>
                      <a:lnTo>
                        <a:pt x="1330" y="650"/>
                      </a:lnTo>
                      <a:lnTo>
                        <a:pt x="1330" y="652"/>
                      </a:lnTo>
                      <a:lnTo>
                        <a:pt x="1332" y="654"/>
                      </a:lnTo>
                      <a:lnTo>
                        <a:pt x="1332" y="654"/>
                      </a:lnTo>
                      <a:lnTo>
                        <a:pt x="1330" y="656"/>
                      </a:lnTo>
                      <a:lnTo>
                        <a:pt x="1326" y="658"/>
                      </a:lnTo>
                      <a:lnTo>
                        <a:pt x="1322" y="660"/>
                      </a:lnTo>
                      <a:lnTo>
                        <a:pt x="1312" y="666"/>
                      </a:lnTo>
                      <a:lnTo>
                        <a:pt x="1306" y="662"/>
                      </a:lnTo>
                      <a:lnTo>
                        <a:pt x="1298" y="658"/>
                      </a:lnTo>
                      <a:lnTo>
                        <a:pt x="1292" y="660"/>
                      </a:lnTo>
                      <a:lnTo>
                        <a:pt x="1282" y="658"/>
                      </a:lnTo>
                      <a:lnTo>
                        <a:pt x="1276" y="658"/>
                      </a:lnTo>
                      <a:lnTo>
                        <a:pt x="1266" y="652"/>
                      </a:lnTo>
                      <a:lnTo>
                        <a:pt x="1262" y="654"/>
                      </a:lnTo>
                      <a:lnTo>
                        <a:pt x="1250" y="662"/>
                      </a:lnTo>
                      <a:lnTo>
                        <a:pt x="1238" y="664"/>
                      </a:lnTo>
                      <a:lnTo>
                        <a:pt x="1232" y="668"/>
                      </a:lnTo>
                      <a:lnTo>
                        <a:pt x="1222" y="670"/>
                      </a:lnTo>
                      <a:lnTo>
                        <a:pt x="1212" y="668"/>
                      </a:lnTo>
                      <a:lnTo>
                        <a:pt x="1206" y="666"/>
                      </a:lnTo>
                      <a:lnTo>
                        <a:pt x="1200" y="668"/>
                      </a:lnTo>
                      <a:lnTo>
                        <a:pt x="1194" y="668"/>
                      </a:lnTo>
                      <a:lnTo>
                        <a:pt x="1188" y="664"/>
                      </a:lnTo>
                      <a:lnTo>
                        <a:pt x="1182" y="664"/>
                      </a:lnTo>
                      <a:lnTo>
                        <a:pt x="1176" y="660"/>
                      </a:lnTo>
                      <a:lnTo>
                        <a:pt x="1176" y="654"/>
                      </a:lnTo>
                      <a:lnTo>
                        <a:pt x="1170" y="654"/>
                      </a:lnTo>
                      <a:lnTo>
                        <a:pt x="1158" y="650"/>
                      </a:lnTo>
                      <a:lnTo>
                        <a:pt x="1150" y="648"/>
                      </a:lnTo>
                      <a:lnTo>
                        <a:pt x="1144" y="652"/>
                      </a:lnTo>
                      <a:lnTo>
                        <a:pt x="1138" y="654"/>
                      </a:lnTo>
                      <a:lnTo>
                        <a:pt x="1132" y="654"/>
                      </a:lnTo>
                      <a:lnTo>
                        <a:pt x="1126" y="654"/>
                      </a:lnTo>
                      <a:lnTo>
                        <a:pt x="1116" y="648"/>
                      </a:lnTo>
                      <a:lnTo>
                        <a:pt x="1112" y="646"/>
                      </a:lnTo>
                      <a:lnTo>
                        <a:pt x="1108" y="636"/>
                      </a:lnTo>
                      <a:lnTo>
                        <a:pt x="1100" y="630"/>
                      </a:lnTo>
                      <a:lnTo>
                        <a:pt x="1088" y="620"/>
                      </a:lnTo>
                      <a:lnTo>
                        <a:pt x="1078" y="618"/>
                      </a:lnTo>
                      <a:lnTo>
                        <a:pt x="1074" y="614"/>
                      </a:lnTo>
                      <a:lnTo>
                        <a:pt x="1064" y="614"/>
                      </a:lnTo>
                      <a:lnTo>
                        <a:pt x="1058" y="612"/>
                      </a:lnTo>
                      <a:lnTo>
                        <a:pt x="1048" y="612"/>
                      </a:lnTo>
                      <a:lnTo>
                        <a:pt x="1046" y="616"/>
                      </a:lnTo>
                      <a:lnTo>
                        <a:pt x="1042" y="622"/>
                      </a:lnTo>
                      <a:lnTo>
                        <a:pt x="1040" y="628"/>
                      </a:lnTo>
                      <a:lnTo>
                        <a:pt x="1046" y="632"/>
                      </a:lnTo>
                      <a:lnTo>
                        <a:pt x="1050" y="638"/>
                      </a:lnTo>
                      <a:lnTo>
                        <a:pt x="1052" y="646"/>
                      </a:lnTo>
                      <a:lnTo>
                        <a:pt x="1048" y="650"/>
                      </a:lnTo>
                      <a:lnTo>
                        <a:pt x="1038" y="650"/>
                      </a:lnTo>
                      <a:lnTo>
                        <a:pt x="1026" y="650"/>
                      </a:lnTo>
                      <a:lnTo>
                        <a:pt x="1016" y="650"/>
                      </a:lnTo>
                      <a:lnTo>
                        <a:pt x="1008" y="648"/>
                      </a:lnTo>
                      <a:lnTo>
                        <a:pt x="1000" y="644"/>
                      </a:lnTo>
                      <a:lnTo>
                        <a:pt x="990" y="640"/>
                      </a:lnTo>
                      <a:lnTo>
                        <a:pt x="982" y="642"/>
                      </a:lnTo>
                      <a:lnTo>
                        <a:pt x="980" y="638"/>
                      </a:lnTo>
                      <a:lnTo>
                        <a:pt x="972" y="638"/>
                      </a:lnTo>
                      <a:lnTo>
                        <a:pt x="962" y="638"/>
                      </a:lnTo>
                      <a:lnTo>
                        <a:pt x="958" y="642"/>
                      </a:lnTo>
                      <a:lnTo>
                        <a:pt x="950" y="646"/>
                      </a:lnTo>
                      <a:lnTo>
                        <a:pt x="942" y="648"/>
                      </a:lnTo>
                      <a:lnTo>
                        <a:pt x="938" y="652"/>
                      </a:lnTo>
                      <a:lnTo>
                        <a:pt x="934" y="656"/>
                      </a:lnTo>
                      <a:lnTo>
                        <a:pt x="934" y="660"/>
                      </a:lnTo>
                      <a:lnTo>
                        <a:pt x="932" y="664"/>
                      </a:lnTo>
                      <a:lnTo>
                        <a:pt x="926" y="666"/>
                      </a:lnTo>
                      <a:lnTo>
                        <a:pt x="920" y="668"/>
                      </a:lnTo>
                      <a:lnTo>
                        <a:pt x="914" y="672"/>
                      </a:lnTo>
                      <a:lnTo>
                        <a:pt x="904" y="670"/>
                      </a:lnTo>
                      <a:lnTo>
                        <a:pt x="902" y="666"/>
                      </a:lnTo>
                      <a:lnTo>
                        <a:pt x="896" y="662"/>
                      </a:lnTo>
                      <a:lnTo>
                        <a:pt x="894" y="654"/>
                      </a:lnTo>
                      <a:lnTo>
                        <a:pt x="886" y="654"/>
                      </a:lnTo>
                      <a:lnTo>
                        <a:pt x="876" y="656"/>
                      </a:lnTo>
                      <a:lnTo>
                        <a:pt x="860" y="664"/>
                      </a:lnTo>
                      <a:lnTo>
                        <a:pt x="850" y="666"/>
                      </a:lnTo>
                      <a:lnTo>
                        <a:pt x="844" y="662"/>
                      </a:lnTo>
                      <a:lnTo>
                        <a:pt x="840" y="658"/>
                      </a:lnTo>
                      <a:lnTo>
                        <a:pt x="838" y="648"/>
                      </a:lnTo>
                      <a:lnTo>
                        <a:pt x="836" y="640"/>
                      </a:lnTo>
                      <a:lnTo>
                        <a:pt x="836" y="640"/>
                      </a:lnTo>
                      <a:lnTo>
                        <a:pt x="830" y="634"/>
                      </a:lnTo>
                      <a:lnTo>
                        <a:pt x="826" y="630"/>
                      </a:lnTo>
                      <a:lnTo>
                        <a:pt x="822" y="628"/>
                      </a:lnTo>
                      <a:lnTo>
                        <a:pt x="808" y="628"/>
                      </a:lnTo>
                      <a:lnTo>
                        <a:pt x="808" y="628"/>
                      </a:lnTo>
                      <a:lnTo>
                        <a:pt x="804" y="630"/>
                      </a:lnTo>
                      <a:lnTo>
                        <a:pt x="796" y="632"/>
                      </a:lnTo>
                      <a:lnTo>
                        <a:pt x="796" y="632"/>
                      </a:lnTo>
                      <a:lnTo>
                        <a:pt x="792" y="630"/>
                      </a:lnTo>
                      <a:lnTo>
                        <a:pt x="790" y="626"/>
                      </a:lnTo>
                      <a:lnTo>
                        <a:pt x="786" y="622"/>
                      </a:lnTo>
                      <a:lnTo>
                        <a:pt x="780" y="606"/>
                      </a:lnTo>
                      <a:lnTo>
                        <a:pt x="770" y="584"/>
                      </a:lnTo>
                      <a:lnTo>
                        <a:pt x="760" y="568"/>
                      </a:lnTo>
                      <a:lnTo>
                        <a:pt x="762" y="562"/>
                      </a:lnTo>
                      <a:lnTo>
                        <a:pt x="760" y="560"/>
                      </a:lnTo>
                      <a:lnTo>
                        <a:pt x="748" y="562"/>
                      </a:lnTo>
                      <a:lnTo>
                        <a:pt x="738" y="566"/>
                      </a:lnTo>
                      <a:lnTo>
                        <a:pt x="724" y="572"/>
                      </a:lnTo>
                      <a:lnTo>
                        <a:pt x="714" y="576"/>
                      </a:lnTo>
                      <a:lnTo>
                        <a:pt x="702" y="576"/>
                      </a:lnTo>
                      <a:lnTo>
                        <a:pt x="702" y="576"/>
                      </a:lnTo>
                      <a:lnTo>
                        <a:pt x="702" y="574"/>
                      </a:lnTo>
                      <a:lnTo>
                        <a:pt x="702" y="570"/>
                      </a:lnTo>
                      <a:lnTo>
                        <a:pt x="702" y="570"/>
                      </a:lnTo>
                      <a:lnTo>
                        <a:pt x="700" y="568"/>
                      </a:lnTo>
                      <a:lnTo>
                        <a:pt x="698" y="568"/>
                      </a:lnTo>
                      <a:lnTo>
                        <a:pt x="698" y="568"/>
                      </a:lnTo>
                      <a:lnTo>
                        <a:pt x="692" y="570"/>
                      </a:lnTo>
                      <a:lnTo>
                        <a:pt x="690" y="568"/>
                      </a:lnTo>
                      <a:lnTo>
                        <a:pt x="682" y="562"/>
                      </a:lnTo>
                      <a:lnTo>
                        <a:pt x="676" y="570"/>
                      </a:lnTo>
                      <a:lnTo>
                        <a:pt x="670" y="572"/>
                      </a:lnTo>
                      <a:lnTo>
                        <a:pt x="664" y="566"/>
                      </a:lnTo>
                      <a:lnTo>
                        <a:pt x="660" y="564"/>
                      </a:lnTo>
                      <a:lnTo>
                        <a:pt x="662" y="558"/>
                      </a:lnTo>
                      <a:lnTo>
                        <a:pt x="662" y="554"/>
                      </a:lnTo>
                      <a:lnTo>
                        <a:pt x="656" y="552"/>
                      </a:lnTo>
                      <a:lnTo>
                        <a:pt x="654" y="548"/>
                      </a:lnTo>
                      <a:lnTo>
                        <a:pt x="648" y="550"/>
                      </a:lnTo>
                      <a:lnTo>
                        <a:pt x="638" y="552"/>
                      </a:lnTo>
                      <a:lnTo>
                        <a:pt x="626" y="560"/>
                      </a:lnTo>
                      <a:lnTo>
                        <a:pt x="622" y="560"/>
                      </a:lnTo>
                      <a:lnTo>
                        <a:pt x="608" y="564"/>
                      </a:lnTo>
                      <a:lnTo>
                        <a:pt x="596" y="562"/>
                      </a:lnTo>
                      <a:lnTo>
                        <a:pt x="586" y="566"/>
                      </a:lnTo>
                      <a:lnTo>
                        <a:pt x="574" y="568"/>
                      </a:lnTo>
                      <a:lnTo>
                        <a:pt x="568" y="566"/>
                      </a:lnTo>
                      <a:lnTo>
                        <a:pt x="560" y="564"/>
                      </a:lnTo>
                      <a:lnTo>
                        <a:pt x="552" y="560"/>
                      </a:lnTo>
                      <a:lnTo>
                        <a:pt x="546" y="564"/>
                      </a:lnTo>
                      <a:lnTo>
                        <a:pt x="548" y="568"/>
                      </a:lnTo>
                      <a:lnTo>
                        <a:pt x="548" y="576"/>
                      </a:lnTo>
                      <a:lnTo>
                        <a:pt x="542" y="582"/>
                      </a:lnTo>
                      <a:lnTo>
                        <a:pt x="542" y="590"/>
                      </a:lnTo>
                      <a:lnTo>
                        <a:pt x="538" y="596"/>
                      </a:lnTo>
                      <a:lnTo>
                        <a:pt x="538" y="602"/>
                      </a:lnTo>
                      <a:lnTo>
                        <a:pt x="544" y="610"/>
                      </a:lnTo>
                      <a:lnTo>
                        <a:pt x="546" y="614"/>
                      </a:lnTo>
                      <a:lnTo>
                        <a:pt x="540" y="624"/>
                      </a:lnTo>
                      <a:lnTo>
                        <a:pt x="546" y="628"/>
                      </a:lnTo>
                      <a:lnTo>
                        <a:pt x="546" y="628"/>
                      </a:lnTo>
                      <a:lnTo>
                        <a:pt x="548" y="628"/>
                      </a:lnTo>
                      <a:lnTo>
                        <a:pt x="554" y="634"/>
                      </a:lnTo>
                      <a:lnTo>
                        <a:pt x="554" y="634"/>
                      </a:lnTo>
                      <a:lnTo>
                        <a:pt x="554" y="638"/>
                      </a:lnTo>
                      <a:lnTo>
                        <a:pt x="552" y="640"/>
                      </a:lnTo>
                      <a:lnTo>
                        <a:pt x="548" y="642"/>
                      </a:lnTo>
                      <a:lnTo>
                        <a:pt x="542" y="642"/>
                      </a:lnTo>
                      <a:lnTo>
                        <a:pt x="534" y="640"/>
                      </a:lnTo>
                      <a:lnTo>
                        <a:pt x="534" y="640"/>
                      </a:lnTo>
                      <a:lnTo>
                        <a:pt x="532" y="636"/>
                      </a:lnTo>
                      <a:lnTo>
                        <a:pt x="528" y="628"/>
                      </a:lnTo>
                      <a:lnTo>
                        <a:pt x="528" y="628"/>
                      </a:lnTo>
                      <a:lnTo>
                        <a:pt x="526" y="628"/>
                      </a:lnTo>
                      <a:lnTo>
                        <a:pt x="524" y="628"/>
                      </a:lnTo>
                      <a:lnTo>
                        <a:pt x="522" y="630"/>
                      </a:lnTo>
                      <a:lnTo>
                        <a:pt x="522" y="630"/>
                      </a:lnTo>
                      <a:lnTo>
                        <a:pt x="520" y="630"/>
                      </a:lnTo>
                      <a:lnTo>
                        <a:pt x="518" y="628"/>
                      </a:lnTo>
                      <a:lnTo>
                        <a:pt x="518" y="626"/>
                      </a:lnTo>
                      <a:lnTo>
                        <a:pt x="514" y="626"/>
                      </a:lnTo>
                      <a:lnTo>
                        <a:pt x="514" y="626"/>
                      </a:lnTo>
                      <a:lnTo>
                        <a:pt x="508" y="630"/>
                      </a:lnTo>
                      <a:lnTo>
                        <a:pt x="504" y="634"/>
                      </a:lnTo>
                      <a:lnTo>
                        <a:pt x="504" y="634"/>
                      </a:lnTo>
                      <a:lnTo>
                        <a:pt x="502" y="634"/>
                      </a:lnTo>
                      <a:lnTo>
                        <a:pt x="498" y="634"/>
                      </a:lnTo>
                      <a:lnTo>
                        <a:pt x="492" y="630"/>
                      </a:lnTo>
                      <a:lnTo>
                        <a:pt x="492" y="630"/>
                      </a:lnTo>
                      <a:lnTo>
                        <a:pt x="488" y="630"/>
                      </a:lnTo>
                      <a:lnTo>
                        <a:pt x="486" y="630"/>
                      </a:lnTo>
                      <a:lnTo>
                        <a:pt x="484" y="632"/>
                      </a:lnTo>
                      <a:lnTo>
                        <a:pt x="484" y="632"/>
                      </a:lnTo>
                      <a:lnTo>
                        <a:pt x="484" y="634"/>
                      </a:lnTo>
                      <a:lnTo>
                        <a:pt x="484" y="636"/>
                      </a:lnTo>
                      <a:lnTo>
                        <a:pt x="484" y="640"/>
                      </a:lnTo>
                      <a:lnTo>
                        <a:pt x="476" y="638"/>
                      </a:lnTo>
                      <a:lnTo>
                        <a:pt x="476" y="638"/>
                      </a:lnTo>
                      <a:lnTo>
                        <a:pt x="478" y="636"/>
                      </a:lnTo>
                      <a:lnTo>
                        <a:pt x="480" y="634"/>
                      </a:lnTo>
                      <a:lnTo>
                        <a:pt x="478" y="630"/>
                      </a:lnTo>
                      <a:lnTo>
                        <a:pt x="478" y="630"/>
                      </a:lnTo>
                      <a:lnTo>
                        <a:pt x="478" y="628"/>
                      </a:lnTo>
                      <a:lnTo>
                        <a:pt x="476" y="628"/>
                      </a:lnTo>
                      <a:lnTo>
                        <a:pt x="470" y="628"/>
                      </a:lnTo>
                      <a:lnTo>
                        <a:pt x="470" y="628"/>
                      </a:lnTo>
                      <a:lnTo>
                        <a:pt x="468" y="628"/>
                      </a:lnTo>
                      <a:lnTo>
                        <a:pt x="466" y="624"/>
                      </a:lnTo>
                      <a:lnTo>
                        <a:pt x="466" y="624"/>
                      </a:lnTo>
                      <a:lnTo>
                        <a:pt x="462" y="620"/>
                      </a:lnTo>
                      <a:lnTo>
                        <a:pt x="458" y="618"/>
                      </a:lnTo>
                      <a:lnTo>
                        <a:pt x="458" y="618"/>
                      </a:lnTo>
                      <a:lnTo>
                        <a:pt x="454" y="616"/>
                      </a:lnTo>
                      <a:lnTo>
                        <a:pt x="450" y="616"/>
                      </a:lnTo>
                      <a:lnTo>
                        <a:pt x="450" y="616"/>
                      </a:lnTo>
                      <a:lnTo>
                        <a:pt x="450" y="614"/>
                      </a:lnTo>
                      <a:lnTo>
                        <a:pt x="450" y="610"/>
                      </a:lnTo>
                      <a:lnTo>
                        <a:pt x="450" y="610"/>
                      </a:lnTo>
                      <a:lnTo>
                        <a:pt x="446" y="608"/>
                      </a:lnTo>
                      <a:lnTo>
                        <a:pt x="442" y="606"/>
                      </a:lnTo>
                      <a:lnTo>
                        <a:pt x="442" y="606"/>
                      </a:lnTo>
                      <a:lnTo>
                        <a:pt x="442" y="606"/>
                      </a:lnTo>
                      <a:lnTo>
                        <a:pt x="442" y="608"/>
                      </a:lnTo>
                      <a:lnTo>
                        <a:pt x="442" y="610"/>
                      </a:lnTo>
                      <a:lnTo>
                        <a:pt x="436" y="610"/>
                      </a:lnTo>
                      <a:lnTo>
                        <a:pt x="436" y="606"/>
                      </a:lnTo>
                      <a:lnTo>
                        <a:pt x="424" y="608"/>
                      </a:lnTo>
                      <a:lnTo>
                        <a:pt x="424" y="608"/>
                      </a:lnTo>
                      <a:lnTo>
                        <a:pt x="426" y="610"/>
                      </a:lnTo>
                      <a:lnTo>
                        <a:pt x="426" y="610"/>
                      </a:lnTo>
                      <a:lnTo>
                        <a:pt x="426" y="612"/>
                      </a:lnTo>
                      <a:lnTo>
                        <a:pt x="426" y="612"/>
                      </a:lnTo>
                      <a:lnTo>
                        <a:pt x="416" y="624"/>
                      </a:lnTo>
                      <a:lnTo>
                        <a:pt x="416" y="624"/>
                      </a:lnTo>
                      <a:lnTo>
                        <a:pt x="412" y="624"/>
                      </a:lnTo>
                      <a:lnTo>
                        <a:pt x="406" y="624"/>
                      </a:lnTo>
                      <a:lnTo>
                        <a:pt x="406" y="624"/>
                      </a:lnTo>
                      <a:lnTo>
                        <a:pt x="404" y="624"/>
                      </a:lnTo>
                      <a:lnTo>
                        <a:pt x="402" y="624"/>
                      </a:lnTo>
                      <a:lnTo>
                        <a:pt x="402" y="626"/>
                      </a:lnTo>
                      <a:lnTo>
                        <a:pt x="400" y="628"/>
                      </a:lnTo>
                      <a:lnTo>
                        <a:pt x="400" y="628"/>
                      </a:lnTo>
                      <a:lnTo>
                        <a:pt x="398" y="628"/>
                      </a:lnTo>
                      <a:lnTo>
                        <a:pt x="396" y="632"/>
                      </a:lnTo>
                      <a:lnTo>
                        <a:pt x="396" y="638"/>
                      </a:lnTo>
                      <a:lnTo>
                        <a:pt x="396" y="638"/>
                      </a:lnTo>
                      <a:lnTo>
                        <a:pt x="396" y="640"/>
                      </a:lnTo>
                      <a:lnTo>
                        <a:pt x="398" y="642"/>
                      </a:lnTo>
                      <a:lnTo>
                        <a:pt x="402" y="646"/>
                      </a:lnTo>
                      <a:lnTo>
                        <a:pt x="392" y="650"/>
                      </a:lnTo>
                      <a:lnTo>
                        <a:pt x="392" y="650"/>
                      </a:lnTo>
                      <a:lnTo>
                        <a:pt x="388" y="640"/>
                      </a:lnTo>
                      <a:lnTo>
                        <a:pt x="388" y="640"/>
                      </a:lnTo>
                      <a:lnTo>
                        <a:pt x="388" y="640"/>
                      </a:lnTo>
                      <a:lnTo>
                        <a:pt x="384" y="640"/>
                      </a:lnTo>
                      <a:lnTo>
                        <a:pt x="382" y="646"/>
                      </a:lnTo>
                      <a:lnTo>
                        <a:pt x="382" y="646"/>
                      </a:lnTo>
                      <a:lnTo>
                        <a:pt x="380" y="646"/>
                      </a:lnTo>
                      <a:lnTo>
                        <a:pt x="378" y="648"/>
                      </a:lnTo>
                      <a:lnTo>
                        <a:pt x="376" y="648"/>
                      </a:lnTo>
                      <a:lnTo>
                        <a:pt x="376" y="648"/>
                      </a:lnTo>
                      <a:lnTo>
                        <a:pt x="376" y="648"/>
                      </a:lnTo>
                      <a:lnTo>
                        <a:pt x="376" y="654"/>
                      </a:lnTo>
                      <a:lnTo>
                        <a:pt x="374" y="658"/>
                      </a:lnTo>
                      <a:lnTo>
                        <a:pt x="372" y="662"/>
                      </a:lnTo>
                      <a:lnTo>
                        <a:pt x="372" y="662"/>
                      </a:lnTo>
                      <a:lnTo>
                        <a:pt x="374" y="662"/>
                      </a:lnTo>
                      <a:lnTo>
                        <a:pt x="376" y="664"/>
                      </a:lnTo>
                      <a:lnTo>
                        <a:pt x="376" y="664"/>
                      </a:lnTo>
                      <a:lnTo>
                        <a:pt x="376" y="666"/>
                      </a:lnTo>
                      <a:lnTo>
                        <a:pt x="374" y="668"/>
                      </a:lnTo>
                      <a:lnTo>
                        <a:pt x="374" y="670"/>
                      </a:lnTo>
                      <a:lnTo>
                        <a:pt x="374" y="670"/>
                      </a:lnTo>
                      <a:lnTo>
                        <a:pt x="368" y="678"/>
                      </a:lnTo>
                      <a:lnTo>
                        <a:pt x="368" y="678"/>
                      </a:lnTo>
                      <a:lnTo>
                        <a:pt x="366" y="680"/>
                      </a:lnTo>
                      <a:lnTo>
                        <a:pt x="368" y="682"/>
                      </a:lnTo>
                      <a:lnTo>
                        <a:pt x="372" y="686"/>
                      </a:lnTo>
                      <a:lnTo>
                        <a:pt x="372" y="686"/>
                      </a:lnTo>
                      <a:lnTo>
                        <a:pt x="374" y="688"/>
                      </a:lnTo>
                      <a:lnTo>
                        <a:pt x="374" y="690"/>
                      </a:lnTo>
                      <a:lnTo>
                        <a:pt x="374" y="696"/>
                      </a:lnTo>
                      <a:lnTo>
                        <a:pt x="374" y="696"/>
                      </a:lnTo>
                      <a:lnTo>
                        <a:pt x="376" y="698"/>
                      </a:lnTo>
                      <a:lnTo>
                        <a:pt x="378" y="698"/>
                      </a:lnTo>
                      <a:lnTo>
                        <a:pt x="382" y="696"/>
                      </a:lnTo>
                      <a:lnTo>
                        <a:pt x="386" y="708"/>
                      </a:lnTo>
                      <a:lnTo>
                        <a:pt x="386" y="708"/>
                      </a:lnTo>
                      <a:lnTo>
                        <a:pt x="388" y="710"/>
                      </a:lnTo>
                      <a:lnTo>
                        <a:pt x="386" y="714"/>
                      </a:lnTo>
                      <a:lnTo>
                        <a:pt x="386" y="714"/>
                      </a:lnTo>
                      <a:lnTo>
                        <a:pt x="386" y="716"/>
                      </a:lnTo>
                      <a:lnTo>
                        <a:pt x="388" y="720"/>
                      </a:lnTo>
                      <a:lnTo>
                        <a:pt x="388" y="722"/>
                      </a:lnTo>
                      <a:lnTo>
                        <a:pt x="388" y="722"/>
                      </a:lnTo>
                      <a:lnTo>
                        <a:pt x="388" y="726"/>
                      </a:lnTo>
                      <a:lnTo>
                        <a:pt x="388" y="726"/>
                      </a:lnTo>
                      <a:lnTo>
                        <a:pt x="384" y="726"/>
                      </a:lnTo>
                      <a:lnTo>
                        <a:pt x="384" y="726"/>
                      </a:lnTo>
                      <a:lnTo>
                        <a:pt x="384" y="724"/>
                      </a:lnTo>
                      <a:lnTo>
                        <a:pt x="382" y="722"/>
                      </a:lnTo>
                      <a:lnTo>
                        <a:pt x="382" y="722"/>
                      </a:lnTo>
                      <a:lnTo>
                        <a:pt x="382" y="724"/>
                      </a:lnTo>
                      <a:lnTo>
                        <a:pt x="382" y="724"/>
                      </a:lnTo>
                      <a:lnTo>
                        <a:pt x="382" y="724"/>
                      </a:lnTo>
                      <a:lnTo>
                        <a:pt x="382" y="726"/>
                      </a:lnTo>
                      <a:lnTo>
                        <a:pt x="382" y="726"/>
                      </a:lnTo>
                      <a:lnTo>
                        <a:pt x="386" y="726"/>
                      </a:lnTo>
                      <a:lnTo>
                        <a:pt x="386" y="726"/>
                      </a:lnTo>
                      <a:lnTo>
                        <a:pt x="386" y="730"/>
                      </a:lnTo>
                      <a:lnTo>
                        <a:pt x="386" y="730"/>
                      </a:lnTo>
                      <a:lnTo>
                        <a:pt x="382" y="734"/>
                      </a:lnTo>
                      <a:lnTo>
                        <a:pt x="382" y="734"/>
                      </a:lnTo>
                      <a:lnTo>
                        <a:pt x="380" y="732"/>
                      </a:lnTo>
                      <a:lnTo>
                        <a:pt x="382" y="730"/>
                      </a:lnTo>
                      <a:lnTo>
                        <a:pt x="382" y="730"/>
                      </a:lnTo>
                      <a:lnTo>
                        <a:pt x="378" y="730"/>
                      </a:lnTo>
                      <a:lnTo>
                        <a:pt x="378" y="730"/>
                      </a:lnTo>
                      <a:lnTo>
                        <a:pt x="378" y="726"/>
                      </a:lnTo>
                      <a:lnTo>
                        <a:pt x="376" y="726"/>
                      </a:lnTo>
                      <a:lnTo>
                        <a:pt x="376" y="726"/>
                      </a:lnTo>
                      <a:lnTo>
                        <a:pt x="376" y="728"/>
                      </a:lnTo>
                      <a:lnTo>
                        <a:pt x="376" y="728"/>
                      </a:lnTo>
                      <a:lnTo>
                        <a:pt x="372" y="730"/>
                      </a:lnTo>
                      <a:lnTo>
                        <a:pt x="372" y="730"/>
                      </a:lnTo>
                      <a:lnTo>
                        <a:pt x="370" y="730"/>
                      </a:lnTo>
                      <a:lnTo>
                        <a:pt x="370" y="730"/>
                      </a:lnTo>
                      <a:lnTo>
                        <a:pt x="368" y="730"/>
                      </a:lnTo>
                      <a:lnTo>
                        <a:pt x="368" y="732"/>
                      </a:lnTo>
                      <a:lnTo>
                        <a:pt x="370" y="732"/>
                      </a:lnTo>
                      <a:lnTo>
                        <a:pt x="368" y="732"/>
                      </a:lnTo>
                      <a:lnTo>
                        <a:pt x="368" y="734"/>
                      </a:lnTo>
                      <a:lnTo>
                        <a:pt x="368" y="734"/>
                      </a:lnTo>
                      <a:lnTo>
                        <a:pt x="370" y="736"/>
                      </a:lnTo>
                      <a:lnTo>
                        <a:pt x="370" y="736"/>
                      </a:lnTo>
                      <a:lnTo>
                        <a:pt x="366" y="740"/>
                      </a:lnTo>
                      <a:lnTo>
                        <a:pt x="366" y="740"/>
                      </a:lnTo>
                      <a:lnTo>
                        <a:pt x="362" y="750"/>
                      </a:lnTo>
                      <a:lnTo>
                        <a:pt x="362" y="750"/>
                      </a:lnTo>
                      <a:lnTo>
                        <a:pt x="362" y="756"/>
                      </a:lnTo>
                      <a:lnTo>
                        <a:pt x="362" y="756"/>
                      </a:lnTo>
                      <a:lnTo>
                        <a:pt x="360" y="758"/>
                      </a:lnTo>
                      <a:lnTo>
                        <a:pt x="360" y="758"/>
                      </a:lnTo>
                      <a:lnTo>
                        <a:pt x="360" y="762"/>
                      </a:lnTo>
                      <a:lnTo>
                        <a:pt x="360" y="764"/>
                      </a:lnTo>
                      <a:lnTo>
                        <a:pt x="358" y="766"/>
                      </a:lnTo>
                      <a:lnTo>
                        <a:pt x="358" y="766"/>
                      </a:lnTo>
                      <a:lnTo>
                        <a:pt x="370" y="766"/>
                      </a:lnTo>
                      <a:lnTo>
                        <a:pt x="370" y="766"/>
                      </a:lnTo>
                      <a:lnTo>
                        <a:pt x="370" y="776"/>
                      </a:lnTo>
                      <a:lnTo>
                        <a:pt x="372" y="778"/>
                      </a:lnTo>
                      <a:lnTo>
                        <a:pt x="372" y="778"/>
                      </a:lnTo>
                      <a:lnTo>
                        <a:pt x="372" y="792"/>
                      </a:lnTo>
                      <a:lnTo>
                        <a:pt x="372" y="792"/>
                      </a:lnTo>
                      <a:lnTo>
                        <a:pt x="376" y="796"/>
                      </a:lnTo>
                      <a:lnTo>
                        <a:pt x="380" y="800"/>
                      </a:lnTo>
                      <a:lnTo>
                        <a:pt x="380" y="800"/>
                      </a:lnTo>
                      <a:lnTo>
                        <a:pt x="380" y="804"/>
                      </a:lnTo>
                      <a:lnTo>
                        <a:pt x="382" y="808"/>
                      </a:lnTo>
                      <a:lnTo>
                        <a:pt x="382" y="808"/>
                      </a:lnTo>
                      <a:lnTo>
                        <a:pt x="390" y="814"/>
                      </a:lnTo>
                      <a:lnTo>
                        <a:pt x="390" y="814"/>
                      </a:lnTo>
                      <a:lnTo>
                        <a:pt x="392" y="818"/>
                      </a:lnTo>
                      <a:lnTo>
                        <a:pt x="392" y="818"/>
                      </a:lnTo>
                      <a:lnTo>
                        <a:pt x="390" y="824"/>
                      </a:lnTo>
                      <a:lnTo>
                        <a:pt x="384" y="828"/>
                      </a:lnTo>
                      <a:lnTo>
                        <a:pt x="384" y="828"/>
                      </a:lnTo>
                      <a:lnTo>
                        <a:pt x="382" y="826"/>
                      </a:lnTo>
                      <a:lnTo>
                        <a:pt x="380" y="822"/>
                      </a:lnTo>
                      <a:lnTo>
                        <a:pt x="380" y="822"/>
                      </a:lnTo>
                      <a:lnTo>
                        <a:pt x="378" y="818"/>
                      </a:lnTo>
                      <a:lnTo>
                        <a:pt x="374" y="816"/>
                      </a:lnTo>
                      <a:lnTo>
                        <a:pt x="374" y="816"/>
                      </a:lnTo>
                      <a:lnTo>
                        <a:pt x="368" y="810"/>
                      </a:lnTo>
                      <a:lnTo>
                        <a:pt x="368" y="810"/>
                      </a:lnTo>
                      <a:lnTo>
                        <a:pt x="364" y="806"/>
                      </a:lnTo>
                      <a:lnTo>
                        <a:pt x="364" y="806"/>
                      </a:lnTo>
                      <a:lnTo>
                        <a:pt x="362" y="804"/>
                      </a:lnTo>
                      <a:lnTo>
                        <a:pt x="360" y="804"/>
                      </a:lnTo>
                      <a:lnTo>
                        <a:pt x="356" y="804"/>
                      </a:lnTo>
                      <a:lnTo>
                        <a:pt x="356" y="804"/>
                      </a:lnTo>
                      <a:lnTo>
                        <a:pt x="356" y="804"/>
                      </a:lnTo>
                      <a:lnTo>
                        <a:pt x="356" y="802"/>
                      </a:lnTo>
                      <a:lnTo>
                        <a:pt x="356" y="800"/>
                      </a:lnTo>
                      <a:lnTo>
                        <a:pt x="356" y="798"/>
                      </a:lnTo>
                      <a:lnTo>
                        <a:pt x="356" y="798"/>
                      </a:lnTo>
                      <a:lnTo>
                        <a:pt x="352" y="796"/>
                      </a:lnTo>
                      <a:lnTo>
                        <a:pt x="350" y="794"/>
                      </a:lnTo>
                      <a:lnTo>
                        <a:pt x="350" y="794"/>
                      </a:lnTo>
                      <a:lnTo>
                        <a:pt x="348" y="792"/>
                      </a:lnTo>
                      <a:lnTo>
                        <a:pt x="346" y="788"/>
                      </a:lnTo>
                      <a:lnTo>
                        <a:pt x="346" y="788"/>
                      </a:lnTo>
                      <a:lnTo>
                        <a:pt x="342" y="786"/>
                      </a:lnTo>
                      <a:lnTo>
                        <a:pt x="338" y="788"/>
                      </a:lnTo>
                      <a:lnTo>
                        <a:pt x="338" y="788"/>
                      </a:lnTo>
                      <a:lnTo>
                        <a:pt x="334" y="790"/>
                      </a:lnTo>
                      <a:lnTo>
                        <a:pt x="334" y="790"/>
                      </a:lnTo>
                      <a:lnTo>
                        <a:pt x="332" y="790"/>
                      </a:lnTo>
                      <a:lnTo>
                        <a:pt x="332" y="790"/>
                      </a:lnTo>
                      <a:lnTo>
                        <a:pt x="330" y="788"/>
                      </a:lnTo>
                      <a:lnTo>
                        <a:pt x="328" y="788"/>
                      </a:lnTo>
                      <a:lnTo>
                        <a:pt x="322" y="790"/>
                      </a:lnTo>
                      <a:lnTo>
                        <a:pt x="322" y="790"/>
                      </a:lnTo>
                      <a:lnTo>
                        <a:pt x="318" y="790"/>
                      </a:lnTo>
                      <a:lnTo>
                        <a:pt x="316" y="788"/>
                      </a:lnTo>
                      <a:lnTo>
                        <a:pt x="312" y="782"/>
                      </a:lnTo>
                      <a:lnTo>
                        <a:pt x="312" y="782"/>
                      </a:lnTo>
                      <a:lnTo>
                        <a:pt x="308" y="780"/>
                      </a:lnTo>
                      <a:lnTo>
                        <a:pt x="304" y="778"/>
                      </a:lnTo>
                      <a:lnTo>
                        <a:pt x="304" y="778"/>
                      </a:lnTo>
                      <a:lnTo>
                        <a:pt x="300" y="778"/>
                      </a:lnTo>
                      <a:lnTo>
                        <a:pt x="294" y="778"/>
                      </a:lnTo>
                      <a:lnTo>
                        <a:pt x="294" y="778"/>
                      </a:lnTo>
                      <a:lnTo>
                        <a:pt x="288" y="778"/>
                      </a:lnTo>
                      <a:lnTo>
                        <a:pt x="286" y="774"/>
                      </a:lnTo>
                      <a:lnTo>
                        <a:pt x="286" y="774"/>
                      </a:lnTo>
                      <a:lnTo>
                        <a:pt x="284" y="774"/>
                      </a:lnTo>
                      <a:lnTo>
                        <a:pt x="280" y="774"/>
                      </a:lnTo>
                      <a:lnTo>
                        <a:pt x="276" y="776"/>
                      </a:lnTo>
                      <a:lnTo>
                        <a:pt x="276" y="776"/>
                      </a:lnTo>
                      <a:lnTo>
                        <a:pt x="272" y="780"/>
                      </a:lnTo>
                      <a:lnTo>
                        <a:pt x="272" y="784"/>
                      </a:lnTo>
                      <a:lnTo>
                        <a:pt x="272" y="784"/>
                      </a:lnTo>
                      <a:lnTo>
                        <a:pt x="270" y="782"/>
                      </a:lnTo>
                      <a:lnTo>
                        <a:pt x="270" y="782"/>
                      </a:lnTo>
                      <a:lnTo>
                        <a:pt x="266" y="778"/>
                      </a:lnTo>
                      <a:lnTo>
                        <a:pt x="262" y="774"/>
                      </a:lnTo>
                      <a:lnTo>
                        <a:pt x="262" y="774"/>
                      </a:lnTo>
                      <a:lnTo>
                        <a:pt x="260" y="772"/>
                      </a:lnTo>
                      <a:lnTo>
                        <a:pt x="256" y="772"/>
                      </a:lnTo>
                      <a:lnTo>
                        <a:pt x="256" y="772"/>
                      </a:lnTo>
                      <a:lnTo>
                        <a:pt x="254" y="766"/>
                      </a:lnTo>
                      <a:lnTo>
                        <a:pt x="254" y="766"/>
                      </a:lnTo>
                      <a:lnTo>
                        <a:pt x="250" y="764"/>
                      </a:lnTo>
                      <a:lnTo>
                        <a:pt x="250" y="764"/>
                      </a:lnTo>
                      <a:lnTo>
                        <a:pt x="248" y="760"/>
                      </a:lnTo>
                      <a:lnTo>
                        <a:pt x="248" y="760"/>
                      </a:lnTo>
                      <a:lnTo>
                        <a:pt x="246" y="760"/>
                      </a:lnTo>
                      <a:lnTo>
                        <a:pt x="244" y="760"/>
                      </a:lnTo>
                      <a:lnTo>
                        <a:pt x="244" y="760"/>
                      </a:lnTo>
                      <a:lnTo>
                        <a:pt x="240" y="754"/>
                      </a:lnTo>
                      <a:lnTo>
                        <a:pt x="240" y="754"/>
                      </a:lnTo>
                      <a:lnTo>
                        <a:pt x="240" y="750"/>
                      </a:lnTo>
                      <a:lnTo>
                        <a:pt x="240" y="750"/>
                      </a:lnTo>
                      <a:lnTo>
                        <a:pt x="230" y="754"/>
                      </a:lnTo>
                      <a:lnTo>
                        <a:pt x="230" y="754"/>
                      </a:lnTo>
                      <a:lnTo>
                        <a:pt x="230" y="750"/>
                      </a:lnTo>
                      <a:lnTo>
                        <a:pt x="230" y="750"/>
                      </a:lnTo>
                      <a:lnTo>
                        <a:pt x="236" y="748"/>
                      </a:lnTo>
                      <a:lnTo>
                        <a:pt x="236" y="748"/>
                      </a:lnTo>
                      <a:lnTo>
                        <a:pt x="236" y="744"/>
                      </a:lnTo>
                      <a:lnTo>
                        <a:pt x="236" y="744"/>
                      </a:lnTo>
                      <a:lnTo>
                        <a:pt x="244" y="744"/>
                      </a:lnTo>
                      <a:lnTo>
                        <a:pt x="244" y="744"/>
                      </a:lnTo>
                      <a:lnTo>
                        <a:pt x="244" y="740"/>
                      </a:lnTo>
                      <a:lnTo>
                        <a:pt x="244" y="740"/>
                      </a:lnTo>
                      <a:lnTo>
                        <a:pt x="248" y="738"/>
                      </a:lnTo>
                      <a:lnTo>
                        <a:pt x="248" y="738"/>
                      </a:lnTo>
                      <a:lnTo>
                        <a:pt x="250" y="734"/>
                      </a:lnTo>
                      <a:lnTo>
                        <a:pt x="250" y="732"/>
                      </a:lnTo>
                      <a:lnTo>
                        <a:pt x="250" y="732"/>
                      </a:lnTo>
                      <a:lnTo>
                        <a:pt x="244" y="730"/>
                      </a:lnTo>
                      <a:lnTo>
                        <a:pt x="244" y="730"/>
                      </a:lnTo>
                      <a:lnTo>
                        <a:pt x="242" y="726"/>
                      </a:lnTo>
                      <a:lnTo>
                        <a:pt x="242" y="726"/>
                      </a:lnTo>
                      <a:lnTo>
                        <a:pt x="252" y="726"/>
                      </a:lnTo>
                      <a:lnTo>
                        <a:pt x="252" y="726"/>
                      </a:lnTo>
                      <a:lnTo>
                        <a:pt x="252" y="720"/>
                      </a:lnTo>
                      <a:lnTo>
                        <a:pt x="252" y="720"/>
                      </a:lnTo>
                      <a:lnTo>
                        <a:pt x="254" y="720"/>
                      </a:lnTo>
                      <a:lnTo>
                        <a:pt x="256" y="720"/>
                      </a:lnTo>
                      <a:lnTo>
                        <a:pt x="256" y="720"/>
                      </a:lnTo>
                      <a:lnTo>
                        <a:pt x="258" y="718"/>
                      </a:lnTo>
                      <a:lnTo>
                        <a:pt x="260" y="716"/>
                      </a:lnTo>
                      <a:lnTo>
                        <a:pt x="260" y="716"/>
                      </a:lnTo>
                      <a:lnTo>
                        <a:pt x="268" y="712"/>
                      </a:lnTo>
                      <a:lnTo>
                        <a:pt x="268" y="710"/>
                      </a:lnTo>
                      <a:lnTo>
                        <a:pt x="268" y="710"/>
                      </a:lnTo>
                      <a:lnTo>
                        <a:pt x="266" y="710"/>
                      </a:lnTo>
                      <a:lnTo>
                        <a:pt x="266" y="710"/>
                      </a:lnTo>
                      <a:lnTo>
                        <a:pt x="264" y="712"/>
                      </a:lnTo>
                      <a:lnTo>
                        <a:pt x="264" y="712"/>
                      </a:lnTo>
                      <a:lnTo>
                        <a:pt x="260" y="712"/>
                      </a:lnTo>
                      <a:lnTo>
                        <a:pt x="262" y="708"/>
                      </a:lnTo>
                      <a:lnTo>
                        <a:pt x="264" y="704"/>
                      </a:lnTo>
                      <a:lnTo>
                        <a:pt x="264" y="704"/>
                      </a:lnTo>
                      <a:lnTo>
                        <a:pt x="270" y="702"/>
                      </a:lnTo>
                      <a:lnTo>
                        <a:pt x="274" y="702"/>
                      </a:lnTo>
                      <a:lnTo>
                        <a:pt x="276" y="700"/>
                      </a:lnTo>
                      <a:lnTo>
                        <a:pt x="276" y="700"/>
                      </a:lnTo>
                      <a:lnTo>
                        <a:pt x="278" y="690"/>
                      </a:lnTo>
                      <a:lnTo>
                        <a:pt x="278" y="690"/>
                      </a:lnTo>
                      <a:lnTo>
                        <a:pt x="278" y="686"/>
                      </a:lnTo>
                      <a:lnTo>
                        <a:pt x="276" y="684"/>
                      </a:lnTo>
                      <a:lnTo>
                        <a:pt x="276" y="684"/>
                      </a:lnTo>
                      <a:lnTo>
                        <a:pt x="276" y="680"/>
                      </a:lnTo>
                      <a:lnTo>
                        <a:pt x="276" y="678"/>
                      </a:lnTo>
                      <a:lnTo>
                        <a:pt x="276" y="676"/>
                      </a:lnTo>
                      <a:lnTo>
                        <a:pt x="274" y="674"/>
                      </a:lnTo>
                      <a:lnTo>
                        <a:pt x="274" y="674"/>
                      </a:lnTo>
                      <a:lnTo>
                        <a:pt x="272" y="672"/>
                      </a:lnTo>
                      <a:lnTo>
                        <a:pt x="274" y="672"/>
                      </a:lnTo>
                      <a:lnTo>
                        <a:pt x="276" y="668"/>
                      </a:lnTo>
                      <a:lnTo>
                        <a:pt x="276" y="668"/>
                      </a:lnTo>
                      <a:lnTo>
                        <a:pt x="276" y="666"/>
                      </a:lnTo>
                      <a:lnTo>
                        <a:pt x="274" y="666"/>
                      </a:lnTo>
                      <a:lnTo>
                        <a:pt x="270" y="664"/>
                      </a:lnTo>
                      <a:lnTo>
                        <a:pt x="270" y="664"/>
                      </a:lnTo>
                      <a:lnTo>
                        <a:pt x="270" y="662"/>
                      </a:lnTo>
                      <a:lnTo>
                        <a:pt x="270" y="662"/>
                      </a:lnTo>
                      <a:lnTo>
                        <a:pt x="272" y="660"/>
                      </a:lnTo>
                      <a:lnTo>
                        <a:pt x="270" y="656"/>
                      </a:lnTo>
                      <a:lnTo>
                        <a:pt x="270" y="656"/>
                      </a:lnTo>
                      <a:lnTo>
                        <a:pt x="252" y="650"/>
                      </a:lnTo>
                      <a:lnTo>
                        <a:pt x="252" y="650"/>
                      </a:lnTo>
                      <a:lnTo>
                        <a:pt x="248" y="648"/>
                      </a:lnTo>
                      <a:lnTo>
                        <a:pt x="244" y="646"/>
                      </a:lnTo>
                      <a:lnTo>
                        <a:pt x="244" y="646"/>
                      </a:lnTo>
                      <a:lnTo>
                        <a:pt x="242" y="644"/>
                      </a:lnTo>
                      <a:lnTo>
                        <a:pt x="242" y="642"/>
                      </a:lnTo>
                      <a:lnTo>
                        <a:pt x="242" y="642"/>
                      </a:lnTo>
                      <a:lnTo>
                        <a:pt x="238" y="640"/>
                      </a:lnTo>
                      <a:lnTo>
                        <a:pt x="234" y="640"/>
                      </a:lnTo>
                      <a:lnTo>
                        <a:pt x="234" y="640"/>
                      </a:lnTo>
                      <a:lnTo>
                        <a:pt x="230" y="642"/>
                      </a:lnTo>
                      <a:lnTo>
                        <a:pt x="230" y="642"/>
                      </a:lnTo>
                      <a:lnTo>
                        <a:pt x="222" y="646"/>
                      </a:lnTo>
                      <a:lnTo>
                        <a:pt x="222" y="646"/>
                      </a:lnTo>
                      <a:lnTo>
                        <a:pt x="220" y="642"/>
                      </a:lnTo>
                      <a:lnTo>
                        <a:pt x="220" y="638"/>
                      </a:lnTo>
                      <a:lnTo>
                        <a:pt x="218" y="636"/>
                      </a:lnTo>
                      <a:lnTo>
                        <a:pt x="218" y="636"/>
                      </a:lnTo>
                      <a:lnTo>
                        <a:pt x="212" y="634"/>
                      </a:lnTo>
                      <a:lnTo>
                        <a:pt x="212" y="634"/>
                      </a:lnTo>
                      <a:lnTo>
                        <a:pt x="210" y="630"/>
                      </a:lnTo>
                      <a:lnTo>
                        <a:pt x="210" y="628"/>
                      </a:lnTo>
                      <a:lnTo>
                        <a:pt x="208" y="628"/>
                      </a:lnTo>
                      <a:lnTo>
                        <a:pt x="208" y="628"/>
                      </a:lnTo>
                      <a:lnTo>
                        <a:pt x="204" y="630"/>
                      </a:lnTo>
                      <a:lnTo>
                        <a:pt x="198" y="626"/>
                      </a:lnTo>
                      <a:lnTo>
                        <a:pt x="198" y="626"/>
                      </a:lnTo>
                      <a:lnTo>
                        <a:pt x="194" y="626"/>
                      </a:lnTo>
                      <a:lnTo>
                        <a:pt x="190" y="626"/>
                      </a:lnTo>
                      <a:lnTo>
                        <a:pt x="190" y="626"/>
                      </a:lnTo>
                      <a:lnTo>
                        <a:pt x="188" y="626"/>
                      </a:lnTo>
                      <a:lnTo>
                        <a:pt x="186" y="624"/>
                      </a:lnTo>
                      <a:lnTo>
                        <a:pt x="186" y="622"/>
                      </a:lnTo>
                      <a:lnTo>
                        <a:pt x="186" y="620"/>
                      </a:lnTo>
                      <a:lnTo>
                        <a:pt x="186" y="620"/>
                      </a:lnTo>
                      <a:lnTo>
                        <a:pt x="184" y="620"/>
                      </a:lnTo>
                      <a:lnTo>
                        <a:pt x="184" y="618"/>
                      </a:lnTo>
                      <a:lnTo>
                        <a:pt x="182" y="614"/>
                      </a:lnTo>
                      <a:lnTo>
                        <a:pt x="182" y="614"/>
                      </a:lnTo>
                      <a:lnTo>
                        <a:pt x="182" y="612"/>
                      </a:lnTo>
                      <a:lnTo>
                        <a:pt x="180" y="608"/>
                      </a:lnTo>
                      <a:lnTo>
                        <a:pt x="180" y="608"/>
                      </a:lnTo>
                      <a:lnTo>
                        <a:pt x="180" y="606"/>
                      </a:lnTo>
                      <a:lnTo>
                        <a:pt x="178" y="606"/>
                      </a:lnTo>
                      <a:lnTo>
                        <a:pt x="174" y="606"/>
                      </a:lnTo>
                      <a:lnTo>
                        <a:pt x="174" y="606"/>
                      </a:lnTo>
                      <a:lnTo>
                        <a:pt x="170" y="604"/>
                      </a:lnTo>
                      <a:lnTo>
                        <a:pt x="170" y="604"/>
                      </a:lnTo>
                      <a:lnTo>
                        <a:pt x="168" y="606"/>
                      </a:lnTo>
                      <a:lnTo>
                        <a:pt x="168" y="606"/>
                      </a:lnTo>
                      <a:lnTo>
                        <a:pt x="166" y="608"/>
                      </a:lnTo>
                      <a:lnTo>
                        <a:pt x="162" y="608"/>
                      </a:lnTo>
                      <a:lnTo>
                        <a:pt x="160" y="604"/>
                      </a:lnTo>
                      <a:lnTo>
                        <a:pt x="160" y="588"/>
                      </a:lnTo>
                      <a:lnTo>
                        <a:pt x="160" y="588"/>
                      </a:lnTo>
                      <a:lnTo>
                        <a:pt x="158" y="586"/>
                      </a:lnTo>
                      <a:lnTo>
                        <a:pt x="156" y="584"/>
                      </a:lnTo>
                      <a:lnTo>
                        <a:pt x="154" y="584"/>
                      </a:lnTo>
                      <a:lnTo>
                        <a:pt x="154" y="580"/>
                      </a:lnTo>
                      <a:lnTo>
                        <a:pt x="154" y="580"/>
                      </a:lnTo>
                      <a:lnTo>
                        <a:pt x="156" y="578"/>
                      </a:lnTo>
                      <a:lnTo>
                        <a:pt x="158" y="578"/>
                      </a:lnTo>
                      <a:lnTo>
                        <a:pt x="162" y="580"/>
                      </a:lnTo>
                      <a:lnTo>
                        <a:pt x="164" y="580"/>
                      </a:lnTo>
                      <a:lnTo>
                        <a:pt x="164" y="580"/>
                      </a:lnTo>
                      <a:lnTo>
                        <a:pt x="166" y="578"/>
                      </a:lnTo>
                      <a:lnTo>
                        <a:pt x="166" y="576"/>
                      </a:lnTo>
                      <a:lnTo>
                        <a:pt x="164" y="570"/>
                      </a:lnTo>
                      <a:lnTo>
                        <a:pt x="164" y="570"/>
                      </a:lnTo>
                      <a:lnTo>
                        <a:pt x="160" y="566"/>
                      </a:lnTo>
                      <a:lnTo>
                        <a:pt x="156" y="562"/>
                      </a:lnTo>
                      <a:lnTo>
                        <a:pt x="156" y="562"/>
                      </a:lnTo>
                      <a:lnTo>
                        <a:pt x="154" y="560"/>
                      </a:lnTo>
                      <a:lnTo>
                        <a:pt x="154" y="558"/>
                      </a:lnTo>
                      <a:lnTo>
                        <a:pt x="154" y="550"/>
                      </a:lnTo>
                      <a:lnTo>
                        <a:pt x="154" y="550"/>
                      </a:lnTo>
                      <a:lnTo>
                        <a:pt x="152" y="544"/>
                      </a:lnTo>
                      <a:lnTo>
                        <a:pt x="150" y="540"/>
                      </a:lnTo>
                      <a:lnTo>
                        <a:pt x="150" y="540"/>
                      </a:lnTo>
                      <a:lnTo>
                        <a:pt x="150" y="536"/>
                      </a:lnTo>
                      <a:lnTo>
                        <a:pt x="148" y="536"/>
                      </a:lnTo>
                      <a:lnTo>
                        <a:pt x="146" y="534"/>
                      </a:lnTo>
                      <a:lnTo>
                        <a:pt x="146" y="532"/>
                      </a:lnTo>
                      <a:lnTo>
                        <a:pt x="146" y="532"/>
                      </a:lnTo>
                      <a:lnTo>
                        <a:pt x="144" y="530"/>
                      </a:lnTo>
                      <a:lnTo>
                        <a:pt x="142" y="530"/>
                      </a:lnTo>
                      <a:lnTo>
                        <a:pt x="138" y="528"/>
                      </a:lnTo>
                      <a:lnTo>
                        <a:pt x="138" y="528"/>
                      </a:lnTo>
                      <a:lnTo>
                        <a:pt x="132" y="526"/>
                      </a:lnTo>
                      <a:lnTo>
                        <a:pt x="132" y="526"/>
                      </a:lnTo>
                      <a:lnTo>
                        <a:pt x="130" y="526"/>
                      </a:lnTo>
                      <a:lnTo>
                        <a:pt x="126" y="528"/>
                      </a:lnTo>
                      <a:lnTo>
                        <a:pt x="126" y="528"/>
                      </a:lnTo>
                      <a:lnTo>
                        <a:pt x="124" y="528"/>
                      </a:lnTo>
                      <a:lnTo>
                        <a:pt x="124" y="526"/>
                      </a:lnTo>
                      <a:lnTo>
                        <a:pt x="122" y="524"/>
                      </a:lnTo>
                      <a:lnTo>
                        <a:pt x="122" y="524"/>
                      </a:lnTo>
                      <a:lnTo>
                        <a:pt x="120" y="518"/>
                      </a:lnTo>
                      <a:lnTo>
                        <a:pt x="120" y="518"/>
                      </a:lnTo>
                      <a:lnTo>
                        <a:pt x="116" y="512"/>
                      </a:lnTo>
                      <a:lnTo>
                        <a:pt x="116" y="512"/>
                      </a:lnTo>
                      <a:lnTo>
                        <a:pt x="114" y="510"/>
                      </a:lnTo>
                      <a:lnTo>
                        <a:pt x="112" y="510"/>
                      </a:lnTo>
                      <a:lnTo>
                        <a:pt x="112" y="510"/>
                      </a:lnTo>
                      <a:lnTo>
                        <a:pt x="110" y="508"/>
                      </a:lnTo>
                      <a:lnTo>
                        <a:pt x="110" y="508"/>
                      </a:lnTo>
                      <a:lnTo>
                        <a:pt x="110" y="498"/>
                      </a:lnTo>
                      <a:lnTo>
                        <a:pt x="110" y="498"/>
                      </a:lnTo>
                      <a:lnTo>
                        <a:pt x="106" y="500"/>
                      </a:lnTo>
                      <a:lnTo>
                        <a:pt x="104" y="500"/>
                      </a:lnTo>
                      <a:lnTo>
                        <a:pt x="102" y="498"/>
                      </a:lnTo>
                      <a:lnTo>
                        <a:pt x="102" y="498"/>
                      </a:lnTo>
                      <a:lnTo>
                        <a:pt x="102" y="494"/>
                      </a:lnTo>
                      <a:lnTo>
                        <a:pt x="100" y="494"/>
                      </a:lnTo>
                      <a:lnTo>
                        <a:pt x="100" y="494"/>
                      </a:lnTo>
                      <a:lnTo>
                        <a:pt x="102" y="490"/>
                      </a:lnTo>
                      <a:lnTo>
                        <a:pt x="102" y="486"/>
                      </a:lnTo>
                      <a:lnTo>
                        <a:pt x="104" y="486"/>
                      </a:lnTo>
                      <a:lnTo>
                        <a:pt x="104" y="486"/>
                      </a:lnTo>
                      <a:lnTo>
                        <a:pt x="108" y="482"/>
                      </a:lnTo>
                      <a:lnTo>
                        <a:pt x="110" y="480"/>
                      </a:lnTo>
                      <a:lnTo>
                        <a:pt x="110" y="480"/>
                      </a:lnTo>
                      <a:lnTo>
                        <a:pt x="112" y="480"/>
                      </a:lnTo>
                      <a:lnTo>
                        <a:pt x="112" y="480"/>
                      </a:lnTo>
                      <a:lnTo>
                        <a:pt x="114" y="470"/>
                      </a:lnTo>
                      <a:lnTo>
                        <a:pt x="112" y="462"/>
                      </a:lnTo>
                      <a:lnTo>
                        <a:pt x="116" y="460"/>
                      </a:lnTo>
                      <a:lnTo>
                        <a:pt x="116" y="460"/>
                      </a:lnTo>
                      <a:lnTo>
                        <a:pt x="116" y="458"/>
                      </a:lnTo>
                      <a:lnTo>
                        <a:pt x="118" y="456"/>
                      </a:lnTo>
                      <a:lnTo>
                        <a:pt x="118" y="456"/>
                      </a:lnTo>
                      <a:lnTo>
                        <a:pt x="116" y="452"/>
                      </a:lnTo>
                      <a:lnTo>
                        <a:pt x="114" y="450"/>
                      </a:lnTo>
                      <a:lnTo>
                        <a:pt x="114" y="450"/>
                      </a:lnTo>
                      <a:lnTo>
                        <a:pt x="118" y="440"/>
                      </a:lnTo>
                      <a:lnTo>
                        <a:pt x="118" y="440"/>
                      </a:lnTo>
                      <a:lnTo>
                        <a:pt x="120" y="442"/>
                      </a:lnTo>
                      <a:lnTo>
                        <a:pt x="120" y="442"/>
                      </a:lnTo>
                      <a:lnTo>
                        <a:pt x="120" y="442"/>
                      </a:lnTo>
                      <a:lnTo>
                        <a:pt x="122" y="440"/>
                      </a:lnTo>
                      <a:lnTo>
                        <a:pt x="122" y="440"/>
                      </a:lnTo>
                      <a:lnTo>
                        <a:pt x="126" y="442"/>
                      </a:lnTo>
                      <a:lnTo>
                        <a:pt x="130" y="442"/>
                      </a:lnTo>
                      <a:lnTo>
                        <a:pt x="130" y="442"/>
                      </a:lnTo>
                      <a:lnTo>
                        <a:pt x="132" y="440"/>
                      </a:lnTo>
                      <a:lnTo>
                        <a:pt x="136" y="436"/>
                      </a:lnTo>
                      <a:lnTo>
                        <a:pt x="136" y="436"/>
                      </a:lnTo>
                      <a:lnTo>
                        <a:pt x="140" y="438"/>
                      </a:lnTo>
                      <a:lnTo>
                        <a:pt x="142" y="438"/>
                      </a:lnTo>
                      <a:lnTo>
                        <a:pt x="142" y="438"/>
                      </a:lnTo>
                      <a:lnTo>
                        <a:pt x="146" y="438"/>
                      </a:lnTo>
                      <a:lnTo>
                        <a:pt x="148" y="436"/>
                      </a:lnTo>
                      <a:lnTo>
                        <a:pt x="148" y="436"/>
                      </a:lnTo>
                      <a:lnTo>
                        <a:pt x="144" y="436"/>
                      </a:lnTo>
                      <a:lnTo>
                        <a:pt x="144" y="436"/>
                      </a:lnTo>
                      <a:lnTo>
                        <a:pt x="142" y="432"/>
                      </a:lnTo>
                      <a:lnTo>
                        <a:pt x="138" y="428"/>
                      </a:lnTo>
                      <a:lnTo>
                        <a:pt x="138" y="428"/>
                      </a:lnTo>
                      <a:lnTo>
                        <a:pt x="128" y="430"/>
                      </a:lnTo>
                      <a:lnTo>
                        <a:pt x="128" y="430"/>
                      </a:lnTo>
                      <a:lnTo>
                        <a:pt x="116" y="420"/>
                      </a:lnTo>
                      <a:lnTo>
                        <a:pt x="116" y="420"/>
                      </a:lnTo>
                      <a:lnTo>
                        <a:pt x="118" y="418"/>
                      </a:lnTo>
                      <a:lnTo>
                        <a:pt x="118" y="418"/>
                      </a:lnTo>
                      <a:lnTo>
                        <a:pt x="118" y="418"/>
                      </a:lnTo>
                      <a:lnTo>
                        <a:pt x="118" y="416"/>
                      </a:lnTo>
                      <a:lnTo>
                        <a:pt x="118" y="416"/>
                      </a:lnTo>
                      <a:lnTo>
                        <a:pt x="110" y="420"/>
                      </a:lnTo>
                      <a:lnTo>
                        <a:pt x="110" y="420"/>
                      </a:lnTo>
                      <a:lnTo>
                        <a:pt x="110" y="420"/>
                      </a:lnTo>
                      <a:lnTo>
                        <a:pt x="108" y="420"/>
                      </a:lnTo>
                      <a:lnTo>
                        <a:pt x="108" y="420"/>
                      </a:lnTo>
                      <a:lnTo>
                        <a:pt x="116" y="414"/>
                      </a:lnTo>
                      <a:lnTo>
                        <a:pt x="116" y="414"/>
                      </a:lnTo>
                      <a:lnTo>
                        <a:pt x="140" y="398"/>
                      </a:lnTo>
                      <a:lnTo>
                        <a:pt x="156" y="388"/>
                      </a:lnTo>
                      <a:lnTo>
                        <a:pt x="162" y="382"/>
                      </a:lnTo>
                      <a:lnTo>
                        <a:pt x="162" y="382"/>
                      </a:lnTo>
                      <a:lnTo>
                        <a:pt x="162" y="378"/>
                      </a:lnTo>
                      <a:lnTo>
                        <a:pt x="160" y="372"/>
                      </a:lnTo>
                      <a:lnTo>
                        <a:pt x="160" y="372"/>
                      </a:lnTo>
                      <a:lnTo>
                        <a:pt x="160" y="370"/>
                      </a:lnTo>
                      <a:lnTo>
                        <a:pt x="158" y="370"/>
                      </a:lnTo>
                      <a:lnTo>
                        <a:pt x="152" y="368"/>
                      </a:lnTo>
                      <a:lnTo>
                        <a:pt x="152" y="368"/>
                      </a:lnTo>
                      <a:lnTo>
                        <a:pt x="150" y="366"/>
                      </a:lnTo>
                      <a:lnTo>
                        <a:pt x="150" y="364"/>
                      </a:lnTo>
                      <a:lnTo>
                        <a:pt x="150" y="358"/>
                      </a:lnTo>
                      <a:lnTo>
                        <a:pt x="150" y="358"/>
                      </a:lnTo>
                      <a:lnTo>
                        <a:pt x="150" y="354"/>
                      </a:lnTo>
                      <a:lnTo>
                        <a:pt x="154" y="350"/>
                      </a:lnTo>
                      <a:lnTo>
                        <a:pt x="154" y="350"/>
                      </a:lnTo>
                      <a:lnTo>
                        <a:pt x="154" y="348"/>
                      </a:lnTo>
                      <a:lnTo>
                        <a:pt x="154" y="346"/>
                      </a:lnTo>
                      <a:lnTo>
                        <a:pt x="152" y="340"/>
                      </a:lnTo>
                      <a:lnTo>
                        <a:pt x="152" y="340"/>
                      </a:lnTo>
                      <a:lnTo>
                        <a:pt x="150" y="336"/>
                      </a:lnTo>
                      <a:lnTo>
                        <a:pt x="148" y="334"/>
                      </a:lnTo>
                      <a:lnTo>
                        <a:pt x="148" y="334"/>
                      </a:lnTo>
                      <a:lnTo>
                        <a:pt x="144" y="330"/>
                      </a:lnTo>
                      <a:lnTo>
                        <a:pt x="144" y="326"/>
                      </a:lnTo>
                      <a:lnTo>
                        <a:pt x="144" y="326"/>
                      </a:lnTo>
                      <a:lnTo>
                        <a:pt x="142" y="318"/>
                      </a:lnTo>
                      <a:lnTo>
                        <a:pt x="142" y="318"/>
                      </a:lnTo>
                      <a:lnTo>
                        <a:pt x="142" y="314"/>
                      </a:lnTo>
                      <a:lnTo>
                        <a:pt x="142" y="310"/>
                      </a:lnTo>
                      <a:lnTo>
                        <a:pt x="142" y="310"/>
                      </a:lnTo>
                      <a:lnTo>
                        <a:pt x="144" y="308"/>
                      </a:lnTo>
                      <a:lnTo>
                        <a:pt x="142" y="306"/>
                      </a:lnTo>
                      <a:lnTo>
                        <a:pt x="142" y="302"/>
                      </a:lnTo>
                      <a:lnTo>
                        <a:pt x="142" y="302"/>
                      </a:lnTo>
                      <a:lnTo>
                        <a:pt x="142" y="298"/>
                      </a:lnTo>
                      <a:lnTo>
                        <a:pt x="140" y="294"/>
                      </a:lnTo>
                      <a:lnTo>
                        <a:pt x="140" y="294"/>
                      </a:lnTo>
                      <a:lnTo>
                        <a:pt x="134" y="268"/>
                      </a:lnTo>
                      <a:lnTo>
                        <a:pt x="134" y="268"/>
                      </a:lnTo>
                      <a:lnTo>
                        <a:pt x="134" y="266"/>
                      </a:lnTo>
                      <a:lnTo>
                        <a:pt x="136" y="262"/>
                      </a:lnTo>
                      <a:lnTo>
                        <a:pt x="142" y="256"/>
                      </a:lnTo>
                      <a:lnTo>
                        <a:pt x="142" y="256"/>
                      </a:lnTo>
                      <a:lnTo>
                        <a:pt x="142" y="252"/>
                      </a:lnTo>
                      <a:lnTo>
                        <a:pt x="140" y="248"/>
                      </a:lnTo>
                      <a:lnTo>
                        <a:pt x="138" y="244"/>
                      </a:lnTo>
                      <a:lnTo>
                        <a:pt x="138" y="244"/>
                      </a:lnTo>
                      <a:lnTo>
                        <a:pt x="136" y="246"/>
                      </a:lnTo>
                      <a:lnTo>
                        <a:pt x="134" y="244"/>
                      </a:lnTo>
                      <a:lnTo>
                        <a:pt x="134" y="244"/>
                      </a:lnTo>
                      <a:lnTo>
                        <a:pt x="132" y="240"/>
                      </a:lnTo>
                      <a:lnTo>
                        <a:pt x="132" y="234"/>
                      </a:lnTo>
                      <a:lnTo>
                        <a:pt x="134" y="226"/>
                      </a:lnTo>
                      <a:lnTo>
                        <a:pt x="138" y="222"/>
                      </a:lnTo>
                      <a:lnTo>
                        <a:pt x="138" y="224"/>
                      </a:lnTo>
                      <a:lnTo>
                        <a:pt x="138" y="224"/>
                      </a:lnTo>
                      <a:lnTo>
                        <a:pt x="140" y="226"/>
                      </a:lnTo>
                      <a:lnTo>
                        <a:pt x="140" y="226"/>
                      </a:lnTo>
                      <a:lnTo>
                        <a:pt x="142" y="226"/>
                      </a:lnTo>
                      <a:lnTo>
                        <a:pt x="142" y="226"/>
                      </a:lnTo>
                      <a:lnTo>
                        <a:pt x="144" y="220"/>
                      </a:lnTo>
                      <a:lnTo>
                        <a:pt x="144" y="216"/>
                      </a:lnTo>
                      <a:lnTo>
                        <a:pt x="144" y="216"/>
                      </a:lnTo>
                      <a:lnTo>
                        <a:pt x="144" y="210"/>
                      </a:lnTo>
                      <a:lnTo>
                        <a:pt x="142" y="208"/>
                      </a:lnTo>
                      <a:lnTo>
                        <a:pt x="142" y="208"/>
                      </a:lnTo>
                      <a:lnTo>
                        <a:pt x="144" y="208"/>
                      </a:lnTo>
                      <a:lnTo>
                        <a:pt x="146" y="208"/>
                      </a:lnTo>
                      <a:lnTo>
                        <a:pt x="146" y="208"/>
                      </a:lnTo>
                      <a:lnTo>
                        <a:pt x="146" y="208"/>
                      </a:lnTo>
                      <a:lnTo>
                        <a:pt x="148" y="206"/>
                      </a:lnTo>
                      <a:lnTo>
                        <a:pt x="152" y="204"/>
                      </a:lnTo>
                      <a:lnTo>
                        <a:pt x="156" y="202"/>
                      </a:lnTo>
                      <a:lnTo>
                        <a:pt x="156" y="202"/>
                      </a:lnTo>
                      <a:lnTo>
                        <a:pt x="160" y="202"/>
                      </a:lnTo>
                      <a:lnTo>
                        <a:pt x="160" y="202"/>
                      </a:lnTo>
                      <a:lnTo>
                        <a:pt x="162" y="204"/>
                      </a:lnTo>
                      <a:lnTo>
                        <a:pt x="164" y="206"/>
                      </a:lnTo>
                      <a:lnTo>
                        <a:pt x="164" y="202"/>
                      </a:lnTo>
                      <a:lnTo>
                        <a:pt x="164" y="202"/>
                      </a:lnTo>
                      <a:lnTo>
                        <a:pt x="168" y="202"/>
                      </a:lnTo>
                      <a:lnTo>
                        <a:pt x="168" y="202"/>
                      </a:lnTo>
                      <a:lnTo>
                        <a:pt x="168" y="200"/>
                      </a:lnTo>
                      <a:lnTo>
                        <a:pt x="168" y="200"/>
                      </a:lnTo>
                      <a:lnTo>
                        <a:pt x="170" y="200"/>
                      </a:lnTo>
                      <a:lnTo>
                        <a:pt x="170" y="200"/>
                      </a:lnTo>
                      <a:lnTo>
                        <a:pt x="180" y="206"/>
                      </a:lnTo>
                      <a:lnTo>
                        <a:pt x="180" y="206"/>
                      </a:lnTo>
                      <a:lnTo>
                        <a:pt x="172" y="210"/>
                      </a:lnTo>
                      <a:lnTo>
                        <a:pt x="172" y="210"/>
                      </a:lnTo>
                      <a:lnTo>
                        <a:pt x="172" y="212"/>
                      </a:lnTo>
                      <a:lnTo>
                        <a:pt x="172" y="212"/>
                      </a:lnTo>
                      <a:lnTo>
                        <a:pt x="178" y="214"/>
                      </a:lnTo>
                      <a:lnTo>
                        <a:pt x="182" y="214"/>
                      </a:lnTo>
                      <a:lnTo>
                        <a:pt x="182" y="214"/>
                      </a:lnTo>
                      <a:lnTo>
                        <a:pt x="186" y="214"/>
                      </a:lnTo>
                      <a:lnTo>
                        <a:pt x="186" y="214"/>
                      </a:lnTo>
                      <a:lnTo>
                        <a:pt x="188" y="214"/>
                      </a:lnTo>
                      <a:lnTo>
                        <a:pt x="190" y="214"/>
                      </a:lnTo>
                      <a:lnTo>
                        <a:pt x="190" y="214"/>
                      </a:lnTo>
                      <a:lnTo>
                        <a:pt x="190" y="216"/>
                      </a:lnTo>
                      <a:lnTo>
                        <a:pt x="190" y="216"/>
                      </a:lnTo>
                      <a:lnTo>
                        <a:pt x="196" y="216"/>
                      </a:lnTo>
                      <a:lnTo>
                        <a:pt x="204" y="218"/>
                      </a:lnTo>
                      <a:lnTo>
                        <a:pt x="204" y="218"/>
                      </a:lnTo>
                      <a:lnTo>
                        <a:pt x="208" y="222"/>
                      </a:lnTo>
                      <a:lnTo>
                        <a:pt x="208" y="222"/>
                      </a:lnTo>
                      <a:lnTo>
                        <a:pt x="210" y="222"/>
                      </a:lnTo>
                      <a:lnTo>
                        <a:pt x="214" y="222"/>
                      </a:lnTo>
                      <a:lnTo>
                        <a:pt x="214" y="222"/>
                      </a:lnTo>
                      <a:lnTo>
                        <a:pt x="216" y="224"/>
                      </a:lnTo>
                      <a:lnTo>
                        <a:pt x="218" y="226"/>
                      </a:lnTo>
                      <a:lnTo>
                        <a:pt x="218" y="226"/>
                      </a:lnTo>
                      <a:lnTo>
                        <a:pt x="220" y="226"/>
                      </a:lnTo>
                      <a:lnTo>
                        <a:pt x="222" y="226"/>
                      </a:lnTo>
                      <a:lnTo>
                        <a:pt x="222" y="226"/>
                      </a:lnTo>
                      <a:lnTo>
                        <a:pt x="226" y="228"/>
                      </a:lnTo>
                      <a:lnTo>
                        <a:pt x="232" y="230"/>
                      </a:lnTo>
                      <a:lnTo>
                        <a:pt x="232" y="230"/>
                      </a:lnTo>
                      <a:lnTo>
                        <a:pt x="238" y="232"/>
                      </a:lnTo>
                      <a:lnTo>
                        <a:pt x="238" y="232"/>
                      </a:lnTo>
                      <a:lnTo>
                        <a:pt x="242" y="236"/>
                      </a:lnTo>
                      <a:lnTo>
                        <a:pt x="242" y="236"/>
                      </a:lnTo>
                      <a:lnTo>
                        <a:pt x="248" y="236"/>
                      </a:lnTo>
                      <a:lnTo>
                        <a:pt x="248" y="236"/>
                      </a:lnTo>
                      <a:lnTo>
                        <a:pt x="256" y="242"/>
                      </a:lnTo>
                      <a:lnTo>
                        <a:pt x="262" y="250"/>
                      </a:lnTo>
                      <a:lnTo>
                        <a:pt x="262" y="250"/>
                      </a:lnTo>
                      <a:lnTo>
                        <a:pt x="266" y="248"/>
                      </a:lnTo>
                      <a:lnTo>
                        <a:pt x="266" y="248"/>
                      </a:lnTo>
                      <a:lnTo>
                        <a:pt x="268" y="250"/>
                      </a:lnTo>
                      <a:lnTo>
                        <a:pt x="270" y="254"/>
                      </a:lnTo>
                      <a:lnTo>
                        <a:pt x="270" y="254"/>
                      </a:lnTo>
                      <a:lnTo>
                        <a:pt x="276" y="254"/>
                      </a:lnTo>
                      <a:lnTo>
                        <a:pt x="286" y="264"/>
                      </a:lnTo>
                      <a:lnTo>
                        <a:pt x="286" y="264"/>
                      </a:lnTo>
                      <a:lnTo>
                        <a:pt x="288" y="270"/>
                      </a:lnTo>
                      <a:lnTo>
                        <a:pt x="288" y="274"/>
                      </a:lnTo>
                      <a:lnTo>
                        <a:pt x="286" y="280"/>
                      </a:lnTo>
                      <a:lnTo>
                        <a:pt x="284" y="282"/>
                      </a:lnTo>
                      <a:lnTo>
                        <a:pt x="284" y="282"/>
                      </a:lnTo>
                      <a:lnTo>
                        <a:pt x="282" y="284"/>
                      </a:lnTo>
                      <a:lnTo>
                        <a:pt x="280" y="286"/>
                      </a:lnTo>
                      <a:lnTo>
                        <a:pt x="280" y="286"/>
                      </a:lnTo>
                      <a:lnTo>
                        <a:pt x="280" y="288"/>
                      </a:lnTo>
                      <a:lnTo>
                        <a:pt x="278" y="288"/>
                      </a:lnTo>
                      <a:lnTo>
                        <a:pt x="276" y="288"/>
                      </a:lnTo>
                      <a:lnTo>
                        <a:pt x="276" y="288"/>
                      </a:lnTo>
                      <a:lnTo>
                        <a:pt x="272" y="294"/>
                      </a:lnTo>
                      <a:lnTo>
                        <a:pt x="272" y="294"/>
                      </a:lnTo>
                      <a:lnTo>
                        <a:pt x="266" y="296"/>
                      </a:lnTo>
                      <a:lnTo>
                        <a:pt x="266" y="296"/>
                      </a:lnTo>
                      <a:lnTo>
                        <a:pt x="262" y="298"/>
                      </a:lnTo>
                      <a:lnTo>
                        <a:pt x="262" y="298"/>
                      </a:lnTo>
                      <a:lnTo>
                        <a:pt x="258" y="298"/>
                      </a:lnTo>
                      <a:lnTo>
                        <a:pt x="256" y="298"/>
                      </a:lnTo>
                      <a:lnTo>
                        <a:pt x="256" y="298"/>
                      </a:lnTo>
                      <a:lnTo>
                        <a:pt x="244" y="296"/>
                      </a:lnTo>
                      <a:lnTo>
                        <a:pt x="232" y="296"/>
                      </a:lnTo>
                      <a:lnTo>
                        <a:pt x="232" y="296"/>
                      </a:lnTo>
                      <a:lnTo>
                        <a:pt x="226" y="292"/>
                      </a:lnTo>
                      <a:lnTo>
                        <a:pt x="226" y="292"/>
                      </a:lnTo>
                      <a:lnTo>
                        <a:pt x="218" y="292"/>
                      </a:lnTo>
                      <a:lnTo>
                        <a:pt x="216" y="290"/>
                      </a:lnTo>
                      <a:lnTo>
                        <a:pt x="216" y="290"/>
                      </a:lnTo>
                      <a:lnTo>
                        <a:pt x="212" y="288"/>
                      </a:lnTo>
                      <a:lnTo>
                        <a:pt x="208" y="288"/>
                      </a:lnTo>
                      <a:lnTo>
                        <a:pt x="208" y="288"/>
                      </a:lnTo>
                      <a:lnTo>
                        <a:pt x="204" y="280"/>
                      </a:lnTo>
                      <a:lnTo>
                        <a:pt x="202" y="282"/>
                      </a:lnTo>
                      <a:lnTo>
                        <a:pt x="202" y="282"/>
                      </a:lnTo>
                      <a:lnTo>
                        <a:pt x="202" y="286"/>
                      </a:lnTo>
                      <a:lnTo>
                        <a:pt x="200" y="286"/>
                      </a:lnTo>
                      <a:lnTo>
                        <a:pt x="200" y="286"/>
                      </a:lnTo>
                      <a:lnTo>
                        <a:pt x="200" y="284"/>
                      </a:lnTo>
                      <a:lnTo>
                        <a:pt x="200" y="284"/>
                      </a:lnTo>
                      <a:lnTo>
                        <a:pt x="194" y="282"/>
                      </a:lnTo>
                      <a:lnTo>
                        <a:pt x="194" y="282"/>
                      </a:lnTo>
                      <a:lnTo>
                        <a:pt x="192" y="278"/>
                      </a:lnTo>
                      <a:lnTo>
                        <a:pt x="192" y="278"/>
                      </a:lnTo>
                      <a:lnTo>
                        <a:pt x="188" y="278"/>
                      </a:lnTo>
                      <a:lnTo>
                        <a:pt x="182" y="278"/>
                      </a:lnTo>
                      <a:lnTo>
                        <a:pt x="182" y="278"/>
                      </a:lnTo>
                      <a:lnTo>
                        <a:pt x="180" y="274"/>
                      </a:lnTo>
                      <a:lnTo>
                        <a:pt x="178" y="270"/>
                      </a:lnTo>
                      <a:lnTo>
                        <a:pt x="178" y="270"/>
                      </a:lnTo>
                      <a:lnTo>
                        <a:pt x="172" y="268"/>
                      </a:lnTo>
                      <a:lnTo>
                        <a:pt x="172" y="268"/>
                      </a:lnTo>
                      <a:lnTo>
                        <a:pt x="170" y="270"/>
                      </a:lnTo>
                      <a:lnTo>
                        <a:pt x="172" y="270"/>
                      </a:lnTo>
                      <a:lnTo>
                        <a:pt x="172" y="270"/>
                      </a:lnTo>
                      <a:lnTo>
                        <a:pt x="176" y="278"/>
                      </a:lnTo>
                      <a:lnTo>
                        <a:pt x="178" y="280"/>
                      </a:lnTo>
                      <a:lnTo>
                        <a:pt x="176" y="282"/>
                      </a:lnTo>
                      <a:lnTo>
                        <a:pt x="176" y="282"/>
                      </a:lnTo>
                      <a:lnTo>
                        <a:pt x="182" y="282"/>
                      </a:lnTo>
                      <a:lnTo>
                        <a:pt x="184" y="284"/>
                      </a:lnTo>
                      <a:lnTo>
                        <a:pt x="180" y="286"/>
                      </a:lnTo>
                      <a:lnTo>
                        <a:pt x="180" y="288"/>
                      </a:lnTo>
                      <a:lnTo>
                        <a:pt x="180" y="288"/>
                      </a:lnTo>
                      <a:lnTo>
                        <a:pt x="182" y="290"/>
                      </a:lnTo>
                      <a:lnTo>
                        <a:pt x="182" y="292"/>
                      </a:lnTo>
                      <a:lnTo>
                        <a:pt x="182" y="292"/>
                      </a:lnTo>
                      <a:lnTo>
                        <a:pt x="186" y="292"/>
                      </a:lnTo>
                      <a:lnTo>
                        <a:pt x="188" y="290"/>
                      </a:lnTo>
                      <a:lnTo>
                        <a:pt x="188" y="294"/>
                      </a:lnTo>
                      <a:lnTo>
                        <a:pt x="188" y="294"/>
                      </a:lnTo>
                      <a:lnTo>
                        <a:pt x="182" y="294"/>
                      </a:lnTo>
                      <a:lnTo>
                        <a:pt x="182" y="294"/>
                      </a:lnTo>
                      <a:lnTo>
                        <a:pt x="186" y="296"/>
                      </a:lnTo>
                      <a:lnTo>
                        <a:pt x="186" y="296"/>
                      </a:lnTo>
                      <a:lnTo>
                        <a:pt x="196" y="298"/>
                      </a:lnTo>
                      <a:lnTo>
                        <a:pt x="198" y="300"/>
                      </a:lnTo>
                      <a:lnTo>
                        <a:pt x="198" y="300"/>
                      </a:lnTo>
                      <a:lnTo>
                        <a:pt x="202" y="300"/>
                      </a:lnTo>
                      <a:lnTo>
                        <a:pt x="206" y="300"/>
                      </a:lnTo>
                      <a:lnTo>
                        <a:pt x="206" y="300"/>
                      </a:lnTo>
                      <a:lnTo>
                        <a:pt x="206" y="304"/>
                      </a:lnTo>
                      <a:lnTo>
                        <a:pt x="208" y="306"/>
                      </a:lnTo>
                      <a:lnTo>
                        <a:pt x="208" y="306"/>
                      </a:lnTo>
                      <a:lnTo>
                        <a:pt x="212" y="306"/>
                      </a:lnTo>
                      <a:lnTo>
                        <a:pt x="212" y="306"/>
                      </a:lnTo>
                      <a:lnTo>
                        <a:pt x="212" y="308"/>
                      </a:lnTo>
                      <a:lnTo>
                        <a:pt x="212" y="310"/>
                      </a:lnTo>
                      <a:lnTo>
                        <a:pt x="212" y="310"/>
                      </a:lnTo>
                      <a:lnTo>
                        <a:pt x="210" y="312"/>
                      </a:lnTo>
                      <a:lnTo>
                        <a:pt x="210" y="318"/>
                      </a:lnTo>
                      <a:lnTo>
                        <a:pt x="210" y="318"/>
                      </a:lnTo>
                      <a:lnTo>
                        <a:pt x="212" y="322"/>
                      </a:lnTo>
                      <a:lnTo>
                        <a:pt x="212" y="322"/>
                      </a:lnTo>
                      <a:lnTo>
                        <a:pt x="214" y="342"/>
                      </a:lnTo>
                      <a:lnTo>
                        <a:pt x="214" y="342"/>
                      </a:lnTo>
                      <a:lnTo>
                        <a:pt x="216" y="342"/>
                      </a:lnTo>
                      <a:lnTo>
                        <a:pt x="218" y="344"/>
                      </a:lnTo>
                      <a:lnTo>
                        <a:pt x="220" y="342"/>
                      </a:lnTo>
                      <a:lnTo>
                        <a:pt x="220" y="342"/>
                      </a:lnTo>
                      <a:lnTo>
                        <a:pt x="220" y="342"/>
                      </a:lnTo>
                      <a:lnTo>
                        <a:pt x="220" y="342"/>
                      </a:lnTo>
                      <a:lnTo>
                        <a:pt x="222" y="340"/>
                      </a:lnTo>
                      <a:lnTo>
                        <a:pt x="222" y="340"/>
                      </a:lnTo>
                      <a:lnTo>
                        <a:pt x="226" y="344"/>
                      </a:lnTo>
                      <a:lnTo>
                        <a:pt x="226" y="344"/>
                      </a:lnTo>
                      <a:lnTo>
                        <a:pt x="226" y="352"/>
                      </a:lnTo>
                      <a:lnTo>
                        <a:pt x="226" y="352"/>
                      </a:lnTo>
                      <a:lnTo>
                        <a:pt x="234" y="350"/>
                      </a:lnTo>
                      <a:lnTo>
                        <a:pt x="240" y="352"/>
                      </a:lnTo>
                      <a:lnTo>
                        <a:pt x="240" y="352"/>
                      </a:lnTo>
                      <a:lnTo>
                        <a:pt x="244" y="354"/>
                      </a:lnTo>
                      <a:lnTo>
                        <a:pt x="244" y="356"/>
                      </a:lnTo>
                      <a:lnTo>
                        <a:pt x="244" y="356"/>
                      </a:lnTo>
                      <a:lnTo>
                        <a:pt x="246" y="356"/>
                      </a:lnTo>
                      <a:lnTo>
                        <a:pt x="248" y="354"/>
                      </a:lnTo>
                      <a:lnTo>
                        <a:pt x="248" y="352"/>
                      </a:lnTo>
                      <a:lnTo>
                        <a:pt x="248" y="352"/>
                      </a:lnTo>
                      <a:lnTo>
                        <a:pt x="252" y="352"/>
                      </a:lnTo>
                      <a:lnTo>
                        <a:pt x="252" y="352"/>
                      </a:lnTo>
                      <a:lnTo>
                        <a:pt x="252" y="350"/>
                      </a:lnTo>
                      <a:lnTo>
                        <a:pt x="252" y="338"/>
                      </a:lnTo>
                      <a:lnTo>
                        <a:pt x="252" y="338"/>
                      </a:lnTo>
                      <a:lnTo>
                        <a:pt x="246" y="336"/>
                      </a:lnTo>
                      <a:lnTo>
                        <a:pt x="246" y="336"/>
                      </a:lnTo>
                      <a:lnTo>
                        <a:pt x="242" y="330"/>
                      </a:lnTo>
                      <a:lnTo>
                        <a:pt x="240" y="324"/>
                      </a:lnTo>
                      <a:lnTo>
                        <a:pt x="240" y="324"/>
                      </a:lnTo>
                      <a:lnTo>
                        <a:pt x="244" y="324"/>
                      </a:lnTo>
                      <a:lnTo>
                        <a:pt x="244" y="324"/>
                      </a:lnTo>
                      <a:lnTo>
                        <a:pt x="244" y="318"/>
                      </a:lnTo>
                      <a:lnTo>
                        <a:pt x="244" y="318"/>
                      </a:lnTo>
                      <a:lnTo>
                        <a:pt x="242" y="318"/>
                      </a:lnTo>
                      <a:lnTo>
                        <a:pt x="242" y="316"/>
                      </a:lnTo>
                      <a:lnTo>
                        <a:pt x="244" y="316"/>
                      </a:lnTo>
                      <a:lnTo>
                        <a:pt x="248" y="316"/>
                      </a:lnTo>
                      <a:lnTo>
                        <a:pt x="248" y="316"/>
                      </a:lnTo>
                      <a:lnTo>
                        <a:pt x="250" y="318"/>
                      </a:lnTo>
                      <a:lnTo>
                        <a:pt x="252" y="320"/>
                      </a:lnTo>
                      <a:lnTo>
                        <a:pt x="252" y="320"/>
                      </a:lnTo>
                      <a:lnTo>
                        <a:pt x="260" y="324"/>
                      </a:lnTo>
                      <a:lnTo>
                        <a:pt x="260" y="324"/>
                      </a:lnTo>
                      <a:lnTo>
                        <a:pt x="260" y="326"/>
                      </a:lnTo>
                      <a:lnTo>
                        <a:pt x="260" y="326"/>
                      </a:lnTo>
                      <a:lnTo>
                        <a:pt x="264" y="328"/>
                      </a:lnTo>
                      <a:lnTo>
                        <a:pt x="268" y="328"/>
                      </a:lnTo>
                      <a:lnTo>
                        <a:pt x="268" y="328"/>
                      </a:lnTo>
                      <a:lnTo>
                        <a:pt x="272" y="330"/>
                      </a:lnTo>
                      <a:lnTo>
                        <a:pt x="272" y="330"/>
                      </a:lnTo>
                      <a:lnTo>
                        <a:pt x="284" y="332"/>
                      </a:lnTo>
                      <a:lnTo>
                        <a:pt x="284" y="332"/>
                      </a:lnTo>
                      <a:lnTo>
                        <a:pt x="282" y="328"/>
                      </a:lnTo>
                      <a:lnTo>
                        <a:pt x="280" y="322"/>
                      </a:lnTo>
                      <a:lnTo>
                        <a:pt x="280" y="322"/>
                      </a:lnTo>
                      <a:lnTo>
                        <a:pt x="276" y="318"/>
                      </a:lnTo>
                      <a:lnTo>
                        <a:pt x="274" y="316"/>
                      </a:lnTo>
                      <a:lnTo>
                        <a:pt x="272" y="314"/>
                      </a:lnTo>
                      <a:lnTo>
                        <a:pt x="272" y="314"/>
                      </a:lnTo>
                      <a:lnTo>
                        <a:pt x="272" y="310"/>
                      </a:lnTo>
                      <a:lnTo>
                        <a:pt x="272" y="310"/>
                      </a:lnTo>
                      <a:lnTo>
                        <a:pt x="278" y="306"/>
                      </a:lnTo>
                      <a:lnTo>
                        <a:pt x="284" y="302"/>
                      </a:lnTo>
                      <a:lnTo>
                        <a:pt x="284" y="302"/>
                      </a:lnTo>
                      <a:lnTo>
                        <a:pt x="286" y="296"/>
                      </a:lnTo>
                      <a:lnTo>
                        <a:pt x="286" y="296"/>
                      </a:lnTo>
                      <a:lnTo>
                        <a:pt x="288" y="296"/>
                      </a:lnTo>
                      <a:lnTo>
                        <a:pt x="292" y="296"/>
                      </a:lnTo>
                      <a:lnTo>
                        <a:pt x="292" y="296"/>
                      </a:lnTo>
                      <a:lnTo>
                        <a:pt x="296" y="292"/>
                      </a:lnTo>
                      <a:lnTo>
                        <a:pt x="298" y="290"/>
                      </a:lnTo>
                      <a:lnTo>
                        <a:pt x="302" y="290"/>
                      </a:lnTo>
                      <a:lnTo>
                        <a:pt x="302" y="290"/>
                      </a:lnTo>
                      <a:lnTo>
                        <a:pt x="306" y="294"/>
                      </a:lnTo>
                      <a:lnTo>
                        <a:pt x="306" y="294"/>
                      </a:lnTo>
                      <a:lnTo>
                        <a:pt x="310" y="294"/>
                      </a:lnTo>
                      <a:lnTo>
                        <a:pt x="310" y="294"/>
                      </a:lnTo>
                      <a:lnTo>
                        <a:pt x="314" y="300"/>
                      </a:lnTo>
                      <a:lnTo>
                        <a:pt x="314" y="302"/>
                      </a:lnTo>
                      <a:lnTo>
                        <a:pt x="314" y="302"/>
                      </a:lnTo>
                      <a:lnTo>
                        <a:pt x="320" y="302"/>
                      </a:lnTo>
                      <a:lnTo>
                        <a:pt x="320" y="302"/>
                      </a:lnTo>
                      <a:lnTo>
                        <a:pt x="320" y="294"/>
                      </a:lnTo>
                      <a:lnTo>
                        <a:pt x="324" y="286"/>
                      </a:lnTo>
                      <a:lnTo>
                        <a:pt x="324" y="286"/>
                      </a:lnTo>
                      <a:lnTo>
                        <a:pt x="328" y="282"/>
                      </a:lnTo>
                      <a:lnTo>
                        <a:pt x="328" y="282"/>
                      </a:lnTo>
                      <a:lnTo>
                        <a:pt x="328" y="280"/>
                      </a:lnTo>
                      <a:lnTo>
                        <a:pt x="328" y="280"/>
                      </a:lnTo>
                      <a:lnTo>
                        <a:pt x="328" y="280"/>
                      </a:lnTo>
                      <a:lnTo>
                        <a:pt x="328" y="276"/>
                      </a:lnTo>
                      <a:lnTo>
                        <a:pt x="328" y="276"/>
                      </a:lnTo>
                      <a:lnTo>
                        <a:pt x="324" y="272"/>
                      </a:lnTo>
                      <a:lnTo>
                        <a:pt x="322" y="270"/>
                      </a:lnTo>
                      <a:lnTo>
                        <a:pt x="322" y="266"/>
                      </a:lnTo>
                      <a:lnTo>
                        <a:pt x="322" y="266"/>
                      </a:lnTo>
                      <a:lnTo>
                        <a:pt x="324" y="264"/>
                      </a:lnTo>
                      <a:lnTo>
                        <a:pt x="326" y="260"/>
                      </a:lnTo>
                      <a:lnTo>
                        <a:pt x="326" y="260"/>
                      </a:lnTo>
                      <a:lnTo>
                        <a:pt x="328" y="260"/>
                      </a:lnTo>
                      <a:lnTo>
                        <a:pt x="328" y="260"/>
                      </a:lnTo>
                      <a:lnTo>
                        <a:pt x="328" y="256"/>
                      </a:lnTo>
                      <a:lnTo>
                        <a:pt x="328" y="256"/>
                      </a:lnTo>
                      <a:lnTo>
                        <a:pt x="330" y="256"/>
                      </a:lnTo>
                      <a:lnTo>
                        <a:pt x="330" y="256"/>
                      </a:lnTo>
                      <a:lnTo>
                        <a:pt x="332" y="250"/>
                      </a:lnTo>
                      <a:lnTo>
                        <a:pt x="332" y="246"/>
                      </a:lnTo>
                      <a:lnTo>
                        <a:pt x="332" y="246"/>
                      </a:lnTo>
                      <a:lnTo>
                        <a:pt x="328" y="242"/>
                      </a:lnTo>
                      <a:lnTo>
                        <a:pt x="322" y="236"/>
                      </a:lnTo>
                      <a:lnTo>
                        <a:pt x="322" y="236"/>
                      </a:lnTo>
                      <a:lnTo>
                        <a:pt x="322" y="232"/>
                      </a:lnTo>
                      <a:lnTo>
                        <a:pt x="322" y="232"/>
                      </a:lnTo>
                      <a:lnTo>
                        <a:pt x="328" y="236"/>
                      </a:lnTo>
                      <a:lnTo>
                        <a:pt x="336" y="238"/>
                      </a:lnTo>
                      <a:lnTo>
                        <a:pt x="338" y="240"/>
                      </a:lnTo>
                      <a:lnTo>
                        <a:pt x="338" y="240"/>
                      </a:lnTo>
                      <a:lnTo>
                        <a:pt x="344" y="240"/>
                      </a:lnTo>
                      <a:lnTo>
                        <a:pt x="350" y="242"/>
                      </a:lnTo>
                      <a:lnTo>
                        <a:pt x="350" y="242"/>
                      </a:lnTo>
                      <a:lnTo>
                        <a:pt x="354" y="244"/>
                      </a:lnTo>
                      <a:lnTo>
                        <a:pt x="356" y="248"/>
                      </a:lnTo>
                      <a:lnTo>
                        <a:pt x="360" y="254"/>
                      </a:lnTo>
                      <a:lnTo>
                        <a:pt x="360" y="254"/>
                      </a:lnTo>
                      <a:lnTo>
                        <a:pt x="362" y="256"/>
                      </a:lnTo>
                      <a:lnTo>
                        <a:pt x="362" y="256"/>
                      </a:lnTo>
                      <a:lnTo>
                        <a:pt x="362" y="260"/>
                      </a:lnTo>
                      <a:lnTo>
                        <a:pt x="362" y="260"/>
                      </a:lnTo>
                      <a:lnTo>
                        <a:pt x="366" y="262"/>
                      </a:lnTo>
                      <a:lnTo>
                        <a:pt x="364" y="266"/>
                      </a:lnTo>
                      <a:lnTo>
                        <a:pt x="364" y="266"/>
                      </a:lnTo>
                      <a:lnTo>
                        <a:pt x="350" y="266"/>
                      </a:lnTo>
                      <a:lnTo>
                        <a:pt x="350" y="266"/>
                      </a:lnTo>
                      <a:lnTo>
                        <a:pt x="348" y="272"/>
                      </a:lnTo>
                      <a:lnTo>
                        <a:pt x="348" y="272"/>
                      </a:lnTo>
                      <a:lnTo>
                        <a:pt x="346" y="274"/>
                      </a:lnTo>
                      <a:lnTo>
                        <a:pt x="346" y="274"/>
                      </a:lnTo>
                      <a:lnTo>
                        <a:pt x="346" y="278"/>
                      </a:lnTo>
                      <a:lnTo>
                        <a:pt x="346" y="278"/>
                      </a:lnTo>
                      <a:lnTo>
                        <a:pt x="348" y="282"/>
                      </a:lnTo>
                      <a:lnTo>
                        <a:pt x="348" y="282"/>
                      </a:lnTo>
                      <a:lnTo>
                        <a:pt x="350" y="292"/>
                      </a:lnTo>
                      <a:lnTo>
                        <a:pt x="350" y="292"/>
                      </a:lnTo>
                      <a:lnTo>
                        <a:pt x="356" y="292"/>
                      </a:lnTo>
                      <a:lnTo>
                        <a:pt x="362" y="290"/>
                      </a:lnTo>
                      <a:lnTo>
                        <a:pt x="362" y="290"/>
                      </a:lnTo>
                      <a:lnTo>
                        <a:pt x="370" y="288"/>
                      </a:lnTo>
                      <a:lnTo>
                        <a:pt x="370" y="288"/>
                      </a:lnTo>
                      <a:lnTo>
                        <a:pt x="370" y="286"/>
                      </a:lnTo>
                      <a:lnTo>
                        <a:pt x="370" y="286"/>
                      </a:lnTo>
                      <a:lnTo>
                        <a:pt x="376" y="286"/>
                      </a:lnTo>
                      <a:lnTo>
                        <a:pt x="376" y="286"/>
                      </a:lnTo>
                      <a:lnTo>
                        <a:pt x="376" y="274"/>
                      </a:lnTo>
                      <a:lnTo>
                        <a:pt x="378" y="264"/>
                      </a:lnTo>
                      <a:lnTo>
                        <a:pt x="378" y="264"/>
                      </a:lnTo>
                      <a:lnTo>
                        <a:pt x="380" y="266"/>
                      </a:lnTo>
                      <a:lnTo>
                        <a:pt x="382" y="266"/>
                      </a:lnTo>
                      <a:lnTo>
                        <a:pt x="382" y="266"/>
                      </a:lnTo>
                      <a:lnTo>
                        <a:pt x="388" y="262"/>
                      </a:lnTo>
                      <a:lnTo>
                        <a:pt x="388" y="262"/>
                      </a:lnTo>
                      <a:lnTo>
                        <a:pt x="388" y="258"/>
                      </a:lnTo>
                      <a:lnTo>
                        <a:pt x="388" y="258"/>
                      </a:lnTo>
                      <a:lnTo>
                        <a:pt x="398" y="258"/>
                      </a:lnTo>
                      <a:lnTo>
                        <a:pt x="406" y="256"/>
                      </a:lnTo>
                      <a:lnTo>
                        <a:pt x="406" y="256"/>
                      </a:lnTo>
                      <a:lnTo>
                        <a:pt x="408" y="252"/>
                      </a:lnTo>
                      <a:lnTo>
                        <a:pt x="408" y="252"/>
                      </a:lnTo>
                      <a:lnTo>
                        <a:pt x="414" y="252"/>
                      </a:lnTo>
                      <a:lnTo>
                        <a:pt x="414" y="252"/>
                      </a:lnTo>
                      <a:lnTo>
                        <a:pt x="418" y="248"/>
                      </a:lnTo>
                      <a:lnTo>
                        <a:pt x="418" y="248"/>
                      </a:lnTo>
                      <a:lnTo>
                        <a:pt x="424" y="248"/>
                      </a:lnTo>
                      <a:lnTo>
                        <a:pt x="424" y="248"/>
                      </a:lnTo>
                      <a:lnTo>
                        <a:pt x="426" y="244"/>
                      </a:lnTo>
                      <a:lnTo>
                        <a:pt x="426" y="244"/>
                      </a:lnTo>
                      <a:lnTo>
                        <a:pt x="432" y="244"/>
                      </a:lnTo>
                      <a:lnTo>
                        <a:pt x="436" y="244"/>
                      </a:lnTo>
                      <a:lnTo>
                        <a:pt x="436" y="244"/>
                      </a:lnTo>
                      <a:lnTo>
                        <a:pt x="436" y="246"/>
                      </a:lnTo>
                      <a:lnTo>
                        <a:pt x="438" y="248"/>
                      </a:lnTo>
                      <a:lnTo>
                        <a:pt x="438" y="246"/>
                      </a:lnTo>
                      <a:lnTo>
                        <a:pt x="438" y="246"/>
                      </a:lnTo>
                      <a:lnTo>
                        <a:pt x="438" y="244"/>
                      </a:lnTo>
                      <a:lnTo>
                        <a:pt x="438" y="244"/>
                      </a:lnTo>
                      <a:lnTo>
                        <a:pt x="438" y="242"/>
                      </a:lnTo>
                      <a:lnTo>
                        <a:pt x="438" y="240"/>
                      </a:lnTo>
                      <a:lnTo>
                        <a:pt x="438" y="240"/>
                      </a:lnTo>
                      <a:lnTo>
                        <a:pt x="446" y="236"/>
                      </a:lnTo>
                      <a:lnTo>
                        <a:pt x="446" y="236"/>
                      </a:lnTo>
                      <a:lnTo>
                        <a:pt x="448" y="234"/>
                      </a:lnTo>
                      <a:lnTo>
                        <a:pt x="450" y="232"/>
                      </a:lnTo>
                      <a:lnTo>
                        <a:pt x="450" y="232"/>
                      </a:lnTo>
                      <a:lnTo>
                        <a:pt x="452" y="232"/>
                      </a:lnTo>
                      <a:lnTo>
                        <a:pt x="452" y="232"/>
                      </a:lnTo>
                      <a:lnTo>
                        <a:pt x="452" y="234"/>
                      </a:lnTo>
                      <a:lnTo>
                        <a:pt x="452" y="234"/>
                      </a:lnTo>
                      <a:lnTo>
                        <a:pt x="452" y="234"/>
                      </a:lnTo>
                      <a:lnTo>
                        <a:pt x="452" y="236"/>
                      </a:lnTo>
                      <a:lnTo>
                        <a:pt x="452" y="236"/>
                      </a:lnTo>
                      <a:lnTo>
                        <a:pt x="450" y="238"/>
                      </a:lnTo>
                      <a:lnTo>
                        <a:pt x="452" y="238"/>
                      </a:lnTo>
                      <a:lnTo>
                        <a:pt x="456" y="238"/>
                      </a:lnTo>
                      <a:lnTo>
                        <a:pt x="456" y="238"/>
                      </a:lnTo>
                      <a:lnTo>
                        <a:pt x="456" y="242"/>
                      </a:lnTo>
                      <a:lnTo>
                        <a:pt x="456" y="242"/>
                      </a:lnTo>
                      <a:lnTo>
                        <a:pt x="460" y="244"/>
                      </a:lnTo>
                      <a:lnTo>
                        <a:pt x="460" y="244"/>
                      </a:lnTo>
                      <a:lnTo>
                        <a:pt x="460" y="248"/>
                      </a:lnTo>
                      <a:lnTo>
                        <a:pt x="460" y="248"/>
                      </a:lnTo>
                      <a:lnTo>
                        <a:pt x="452" y="248"/>
                      </a:lnTo>
                      <a:lnTo>
                        <a:pt x="452" y="248"/>
                      </a:lnTo>
                      <a:lnTo>
                        <a:pt x="450" y="250"/>
                      </a:lnTo>
                      <a:lnTo>
                        <a:pt x="450" y="250"/>
                      </a:lnTo>
                      <a:lnTo>
                        <a:pt x="450" y="252"/>
                      </a:lnTo>
                      <a:lnTo>
                        <a:pt x="450" y="252"/>
                      </a:lnTo>
                      <a:lnTo>
                        <a:pt x="462" y="252"/>
                      </a:lnTo>
                      <a:lnTo>
                        <a:pt x="462" y="252"/>
                      </a:lnTo>
                      <a:lnTo>
                        <a:pt x="468" y="248"/>
                      </a:lnTo>
                      <a:lnTo>
                        <a:pt x="468" y="248"/>
                      </a:lnTo>
                      <a:lnTo>
                        <a:pt x="470" y="248"/>
                      </a:lnTo>
                      <a:lnTo>
                        <a:pt x="470" y="250"/>
                      </a:lnTo>
                      <a:lnTo>
                        <a:pt x="470" y="250"/>
                      </a:lnTo>
                      <a:lnTo>
                        <a:pt x="474" y="252"/>
                      </a:lnTo>
                      <a:lnTo>
                        <a:pt x="474" y="252"/>
                      </a:lnTo>
                      <a:lnTo>
                        <a:pt x="474" y="252"/>
                      </a:lnTo>
                      <a:lnTo>
                        <a:pt x="476" y="250"/>
                      </a:lnTo>
                      <a:lnTo>
                        <a:pt x="476" y="250"/>
                      </a:lnTo>
                      <a:lnTo>
                        <a:pt x="474" y="246"/>
                      </a:lnTo>
                      <a:lnTo>
                        <a:pt x="474" y="246"/>
                      </a:lnTo>
                      <a:lnTo>
                        <a:pt x="482" y="242"/>
                      </a:lnTo>
                      <a:lnTo>
                        <a:pt x="490" y="240"/>
                      </a:lnTo>
                      <a:lnTo>
                        <a:pt x="490" y="240"/>
                      </a:lnTo>
                      <a:lnTo>
                        <a:pt x="494" y="240"/>
                      </a:lnTo>
                      <a:lnTo>
                        <a:pt x="498" y="240"/>
                      </a:lnTo>
                      <a:lnTo>
                        <a:pt x="506" y="246"/>
                      </a:lnTo>
                      <a:lnTo>
                        <a:pt x="506" y="246"/>
                      </a:lnTo>
                      <a:lnTo>
                        <a:pt x="510" y="246"/>
                      </a:lnTo>
                      <a:lnTo>
                        <a:pt x="510" y="246"/>
                      </a:lnTo>
                      <a:lnTo>
                        <a:pt x="512" y="242"/>
                      </a:lnTo>
                      <a:lnTo>
                        <a:pt x="512" y="242"/>
                      </a:lnTo>
                      <a:lnTo>
                        <a:pt x="510" y="240"/>
                      </a:lnTo>
                      <a:lnTo>
                        <a:pt x="510" y="240"/>
                      </a:lnTo>
                      <a:lnTo>
                        <a:pt x="510" y="240"/>
                      </a:lnTo>
                      <a:lnTo>
                        <a:pt x="510" y="238"/>
                      </a:lnTo>
                      <a:lnTo>
                        <a:pt x="510" y="238"/>
                      </a:lnTo>
                      <a:lnTo>
                        <a:pt x="512" y="238"/>
                      </a:lnTo>
                      <a:lnTo>
                        <a:pt x="512" y="238"/>
                      </a:lnTo>
                      <a:lnTo>
                        <a:pt x="512" y="240"/>
                      </a:lnTo>
                      <a:lnTo>
                        <a:pt x="512" y="240"/>
                      </a:lnTo>
                      <a:lnTo>
                        <a:pt x="514" y="240"/>
                      </a:lnTo>
                      <a:lnTo>
                        <a:pt x="518" y="238"/>
                      </a:lnTo>
                      <a:lnTo>
                        <a:pt x="524" y="234"/>
                      </a:lnTo>
                      <a:lnTo>
                        <a:pt x="524" y="234"/>
                      </a:lnTo>
                      <a:lnTo>
                        <a:pt x="530" y="234"/>
                      </a:lnTo>
                      <a:lnTo>
                        <a:pt x="530" y="234"/>
                      </a:lnTo>
                      <a:lnTo>
                        <a:pt x="528" y="248"/>
                      </a:lnTo>
                      <a:lnTo>
                        <a:pt x="528" y="248"/>
                      </a:lnTo>
                      <a:lnTo>
                        <a:pt x="536" y="254"/>
                      </a:lnTo>
                      <a:lnTo>
                        <a:pt x="536" y="254"/>
                      </a:lnTo>
                      <a:lnTo>
                        <a:pt x="538" y="244"/>
                      </a:lnTo>
                      <a:lnTo>
                        <a:pt x="538" y="244"/>
                      </a:lnTo>
                      <a:lnTo>
                        <a:pt x="542" y="242"/>
                      </a:lnTo>
                      <a:lnTo>
                        <a:pt x="542" y="242"/>
                      </a:lnTo>
                      <a:lnTo>
                        <a:pt x="544" y="244"/>
                      </a:lnTo>
                      <a:lnTo>
                        <a:pt x="546" y="244"/>
                      </a:lnTo>
                      <a:lnTo>
                        <a:pt x="550" y="244"/>
                      </a:lnTo>
                      <a:lnTo>
                        <a:pt x="550" y="244"/>
                      </a:lnTo>
                      <a:lnTo>
                        <a:pt x="552" y="242"/>
                      </a:lnTo>
                      <a:lnTo>
                        <a:pt x="552" y="242"/>
                      </a:lnTo>
                      <a:lnTo>
                        <a:pt x="552" y="232"/>
                      </a:lnTo>
                      <a:lnTo>
                        <a:pt x="552" y="226"/>
                      </a:lnTo>
                      <a:lnTo>
                        <a:pt x="550" y="222"/>
                      </a:lnTo>
                      <a:lnTo>
                        <a:pt x="550" y="222"/>
                      </a:lnTo>
                      <a:lnTo>
                        <a:pt x="548" y="220"/>
                      </a:lnTo>
                      <a:lnTo>
                        <a:pt x="548" y="220"/>
                      </a:lnTo>
                      <a:lnTo>
                        <a:pt x="548" y="218"/>
                      </a:lnTo>
                      <a:lnTo>
                        <a:pt x="548" y="218"/>
                      </a:lnTo>
                      <a:lnTo>
                        <a:pt x="554" y="216"/>
                      </a:lnTo>
                      <a:lnTo>
                        <a:pt x="554" y="216"/>
                      </a:lnTo>
                      <a:lnTo>
                        <a:pt x="556" y="212"/>
                      </a:lnTo>
                      <a:lnTo>
                        <a:pt x="556" y="212"/>
                      </a:lnTo>
                      <a:lnTo>
                        <a:pt x="562" y="212"/>
                      </a:lnTo>
                      <a:lnTo>
                        <a:pt x="566" y="214"/>
                      </a:lnTo>
                      <a:lnTo>
                        <a:pt x="566" y="214"/>
                      </a:lnTo>
                      <a:lnTo>
                        <a:pt x="572" y="214"/>
                      </a:lnTo>
                      <a:lnTo>
                        <a:pt x="576" y="212"/>
                      </a:lnTo>
                      <a:lnTo>
                        <a:pt x="576" y="210"/>
                      </a:lnTo>
                      <a:lnTo>
                        <a:pt x="578" y="210"/>
                      </a:lnTo>
                      <a:lnTo>
                        <a:pt x="578" y="210"/>
                      </a:lnTo>
                      <a:lnTo>
                        <a:pt x="582" y="210"/>
                      </a:lnTo>
                      <a:lnTo>
                        <a:pt x="584" y="210"/>
                      </a:lnTo>
                      <a:lnTo>
                        <a:pt x="586" y="214"/>
                      </a:lnTo>
                      <a:lnTo>
                        <a:pt x="586" y="214"/>
                      </a:lnTo>
                      <a:lnTo>
                        <a:pt x="588" y="214"/>
                      </a:lnTo>
                      <a:lnTo>
                        <a:pt x="590" y="214"/>
                      </a:lnTo>
                      <a:lnTo>
                        <a:pt x="590" y="214"/>
                      </a:lnTo>
                      <a:lnTo>
                        <a:pt x="590" y="216"/>
                      </a:lnTo>
                      <a:lnTo>
                        <a:pt x="592" y="218"/>
                      </a:lnTo>
                      <a:lnTo>
                        <a:pt x="592" y="218"/>
                      </a:lnTo>
                      <a:lnTo>
                        <a:pt x="600" y="218"/>
                      </a:lnTo>
                      <a:lnTo>
                        <a:pt x="606" y="220"/>
                      </a:lnTo>
                      <a:lnTo>
                        <a:pt x="606" y="220"/>
                      </a:lnTo>
                      <a:lnTo>
                        <a:pt x="604" y="232"/>
                      </a:lnTo>
                      <a:lnTo>
                        <a:pt x="606" y="232"/>
                      </a:lnTo>
                      <a:lnTo>
                        <a:pt x="610" y="224"/>
                      </a:lnTo>
                      <a:lnTo>
                        <a:pt x="610" y="224"/>
                      </a:lnTo>
                      <a:lnTo>
                        <a:pt x="622" y="228"/>
                      </a:lnTo>
                      <a:lnTo>
                        <a:pt x="622" y="228"/>
                      </a:lnTo>
                      <a:lnTo>
                        <a:pt x="620" y="230"/>
                      </a:lnTo>
                      <a:lnTo>
                        <a:pt x="620" y="230"/>
                      </a:lnTo>
                      <a:lnTo>
                        <a:pt x="620" y="232"/>
                      </a:lnTo>
                      <a:lnTo>
                        <a:pt x="620" y="232"/>
                      </a:lnTo>
                      <a:lnTo>
                        <a:pt x="626" y="234"/>
                      </a:lnTo>
                      <a:lnTo>
                        <a:pt x="632" y="236"/>
                      </a:lnTo>
                      <a:lnTo>
                        <a:pt x="638" y="244"/>
                      </a:lnTo>
                      <a:lnTo>
                        <a:pt x="638" y="244"/>
                      </a:lnTo>
                      <a:lnTo>
                        <a:pt x="640" y="248"/>
                      </a:lnTo>
                      <a:lnTo>
                        <a:pt x="640" y="248"/>
                      </a:lnTo>
                      <a:lnTo>
                        <a:pt x="642" y="248"/>
                      </a:lnTo>
                      <a:lnTo>
                        <a:pt x="644" y="248"/>
                      </a:lnTo>
                      <a:lnTo>
                        <a:pt x="644" y="248"/>
                      </a:lnTo>
                      <a:lnTo>
                        <a:pt x="646" y="254"/>
                      </a:lnTo>
                      <a:lnTo>
                        <a:pt x="646" y="254"/>
                      </a:lnTo>
                      <a:lnTo>
                        <a:pt x="648" y="254"/>
                      </a:lnTo>
                      <a:lnTo>
                        <a:pt x="652" y="252"/>
                      </a:lnTo>
                      <a:lnTo>
                        <a:pt x="652" y="252"/>
                      </a:lnTo>
                      <a:lnTo>
                        <a:pt x="654" y="244"/>
                      </a:lnTo>
                      <a:lnTo>
                        <a:pt x="656" y="236"/>
                      </a:lnTo>
                      <a:lnTo>
                        <a:pt x="654" y="236"/>
                      </a:lnTo>
                      <a:lnTo>
                        <a:pt x="654" y="236"/>
                      </a:lnTo>
                      <a:lnTo>
                        <a:pt x="652" y="238"/>
                      </a:lnTo>
                      <a:lnTo>
                        <a:pt x="652" y="238"/>
                      </a:lnTo>
                      <a:lnTo>
                        <a:pt x="652" y="238"/>
                      </a:lnTo>
                      <a:lnTo>
                        <a:pt x="648" y="230"/>
                      </a:lnTo>
                      <a:lnTo>
                        <a:pt x="648" y="230"/>
                      </a:lnTo>
                      <a:lnTo>
                        <a:pt x="648" y="230"/>
                      </a:lnTo>
                      <a:lnTo>
                        <a:pt x="648" y="228"/>
                      </a:lnTo>
                      <a:lnTo>
                        <a:pt x="648" y="228"/>
                      </a:lnTo>
                      <a:lnTo>
                        <a:pt x="648" y="226"/>
                      </a:lnTo>
                      <a:lnTo>
                        <a:pt x="648" y="224"/>
                      </a:lnTo>
                      <a:lnTo>
                        <a:pt x="652" y="222"/>
                      </a:lnTo>
                      <a:lnTo>
                        <a:pt x="652" y="222"/>
                      </a:lnTo>
                      <a:lnTo>
                        <a:pt x="652" y="218"/>
                      </a:lnTo>
                      <a:lnTo>
                        <a:pt x="652" y="218"/>
                      </a:lnTo>
                      <a:lnTo>
                        <a:pt x="648" y="218"/>
                      </a:lnTo>
                      <a:lnTo>
                        <a:pt x="648" y="218"/>
                      </a:lnTo>
                      <a:lnTo>
                        <a:pt x="648" y="218"/>
                      </a:lnTo>
                      <a:lnTo>
                        <a:pt x="648" y="218"/>
                      </a:lnTo>
                      <a:lnTo>
                        <a:pt x="648" y="218"/>
                      </a:lnTo>
                      <a:lnTo>
                        <a:pt x="646" y="220"/>
                      </a:lnTo>
                      <a:lnTo>
                        <a:pt x="646" y="220"/>
                      </a:lnTo>
                      <a:lnTo>
                        <a:pt x="642" y="216"/>
                      </a:lnTo>
                      <a:lnTo>
                        <a:pt x="638" y="214"/>
                      </a:lnTo>
                      <a:lnTo>
                        <a:pt x="638" y="214"/>
                      </a:lnTo>
                      <a:lnTo>
                        <a:pt x="636" y="214"/>
                      </a:lnTo>
                      <a:lnTo>
                        <a:pt x="634" y="216"/>
                      </a:lnTo>
                      <a:lnTo>
                        <a:pt x="634" y="216"/>
                      </a:lnTo>
                      <a:lnTo>
                        <a:pt x="636" y="206"/>
                      </a:lnTo>
                      <a:lnTo>
                        <a:pt x="638" y="204"/>
                      </a:lnTo>
                      <a:lnTo>
                        <a:pt x="642" y="200"/>
                      </a:lnTo>
                      <a:lnTo>
                        <a:pt x="642" y="200"/>
                      </a:lnTo>
                      <a:lnTo>
                        <a:pt x="642" y="196"/>
                      </a:lnTo>
                      <a:lnTo>
                        <a:pt x="640" y="190"/>
                      </a:lnTo>
                      <a:lnTo>
                        <a:pt x="640" y="190"/>
                      </a:lnTo>
                      <a:lnTo>
                        <a:pt x="636" y="182"/>
                      </a:lnTo>
                      <a:lnTo>
                        <a:pt x="636" y="182"/>
                      </a:lnTo>
                      <a:lnTo>
                        <a:pt x="636" y="176"/>
                      </a:lnTo>
                      <a:lnTo>
                        <a:pt x="636" y="172"/>
                      </a:lnTo>
                      <a:lnTo>
                        <a:pt x="636" y="172"/>
                      </a:lnTo>
                      <a:lnTo>
                        <a:pt x="646" y="166"/>
                      </a:lnTo>
                      <a:lnTo>
                        <a:pt x="646" y="166"/>
                      </a:lnTo>
                      <a:lnTo>
                        <a:pt x="648" y="164"/>
                      </a:lnTo>
                      <a:lnTo>
                        <a:pt x="650" y="158"/>
                      </a:lnTo>
                      <a:lnTo>
                        <a:pt x="650" y="158"/>
                      </a:lnTo>
                      <a:lnTo>
                        <a:pt x="656" y="152"/>
                      </a:lnTo>
                      <a:lnTo>
                        <a:pt x="662" y="146"/>
                      </a:lnTo>
                      <a:lnTo>
                        <a:pt x="662" y="146"/>
                      </a:lnTo>
                      <a:lnTo>
                        <a:pt x="664" y="138"/>
                      </a:lnTo>
                      <a:lnTo>
                        <a:pt x="668" y="132"/>
                      </a:lnTo>
                      <a:lnTo>
                        <a:pt x="668" y="132"/>
                      </a:lnTo>
                      <a:lnTo>
                        <a:pt x="672" y="130"/>
                      </a:lnTo>
                      <a:lnTo>
                        <a:pt x="674" y="128"/>
                      </a:lnTo>
                      <a:lnTo>
                        <a:pt x="676" y="124"/>
                      </a:lnTo>
                      <a:lnTo>
                        <a:pt x="676" y="124"/>
                      </a:lnTo>
                      <a:lnTo>
                        <a:pt x="678" y="126"/>
                      </a:lnTo>
                      <a:lnTo>
                        <a:pt x="678" y="126"/>
                      </a:lnTo>
                      <a:lnTo>
                        <a:pt x="678" y="126"/>
                      </a:lnTo>
                      <a:lnTo>
                        <a:pt x="694" y="126"/>
                      </a:lnTo>
                      <a:lnTo>
                        <a:pt x="694" y="126"/>
                      </a:lnTo>
                      <a:lnTo>
                        <a:pt x="700" y="124"/>
                      </a:lnTo>
                      <a:lnTo>
                        <a:pt x="700" y="124"/>
                      </a:lnTo>
                      <a:lnTo>
                        <a:pt x="706" y="128"/>
                      </a:lnTo>
                      <a:lnTo>
                        <a:pt x="706" y="128"/>
                      </a:lnTo>
                      <a:lnTo>
                        <a:pt x="710" y="128"/>
                      </a:lnTo>
                      <a:lnTo>
                        <a:pt x="710" y="128"/>
                      </a:lnTo>
                      <a:lnTo>
                        <a:pt x="710" y="134"/>
                      </a:lnTo>
                      <a:lnTo>
                        <a:pt x="710" y="134"/>
                      </a:lnTo>
                      <a:lnTo>
                        <a:pt x="714" y="138"/>
                      </a:lnTo>
                      <a:lnTo>
                        <a:pt x="714" y="138"/>
                      </a:lnTo>
                      <a:lnTo>
                        <a:pt x="714" y="140"/>
                      </a:lnTo>
                      <a:lnTo>
                        <a:pt x="712" y="140"/>
                      </a:lnTo>
                      <a:lnTo>
                        <a:pt x="712" y="140"/>
                      </a:lnTo>
                      <a:lnTo>
                        <a:pt x="712" y="144"/>
                      </a:lnTo>
                      <a:lnTo>
                        <a:pt x="714" y="146"/>
                      </a:lnTo>
                      <a:lnTo>
                        <a:pt x="714" y="146"/>
                      </a:lnTo>
                      <a:lnTo>
                        <a:pt x="710" y="150"/>
                      </a:lnTo>
                      <a:lnTo>
                        <a:pt x="710" y="150"/>
                      </a:lnTo>
                      <a:lnTo>
                        <a:pt x="710" y="158"/>
                      </a:lnTo>
                      <a:lnTo>
                        <a:pt x="710" y="162"/>
                      </a:lnTo>
                      <a:lnTo>
                        <a:pt x="708" y="166"/>
                      </a:lnTo>
                      <a:lnTo>
                        <a:pt x="708" y="166"/>
                      </a:lnTo>
                      <a:lnTo>
                        <a:pt x="704" y="172"/>
                      </a:lnTo>
                      <a:lnTo>
                        <a:pt x="702" y="174"/>
                      </a:lnTo>
                      <a:lnTo>
                        <a:pt x="702" y="180"/>
                      </a:lnTo>
                      <a:lnTo>
                        <a:pt x="702" y="180"/>
                      </a:lnTo>
                      <a:lnTo>
                        <a:pt x="702" y="182"/>
                      </a:lnTo>
                      <a:lnTo>
                        <a:pt x="704" y="186"/>
                      </a:lnTo>
                      <a:lnTo>
                        <a:pt x="712" y="188"/>
                      </a:lnTo>
                      <a:lnTo>
                        <a:pt x="712" y="188"/>
                      </a:lnTo>
                      <a:lnTo>
                        <a:pt x="710" y="196"/>
                      </a:lnTo>
                      <a:lnTo>
                        <a:pt x="710" y="196"/>
                      </a:lnTo>
                      <a:lnTo>
                        <a:pt x="714" y="198"/>
                      </a:lnTo>
                      <a:lnTo>
                        <a:pt x="714" y="198"/>
                      </a:lnTo>
                      <a:lnTo>
                        <a:pt x="714" y="206"/>
                      </a:lnTo>
                      <a:lnTo>
                        <a:pt x="714" y="206"/>
                      </a:lnTo>
                      <a:lnTo>
                        <a:pt x="708" y="214"/>
                      </a:lnTo>
                      <a:lnTo>
                        <a:pt x="708" y="214"/>
                      </a:lnTo>
                      <a:lnTo>
                        <a:pt x="708" y="216"/>
                      </a:lnTo>
                      <a:lnTo>
                        <a:pt x="710" y="218"/>
                      </a:lnTo>
                      <a:lnTo>
                        <a:pt x="708" y="222"/>
                      </a:lnTo>
                      <a:lnTo>
                        <a:pt x="708" y="222"/>
                      </a:lnTo>
                      <a:lnTo>
                        <a:pt x="708" y="226"/>
                      </a:lnTo>
                      <a:lnTo>
                        <a:pt x="712" y="228"/>
                      </a:lnTo>
                      <a:lnTo>
                        <a:pt x="712" y="228"/>
                      </a:lnTo>
                      <a:lnTo>
                        <a:pt x="716" y="236"/>
                      </a:lnTo>
                      <a:lnTo>
                        <a:pt x="722" y="242"/>
                      </a:lnTo>
                      <a:lnTo>
                        <a:pt x="722" y="242"/>
                      </a:lnTo>
                      <a:lnTo>
                        <a:pt x="718" y="254"/>
                      </a:lnTo>
                      <a:lnTo>
                        <a:pt x="718" y="260"/>
                      </a:lnTo>
                      <a:lnTo>
                        <a:pt x="722" y="266"/>
                      </a:lnTo>
                      <a:lnTo>
                        <a:pt x="722" y="266"/>
                      </a:lnTo>
                      <a:lnTo>
                        <a:pt x="716" y="268"/>
                      </a:lnTo>
                      <a:lnTo>
                        <a:pt x="716" y="268"/>
                      </a:lnTo>
                      <a:lnTo>
                        <a:pt x="716" y="274"/>
                      </a:lnTo>
                      <a:lnTo>
                        <a:pt x="716" y="274"/>
                      </a:lnTo>
                      <a:lnTo>
                        <a:pt x="712" y="276"/>
                      </a:lnTo>
                      <a:lnTo>
                        <a:pt x="712" y="280"/>
                      </a:lnTo>
                      <a:lnTo>
                        <a:pt x="712" y="280"/>
                      </a:lnTo>
                      <a:lnTo>
                        <a:pt x="708" y="284"/>
                      </a:lnTo>
                      <a:lnTo>
                        <a:pt x="708" y="284"/>
                      </a:lnTo>
                      <a:lnTo>
                        <a:pt x="700" y="280"/>
                      </a:lnTo>
                      <a:lnTo>
                        <a:pt x="700" y="280"/>
                      </a:lnTo>
                      <a:lnTo>
                        <a:pt x="696" y="286"/>
                      </a:lnTo>
                      <a:lnTo>
                        <a:pt x="696" y="286"/>
                      </a:lnTo>
                      <a:lnTo>
                        <a:pt x="692" y="288"/>
                      </a:lnTo>
                      <a:lnTo>
                        <a:pt x="684" y="288"/>
                      </a:lnTo>
                      <a:lnTo>
                        <a:pt x="670" y="288"/>
                      </a:lnTo>
                      <a:lnTo>
                        <a:pt x="670" y="288"/>
                      </a:lnTo>
                      <a:lnTo>
                        <a:pt x="670" y="292"/>
                      </a:lnTo>
                      <a:lnTo>
                        <a:pt x="670" y="292"/>
                      </a:lnTo>
                      <a:lnTo>
                        <a:pt x="678" y="296"/>
                      </a:lnTo>
                      <a:lnTo>
                        <a:pt x="682" y="300"/>
                      </a:lnTo>
                      <a:lnTo>
                        <a:pt x="688" y="300"/>
                      </a:lnTo>
                      <a:lnTo>
                        <a:pt x="690" y="298"/>
                      </a:lnTo>
                      <a:lnTo>
                        <a:pt x="690" y="298"/>
                      </a:lnTo>
                      <a:lnTo>
                        <a:pt x="696" y="298"/>
                      </a:lnTo>
                      <a:lnTo>
                        <a:pt x="702" y="298"/>
                      </a:lnTo>
                      <a:lnTo>
                        <a:pt x="702" y="298"/>
                      </a:lnTo>
                      <a:lnTo>
                        <a:pt x="702" y="302"/>
                      </a:lnTo>
                      <a:lnTo>
                        <a:pt x="702" y="302"/>
                      </a:lnTo>
                      <a:lnTo>
                        <a:pt x="706" y="304"/>
                      </a:lnTo>
                      <a:lnTo>
                        <a:pt x="706" y="304"/>
                      </a:lnTo>
                      <a:lnTo>
                        <a:pt x="708" y="312"/>
                      </a:lnTo>
                      <a:lnTo>
                        <a:pt x="708" y="312"/>
                      </a:lnTo>
                      <a:lnTo>
                        <a:pt x="710" y="312"/>
                      </a:lnTo>
                      <a:lnTo>
                        <a:pt x="714" y="312"/>
                      </a:lnTo>
                      <a:lnTo>
                        <a:pt x="714" y="312"/>
                      </a:lnTo>
                      <a:lnTo>
                        <a:pt x="714" y="312"/>
                      </a:lnTo>
                      <a:lnTo>
                        <a:pt x="716" y="314"/>
                      </a:lnTo>
                      <a:lnTo>
                        <a:pt x="716" y="314"/>
                      </a:lnTo>
                      <a:lnTo>
                        <a:pt x="712" y="296"/>
                      </a:lnTo>
                      <a:lnTo>
                        <a:pt x="712" y="296"/>
                      </a:lnTo>
                      <a:lnTo>
                        <a:pt x="704" y="294"/>
                      </a:lnTo>
                      <a:lnTo>
                        <a:pt x="704" y="294"/>
                      </a:lnTo>
                      <a:lnTo>
                        <a:pt x="706" y="290"/>
                      </a:lnTo>
                      <a:lnTo>
                        <a:pt x="706" y="290"/>
                      </a:lnTo>
                      <a:lnTo>
                        <a:pt x="716" y="288"/>
                      </a:lnTo>
                      <a:lnTo>
                        <a:pt x="716" y="288"/>
                      </a:lnTo>
                      <a:lnTo>
                        <a:pt x="722" y="286"/>
                      </a:lnTo>
                      <a:lnTo>
                        <a:pt x="726" y="286"/>
                      </a:lnTo>
                      <a:lnTo>
                        <a:pt x="734" y="274"/>
                      </a:lnTo>
                      <a:lnTo>
                        <a:pt x="734" y="274"/>
                      </a:lnTo>
                      <a:lnTo>
                        <a:pt x="734" y="270"/>
                      </a:lnTo>
                      <a:lnTo>
                        <a:pt x="734" y="270"/>
                      </a:lnTo>
                      <a:lnTo>
                        <a:pt x="734" y="268"/>
                      </a:lnTo>
                      <a:lnTo>
                        <a:pt x="734" y="268"/>
                      </a:lnTo>
                      <a:lnTo>
                        <a:pt x="736" y="262"/>
                      </a:lnTo>
                      <a:lnTo>
                        <a:pt x="736" y="262"/>
                      </a:lnTo>
                      <a:lnTo>
                        <a:pt x="738" y="258"/>
                      </a:lnTo>
                      <a:lnTo>
                        <a:pt x="738" y="252"/>
                      </a:lnTo>
                      <a:lnTo>
                        <a:pt x="738" y="252"/>
                      </a:lnTo>
                      <a:lnTo>
                        <a:pt x="734" y="248"/>
                      </a:lnTo>
                      <a:lnTo>
                        <a:pt x="734" y="248"/>
                      </a:lnTo>
                      <a:lnTo>
                        <a:pt x="736" y="244"/>
                      </a:lnTo>
                      <a:lnTo>
                        <a:pt x="736" y="244"/>
                      </a:lnTo>
                      <a:lnTo>
                        <a:pt x="738" y="240"/>
                      </a:lnTo>
                      <a:lnTo>
                        <a:pt x="738" y="236"/>
                      </a:lnTo>
                      <a:lnTo>
                        <a:pt x="738" y="236"/>
                      </a:lnTo>
                      <a:lnTo>
                        <a:pt x="742" y="236"/>
                      </a:lnTo>
                      <a:lnTo>
                        <a:pt x="746" y="234"/>
                      </a:lnTo>
                      <a:lnTo>
                        <a:pt x="756" y="232"/>
                      </a:lnTo>
                      <a:lnTo>
                        <a:pt x="756" y="232"/>
                      </a:lnTo>
                      <a:lnTo>
                        <a:pt x="758" y="228"/>
                      </a:lnTo>
                      <a:lnTo>
                        <a:pt x="758" y="228"/>
                      </a:lnTo>
                      <a:lnTo>
                        <a:pt x="766" y="228"/>
                      </a:lnTo>
                      <a:lnTo>
                        <a:pt x="766" y="228"/>
                      </a:lnTo>
                      <a:lnTo>
                        <a:pt x="770" y="240"/>
                      </a:lnTo>
                      <a:lnTo>
                        <a:pt x="770" y="240"/>
                      </a:lnTo>
                      <a:lnTo>
                        <a:pt x="772" y="244"/>
                      </a:lnTo>
                      <a:lnTo>
                        <a:pt x="772" y="244"/>
                      </a:lnTo>
                      <a:lnTo>
                        <a:pt x="774" y="250"/>
                      </a:lnTo>
                      <a:lnTo>
                        <a:pt x="774" y="256"/>
                      </a:lnTo>
                      <a:lnTo>
                        <a:pt x="770" y="270"/>
                      </a:lnTo>
                      <a:lnTo>
                        <a:pt x="770" y="270"/>
                      </a:lnTo>
                      <a:lnTo>
                        <a:pt x="776" y="276"/>
                      </a:lnTo>
                      <a:lnTo>
                        <a:pt x="776" y="276"/>
                      </a:lnTo>
                      <a:lnTo>
                        <a:pt x="782" y="280"/>
                      </a:lnTo>
                      <a:lnTo>
                        <a:pt x="782" y="280"/>
                      </a:lnTo>
                      <a:lnTo>
                        <a:pt x="784" y="278"/>
                      </a:lnTo>
                      <a:lnTo>
                        <a:pt x="782" y="278"/>
                      </a:lnTo>
                      <a:lnTo>
                        <a:pt x="782" y="278"/>
                      </a:lnTo>
                      <a:lnTo>
                        <a:pt x="782" y="272"/>
                      </a:lnTo>
                      <a:lnTo>
                        <a:pt x="782" y="272"/>
                      </a:lnTo>
                      <a:lnTo>
                        <a:pt x="788" y="270"/>
                      </a:lnTo>
                      <a:lnTo>
                        <a:pt x="788" y="270"/>
                      </a:lnTo>
                      <a:lnTo>
                        <a:pt x="790" y="274"/>
                      </a:lnTo>
                      <a:lnTo>
                        <a:pt x="790" y="274"/>
                      </a:lnTo>
                      <a:lnTo>
                        <a:pt x="798" y="276"/>
                      </a:lnTo>
                      <a:lnTo>
                        <a:pt x="806" y="276"/>
                      </a:lnTo>
                      <a:lnTo>
                        <a:pt x="806" y="276"/>
                      </a:lnTo>
                      <a:lnTo>
                        <a:pt x="804" y="272"/>
                      </a:lnTo>
                      <a:lnTo>
                        <a:pt x="804" y="272"/>
                      </a:lnTo>
                      <a:lnTo>
                        <a:pt x="796" y="270"/>
                      </a:lnTo>
                      <a:lnTo>
                        <a:pt x="788" y="268"/>
                      </a:lnTo>
                      <a:lnTo>
                        <a:pt x="788" y="268"/>
                      </a:lnTo>
                      <a:lnTo>
                        <a:pt x="784" y="264"/>
                      </a:lnTo>
                      <a:lnTo>
                        <a:pt x="784" y="264"/>
                      </a:lnTo>
                      <a:lnTo>
                        <a:pt x="780" y="264"/>
                      </a:lnTo>
                      <a:lnTo>
                        <a:pt x="780" y="264"/>
                      </a:lnTo>
                      <a:lnTo>
                        <a:pt x="780" y="258"/>
                      </a:lnTo>
                      <a:lnTo>
                        <a:pt x="780" y="256"/>
                      </a:lnTo>
                      <a:lnTo>
                        <a:pt x="788" y="252"/>
                      </a:lnTo>
                      <a:lnTo>
                        <a:pt x="788" y="252"/>
                      </a:lnTo>
                      <a:lnTo>
                        <a:pt x="786" y="248"/>
                      </a:lnTo>
                      <a:lnTo>
                        <a:pt x="786" y="248"/>
                      </a:lnTo>
                      <a:lnTo>
                        <a:pt x="784" y="244"/>
                      </a:lnTo>
                      <a:lnTo>
                        <a:pt x="784" y="242"/>
                      </a:lnTo>
                      <a:lnTo>
                        <a:pt x="784" y="242"/>
                      </a:lnTo>
                      <a:lnTo>
                        <a:pt x="780" y="240"/>
                      </a:lnTo>
                      <a:lnTo>
                        <a:pt x="780" y="240"/>
                      </a:lnTo>
                      <a:lnTo>
                        <a:pt x="778" y="234"/>
                      </a:lnTo>
                      <a:lnTo>
                        <a:pt x="776" y="228"/>
                      </a:lnTo>
                      <a:lnTo>
                        <a:pt x="776" y="228"/>
                      </a:lnTo>
                      <a:lnTo>
                        <a:pt x="766" y="224"/>
                      </a:lnTo>
                      <a:lnTo>
                        <a:pt x="752" y="222"/>
                      </a:lnTo>
                      <a:lnTo>
                        <a:pt x="752" y="222"/>
                      </a:lnTo>
                      <a:lnTo>
                        <a:pt x="748" y="224"/>
                      </a:lnTo>
                      <a:lnTo>
                        <a:pt x="744" y="226"/>
                      </a:lnTo>
                      <a:lnTo>
                        <a:pt x="744" y="226"/>
                      </a:lnTo>
                      <a:lnTo>
                        <a:pt x="736" y="226"/>
                      </a:lnTo>
                      <a:lnTo>
                        <a:pt x="736" y="226"/>
                      </a:lnTo>
                      <a:lnTo>
                        <a:pt x="734" y="226"/>
                      </a:lnTo>
                      <a:lnTo>
                        <a:pt x="734" y="228"/>
                      </a:lnTo>
                      <a:lnTo>
                        <a:pt x="734" y="228"/>
                      </a:lnTo>
                      <a:lnTo>
                        <a:pt x="732" y="228"/>
                      </a:lnTo>
                      <a:lnTo>
                        <a:pt x="730" y="228"/>
                      </a:lnTo>
                      <a:lnTo>
                        <a:pt x="730" y="228"/>
                      </a:lnTo>
                      <a:lnTo>
                        <a:pt x="730" y="220"/>
                      </a:lnTo>
                      <a:lnTo>
                        <a:pt x="728" y="218"/>
                      </a:lnTo>
                      <a:lnTo>
                        <a:pt x="728" y="218"/>
                      </a:lnTo>
                      <a:lnTo>
                        <a:pt x="726" y="210"/>
                      </a:lnTo>
                      <a:lnTo>
                        <a:pt x="726" y="210"/>
                      </a:lnTo>
                      <a:lnTo>
                        <a:pt x="728" y="206"/>
                      </a:lnTo>
                      <a:lnTo>
                        <a:pt x="730" y="202"/>
                      </a:lnTo>
                      <a:lnTo>
                        <a:pt x="730" y="202"/>
                      </a:lnTo>
                      <a:lnTo>
                        <a:pt x="730" y="196"/>
                      </a:lnTo>
                      <a:lnTo>
                        <a:pt x="726" y="190"/>
                      </a:lnTo>
                      <a:lnTo>
                        <a:pt x="726" y="190"/>
                      </a:lnTo>
                      <a:lnTo>
                        <a:pt x="722" y="186"/>
                      </a:lnTo>
                      <a:lnTo>
                        <a:pt x="722" y="186"/>
                      </a:lnTo>
                      <a:lnTo>
                        <a:pt x="722" y="182"/>
                      </a:lnTo>
                      <a:lnTo>
                        <a:pt x="722" y="182"/>
                      </a:lnTo>
                      <a:lnTo>
                        <a:pt x="724" y="180"/>
                      </a:lnTo>
                      <a:lnTo>
                        <a:pt x="726" y="176"/>
                      </a:lnTo>
                      <a:lnTo>
                        <a:pt x="726" y="176"/>
                      </a:lnTo>
                      <a:lnTo>
                        <a:pt x="726" y="174"/>
                      </a:lnTo>
                      <a:lnTo>
                        <a:pt x="726" y="170"/>
                      </a:lnTo>
                      <a:lnTo>
                        <a:pt x="726" y="170"/>
                      </a:lnTo>
                      <a:lnTo>
                        <a:pt x="728" y="168"/>
                      </a:lnTo>
                      <a:lnTo>
                        <a:pt x="730" y="168"/>
                      </a:lnTo>
                      <a:lnTo>
                        <a:pt x="730" y="168"/>
                      </a:lnTo>
                      <a:lnTo>
                        <a:pt x="734" y="164"/>
                      </a:lnTo>
                      <a:lnTo>
                        <a:pt x="736" y="158"/>
                      </a:lnTo>
                      <a:lnTo>
                        <a:pt x="736" y="158"/>
                      </a:lnTo>
                      <a:lnTo>
                        <a:pt x="738" y="150"/>
                      </a:lnTo>
                      <a:lnTo>
                        <a:pt x="738" y="144"/>
                      </a:lnTo>
                      <a:lnTo>
                        <a:pt x="734" y="132"/>
                      </a:lnTo>
                      <a:lnTo>
                        <a:pt x="734" y="132"/>
                      </a:lnTo>
                      <a:lnTo>
                        <a:pt x="738" y="130"/>
                      </a:lnTo>
                      <a:lnTo>
                        <a:pt x="738" y="130"/>
                      </a:lnTo>
                      <a:lnTo>
                        <a:pt x="742" y="138"/>
                      </a:lnTo>
                      <a:lnTo>
                        <a:pt x="742" y="138"/>
                      </a:lnTo>
                      <a:lnTo>
                        <a:pt x="742" y="140"/>
                      </a:lnTo>
                      <a:lnTo>
                        <a:pt x="740" y="142"/>
                      </a:lnTo>
                      <a:lnTo>
                        <a:pt x="740" y="142"/>
                      </a:lnTo>
                      <a:lnTo>
                        <a:pt x="740" y="144"/>
                      </a:lnTo>
                      <a:lnTo>
                        <a:pt x="742" y="146"/>
                      </a:lnTo>
                      <a:lnTo>
                        <a:pt x="744" y="150"/>
                      </a:lnTo>
                      <a:lnTo>
                        <a:pt x="744" y="150"/>
                      </a:lnTo>
                      <a:lnTo>
                        <a:pt x="742" y="154"/>
                      </a:lnTo>
                      <a:lnTo>
                        <a:pt x="742" y="154"/>
                      </a:lnTo>
                      <a:lnTo>
                        <a:pt x="740" y="158"/>
                      </a:lnTo>
                      <a:lnTo>
                        <a:pt x="740" y="160"/>
                      </a:lnTo>
                      <a:lnTo>
                        <a:pt x="742" y="160"/>
                      </a:lnTo>
                      <a:lnTo>
                        <a:pt x="742" y="160"/>
                      </a:lnTo>
                      <a:lnTo>
                        <a:pt x="742" y="166"/>
                      </a:lnTo>
                      <a:lnTo>
                        <a:pt x="742" y="166"/>
                      </a:lnTo>
                      <a:lnTo>
                        <a:pt x="746" y="172"/>
                      </a:lnTo>
                      <a:lnTo>
                        <a:pt x="748" y="176"/>
                      </a:lnTo>
                      <a:lnTo>
                        <a:pt x="744" y="180"/>
                      </a:lnTo>
                      <a:lnTo>
                        <a:pt x="744" y="180"/>
                      </a:lnTo>
                      <a:lnTo>
                        <a:pt x="744" y="180"/>
                      </a:lnTo>
                      <a:lnTo>
                        <a:pt x="748" y="184"/>
                      </a:lnTo>
                      <a:lnTo>
                        <a:pt x="752" y="186"/>
                      </a:lnTo>
                      <a:lnTo>
                        <a:pt x="752" y="186"/>
                      </a:lnTo>
                      <a:lnTo>
                        <a:pt x="754" y="186"/>
                      </a:lnTo>
                      <a:lnTo>
                        <a:pt x="756" y="184"/>
                      </a:lnTo>
                      <a:lnTo>
                        <a:pt x="758" y="182"/>
                      </a:lnTo>
                      <a:lnTo>
                        <a:pt x="758" y="182"/>
                      </a:lnTo>
                      <a:lnTo>
                        <a:pt x="764" y="182"/>
                      </a:lnTo>
                      <a:lnTo>
                        <a:pt x="766" y="184"/>
                      </a:lnTo>
                      <a:lnTo>
                        <a:pt x="766" y="184"/>
                      </a:lnTo>
                      <a:lnTo>
                        <a:pt x="778" y="182"/>
                      </a:lnTo>
                      <a:lnTo>
                        <a:pt x="780" y="184"/>
                      </a:lnTo>
                      <a:lnTo>
                        <a:pt x="780" y="184"/>
                      </a:lnTo>
                      <a:lnTo>
                        <a:pt x="782" y="182"/>
                      </a:lnTo>
                      <a:lnTo>
                        <a:pt x="782" y="182"/>
                      </a:lnTo>
                      <a:lnTo>
                        <a:pt x="780" y="178"/>
                      </a:lnTo>
                      <a:lnTo>
                        <a:pt x="780" y="178"/>
                      </a:lnTo>
                      <a:lnTo>
                        <a:pt x="776" y="178"/>
                      </a:lnTo>
                      <a:lnTo>
                        <a:pt x="776" y="178"/>
                      </a:lnTo>
                      <a:lnTo>
                        <a:pt x="774" y="174"/>
                      </a:lnTo>
                      <a:lnTo>
                        <a:pt x="774" y="174"/>
                      </a:lnTo>
                      <a:lnTo>
                        <a:pt x="768" y="174"/>
                      </a:lnTo>
                      <a:lnTo>
                        <a:pt x="768" y="174"/>
                      </a:lnTo>
                      <a:lnTo>
                        <a:pt x="766" y="170"/>
                      </a:lnTo>
                      <a:lnTo>
                        <a:pt x="766" y="170"/>
                      </a:lnTo>
                      <a:lnTo>
                        <a:pt x="764" y="170"/>
                      </a:lnTo>
                      <a:lnTo>
                        <a:pt x="760" y="168"/>
                      </a:lnTo>
                      <a:lnTo>
                        <a:pt x="760" y="168"/>
                      </a:lnTo>
                      <a:lnTo>
                        <a:pt x="764" y="158"/>
                      </a:lnTo>
                      <a:lnTo>
                        <a:pt x="764" y="158"/>
                      </a:lnTo>
                      <a:lnTo>
                        <a:pt x="774" y="160"/>
                      </a:lnTo>
                      <a:lnTo>
                        <a:pt x="782" y="164"/>
                      </a:lnTo>
                      <a:lnTo>
                        <a:pt x="782" y="164"/>
                      </a:lnTo>
                      <a:lnTo>
                        <a:pt x="782" y="164"/>
                      </a:lnTo>
                      <a:lnTo>
                        <a:pt x="784" y="164"/>
                      </a:lnTo>
                      <a:lnTo>
                        <a:pt x="784" y="164"/>
                      </a:lnTo>
                      <a:lnTo>
                        <a:pt x="788" y="162"/>
                      </a:lnTo>
                      <a:lnTo>
                        <a:pt x="790" y="156"/>
                      </a:lnTo>
                      <a:lnTo>
                        <a:pt x="790" y="156"/>
                      </a:lnTo>
                      <a:lnTo>
                        <a:pt x="786" y="154"/>
                      </a:lnTo>
                      <a:lnTo>
                        <a:pt x="786" y="154"/>
                      </a:lnTo>
                      <a:lnTo>
                        <a:pt x="780" y="154"/>
                      </a:lnTo>
                      <a:lnTo>
                        <a:pt x="780" y="154"/>
                      </a:lnTo>
                      <a:lnTo>
                        <a:pt x="790" y="148"/>
                      </a:lnTo>
                      <a:lnTo>
                        <a:pt x="794" y="146"/>
                      </a:lnTo>
                      <a:lnTo>
                        <a:pt x="802" y="146"/>
                      </a:lnTo>
                      <a:lnTo>
                        <a:pt x="802" y="146"/>
                      </a:lnTo>
                      <a:lnTo>
                        <a:pt x="812" y="150"/>
                      </a:lnTo>
                      <a:lnTo>
                        <a:pt x="812" y="150"/>
                      </a:lnTo>
                      <a:lnTo>
                        <a:pt x="816" y="154"/>
                      </a:lnTo>
                      <a:lnTo>
                        <a:pt x="816" y="154"/>
                      </a:lnTo>
                      <a:lnTo>
                        <a:pt x="820" y="154"/>
                      </a:lnTo>
                      <a:lnTo>
                        <a:pt x="820" y="154"/>
                      </a:lnTo>
                      <a:lnTo>
                        <a:pt x="822" y="158"/>
                      </a:lnTo>
                      <a:lnTo>
                        <a:pt x="826" y="162"/>
                      </a:lnTo>
                      <a:lnTo>
                        <a:pt x="826" y="162"/>
                      </a:lnTo>
                      <a:lnTo>
                        <a:pt x="832" y="162"/>
                      </a:lnTo>
                      <a:lnTo>
                        <a:pt x="836" y="162"/>
                      </a:lnTo>
                      <a:lnTo>
                        <a:pt x="842" y="162"/>
                      </a:lnTo>
                      <a:lnTo>
                        <a:pt x="848" y="162"/>
                      </a:lnTo>
                      <a:lnTo>
                        <a:pt x="848" y="162"/>
                      </a:lnTo>
                      <a:lnTo>
                        <a:pt x="850" y="164"/>
                      </a:lnTo>
                      <a:lnTo>
                        <a:pt x="850" y="166"/>
                      </a:lnTo>
                      <a:lnTo>
                        <a:pt x="848" y="168"/>
                      </a:lnTo>
                      <a:lnTo>
                        <a:pt x="844" y="174"/>
                      </a:lnTo>
                      <a:lnTo>
                        <a:pt x="844" y="174"/>
                      </a:lnTo>
                      <a:lnTo>
                        <a:pt x="840" y="178"/>
                      </a:lnTo>
                      <a:lnTo>
                        <a:pt x="840" y="182"/>
                      </a:lnTo>
                      <a:lnTo>
                        <a:pt x="840" y="192"/>
                      </a:lnTo>
                      <a:lnTo>
                        <a:pt x="838" y="194"/>
                      </a:lnTo>
                      <a:lnTo>
                        <a:pt x="838" y="194"/>
                      </a:lnTo>
                      <a:lnTo>
                        <a:pt x="834" y="202"/>
                      </a:lnTo>
                      <a:lnTo>
                        <a:pt x="830" y="210"/>
                      </a:lnTo>
                      <a:lnTo>
                        <a:pt x="830" y="210"/>
                      </a:lnTo>
                      <a:lnTo>
                        <a:pt x="834" y="208"/>
                      </a:lnTo>
                      <a:lnTo>
                        <a:pt x="834" y="208"/>
                      </a:lnTo>
                      <a:lnTo>
                        <a:pt x="840" y="202"/>
                      </a:lnTo>
                      <a:lnTo>
                        <a:pt x="840" y="202"/>
                      </a:lnTo>
                      <a:lnTo>
                        <a:pt x="842" y="202"/>
                      </a:lnTo>
                      <a:lnTo>
                        <a:pt x="842" y="202"/>
                      </a:lnTo>
                      <a:lnTo>
                        <a:pt x="842" y="206"/>
                      </a:lnTo>
                      <a:lnTo>
                        <a:pt x="848" y="210"/>
                      </a:lnTo>
                      <a:lnTo>
                        <a:pt x="848" y="210"/>
                      </a:lnTo>
                      <a:lnTo>
                        <a:pt x="848" y="214"/>
                      </a:lnTo>
                      <a:lnTo>
                        <a:pt x="848" y="214"/>
                      </a:lnTo>
                      <a:lnTo>
                        <a:pt x="858" y="216"/>
                      </a:lnTo>
                      <a:lnTo>
                        <a:pt x="868" y="218"/>
                      </a:lnTo>
                      <a:lnTo>
                        <a:pt x="868" y="218"/>
                      </a:lnTo>
                      <a:lnTo>
                        <a:pt x="870" y="216"/>
                      </a:lnTo>
                      <a:lnTo>
                        <a:pt x="872" y="214"/>
                      </a:lnTo>
                      <a:lnTo>
                        <a:pt x="874" y="214"/>
                      </a:lnTo>
                      <a:lnTo>
                        <a:pt x="874" y="214"/>
                      </a:lnTo>
                      <a:lnTo>
                        <a:pt x="876" y="216"/>
                      </a:lnTo>
                      <a:lnTo>
                        <a:pt x="876" y="216"/>
                      </a:lnTo>
                      <a:lnTo>
                        <a:pt x="880" y="218"/>
                      </a:lnTo>
                      <a:lnTo>
                        <a:pt x="880" y="218"/>
                      </a:lnTo>
                      <a:lnTo>
                        <a:pt x="880" y="224"/>
                      </a:lnTo>
                      <a:lnTo>
                        <a:pt x="880" y="224"/>
                      </a:lnTo>
                      <a:lnTo>
                        <a:pt x="884" y="224"/>
                      </a:lnTo>
                      <a:lnTo>
                        <a:pt x="886" y="226"/>
                      </a:lnTo>
                      <a:lnTo>
                        <a:pt x="886" y="226"/>
                      </a:lnTo>
                      <a:lnTo>
                        <a:pt x="884" y="218"/>
                      </a:lnTo>
                      <a:lnTo>
                        <a:pt x="884" y="216"/>
                      </a:lnTo>
                      <a:lnTo>
                        <a:pt x="880" y="214"/>
                      </a:lnTo>
                      <a:lnTo>
                        <a:pt x="880" y="214"/>
                      </a:lnTo>
                      <a:lnTo>
                        <a:pt x="878" y="214"/>
                      </a:lnTo>
                      <a:lnTo>
                        <a:pt x="876" y="214"/>
                      </a:lnTo>
                      <a:lnTo>
                        <a:pt x="876" y="214"/>
                      </a:lnTo>
                      <a:lnTo>
                        <a:pt x="874" y="210"/>
                      </a:lnTo>
                      <a:lnTo>
                        <a:pt x="874" y="210"/>
                      </a:lnTo>
                      <a:lnTo>
                        <a:pt x="872" y="210"/>
                      </a:lnTo>
                      <a:lnTo>
                        <a:pt x="872" y="210"/>
                      </a:lnTo>
                      <a:lnTo>
                        <a:pt x="868" y="212"/>
                      </a:lnTo>
                      <a:lnTo>
                        <a:pt x="862" y="214"/>
                      </a:lnTo>
                      <a:lnTo>
                        <a:pt x="862" y="214"/>
                      </a:lnTo>
                      <a:lnTo>
                        <a:pt x="850" y="206"/>
                      </a:lnTo>
                      <a:lnTo>
                        <a:pt x="848" y="200"/>
                      </a:lnTo>
                      <a:lnTo>
                        <a:pt x="848" y="200"/>
                      </a:lnTo>
                      <a:lnTo>
                        <a:pt x="858" y="198"/>
                      </a:lnTo>
                      <a:lnTo>
                        <a:pt x="858" y="198"/>
                      </a:lnTo>
                      <a:lnTo>
                        <a:pt x="858" y="190"/>
                      </a:lnTo>
                      <a:lnTo>
                        <a:pt x="858" y="190"/>
                      </a:lnTo>
                      <a:lnTo>
                        <a:pt x="854" y="184"/>
                      </a:lnTo>
                      <a:lnTo>
                        <a:pt x="854" y="180"/>
                      </a:lnTo>
                      <a:lnTo>
                        <a:pt x="854" y="178"/>
                      </a:lnTo>
                      <a:lnTo>
                        <a:pt x="854" y="178"/>
                      </a:lnTo>
                      <a:lnTo>
                        <a:pt x="856" y="172"/>
                      </a:lnTo>
                      <a:lnTo>
                        <a:pt x="858" y="168"/>
                      </a:lnTo>
                      <a:lnTo>
                        <a:pt x="858" y="168"/>
                      </a:lnTo>
                      <a:lnTo>
                        <a:pt x="858" y="166"/>
                      </a:lnTo>
                      <a:lnTo>
                        <a:pt x="858" y="162"/>
                      </a:lnTo>
                      <a:lnTo>
                        <a:pt x="858" y="162"/>
                      </a:lnTo>
                      <a:lnTo>
                        <a:pt x="846" y="158"/>
                      </a:lnTo>
                      <a:lnTo>
                        <a:pt x="846" y="158"/>
                      </a:lnTo>
                      <a:lnTo>
                        <a:pt x="846" y="154"/>
                      </a:lnTo>
                      <a:lnTo>
                        <a:pt x="842" y="152"/>
                      </a:lnTo>
                      <a:lnTo>
                        <a:pt x="842" y="152"/>
                      </a:lnTo>
                      <a:lnTo>
                        <a:pt x="838" y="152"/>
                      </a:lnTo>
                      <a:lnTo>
                        <a:pt x="834" y="152"/>
                      </a:lnTo>
                      <a:lnTo>
                        <a:pt x="832" y="150"/>
                      </a:lnTo>
                      <a:lnTo>
                        <a:pt x="832" y="150"/>
                      </a:lnTo>
                      <a:lnTo>
                        <a:pt x="826" y="146"/>
                      </a:lnTo>
                      <a:lnTo>
                        <a:pt x="822" y="144"/>
                      </a:lnTo>
                      <a:lnTo>
                        <a:pt x="820" y="138"/>
                      </a:lnTo>
                      <a:lnTo>
                        <a:pt x="822" y="130"/>
                      </a:lnTo>
                      <a:lnTo>
                        <a:pt x="822" y="130"/>
                      </a:lnTo>
                      <a:lnTo>
                        <a:pt x="824" y="122"/>
                      </a:lnTo>
                      <a:lnTo>
                        <a:pt x="824" y="122"/>
                      </a:lnTo>
                      <a:lnTo>
                        <a:pt x="824" y="120"/>
                      </a:lnTo>
                      <a:lnTo>
                        <a:pt x="824" y="118"/>
                      </a:lnTo>
                      <a:lnTo>
                        <a:pt x="824" y="118"/>
                      </a:lnTo>
                      <a:lnTo>
                        <a:pt x="828" y="110"/>
                      </a:lnTo>
                      <a:lnTo>
                        <a:pt x="828" y="110"/>
                      </a:lnTo>
                      <a:lnTo>
                        <a:pt x="830" y="110"/>
                      </a:lnTo>
                      <a:lnTo>
                        <a:pt x="832" y="110"/>
                      </a:lnTo>
                      <a:lnTo>
                        <a:pt x="834" y="108"/>
                      </a:lnTo>
                      <a:lnTo>
                        <a:pt x="834" y="108"/>
                      </a:lnTo>
                      <a:lnTo>
                        <a:pt x="840" y="108"/>
                      </a:lnTo>
                      <a:lnTo>
                        <a:pt x="844" y="108"/>
                      </a:lnTo>
                      <a:lnTo>
                        <a:pt x="848" y="106"/>
                      </a:lnTo>
                      <a:lnTo>
                        <a:pt x="848" y="106"/>
                      </a:lnTo>
                      <a:lnTo>
                        <a:pt x="852" y="106"/>
                      </a:lnTo>
                      <a:lnTo>
                        <a:pt x="858" y="108"/>
                      </a:lnTo>
                      <a:lnTo>
                        <a:pt x="858" y="108"/>
                      </a:lnTo>
                      <a:lnTo>
                        <a:pt x="862" y="104"/>
                      </a:lnTo>
                      <a:lnTo>
                        <a:pt x="866" y="104"/>
                      </a:lnTo>
                      <a:lnTo>
                        <a:pt x="870" y="104"/>
                      </a:lnTo>
                      <a:lnTo>
                        <a:pt x="870" y="104"/>
                      </a:lnTo>
                      <a:lnTo>
                        <a:pt x="874" y="106"/>
                      </a:lnTo>
                      <a:lnTo>
                        <a:pt x="876" y="108"/>
                      </a:lnTo>
                      <a:lnTo>
                        <a:pt x="878" y="108"/>
                      </a:lnTo>
                      <a:lnTo>
                        <a:pt x="880" y="106"/>
                      </a:lnTo>
                      <a:lnTo>
                        <a:pt x="880" y="106"/>
                      </a:lnTo>
                      <a:lnTo>
                        <a:pt x="882" y="106"/>
                      </a:lnTo>
                      <a:lnTo>
                        <a:pt x="886" y="106"/>
                      </a:lnTo>
                      <a:lnTo>
                        <a:pt x="886" y="106"/>
                      </a:lnTo>
                      <a:lnTo>
                        <a:pt x="890" y="104"/>
                      </a:lnTo>
                      <a:lnTo>
                        <a:pt x="896" y="104"/>
                      </a:lnTo>
                      <a:lnTo>
                        <a:pt x="896" y="104"/>
                      </a:lnTo>
                      <a:lnTo>
                        <a:pt x="900" y="104"/>
                      </a:lnTo>
                      <a:lnTo>
                        <a:pt x="902" y="106"/>
                      </a:lnTo>
                      <a:lnTo>
                        <a:pt x="902" y="108"/>
                      </a:lnTo>
                      <a:lnTo>
                        <a:pt x="900" y="112"/>
                      </a:lnTo>
                      <a:lnTo>
                        <a:pt x="900" y="112"/>
                      </a:lnTo>
                      <a:lnTo>
                        <a:pt x="900" y="112"/>
                      </a:lnTo>
                      <a:lnTo>
                        <a:pt x="902" y="114"/>
                      </a:lnTo>
                      <a:lnTo>
                        <a:pt x="908" y="114"/>
                      </a:lnTo>
                      <a:lnTo>
                        <a:pt x="908" y="114"/>
                      </a:lnTo>
                      <a:lnTo>
                        <a:pt x="908" y="114"/>
                      </a:lnTo>
                      <a:lnTo>
                        <a:pt x="908" y="110"/>
                      </a:lnTo>
                      <a:lnTo>
                        <a:pt x="906" y="104"/>
                      </a:lnTo>
                      <a:lnTo>
                        <a:pt x="902" y="96"/>
                      </a:lnTo>
                      <a:lnTo>
                        <a:pt x="902" y="96"/>
                      </a:lnTo>
                      <a:lnTo>
                        <a:pt x="898" y="94"/>
                      </a:lnTo>
                      <a:lnTo>
                        <a:pt x="894" y="92"/>
                      </a:lnTo>
                      <a:lnTo>
                        <a:pt x="894" y="92"/>
                      </a:lnTo>
                      <a:lnTo>
                        <a:pt x="894" y="88"/>
                      </a:lnTo>
                      <a:lnTo>
                        <a:pt x="894" y="88"/>
                      </a:lnTo>
                      <a:lnTo>
                        <a:pt x="900" y="88"/>
                      </a:lnTo>
                      <a:lnTo>
                        <a:pt x="906" y="88"/>
                      </a:lnTo>
                      <a:lnTo>
                        <a:pt x="906" y="86"/>
                      </a:lnTo>
                      <a:lnTo>
                        <a:pt x="906" y="86"/>
                      </a:lnTo>
                      <a:lnTo>
                        <a:pt x="904" y="84"/>
                      </a:lnTo>
                      <a:lnTo>
                        <a:pt x="902" y="82"/>
                      </a:lnTo>
                      <a:lnTo>
                        <a:pt x="902" y="82"/>
                      </a:lnTo>
                      <a:lnTo>
                        <a:pt x="900" y="80"/>
                      </a:lnTo>
                      <a:lnTo>
                        <a:pt x="896" y="80"/>
                      </a:lnTo>
                      <a:lnTo>
                        <a:pt x="896" y="80"/>
                      </a:lnTo>
                      <a:lnTo>
                        <a:pt x="898" y="76"/>
                      </a:lnTo>
                      <a:lnTo>
                        <a:pt x="898" y="76"/>
                      </a:lnTo>
                      <a:lnTo>
                        <a:pt x="908" y="82"/>
                      </a:lnTo>
                      <a:lnTo>
                        <a:pt x="908" y="82"/>
                      </a:lnTo>
                      <a:lnTo>
                        <a:pt x="910" y="74"/>
                      </a:lnTo>
                      <a:lnTo>
                        <a:pt x="912" y="70"/>
                      </a:lnTo>
                      <a:lnTo>
                        <a:pt x="912" y="70"/>
                      </a:lnTo>
                      <a:lnTo>
                        <a:pt x="916" y="70"/>
                      </a:lnTo>
                      <a:lnTo>
                        <a:pt x="916" y="70"/>
                      </a:lnTo>
                      <a:lnTo>
                        <a:pt x="918" y="66"/>
                      </a:lnTo>
                      <a:lnTo>
                        <a:pt x="918" y="66"/>
                      </a:lnTo>
                      <a:lnTo>
                        <a:pt x="914" y="64"/>
                      </a:lnTo>
                      <a:lnTo>
                        <a:pt x="914" y="64"/>
                      </a:lnTo>
                      <a:lnTo>
                        <a:pt x="910" y="64"/>
                      </a:lnTo>
                      <a:lnTo>
                        <a:pt x="910" y="64"/>
                      </a:lnTo>
                      <a:lnTo>
                        <a:pt x="910" y="62"/>
                      </a:lnTo>
                      <a:lnTo>
                        <a:pt x="910" y="62"/>
                      </a:lnTo>
                      <a:lnTo>
                        <a:pt x="916" y="62"/>
                      </a:lnTo>
                      <a:lnTo>
                        <a:pt x="922" y="62"/>
                      </a:lnTo>
                      <a:lnTo>
                        <a:pt x="924" y="60"/>
                      </a:lnTo>
                      <a:lnTo>
                        <a:pt x="924" y="60"/>
                      </a:lnTo>
                      <a:lnTo>
                        <a:pt x="932" y="60"/>
                      </a:lnTo>
                      <a:lnTo>
                        <a:pt x="932" y="58"/>
                      </a:lnTo>
                      <a:lnTo>
                        <a:pt x="932" y="58"/>
                      </a:lnTo>
                      <a:lnTo>
                        <a:pt x="938" y="58"/>
                      </a:lnTo>
                      <a:lnTo>
                        <a:pt x="938" y="58"/>
                      </a:lnTo>
                      <a:lnTo>
                        <a:pt x="942" y="54"/>
                      </a:lnTo>
                      <a:lnTo>
                        <a:pt x="946" y="52"/>
                      </a:lnTo>
                      <a:lnTo>
                        <a:pt x="946" y="52"/>
                      </a:lnTo>
                      <a:lnTo>
                        <a:pt x="950" y="54"/>
                      </a:lnTo>
                      <a:lnTo>
                        <a:pt x="952" y="54"/>
                      </a:lnTo>
                      <a:lnTo>
                        <a:pt x="952" y="54"/>
                      </a:lnTo>
                      <a:lnTo>
                        <a:pt x="960" y="52"/>
                      </a:lnTo>
                      <a:lnTo>
                        <a:pt x="960" y="52"/>
                      </a:lnTo>
                      <a:lnTo>
                        <a:pt x="964" y="52"/>
                      </a:lnTo>
                      <a:lnTo>
                        <a:pt x="970" y="52"/>
                      </a:lnTo>
                      <a:lnTo>
                        <a:pt x="970" y="52"/>
                      </a:lnTo>
                      <a:lnTo>
                        <a:pt x="976" y="48"/>
                      </a:lnTo>
                      <a:lnTo>
                        <a:pt x="976" y="48"/>
                      </a:lnTo>
                      <a:lnTo>
                        <a:pt x="982" y="48"/>
                      </a:lnTo>
                      <a:lnTo>
                        <a:pt x="988" y="48"/>
                      </a:lnTo>
                      <a:lnTo>
                        <a:pt x="988" y="48"/>
                      </a:lnTo>
                      <a:lnTo>
                        <a:pt x="992" y="46"/>
                      </a:lnTo>
                      <a:lnTo>
                        <a:pt x="992" y="44"/>
                      </a:lnTo>
                      <a:lnTo>
                        <a:pt x="992" y="42"/>
                      </a:lnTo>
                      <a:lnTo>
                        <a:pt x="996" y="42"/>
                      </a:lnTo>
                      <a:lnTo>
                        <a:pt x="996" y="42"/>
                      </a:lnTo>
                      <a:lnTo>
                        <a:pt x="998" y="42"/>
                      </a:lnTo>
                      <a:lnTo>
                        <a:pt x="1000" y="44"/>
                      </a:lnTo>
                      <a:lnTo>
                        <a:pt x="1000" y="44"/>
                      </a:lnTo>
                      <a:lnTo>
                        <a:pt x="1002" y="42"/>
                      </a:lnTo>
                      <a:lnTo>
                        <a:pt x="1002" y="42"/>
                      </a:lnTo>
                      <a:lnTo>
                        <a:pt x="1004" y="42"/>
                      </a:lnTo>
                      <a:lnTo>
                        <a:pt x="1004" y="42"/>
                      </a:lnTo>
                      <a:lnTo>
                        <a:pt x="1010" y="42"/>
                      </a:lnTo>
                      <a:lnTo>
                        <a:pt x="1010" y="42"/>
                      </a:lnTo>
                      <a:lnTo>
                        <a:pt x="1012" y="44"/>
                      </a:lnTo>
                      <a:lnTo>
                        <a:pt x="1014" y="44"/>
                      </a:lnTo>
                      <a:lnTo>
                        <a:pt x="1014" y="44"/>
                      </a:lnTo>
                      <a:lnTo>
                        <a:pt x="1016" y="40"/>
                      </a:lnTo>
                      <a:lnTo>
                        <a:pt x="1016" y="40"/>
                      </a:lnTo>
                      <a:lnTo>
                        <a:pt x="1024" y="44"/>
                      </a:lnTo>
                      <a:lnTo>
                        <a:pt x="1024" y="44"/>
                      </a:lnTo>
                      <a:lnTo>
                        <a:pt x="1028" y="42"/>
                      </a:lnTo>
                      <a:lnTo>
                        <a:pt x="1030" y="42"/>
                      </a:lnTo>
                      <a:lnTo>
                        <a:pt x="1034" y="42"/>
                      </a:lnTo>
                      <a:lnTo>
                        <a:pt x="1034" y="42"/>
                      </a:lnTo>
                      <a:lnTo>
                        <a:pt x="1036" y="46"/>
                      </a:lnTo>
                      <a:lnTo>
                        <a:pt x="1036" y="46"/>
                      </a:lnTo>
                      <a:lnTo>
                        <a:pt x="1036" y="46"/>
                      </a:lnTo>
                      <a:lnTo>
                        <a:pt x="1036" y="46"/>
                      </a:lnTo>
                      <a:lnTo>
                        <a:pt x="1032" y="50"/>
                      </a:lnTo>
                      <a:lnTo>
                        <a:pt x="1028" y="54"/>
                      </a:lnTo>
                      <a:lnTo>
                        <a:pt x="1028" y="56"/>
                      </a:lnTo>
                      <a:lnTo>
                        <a:pt x="1028" y="56"/>
                      </a:lnTo>
                      <a:lnTo>
                        <a:pt x="1036" y="54"/>
                      </a:lnTo>
                      <a:lnTo>
                        <a:pt x="1036" y="54"/>
                      </a:lnTo>
                      <a:lnTo>
                        <a:pt x="1038" y="50"/>
                      </a:lnTo>
                      <a:lnTo>
                        <a:pt x="1040" y="50"/>
                      </a:lnTo>
                      <a:lnTo>
                        <a:pt x="1040" y="50"/>
                      </a:lnTo>
                      <a:lnTo>
                        <a:pt x="1040" y="54"/>
                      </a:lnTo>
                      <a:lnTo>
                        <a:pt x="1042" y="54"/>
                      </a:lnTo>
                      <a:lnTo>
                        <a:pt x="1042" y="54"/>
                      </a:lnTo>
                      <a:lnTo>
                        <a:pt x="1044" y="50"/>
                      </a:lnTo>
                      <a:lnTo>
                        <a:pt x="1044" y="50"/>
                      </a:lnTo>
                      <a:lnTo>
                        <a:pt x="1048" y="50"/>
                      </a:lnTo>
                      <a:lnTo>
                        <a:pt x="1048" y="52"/>
                      </a:lnTo>
                      <a:lnTo>
                        <a:pt x="1048" y="52"/>
                      </a:lnTo>
                      <a:lnTo>
                        <a:pt x="1056" y="46"/>
                      </a:lnTo>
                      <a:lnTo>
                        <a:pt x="1056" y="46"/>
                      </a:lnTo>
                      <a:lnTo>
                        <a:pt x="1062" y="42"/>
                      </a:lnTo>
                      <a:lnTo>
                        <a:pt x="1064" y="40"/>
                      </a:lnTo>
                      <a:lnTo>
                        <a:pt x="1068" y="44"/>
                      </a:lnTo>
                      <a:lnTo>
                        <a:pt x="1068" y="44"/>
                      </a:lnTo>
                      <a:lnTo>
                        <a:pt x="1070" y="46"/>
                      </a:lnTo>
                      <a:lnTo>
                        <a:pt x="1068" y="50"/>
                      </a:lnTo>
                      <a:lnTo>
                        <a:pt x="1068" y="54"/>
                      </a:lnTo>
                      <a:lnTo>
                        <a:pt x="1070" y="56"/>
                      </a:lnTo>
                      <a:lnTo>
                        <a:pt x="1070" y="52"/>
                      </a:lnTo>
                      <a:lnTo>
                        <a:pt x="1070" y="52"/>
                      </a:lnTo>
                      <a:lnTo>
                        <a:pt x="1074" y="52"/>
                      </a:lnTo>
                      <a:lnTo>
                        <a:pt x="1074" y="52"/>
                      </a:lnTo>
                      <a:lnTo>
                        <a:pt x="1072" y="44"/>
                      </a:lnTo>
                      <a:lnTo>
                        <a:pt x="1072" y="42"/>
                      </a:lnTo>
                      <a:lnTo>
                        <a:pt x="1070" y="40"/>
                      </a:lnTo>
                      <a:lnTo>
                        <a:pt x="1070" y="40"/>
                      </a:lnTo>
                      <a:lnTo>
                        <a:pt x="1066" y="38"/>
                      </a:lnTo>
                      <a:lnTo>
                        <a:pt x="1066" y="38"/>
                      </a:lnTo>
                      <a:lnTo>
                        <a:pt x="1064" y="36"/>
                      </a:lnTo>
                      <a:lnTo>
                        <a:pt x="1064" y="36"/>
                      </a:lnTo>
                      <a:lnTo>
                        <a:pt x="1084" y="36"/>
                      </a:lnTo>
                      <a:lnTo>
                        <a:pt x="1084" y="36"/>
                      </a:lnTo>
                      <a:lnTo>
                        <a:pt x="1086" y="34"/>
                      </a:lnTo>
                      <a:lnTo>
                        <a:pt x="1090" y="32"/>
                      </a:lnTo>
                      <a:lnTo>
                        <a:pt x="1090" y="32"/>
                      </a:lnTo>
                      <a:lnTo>
                        <a:pt x="1094" y="38"/>
                      </a:lnTo>
                      <a:lnTo>
                        <a:pt x="1094" y="38"/>
                      </a:lnTo>
                      <a:lnTo>
                        <a:pt x="1098" y="38"/>
                      </a:lnTo>
                      <a:lnTo>
                        <a:pt x="1098" y="38"/>
                      </a:lnTo>
                      <a:lnTo>
                        <a:pt x="1094" y="32"/>
                      </a:lnTo>
                      <a:lnTo>
                        <a:pt x="1090" y="28"/>
                      </a:lnTo>
                      <a:lnTo>
                        <a:pt x="1090" y="28"/>
                      </a:lnTo>
                      <a:lnTo>
                        <a:pt x="1090" y="22"/>
                      </a:lnTo>
                      <a:lnTo>
                        <a:pt x="1092" y="22"/>
                      </a:lnTo>
                      <a:lnTo>
                        <a:pt x="1092" y="22"/>
                      </a:lnTo>
                      <a:lnTo>
                        <a:pt x="1102" y="14"/>
                      </a:lnTo>
                      <a:lnTo>
                        <a:pt x="1102" y="14"/>
                      </a:lnTo>
                      <a:lnTo>
                        <a:pt x="1104" y="12"/>
                      </a:lnTo>
                      <a:lnTo>
                        <a:pt x="1104" y="12"/>
                      </a:lnTo>
                      <a:lnTo>
                        <a:pt x="1104" y="10"/>
                      </a:lnTo>
                      <a:lnTo>
                        <a:pt x="1104" y="8"/>
                      </a:lnTo>
                      <a:lnTo>
                        <a:pt x="1104" y="8"/>
                      </a:lnTo>
                      <a:lnTo>
                        <a:pt x="1108" y="6"/>
                      </a:lnTo>
                      <a:lnTo>
                        <a:pt x="1112" y="6"/>
                      </a:lnTo>
                      <a:lnTo>
                        <a:pt x="1114" y="4"/>
                      </a:lnTo>
                      <a:lnTo>
                        <a:pt x="1114" y="4"/>
                      </a:lnTo>
                      <a:lnTo>
                        <a:pt x="1118" y="4"/>
                      </a:lnTo>
                      <a:lnTo>
                        <a:pt x="1120" y="6"/>
                      </a:lnTo>
                      <a:lnTo>
                        <a:pt x="1122" y="6"/>
                      </a:lnTo>
                      <a:lnTo>
                        <a:pt x="1124" y="8"/>
                      </a:lnTo>
                      <a:lnTo>
                        <a:pt x="1124" y="8"/>
                      </a:lnTo>
                      <a:lnTo>
                        <a:pt x="1126" y="6"/>
                      </a:lnTo>
                      <a:lnTo>
                        <a:pt x="1128" y="4"/>
                      </a:lnTo>
                      <a:lnTo>
                        <a:pt x="1130" y="2"/>
                      </a:lnTo>
                      <a:lnTo>
                        <a:pt x="1130" y="2"/>
                      </a:lnTo>
                      <a:lnTo>
                        <a:pt x="1132" y="0"/>
                      </a:lnTo>
                      <a:lnTo>
                        <a:pt x="1134" y="2"/>
                      </a:lnTo>
                      <a:lnTo>
                        <a:pt x="1138" y="4"/>
                      </a:lnTo>
                      <a:lnTo>
                        <a:pt x="1138" y="4"/>
                      </a:lnTo>
                      <a:lnTo>
                        <a:pt x="1142" y="2"/>
                      </a:lnTo>
                      <a:lnTo>
                        <a:pt x="1146" y="2"/>
                      </a:lnTo>
                      <a:lnTo>
                        <a:pt x="1146" y="2"/>
                      </a:lnTo>
                      <a:lnTo>
                        <a:pt x="1146" y="6"/>
                      </a:lnTo>
                      <a:lnTo>
                        <a:pt x="1146" y="8"/>
                      </a:lnTo>
                      <a:lnTo>
                        <a:pt x="1146" y="8"/>
                      </a:lnTo>
                      <a:lnTo>
                        <a:pt x="1150" y="8"/>
                      </a:lnTo>
                      <a:lnTo>
                        <a:pt x="1154" y="8"/>
                      </a:lnTo>
                      <a:lnTo>
                        <a:pt x="1154" y="8"/>
                      </a:lnTo>
                      <a:lnTo>
                        <a:pt x="1156" y="10"/>
                      </a:lnTo>
                      <a:lnTo>
                        <a:pt x="1156" y="12"/>
                      </a:lnTo>
                      <a:lnTo>
                        <a:pt x="1156" y="12"/>
                      </a:lnTo>
                      <a:lnTo>
                        <a:pt x="1152" y="12"/>
                      </a:lnTo>
                      <a:lnTo>
                        <a:pt x="1152" y="12"/>
                      </a:lnTo>
                      <a:lnTo>
                        <a:pt x="1150" y="16"/>
                      </a:lnTo>
                      <a:lnTo>
                        <a:pt x="1148" y="20"/>
                      </a:lnTo>
                      <a:lnTo>
                        <a:pt x="1148" y="20"/>
                      </a:lnTo>
                      <a:lnTo>
                        <a:pt x="1152" y="18"/>
                      </a:lnTo>
                      <a:lnTo>
                        <a:pt x="1154" y="18"/>
                      </a:lnTo>
                      <a:lnTo>
                        <a:pt x="1154" y="20"/>
                      </a:lnTo>
                      <a:lnTo>
                        <a:pt x="1154" y="20"/>
                      </a:lnTo>
                      <a:lnTo>
                        <a:pt x="1154" y="20"/>
                      </a:lnTo>
                      <a:lnTo>
                        <a:pt x="1154" y="22"/>
                      </a:lnTo>
                      <a:lnTo>
                        <a:pt x="1154" y="22"/>
                      </a:lnTo>
                      <a:lnTo>
                        <a:pt x="1154" y="22"/>
                      </a:lnTo>
                      <a:lnTo>
                        <a:pt x="1158" y="22"/>
                      </a:lnTo>
                      <a:lnTo>
                        <a:pt x="1160" y="20"/>
                      </a:lnTo>
                      <a:lnTo>
                        <a:pt x="1162" y="20"/>
                      </a:lnTo>
                      <a:lnTo>
                        <a:pt x="1166" y="20"/>
                      </a:lnTo>
                      <a:lnTo>
                        <a:pt x="1168" y="22"/>
                      </a:lnTo>
                      <a:lnTo>
                        <a:pt x="1168" y="22"/>
                      </a:lnTo>
                      <a:lnTo>
                        <a:pt x="1176" y="24"/>
                      </a:lnTo>
                      <a:lnTo>
                        <a:pt x="1176" y="24"/>
                      </a:lnTo>
                      <a:lnTo>
                        <a:pt x="1172" y="38"/>
                      </a:lnTo>
                      <a:lnTo>
                        <a:pt x="1172" y="38"/>
                      </a:lnTo>
                      <a:lnTo>
                        <a:pt x="1178" y="36"/>
                      </a:lnTo>
                      <a:lnTo>
                        <a:pt x="1184" y="32"/>
                      </a:lnTo>
                      <a:lnTo>
                        <a:pt x="1184" y="32"/>
                      </a:lnTo>
                      <a:lnTo>
                        <a:pt x="1186" y="30"/>
                      </a:lnTo>
                      <a:lnTo>
                        <a:pt x="1188" y="28"/>
                      </a:lnTo>
                      <a:lnTo>
                        <a:pt x="1188" y="28"/>
                      </a:lnTo>
                      <a:lnTo>
                        <a:pt x="1200" y="26"/>
                      </a:lnTo>
                      <a:lnTo>
                        <a:pt x="1212" y="24"/>
                      </a:lnTo>
                      <a:lnTo>
                        <a:pt x="1212" y="24"/>
                      </a:lnTo>
                      <a:lnTo>
                        <a:pt x="1214" y="26"/>
                      </a:lnTo>
                      <a:lnTo>
                        <a:pt x="1216" y="26"/>
                      </a:lnTo>
                      <a:lnTo>
                        <a:pt x="1216" y="26"/>
                      </a:lnTo>
                      <a:lnTo>
                        <a:pt x="1220" y="24"/>
                      </a:lnTo>
                      <a:lnTo>
                        <a:pt x="1220" y="24"/>
                      </a:lnTo>
                      <a:lnTo>
                        <a:pt x="1228" y="24"/>
                      </a:lnTo>
                      <a:lnTo>
                        <a:pt x="1228" y="24"/>
                      </a:lnTo>
                      <a:lnTo>
                        <a:pt x="1230" y="22"/>
                      </a:lnTo>
                      <a:lnTo>
                        <a:pt x="1232" y="22"/>
                      </a:lnTo>
                      <a:lnTo>
                        <a:pt x="1232" y="22"/>
                      </a:lnTo>
                      <a:lnTo>
                        <a:pt x="1234" y="26"/>
                      </a:lnTo>
                      <a:lnTo>
                        <a:pt x="1236" y="28"/>
                      </a:lnTo>
                      <a:lnTo>
                        <a:pt x="1236" y="34"/>
                      </a:lnTo>
                      <a:lnTo>
                        <a:pt x="1236" y="34"/>
                      </a:lnTo>
                      <a:lnTo>
                        <a:pt x="1238" y="36"/>
                      </a:lnTo>
                      <a:lnTo>
                        <a:pt x="1244" y="38"/>
                      </a:lnTo>
                      <a:lnTo>
                        <a:pt x="1252" y="40"/>
                      </a:lnTo>
                      <a:lnTo>
                        <a:pt x="1252" y="40"/>
                      </a:lnTo>
                      <a:lnTo>
                        <a:pt x="1254" y="50"/>
                      </a:lnTo>
                      <a:lnTo>
                        <a:pt x="1254" y="50"/>
                      </a:lnTo>
                      <a:lnTo>
                        <a:pt x="1258" y="50"/>
                      </a:lnTo>
                      <a:lnTo>
                        <a:pt x="1258" y="50"/>
                      </a:lnTo>
                      <a:lnTo>
                        <a:pt x="1260" y="54"/>
                      </a:lnTo>
                      <a:lnTo>
                        <a:pt x="1260" y="56"/>
                      </a:lnTo>
                      <a:lnTo>
                        <a:pt x="1258" y="64"/>
                      </a:lnTo>
                      <a:lnTo>
                        <a:pt x="1258" y="64"/>
                      </a:lnTo>
                      <a:lnTo>
                        <a:pt x="1252" y="62"/>
                      </a:lnTo>
                      <a:lnTo>
                        <a:pt x="1252" y="62"/>
                      </a:lnTo>
                      <a:lnTo>
                        <a:pt x="1252" y="60"/>
                      </a:lnTo>
                      <a:lnTo>
                        <a:pt x="1252" y="60"/>
                      </a:lnTo>
                      <a:lnTo>
                        <a:pt x="1250" y="62"/>
                      </a:lnTo>
                      <a:lnTo>
                        <a:pt x="1250" y="62"/>
                      </a:lnTo>
                      <a:lnTo>
                        <a:pt x="1250" y="64"/>
                      </a:lnTo>
                      <a:lnTo>
                        <a:pt x="1250" y="64"/>
                      </a:lnTo>
                      <a:lnTo>
                        <a:pt x="1258" y="70"/>
                      </a:lnTo>
                      <a:lnTo>
                        <a:pt x="1262" y="76"/>
                      </a:lnTo>
                      <a:lnTo>
                        <a:pt x="1260" y="78"/>
                      </a:lnTo>
                      <a:lnTo>
                        <a:pt x="1258" y="80"/>
                      </a:lnTo>
                      <a:lnTo>
                        <a:pt x="1258" y="80"/>
                      </a:lnTo>
                      <a:lnTo>
                        <a:pt x="1246" y="84"/>
                      </a:lnTo>
                      <a:lnTo>
                        <a:pt x="1232" y="88"/>
                      </a:lnTo>
                      <a:lnTo>
                        <a:pt x="1232" y="88"/>
                      </a:lnTo>
                      <a:lnTo>
                        <a:pt x="1224" y="88"/>
                      </a:lnTo>
                      <a:lnTo>
                        <a:pt x="1224" y="88"/>
                      </a:lnTo>
                      <a:lnTo>
                        <a:pt x="1220" y="92"/>
                      </a:lnTo>
                      <a:lnTo>
                        <a:pt x="1220" y="92"/>
                      </a:lnTo>
                      <a:lnTo>
                        <a:pt x="1208" y="94"/>
                      </a:lnTo>
                      <a:lnTo>
                        <a:pt x="1208" y="94"/>
                      </a:lnTo>
                      <a:lnTo>
                        <a:pt x="1204" y="94"/>
                      </a:lnTo>
                      <a:lnTo>
                        <a:pt x="1202" y="94"/>
                      </a:lnTo>
                      <a:lnTo>
                        <a:pt x="1202" y="94"/>
                      </a:lnTo>
                      <a:lnTo>
                        <a:pt x="1200" y="98"/>
                      </a:lnTo>
                      <a:lnTo>
                        <a:pt x="1200" y="98"/>
                      </a:lnTo>
                      <a:lnTo>
                        <a:pt x="1196" y="102"/>
                      </a:lnTo>
                      <a:lnTo>
                        <a:pt x="1196" y="102"/>
                      </a:lnTo>
                      <a:lnTo>
                        <a:pt x="1198" y="112"/>
                      </a:lnTo>
                      <a:lnTo>
                        <a:pt x="1198" y="112"/>
                      </a:lnTo>
                      <a:lnTo>
                        <a:pt x="1192" y="112"/>
                      </a:lnTo>
                      <a:lnTo>
                        <a:pt x="1192" y="112"/>
                      </a:lnTo>
                      <a:lnTo>
                        <a:pt x="1188" y="116"/>
                      </a:lnTo>
                      <a:lnTo>
                        <a:pt x="1186" y="122"/>
                      </a:lnTo>
                      <a:lnTo>
                        <a:pt x="1186" y="122"/>
                      </a:lnTo>
                      <a:lnTo>
                        <a:pt x="1182" y="122"/>
                      </a:lnTo>
                      <a:lnTo>
                        <a:pt x="1178" y="124"/>
                      </a:lnTo>
                      <a:lnTo>
                        <a:pt x="1178" y="124"/>
                      </a:lnTo>
                      <a:lnTo>
                        <a:pt x="1174" y="126"/>
                      </a:lnTo>
                      <a:lnTo>
                        <a:pt x="1174" y="126"/>
                      </a:lnTo>
                      <a:lnTo>
                        <a:pt x="1170" y="128"/>
                      </a:lnTo>
                      <a:lnTo>
                        <a:pt x="1166" y="128"/>
                      </a:lnTo>
                      <a:lnTo>
                        <a:pt x="1166" y="128"/>
                      </a:lnTo>
                      <a:lnTo>
                        <a:pt x="1164" y="130"/>
                      </a:lnTo>
                      <a:lnTo>
                        <a:pt x="1164" y="132"/>
                      </a:lnTo>
                      <a:lnTo>
                        <a:pt x="1162" y="136"/>
                      </a:lnTo>
                      <a:lnTo>
                        <a:pt x="1162" y="136"/>
                      </a:lnTo>
                      <a:lnTo>
                        <a:pt x="1156" y="138"/>
                      </a:lnTo>
                      <a:lnTo>
                        <a:pt x="1150" y="140"/>
                      </a:lnTo>
                      <a:lnTo>
                        <a:pt x="1138" y="142"/>
                      </a:lnTo>
                      <a:lnTo>
                        <a:pt x="1136" y="144"/>
                      </a:lnTo>
                      <a:lnTo>
                        <a:pt x="1136" y="144"/>
                      </a:lnTo>
                      <a:lnTo>
                        <a:pt x="1148" y="142"/>
                      </a:lnTo>
                      <a:lnTo>
                        <a:pt x="1162" y="142"/>
                      </a:lnTo>
                      <a:lnTo>
                        <a:pt x="1166" y="138"/>
                      </a:lnTo>
                      <a:lnTo>
                        <a:pt x="1166" y="138"/>
                      </a:lnTo>
                      <a:lnTo>
                        <a:pt x="1166" y="136"/>
                      </a:lnTo>
                      <a:lnTo>
                        <a:pt x="1168" y="134"/>
                      </a:lnTo>
                      <a:lnTo>
                        <a:pt x="1168" y="134"/>
                      </a:lnTo>
                      <a:lnTo>
                        <a:pt x="1168" y="134"/>
                      </a:lnTo>
                      <a:lnTo>
                        <a:pt x="1172" y="132"/>
                      </a:lnTo>
                      <a:lnTo>
                        <a:pt x="1176" y="134"/>
                      </a:lnTo>
                      <a:lnTo>
                        <a:pt x="1184" y="134"/>
                      </a:lnTo>
                      <a:lnTo>
                        <a:pt x="1184" y="134"/>
                      </a:lnTo>
                      <a:lnTo>
                        <a:pt x="1186" y="134"/>
                      </a:lnTo>
                      <a:lnTo>
                        <a:pt x="1186" y="132"/>
                      </a:lnTo>
                      <a:lnTo>
                        <a:pt x="1186" y="132"/>
                      </a:lnTo>
                      <a:lnTo>
                        <a:pt x="1190" y="132"/>
                      </a:lnTo>
                      <a:lnTo>
                        <a:pt x="1194" y="130"/>
                      </a:lnTo>
                      <a:lnTo>
                        <a:pt x="1194" y="130"/>
                      </a:lnTo>
                      <a:lnTo>
                        <a:pt x="1200" y="126"/>
                      </a:lnTo>
                      <a:lnTo>
                        <a:pt x="1200" y="126"/>
                      </a:lnTo>
                      <a:lnTo>
                        <a:pt x="1198" y="124"/>
                      </a:lnTo>
                      <a:lnTo>
                        <a:pt x="1198" y="122"/>
                      </a:lnTo>
                      <a:lnTo>
                        <a:pt x="1198" y="122"/>
                      </a:lnTo>
                      <a:lnTo>
                        <a:pt x="1202" y="126"/>
                      </a:lnTo>
                      <a:lnTo>
                        <a:pt x="1204" y="126"/>
                      </a:lnTo>
                      <a:lnTo>
                        <a:pt x="1208" y="126"/>
                      </a:lnTo>
                      <a:lnTo>
                        <a:pt x="1208" y="126"/>
                      </a:lnTo>
                      <a:lnTo>
                        <a:pt x="1210" y="122"/>
                      </a:lnTo>
                      <a:lnTo>
                        <a:pt x="1210" y="122"/>
                      </a:lnTo>
                      <a:lnTo>
                        <a:pt x="1204" y="122"/>
                      </a:lnTo>
                      <a:lnTo>
                        <a:pt x="1204" y="122"/>
                      </a:lnTo>
                      <a:lnTo>
                        <a:pt x="1202" y="118"/>
                      </a:lnTo>
                      <a:lnTo>
                        <a:pt x="1202" y="118"/>
                      </a:lnTo>
                      <a:lnTo>
                        <a:pt x="1202" y="116"/>
                      </a:lnTo>
                      <a:lnTo>
                        <a:pt x="1202" y="116"/>
                      </a:lnTo>
                      <a:lnTo>
                        <a:pt x="1204" y="116"/>
                      </a:lnTo>
                      <a:lnTo>
                        <a:pt x="1204" y="114"/>
                      </a:lnTo>
                      <a:lnTo>
                        <a:pt x="1204" y="114"/>
                      </a:lnTo>
                      <a:lnTo>
                        <a:pt x="1206" y="112"/>
                      </a:lnTo>
                      <a:lnTo>
                        <a:pt x="1208" y="112"/>
                      </a:lnTo>
                      <a:lnTo>
                        <a:pt x="1208" y="112"/>
                      </a:lnTo>
                      <a:lnTo>
                        <a:pt x="1208" y="108"/>
                      </a:lnTo>
                      <a:lnTo>
                        <a:pt x="1208" y="108"/>
                      </a:lnTo>
                      <a:lnTo>
                        <a:pt x="1212" y="106"/>
                      </a:lnTo>
                      <a:lnTo>
                        <a:pt x="1214" y="106"/>
                      </a:lnTo>
                      <a:lnTo>
                        <a:pt x="1214" y="108"/>
                      </a:lnTo>
                      <a:lnTo>
                        <a:pt x="1216" y="110"/>
                      </a:lnTo>
                      <a:lnTo>
                        <a:pt x="1216" y="110"/>
                      </a:lnTo>
                      <a:lnTo>
                        <a:pt x="1218" y="110"/>
                      </a:lnTo>
                      <a:lnTo>
                        <a:pt x="1218" y="108"/>
                      </a:lnTo>
                      <a:lnTo>
                        <a:pt x="1218" y="108"/>
                      </a:lnTo>
                      <a:lnTo>
                        <a:pt x="1218" y="108"/>
                      </a:lnTo>
                      <a:lnTo>
                        <a:pt x="1218" y="108"/>
                      </a:lnTo>
                      <a:lnTo>
                        <a:pt x="1220" y="104"/>
                      </a:lnTo>
                      <a:lnTo>
                        <a:pt x="1222" y="104"/>
                      </a:lnTo>
                      <a:lnTo>
                        <a:pt x="1222" y="104"/>
                      </a:lnTo>
                      <a:lnTo>
                        <a:pt x="1226" y="112"/>
                      </a:lnTo>
                      <a:lnTo>
                        <a:pt x="1228" y="116"/>
                      </a:lnTo>
                      <a:lnTo>
                        <a:pt x="1232" y="116"/>
                      </a:lnTo>
                      <a:lnTo>
                        <a:pt x="1244" y="116"/>
                      </a:lnTo>
                      <a:lnTo>
                        <a:pt x="1244" y="116"/>
                      </a:lnTo>
                      <a:lnTo>
                        <a:pt x="1244" y="108"/>
                      </a:lnTo>
                      <a:lnTo>
                        <a:pt x="1244" y="108"/>
                      </a:lnTo>
                      <a:lnTo>
                        <a:pt x="1246" y="110"/>
                      </a:lnTo>
                      <a:lnTo>
                        <a:pt x="1246" y="110"/>
                      </a:lnTo>
                      <a:lnTo>
                        <a:pt x="1250" y="112"/>
                      </a:lnTo>
                      <a:lnTo>
                        <a:pt x="1250" y="112"/>
                      </a:lnTo>
                      <a:lnTo>
                        <a:pt x="1250" y="118"/>
                      </a:lnTo>
                      <a:lnTo>
                        <a:pt x="1248" y="120"/>
                      </a:lnTo>
                      <a:lnTo>
                        <a:pt x="1248" y="120"/>
                      </a:lnTo>
                      <a:lnTo>
                        <a:pt x="1248" y="124"/>
                      </a:lnTo>
                      <a:lnTo>
                        <a:pt x="1248" y="124"/>
                      </a:lnTo>
                      <a:lnTo>
                        <a:pt x="1250" y="126"/>
                      </a:lnTo>
                      <a:lnTo>
                        <a:pt x="1250" y="126"/>
                      </a:lnTo>
                      <a:lnTo>
                        <a:pt x="1250" y="122"/>
                      </a:lnTo>
                      <a:lnTo>
                        <a:pt x="1250" y="122"/>
                      </a:lnTo>
                      <a:lnTo>
                        <a:pt x="1254" y="116"/>
                      </a:lnTo>
                      <a:lnTo>
                        <a:pt x="1258" y="114"/>
                      </a:lnTo>
                      <a:lnTo>
                        <a:pt x="1268" y="108"/>
                      </a:lnTo>
                      <a:lnTo>
                        <a:pt x="1268" y="108"/>
                      </a:lnTo>
                      <a:lnTo>
                        <a:pt x="1270" y="104"/>
                      </a:lnTo>
                      <a:lnTo>
                        <a:pt x="1272" y="104"/>
                      </a:lnTo>
                      <a:lnTo>
                        <a:pt x="1272" y="104"/>
                      </a:lnTo>
                      <a:lnTo>
                        <a:pt x="1276" y="104"/>
                      </a:lnTo>
                      <a:lnTo>
                        <a:pt x="1278" y="104"/>
                      </a:lnTo>
                      <a:lnTo>
                        <a:pt x="1284" y="108"/>
                      </a:lnTo>
                      <a:lnTo>
                        <a:pt x="1284" y="108"/>
                      </a:lnTo>
                      <a:lnTo>
                        <a:pt x="1288" y="106"/>
                      </a:lnTo>
                      <a:lnTo>
                        <a:pt x="1292" y="106"/>
                      </a:lnTo>
                      <a:lnTo>
                        <a:pt x="1294" y="110"/>
                      </a:lnTo>
                      <a:lnTo>
                        <a:pt x="1294" y="110"/>
                      </a:lnTo>
                      <a:lnTo>
                        <a:pt x="1300" y="108"/>
                      </a:lnTo>
                      <a:lnTo>
                        <a:pt x="1300" y="108"/>
                      </a:lnTo>
                      <a:lnTo>
                        <a:pt x="1310" y="108"/>
                      </a:lnTo>
                      <a:lnTo>
                        <a:pt x="1316" y="110"/>
                      </a:lnTo>
                      <a:lnTo>
                        <a:pt x="1316" y="110"/>
                      </a:lnTo>
                      <a:lnTo>
                        <a:pt x="1316" y="120"/>
                      </a:lnTo>
                      <a:lnTo>
                        <a:pt x="1314" y="120"/>
                      </a:lnTo>
                      <a:lnTo>
                        <a:pt x="1314" y="120"/>
                      </a:lnTo>
                      <a:lnTo>
                        <a:pt x="1314" y="122"/>
                      </a:lnTo>
                      <a:lnTo>
                        <a:pt x="1314" y="122"/>
                      </a:lnTo>
                      <a:lnTo>
                        <a:pt x="1320" y="126"/>
                      </a:lnTo>
                      <a:lnTo>
                        <a:pt x="1320" y="126"/>
                      </a:lnTo>
                      <a:lnTo>
                        <a:pt x="1324" y="128"/>
                      </a:lnTo>
                      <a:lnTo>
                        <a:pt x="1326" y="128"/>
                      </a:lnTo>
                      <a:lnTo>
                        <a:pt x="1328" y="130"/>
                      </a:lnTo>
                      <a:lnTo>
                        <a:pt x="1328" y="130"/>
                      </a:lnTo>
                      <a:lnTo>
                        <a:pt x="1332" y="130"/>
                      </a:lnTo>
                      <a:lnTo>
                        <a:pt x="1332" y="130"/>
                      </a:lnTo>
                      <a:lnTo>
                        <a:pt x="1338" y="134"/>
                      </a:lnTo>
                      <a:lnTo>
                        <a:pt x="1338" y="134"/>
                      </a:lnTo>
                      <a:lnTo>
                        <a:pt x="1340" y="134"/>
                      </a:lnTo>
                      <a:lnTo>
                        <a:pt x="1340" y="134"/>
                      </a:lnTo>
                      <a:lnTo>
                        <a:pt x="1340" y="132"/>
                      </a:lnTo>
                      <a:lnTo>
                        <a:pt x="1340" y="132"/>
                      </a:lnTo>
                      <a:lnTo>
                        <a:pt x="1344" y="132"/>
                      </a:lnTo>
                      <a:lnTo>
                        <a:pt x="1346" y="132"/>
                      </a:lnTo>
                      <a:lnTo>
                        <a:pt x="1350" y="134"/>
                      </a:lnTo>
                      <a:lnTo>
                        <a:pt x="1352" y="134"/>
                      </a:lnTo>
                      <a:lnTo>
                        <a:pt x="1352" y="134"/>
                      </a:lnTo>
                      <a:lnTo>
                        <a:pt x="1356" y="132"/>
                      </a:lnTo>
                      <a:lnTo>
                        <a:pt x="1356" y="132"/>
                      </a:lnTo>
                      <a:lnTo>
                        <a:pt x="1362" y="136"/>
                      </a:lnTo>
                      <a:lnTo>
                        <a:pt x="1362" y="136"/>
                      </a:lnTo>
                      <a:lnTo>
                        <a:pt x="1366" y="136"/>
                      </a:lnTo>
                      <a:lnTo>
                        <a:pt x="1368" y="134"/>
                      </a:lnTo>
                      <a:lnTo>
                        <a:pt x="1368" y="134"/>
                      </a:lnTo>
                      <a:lnTo>
                        <a:pt x="1370" y="138"/>
                      </a:lnTo>
                      <a:lnTo>
                        <a:pt x="1374" y="140"/>
                      </a:lnTo>
                      <a:lnTo>
                        <a:pt x="1374" y="140"/>
                      </a:lnTo>
                      <a:lnTo>
                        <a:pt x="1380" y="142"/>
                      </a:lnTo>
                      <a:lnTo>
                        <a:pt x="1388" y="142"/>
                      </a:lnTo>
                      <a:lnTo>
                        <a:pt x="1388" y="142"/>
                      </a:lnTo>
                      <a:lnTo>
                        <a:pt x="1386" y="140"/>
                      </a:lnTo>
                      <a:lnTo>
                        <a:pt x="1388" y="138"/>
                      </a:lnTo>
                      <a:lnTo>
                        <a:pt x="1396" y="136"/>
                      </a:lnTo>
                      <a:lnTo>
                        <a:pt x="1396" y="136"/>
                      </a:lnTo>
                      <a:lnTo>
                        <a:pt x="1394" y="134"/>
                      </a:lnTo>
                      <a:lnTo>
                        <a:pt x="1394" y="132"/>
                      </a:lnTo>
                      <a:lnTo>
                        <a:pt x="1394" y="132"/>
                      </a:lnTo>
                      <a:lnTo>
                        <a:pt x="1398" y="130"/>
                      </a:lnTo>
                      <a:lnTo>
                        <a:pt x="1398" y="130"/>
                      </a:lnTo>
                      <a:lnTo>
                        <a:pt x="1396" y="128"/>
                      </a:lnTo>
                      <a:lnTo>
                        <a:pt x="1396" y="128"/>
                      </a:lnTo>
                      <a:lnTo>
                        <a:pt x="1392" y="126"/>
                      </a:lnTo>
                      <a:lnTo>
                        <a:pt x="1392" y="126"/>
                      </a:lnTo>
                      <a:lnTo>
                        <a:pt x="1388" y="126"/>
                      </a:lnTo>
                      <a:lnTo>
                        <a:pt x="1382" y="126"/>
                      </a:lnTo>
                      <a:lnTo>
                        <a:pt x="1382" y="126"/>
                      </a:lnTo>
                      <a:lnTo>
                        <a:pt x="1382" y="122"/>
                      </a:lnTo>
                      <a:lnTo>
                        <a:pt x="1382" y="122"/>
                      </a:lnTo>
                      <a:lnTo>
                        <a:pt x="1378" y="120"/>
                      </a:lnTo>
                      <a:lnTo>
                        <a:pt x="1378" y="120"/>
                      </a:lnTo>
                      <a:lnTo>
                        <a:pt x="1378" y="114"/>
                      </a:lnTo>
                      <a:lnTo>
                        <a:pt x="1378" y="110"/>
                      </a:lnTo>
                      <a:lnTo>
                        <a:pt x="1382" y="106"/>
                      </a:lnTo>
                      <a:lnTo>
                        <a:pt x="1390" y="104"/>
                      </a:lnTo>
                      <a:lnTo>
                        <a:pt x="1390" y="104"/>
                      </a:lnTo>
                      <a:lnTo>
                        <a:pt x="1398" y="104"/>
                      </a:lnTo>
                      <a:lnTo>
                        <a:pt x="1402" y="104"/>
                      </a:lnTo>
                      <a:lnTo>
                        <a:pt x="1406" y="106"/>
                      </a:lnTo>
                      <a:lnTo>
                        <a:pt x="1406" y="106"/>
                      </a:lnTo>
                      <a:lnTo>
                        <a:pt x="1406" y="106"/>
                      </a:lnTo>
                      <a:lnTo>
                        <a:pt x="1406" y="108"/>
                      </a:lnTo>
                      <a:lnTo>
                        <a:pt x="1406" y="108"/>
                      </a:lnTo>
                      <a:lnTo>
                        <a:pt x="1412" y="108"/>
                      </a:lnTo>
                      <a:lnTo>
                        <a:pt x="1412" y="108"/>
                      </a:lnTo>
                      <a:lnTo>
                        <a:pt x="1414" y="112"/>
                      </a:lnTo>
                      <a:lnTo>
                        <a:pt x="1416" y="114"/>
                      </a:lnTo>
                      <a:lnTo>
                        <a:pt x="1416" y="114"/>
                      </a:lnTo>
                      <a:lnTo>
                        <a:pt x="1424" y="114"/>
                      </a:lnTo>
                      <a:lnTo>
                        <a:pt x="1424" y="114"/>
                      </a:lnTo>
                      <a:lnTo>
                        <a:pt x="1424" y="120"/>
                      </a:lnTo>
                      <a:lnTo>
                        <a:pt x="1424" y="120"/>
                      </a:lnTo>
                      <a:lnTo>
                        <a:pt x="1424" y="120"/>
                      </a:lnTo>
                      <a:lnTo>
                        <a:pt x="1420" y="124"/>
                      </a:lnTo>
                      <a:lnTo>
                        <a:pt x="1418" y="126"/>
                      </a:lnTo>
                      <a:lnTo>
                        <a:pt x="1416" y="128"/>
                      </a:lnTo>
                      <a:lnTo>
                        <a:pt x="1416" y="128"/>
                      </a:lnTo>
                      <a:lnTo>
                        <a:pt x="1412" y="128"/>
                      </a:lnTo>
                      <a:lnTo>
                        <a:pt x="1412" y="128"/>
                      </a:lnTo>
                      <a:lnTo>
                        <a:pt x="1408" y="130"/>
                      </a:lnTo>
                      <a:lnTo>
                        <a:pt x="1408" y="130"/>
                      </a:lnTo>
                      <a:lnTo>
                        <a:pt x="1402" y="130"/>
                      </a:lnTo>
                      <a:lnTo>
                        <a:pt x="1402" y="130"/>
                      </a:lnTo>
                      <a:lnTo>
                        <a:pt x="1402" y="134"/>
                      </a:lnTo>
                      <a:lnTo>
                        <a:pt x="1402" y="136"/>
                      </a:lnTo>
                      <a:lnTo>
                        <a:pt x="1402" y="136"/>
                      </a:lnTo>
                      <a:lnTo>
                        <a:pt x="1398" y="138"/>
                      </a:lnTo>
                      <a:lnTo>
                        <a:pt x="1396" y="138"/>
                      </a:lnTo>
                      <a:lnTo>
                        <a:pt x="1400" y="138"/>
                      </a:lnTo>
                      <a:lnTo>
                        <a:pt x="1400" y="138"/>
                      </a:lnTo>
                      <a:lnTo>
                        <a:pt x="1404" y="138"/>
                      </a:lnTo>
                      <a:lnTo>
                        <a:pt x="1404" y="138"/>
                      </a:lnTo>
                      <a:lnTo>
                        <a:pt x="1406" y="140"/>
                      </a:lnTo>
                      <a:lnTo>
                        <a:pt x="1406" y="140"/>
                      </a:lnTo>
                      <a:lnTo>
                        <a:pt x="1404" y="144"/>
                      </a:lnTo>
                      <a:lnTo>
                        <a:pt x="1404" y="144"/>
                      </a:lnTo>
                      <a:lnTo>
                        <a:pt x="1402" y="144"/>
                      </a:lnTo>
                      <a:lnTo>
                        <a:pt x="1402" y="144"/>
                      </a:lnTo>
                      <a:lnTo>
                        <a:pt x="1406" y="144"/>
                      </a:lnTo>
                      <a:lnTo>
                        <a:pt x="1406" y="144"/>
                      </a:lnTo>
                      <a:lnTo>
                        <a:pt x="1410" y="148"/>
                      </a:lnTo>
                      <a:lnTo>
                        <a:pt x="1412" y="148"/>
                      </a:lnTo>
                      <a:lnTo>
                        <a:pt x="1412" y="144"/>
                      </a:lnTo>
                      <a:lnTo>
                        <a:pt x="1412" y="144"/>
                      </a:lnTo>
                      <a:lnTo>
                        <a:pt x="1420" y="142"/>
                      </a:lnTo>
                      <a:lnTo>
                        <a:pt x="1420" y="142"/>
                      </a:lnTo>
                      <a:lnTo>
                        <a:pt x="1422" y="150"/>
                      </a:lnTo>
                      <a:lnTo>
                        <a:pt x="1422" y="150"/>
                      </a:lnTo>
                      <a:lnTo>
                        <a:pt x="1414" y="148"/>
                      </a:lnTo>
                      <a:lnTo>
                        <a:pt x="1414" y="148"/>
                      </a:lnTo>
                      <a:lnTo>
                        <a:pt x="1412" y="148"/>
                      </a:lnTo>
                      <a:lnTo>
                        <a:pt x="1414" y="150"/>
                      </a:lnTo>
                      <a:lnTo>
                        <a:pt x="1420" y="152"/>
                      </a:lnTo>
                      <a:lnTo>
                        <a:pt x="1420" y="152"/>
                      </a:lnTo>
                      <a:lnTo>
                        <a:pt x="1426" y="152"/>
                      </a:lnTo>
                      <a:lnTo>
                        <a:pt x="1426" y="152"/>
                      </a:lnTo>
                      <a:lnTo>
                        <a:pt x="1428" y="156"/>
                      </a:lnTo>
                      <a:lnTo>
                        <a:pt x="1430" y="160"/>
                      </a:lnTo>
                      <a:lnTo>
                        <a:pt x="1432" y="164"/>
                      </a:lnTo>
                      <a:lnTo>
                        <a:pt x="1434" y="166"/>
                      </a:lnTo>
                      <a:lnTo>
                        <a:pt x="1434" y="166"/>
                      </a:lnTo>
                      <a:lnTo>
                        <a:pt x="1434" y="166"/>
                      </a:lnTo>
                      <a:lnTo>
                        <a:pt x="1434" y="164"/>
                      </a:lnTo>
                      <a:lnTo>
                        <a:pt x="1434" y="164"/>
                      </a:lnTo>
                      <a:lnTo>
                        <a:pt x="1434" y="166"/>
                      </a:lnTo>
                      <a:lnTo>
                        <a:pt x="1434" y="164"/>
                      </a:lnTo>
                      <a:lnTo>
                        <a:pt x="1436" y="162"/>
                      </a:lnTo>
                      <a:lnTo>
                        <a:pt x="1436" y="162"/>
                      </a:lnTo>
                      <a:lnTo>
                        <a:pt x="1432" y="158"/>
                      </a:lnTo>
                      <a:lnTo>
                        <a:pt x="1432" y="154"/>
                      </a:lnTo>
                      <a:lnTo>
                        <a:pt x="1434" y="152"/>
                      </a:lnTo>
                      <a:lnTo>
                        <a:pt x="1434" y="152"/>
                      </a:lnTo>
                      <a:lnTo>
                        <a:pt x="1436" y="150"/>
                      </a:lnTo>
                      <a:lnTo>
                        <a:pt x="1438" y="150"/>
                      </a:lnTo>
                      <a:lnTo>
                        <a:pt x="1438" y="150"/>
                      </a:lnTo>
                      <a:lnTo>
                        <a:pt x="1446" y="158"/>
                      </a:lnTo>
                      <a:lnTo>
                        <a:pt x="1450" y="162"/>
                      </a:lnTo>
                      <a:lnTo>
                        <a:pt x="1454" y="166"/>
                      </a:lnTo>
                      <a:lnTo>
                        <a:pt x="1454" y="166"/>
                      </a:lnTo>
                      <a:lnTo>
                        <a:pt x="1458" y="166"/>
                      </a:lnTo>
                      <a:lnTo>
                        <a:pt x="1458" y="166"/>
                      </a:lnTo>
                      <a:lnTo>
                        <a:pt x="1460" y="164"/>
                      </a:lnTo>
                      <a:lnTo>
                        <a:pt x="1460" y="164"/>
                      </a:lnTo>
                      <a:lnTo>
                        <a:pt x="1458" y="164"/>
                      </a:lnTo>
                      <a:lnTo>
                        <a:pt x="1458" y="162"/>
                      </a:lnTo>
                      <a:lnTo>
                        <a:pt x="1460" y="162"/>
                      </a:lnTo>
                      <a:lnTo>
                        <a:pt x="1460" y="162"/>
                      </a:lnTo>
                      <a:lnTo>
                        <a:pt x="1464" y="168"/>
                      </a:lnTo>
                      <a:lnTo>
                        <a:pt x="1462" y="168"/>
                      </a:lnTo>
                      <a:lnTo>
                        <a:pt x="1458" y="168"/>
                      </a:lnTo>
                      <a:lnTo>
                        <a:pt x="1458" y="168"/>
                      </a:lnTo>
                      <a:lnTo>
                        <a:pt x="1456" y="174"/>
                      </a:lnTo>
                      <a:lnTo>
                        <a:pt x="1456" y="174"/>
                      </a:lnTo>
                      <a:lnTo>
                        <a:pt x="1456" y="174"/>
                      </a:lnTo>
                      <a:lnTo>
                        <a:pt x="1456" y="176"/>
                      </a:lnTo>
                      <a:lnTo>
                        <a:pt x="1456" y="176"/>
                      </a:lnTo>
                      <a:lnTo>
                        <a:pt x="1462" y="174"/>
                      </a:lnTo>
                      <a:lnTo>
                        <a:pt x="1462" y="174"/>
                      </a:lnTo>
                      <a:lnTo>
                        <a:pt x="1468" y="182"/>
                      </a:lnTo>
                      <a:lnTo>
                        <a:pt x="1468" y="182"/>
                      </a:lnTo>
                      <a:lnTo>
                        <a:pt x="1478" y="180"/>
                      </a:lnTo>
                      <a:lnTo>
                        <a:pt x="1478" y="180"/>
                      </a:lnTo>
                      <a:lnTo>
                        <a:pt x="1482" y="186"/>
                      </a:lnTo>
                      <a:lnTo>
                        <a:pt x="1486" y="188"/>
                      </a:lnTo>
                      <a:lnTo>
                        <a:pt x="1488" y="188"/>
                      </a:lnTo>
                      <a:lnTo>
                        <a:pt x="1488" y="186"/>
                      </a:lnTo>
                      <a:lnTo>
                        <a:pt x="1488" y="186"/>
                      </a:lnTo>
                      <a:lnTo>
                        <a:pt x="1492" y="186"/>
                      </a:lnTo>
                      <a:lnTo>
                        <a:pt x="1492" y="186"/>
                      </a:lnTo>
                      <a:lnTo>
                        <a:pt x="1488" y="196"/>
                      </a:lnTo>
                      <a:lnTo>
                        <a:pt x="1488" y="196"/>
                      </a:lnTo>
                      <a:lnTo>
                        <a:pt x="1490" y="196"/>
                      </a:lnTo>
                      <a:lnTo>
                        <a:pt x="1490" y="198"/>
                      </a:lnTo>
                      <a:lnTo>
                        <a:pt x="1490" y="198"/>
                      </a:lnTo>
                      <a:lnTo>
                        <a:pt x="1494" y="196"/>
                      </a:lnTo>
                      <a:lnTo>
                        <a:pt x="1494" y="196"/>
                      </a:lnTo>
                      <a:lnTo>
                        <a:pt x="1496" y="192"/>
                      </a:lnTo>
                      <a:lnTo>
                        <a:pt x="1496" y="192"/>
                      </a:lnTo>
                      <a:lnTo>
                        <a:pt x="1502" y="184"/>
                      </a:lnTo>
                      <a:lnTo>
                        <a:pt x="1504" y="174"/>
                      </a:lnTo>
                      <a:lnTo>
                        <a:pt x="1504" y="174"/>
                      </a:lnTo>
                      <a:lnTo>
                        <a:pt x="1508" y="172"/>
                      </a:lnTo>
                      <a:lnTo>
                        <a:pt x="1508" y="172"/>
                      </a:lnTo>
                      <a:lnTo>
                        <a:pt x="1506" y="168"/>
                      </a:lnTo>
                      <a:lnTo>
                        <a:pt x="1506" y="162"/>
                      </a:lnTo>
                      <a:lnTo>
                        <a:pt x="1512" y="154"/>
                      </a:lnTo>
                      <a:lnTo>
                        <a:pt x="1512" y="154"/>
                      </a:lnTo>
                      <a:lnTo>
                        <a:pt x="1514" y="156"/>
                      </a:lnTo>
                      <a:lnTo>
                        <a:pt x="1514" y="156"/>
                      </a:lnTo>
                      <a:lnTo>
                        <a:pt x="1514" y="160"/>
                      </a:lnTo>
                      <a:lnTo>
                        <a:pt x="1514" y="160"/>
                      </a:lnTo>
                      <a:lnTo>
                        <a:pt x="1514" y="162"/>
                      </a:lnTo>
                      <a:lnTo>
                        <a:pt x="1516" y="162"/>
                      </a:lnTo>
                      <a:lnTo>
                        <a:pt x="1516" y="162"/>
                      </a:lnTo>
                      <a:lnTo>
                        <a:pt x="1518" y="164"/>
                      </a:lnTo>
                      <a:lnTo>
                        <a:pt x="1518" y="164"/>
                      </a:lnTo>
                      <a:lnTo>
                        <a:pt x="1518" y="168"/>
                      </a:lnTo>
                      <a:lnTo>
                        <a:pt x="1518" y="174"/>
                      </a:lnTo>
                      <a:lnTo>
                        <a:pt x="1518" y="174"/>
                      </a:lnTo>
                      <a:lnTo>
                        <a:pt x="1522" y="170"/>
                      </a:lnTo>
                      <a:lnTo>
                        <a:pt x="1522" y="170"/>
                      </a:lnTo>
                      <a:lnTo>
                        <a:pt x="1528" y="170"/>
                      </a:lnTo>
                      <a:lnTo>
                        <a:pt x="1528" y="170"/>
                      </a:lnTo>
                      <a:lnTo>
                        <a:pt x="1536" y="164"/>
                      </a:lnTo>
                      <a:lnTo>
                        <a:pt x="1540" y="162"/>
                      </a:lnTo>
                      <a:lnTo>
                        <a:pt x="1544" y="160"/>
                      </a:lnTo>
                      <a:lnTo>
                        <a:pt x="1544" y="160"/>
                      </a:lnTo>
                      <a:lnTo>
                        <a:pt x="1548" y="164"/>
                      </a:lnTo>
                      <a:lnTo>
                        <a:pt x="1548" y="164"/>
                      </a:lnTo>
                      <a:lnTo>
                        <a:pt x="1552" y="164"/>
                      </a:lnTo>
                      <a:lnTo>
                        <a:pt x="1552" y="164"/>
                      </a:lnTo>
                      <a:lnTo>
                        <a:pt x="1552" y="164"/>
                      </a:lnTo>
                      <a:lnTo>
                        <a:pt x="1566" y="174"/>
                      </a:lnTo>
                      <a:lnTo>
                        <a:pt x="1566" y="174"/>
                      </a:lnTo>
                      <a:lnTo>
                        <a:pt x="1566" y="176"/>
                      </a:lnTo>
                      <a:lnTo>
                        <a:pt x="1566" y="176"/>
                      </a:lnTo>
                      <a:lnTo>
                        <a:pt x="1572" y="176"/>
                      </a:lnTo>
                      <a:lnTo>
                        <a:pt x="1574" y="178"/>
                      </a:lnTo>
                      <a:lnTo>
                        <a:pt x="1574" y="178"/>
                      </a:lnTo>
                      <a:lnTo>
                        <a:pt x="1580" y="178"/>
                      </a:lnTo>
                      <a:lnTo>
                        <a:pt x="1586" y="176"/>
                      </a:lnTo>
                      <a:lnTo>
                        <a:pt x="1586" y="176"/>
                      </a:lnTo>
                      <a:lnTo>
                        <a:pt x="1584" y="172"/>
                      </a:lnTo>
                      <a:lnTo>
                        <a:pt x="1584" y="172"/>
                      </a:lnTo>
                      <a:lnTo>
                        <a:pt x="1584" y="168"/>
                      </a:lnTo>
                      <a:lnTo>
                        <a:pt x="1584" y="168"/>
                      </a:lnTo>
                      <a:lnTo>
                        <a:pt x="1586" y="168"/>
                      </a:lnTo>
                      <a:lnTo>
                        <a:pt x="1586" y="166"/>
                      </a:lnTo>
                      <a:lnTo>
                        <a:pt x="1586" y="166"/>
                      </a:lnTo>
                      <a:lnTo>
                        <a:pt x="1588" y="166"/>
                      </a:lnTo>
                      <a:lnTo>
                        <a:pt x="1588" y="166"/>
                      </a:lnTo>
                      <a:lnTo>
                        <a:pt x="1590" y="166"/>
                      </a:lnTo>
                      <a:lnTo>
                        <a:pt x="1592" y="164"/>
                      </a:lnTo>
                      <a:lnTo>
                        <a:pt x="1592" y="164"/>
                      </a:lnTo>
                      <a:lnTo>
                        <a:pt x="1592" y="166"/>
                      </a:lnTo>
                      <a:lnTo>
                        <a:pt x="1594" y="168"/>
                      </a:lnTo>
                      <a:lnTo>
                        <a:pt x="1594" y="168"/>
                      </a:lnTo>
                      <a:lnTo>
                        <a:pt x="1592" y="174"/>
                      </a:lnTo>
                      <a:lnTo>
                        <a:pt x="1592" y="174"/>
                      </a:lnTo>
                      <a:lnTo>
                        <a:pt x="1596" y="172"/>
                      </a:lnTo>
                      <a:lnTo>
                        <a:pt x="1596" y="172"/>
                      </a:lnTo>
                      <a:lnTo>
                        <a:pt x="1598" y="172"/>
                      </a:lnTo>
                      <a:lnTo>
                        <a:pt x="1600" y="174"/>
                      </a:lnTo>
                      <a:lnTo>
                        <a:pt x="1600" y="174"/>
                      </a:lnTo>
                      <a:lnTo>
                        <a:pt x="1604" y="172"/>
                      </a:lnTo>
                      <a:lnTo>
                        <a:pt x="1606" y="172"/>
                      </a:lnTo>
                      <a:lnTo>
                        <a:pt x="1606" y="172"/>
                      </a:lnTo>
                      <a:lnTo>
                        <a:pt x="1606" y="166"/>
                      </a:lnTo>
                      <a:lnTo>
                        <a:pt x="1606" y="166"/>
                      </a:lnTo>
                      <a:lnTo>
                        <a:pt x="1602" y="164"/>
                      </a:lnTo>
                      <a:lnTo>
                        <a:pt x="1602" y="164"/>
                      </a:lnTo>
                      <a:lnTo>
                        <a:pt x="1602" y="156"/>
                      </a:lnTo>
                      <a:lnTo>
                        <a:pt x="1602" y="152"/>
                      </a:lnTo>
                      <a:lnTo>
                        <a:pt x="1604" y="152"/>
                      </a:lnTo>
                      <a:lnTo>
                        <a:pt x="1610" y="150"/>
                      </a:lnTo>
                      <a:lnTo>
                        <a:pt x="1618" y="152"/>
                      </a:lnTo>
                      <a:lnTo>
                        <a:pt x="1616" y="148"/>
                      </a:lnTo>
                      <a:lnTo>
                        <a:pt x="1616" y="148"/>
                      </a:lnTo>
                      <a:lnTo>
                        <a:pt x="1612" y="148"/>
                      </a:lnTo>
                      <a:lnTo>
                        <a:pt x="1612" y="148"/>
                      </a:lnTo>
                      <a:lnTo>
                        <a:pt x="1604" y="146"/>
                      </a:lnTo>
                      <a:lnTo>
                        <a:pt x="1604" y="146"/>
                      </a:lnTo>
                      <a:lnTo>
                        <a:pt x="1606" y="140"/>
                      </a:lnTo>
                      <a:lnTo>
                        <a:pt x="1606" y="140"/>
                      </a:lnTo>
                      <a:lnTo>
                        <a:pt x="1618" y="140"/>
                      </a:lnTo>
                      <a:lnTo>
                        <a:pt x="1620" y="138"/>
                      </a:lnTo>
                      <a:lnTo>
                        <a:pt x="1620" y="138"/>
                      </a:lnTo>
                      <a:lnTo>
                        <a:pt x="1620" y="136"/>
                      </a:lnTo>
                      <a:lnTo>
                        <a:pt x="1618" y="136"/>
                      </a:lnTo>
                      <a:lnTo>
                        <a:pt x="1618" y="136"/>
                      </a:lnTo>
                      <a:lnTo>
                        <a:pt x="1618" y="134"/>
                      </a:lnTo>
                      <a:lnTo>
                        <a:pt x="1618" y="134"/>
                      </a:lnTo>
                      <a:lnTo>
                        <a:pt x="1614" y="134"/>
                      </a:lnTo>
                      <a:lnTo>
                        <a:pt x="1614" y="134"/>
                      </a:lnTo>
                      <a:lnTo>
                        <a:pt x="1614" y="130"/>
                      </a:lnTo>
                      <a:lnTo>
                        <a:pt x="1614" y="130"/>
                      </a:lnTo>
                      <a:lnTo>
                        <a:pt x="1618" y="130"/>
                      </a:lnTo>
                      <a:lnTo>
                        <a:pt x="1622" y="130"/>
                      </a:lnTo>
                      <a:lnTo>
                        <a:pt x="1622" y="130"/>
                      </a:lnTo>
                      <a:lnTo>
                        <a:pt x="1626" y="134"/>
                      </a:lnTo>
                      <a:lnTo>
                        <a:pt x="1626" y="134"/>
                      </a:lnTo>
                      <a:lnTo>
                        <a:pt x="1634" y="138"/>
                      </a:lnTo>
                      <a:lnTo>
                        <a:pt x="1634" y="138"/>
                      </a:lnTo>
                      <a:lnTo>
                        <a:pt x="1642" y="138"/>
                      </a:lnTo>
                      <a:lnTo>
                        <a:pt x="1642" y="138"/>
                      </a:lnTo>
                      <a:lnTo>
                        <a:pt x="1652" y="142"/>
                      </a:lnTo>
                      <a:lnTo>
                        <a:pt x="1652" y="142"/>
                      </a:lnTo>
                      <a:lnTo>
                        <a:pt x="1656" y="140"/>
                      </a:lnTo>
                      <a:lnTo>
                        <a:pt x="1662" y="140"/>
                      </a:lnTo>
                      <a:lnTo>
                        <a:pt x="1664" y="142"/>
                      </a:lnTo>
                      <a:lnTo>
                        <a:pt x="1664" y="142"/>
                      </a:lnTo>
                      <a:lnTo>
                        <a:pt x="1680" y="146"/>
                      </a:lnTo>
                      <a:lnTo>
                        <a:pt x="1680" y="148"/>
                      </a:lnTo>
                      <a:lnTo>
                        <a:pt x="1680" y="148"/>
                      </a:lnTo>
                      <a:lnTo>
                        <a:pt x="1668" y="146"/>
                      </a:lnTo>
                      <a:lnTo>
                        <a:pt x="1666" y="148"/>
                      </a:lnTo>
                      <a:lnTo>
                        <a:pt x="1666" y="154"/>
                      </a:lnTo>
                      <a:lnTo>
                        <a:pt x="1666" y="154"/>
                      </a:lnTo>
                      <a:lnTo>
                        <a:pt x="1694" y="152"/>
                      </a:lnTo>
                      <a:lnTo>
                        <a:pt x="1694" y="152"/>
                      </a:lnTo>
                      <a:lnTo>
                        <a:pt x="1692" y="162"/>
                      </a:lnTo>
                      <a:lnTo>
                        <a:pt x="1692" y="162"/>
                      </a:lnTo>
                      <a:lnTo>
                        <a:pt x="1690" y="160"/>
                      </a:lnTo>
                      <a:lnTo>
                        <a:pt x="1690" y="158"/>
                      </a:lnTo>
                      <a:lnTo>
                        <a:pt x="1690" y="158"/>
                      </a:lnTo>
                      <a:lnTo>
                        <a:pt x="1690" y="156"/>
                      </a:lnTo>
                      <a:lnTo>
                        <a:pt x="1690" y="156"/>
                      </a:lnTo>
                      <a:lnTo>
                        <a:pt x="1688" y="154"/>
                      </a:lnTo>
                      <a:lnTo>
                        <a:pt x="1688" y="154"/>
                      </a:lnTo>
                      <a:lnTo>
                        <a:pt x="1684" y="162"/>
                      </a:lnTo>
                      <a:lnTo>
                        <a:pt x="1678" y="164"/>
                      </a:lnTo>
                      <a:lnTo>
                        <a:pt x="1678" y="164"/>
                      </a:lnTo>
                      <a:lnTo>
                        <a:pt x="1678" y="166"/>
                      </a:lnTo>
                      <a:lnTo>
                        <a:pt x="1678" y="166"/>
                      </a:lnTo>
                      <a:lnTo>
                        <a:pt x="1682" y="170"/>
                      </a:lnTo>
                      <a:lnTo>
                        <a:pt x="1682" y="170"/>
                      </a:lnTo>
                      <a:lnTo>
                        <a:pt x="1676" y="172"/>
                      </a:lnTo>
                      <a:lnTo>
                        <a:pt x="1676" y="172"/>
                      </a:lnTo>
                      <a:lnTo>
                        <a:pt x="1676" y="174"/>
                      </a:lnTo>
                      <a:lnTo>
                        <a:pt x="1678" y="176"/>
                      </a:lnTo>
                      <a:lnTo>
                        <a:pt x="1678" y="176"/>
                      </a:lnTo>
                      <a:lnTo>
                        <a:pt x="1690" y="174"/>
                      </a:lnTo>
                      <a:lnTo>
                        <a:pt x="1690" y="174"/>
                      </a:lnTo>
                      <a:lnTo>
                        <a:pt x="1692" y="170"/>
                      </a:lnTo>
                      <a:lnTo>
                        <a:pt x="1692" y="170"/>
                      </a:lnTo>
                      <a:lnTo>
                        <a:pt x="1698" y="160"/>
                      </a:lnTo>
                      <a:lnTo>
                        <a:pt x="1702" y="150"/>
                      </a:lnTo>
                      <a:lnTo>
                        <a:pt x="1702" y="150"/>
                      </a:lnTo>
                      <a:lnTo>
                        <a:pt x="1712" y="150"/>
                      </a:lnTo>
                      <a:lnTo>
                        <a:pt x="1722" y="150"/>
                      </a:lnTo>
                      <a:lnTo>
                        <a:pt x="1722" y="150"/>
                      </a:lnTo>
                      <a:lnTo>
                        <a:pt x="1724" y="152"/>
                      </a:lnTo>
                      <a:lnTo>
                        <a:pt x="1726" y="154"/>
                      </a:lnTo>
                      <a:lnTo>
                        <a:pt x="1726" y="154"/>
                      </a:lnTo>
                      <a:lnTo>
                        <a:pt x="1730" y="152"/>
                      </a:lnTo>
                      <a:lnTo>
                        <a:pt x="1732" y="152"/>
                      </a:lnTo>
                      <a:lnTo>
                        <a:pt x="1732" y="152"/>
                      </a:lnTo>
                      <a:lnTo>
                        <a:pt x="1738" y="156"/>
                      </a:lnTo>
                      <a:lnTo>
                        <a:pt x="1744" y="160"/>
                      </a:lnTo>
                      <a:lnTo>
                        <a:pt x="1744" y="160"/>
                      </a:lnTo>
                      <a:lnTo>
                        <a:pt x="1742" y="166"/>
                      </a:lnTo>
                      <a:lnTo>
                        <a:pt x="1742" y="166"/>
                      </a:lnTo>
                      <a:lnTo>
                        <a:pt x="1736" y="168"/>
                      </a:lnTo>
                      <a:lnTo>
                        <a:pt x="1736" y="168"/>
                      </a:lnTo>
                      <a:lnTo>
                        <a:pt x="1734" y="164"/>
                      </a:lnTo>
                      <a:lnTo>
                        <a:pt x="1734" y="164"/>
                      </a:lnTo>
                      <a:lnTo>
                        <a:pt x="1732" y="164"/>
                      </a:lnTo>
                      <a:lnTo>
                        <a:pt x="1732" y="164"/>
                      </a:lnTo>
                      <a:lnTo>
                        <a:pt x="1732" y="166"/>
                      </a:lnTo>
                      <a:lnTo>
                        <a:pt x="1730" y="166"/>
                      </a:lnTo>
                      <a:lnTo>
                        <a:pt x="1730" y="166"/>
                      </a:lnTo>
                      <a:lnTo>
                        <a:pt x="1730" y="172"/>
                      </a:lnTo>
                      <a:lnTo>
                        <a:pt x="1730" y="172"/>
                      </a:lnTo>
                      <a:lnTo>
                        <a:pt x="1736" y="172"/>
                      </a:lnTo>
                      <a:lnTo>
                        <a:pt x="1736" y="176"/>
                      </a:lnTo>
                      <a:lnTo>
                        <a:pt x="1736" y="176"/>
                      </a:lnTo>
                      <a:lnTo>
                        <a:pt x="1730" y="182"/>
                      </a:lnTo>
                      <a:lnTo>
                        <a:pt x="1724" y="190"/>
                      </a:lnTo>
                      <a:lnTo>
                        <a:pt x="1724" y="190"/>
                      </a:lnTo>
                      <a:lnTo>
                        <a:pt x="1732" y="188"/>
                      </a:lnTo>
                      <a:lnTo>
                        <a:pt x="1738" y="190"/>
                      </a:lnTo>
                      <a:lnTo>
                        <a:pt x="1738" y="190"/>
                      </a:lnTo>
                      <a:lnTo>
                        <a:pt x="1742" y="188"/>
                      </a:lnTo>
                      <a:lnTo>
                        <a:pt x="1742" y="188"/>
                      </a:lnTo>
                      <a:lnTo>
                        <a:pt x="1748" y="188"/>
                      </a:lnTo>
                      <a:lnTo>
                        <a:pt x="1754" y="188"/>
                      </a:lnTo>
                      <a:lnTo>
                        <a:pt x="1754" y="188"/>
                      </a:lnTo>
                      <a:lnTo>
                        <a:pt x="1762" y="188"/>
                      </a:lnTo>
                      <a:lnTo>
                        <a:pt x="1768" y="188"/>
                      </a:lnTo>
                      <a:lnTo>
                        <a:pt x="1768" y="188"/>
                      </a:lnTo>
                      <a:lnTo>
                        <a:pt x="1774" y="188"/>
                      </a:lnTo>
                      <a:lnTo>
                        <a:pt x="1778" y="186"/>
                      </a:lnTo>
                      <a:lnTo>
                        <a:pt x="1786" y="182"/>
                      </a:lnTo>
                      <a:lnTo>
                        <a:pt x="1786" y="182"/>
                      </a:lnTo>
                      <a:lnTo>
                        <a:pt x="1790" y="182"/>
                      </a:lnTo>
                      <a:lnTo>
                        <a:pt x="1792" y="184"/>
                      </a:lnTo>
                      <a:lnTo>
                        <a:pt x="1796" y="186"/>
                      </a:lnTo>
                      <a:lnTo>
                        <a:pt x="1796" y="186"/>
                      </a:lnTo>
                      <a:lnTo>
                        <a:pt x="1802" y="186"/>
                      </a:lnTo>
                      <a:lnTo>
                        <a:pt x="1804" y="184"/>
                      </a:lnTo>
                      <a:lnTo>
                        <a:pt x="1812" y="180"/>
                      </a:lnTo>
                      <a:lnTo>
                        <a:pt x="1812" y="180"/>
                      </a:lnTo>
                      <a:lnTo>
                        <a:pt x="1816" y="180"/>
                      </a:lnTo>
                      <a:lnTo>
                        <a:pt x="1820" y="182"/>
                      </a:lnTo>
                      <a:lnTo>
                        <a:pt x="1820" y="182"/>
                      </a:lnTo>
                      <a:lnTo>
                        <a:pt x="1824" y="182"/>
                      </a:lnTo>
                      <a:lnTo>
                        <a:pt x="1828" y="182"/>
                      </a:lnTo>
                      <a:lnTo>
                        <a:pt x="1830" y="184"/>
                      </a:lnTo>
                      <a:lnTo>
                        <a:pt x="1830" y="184"/>
                      </a:lnTo>
                      <a:lnTo>
                        <a:pt x="1834" y="184"/>
                      </a:lnTo>
                      <a:lnTo>
                        <a:pt x="1838" y="182"/>
                      </a:lnTo>
                      <a:lnTo>
                        <a:pt x="1838" y="182"/>
                      </a:lnTo>
                      <a:lnTo>
                        <a:pt x="1842" y="182"/>
                      </a:lnTo>
                      <a:lnTo>
                        <a:pt x="1846" y="184"/>
                      </a:lnTo>
                      <a:lnTo>
                        <a:pt x="1846" y="182"/>
                      </a:lnTo>
                      <a:lnTo>
                        <a:pt x="1846" y="182"/>
                      </a:lnTo>
                      <a:lnTo>
                        <a:pt x="1850" y="180"/>
                      </a:lnTo>
                      <a:lnTo>
                        <a:pt x="1850" y="180"/>
                      </a:lnTo>
                      <a:lnTo>
                        <a:pt x="1856" y="184"/>
                      </a:lnTo>
                      <a:lnTo>
                        <a:pt x="1856" y="184"/>
                      </a:lnTo>
                      <a:lnTo>
                        <a:pt x="1860" y="184"/>
                      </a:lnTo>
                      <a:lnTo>
                        <a:pt x="1864" y="186"/>
                      </a:lnTo>
                      <a:lnTo>
                        <a:pt x="1864" y="186"/>
                      </a:lnTo>
                      <a:lnTo>
                        <a:pt x="1866" y="188"/>
                      </a:lnTo>
                      <a:lnTo>
                        <a:pt x="1868" y="192"/>
                      </a:lnTo>
                      <a:lnTo>
                        <a:pt x="1868" y="192"/>
                      </a:lnTo>
                      <a:lnTo>
                        <a:pt x="1872" y="192"/>
                      </a:lnTo>
                      <a:lnTo>
                        <a:pt x="1872" y="192"/>
                      </a:lnTo>
                      <a:lnTo>
                        <a:pt x="1876" y="196"/>
                      </a:lnTo>
                      <a:lnTo>
                        <a:pt x="1880" y="200"/>
                      </a:lnTo>
                      <a:lnTo>
                        <a:pt x="1880" y="200"/>
                      </a:lnTo>
                      <a:lnTo>
                        <a:pt x="1876" y="202"/>
                      </a:lnTo>
                      <a:lnTo>
                        <a:pt x="1876" y="202"/>
                      </a:lnTo>
                      <a:lnTo>
                        <a:pt x="1876" y="206"/>
                      </a:lnTo>
                      <a:lnTo>
                        <a:pt x="1878" y="206"/>
                      </a:lnTo>
                      <a:lnTo>
                        <a:pt x="1878" y="206"/>
                      </a:lnTo>
                      <a:lnTo>
                        <a:pt x="1878" y="210"/>
                      </a:lnTo>
                      <a:lnTo>
                        <a:pt x="1876" y="212"/>
                      </a:lnTo>
                      <a:lnTo>
                        <a:pt x="1876" y="212"/>
                      </a:lnTo>
                      <a:lnTo>
                        <a:pt x="1880" y="214"/>
                      </a:lnTo>
                      <a:lnTo>
                        <a:pt x="1884" y="214"/>
                      </a:lnTo>
                      <a:lnTo>
                        <a:pt x="1884" y="214"/>
                      </a:lnTo>
                      <a:lnTo>
                        <a:pt x="1884" y="218"/>
                      </a:lnTo>
                      <a:lnTo>
                        <a:pt x="1884" y="218"/>
                      </a:lnTo>
                      <a:lnTo>
                        <a:pt x="1888" y="222"/>
                      </a:lnTo>
                      <a:lnTo>
                        <a:pt x="1888" y="222"/>
                      </a:lnTo>
                      <a:lnTo>
                        <a:pt x="1888" y="226"/>
                      </a:lnTo>
                      <a:lnTo>
                        <a:pt x="1890" y="228"/>
                      </a:lnTo>
                      <a:lnTo>
                        <a:pt x="1890" y="228"/>
                      </a:lnTo>
                      <a:lnTo>
                        <a:pt x="1890" y="232"/>
                      </a:lnTo>
                      <a:lnTo>
                        <a:pt x="1890" y="232"/>
                      </a:lnTo>
                      <a:lnTo>
                        <a:pt x="1892" y="230"/>
                      </a:lnTo>
                      <a:lnTo>
                        <a:pt x="1892" y="230"/>
                      </a:lnTo>
                      <a:lnTo>
                        <a:pt x="1896" y="216"/>
                      </a:lnTo>
                      <a:lnTo>
                        <a:pt x="1896" y="216"/>
                      </a:lnTo>
                      <a:lnTo>
                        <a:pt x="1902" y="214"/>
                      </a:lnTo>
                      <a:lnTo>
                        <a:pt x="1902" y="214"/>
                      </a:lnTo>
                      <a:lnTo>
                        <a:pt x="1910" y="210"/>
                      </a:lnTo>
                      <a:lnTo>
                        <a:pt x="1910" y="210"/>
                      </a:lnTo>
                      <a:lnTo>
                        <a:pt x="1912" y="210"/>
                      </a:lnTo>
                      <a:lnTo>
                        <a:pt x="1914" y="210"/>
                      </a:lnTo>
                      <a:lnTo>
                        <a:pt x="1914" y="210"/>
                      </a:lnTo>
                      <a:lnTo>
                        <a:pt x="1926" y="210"/>
                      </a:lnTo>
                      <a:lnTo>
                        <a:pt x="1936" y="210"/>
                      </a:lnTo>
                      <a:lnTo>
                        <a:pt x="1936" y="210"/>
                      </a:lnTo>
                      <a:lnTo>
                        <a:pt x="1936" y="214"/>
                      </a:lnTo>
                      <a:lnTo>
                        <a:pt x="1936" y="214"/>
                      </a:lnTo>
                      <a:lnTo>
                        <a:pt x="1940" y="214"/>
                      </a:lnTo>
                      <a:lnTo>
                        <a:pt x="1942" y="216"/>
                      </a:lnTo>
                      <a:lnTo>
                        <a:pt x="1942" y="216"/>
                      </a:lnTo>
                      <a:lnTo>
                        <a:pt x="1944" y="212"/>
                      </a:lnTo>
                      <a:lnTo>
                        <a:pt x="1944" y="212"/>
                      </a:lnTo>
                      <a:lnTo>
                        <a:pt x="1956" y="212"/>
                      </a:lnTo>
                      <a:lnTo>
                        <a:pt x="1956" y="212"/>
                      </a:lnTo>
                      <a:lnTo>
                        <a:pt x="1966" y="214"/>
                      </a:lnTo>
                      <a:lnTo>
                        <a:pt x="1966" y="214"/>
                      </a:lnTo>
                      <a:lnTo>
                        <a:pt x="1966" y="218"/>
                      </a:lnTo>
                      <a:lnTo>
                        <a:pt x="1966" y="218"/>
                      </a:lnTo>
                      <a:lnTo>
                        <a:pt x="1968" y="218"/>
                      </a:lnTo>
                      <a:lnTo>
                        <a:pt x="1972" y="216"/>
                      </a:lnTo>
                      <a:lnTo>
                        <a:pt x="1978" y="214"/>
                      </a:lnTo>
                      <a:lnTo>
                        <a:pt x="1978" y="214"/>
                      </a:lnTo>
                      <a:lnTo>
                        <a:pt x="1980" y="216"/>
                      </a:lnTo>
                      <a:lnTo>
                        <a:pt x="1982" y="216"/>
                      </a:lnTo>
                      <a:lnTo>
                        <a:pt x="1982" y="216"/>
                      </a:lnTo>
                      <a:lnTo>
                        <a:pt x="1988" y="210"/>
                      </a:lnTo>
                      <a:lnTo>
                        <a:pt x="1988" y="210"/>
                      </a:lnTo>
                      <a:lnTo>
                        <a:pt x="1988" y="216"/>
                      </a:lnTo>
                      <a:lnTo>
                        <a:pt x="1988" y="222"/>
                      </a:lnTo>
                      <a:lnTo>
                        <a:pt x="1988" y="222"/>
                      </a:lnTo>
                      <a:lnTo>
                        <a:pt x="1990" y="222"/>
                      </a:lnTo>
                      <a:lnTo>
                        <a:pt x="1994" y="224"/>
                      </a:lnTo>
                      <a:lnTo>
                        <a:pt x="1994" y="224"/>
                      </a:lnTo>
                      <a:lnTo>
                        <a:pt x="1996" y="238"/>
                      </a:lnTo>
                      <a:lnTo>
                        <a:pt x="1996" y="238"/>
                      </a:lnTo>
                      <a:lnTo>
                        <a:pt x="2006" y="236"/>
                      </a:lnTo>
                      <a:lnTo>
                        <a:pt x="2006" y="236"/>
                      </a:lnTo>
                      <a:lnTo>
                        <a:pt x="2006" y="234"/>
                      </a:lnTo>
                      <a:lnTo>
                        <a:pt x="2006" y="234"/>
                      </a:lnTo>
                      <a:lnTo>
                        <a:pt x="2010" y="236"/>
                      </a:lnTo>
                      <a:lnTo>
                        <a:pt x="2014" y="234"/>
                      </a:lnTo>
                      <a:lnTo>
                        <a:pt x="2014" y="234"/>
                      </a:lnTo>
                      <a:lnTo>
                        <a:pt x="2014" y="230"/>
                      </a:lnTo>
                      <a:lnTo>
                        <a:pt x="2014" y="230"/>
                      </a:lnTo>
                      <a:lnTo>
                        <a:pt x="2018" y="230"/>
                      </a:lnTo>
                      <a:lnTo>
                        <a:pt x="2018" y="230"/>
                      </a:lnTo>
                      <a:lnTo>
                        <a:pt x="2020" y="226"/>
                      </a:lnTo>
                      <a:lnTo>
                        <a:pt x="2020" y="226"/>
                      </a:lnTo>
                      <a:lnTo>
                        <a:pt x="2024" y="226"/>
                      </a:lnTo>
                      <a:lnTo>
                        <a:pt x="2024" y="226"/>
                      </a:lnTo>
                      <a:lnTo>
                        <a:pt x="2024" y="220"/>
                      </a:lnTo>
                      <a:lnTo>
                        <a:pt x="2024" y="214"/>
                      </a:lnTo>
                      <a:lnTo>
                        <a:pt x="2024" y="214"/>
                      </a:lnTo>
                      <a:lnTo>
                        <a:pt x="2020" y="212"/>
                      </a:lnTo>
                      <a:lnTo>
                        <a:pt x="2020" y="212"/>
                      </a:lnTo>
                      <a:lnTo>
                        <a:pt x="2018" y="212"/>
                      </a:lnTo>
                      <a:lnTo>
                        <a:pt x="2018" y="212"/>
                      </a:lnTo>
                      <a:lnTo>
                        <a:pt x="2018" y="204"/>
                      </a:lnTo>
                      <a:lnTo>
                        <a:pt x="2018" y="198"/>
                      </a:lnTo>
                      <a:lnTo>
                        <a:pt x="2018" y="198"/>
                      </a:lnTo>
                      <a:lnTo>
                        <a:pt x="2022" y="198"/>
                      </a:lnTo>
                      <a:lnTo>
                        <a:pt x="2022" y="198"/>
                      </a:lnTo>
                      <a:lnTo>
                        <a:pt x="2026" y="200"/>
                      </a:lnTo>
                      <a:lnTo>
                        <a:pt x="2026" y="200"/>
                      </a:lnTo>
                      <a:lnTo>
                        <a:pt x="2034" y="200"/>
                      </a:lnTo>
                      <a:lnTo>
                        <a:pt x="2042" y="200"/>
                      </a:lnTo>
                      <a:lnTo>
                        <a:pt x="2042" y="200"/>
                      </a:lnTo>
                      <a:lnTo>
                        <a:pt x="2046" y="202"/>
                      </a:lnTo>
                      <a:lnTo>
                        <a:pt x="2046" y="202"/>
                      </a:lnTo>
                      <a:lnTo>
                        <a:pt x="2050" y="202"/>
                      </a:lnTo>
                      <a:lnTo>
                        <a:pt x="2052" y="200"/>
                      </a:lnTo>
                      <a:lnTo>
                        <a:pt x="2052" y="200"/>
                      </a:lnTo>
                      <a:lnTo>
                        <a:pt x="2056" y="202"/>
                      </a:lnTo>
                      <a:lnTo>
                        <a:pt x="2062" y="202"/>
                      </a:lnTo>
                      <a:lnTo>
                        <a:pt x="2062" y="202"/>
                      </a:lnTo>
                      <a:lnTo>
                        <a:pt x="2068" y="204"/>
                      </a:lnTo>
                      <a:lnTo>
                        <a:pt x="2076" y="202"/>
                      </a:lnTo>
                      <a:lnTo>
                        <a:pt x="2076" y="202"/>
                      </a:lnTo>
                      <a:lnTo>
                        <a:pt x="2076" y="202"/>
                      </a:lnTo>
                      <a:lnTo>
                        <a:pt x="2078" y="200"/>
                      </a:lnTo>
                      <a:lnTo>
                        <a:pt x="2078" y="202"/>
                      </a:lnTo>
                      <a:lnTo>
                        <a:pt x="2084" y="208"/>
                      </a:lnTo>
                      <a:lnTo>
                        <a:pt x="2084" y="208"/>
                      </a:lnTo>
                      <a:lnTo>
                        <a:pt x="2090" y="208"/>
                      </a:lnTo>
                      <a:lnTo>
                        <a:pt x="2096" y="210"/>
                      </a:lnTo>
                      <a:lnTo>
                        <a:pt x="2096" y="210"/>
                      </a:lnTo>
                      <a:lnTo>
                        <a:pt x="2098" y="214"/>
                      </a:lnTo>
                      <a:lnTo>
                        <a:pt x="2102" y="218"/>
                      </a:lnTo>
                      <a:lnTo>
                        <a:pt x="2102" y="218"/>
                      </a:lnTo>
                      <a:lnTo>
                        <a:pt x="2106" y="218"/>
                      </a:lnTo>
                      <a:lnTo>
                        <a:pt x="2108" y="218"/>
                      </a:lnTo>
                      <a:lnTo>
                        <a:pt x="2112" y="216"/>
                      </a:lnTo>
                      <a:lnTo>
                        <a:pt x="2116" y="216"/>
                      </a:lnTo>
                      <a:lnTo>
                        <a:pt x="2116" y="216"/>
                      </a:lnTo>
                      <a:lnTo>
                        <a:pt x="2118" y="218"/>
                      </a:lnTo>
                      <a:lnTo>
                        <a:pt x="2122" y="220"/>
                      </a:lnTo>
                      <a:lnTo>
                        <a:pt x="2122" y="220"/>
                      </a:lnTo>
                      <a:lnTo>
                        <a:pt x="2132" y="220"/>
                      </a:lnTo>
                      <a:lnTo>
                        <a:pt x="2132" y="220"/>
                      </a:lnTo>
                      <a:lnTo>
                        <a:pt x="2136" y="224"/>
                      </a:lnTo>
                      <a:lnTo>
                        <a:pt x="2136" y="224"/>
                      </a:lnTo>
                      <a:lnTo>
                        <a:pt x="2136" y="228"/>
                      </a:lnTo>
                      <a:lnTo>
                        <a:pt x="2136" y="228"/>
                      </a:lnTo>
                      <a:lnTo>
                        <a:pt x="2140" y="230"/>
                      </a:lnTo>
                      <a:lnTo>
                        <a:pt x="2140" y="230"/>
                      </a:lnTo>
                      <a:lnTo>
                        <a:pt x="2144" y="234"/>
                      </a:lnTo>
                      <a:lnTo>
                        <a:pt x="2146" y="242"/>
                      </a:lnTo>
                      <a:lnTo>
                        <a:pt x="2146" y="242"/>
                      </a:lnTo>
                      <a:lnTo>
                        <a:pt x="2158" y="244"/>
                      </a:lnTo>
                      <a:lnTo>
                        <a:pt x="2158" y="246"/>
                      </a:lnTo>
                      <a:lnTo>
                        <a:pt x="2158" y="246"/>
                      </a:lnTo>
                      <a:lnTo>
                        <a:pt x="2162" y="246"/>
                      </a:lnTo>
                      <a:lnTo>
                        <a:pt x="2164" y="246"/>
                      </a:lnTo>
                      <a:lnTo>
                        <a:pt x="2164" y="246"/>
                      </a:lnTo>
                      <a:lnTo>
                        <a:pt x="2168" y="250"/>
                      </a:lnTo>
                      <a:lnTo>
                        <a:pt x="2168" y="250"/>
                      </a:lnTo>
                      <a:lnTo>
                        <a:pt x="2166" y="252"/>
                      </a:lnTo>
                      <a:lnTo>
                        <a:pt x="2166" y="254"/>
                      </a:lnTo>
                      <a:lnTo>
                        <a:pt x="2168" y="254"/>
                      </a:lnTo>
                      <a:lnTo>
                        <a:pt x="2168" y="254"/>
                      </a:lnTo>
                      <a:lnTo>
                        <a:pt x="2174" y="258"/>
                      </a:lnTo>
                      <a:lnTo>
                        <a:pt x="2180" y="262"/>
                      </a:lnTo>
                      <a:lnTo>
                        <a:pt x="2180" y="262"/>
                      </a:lnTo>
                      <a:lnTo>
                        <a:pt x="2184" y="262"/>
                      </a:lnTo>
                      <a:lnTo>
                        <a:pt x="2184" y="262"/>
                      </a:lnTo>
                      <a:lnTo>
                        <a:pt x="2186" y="266"/>
                      </a:lnTo>
                      <a:lnTo>
                        <a:pt x="2186" y="266"/>
                      </a:lnTo>
                      <a:lnTo>
                        <a:pt x="2194" y="268"/>
                      </a:lnTo>
                      <a:lnTo>
                        <a:pt x="2194" y="268"/>
                      </a:lnTo>
                      <a:lnTo>
                        <a:pt x="2196" y="272"/>
                      </a:lnTo>
                      <a:lnTo>
                        <a:pt x="2196" y="272"/>
                      </a:lnTo>
                      <a:lnTo>
                        <a:pt x="2200" y="274"/>
                      </a:lnTo>
                      <a:lnTo>
                        <a:pt x="2204" y="274"/>
                      </a:lnTo>
                      <a:lnTo>
                        <a:pt x="2204" y="274"/>
                      </a:lnTo>
                      <a:lnTo>
                        <a:pt x="2206" y="280"/>
                      </a:lnTo>
                      <a:lnTo>
                        <a:pt x="2206" y="280"/>
                      </a:lnTo>
                      <a:lnTo>
                        <a:pt x="2208" y="282"/>
                      </a:lnTo>
                      <a:lnTo>
                        <a:pt x="2212" y="284"/>
                      </a:lnTo>
                      <a:lnTo>
                        <a:pt x="2212" y="284"/>
                      </a:lnTo>
                      <a:lnTo>
                        <a:pt x="2212" y="290"/>
                      </a:lnTo>
                      <a:lnTo>
                        <a:pt x="2210" y="298"/>
                      </a:lnTo>
                      <a:lnTo>
                        <a:pt x="2210" y="298"/>
                      </a:lnTo>
                      <a:lnTo>
                        <a:pt x="2216" y="300"/>
                      </a:lnTo>
                      <a:lnTo>
                        <a:pt x="2216" y="300"/>
                      </a:lnTo>
                      <a:lnTo>
                        <a:pt x="2214" y="288"/>
                      </a:lnTo>
                      <a:lnTo>
                        <a:pt x="2214" y="288"/>
                      </a:lnTo>
                      <a:lnTo>
                        <a:pt x="2226" y="286"/>
                      </a:lnTo>
                      <a:lnTo>
                        <a:pt x="2238" y="286"/>
                      </a:lnTo>
                      <a:lnTo>
                        <a:pt x="2240" y="288"/>
                      </a:lnTo>
                      <a:lnTo>
                        <a:pt x="2240" y="288"/>
                      </a:lnTo>
                      <a:lnTo>
                        <a:pt x="2244" y="290"/>
                      </a:lnTo>
                      <a:lnTo>
                        <a:pt x="2246" y="290"/>
                      </a:lnTo>
                      <a:lnTo>
                        <a:pt x="2246" y="290"/>
                      </a:lnTo>
                      <a:lnTo>
                        <a:pt x="2248" y="292"/>
                      </a:lnTo>
                      <a:lnTo>
                        <a:pt x="2248" y="296"/>
                      </a:lnTo>
                      <a:lnTo>
                        <a:pt x="2248" y="296"/>
                      </a:lnTo>
                      <a:lnTo>
                        <a:pt x="2254" y="298"/>
                      </a:lnTo>
                      <a:lnTo>
                        <a:pt x="2254" y="298"/>
                      </a:lnTo>
                      <a:lnTo>
                        <a:pt x="2254" y="302"/>
                      </a:lnTo>
                      <a:lnTo>
                        <a:pt x="2254" y="302"/>
                      </a:lnTo>
                      <a:lnTo>
                        <a:pt x="2262" y="306"/>
                      </a:lnTo>
                      <a:lnTo>
                        <a:pt x="2268" y="310"/>
                      </a:lnTo>
                      <a:lnTo>
                        <a:pt x="2268" y="310"/>
                      </a:lnTo>
                      <a:lnTo>
                        <a:pt x="2270" y="312"/>
                      </a:lnTo>
                      <a:lnTo>
                        <a:pt x="2270" y="312"/>
                      </a:lnTo>
                      <a:lnTo>
                        <a:pt x="2274" y="312"/>
                      </a:lnTo>
                      <a:lnTo>
                        <a:pt x="2274" y="314"/>
                      </a:lnTo>
                      <a:lnTo>
                        <a:pt x="2274" y="314"/>
                      </a:lnTo>
                      <a:lnTo>
                        <a:pt x="2270" y="316"/>
                      </a:lnTo>
                      <a:lnTo>
                        <a:pt x="2270" y="316"/>
                      </a:lnTo>
                      <a:close/>
                      <a:moveTo>
                        <a:pt x="26" y="556"/>
                      </a:moveTo>
                      <a:lnTo>
                        <a:pt x="26" y="556"/>
                      </a:lnTo>
                      <a:lnTo>
                        <a:pt x="16" y="546"/>
                      </a:lnTo>
                      <a:lnTo>
                        <a:pt x="16" y="546"/>
                      </a:lnTo>
                      <a:lnTo>
                        <a:pt x="12" y="548"/>
                      </a:lnTo>
                      <a:lnTo>
                        <a:pt x="12" y="548"/>
                      </a:lnTo>
                      <a:lnTo>
                        <a:pt x="14" y="544"/>
                      </a:lnTo>
                      <a:lnTo>
                        <a:pt x="14" y="542"/>
                      </a:lnTo>
                      <a:lnTo>
                        <a:pt x="12" y="542"/>
                      </a:lnTo>
                      <a:lnTo>
                        <a:pt x="12" y="542"/>
                      </a:lnTo>
                      <a:lnTo>
                        <a:pt x="12" y="542"/>
                      </a:lnTo>
                      <a:lnTo>
                        <a:pt x="10" y="542"/>
                      </a:lnTo>
                      <a:lnTo>
                        <a:pt x="12" y="542"/>
                      </a:lnTo>
                      <a:lnTo>
                        <a:pt x="12" y="542"/>
                      </a:lnTo>
                      <a:lnTo>
                        <a:pt x="8" y="546"/>
                      </a:lnTo>
                      <a:lnTo>
                        <a:pt x="6" y="546"/>
                      </a:lnTo>
                      <a:lnTo>
                        <a:pt x="6" y="546"/>
                      </a:lnTo>
                      <a:lnTo>
                        <a:pt x="4" y="554"/>
                      </a:lnTo>
                      <a:lnTo>
                        <a:pt x="4" y="554"/>
                      </a:lnTo>
                      <a:lnTo>
                        <a:pt x="6" y="554"/>
                      </a:lnTo>
                      <a:lnTo>
                        <a:pt x="6" y="554"/>
                      </a:lnTo>
                      <a:lnTo>
                        <a:pt x="4" y="556"/>
                      </a:lnTo>
                      <a:lnTo>
                        <a:pt x="4" y="556"/>
                      </a:lnTo>
                      <a:lnTo>
                        <a:pt x="4" y="560"/>
                      </a:lnTo>
                      <a:lnTo>
                        <a:pt x="4" y="560"/>
                      </a:lnTo>
                      <a:lnTo>
                        <a:pt x="0" y="562"/>
                      </a:lnTo>
                      <a:lnTo>
                        <a:pt x="0" y="562"/>
                      </a:lnTo>
                      <a:lnTo>
                        <a:pt x="0" y="564"/>
                      </a:lnTo>
                      <a:lnTo>
                        <a:pt x="0" y="564"/>
                      </a:lnTo>
                      <a:lnTo>
                        <a:pt x="4" y="568"/>
                      </a:lnTo>
                      <a:lnTo>
                        <a:pt x="14" y="572"/>
                      </a:lnTo>
                      <a:lnTo>
                        <a:pt x="14" y="572"/>
                      </a:lnTo>
                      <a:lnTo>
                        <a:pt x="26" y="574"/>
                      </a:lnTo>
                      <a:lnTo>
                        <a:pt x="32" y="574"/>
                      </a:lnTo>
                      <a:lnTo>
                        <a:pt x="32" y="574"/>
                      </a:lnTo>
                      <a:lnTo>
                        <a:pt x="40" y="574"/>
                      </a:lnTo>
                      <a:lnTo>
                        <a:pt x="46" y="572"/>
                      </a:lnTo>
                      <a:lnTo>
                        <a:pt x="44" y="560"/>
                      </a:lnTo>
                      <a:lnTo>
                        <a:pt x="44" y="560"/>
                      </a:lnTo>
                      <a:lnTo>
                        <a:pt x="36" y="560"/>
                      </a:lnTo>
                      <a:lnTo>
                        <a:pt x="30" y="558"/>
                      </a:lnTo>
                      <a:lnTo>
                        <a:pt x="26" y="556"/>
                      </a:lnTo>
                      <a:lnTo>
                        <a:pt x="26" y="5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sp>
            <p:nvSpPr>
              <p:cNvPr id="511" name="Freeform 135">
                <a:extLst>
                  <a:ext uri="{FF2B5EF4-FFF2-40B4-BE49-F238E27FC236}">
                    <a16:creationId xmlns:a16="http://schemas.microsoft.com/office/drawing/2014/main" id="{26ED36AC-761B-1244-A935-832A5569BDD4}"/>
                  </a:ext>
                </a:extLst>
              </p:cNvPr>
              <p:cNvSpPr>
                <a:spLocks/>
              </p:cNvSpPr>
              <p:nvPr/>
            </p:nvSpPr>
            <p:spPr bwMode="auto">
              <a:xfrm>
                <a:off x="8212488" y="2533461"/>
                <a:ext cx="825812" cy="408481"/>
              </a:xfrm>
              <a:custGeom>
                <a:avLst/>
                <a:gdLst>
                  <a:gd name="T0" fmla="*/ 14 w 422"/>
                  <a:gd name="T1" fmla="*/ 52 h 204"/>
                  <a:gd name="T2" fmla="*/ 20 w 422"/>
                  <a:gd name="T3" fmla="*/ 40 h 204"/>
                  <a:gd name="T4" fmla="*/ 40 w 422"/>
                  <a:gd name="T5" fmla="*/ 30 h 204"/>
                  <a:gd name="T6" fmla="*/ 62 w 422"/>
                  <a:gd name="T7" fmla="*/ 26 h 204"/>
                  <a:gd name="T8" fmla="*/ 82 w 422"/>
                  <a:gd name="T9" fmla="*/ 32 h 204"/>
                  <a:gd name="T10" fmla="*/ 108 w 422"/>
                  <a:gd name="T11" fmla="*/ 38 h 204"/>
                  <a:gd name="T12" fmla="*/ 134 w 422"/>
                  <a:gd name="T13" fmla="*/ 34 h 204"/>
                  <a:gd name="T14" fmla="*/ 122 w 422"/>
                  <a:gd name="T15" fmla="*/ 16 h 204"/>
                  <a:gd name="T16" fmla="*/ 130 w 422"/>
                  <a:gd name="T17" fmla="*/ 0 h 204"/>
                  <a:gd name="T18" fmla="*/ 156 w 422"/>
                  <a:gd name="T19" fmla="*/ 2 h 204"/>
                  <a:gd name="T20" fmla="*/ 182 w 422"/>
                  <a:gd name="T21" fmla="*/ 18 h 204"/>
                  <a:gd name="T22" fmla="*/ 198 w 422"/>
                  <a:gd name="T23" fmla="*/ 36 h 204"/>
                  <a:gd name="T24" fmla="*/ 220 w 422"/>
                  <a:gd name="T25" fmla="*/ 42 h 204"/>
                  <a:gd name="T26" fmla="*/ 240 w 422"/>
                  <a:gd name="T27" fmla="*/ 38 h 204"/>
                  <a:gd name="T28" fmla="*/ 258 w 422"/>
                  <a:gd name="T29" fmla="*/ 48 h 204"/>
                  <a:gd name="T30" fmla="*/ 276 w 422"/>
                  <a:gd name="T31" fmla="*/ 56 h 204"/>
                  <a:gd name="T32" fmla="*/ 294 w 422"/>
                  <a:gd name="T33" fmla="*/ 56 h 204"/>
                  <a:gd name="T34" fmla="*/ 320 w 422"/>
                  <a:gd name="T35" fmla="*/ 52 h 204"/>
                  <a:gd name="T36" fmla="*/ 348 w 422"/>
                  <a:gd name="T37" fmla="*/ 40 h 204"/>
                  <a:gd name="T38" fmla="*/ 374 w 422"/>
                  <a:gd name="T39" fmla="*/ 48 h 204"/>
                  <a:gd name="T40" fmla="*/ 370 w 422"/>
                  <a:gd name="T41" fmla="*/ 70 h 204"/>
                  <a:gd name="T42" fmla="*/ 368 w 422"/>
                  <a:gd name="T43" fmla="*/ 76 h 204"/>
                  <a:gd name="T44" fmla="*/ 376 w 422"/>
                  <a:gd name="T45" fmla="*/ 90 h 204"/>
                  <a:gd name="T46" fmla="*/ 396 w 422"/>
                  <a:gd name="T47" fmla="*/ 82 h 204"/>
                  <a:gd name="T48" fmla="*/ 416 w 422"/>
                  <a:gd name="T49" fmla="*/ 96 h 204"/>
                  <a:gd name="T50" fmla="*/ 418 w 422"/>
                  <a:gd name="T51" fmla="*/ 108 h 204"/>
                  <a:gd name="T52" fmla="*/ 408 w 422"/>
                  <a:gd name="T53" fmla="*/ 108 h 204"/>
                  <a:gd name="T54" fmla="*/ 400 w 422"/>
                  <a:gd name="T55" fmla="*/ 112 h 204"/>
                  <a:gd name="T56" fmla="*/ 380 w 422"/>
                  <a:gd name="T57" fmla="*/ 122 h 204"/>
                  <a:gd name="T58" fmla="*/ 368 w 422"/>
                  <a:gd name="T59" fmla="*/ 126 h 204"/>
                  <a:gd name="T60" fmla="*/ 344 w 422"/>
                  <a:gd name="T61" fmla="*/ 144 h 204"/>
                  <a:gd name="T62" fmla="*/ 318 w 422"/>
                  <a:gd name="T63" fmla="*/ 140 h 204"/>
                  <a:gd name="T64" fmla="*/ 304 w 422"/>
                  <a:gd name="T65" fmla="*/ 150 h 204"/>
                  <a:gd name="T66" fmla="*/ 306 w 422"/>
                  <a:gd name="T67" fmla="*/ 172 h 204"/>
                  <a:gd name="T68" fmla="*/ 286 w 422"/>
                  <a:gd name="T69" fmla="*/ 184 h 204"/>
                  <a:gd name="T70" fmla="*/ 252 w 422"/>
                  <a:gd name="T71" fmla="*/ 190 h 204"/>
                  <a:gd name="T72" fmla="*/ 232 w 422"/>
                  <a:gd name="T73" fmla="*/ 202 h 204"/>
                  <a:gd name="T74" fmla="*/ 200 w 422"/>
                  <a:gd name="T75" fmla="*/ 204 h 204"/>
                  <a:gd name="T76" fmla="*/ 182 w 422"/>
                  <a:gd name="T77" fmla="*/ 190 h 204"/>
                  <a:gd name="T78" fmla="*/ 138 w 422"/>
                  <a:gd name="T79" fmla="*/ 188 h 204"/>
                  <a:gd name="T80" fmla="*/ 114 w 422"/>
                  <a:gd name="T81" fmla="*/ 182 h 204"/>
                  <a:gd name="T82" fmla="*/ 94 w 422"/>
                  <a:gd name="T83" fmla="*/ 166 h 204"/>
                  <a:gd name="T84" fmla="*/ 78 w 422"/>
                  <a:gd name="T85" fmla="*/ 150 h 204"/>
                  <a:gd name="T86" fmla="*/ 58 w 422"/>
                  <a:gd name="T87" fmla="*/ 140 h 204"/>
                  <a:gd name="T88" fmla="*/ 50 w 422"/>
                  <a:gd name="T89" fmla="*/ 124 h 204"/>
                  <a:gd name="T90" fmla="*/ 40 w 422"/>
                  <a:gd name="T91" fmla="*/ 108 h 204"/>
                  <a:gd name="T92" fmla="*/ 24 w 422"/>
                  <a:gd name="T93" fmla="*/ 88 h 204"/>
                  <a:gd name="T94" fmla="*/ 4 w 422"/>
                  <a:gd name="T95" fmla="*/ 84 h 204"/>
                  <a:gd name="T96" fmla="*/ 2 w 422"/>
                  <a:gd name="T97" fmla="*/ 5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 h="204">
                    <a:moveTo>
                      <a:pt x="2" y="56"/>
                    </a:moveTo>
                    <a:lnTo>
                      <a:pt x="8" y="54"/>
                    </a:lnTo>
                    <a:lnTo>
                      <a:pt x="14" y="52"/>
                    </a:lnTo>
                    <a:lnTo>
                      <a:pt x="16" y="48"/>
                    </a:lnTo>
                    <a:lnTo>
                      <a:pt x="16" y="44"/>
                    </a:lnTo>
                    <a:lnTo>
                      <a:pt x="20" y="40"/>
                    </a:lnTo>
                    <a:lnTo>
                      <a:pt x="24" y="36"/>
                    </a:lnTo>
                    <a:lnTo>
                      <a:pt x="32" y="34"/>
                    </a:lnTo>
                    <a:lnTo>
                      <a:pt x="40" y="30"/>
                    </a:lnTo>
                    <a:lnTo>
                      <a:pt x="44" y="26"/>
                    </a:lnTo>
                    <a:lnTo>
                      <a:pt x="54" y="26"/>
                    </a:lnTo>
                    <a:lnTo>
                      <a:pt x="62" y="26"/>
                    </a:lnTo>
                    <a:lnTo>
                      <a:pt x="64" y="30"/>
                    </a:lnTo>
                    <a:lnTo>
                      <a:pt x="72" y="28"/>
                    </a:lnTo>
                    <a:lnTo>
                      <a:pt x="82" y="32"/>
                    </a:lnTo>
                    <a:lnTo>
                      <a:pt x="90" y="36"/>
                    </a:lnTo>
                    <a:lnTo>
                      <a:pt x="98" y="38"/>
                    </a:lnTo>
                    <a:lnTo>
                      <a:pt x="108" y="38"/>
                    </a:lnTo>
                    <a:lnTo>
                      <a:pt x="120" y="38"/>
                    </a:lnTo>
                    <a:lnTo>
                      <a:pt x="130" y="38"/>
                    </a:lnTo>
                    <a:lnTo>
                      <a:pt x="134" y="34"/>
                    </a:lnTo>
                    <a:lnTo>
                      <a:pt x="132" y="26"/>
                    </a:lnTo>
                    <a:lnTo>
                      <a:pt x="128" y="20"/>
                    </a:lnTo>
                    <a:lnTo>
                      <a:pt x="122" y="16"/>
                    </a:lnTo>
                    <a:lnTo>
                      <a:pt x="124" y="10"/>
                    </a:lnTo>
                    <a:lnTo>
                      <a:pt x="128" y="4"/>
                    </a:lnTo>
                    <a:lnTo>
                      <a:pt x="130" y="0"/>
                    </a:lnTo>
                    <a:lnTo>
                      <a:pt x="140" y="0"/>
                    </a:lnTo>
                    <a:lnTo>
                      <a:pt x="146" y="2"/>
                    </a:lnTo>
                    <a:lnTo>
                      <a:pt x="156" y="2"/>
                    </a:lnTo>
                    <a:lnTo>
                      <a:pt x="160" y="6"/>
                    </a:lnTo>
                    <a:lnTo>
                      <a:pt x="170" y="8"/>
                    </a:lnTo>
                    <a:lnTo>
                      <a:pt x="182" y="18"/>
                    </a:lnTo>
                    <a:lnTo>
                      <a:pt x="190" y="24"/>
                    </a:lnTo>
                    <a:lnTo>
                      <a:pt x="194" y="34"/>
                    </a:lnTo>
                    <a:lnTo>
                      <a:pt x="198" y="36"/>
                    </a:lnTo>
                    <a:lnTo>
                      <a:pt x="208" y="42"/>
                    </a:lnTo>
                    <a:lnTo>
                      <a:pt x="214" y="42"/>
                    </a:lnTo>
                    <a:lnTo>
                      <a:pt x="220" y="42"/>
                    </a:lnTo>
                    <a:lnTo>
                      <a:pt x="226" y="40"/>
                    </a:lnTo>
                    <a:lnTo>
                      <a:pt x="232" y="36"/>
                    </a:lnTo>
                    <a:lnTo>
                      <a:pt x="240" y="38"/>
                    </a:lnTo>
                    <a:lnTo>
                      <a:pt x="252" y="42"/>
                    </a:lnTo>
                    <a:lnTo>
                      <a:pt x="258" y="42"/>
                    </a:lnTo>
                    <a:lnTo>
                      <a:pt x="258" y="48"/>
                    </a:lnTo>
                    <a:lnTo>
                      <a:pt x="264" y="52"/>
                    </a:lnTo>
                    <a:lnTo>
                      <a:pt x="270" y="52"/>
                    </a:lnTo>
                    <a:lnTo>
                      <a:pt x="276" y="56"/>
                    </a:lnTo>
                    <a:lnTo>
                      <a:pt x="282" y="56"/>
                    </a:lnTo>
                    <a:lnTo>
                      <a:pt x="288" y="54"/>
                    </a:lnTo>
                    <a:lnTo>
                      <a:pt x="294" y="56"/>
                    </a:lnTo>
                    <a:lnTo>
                      <a:pt x="304" y="58"/>
                    </a:lnTo>
                    <a:lnTo>
                      <a:pt x="314" y="56"/>
                    </a:lnTo>
                    <a:lnTo>
                      <a:pt x="320" y="52"/>
                    </a:lnTo>
                    <a:lnTo>
                      <a:pt x="332" y="50"/>
                    </a:lnTo>
                    <a:lnTo>
                      <a:pt x="344" y="42"/>
                    </a:lnTo>
                    <a:lnTo>
                      <a:pt x="348" y="40"/>
                    </a:lnTo>
                    <a:lnTo>
                      <a:pt x="358" y="46"/>
                    </a:lnTo>
                    <a:lnTo>
                      <a:pt x="364" y="46"/>
                    </a:lnTo>
                    <a:lnTo>
                      <a:pt x="374" y="48"/>
                    </a:lnTo>
                    <a:lnTo>
                      <a:pt x="368" y="64"/>
                    </a:lnTo>
                    <a:lnTo>
                      <a:pt x="368" y="64"/>
                    </a:lnTo>
                    <a:lnTo>
                      <a:pt x="370" y="70"/>
                    </a:lnTo>
                    <a:lnTo>
                      <a:pt x="370" y="70"/>
                    </a:lnTo>
                    <a:lnTo>
                      <a:pt x="370" y="74"/>
                    </a:lnTo>
                    <a:lnTo>
                      <a:pt x="368" y="76"/>
                    </a:lnTo>
                    <a:lnTo>
                      <a:pt x="366" y="80"/>
                    </a:lnTo>
                    <a:lnTo>
                      <a:pt x="366" y="86"/>
                    </a:lnTo>
                    <a:lnTo>
                      <a:pt x="376" y="90"/>
                    </a:lnTo>
                    <a:lnTo>
                      <a:pt x="386" y="88"/>
                    </a:lnTo>
                    <a:lnTo>
                      <a:pt x="392" y="82"/>
                    </a:lnTo>
                    <a:lnTo>
                      <a:pt x="396" y="82"/>
                    </a:lnTo>
                    <a:lnTo>
                      <a:pt x="400" y="86"/>
                    </a:lnTo>
                    <a:lnTo>
                      <a:pt x="406" y="92"/>
                    </a:lnTo>
                    <a:lnTo>
                      <a:pt x="416" y="96"/>
                    </a:lnTo>
                    <a:lnTo>
                      <a:pt x="422" y="102"/>
                    </a:lnTo>
                    <a:lnTo>
                      <a:pt x="418" y="108"/>
                    </a:lnTo>
                    <a:lnTo>
                      <a:pt x="418" y="108"/>
                    </a:lnTo>
                    <a:lnTo>
                      <a:pt x="414" y="106"/>
                    </a:lnTo>
                    <a:lnTo>
                      <a:pt x="410" y="106"/>
                    </a:lnTo>
                    <a:lnTo>
                      <a:pt x="408" y="108"/>
                    </a:lnTo>
                    <a:lnTo>
                      <a:pt x="408" y="108"/>
                    </a:lnTo>
                    <a:lnTo>
                      <a:pt x="404" y="110"/>
                    </a:lnTo>
                    <a:lnTo>
                      <a:pt x="400" y="112"/>
                    </a:lnTo>
                    <a:lnTo>
                      <a:pt x="398" y="116"/>
                    </a:lnTo>
                    <a:lnTo>
                      <a:pt x="390" y="114"/>
                    </a:lnTo>
                    <a:lnTo>
                      <a:pt x="380" y="122"/>
                    </a:lnTo>
                    <a:lnTo>
                      <a:pt x="374" y="118"/>
                    </a:lnTo>
                    <a:lnTo>
                      <a:pt x="370" y="118"/>
                    </a:lnTo>
                    <a:lnTo>
                      <a:pt x="368" y="126"/>
                    </a:lnTo>
                    <a:lnTo>
                      <a:pt x="364" y="130"/>
                    </a:lnTo>
                    <a:lnTo>
                      <a:pt x="346" y="134"/>
                    </a:lnTo>
                    <a:lnTo>
                      <a:pt x="344" y="144"/>
                    </a:lnTo>
                    <a:lnTo>
                      <a:pt x="332" y="150"/>
                    </a:lnTo>
                    <a:lnTo>
                      <a:pt x="324" y="146"/>
                    </a:lnTo>
                    <a:lnTo>
                      <a:pt x="318" y="140"/>
                    </a:lnTo>
                    <a:lnTo>
                      <a:pt x="312" y="138"/>
                    </a:lnTo>
                    <a:lnTo>
                      <a:pt x="306" y="142"/>
                    </a:lnTo>
                    <a:lnTo>
                      <a:pt x="304" y="150"/>
                    </a:lnTo>
                    <a:lnTo>
                      <a:pt x="302" y="156"/>
                    </a:lnTo>
                    <a:lnTo>
                      <a:pt x="304" y="166"/>
                    </a:lnTo>
                    <a:lnTo>
                      <a:pt x="306" y="172"/>
                    </a:lnTo>
                    <a:lnTo>
                      <a:pt x="302" y="178"/>
                    </a:lnTo>
                    <a:lnTo>
                      <a:pt x="296" y="182"/>
                    </a:lnTo>
                    <a:lnTo>
                      <a:pt x="286" y="184"/>
                    </a:lnTo>
                    <a:lnTo>
                      <a:pt x="272" y="188"/>
                    </a:lnTo>
                    <a:lnTo>
                      <a:pt x="260" y="188"/>
                    </a:lnTo>
                    <a:lnTo>
                      <a:pt x="252" y="190"/>
                    </a:lnTo>
                    <a:lnTo>
                      <a:pt x="248" y="190"/>
                    </a:lnTo>
                    <a:lnTo>
                      <a:pt x="240" y="198"/>
                    </a:lnTo>
                    <a:lnTo>
                      <a:pt x="232" y="202"/>
                    </a:lnTo>
                    <a:lnTo>
                      <a:pt x="222" y="202"/>
                    </a:lnTo>
                    <a:lnTo>
                      <a:pt x="212" y="204"/>
                    </a:lnTo>
                    <a:lnTo>
                      <a:pt x="200" y="204"/>
                    </a:lnTo>
                    <a:lnTo>
                      <a:pt x="192" y="200"/>
                    </a:lnTo>
                    <a:lnTo>
                      <a:pt x="186" y="192"/>
                    </a:lnTo>
                    <a:lnTo>
                      <a:pt x="182" y="190"/>
                    </a:lnTo>
                    <a:lnTo>
                      <a:pt x="162" y="190"/>
                    </a:lnTo>
                    <a:lnTo>
                      <a:pt x="150" y="188"/>
                    </a:lnTo>
                    <a:lnTo>
                      <a:pt x="138" y="188"/>
                    </a:lnTo>
                    <a:lnTo>
                      <a:pt x="128" y="188"/>
                    </a:lnTo>
                    <a:lnTo>
                      <a:pt x="120" y="188"/>
                    </a:lnTo>
                    <a:lnTo>
                      <a:pt x="114" y="182"/>
                    </a:lnTo>
                    <a:lnTo>
                      <a:pt x="106" y="176"/>
                    </a:lnTo>
                    <a:lnTo>
                      <a:pt x="98" y="170"/>
                    </a:lnTo>
                    <a:lnTo>
                      <a:pt x="94" y="166"/>
                    </a:lnTo>
                    <a:lnTo>
                      <a:pt x="92" y="158"/>
                    </a:lnTo>
                    <a:lnTo>
                      <a:pt x="86" y="152"/>
                    </a:lnTo>
                    <a:lnTo>
                      <a:pt x="78" y="150"/>
                    </a:lnTo>
                    <a:lnTo>
                      <a:pt x="74" y="146"/>
                    </a:lnTo>
                    <a:lnTo>
                      <a:pt x="66" y="142"/>
                    </a:lnTo>
                    <a:lnTo>
                      <a:pt x="58" y="140"/>
                    </a:lnTo>
                    <a:lnTo>
                      <a:pt x="50" y="138"/>
                    </a:lnTo>
                    <a:lnTo>
                      <a:pt x="48" y="132"/>
                    </a:lnTo>
                    <a:lnTo>
                      <a:pt x="50" y="124"/>
                    </a:lnTo>
                    <a:lnTo>
                      <a:pt x="52" y="118"/>
                    </a:lnTo>
                    <a:lnTo>
                      <a:pt x="48" y="110"/>
                    </a:lnTo>
                    <a:lnTo>
                      <a:pt x="40" y="108"/>
                    </a:lnTo>
                    <a:lnTo>
                      <a:pt x="40" y="102"/>
                    </a:lnTo>
                    <a:lnTo>
                      <a:pt x="32" y="94"/>
                    </a:lnTo>
                    <a:lnTo>
                      <a:pt x="24" y="88"/>
                    </a:lnTo>
                    <a:lnTo>
                      <a:pt x="16" y="90"/>
                    </a:lnTo>
                    <a:lnTo>
                      <a:pt x="8" y="88"/>
                    </a:lnTo>
                    <a:lnTo>
                      <a:pt x="4" y="84"/>
                    </a:lnTo>
                    <a:lnTo>
                      <a:pt x="2" y="80"/>
                    </a:lnTo>
                    <a:lnTo>
                      <a:pt x="0" y="70"/>
                    </a:lnTo>
                    <a:lnTo>
                      <a:pt x="2" y="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sp>
          <p:nvSpPr>
            <p:cNvPr id="563" name="Line 189">
              <a:extLst>
                <a:ext uri="{FF2B5EF4-FFF2-40B4-BE49-F238E27FC236}">
                  <a16:creationId xmlns:a16="http://schemas.microsoft.com/office/drawing/2014/main" id="{2EC6A668-16DD-B841-84E6-CFD0BD034F9E}"/>
                </a:ext>
              </a:extLst>
            </p:cNvPr>
            <p:cNvSpPr>
              <a:spLocks noChangeShapeType="1"/>
            </p:cNvSpPr>
            <p:nvPr/>
          </p:nvSpPr>
          <p:spPr bwMode="auto">
            <a:xfrm>
              <a:off x="11110985" y="5081907"/>
              <a:ext cx="1940" cy="1949"/>
            </a:xfrm>
            <a:prstGeom prst="line">
              <a:avLst/>
            </a:prstGeom>
            <a:solidFill>
              <a:schemeClr val="tx1">
                <a:lumMod val="25000"/>
                <a:lumOff val="75000"/>
                <a:alpha val="36000"/>
              </a:schemeClr>
            </a:solid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4" name="Line 190">
              <a:extLst>
                <a:ext uri="{FF2B5EF4-FFF2-40B4-BE49-F238E27FC236}">
                  <a16:creationId xmlns:a16="http://schemas.microsoft.com/office/drawing/2014/main" id="{6E61B54A-DD3D-2340-A04E-335B36B148A2}"/>
                </a:ext>
              </a:extLst>
            </p:cNvPr>
            <p:cNvSpPr>
              <a:spLocks noChangeShapeType="1"/>
            </p:cNvSpPr>
            <p:nvPr/>
          </p:nvSpPr>
          <p:spPr bwMode="auto">
            <a:xfrm>
              <a:off x="11110985" y="5081907"/>
              <a:ext cx="1940" cy="1949"/>
            </a:xfrm>
            <a:prstGeom prst="line">
              <a:avLst/>
            </a:prstGeom>
            <a:solidFill>
              <a:schemeClr val="tx1">
                <a:lumMod val="25000"/>
                <a:lumOff val="75000"/>
                <a:alpha val="36000"/>
              </a:schemeClr>
            </a:solid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565" name="Group 564">
              <a:extLst>
                <a:ext uri="{FF2B5EF4-FFF2-40B4-BE49-F238E27FC236}">
                  <a16:creationId xmlns:a16="http://schemas.microsoft.com/office/drawing/2014/main" id="{CFD93108-0742-1C4C-9C33-163A403F46D0}"/>
                </a:ext>
              </a:extLst>
            </p:cNvPr>
            <p:cNvGrpSpPr/>
            <p:nvPr/>
          </p:nvGrpSpPr>
          <p:grpSpPr>
            <a:xfrm>
              <a:off x="8653926" y="2493771"/>
              <a:ext cx="1598884" cy="1282373"/>
              <a:chOff x="7808143" y="2473390"/>
              <a:chExt cx="1612941" cy="1317547"/>
            </a:xfrm>
            <a:solidFill>
              <a:schemeClr val="accent6"/>
            </a:solidFill>
          </p:grpSpPr>
          <p:sp>
            <p:nvSpPr>
              <p:cNvPr id="566" name="Freeform 33">
                <a:extLst>
                  <a:ext uri="{FF2B5EF4-FFF2-40B4-BE49-F238E27FC236}">
                    <a16:creationId xmlns:a16="http://schemas.microsoft.com/office/drawing/2014/main" id="{2578DB30-E59C-6D49-84BD-7C469627BF30}"/>
                  </a:ext>
                </a:extLst>
              </p:cNvPr>
              <p:cNvSpPr>
                <a:spLocks/>
              </p:cNvSpPr>
              <p:nvPr/>
            </p:nvSpPr>
            <p:spPr bwMode="auto">
              <a:xfrm>
                <a:off x="9042214" y="3530632"/>
                <a:ext cx="50880" cy="108127"/>
              </a:xfrm>
              <a:custGeom>
                <a:avLst/>
                <a:gdLst>
                  <a:gd name="T0" fmla="*/ 18 w 26"/>
                  <a:gd name="T1" fmla="*/ 0 h 54"/>
                  <a:gd name="T2" fmla="*/ 18 w 26"/>
                  <a:gd name="T3" fmla="*/ 0 h 54"/>
                  <a:gd name="T4" fmla="*/ 14 w 26"/>
                  <a:gd name="T5" fmla="*/ 4 h 54"/>
                  <a:gd name="T6" fmla="*/ 14 w 26"/>
                  <a:gd name="T7" fmla="*/ 4 h 54"/>
                  <a:gd name="T8" fmla="*/ 12 w 26"/>
                  <a:gd name="T9" fmla="*/ 10 h 54"/>
                  <a:gd name="T10" fmla="*/ 12 w 26"/>
                  <a:gd name="T11" fmla="*/ 10 h 54"/>
                  <a:gd name="T12" fmla="*/ 8 w 26"/>
                  <a:gd name="T13" fmla="*/ 14 h 54"/>
                  <a:gd name="T14" fmla="*/ 6 w 26"/>
                  <a:gd name="T15" fmla="*/ 18 h 54"/>
                  <a:gd name="T16" fmla="*/ 6 w 26"/>
                  <a:gd name="T17" fmla="*/ 18 h 54"/>
                  <a:gd name="T18" fmla="*/ 6 w 26"/>
                  <a:gd name="T19" fmla="*/ 22 h 54"/>
                  <a:gd name="T20" fmla="*/ 6 w 26"/>
                  <a:gd name="T21" fmla="*/ 24 h 54"/>
                  <a:gd name="T22" fmla="*/ 6 w 26"/>
                  <a:gd name="T23" fmla="*/ 24 h 54"/>
                  <a:gd name="T24" fmla="*/ 2 w 26"/>
                  <a:gd name="T25" fmla="*/ 28 h 54"/>
                  <a:gd name="T26" fmla="*/ 2 w 26"/>
                  <a:gd name="T27" fmla="*/ 28 h 54"/>
                  <a:gd name="T28" fmla="*/ 0 w 26"/>
                  <a:gd name="T29" fmla="*/ 34 h 54"/>
                  <a:gd name="T30" fmla="*/ 0 w 26"/>
                  <a:gd name="T31" fmla="*/ 42 h 54"/>
                  <a:gd name="T32" fmla="*/ 0 w 26"/>
                  <a:gd name="T33" fmla="*/ 42 h 54"/>
                  <a:gd name="T34" fmla="*/ 2 w 26"/>
                  <a:gd name="T35" fmla="*/ 46 h 54"/>
                  <a:gd name="T36" fmla="*/ 4 w 26"/>
                  <a:gd name="T37" fmla="*/ 50 h 54"/>
                  <a:gd name="T38" fmla="*/ 4 w 26"/>
                  <a:gd name="T39" fmla="*/ 50 h 54"/>
                  <a:gd name="T40" fmla="*/ 8 w 26"/>
                  <a:gd name="T41" fmla="*/ 54 h 54"/>
                  <a:gd name="T42" fmla="*/ 8 w 26"/>
                  <a:gd name="T43" fmla="*/ 54 h 54"/>
                  <a:gd name="T44" fmla="*/ 10 w 26"/>
                  <a:gd name="T45" fmla="*/ 48 h 54"/>
                  <a:gd name="T46" fmla="*/ 10 w 26"/>
                  <a:gd name="T47" fmla="*/ 48 h 54"/>
                  <a:gd name="T48" fmla="*/ 14 w 26"/>
                  <a:gd name="T49" fmla="*/ 46 h 54"/>
                  <a:gd name="T50" fmla="*/ 16 w 26"/>
                  <a:gd name="T51" fmla="*/ 44 h 54"/>
                  <a:gd name="T52" fmla="*/ 16 w 26"/>
                  <a:gd name="T53" fmla="*/ 44 h 54"/>
                  <a:gd name="T54" fmla="*/ 16 w 26"/>
                  <a:gd name="T55" fmla="*/ 40 h 54"/>
                  <a:gd name="T56" fmla="*/ 18 w 26"/>
                  <a:gd name="T57" fmla="*/ 36 h 54"/>
                  <a:gd name="T58" fmla="*/ 18 w 26"/>
                  <a:gd name="T59" fmla="*/ 36 h 54"/>
                  <a:gd name="T60" fmla="*/ 18 w 26"/>
                  <a:gd name="T61" fmla="*/ 24 h 54"/>
                  <a:gd name="T62" fmla="*/ 18 w 26"/>
                  <a:gd name="T63" fmla="*/ 24 h 54"/>
                  <a:gd name="T64" fmla="*/ 26 w 26"/>
                  <a:gd name="T65" fmla="*/ 4 h 54"/>
                  <a:gd name="T66" fmla="*/ 26 w 26"/>
                  <a:gd name="T67" fmla="*/ 4 h 54"/>
                  <a:gd name="T68" fmla="*/ 24 w 26"/>
                  <a:gd name="T69" fmla="*/ 2 h 54"/>
                  <a:gd name="T70" fmla="*/ 22 w 26"/>
                  <a:gd name="T71" fmla="*/ 0 h 54"/>
                  <a:gd name="T72" fmla="*/ 18 w 26"/>
                  <a:gd name="T73" fmla="*/ 0 h 54"/>
                  <a:gd name="T74" fmla="*/ 18 w 26"/>
                  <a:gd name="T7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 h="54">
                    <a:moveTo>
                      <a:pt x="18" y="0"/>
                    </a:moveTo>
                    <a:lnTo>
                      <a:pt x="18" y="0"/>
                    </a:lnTo>
                    <a:lnTo>
                      <a:pt x="14" y="4"/>
                    </a:lnTo>
                    <a:lnTo>
                      <a:pt x="14" y="4"/>
                    </a:lnTo>
                    <a:lnTo>
                      <a:pt x="12" y="10"/>
                    </a:lnTo>
                    <a:lnTo>
                      <a:pt x="12" y="10"/>
                    </a:lnTo>
                    <a:lnTo>
                      <a:pt x="8" y="14"/>
                    </a:lnTo>
                    <a:lnTo>
                      <a:pt x="6" y="18"/>
                    </a:lnTo>
                    <a:lnTo>
                      <a:pt x="6" y="18"/>
                    </a:lnTo>
                    <a:lnTo>
                      <a:pt x="6" y="22"/>
                    </a:lnTo>
                    <a:lnTo>
                      <a:pt x="6" y="24"/>
                    </a:lnTo>
                    <a:lnTo>
                      <a:pt x="6" y="24"/>
                    </a:lnTo>
                    <a:lnTo>
                      <a:pt x="2" y="28"/>
                    </a:lnTo>
                    <a:lnTo>
                      <a:pt x="2" y="28"/>
                    </a:lnTo>
                    <a:lnTo>
                      <a:pt x="0" y="34"/>
                    </a:lnTo>
                    <a:lnTo>
                      <a:pt x="0" y="42"/>
                    </a:lnTo>
                    <a:lnTo>
                      <a:pt x="0" y="42"/>
                    </a:lnTo>
                    <a:lnTo>
                      <a:pt x="2" y="46"/>
                    </a:lnTo>
                    <a:lnTo>
                      <a:pt x="4" y="50"/>
                    </a:lnTo>
                    <a:lnTo>
                      <a:pt x="4" y="50"/>
                    </a:lnTo>
                    <a:lnTo>
                      <a:pt x="8" y="54"/>
                    </a:lnTo>
                    <a:lnTo>
                      <a:pt x="8" y="54"/>
                    </a:lnTo>
                    <a:lnTo>
                      <a:pt x="10" y="48"/>
                    </a:lnTo>
                    <a:lnTo>
                      <a:pt x="10" y="48"/>
                    </a:lnTo>
                    <a:lnTo>
                      <a:pt x="14" y="46"/>
                    </a:lnTo>
                    <a:lnTo>
                      <a:pt x="16" y="44"/>
                    </a:lnTo>
                    <a:lnTo>
                      <a:pt x="16" y="44"/>
                    </a:lnTo>
                    <a:lnTo>
                      <a:pt x="16" y="40"/>
                    </a:lnTo>
                    <a:lnTo>
                      <a:pt x="18" y="36"/>
                    </a:lnTo>
                    <a:lnTo>
                      <a:pt x="18" y="36"/>
                    </a:lnTo>
                    <a:lnTo>
                      <a:pt x="18" y="24"/>
                    </a:lnTo>
                    <a:lnTo>
                      <a:pt x="18" y="24"/>
                    </a:lnTo>
                    <a:lnTo>
                      <a:pt x="26" y="4"/>
                    </a:lnTo>
                    <a:lnTo>
                      <a:pt x="26" y="4"/>
                    </a:lnTo>
                    <a:lnTo>
                      <a:pt x="24" y="2"/>
                    </a:lnTo>
                    <a:lnTo>
                      <a:pt x="22" y="0"/>
                    </a:lnTo>
                    <a:lnTo>
                      <a:pt x="18" y="0"/>
                    </a:lnTo>
                    <a:lnTo>
                      <a:pt x="18"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67" name="Freeform 212">
                <a:extLst>
                  <a:ext uri="{FF2B5EF4-FFF2-40B4-BE49-F238E27FC236}">
                    <a16:creationId xmlns:a16="http://schemas.microsoft.com/office/drawing/2014/main" id="{2BFA599C-CE94-D542-A0BD-9CCDF2B2C41A}"/>
                  </a:ext>
                </a:extLst>
              </p:cNvPr>
              <p:cNvSpPr>
                <a:spLocks noEditPoints="1"/>
              </p:cNvSpPr>
              <p:nvPr/>
            </p:nvSpPr>
            <p:spPr bwMode="auto">
              <a:xfrm>
                <a:off x="7808143" y="2473390"/>
                <a:ext cx="1612941" cy="1317547"/>
              </a:xfrm>
              <a:custGeom>
                <a:avLst/>
                <a:gdLst>
                  <a:gd name="T0" fmla="*/ 480 w 824"/>
                  <a:gd name="T1" fmla="*/ 634 h 658"/>
                  <a:gd name="T2" fmla="*/ 498 w 824"/>
                  <a:gd name="T3" fmla="*/ 654 h 658"/>
                  <a:gd name="T4" fmla="*/ 510 w 824"/>
                  <a:gd name="T5" fmla="*/ 630 h 658"/>
                  <a:gd name="T6" fmla="*/ 646 w 824"/>
                  <a:gd name="T7" fmla="*/ 412 h 658"/>
                  <a:gd name="T8" fmla="*/ 620 w 824"/>
                  <a:gd name="T9" fmla="*/ 354 h 658"/>
                  <a:gd name="T10" fmla="*/ 644 w 824"/>
                  <a:gd name="T11" fmla="*/ 330 h 658"/>
                  <a:gd name="T12" fmla="*/ 662 w 824"/>
                  <a:gd name="T13" fmla="*/ 322 h 658"/>
                  <a:gd name="T14" fmla="*/ 644 w 824"/>
                  <a:gd name="T15" fmla="*/ 308 h 658"/>
                  <a:gd name="T16" fmla="*/ 614 w 824"/>
                  <a:gd name="T17" fmla="*/ 320 h 658"/>
                  <a:gd name="T18" fmla="*/ 596 w 824"/>
                  <a:gd name="T19" fmla="*/ 292 h 658"/>
                  <a:gd name="T20" fmla="*/ 628 w 824"/>
                  <a:gd name="T21" fmla="*/ 268 h 658"/>
                  <a:gd name="T22" fmla="*/ 662 w 824"/>
                  <a:gd name="T23" fmla="*/ 252 h 658"/>
                  <a:gd name="T24" fmla="*/ 648 w 824"/>
                  <a:gd name="T25" fmla="*/ 288 h 658"/>
                  <a:gd name="T26" fmla="*/ 680 w 824"/>
                  <a:gd name="T27" fmla="*/ 268 h 658"/>
                  <a:gd name="T28" fmla="*/ 708 w 824"/>
                  <a:gd name="T29" fmla="*/ 246 h 658"/>
                  <a:gd name="T30" fmla="*/ 756 w 824"/>
                  <a:gd name="T31" fmla="*/ 212 h 658"/>
                  <a:gd name="T32" fmla="*/ 786 w 824"/>
                  <a:gd name="T33" fmla="*/ 166 h 658"/>
                  <a:gd name="T34" fmla="*/ 814 w 824"/>
                  <a:gd name="T35" fmla="*/ 148 h 658"/>
                  <a:gd name="T36" fmla="*/ 798 w 824"/>
                  <a:gd name="T37" fmla="*/ 112 h 658"/>
                  <a:gd name="T38" fmla="*/ 746 w 824"/>
                  <a:gd name="T39" fmla="*/ 72 h 658"/>
                  <a:gd name="T40" fmla="*/ 682 w 824"/>
                  <a:gd name="T41" fmla="*/ 6 h 658"/>
                  <a:gd name="T42" fmla="*/ 636 w 824"/>
                  <a:gd name="T43" fmla="*/ 38 h 658"/>
                  <a:gd name="T44" fmla="*/ 610 w 824"/>
                  <a:gd name="T45" fmla="*/ 78 h 658"/>
                  <a:gd name="T46" fmla="*/ 582 w 824"/>
                  <a:gd name="T47" fmla="*/ 120 h 658"/>
                  <a:gd name="T48" fmla="*/ 614 w 824"/>
                  <a:gd name="T49" fmla="*/ 138 h 658"/>
                  <a:gd name="T50" fmla="*/ 530 w 824"/>
                  <a:gd name="T51" fmla="*/ 176 h 658"/>
                  <a:gd name="T52" fmla="*/ 458 w 824"/>
                  <a:gd name="T53" fmla="*/ 220 h 658"/>
                  <a:gd name="T54" fmla="*/ 334 w 824"/>
                  <a:gd name="T55" fmla="*/ 218 h 658"/>
                  <a:gd name="T56" fmla="*/ 254 w 824"/>
                  <a:gd name="T57" fmla="*/ 162 h 658"/>
                  <a:gd name="T58" fmla="*/ 208 w 824"/>
                  <a:gd name="T59" fmla="*/ 86 h 658"/>
                  <a:gd name="T60" fmla="*/ 124 w 824"/>
                  <a:gd name="T61" fmla="*/ 150 h 658"/>
                  <a:gd name="T62" fmla="*/ 96 w 824"/>
                  <a:gd name="T63" fmla="*/ 218 h 658"/>
                  <a:gd name="T64" fmla="*/ 68 w 824"/>
                  <a:gd name="T65" fmla="*/ 240 h 658"/>
                  <a:gd name="T66" fmla="*/ 34 w 824"/>
                  <a:gd name="T67" fmla="*/ 262 h 658"/>
                  <a:gd name="T68" fmla="*/ 10 w 824"/>
                  <a:gd name="T69" fmla="*/ 268 h 658"/>
                  <a:gd name="T70" fmla="*/ 14 w 824"/>
                  <a:gd name="T71" fmla="*/ 298 h 658"/>
                  <a:gd name="T72" fmla="*/ 64 w 824"/>
                  <a:gd name="T73" fmla="*/ 338 h 658"/>
                  <a:gd name="T74" fmla="*/ 72 w 824"/>
                  <a:gd name="T75" fmla="*/ 390 h 658"/>
                  <a:gd name="T76" fmla="*/ 104 w 824"/>
                  <a:gd name="T77" fmla="*/ 444 h 658"/>
                  <a:gd name="T78" fmla="*/ 170 w 824"/>
                  <a:gd name="T79" fmla="*/ 482 h 658"/>
                  <a:gd name="T80" fmla="*/ 258 w 824"/>
                  <a:gd name="T81" fmla="*/ 484 h 658"/>
                  <a:gd name="T82" fmla="*/ 322 w 824"/>
                  <a:gd name="T83" fmla="*/ 488 h 658"/>
                  <a:gd name="T84" fmla="*/ 332 w 824"/>
                  <a:gd name="T85" fmla="*/ 546 h 658"/>
                  <a:gd name="T86" fmla="*/ 358 w 824"/>
                  <a:gd name="T87" fmla="*/ 574 h 658"/>
                  <a:gd name="T88" fmla="*/ 388 w 824"/>
                  <a:gd name="T89" fmla="*/ 578 h 658"/>
                  <a:gd name="T90" fmla="*/ 460 w 824"/>
                  <a:gd name="T91" fmla="*/ 596 h 658"/>
                  <a:gd name="T92" fmla="*/ 488 w 824"/>
                  <a:gd name="T93" fmla="*/ 598 h 658"/>
                  <a:gd name="T94" fmla="*/ 496 w 824"/>
                  <a:gd name="T95" fmla="*/ 608 h 658"/>
                  <a:gd name="T96" fmla="*/ 516 w 824"/>
                  <a:gd name="T97" fmla="*/ 594 h 658"/>
                  <a:gd name="T98" fmla="*/ 544 w 824"/>
                  <a:gd name="T99" fmla="*/ 578 h 658"/>
                  <a:gd name="T100" fmla="*/ 556 w 824"/>
                  <a:gd name="T101" fmla="*/ 578 h 658"/>
                  <a:gd name="T102" fmla="*/ 580 w 824"/>
                  <a:gd name="T103" fmla="*/ 572 h 658"/>
                  <a:gd name="T104" fmla="*/ 594 w 824"/>
                  <a:gd name="T105" fmla="*/ 556 h 658"/>
                  <a:gd name="T106" fmla="*/ 616 w 824"/>
                  <a:gd name="T107" fmla="*/ 538 h 658"/>
                  <a:gd name="T108" fmla="*/ 624 w 824"/>
                  <a:gd name="T109" fmla="*/ 528 h 658"/>
                  <a:gd name="T110" fmla="*/ 628 w 824"/>
                  <a:gd name="T111" fmla="*/ 502 h 658"/>
                  <a:gd name="T112" fmla="*/ 640 w 824"/>
                  <a:gd name="T113" fmla="*/ 484 h 658"/>
                  <a:gd name="T114" fmla="*/ 646 w 824"/>
                  <a:gd name="T115" fmla="*/ 472 h 658"/>
                  <a:gd name="T116" fmla="*/ 660 w 824"/>
                  <a:gd name="T117" fmla="*/ 450 h 658"/>
                  <a:gd name="T118" fmla="*/ 640 w 824"/>
                  <a:gd name="T119" fmla="*/ 4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24" h="658">
                    <a:moveTo>
                      <a:pt x="506" y="624"/>
                    </a:moveTo>
                    <a:lnTo>
                      <a:pt x="506" y="624"/>
                    </a:lnTo>
                    <a:lnTo>
                      <a:pt x="498" y="626"/>
                    </a:lnTo>
                    <a:lnTo>
                      <a:pt x="492" y="628"/>
                    </a:lnTo>
                    <a:lnTo>
                      <a:pt x="492" y="628"/>
                    </a:lnTo>
                    <a:lnTo>
                      <a:pt x="488" y="628"/>
                    </a:lnTo>
                    <a:lnTo>
                      <a:pt x="484" y="630"/>
                    </a:lnTo>
                    <a:lnTo>
                      <a:pt x="484" y="630"/>
                    </a:lnTo>
                    <a:lnTo>
                      <a:pt x="484" y="632"/>
                    </a:lnTo>
                    <a:lnTo>
                      <a:pt x="484" y="634"/>
                    </a:lnTo>
                    <a:lnTo>
                      <a:pt x="484" y="634"/>
                    </a:lnTo>
                    <a:lnTo>
                      <a:pt x="482" y="634"/>
                    </a:lnTo>
                    <a:lnTo>
                      <a:pt x="480" y="634"/>
                    </a:lnTo>
                    <a:lnTo>
                      <a:pt x="480" y="634"/>
                    </a:lnTo>
                    <a:lnTo>
                      <a:pt x="474" y="638"/>
                    </a:lnTo>
                    <a:lnTo>
                      <a:pt x="474" y="638"/>
                    </a:lnTo>
                    <a:lnTo>
                      <a:pt x="474" y="646"/>
                    </a:lnTo>
                    <a:lnTo>
                      <a:pt x="476" y="652"/>
                    </a:lnTo>
                    <a:lnTo>
                      <a:pt x="476" y="652"/>
                    </a:lnTo>
                    <a:lnTo>
                      <a:pt x="478" y="652"/>
                    </a:lnTo>
                    <a:lnTo>
                      <a:pt x="482" y="654"/>
                    </a:lnTo>
                    <a:lnTo>
                      <a:pt x="482" y="654"/>
                    </a:lnTo>
                    <a:lnTo>
                      <a:pt x="488" y="658"/>
                    </a:lnTo>
                    <a:lnTo>
                      <a:pt x="488" y="658"/>
                    </a:lnTo>
                    <a:lnTo>
                      <a:pt x="498" y="654"/>
                    </a:lnTo>
                    <a:lnTo>
                      <a:pt x="498" y="654"/>
                    </a:lnTo>
                    <a:lnTo>
                      <a:pt x="498" y="650"/>
                    </a:lnTo>
                    <a:lnTo>
                      <a:pt x="498" y="650"/>
                    </a:lnTo>
                    <a:lnTo>
                      <a:pt x="502" y="650"/>
                    </a:lnTo>
                    <a:lnTo>
                      <a:pt x="504" y="648"/>
                    </a:lnTo>
                    <a:lnTo>
                      <a:pt x="504" y="648"/>
                    </a:lnTo>
                    <a:lnTo>
                      <a:pt x="504" y="646"/>
                    </a:lnTo>
                    <a:lnTo>
                      <a:pt x="504" y="642"/>
                    </a:lnTo>
                    <a:lnTo>
                      <a:pt x="506" y="640"/>
                    </a:lnTo>
                    <a:lnTo>
                      <a:pt x="506" y="640"/>
                    </a:lnTo>
                    <a:lnTo>
                      <a:pt x="508" y="634"/>
                    </a:lnTo>
                    <a:lnTo>
                      <a:pt x="510" y="632"/>
                    </a:lnTo>
                    <a:lnTo>
                      <a:pt x="510" y="632"/>
                    </a:lnTo>
                    <a:lnTo>
                      <a:pt x="510" y="630"/>
                    </a:lnTo>
                    <a:lnTo>
                      <a:pt x="510" y="630"/>
                    </a:lnTo>
                    <a:lnTo>
                      <a:pt x="510" y="630"/>
                    </a:lnTo>
                    <a:lnTo>
                      <a:pt x="510" y="630"/>
                    </a:lnTo>
                    <a:lnTo>
                      <a:pt x="510" y="626"/>
                    </a:lnTo>
                    <a:lnTo>
                      <a:pt x="510" y="626"/>
                    </a:lnTo>
                    <a:lnTo>
                      <a:pt x="506" y="624"/>
                    </a:lnTo>
                    <a:lnTo>
                      <a:pt x="506" y="624"/>
                    </a:lnTo>
                    <a:close/>
                    <a:moveTo>
                      <a:pt x="630" y="416"/>
                    </a:moveTo>
                    <a:lnTo>
                      <a:pt x="630" y="416"/>
                    </a:lnTo>
                    <a:lnTo>
                      <a:pt x="638" y="414"/>
                    </a:lnTo>
                    <a:lnTo>
                      <a:pt x="646" y="416"/>
                    </a:lnTo>
                    <a:lnTo>
                      <a:pt x="646" y="416"/>
                    </a:lnTo>
                    <a:lnTo>
                      <a:pt x="646" y="412"/>
                    </a:lnTo>
                    <a:lnTo>
                      <a:pt x="646" y="412"/>
                    </a:lnTo>
                    <a:lnTo>
                      <a:pt x="636" y="400"/>
                    </a:lnTo>
                    <a:lnTo>
                      <a:pt x="632" y="392"/>
                    </a:lnTo>
                    <a:lnTo>
                      <a:pt x="630" y="384"/>
                    </a:lnTo>
                    <a:lnTo>
                      <a:pt x="630" y="384"/>
                    </a:lnTo>
                    <a:lnTo>
                      <a:pt x="624" y="386"/>
                    </a:lnTo>
                    <a:lnTo>
                      <a:pt x="624" y="386"/>
                    </a:lnTo>
                    <a:lnTo>
                      <a:pt x="626" y="382"/>
                    </a:lnTo>
                    <a:lnTo>
                      <a:pt x="626" y="382"/>
                    </a:lnTo>
                    <a:lnTo>
                      <a:pt x="620" y="370"/>
                    </a:lnTo>
                    <a:lnTo>
                      <a:pt x="618" y="362"/>
                    </a:lnTo>
                    <a:lnTo>
                      <a:pt x="620" y="354"/>
                    </a:lnTo>
                    <a:lnTo>
                      <a:pt x="620" y="354"/>
                    </a:lnTo>
                    <a:lnTo>
                      <a:pt x="622" y="352"/>
                    </a:lnTo>
                    <a:lnTo>
                      <a:pt x="624" y="350"/>
                    </a:lnTo>
                    <a:lnTo>
                      <a:pt x="628" y="348"/>
                    </a:lnTo>
                    <a:lnTo>
                      <a:pt x="628" y="348"/>
                    </a:lnTo>
                    <a:lnTo>
                      <a:pt x="628" y="342"/>
                    </a:lnTo>
                    <a:lnTo>
                      <a:pt x="628" y="342"/>
                    </a:lnTo>
                    <a:lnTo>
                      <a:pt x="632" y="338"/>
                    </a:lnTo>
                    <a:lnTo>
                      <a:pt x="636" y="334"/>
                    </a:lnTo>
                    <a:lnTo>
                      <a:pt x="636" y="334"/>
                    </a:lnTo>
                    <a:lnTo>
                      <a:pt x="638" y="332"/>
                    </a:lnTo>
                    <a:lnTo>
                      <a:pt x="638" y="332"/>
                    </a:lnTo>
                    <a:lnTo>
                      <a:pt x="644" y="330"/>
                    </a:lnTo>
                    <a:lnTo>
                      <a:pt x="644" y="330"/>
                    </a:lnTo>
                    <a:lnTo>
                      <a:pt x="646" y="326"/>
                    </a:lnTo>
                    <a:lnTo>
                      <a:pt x="646" y="326"/>
                    </a:lnTo>
                    <a:lnTo>
                      <a:pt x="650" y="326"/>
                    </a:lnTo>
                    <a:lnTo>
                      <a:pt x="650" y="326"/>
                    </a:lnTo>
                    <a:lnTo>
                      <a:pt x="652" y="324"/>
                    </a:lnTo>
                    <a:lnTo>
                      <a:pt x="652" y="324"/>
                    </a:lnTo>
                    <a:lnTo>
                      <a:pt x="654" y="322"/>
                    </a:lnTo>
                    <a:lnTo>
                      <a:pt x="654" y="322"/>
                    </a:lnTo>
                    <a:lnTo>
                      <a:pt x="654" y="322"/>
                    </a:lnTo>
                    <a:lnTo>
                      <a:pt x="658" y="324"/>
                    </a:lnTo>
                    <a:lnTo>
                      <a:pt x="658" y="324"/>
                    </a:lnTo>
                    <a:lnTo>
                      <a:pt x="660" y="322"/>
                    </a:lnTo>
                    <a:lnTo>
                      <a:pt x="662" y="322"/>
                    </a:lnTo>
                    <a:lnTo>
                      <a:pt x="662" y="322"/>
                    </a:lnTo>
                    <a:lnTo>
                      <a:pt x="666" y="314"/>
                    </a:lnTo>
                    <a:lnTo>
                      <a:pt x="666" y="312"/>
                    </a:lnTo>
                    <a:lnTo>
                      <a:pt x="666" y="312"/>
                    </a:lnTo>
                    <a:lnTo>
                      <a:pt x="660" y="310"/>
                    </a:lnTo>
                    <a:lnTo>
                      <a:pt x="660" y="310"/>
                    </a:lnTo>
                    <a:lnTo>
                      <a:pt x="656" y="310"/>
                    </a:lnTo>
                    <a:lnTo>
                      <a:pt x="654" y="312"/>
                    </a:lnTo>
                    <a:lnTo>
                      <a:pt x="650" y="312"/>
                    </a:lnTo>
                    <a:lnTo>
                      <a:pt x="646" y="312"/>
                    </a:lnTo>
                    <a:lnTo>
                      <a:pt x="646" y="312"/>
                    </a:lnTo>
                    <a:lnTo>
                      <a:pt x="644" y="308"/>
                    </a:lnTo>
                    <a:lnTo>
                      <a:pt x="644" y="308"/>
                    </a:lnTo>
                    <a:lnTo>
                      <a:pt x="638" y="308"/>
                    </a:lnTo>
                    <a:lnTo>
                      <a:pt x="630" y="308"/>
                    </a:lnTo>
                    <a:lnTo>
                      <a:pt x="630" y="308"/>
                    </a:lnTo>
                    <a:lnTo>
                      <a:pt x="630" y="312"/>
                    </a:lnTo>
                    <a:lnTo>
                      <a:pt x="630" y="312"/>
                    </a:lnTo>
                    <a:lnTo>
                      <a:pt x="624" y="314"/>
                    </a:lnTo>
                    <a:lnTo>
                      <a:pt x="624" y="314"/>
                    </a:lnTo>
                    <a:lnTo>
                      <a:pt x="622" y="316"/>
                    </a:lnTo>
                    <a:lnTo>
                      <a:pt x="622" y="318"/>
                    </a:lnTo>
                    <a:lnTo>
                      <a:pt x="622" y="318"/>
                    </a:lnTo>
                    <a:lnTo>
                      <a:pt x="616" y="318"/>
                    </a:lnTo>
                    <a:lnTo>
                      <a:pt x="616" y="318"/>
                    </a:lnTo>
                    <a:lnTo>
                      <a:pt x="614" y="320"/>
                    </a:lnTo>
                    <a:lnTo>
                      <a:pt x="614" y="320"/>
                    </a:lnTo>
                    <a:lnTo>
                      <a:pt x="610" y="320"/>
                    </a:lnTo>
                    <a:lnTo>
                      <a:pt x="610" y="320"/>
                    </a:lnTo>
                    <a:lnTo>
                      <a:pt x="608" y="316"/>
                    </a:lnTo>
                    <a:lnTo>
                      <a:pt x="608" y="312"/>
                    </a:lnTo>
                    <a:lnTo>
                      <a:pt x="608" y="312"/>
                    </a:lnTo>
                    <a:lnTo>
                      <a:pt x="606" y="308"/>
                    </a:lnTo>
                    <a:lnTo>
                      <a:pt x="604" y="304"/>
                    </a:lnTo>
                    <a:lnTo>
                      <a:pt x="602" y="304"/>
                    </a:lnTo>
                    <a:lnTo>
                      <a:pt x="602" y="304"/>
                    </a:lnTo>
                    <a:lnTo>
                      <a:pt x="598" y="298"/>
                    </a:lnTo>
                    <a:lnTo>
                      <a:pt x="596" y="292"/>
                    </a:lnTo>
                    <a:lnTo>
                      <a:pt x="596" y="292"/>
                    </a:lnTo>
                    <a:lnTo>
                      <a:pt x="596" y="286"/>
                    </a:lnTo>
                    <a:lnTo>
                      <a:pt x="596" y="286"/>
                    </a:lnTo>
                    <a:lnTo>
                      <a:pt x="598" y="284"/>
                    </a:lnTo>
                    <a:lnTo>
                      <a:pt x="598" y="284"/>
                    </a:lnTo>
                    <a:lnTo>
                      <a:pt x="606" y="284"/>
                    </a:lnTo>
                    <a:lnTo>
                      <a:pt x="612" y="284"/>
                    </a:lnTo>
                    <a:lnTo>
                      <a:pt x="612" y="284"/>
                    </a:lnTo>
                    <a:lnTo>
                      <a:pt x="614" y="280"/>
                    </a:lnTo>
                    <a:lnTo>
                      <a:pt x="618" y="274"/>
                    </a:lnTo>
                    <a:lnTo>
                      <a:pt x="618" y="274"/>
                    </a:lnTo>
                    <a:lnTo>
                      <a:pt x="626" y="268"/>
                    </a:lnTo>
                    <a:lnTo>
                      <a:pt x="626" y="268"/>
                    </a:lnTo>
                    <a:lnTo>
                      <a:pt x="628" y="268"/>
                    </a:lnTo>
                    <a:lnTo>
                      <a:pt x="628" y="268"/>
                    </a:lnTo>
                    <a:lnTo>
                      <a:pt x="630" y="266"/>
                    </a:lnTo>
                    <a:lnTo>
                      <a:pt x="632" y="262"/>
                    </a:lnTo>
                    <a:lnTo>
                      <a:pt x="634" y="262"/>
                    </a:lnTo>
                    <a:lnTo>
                      <a:pt x="634" y="262"/>
                    </a:lnTo>
                    <a:lnTo>
                      <a:pt x="636" y="260"/>
                    </a:lnTo>
                    <a:lnTo>
                      <a:pt x="636" y="256"/>
                    </a:lnTo>
                    <a:lnTo>
                      <a:pt x="636" y="256"/>
                    </a:lnTo>
                    <a:lnTo>
                      <a:pt x="640" y="250"/>
                    </a:lnTo>
                    <a:lnTo>
                      <a:pt x="644" y="246"/>
                    </a:lnTo>
                    <a:lnTo>
                      <a:pt x="644" y="246"/>
                    </a:lnTo>
                    <a:lnTo>
                      <a:pt x="662" y="252"/>
                    </a:lnTo>
                    <a:lnTo>
                      <a:pt x="662" y="252"/>
                    </a:lnTo>
                    <a:lnTo>
                      <a:pt x="656" y="260"/>
                    </a:lnTo>
                    <a:lnTo>
                      <a:pt x="650" y="268"/>
                    </a:lnTo>
                    <a:lnTo>
                      <a:pt x="650" y="268"/>
                    </a:lnTo>
                    <a:lnTo>
                      <a:pt x="648" y="270"/>
                    </a:lnTo>
                    <a:lnTo>
                      <a:pt x="648" y="270"/>
                    </a:lnTo>
                    <a:lnTo>
                      <a:pt x="648" y="274"/>
                    </a:lnTo>
                    <a:lnTo>
                      <a:pt x="648" y="278"/>
                    </a:lnTo>
                    <a:lnTo>
                      <a:pt x="648" y="278"/>
                    </a:lnTo>
                    <a:lnTo>
                      <a:pt x="654" y="278"/>
                    </a:lnTo>
                    <a:lnTo>
                      <a:pt x="654" y="278"/>
                    </a:lnTo>
                    <a:lnTo>
                      <a:pt x="650" y="282"/>
                    </a:lnTo>
                    <a:lnTo>
                      <a:pt x="648" y="286"/>
                    </a:lnTo>
                    <a:lnTo>
                      <a:pt x="648" y="288"/>
                    </a:lnTo>
                    <a:lnTo>
                      <a:pt x="648" y="288"/>
                    </a:lnTo>
                    <a:lnTo>
                      <a:pt x="650" y="288"/>
                    </a:lnTo>
                    <a:lnTo>
                      <a:pt x="650" y="288"/>
                    </a:lnTo>
                    <a:lnTo>
                      <a:pt x="650" y="288"/>
                    </a:lnTo>
                    <a:lnTo>
                      <a:pt x="650" y="288"/>
                    </a:lnTo>
                    <a:lnTo>
                      <a:pt x="654" y="288"/>
                    </a:lnTo>
                    <a:lnTo>
                      <a:pt x="654" y="288"/>
                    </a:lnTo>
                    <a:lnTo>
                      <a:pt x="654" y="286"/>
                    </a:lnTo>
                    <a:lnTo>
                      <a:pt x="654" y="284"/>
                    </a:lnTo>
                    <a:lnTo>
                      <a:pt x="654" y="284"/>
                    </a:lnTo>
                    <a:lnTo>
                      <a:pt x="666" y="274"/>
                    </a:lnTo>
                    <a:lnTo>
                      <a:pt x="676" y="268"/>
                    </a:lnTo>
                    <a:lnTo>
                      <a:pt x="680" y="268"/>
                    </a:lnTo>
                    <a:lnTo>
                      <a:pt x="684" y="268"/>
                    </a:lnTo>
                    <a:lnTo>
                      <a:pt x="684" y="268"/>
                    </a:lnTo>
                    <a:lnTo>
                      <a:pt x="688" y="270"/>
                    </a:lnTo>
                    <a:lnTo>
                      <a:pt x="688" y="270"/>
                    </a:lnTo>
                    <a:lnTo>
                      <a:pt x="688" y="270"/>
                    </a:lnTo>
                    <a:lnTo>
                      <a:pt x="690" y="270"/>
                    </a:lnTo>
                    <a:lnTo>
                      <a:pt x="690" y="268"/>
                    </a:lnTo>
                    <a:lnTo>
                      <a:pt x="692" y="268"/>
                    </a:lnTo>
                    <a:lnTo>
                      <a:pt x="692" y="268"/>
                    </a:lnTo>
                    <a:lnTo>
                      <a:pt x="692" y="270"/>
                    </a:lnTo>
                    <a:lnTo>
                      <a:pt x="698" y="260"/>
                    </a:lnTo>
                    <a:lnTo>
                      <a:pt x="702" y="254"/>
                    </a:lnTo>
                    <a:lnTo>
                      <a:pt x="708" y="246"/>
                    </a:lnTo>
                    <a:lnTo>
                      <a:pt x="712" y="240"/>
                    </a:lnTo>
                    <a:lnTo>
                      <a:pt x="720" y="232"/>
                    </a:lnTo>
                    <a:lnTo>
                      <a:pt x="720" y="224"/>
                    </a:lnTo>
                    <a:lnTo>
                      <a:pt x="726" y="222"/>
                    </a:lnTo>
                    <a:lnTo>
                      <a:pt x="730" y="228"/>
                    </a:lnTo>
                    <a:lnTo>
                      <a:pt x="734" y="230"/>
                    </a:lnTo>
                    <a:lnTo>
                      <a:pt x="742" y="232"/>
                    </a:lnTo>
                    <a:lnTo>
                      <a:pt x="742" y="226"/>
                    </a:lnTo>
                    <a:lnTo>
                      <a:pt x="742" y="222"/>
                    </a:lnTo>
                    <a:lnTo>
                      <a:pt x="746" y="218"/>
                    </a:lnTo>
                    <a:lnTo>
                      <a:pt x="752" y="218"/>
                    </a:lnTo>
                    <a:lnTo>
                      <a:pt x="756" y="216"/>
                    </a:lnTo>
                    <a:lnTo>
                      <a:pt x="756" y="212"/>
                    </a:lnTo>
                    <a:lnTo>
                      <a:pt x="762" y="210"/>
                    </a:lnTo>
                    <a:lnTo>
                      <a:pt x="762" y="200"/>
                    </a:lnTo>
                    <a:lnTo>
                      <a:pt x="772" y="212"/>
                    </a:lnTo>
                    <a:lnTo>
                      <a:pt x="774" y="208"/>
                    </a:lnTo>
                    <a:lnTo>
                      <a:pt x="774" y="202"/>
                    </a:lnTo>
                    <a:lnTo>
                      <a:pt x="776" y="200"/>
                    </a:lnTo>
                    <a:lnTo>
                      <a:pt x="778" y="194"/>
                    </a:lnTo>
                    <a:lnTo>
                      <a:pt x="776" y="184"/>
                    </a:lnTo>
                    <a:lnTo>
                      <a:pt x="778" y="178"/>
                    </a:lnTo>
                    <a:lnTo>
                      <a:pt x="778" y="172"/>
                    </a:lnTo>
                    <a:lnTo>
                      <a:pt x="782" y="168"/>
                    </a:lnTo>
                    <a:lnTo>
                      <a:pt x="786" y="166"/>
                    </a:lnTo>
                    <a:lnTo>
                      <a:pt x="786" y="166"/>
                    </a:lnTo>
                    <a:lnTo>
                      <a:pt x="786" y="164"/>
                    </a:lnTo>
                    <a:lnTo>
                      <a:pt x="786" y="164"/>
                    </a:lnTo>
                    <a:lnTo>
                      <a:pt x="786" y="164"/>
                    </a:lnTo>
                    <a:lnTo>
                      <a:pt x="786" y="162"/>
                    </a:lnTo>
                    <a:lnTo>
                      <a:pt x="786" y="162"/>
                    </a:lnTo>
                    <a:lnTo>
                      <a:pt x="792" y="164"/>
                    </a:lnTo>
                    <a:lnTo>
                      <a:pt x="794" y="168"/>
                    </a:lnTo>
                    <a:lnTo>
                      <a:pt x="794" y="168"/>
                    </a:lnTo>
                    <a:lnTo>
                      <a:pt x="798" y="164"/>
                    </a:lnTo>
                    <a:lnTo>
                      <a:pt x="804" y="160"/>
                    </a:lnTo>
                    <a:lnTo>
                      <a:pt x="806" y="156"/>
                    </a:lnTo>
                    <a:lnTo>
                      <a:pt x="810" y="154"/>
                    </a:lnTo>
                    <a:lnTo>
                      <a:pt x="814" y="148"/>
                    </a:lnTo>
                    <a:lnTo>
                      <a:pt x="818" y="142"/>
                    </a:lnTo>
                    <a:lnTo>
                      <a:pt x="820" y="132"/>
                    </a:lnTo>
                    <a:lnTo>
                      <a:pt x="820" y="126"/>
                    </a:lnTo>
                    <a:lnTo>
                      <a:pt x="824" y="124"/>
                    </a:lnTo>
                    <a:lnTo>
                      <a:pt x="824" y="116"/>
                    </a:lnTo>
                    <a:lnTo>
                      <a:pt x="820" y="112"/>
                    </a:lnTo>
                    <a:lnTo>
                      <a:pt x="820" y="108"/>
                    </a:lnTo>
                    <a:lnTo>
                      <a:pt x="824" y="100"/>
                    </a:lnTo>
                    <a:lnTo>
                      <a:pt x="816" y="102"/>
                    </a:lnTo>
                    <a:lnTo>
                      <a:pt x="814" y="106"/>
                    </a:lnTo>
                    <a:lnTo>
                      <a:pt x="808" y="108"/>
                    </a:lnTo>
                    <a:lnTo>
                      <a:pt x="804" y="108"/>
                    </a:lnTo>
                    <a:lnTo>
                      <a:pt x="798" y="112"/>
                    </a:lnTo>
                    <a:lnTo>
                      <a:pt x="794" y="116"/>
                    </a:lnTo>
                    <a:lnTo>
                      <a:pt x="788" y="118"/>
                    </a:lnTo>
                    <a:lnTo>
                      <a:pt x="784" y="120"/>
                    </a:lnTo>
                    <a:lnTo>
                      <a:pt x="778" y="116"/>
                    </a:lnTo>
                    <a:lnTo>
                      <a:pt x="772" y="114"/>
                    </a:lnTo>
                    <a:lnTo>
                      <a:pt x="770" y="108"/>
                    </a:lnTo>
                    <a:lnTo>
                      <a:pt x="770" y="102"/>
                    </a:lnTo>
                    <a:lnTo>
                      <a:pt x="768" y="96"/>
                    </a:lnTo>
                    <a:lnTo>
                      <a:pt x="762" y="90"/>
                    </a:lnTo>
                    <a:lnTo>
                      <a:pt x="760" y="84"/>
                    </a:lnTo>
                    <a:lnTo>
                      <a:pt x="758" y="78"/>
                    </a:lnTo>
                    <a:lnTo>
                      <a:pt x="754" y="74"/>
                    </a:lnTo>
                    <a:lnTo>
                      <a:pt x="746" y="72"/>
                    </a:lnTo>
                    <a:lnTo>
                      <a:pt x="740" y="70"/>
                    </a:lnTo>
                    <a:lnTo>
                      <a:pt x="734" y="70"/>
                    </a:lnTo>
                    <a:lnTo>
                      <a:pt x="730" y="66"/>
                    </a:lnTo>
                    <a:lnTo>
                      <a:pt x="726" y="58"/>
                    </a:lnTo>
                    <a:lnTo>
                      <a:pt x="720" y="48"/>
                    </a:lnTo>
                    <a:lnTo>
                      <a:pt x="718" y="40"/>
                    </a:lnTo>
                    <a:lnTo>
                      <a:pt x="718" y="34"/>
                    </a:lnTo>
                    <a:lnTo>
                      <a:pt x="712" y="28"/>
                    </a:lnTo>
                    <a:lnTo>
                      <a:pt x="710" y="22"/>
                    </a:lnTo>
                    <a:lnTo>
                      <a:pt x="702" y="16"/>
                    </a:lnTo>
                    <a:lnTo>
                      <a:pt x="692" y="16"/>
                    </a:lnTo>
                    <a:lnTo>
                      <a:pt x="688" y="10"/>
                    </a:lnTo>
                    <a:lnTo>
                      <a:pt x="682" y="6"/>
                    </a:lnTo>
                    <a:lnTo>
                      <a:pt x="676" y="2"/>
                    </a:lnTo>
                    <a:lnTo>
                      <a:pt x="668" y="0"/>
                    </a:lnTo>
                    <a:lnTo>
                      <a:pt x="664" y="2"/>
                    </a:lnTo>
                    <a:lnTo>
                      <a:pt x="658" y="4"/>
                    </a:lnTo>
                    <a:lnTo>
                      <a:pt x="650" y="4"/>
                    </a:lnTo>
                    <a:lnTo>
                      <a:pt x="644" y="8"/>
                    </a:lnTo>
                    <a:lnTo>
                      <a:pt x="638" y="14"/>
                    </a:lnTo>
                    <a:lnTo>
                      <a:pt x="634" y="20"/>
                    </a:lnTo>
                    <a:lnTo>
                      <a:pt x="632" y="22"/>
                    </a:lnTo>
                    <a:lnTo>
                      <a:pt x="630" y="26"/>
                    </a:lnTo>
                    <a:lnTo>
                      <a:pt x="636" y="24"/>
                    </a:lnTo>
                    <a:lnTo>
                      <a:pt x="636" y="32"/>
                    </a:lnTo>
                    <a:lnTo>
                      <a:pt x="636" y="38"/>
                    </a:lnTo>
                    <a:lnTo>
                      <a:pt x="632" y="42"/>
                    </a:lnTo>
                    <a:lnTo>
                      <a:pt x="634" y="48"/>
                    </a:lnTo>
                    <a:lnTo>
                      <a:pt x="628" y="56"/>
                    </a:lnTo>
                    <a:lnTo>
                      <a:pt x="624" y="62"/>
                    </a:lnTo>
                    <a:lnTo>
                      <a:pt x="624" y="62"/>
                    </a:lnTo>
                    <a:lnTo>
                      <a:pt x="620" y="66"/>
                    </a:lnTo>
                    <a:lnTo>
                      <a:pt x="618" y="68"/>
                    </a:lnTo>
                    <a:lnTo>
                      <a:pt x="618" y="70"/>
                    </a:lnTo>
                    <a:lnTo>
                      <a:pt x="620" y="72"/>
                    </a:lnTo>
                    <a:lnTo>
                      <a:pt x="620" y="72"/>
                    </a:lnTo>
                    <a:lnTo>
                      <a:pt x="618" y="74"/>
                    </a:lnTo>
                    <a:lnTo>
                      <a:pt x="614" y="76"/>
                    </a:lnTo>
                    <a:lnTo>
                      <a:pt x="610" y="78"/>
                    </a:lnTo>
                    <a:lnTo>
                      <a:pt x="600" y="84"/>
                    </a:lnTo>
                    <a:lnTo>
                      <a:pt x="594" y="80"/>
                    </a:lnTo>
                    <a:lnTo>
                      <a:pt x="586" y="76"/>
                    </a:lnTo>
                    <a:lnTo>
                      <a:pt x="580" y="78"/>
                    </a:lnTo>
                    <a:lnTo>
                      <a:pt x="574" y="94"/>
                    </a:lnTo>
                    <a:lnTo>
                      <a:pt x="574" y="94"/>
                    </a:lnTo>
                    <a:lnTo>
                      <a:pt x="576" y="100"/>
                    </a:lnTo>
                    <a:lnTo>
                      <a:pt x="576" y="100"/>
                    </a:lnTo>
                    <a:lnTo>
                      <a:pt x="576" y="104"/>
                    </a:lnTo>
                    <a:lnTo>
                      <a:pt x="574" y="106"/>
                    </a:lnTo>
                    <a:lnTo>
                      <a:pt x="572" y="110"/>
                    </a:lnTo>
                    <a:lnTo>
                      <a:pt x="572" y="116"/>
                    </a:lnTo>
                    <a:lnTo>
                      <a:pt x="582" y="120"/>
                    </a:lnTo>
                    <a:lnTo>
                      <a:pt x="592" y="118"/>
                    </a:lnTo>
                    <a:lnTo>
                      <a:pt x="598" y="112"/>
                    </a:lnTo>
                    <a:lnTo>
                      <a:pt x="602" y="112"/>
                    </a:lnTo>
                    <a:lnTo>
                      <a:pt x="606" y="116"/>
                    </a:lnTo>
                    <a:lnTo>
                      <a:pt x="612" y="122"/>
                    </a:lnTo>
                    <a:lnTo>
                      <a:pt x="622" y="126"/>
                    </a:lnTo>
                    <a:lnTo>
                      <a:pt x="628" y="132"/>
                    </a:lnTo>
                    <a:lnTo>
                      <a:pt x="624" y="138"/>
                    </a:lnTo>
                    <a:lnTo>
                      <a:pt x="624" y="138"/>
                    </a:lnTo>
                    <a:lnTo>
                      <a:pt x="620" y="136"/>
                    </a:lnTo>
                    <a:lnTo>
                      <a:pt x="616" y="136"/>
                    </a:lnTo>
                    <a:lnTo>
                      <a:pt x="614" y="138"/>
                    </a:lnTo>
                    <a:lnTo>
                      <a:pt x="614" y="138"/>
                    </a:lnTo>
                    <a:lnTo>
                      <a:pt x="610" y="140"/>
                    </a:lnTo>
                    <a:lnTo>
                      <a:pt x="606" y="142"/>
                    </a:lnTo>
                    <a:lnTo>
                      <a:pt x="604" y="146"/>
                    </a:lnTo>
                    <a:lnTo>
                      <a:pt x="596" y="144"/>
                    </a:lnTo>
                    <a:lnTo>
                      <a:pt x="586" y="152"/>
                    </a:lnTo>
                    <a:lnTo>
                      <a:pt x="580" y="148"/>
                    </a:lnTo>
                    <a:lnTo>
                      <a:pt x="576" y="148"/>
                    </a:lnTo>
                    <a:lnTo>
                      <a:pt x="574" y="156"/>
                    </a:lnTo>
                    <a:lnTo>
                      <a:pt x="570" y="160"/>
                    </a:lnTo>
                    <a:lnTo>
                      <a:pt x="552" y="164"/>
                    </a:lnTo>
                    <a:lnTo>
                      <a:pt x="550" y="174"/>
                    </a:lnTo>
                    <a:lnTo>
                      <a:pt x="538" y="180"/>
                    </a:lnTo>
                    <a:lnTo>
                      <a:pt x="530" y="176"/>
                    </a:lnTo>
                    <a:lnTo>
                      <a:pt x="524" y="170"/>
                    </a:lnTo>
                    <a:lnTo>
                      <a:pt x="518" y="168"/>
                    </a:lnTo>
                    <a:lnTo>
                      <a:pt x="512" y="172"/>
                    </a:lnTo>
                    <a:lnTo>
                      <a:pt x="510" y="180"/>
                    </a:lnTo>
                    <a:lnTo>
                      <a:pt x="508" y="186"/>
                    </a:lnTo>
                    <a:lnTo>
                      <a:pt x="510" y="196"/>
                    </a:lnTo>
                    <a:lnTo>
                      <a:pt x="512" y="202"/>
                    </a:lnTo>
                    <a:lnTo>
                      <a:pt x="508" y="208"/>
                    </a:lnTo>
                    <a:lnTo>
                      <a:pt x="502" y="212"/>
                    </a:lnTo>
                    <a:lnTo>
                      <a:pt x="492" y="214"/>
                    </a:lnTo>
                    <a:lnTo>
                      <a:pt x="478" y="218"/>
                    </a:lnTo>
                    <a:lnTo>
                      <a:pt x="466" y="218"/>
                    </a:lnTo>
                    <a:lnTo>
                      <a:pt x="458" y="220"/>
                    </a:lnTo>
                    <a:lnTo>
                      <a:pt x="454" y="220"/>
                    </a:lnTo>
                    <a:lnTo>
                      <a:pt x="446" y="228"/>
                    </a:lnTo>
                    <a:lnTo>
                      <a:pt x="438" y="232"/>
                    </a:lnTo>
                    <a:lnTo>
                      <a:pt x="428" y="232"/>
                    </a:lnTo>
                    <a:lnTo>
                      <a:pt x="418" y="234"/>
                    </a:lnTo>
                    <a:lnTo>
                      <a:pt x="406" y="234"/>
                    </a:lnTo>
                    <a:lnTo>
                      <a:pt x="398" y="230"/>
                    </a:lnTo>
                    <a:lnTo>
                      <a:pt x="392" y="222"/>
                    </a:lnTo>
                    <a:lnTo>
                      <a:pt x="388" y="220"/>
                    </a:lnTo>
                    <a:lnTo>
                      <a:pt x="368" y="220"/>
                    </a:lnTo>
                    <a:lnTo>
                      <a:pt x="356" y="218"/>
                    </a:lnTo>
                    <a:lnTo>
                      <a:pt x="344" y="218"/>
                    </a:lnTo>
                    <a:lnTo>
                      <a:pt x="334" y="218"/>
                    </a:lnTo>
                    <a:lnTo>
                      <a:pt x="326" y="218"/>
                    </a:lnTo>
                    <a:lnTo>
                      <a:pt x="320" y="212"/>
                    </a:lnTo>
                    <a:lnTo>
                      <a:pt x="312" y="206"/>
                    </a:lnTo>
                    <a:lnTo>
                      <a:pt x="304" y="200"/>
                    </a:lnTo>
                    <a:lnTo>
                      <a:pt x="300" y="196"/>
                    </a:lnTo>
                    <a:lnTo>
                      <a:pt x="298" y="188"/>
                    </a:lnTo>
                    <a:lnTo>
                      <a:pt x="292" y="182"/>
                    </a:lnTo>
                    <a:lnTo>
                      <a:pt x="284" y="180"/>
                    </a:lnTo>
                    <a:lnTo>
                      <a:pt x="280" y="176"/>
                    </a:lnTo>
                    <a:lnTo>
                      <a:pt x="272" y="172"/>
                    </a:lnTo>
                    <a:lnTo>
                      <a:pt x="264" y="170"/>
                    </a:lnTo>
                    <a:lnTo>
                      <a:pt x="256" y="168"/>
                    </a:lnTo>
                    <a:lnTo>
                      <a:pt x="254" y="162"/>
                    </a:lnTo>
                    <a:lnTo>
                      <a:pt x="256" y="154"/>
                    </a:lnTo>
                    <a:lnTo>
                      <a:pt x="258" y="148"/>
                    </a:lnTo>
                    <a:lnTo>
                      <a:pt x="254" y="140"/>
                    </a:lnTo>
                    <a:lnTo>
                      <a:pt x="246" y="138"/>
                    </a:lnTo>
                    <a:lnTo>
                      <a:pt x="246" y="132"/>
                    </a:lnTo>
                    <a:lnTo>
                      <a:pt x="238" y="124"/>
                    </a:lnTo>
                    <a:lnTo>
                      <a:pt x="230" y="118"/>
                    </a:lnTo>
                    <a:lnTo>
                      <a:pt x="222" y="120"/>
                    </a:lnTo>
                    <a:lnTo>
                      <a:pt x="214" y="118"/>
                    </a:lnTo>
                    <a:lnTo>
                      <a:pt x="210" y="114"/>
                    </a:lnTo>
                    <a:lnTo>
                      <a:pt x="208" y="110"/>
                    </a:lnTo>
                    <a:lnTo>
                      <a:pt x="206" y="100"/>
                    </a:lnTo>
                    <a:lnTo>
                      <a:pt x="208" y="86"/>
                    </a:lnTo>
                    <a:lnTo>
                      <a:pt x="200" y="92"/>
                    </a:lnTo>
                    <a:lnTo>
                      <a:pt x="182" y="94"/>
                    </a:lnTo>
                    <a:lnTo>
                      <a:pt x="176" y="100"/>
                    </a:lnTo>
                    <a:lnTo>
                      <a:pt x="172" y="106"/>
                    </a:lnTo>
                    <a:lnTo>
                      <a:pt x="164" y="108"/>
                    </a:lnTo>
                    <a:lnTo>
                      <a:pt x="162" y="112"/>
                    </a:lnTo>
                    <a:lnTo>
                      <a:pt x="160" y="120"/>
                    </a:lnTo>
                    <a:lnTo>
                      <a:pt x="150" y="124"/>
                    </a:lnTo>
                    <a:lnTo>
                      <a:pt x="142" y="124"/>
                    </a:lnTo>
                    <a:lnTo>
                      <a:pt x="136" y="128"/>
                    </a:lnTo>
                    <a:lnTo>
                      <a:pt x="132" y="136"/>
                    </a:lnTo>
                    <a:lnTo>
                      <a:pt x="126" y="140"/>
                    </a:lnTo>
                    <a:lnTo>
                      <a:pt x="124" y="150"/>
                    </a:lnTo>
                    <a:lnTo>
                      <a:pt x="126" y="160"/>
                    </a:lnTo>
                    <a:lnTo>
                      <a:pt x="130" y="164"/>
                    </a:lnTo>
                    <a:lnTo>
                      <a:pt x="128" y="168"/>
                    </a:lnTo>
                    <a:lnTo>
                      <a:pt x="114" y="168"/>
                    </a:lnTo>
                    <a:lnTo>
                      <a:pt x="104" y="174"/>
                    </a:lnTo>
                    <a:lnTo>
                      <a:pt x="94" y="176"/>
                    </a:lnTo>
                    <a:lnTo>
                      <a:pt x="90" y="178"/>
                    </a:lnTo>
                    <a:lnTo>
                      <a:pt x="92" y="184"/>
                    </a:lnTo>
                    <a:lnTo>
                      <a:pt x="100" y="190"/>
                    </a:lnTo>
                    <a:lnTo>
                      <a:pt x="102" y="196"/>
                    </a:lnTo>
                    <a:lnTo>
                      <a:pt x="100" y="202"/>
                    </a:lnTo>
                    <a:lnTo>
                      <a:pt x="96" y="208"/>
                    </a:lnTo>
                    <a:lnTo>
                      <a:pt x="96" y="218"/>
                    </a:lnTo>
                    <a:lnTo>
                      <a:pt x="96" y="218"/>
                    </a:lnTo>
                    <a:lnTo>
                      <a:pt x="86" y="224"/>
                    </a:lnTo>
                    <a:lnTo>
                      <a:pt x="86" y="224"/>
                    </a:lnTo>
                    <a:lnTo>
                      <a:pt x="80" y="230"/>
                    </a:lnTo>
                    <a:lnTo>
                      <a:pt x="80" y="230"/>
                    </a:lnTo>
                    <a:lnTo>
                      <a:pt x="76" y="230"/>
                    </a:lnTo>
                    <a:lnTo>
                      <a:pt x="72" y="232"/>
                    </a:lnTo>
                    <a:lnTo>
                      <a:pt x="72" y="232"/>
                    </a:lnTo>
                    <a:lnTo>
                      <a:pt x="70" y="236"/>
                    </a:lnTo>
                    <a:lnTo>
                      <a:pt x="70" y="238"/>
                    </a:lnTo>
                    <a:lnTo>
                      <a:pt x="70" y="238"/>
                    </a:lnTo>
                    <a:lnTo>
                      <a:pt x="70" y="240"/>
                    </a:lnTo>
                    <a:lnTo>
                      <a:pt x="68" y="240"/>
                    </a:lnTo>
                    <a:lnTo>
                      <a:pt x="62" y="240"/>
                    </a:lnTo>
                    <a:lnTo>
                      <a:pt x="54" y="242"/>
                    </a:lnTo>
                    <a:lnTo>
                      <a:pt x="50" y="244"/>
                    </a:lnTo>
                    <a:lnTo>
                      <a:pt x="48" y="246"/>
                    </a:lnTo>
                    <a:lnTo>
                      <a:pt x="48" y="246"/>
                    </a:lnTo>
                    <a:lnTo>
                      <a:pt x="48" y="250"/>
                    </a:lnTo>
                    <a:lnTo>
                      <a:pt x="48" y="252"/>
                    </a:lnTo>
                    <a:lnTo>
                      <a:pt x="46" y="256"/>
                    </a:lnTo>
                    <a:lnTo>
                      <a:pt x="46" y="258"/>
                    </a:lnTo>
                    <a:lnTo>
                      <a:pt x="46" y="258"/>
                    </a:lnTo>
                    <a:lnTo>
                      <a:pt x="42" y="260"/>
                    </a:lnTo>
                    <a:lnTo>
                      <a:pt x="40" y="260"/>
                    </a:lnTo>
                    <a:lnTo>
                      <a:pt x="34" y="262"/>
                    </a:lnTo>
                    <a:lnTo>
                      <a:pt x="34" y="262"/>
                    </a:lnTo>
                    <a:lnTo>
                      <a:pt x="30" y="264"/>
                    </a:lnTo>
                    <a:lnTo>
                      <a:pt x="28" y="264"/>
                    </a:lnTo>
                    <a:lnTo>
                      <a:pt x="28" y="264"/>
                    </a:lnTo>
                    <a:lnTo>
                      <a:pt x="26" y="264"/>
                    </a:lnTo>
                    <a:lnTo>
                      <a:pt x="24" y="262"/>
                    </a:lnTo>
                    <a:lnTo>
                      <a:pt x="24" y="260"/>
                    </a:lnTo>
                    <a:lnTo>
                      <a:pt x="22" y="258"/>
                    </a:lnTo>
                    <a:lnTo>
                      <a:pt x="22" y="258"/>
                    </a:lnTo>
                    <a:lnTo>
                      <a:pt x="18" y="258"/>
                    </a:lnTo>
                    <a:lnTo>
                      <a:pt x="14" y="262"/>
                    </a:lnTo>
                    <a:lnTo>
                      <a:pt x="14" y="262"/>
                    </a:lnTo>
                    <a:lnTo>
                      <a:pt x="10" y="268"/>
                    </a:lnTo>
                    <a:lnTo>
                      <a:pt x="10" y="268"/>
                    </a:lnTo>
                    <a:lnTo>
                      <a:pt x="4" y="270"/>
                    </a:lnTo>
                    <a:lnTo>
                      <a:pt x="4" y="270"/>
                    </a:lnTo>
                    <a:lnTo>
                      <a:pt x="0" y="274"/>
                    </a:lnTo>
                    <a:lnTo>
                      <a:pt x="2" y="276"/>
                    </a:lnTo>
                    <a:lnTo>
                      <a:pt x="2" y="276"/>
                    </a:lnTo>
                    <a:lnTo>
                      <a:pt x="2" y="282"/>
                    </a:lnTo>
                    <a:lnTo>
                      <a:pt x="2" y="286"/>
                    </a:lnTo>
                    <a:lnTo>
                      <a:pt x="6" y="290"/>
                    </a:lnTo>
                    <a:lnTo>
                      <a:pt x="14" y="286"/>
                    </a:lnTo>
                    <a:lnTo>
                      <a:pt x="16" y="288"/>
                    </a:lnTo>
                    <a:lnTo>
                      <a:pt x="16" y="292"/>
                    </a:lnTo>
                    <a:lnTo>
                      <a:pt x="14" y="298"/>
                    </a:lnTo>
                    <a:lnTo>
                      <a:pt x="16" y="306"/>
                    </a:lnTo>
                    <a:lnTo>
                      <a:pt x="18" y="312"/>
                    </a:lnTo>
                    <a:lnTo>
                      <a:pt x="20" y="316"/>
                    </a:lnTo>
                    <a:lnTo>
                      <a:pt x="22" y="320"/>
                    </a:lnTo>
                    <a:lnTo>
                      <a:pt x="16" y="322"/>
                    </a:lnTo>
                    <a:lnTo>
                      <a:pt x="16" y="326"/>
                    </a:lnTo>
                    <a:lnTo>
                      <a:pt x="26" y="326"/>
                    </a:lnTo>
                    <a:lnTo>
                      <a:pt x="40" y="336"/>
                    </a:lnTo>
                    <a:lnTo>
                      <a:pt x="44" y="340"/>
                    </a:lnTo>
                    <a:lnTo>
                      <a:pt x="50" y="346"/>
                    </a:lnTo>
                    <a:lnTo>
                      <a:pt x="56" y="340"/>
                    </a:lnTo>
                    <a:lnTo>
                      <a:pt x="58" y="338"/>
                    </a:lnTo>
                    <a:lnTo>
                      <a:pt x="64" y="338"/>
                    </a:lnTo>
                    <a:lnTo>
                      <a:pt x="70" y="340"/>
                    </a:lnTo>
                    <a:lnTo>
                      <a:pt x="76" y="340"/>
                    </a:lnTo>
                    <a:lnTo>
                      <a:pt x="80" y="346"/>
                    </a:lnTo>
                    <a:lnTo>
                      <a:pt x="82" y="350"/>
                    </a:lnTo>
                    <a:lnTo>
                      <a:pt x="86" y="356"/>
                    </a:lnTo>
                    <a:lnTo>
                      <a:pt x="82" y="360"/>
                    </a:lnTo>
                    <a:lnTo>
                      <a:pt x="80" y="364"/>
                    </a:lnTo>
                    <a:lnTo>
                      <a:pt x="78" y="368"/>
                    </a:lnTo>
                    <a:lnTo>
                      <a:pt x="74" y="372"/>
                    </a:lnTo>
                    <a:lnTo>
                      <a:pt x="72" y="378"/>
                    </a:lnTo>
                    <a:lnTo>
                      <a:pt x="68" y="382"/>
                    </a:lnTo>
                    <a:lnTo>
                      <a:pt x="66" y="386"/>
                    </a:lnTo>
                    <a:lnTo>
                      <a:pt x="72" y="390"/>
                    </a:lnTo>
                    <a:lnTo>
                      <a:pt x="74" y="396"/>
                    </a:lnTo>
                    <a:lnTo>
                      <a:pt x="74" y="404"/>
                    </a:lnTo>
                    <a:lnTo>
                      <a:pt x="78" y="406"/>
                    </a:lnTo>
                    <a:lnTo>
                      <a:pt x="82" y="408"/>
                    </a:lnTo>
                    <a:lnTo>
                      <a:pt x="82" y="412"/>
                    </a:lnTo>
                    <a:lnTo>
                      <a:pt x="80" y="420"/>
                    </a:lnTo>
                    <a:lnTo>
                      <a:pt x="80" y="424"/>
                    </a:lnTo>
                    <a:lnTo>
                      <a:pt x="78" y="426"/>
                    </a:lnTo>
                    <a:lnTo>
                      <a:pt x="80" y="432"/>
                    </a:lnTo>
                    <a:lnTo>
                      <a:pt x="86" y="434"/>
                    </a:lnTo>
                    <a:lnTo>
                      <a:pt x="92" y="438"/>
                    </a:lnTo>
                    <a:lnTo>
                      <a:pt x="100" y="440"/>
                    </a:lnTo>
                    <a:lnTo>
                      <a:pt x="104" y="444"/>
                    </a:lnTo>
                    <a:lnTo>
                      <a:pt x="108" y="448"/>
                    </a:lnTo>
                    <a:lnTo>
                      <a:pt x="112" y="448"/>
                    </a:lnTo>
                    <a:lnTo>
                      <a:pt x="118" y="448"/>
                    </a:lnTo>
                    <a:lnTo>
                      <a:pt x="124" y="448"/>
                    </a:lnTo>
                    <a:lnTo>
                      <a:pt x="130" y="450"/>
                    </a:lnTo>
                    <a:lnTo>
                      <a:pt x="136" y="460"/>
                    </a:lnTo>
                    <a:lnTo>
                      <a:pt x="142" y="460"/>
                    </a:lnTo>
                    <a:lnTo>
                      <a:pt x="148" y="458"/>
                    </a:lnTo>
                    <a:lnTo>
                      <a:pt x="154" y="462"/>
                    </a:lnTo>
                    <a:lnTo>
                      <a:pt x="154" y="468"/>
                    </a:lnTo>
                    <a:lnTo>
                      <a:pt x="160" y="472"/>
                    </a:lnTo>
                    <a:lnTo>
                      <a:pt x="166" y="478"/>
                    </a:lnTo>
                    <a:lnTo>
                      <a:pt x="170" y="482"/>
                    </a:lnTo>
                    <a:lnTo>
                      <a:pt x="176" y="482"/>
                    </a:lnTo>
                    <a:lnTo>
                      <a:pt x="182" y="486"/>
                    </a:lnTo>
                    <a:lnTo>
                      <a:pt x="194" y="488"/>
                    </a:lnTo>
                    <a:lnTo>
                      <a:pt x="202" y="490"/>
                    </a:lnTo>
                    <a:lnTo>
                      <a:pt x="208" y="486"/>
                    </a:lnTo>
                    <a:lnTo>
                      <a:pt x="214" y="488"/>
                    </a:lnTo>
                    <a:lnTo>
                      <a:pt x="218" y="494"/>
                    </a:lnTo>
                    <a:lnTo>
                      <a:pt x="224" y="484"/>
                    </a:lnTo>
                    <a:lnTo>
                      <a:pt x="228" y="482"/>
                    </a:lnTo>
                    <a:lnTo>
                      <a:pt x="236" y="480"/>
                    </a:lnTo>
                    <a:lnTo>
                      <a:pt x="242" y="484"/>
                    </a:lnTo>
                    <a:lnTo>
                      <a:pt x="248" y="484"/>
                    </a:lnTo>
                    <a:lnTo>
                      <a:pt x="258" y="484"/>
                    </a:lnTo>
                    <a:lnTo>
                      <a:pt x="264" y="482"/>
                    </a:lnTo>
                    <a:lnTo>
                      <a:pt x="272" y="480"/>
                    </a:lnTo>
                    <a:lnTo>
                      <a:pt x="276" y="476"/>
                    </a:lnTo>
                    <a:lnTo>
                      <a:pt x="284" y="474"/>
                    </a:lnTo>
                    <a:lnTo>
                      <a:pt x="288" y="476"/>
                    </a:lnTo>
                    <a:lnTo>
                      <a:pt x="292" y="472"/>
                    </a:lnTo>
                    <a:lnTo>
                      <a:pt x="298" y="472"/>
                    </a:lnTo>
                    <a:lnTo>
                      <a:pt x="306" y="476"/>
                    </a:lnTo>
                    <a:lnTo>
                      <a:pt x="306" y="482"/>
                    </a:lnTo>
                    <a:lnTo>
                      <a:pt x="308" y="486"/>
                    </a:lnTo>
                    <a:lnTo>
                      <a:pt x="314" y="484"/>
                    </a:lnTo>
                    <a:lnTo>
                      <a:pt x="316" y="486"/>
                    </a:lnTo>
                    <a:lnTo>
                      <a:pt x="322" y="488"/>
                    </a:lnTo>
                    <a:lnTo>
                      <a:pt x="326" y="490"/>
                    </a:lnTo>
                    <a:lnTo>
                      <a:pt x="328" y="494"/>
                    </a:lnTo>
                    <a:lnTo>
                      <a:pt x="330" y="498"/>
                    </a:lnTo>
                    <a:lnTo>
                      <a:pt x="334" y="498"/>
                    </a:lnTo>
                    <a:lnTo>
                      <a:pt x="338" y="498"/>
                    </a:lnTo>
                    <a:lnTo>
                      <a:pt x="340" y="504"/>
                    </a:lnTo>
                    <a:lnTo>
                      <a:pt x="342" y="508"/>
                    </a:lnTo>
                    <a:lnTo>
                      <a:pt x="340" y="516"/>
                    </a:lnTo>
                    <a:lnTo>
                      <a:pt x="342" y="520"/>
                    </a:lnTo>
                    <a:lnTo>
                      <a:pt x="342" y="524"/>
                    </a:lnTo>
                    <a:lnTo>
                      <a:pt x="340" y="534"/>
                    </a:lnTo>
                    <a:lnTo>
                      <a:pt x="336" y="540"/>
                    </a:lnTo>
                    <a:lnTo>
                      <a:pt x="332" y="546"/>
                    </a:lnTo>
                    <a:lnTo>
                      <a:pt x="332" y="550"/>
                    </a:lnTo>
                    <a:lnTo>
                      <a:pt x="334" y="554"/>
                    </a:lnTo>
                    <a:lnTo>
                      <a:pt x="334" y="560"/>
                    </a:lnTo>
                    <a:lnTo>
                      <a:pt x="336" y="562"/>
                    </a:lnTo>
                    <a:lnTo>
                      <a:pt x="338" y="562"/>
                    </a:lnTo>
                    <a:lnTo>
                      <a:pt x="340" y="558"/>
                    </a:lnTo>
                    <a:lnTo>
                      <a:pt x="346" y="556"/>
                    </a:lnTo>
                    <a:lnTo>
                      <a:pt x="350" y="556"/>
                    </a:lnTo>
                    <a:lnTo>
                      <a:pt x="352" y="560"/>
                    </a:lnTo>
                    <a:lnTo>
                      <a:pt x="352" y="564"/>
                    </a:lnTo>
                    <a:lnTo>
                      <a:pt x="354" y="570"/>
                    </a:lnTo>
                    <a:lnTo>
                      <a:pt x="358" y="570"/>
                    </a:lnTo>
                    <a:lnTo>
                      <a:pt x="358" y="574"/>
                    </a:lnTo>
                    <a:lnTo>
                      <a:pt x="354" y="580"/>
                    </a:lnTo>
                    <a:lnTo>
                      <a:pt x="354" y="584"/>
                    </a:lnTo>
                    <a:lnTo>
                      <a:pt x="360" y="586"/>
                    </a:lnTo>
                    <a:lnTo>
                      <a:pt x="364" y="586"/>
                    </a:lnTo>
                    <a:lnTo>
                      <a:pt x="366" y="594"/>
                    </a:lnTo>
                    <a:lnTo>
                      <a:pt x="368" y="600"/>
                    </a:lnTo>
                    <a:lnTo>
                      <a:pt x="378" y="602"/>
                    </a:lnTo>
                    <a:lnTo>
                      <a:pt x="376" y="608"/>
                    </a:lnTo>
                    <a:lnTo>
                      <a:pt x="384" y="608"/>
                    </a:lnTo>
                    <a:lnTo>
                      <a:pt x="388" y="602"/>
                    </a:lnTo>
                    <a:lnTo>
                      <a:pt x="388" y="592"/>
                    </a:lnTo>
                    <a:lnTo>
                      <a:pt x="384" y="584"/>
                    </a:lnTo>
                    <a:lnTo>
                      <a:pt x="388" y="578"/>
                    </a:lnTo>
                    <a:lnTo>
                      <a:pt x="394" y="580"/>
                    </a:lnTo>
                    <a:lnTo>
                      <a:pt x="400" y="576"/>
                    </a:lnTo>
                    <a:lnTo>
                      <a:pt x="408" y="578"/>
                    </a:lnTo>
                    <a:lnTo>
                      <a:pt x="416" y="576"/>
                    </a:lnTo>
                    <a:lnTo>
                      <a:pt x="426" y="576"/>
                    </a:lnTo>
                    <a:lnTo>
                      <a:pt x="432" y="570"/>
                    </a:lnTo>
                    <a:lnTo>
                      <a:pt x="438" y="572"/>
                    </a:lnTo>
                    <a:lnTo>
                      <a:pt x="442" y="574"/>
                    </a:lnTo>
                    <a:lnTo>
                      <a:pt x="448" y="576"/>
                    </a:lnTo>
                    <a:lnTo>
                      <a:pt x="446" y="584"/>
                    </a:lnTo>
                    <a:lnTo>
                      <a:pt x="450" y="590"/>
                    </a:lnTo>
                    <a:lnTo>
                      <a:pt x="454" y="594"/>
                    </a:lnTo>
                    <a:lnTo>
                      <a:pt x="460" y="596"/>
                    </a:lnTo>
                    <a:lnTo>
                      <a:pt x="464" y="596"/>
                    </a:lnTo>
                    <a:lnTo>
                      <a:pt x="470" y="598"/>
                    </a:lnTo>
                    <a:lnTo>
                      <a:pt x="470" y="598"/>
                    </a:lnTo>
                    <a:lnTo>
                      <a:pt x="472" y="594"/>
                    </a:lnTo>
                    <a:lnTo>
                      <a:pt x="472" y="594"/>
                    </a:lnTo>
                    <a:lnTo>
                      <a:pt x="476" y="594"/>
                    </a:lnTo>
                    <a:lnTo>
                      <a:pt x="482" y="594"/>
                    </a:lnTo>
                    <a:lnTo>
                      <a:pt x="484" y="596"/>
                    </a:lnTo>
                    <a:lnTo>
                      <a:pt x="484" y="596"/>
                    </a:lnTo>
                    <a:lnTo>
                      <a:pt x="486" y="596"/>
                    </a:lnTo>
                    <a:lnTo>
                      <a:pt x="488" y="596"/>
                    </a:lnTo>
                    <a:lnTo>
                      <a:pt x="488" y="596"/>
                    </a:lnTo>
                    <a:lnTo>
                      <a:pt x="488" y="598"/>
                    </a:lnTo>
                    <a:lnTo>
                      <a:pt x="490" y="600"/>
                    </a:lnTo>
                    <a:lnTo>
                      <a:pt x="490" y="600"/>
                    </a:lnTo>
                    <a:lnTo>
                      <a:pt x="488" y="604"/>
                    </a:lnTo>
                    <a:lnTo>
                      <a:pt x="488" y="610"/>
                    </a:lnTo>
                    <a:lnTo>
                      <a:pt x="490" y="610"/>
                    </a:lnTo>
                    <a:lnTo>
                      <a:pt x="490" y="610"/>
                    </a:lnTo>
                    <a:lnTo>
                      <a:pt x="492" y="620"/>
                    </a:lnTo>
                    <a:lnTo>
                      <a:pt x="492" y="620"/>
                    </a:lnTo>
                    <a:lnTo>
                      <a:pt x="500" y="618"/>
                    </a:lnTo>
                    <a:lnTo>
                      <a:pt x="500" y="618"/>
                    </a:lnTo>
                    <a:lnTo>
                      <a:pt x="500" y="612"/>
                    </a:lnTo>
                    <a:lnTo>
                      <a:pt x="496" y="608"/>
                    </a:lnTo>
                    <a:lnTo>
                      <a:pt x="496" y="608"/>
                    </a:lnTo>
                    <a:lnTo>
                      <a:pt x="498" y="608"/>
                    </a:lnTo>
                    <a:lnTo>
                      <a:pt x="498" y="608"/>
                    </a:lnTo>
                    <a:lnTo>
                      <a:pt x="500" y="606"/>
                    </a:lnTo>
                    <a:lnTo>
                      <a:pt x="500" y="604"/>
                    </a:lnTo>
                    <a:lnTo>
                      <a:pt x="500" y="604"/>
                    </a:lnTo>
                    <a:lnTo>
                      <a:pt x="504" y="604"/>
                    </a:lnTo>
                    <a:lnTo>
                      <a:pt x="508" y="602"/>
                    </a:lnTo>
                    <a:lnTo>
                      <a:pt x="508" y="602"/>
                    </a:lnTo>
                    <a:lnTo>
                      <a:pt x="512" y="596"/>
                    </a:lnTo>
                    <a:lnTo>
                      <a:pt x="512" y="596"/>
                    </a:lnTo>
                    <a:lnTo>
                      <a:pt x="516" y="596"/>
                    </a:lnTo>
                    <a:lnTo>
                      <a:pt x="516" y="594"/>
                    </a:lnTo>
                    <a:lnTo>
                      <a:pt x="516" y="594"/>
                    </a:lnTo>
                    <a:lnTo>
                      <a:pt x="516" y="594"/>
                    </a:lnTo>
                    <a:lnTo>
                      <a:pt x="518" y="594"/>
                    </a:lnTo>
                    <a:lnTo>
                      <a:pt x="518" y="594"/>
                    </a:lnTo>
                    <a:lnTo>
                      <a:pt x="520" y="590"/>
                    </a:lnTo>
                    <a:lnTo>
                      <a:pt x="520" y="590"/>
                    </a:lnTo>
                    <a:lnTo>
                      <a:pt x="522" y="590"/>
                    </a:lnTo>
                    <a:lnTo>
                      <a:pt x="524" y="592"/>
                    </a:lnTo>
                    <a:lnTo>
                      <a:pt x="526" y="590"/>
                    </a:lnTo>
                    <a:lnTo>
                      <a:pt x="526" y="590"/>
                    </a:lnTo>
                    <a:lnTo>
                      <a:pt x="532" y="590"/>
                    </a:lnTo>
                    <a:lnTo>
                      <a:pt x="538" y="590"/>
                    </a:lnTo>
                    <a:lnTo>
                      <a:pt x="538" y="590"/>
                    </a:lnTo>
                    <a:lnTo>
                      <a:pt x="544" y="578"/>
                    </a:lnTo>
                    <a:lnTo>
                      <a:pt x="546" y="578"/>
                    </a:lnTo>
                    <a:lnTo>
                      <a:pt x="546" y="578"/>
                    </a:lnTo>
                    <a:lnTo>
                      <a:pt x="548" y="576"/>
                    </a:lnTo>
                    <a:lnTo>
                      <a:pt x="548" y="574"/>
                    </a:lnTo>
                    <a:lnTo>
                      <a:pt x="546" y="574"/>
                    </a:lnTo>
                    <a:lnTo>
                      <a:pt x="546" y="572"/>
                    </a:lnTo>
                    <a:lnTo>
                      <a:pt x="546" y="572"/>
                    </a:lnTo>
                    <a:lnTo>
                      <a:pt x="550" y="572"/>
                    </a:lnTo>
                    <a:lnTo>
                      <a:pt x="550" y="572"/>
                    </a:lnTo>
                    <a:lnTo>
                      <a:pt x="552" y="578"/>
                    </a:lnTo>
                    <a:lnTo>
                      <a:pt x="552" y="578"/>
                    </a:lnTo>
                    <a:lnTo>
                      <a:pt x="556" y="578"/>
                    </a:lnTo>
                    <a:lnTo>
                      <a:pt x="556" y="578"/>
                    </a:lnTo>
                    <a:lnTo>
                      <a:pt x="558" y="578"/>
                    </a:lnTo>
                    <a:lnTo>
                      <a:pt x="560" y="580"/>
                    </a:lnTo>
                    <a:lnTo>
                      <a:pt x="560" y="580"/>
                    </a:lnTo>
                    <a:lnTo>
                      <a:pt x="562" y="578"/>
                    </a:lnTo>
                    <a:lnTo>
                      <a:pt x="562" y="576"/>
                    </a:lnTo>
                    <a:lnTo>
                      <a:pt x="562" y="576"/>
                    </a:lnTo>
                    <a:lnTo>
                      <a:pt x="570" y="574"/>
                    </a:lnTo>
                    <a:lnTo>
                      <a:pt x="570" y="574"/>
                    </a:lnTo>
                    <a:lnTo>
                      <a:pt x="574" y="576"/>
                    </a:lnTo>
                    <a:lnTo>
                      <a:pt x="576" y="576"/>
                    </a:lnTo>
                    <a:lnTo>
                      <a:pt x="576" y="574"/>
                    </a:lnTo>
                    <a:lnTo>
                      <a:pt x="576" y="574"/>
                    </a:lnTo>
                    <a:lnTo>
                      <a:pt x="580" y="572"/>
                    </a:lnTo>
                    <a:lnTo>
                      <a:pt x="580" y="572"/>
                    </a:lnTo>
                    <a:lnTo>
                      <a:pt x="582" y="568"/>
                    </a:lnTo>
                    <a:lnTo>
                      <a:pt x="580" y="566"/>
                    </a:lnTo>
                    <a:lnTo>
                      <a:pt x="580" y="564"/>
                    </a:lnTo>
                    <a:lnTo>
                      <a:pt x="580" y="564"/>
                    </a:lnTo>
                    <a:lnTo>
                      <a:pt x="588" y="560"/>
                    </a:lnTo>
                    <a:lnTo>
                      <a:pt x="588" y="560"/>
                    </a:lnTo>
                    <a:lnTo>
                      <a:pt x="588" y="558"/>
                    </a:lnTo>
                    <a:lnTo>
                      <a:pt x="588" y="558"/>
                    </a:lnTo>
                    <a:lnTo>
                      <a:pt x="590" y="558"/>
                    </a:lnTo>
                    <a:lnTo>
                      <a:pt x="592" y="558"/>
                    </a:lnTo>
                    <a:lnTo>
                      <a:pt x="592" y="558"/>
                    </a:lnTo>
                    <a:lnTo>
                      <a:pt x="594" y="556"/>
                    </a:lnTo>
                    <a:lnTo>
                      <a:pt x="594" y="556"/>
                    </a:lnTo>
                    <a:lnTo>
                      <a:pt x="594" y="552"/>
                    </a:lnTo>
                    <a:lnTo>
                      <a:pt x="594" y="552"/>
                    </a:lnTo>
                    <a:lnTo>
                      <a:pt x="598" y="552"/>
                    </a:lnTo>
                    <a:lnTo>
                      <a:pt x="600" y="552"/>
                    </a:lnTo>
                    <a:lnTo>
                      <a:pt x="600" y="552"/>
                    </a:lnTo>
                    <a:lnTo>
                      <a:pt x="602" y="548"/>
                    </a:lnTo>
                    <a:lnTo>
                      <a:pt x="602" y="548"/>
                    </a:lnTo>
                    <a:lnTo>
                      <a:pt x="602" y="542"/>
                    </a:lnTo>
                    <a:lnTo>
                      <a:pt x="602" y="542"/>
                    </a:lnTo>
                    <a:lnTo>
                      <a:pt x="616" y="540"/>
                    </a:lnTo>
                    <a:lnTo>
                      <a:pt x="616" y="540"/>
                    </a:lnTo>
                    <a:lnTo>
                      <a:pt x="616" y="538"/>
                    </a:lnTo>
                    <a:lnTo>
                      <a:pt x="614" y="538"/>
                    </a:lnTo>
                    <a:lnTo>
                      <a:pt x="614" y="538"/>
                    </a:lnTo>
                    <a:lnTo>
                      <a:pt x="614" y="536"/>
                    </a:lnTo>
                    <a:lnTo>
                      <a:pt x="616" y="534"/>
                    </a:lnTo>
                    <a:lnTo>
                      <a:pt x="618" y="534"/>
                    </a:lnTo>
                    <a:lnTo>
                      <a:pt x="618" y="532"/>
                    </a:lnTo>
                    <a:lnTo>
                      <a:pt x="618" y="532"/>
                    </a:lnTo>
                    <a:lnTo>
                      <a:pt x="616" y="532"/>
                    </a:lnTo>
                    <a:lnTo>
                      <a:pt x="616" y="530"/>
                    </a:lnTo>
                    <a:lnTo>
                      <a:pt x="618" y="528"/>
                    </a:lnTo>
                    <a:lnTo>
                      <a:pt x="618" y="528"/>
                    </a:lnTo>
                    <a:lnTo>
                      <a:pt x="624" y="528"/>
                    </a:lnTo>
                    <a:lnTo>
                      <a:pt x="624" y="528"/>
                    </a:lnTo>
                    <a:lnTo>
                      <a:pt x="624" y="526"/>
                    </a:lnTo>
                    <a:lnTo>
                      <a:pt x="626" y="526"/>
                    </a:lnTo>
                    <a:lnTo>
                      <a:pt x="626" y="526"/>
                    </a:lnTo>
                    <a:lnTo>
                      <a:pt x="624" y="516"/>
                    </a:lnTo>
                    <a:lnTo>
                      <a:pt x="624" y="516"/>
                    </a:lnTo>
                    <a:lnTo>
                      <a:pt x="620" y="516"/>
                    </a:lnTo>
                    <a:lnTo>
                      <a:pt x="620" y="512"/>
                    </a:lnTo>
                    <a:lnTo>
                      <a:pt x="620" y="512"/>
                    </a:lnTo>
                    <a:lnTo>
                      <a:pt x="624" y="512"/>
                    </a:lnTo>
                    <a:lnTo>
                      <a:pt x="624" y="512"/>
                    </a:lnTo>
                    <a:lnTo>
                      <a:pt x="624" y="504"/>
                    </a:lnTo>
                    <a:lnTo>
                      <a:pt x="624" y="504"/>
                    </a:lnTo>
                    <a:lnTo>
                      <a:pt x="628" y="502"/>
                    </a:lnTo>
                    <a:lnTo>
                      <a:pt x="632" y="500"/>
                    </a:lnTo>
                    <a:lnTo>
                      <a:pt x="632" y="500"/>
                    </a:lnTo>
                    <a:lnTo>
                      <a:pt x="632" y="498"/>
                    </a:lnTo>
                    <a:lnTo>
                      <a:pt x="632" y="498"/>
                    </a:lnTo>
                    <a:lnTo>
                      <a:pt x="638" y="494"/>
                    </a:lnTo>
                    <a:lnTo>
                      <a:pt x="638" y="494"/>
                    </a:lnTo>
                    <a:lnTo>
                      <a:pt x="638" y="488"/>
                    </a:lnTo>
                    <a:lnTo>
                      <a:pt x="638" y="488"/>
                    </a:lnTo>
                    <a:lnTo>
                      <a:pt x="638" y="486"/>
                    </a:lnTo>
                    <a:lnTo>
                      <a:pt x="640" y="486"/>
                    </a:lnTo>
                    <a:lnTo>
                      <a:pt x="640" y="486"/>
                    </a:lnTo>
                    <a:lnTo>
                      <a:pt x="640" y="484"/>
                    </a:lnTo>
                    <a:lnTo>
                      <a:pt x="640" y="484"/>
                    </a:lnTo>
                    <a:lnTo>
                      <a:pt x="638" y="484"/>
                    </a:lnTo>
                    <a:lnTo>
                      <a:pt x="640" y="484"/>
                    </a:lnTo>
                    <a:lnTo>
                      <a:pt x="644" y="484"/>
                    </a:lnTo>
                    <a:lnTo>
                      <a:pt x="644" y="484"/>
                    </a:lnTo>
                    <a:lnTo>
                      <a:pt x="644" y="480"/>
                    </a:lnTo>
                    <a:lnTo>
                      <a:pt x="646" y="478"/>
                    </a:lnTo>
                    <a:lnTo>
                      <a:pt x="646" y="478"/>
                    </a:lnTo>
                    <a:lnTo>
                      <a:pt x="650" y="478"/>
                    </a:lnTo>
                    <a:lnTo>
                      <a:pt x="650" y="478"/>
                    </a:lnTo>
                    <a:lnTo>
                      <a:pt x="650" y="474"/>
                    </a:lnTo>
                    <a:lnTo>
                      <a:pt x="650" y="474"/>
                    </a:lnTo>
                    <a:lnTo>
                      <a:pt x="646" y="472"/>
                    </a:lnTo>
                    <a:lnTo>
                      <a:pt x="646" y="472"/>
                    </a:lnTo>
                    <a:lnTo>
                      <a:pt x="648" y="470"/>
                    </a:lnTo>
                    <a:lnTo>
                      <a:pt x="648" y="468"/>
                    </a:lnTo>
                    <a:lnTo>
                      <a:pt x="648" y="462"/>
                    </a:lnTo>
                    <a:lnTo>
                      <a:pt x="648" y="462"/>
                    </a:lnTo>
                    <a:lnTo>
                      <a:pt x="656" y="462"/>
                    </a:lnTo>
                    <a:lnTo>
                      <a:pt x="656" y="462"/>
                    </a:lnTo>
                    <a:lnTo>
                      <a:pt x="654" y="460"/>
                    </a:lnTo>
                    <a:lnTo>
                      <a:pt x="654" y="456"/>
                    </a:lnTo>
                    <a:lnTo>
                      <a:pt x="656" y="454"/>
                    </a:lnTo>
                    <a:lnTo>
                      <a:pt x="654" y="452"/>
                    </a:lnTo>
                    <a:lnTo>
                      <a:pt x="654" y="452"/>
                    </a:lnTo>
                    <a:lnTo>
                      <a:pt x="658" y="450"/>
                    </a:lnTo>
                    <a:lnTo>
                      <a:pt x="660" y="450"/>
                    </a:lnTo>
                    <a:lnTo>
                      <a:pt x="660" y="450"/>
                    </a:lnTo>
                    <a:lnTo>
                      <a:pt x="658" y="446"/>
                    </a:lnTo>
                    <a:lnTo>
                      <a:pt x="658" y="446"/>
                    </a:lnTo>
                    <a:lnTo>
                      <a:pt x="654" y="446"/>
                    </a:lnTo>
                    <a:lnTo>
                      <a:pt x="652" y="442"/>
                    </a:lnTo>
                    <a:lnTo>
                      <a:pt x="652" y="442"/>
                    </a:lnTo>
                    <a:lnTo>
                      <a:pt x="646" y="444"/>
                    </a:lnTo>
                    <a:lnTo>
                      <a:pt x="644" y="444"/>
                    </a:lnTo>
                    <a:lnTo>
                      <a:pt x="640" y="444"/>
                    </a:lnTo>
                    <a:lnTo>
                      <a:pt x="640" y="444"/>
                    </a:lnTo>
                    <a:lnTo>
                      <a:pt x="640" y="442"/>
                    </a:lnTo>
                    <a:lnTo>
                      <a:pt x="640" y="440"/>
                    </a:lnTo>
                    <a:lnTo>
                      <a:pt x="640" y="440"/>
                    </a:lnTo>
                    <a:lnTo>
                      <a:pt x="652" y="432"/>
                    </a:lnTo>
                    <a:lnTo>
                      <a:pt x="630" y="416"/>
                    </a:lnTo>
                    <a:close/>
                  </a:path>
                </a:pathLst>
              </a:cu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68" name="Group 567">
              <a:extLst>
                <a:ext uri="{FF2B5EF4-FFF2-40B4-BE49-F238E27FC236}">
                  <a16:creationId xmlns:a16="http://schemas.microsoft.com/office/drawing/2014/main" id="{C3F250B9-69A2-1649-B5E7-CCD2D2F75ED3}"/>
                </a:ext>
              </a:extLst>
            </p:cNvPr>
            <p:cNvGrpSpPr/>
            <p:nvPr/>
          </p:nvGrpSpPr>
          <p:grpSpPr>
            <a:xfrm>
              <a:off x="9687024" y="4727206"/>
              <a:ext cx="1703301" cy="1262886"/>
              <a:chOff x="8850323" y="4768085"/>
              <a:chExt cx="1718275" cy="1297525"/>
            </a:xfrm>
            <a:solidFill>
              <a:schemeClr val="bg2"/>
            </a:solidFill>
          </p:grpSpPr>
          <p:sp>
            <p:nvSpPr>
              <p:cNvPr id="569" name="Freeform 128">
                <a:extLst>
                  <a:ext uri="{FF2B5EF4-FFF2-40B4-BE49-F238E27FC236}">
                    <a16:creationId xmlns:a16="http://schemas.microsoft.com/office/drawing/2014/main" id="{4D0E0614-21BA-FF4C-B9F4-864484F12AA0}"/>
                  </a:ext>
                </a:extLst>
              </p:cNvPr>
              <p:cNvSpPr>
                <a:spLocks noEditPoints="1"/>
              </p:cNvSpPr>
              <p:nvPr/>
            </p:nvSpPr>
            <p:spPr bwMode="auto">
              <a:xfrm>
                <a:off x="10243752" y="5577036"/>
                <a:ext cx="324846" cy="488574"/>
              </a:xfrm>
              <a:custGeom>
                <a:avLst/>
                <a:gdLst>
                  <a:gd name="T0" fmla="*/ 24 w 166"/>
                  <a:gd name="T1" fmla="*/ 242 h 244"/>
                  <a:gd name="T2" fmla="*/ 22 w 166"/>
                  <a:gd name="T3" fmla="*/ 234 h 244"/>
                  <a:gd name="T4" fmla="*/ 82 w 166"/>
                  <a:gd name="T5" fmla="*/ 112 h 244"/>
                  <a:gd name="T6" fmla="*/ 76 w 166"/>
                  <a:gd name="T7" fmla="*/ 128 h 244"/>
                  <a:gd name="T8" fmla="*/ 70 w 166"/>
                  <a:gd name="T9" fmla="*/ 142 h 244"/>
                  <a:gd name="T10" fmla="*/ 64 w 166"/>
                  <a:gd name="T11" fmla="*/ 152 h 244"/>
                  <a:gd name="T12" fmla="*/ 56 w 166"/>
                  <a:gd name="T13" fmla="*/ 166 h 244"/>
                  <a:gd name="T14" fmla="*/ 50 w 166"/>
                  <a:gd name="T15" fmla="*/ 170 h 244"/>
                  <a:gd name="T16" fmla="*/ 32 w 166"/>
                  <a:gd name="T17" fmla="*/ 180 h 244"/>
                  <a:gd name="T18" fmla="*/ 20 w 166"/>
                  <a:gd name="T19" fmla="*/ 192 h 244"/>
                  <a:gd name="T20" fmla="*/ 14 w 166"/>
                  <a:gd name="T21" fmla="*/ 196 h 244"/>
                  <a:gd name="T22" fmla="*/ 8 w 166"/>
                  <a:gd name="T23" fmla="*/ 202 h 244"/>
                  <a:gd name="T24" fmla="*/ 6 w 166"/>
                  <a:gd name="T25" fmla="*/ 204 h 244"/>
                  <a:gd name="T26" fmla="*/ 4 w 166"/>
                  <a:gd name="T27" fmla="*/ 210 h 244"/>
                  <a:gd name="T28" fmla="*/ 0 w 166"/>
                  <a:gd name="T29" fmla="*/ 218 h 244"/>
                  <a:gd name="T30" fmla="*/ 10 w 166"/>
                  <a:gd name="T31" fmla="*/ 224 h 244"/>
                  <a:gd name="T32" fmla="*/ 24 w 166"/>
                  <a:gd name="T33" fmla="*/ 228 h 244"/>
                  <a:gd name="T34" fmla="*/ 38 w 166"/>
                  <a:gd name="T35" fmla="*/ 232 h 244"/>
                  <a:gd name="T36" fmla="*/ 48 w 166"/>
                  <a:gd name="T37" fmla="*/ 220 h 244"/>
                  <a:gd name="T38" fmla="*/ 56 w 166"/>
                  <a:gd name="T39" fmla="*/ 212 h 244"/>
                  <a:gd name="T40" fmla="*/ 64 w 166"/>
                  <a:gd name="T41" fmla="*/ 186 h 244"/>
                  <a:gd name="T42" fmla="*/ 72 w 166"/>
                  <a:gd name="T43" fmla="*/ 184 h 244"/>
                  <a:gd name="T44" fmla="*/ 84 w 166"/>
                  <a:gd name="T45" fmla="*/ 178 h 244"/>
                  <a:gd name="T46" fmla="*/ 86 w 166"/>
                  <a:gd name="T47" fmla="*/ 168 h 244"/>
                  <a:gd name="T48" fmla="*/ 92 w 166"/>
                  <a:gd name="T49" fmla="*/ 162 h 244"/>
                  <a:gd name="T50" fmla="*/ 100 w 166"/>
                  <a:gd name="T51" fmla="*/ 150 h 244"/>
                  <a:gd name="T52" fmla="*/ 104 w 166"/>
                  <a:gd name="T53" fmla="*/ 138 h 244"/>
                  <a:gd name="T54" fmla="*/ 108 w 166"/>
                  <a:gd name="T55" fmla="*/ 128 h 244"/>
                  <a:gd name="T56" fmla="*/ 102 w 166"/>
                  <a:gd name="T57" fmla="*/ 126 h 244"/>
                  <a:gd name="T58" fmla="*/ 100 w 166"/>
                  <a:gd name="T59" fmla="*/ 124 h 244"/>
                  <a:gd name="T60" fmla="*/ 94 w 166"/>
                  <a:gd name="T61" fmla="*/ 126 h 244"/>
                  <a:gd name="T62" fmla="*/ 90 w 166"/>
                  <a:gd name="T63" fmla="*/ 120 h 244"/>
                  <a:gd name="T64" fmla="*/ 86 w 166"/>
                  <a:gd name="T65" fmla="*/ 118 h 244"/>
                  <a:gd name="T66" fmla="*/ 86 w 166"/>
                  <a:gd name="T67" fmla="*/ 114 h 244"/>
                  <a:gd name="T68" fmla="*/ 84 w 166"/>
                  <a:gd name="T69" fmla="*/ 0 h 244"/>
                  <a:gd name="T70" fmla="*/ 88 w 166"/>
                  <a:gd name="T71" fmla="*/ 8 h 244"/>
                  <a:gd name="T72" fmla="*/ 104 w 166"/>
                  <a:gd name="T73" fmla="*/ 34 h 244"/>
                  <a:gd name="T74" fmla="*/ 108 w 166"/>
                  <a:gd name="T75" fmla="*/ 38 h 244"/>
                  <a:gd name="T76" fmla="*/ 108 w 166"/>
                  <a:gd name="T77" fmla="*/ 46 h 244"/>
                  <a:gd name="T78" fmla="*/ 112 w 166"/>
                  <a:gd name="T79" fmla="*/ 54 h 244"/>
                  <a:gd name="T80" fmla="*/ 112 w 166"/>
                  <a:gd name="T81" fmla="*/ 74 h 244"/>
                  <a:gd name="T82" fmla="*/ 100 w 166"/>
                  <a:gd name="T83" fmla="*/ 88 h 244"/>
                  <a:gd name="T84" fmla="*/ 98 w 166"/>
                  <a:gd name="T85" fmla="*/ 94 h 244"/>
                  <a:gd name="T86" fmla="*/ 118 w 166"/>
                  <a:gd name="T87" fmla="*/ 112 h 244"/>
                  <a:gd name="T88" fmla="*/ 112 w 166"/>
                  <a:gd name="T89" fmla="*/ 126 h 244"/>
                  <a:gd name="T90" fmla="*/ 124 w 166"/>
                  <a:gd name="T91" fmla="*/ 134 h 244"/>
                  <a:gd name="T92" fmla="*/ 136 w 166"/>
                  <a:gd name="T93" fmla="*/ 120 h 244"/>
                  <a:gd name="T94" fmla="*/ 144 w 166"/>
                  <a:gd name="T95" fmla="*/ 110 h 244"/>
                  <a:gd name="T96" fmla="*/ 146 w 166"/>
                  <a:gd name="T97" fmla="*/ 100 h 244"/>
                  <a:gd name="T98" fmla="*/ 154 w 166"/>
                  <a:gd name="T99" fmla="*/ 92 h 244"/>
                  <a:gd name="T100" fmla="*/ 156 w 166"/>
                  <a:gd name="T101" fmla="*/ 86 h 244"/>
                  <a:gd name="T102" fmla="*/ 160 w 166"/>
                  <a:gd name="T103" fmla="*/ 66 h 244"/>
                  <a:gd name="T104" fmla="*/ 136 w 166"/>
                  <a:gd name="T105" fmla="*/ 68 h 244"/>
                  <a:gd name="T106" fmla="*/ 132 w 166"/>
                  <a:gd name="T107" fmla="*/ 58 h 244"/>
                  <a:gd name="T108" fmla="*/ 126 w 166"/>
                  <a:gd name="T109" fmla="*/ 46 h 244"/>
                  <a:gd name="T110" fmla="*/ 122 w 166"/>
                  <a:gd name="T111" fmla="*/ 54 h 244"/>
                  <a:gd name="T112" fmla="*/ 116 w 166"/>
                  <a:gd name="T113" fmla="*/ 50 h 244"/>
                  <a:gd name="T114" fmla="*/ 112 w 166"/>
                  <a:gd name="T115" fmla="*/ 30 h 244"/>
                  <a:gd name="T116" fmla="*/ 112 w 166"/>
                  <a:gd name="T117" fmla="*/ 20 h 244"/>
                  <a:gd name="T118" fmla="*/ 108 w 166"/>
                  <a:gd name="T119" fmla="*/ 16 h 244"/>
                  <a:gd name="T120" fmla="*/ 98 w 166"/>
                  <a:gd name="T121" fmla="*/ 10 h 244"/>
                  <a:gd name="T122" fmla="*/ 92 w 166"/>
                  <a:gd name="T123" fmla="*/ 8 h 244"/>
                  <a:gd name="T124" fmla="*/ 88 w 166"/>
                  <a:gd name="T12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6" h="244">
                    <a:moveTo>
                      <a:pt x="16" y="230"/>
                    </a:moveTo>
                    <a:lnTo>
                      <a:pt x="16" y="230"/>
                    </a:lnTo>
                    <a:lnTo>
                      <a:pt x="14" y="244"/>
                    </a:lnTo>
                    <a:lnTo>
                      <a:pt x="14" y="244"/>
                    </a:lnTo>
                    <a:lnTo>
                      <a:pt x="24" y="242"/>
                    </a:lnTo>
                    <a:lnTo>
                      <a:pt x="24" y="242"/>
                    </a:lnTo>
                    <a:lnTo>
                      <a:pt x="26" y="238"/>
                    </a:lnTo>
                    <a:lnTo>
                      <a:pt x="22" y="238"/>
                    </a:lnTo>
                    <a:lnTo>
                      <a:pt x="22" y="238"/>
                    </a:lnTo>
                    <a:lnTo>
                      <a:pt x="22" y="234"/>
                    </a:lnTo>
                    <a:lnTo>
                      <a:pt x="22" y="234"/>
                    </a:lnTo>
                    <a:lnTo>
                      <a:pt x="16" y="230"/>
                    </a:lnTo>
                    <a:lnTo>
                      <a:pt x="16" y="230"/>
                    </a:lnTo>
                    <a:close/>
                    <a:moveTo>
                      <a:pt x="82" y="112"/>
                    </a:moveTo>
                    <a:lnTo>
                      <a:pt x="82" y="112"/>
                    </a:lnTo>
                    <a:lnTo>
                      <a:pt x="80" y="116"/>
                    </a:lnTo>
                    <a:lnTo>
                      <a:pt x="80" y="116"/>
                    </a:lnTo>
                    <a:lnTo>
                      <a:pt x="76" y="122"/>
                    </a:lnTo>
                    <a:lnTo>
                      <a:pt x="76" y="124"/>
                    </a:lnTo>
                    <a:lnTo>
                      <a:pt x="76" y="128"/>
                    </a:lnTo>
                    <a:lnTo>
                      <a:pt x="74" y="134"/>
                    </a:lnTo>
                    <a:lnTo>
                      <a:pt x="74" y="134"/>
                    </a:lnTo>
                    <a:lnTo>
                      <a:pt x="70" y="138"/>
                    </a:lnTo>
                    <a:lnTo>
                      <a:pt x="70" y="138"/>
                    </a:lnTo>
                    <a:lnTo>
                      <a:pt x="70" y="142"/>
                    </a:lnTo>
                    <a:lnTo>
                      <a:pt x="70" y="142"/>
                    </a:lnTo>
                    <a:lnTo>
                      <a:pt x="66" y="144"/>
                    </a:lnTo>
                    <a:lnTo>
                      <a:pt x="66" y="144"/>
                    </a:lnTo>
                    <a:lnTo>
                      <a:pt x="64" y="152"/>
                    </a:lnTo>
                    <a:lnTo>
                      <a:pt x="64" y="152"/>
                    </a:lnTo>
                    <a:lnTo>
                      <a:pt x="62" y="152"/>
                    </a:lnTo>
                    <a:lnTo>
                      <a:pt x="62" y="152"/>
                    </a:lnTo>
                    <a:lnTo>
                      <a:pt x="60" y="160"/>
                    </a:lnTo>
                    <a:lnTo>
                      <a:pt x="56" y="166"/>
                    </a:lnTo>
                    <a:lnTo>
                      <a:pt x="56" y="166"/>
                    </a:lnTo>
                    <a:lnTo>
                      <a:pt x="54" y="166"/>
                    </a:lnTo>
                    <a:lnTo>
                      <a:pt x="50" y="168"/>
                    </a:lnTo>
                    <a:lnTo>
                      <a:pt x="50" y="168"/>
                    </a:lnTo>
                    <a:lnTo>
                      <a:pt x="50" y="170"/>
                    </a:lnTo>
                    <a:lnTo>
                      <a:pt x="50" y="170"/>
                    </a:lnTo>
                    <a:lnTo>
                      <a:pt x="40" y="176"/>
                    </a:lnTo>
                    <a:lnTo>
                      <a:pt x="40" y="176"/>
                    </a:lnTo>
                    <a:lnTo>
                      <a:pt x="38" y="180"/>
                    </a:lnTo>
                    <a:lnTo>
                      <a:pt x="38" y="180"/>
                    </a:lnTo>
                    <a:lnTo>
                      <a:pt x="32" y="180"/>
                    </a:lnTo>
                    <a:lnTo>
                      <a:pt x="28" y="182"/>
                    </a:lnTo>
                    <a:lnTo>
                      <a:pt x="28" y="182"/>
                    </a:lnTo>
                    <a:lnTo>
                      <a:pt x="24" y="186"/>
                    </a:lnTo>
                    <a:lnTo>
                      <a:pt x="20" y="192"/>
                    </a:lnTo>
                    <a:lnTo>
                      <a:pt x="20" y="192"/>
                    </a:lnTo>
                    <a:lnTo>
                      <a:pt x="18" y="192"/>
                    </a:lnTo>
                    <a:lnTo>
                      <a:pt x="14" y="192"/>
                    </a:lnTo>
                    <a:lnTo>
                      <a:pt x="14" y="192"/>
                    </a:lnTo>
                    <a:lnTo>
                      <a:pt x="14" y="196"/>
                    </a:lnTo>
                    <a:lnTo>
                      <a:pt x="14" y="196"/>
                    </a:lnTo>
                    <a:lnTo>
                      <a:pt x="10" y="198"/>
                    </a:lnTo>
                    <a:lnTo>
                      <a:pt x="10" y="198"/>
                    </a:lnTo>
                    <a:lnTo>
                      <a:pt x="8" y="200"/>
                    </a:lnTo>
                    <a:lnTo>
                      <a:pt x="8" y="202"/>
                    </a:lnTo>
                    <a:lnTo>
                      <a:pt x="8" y="202"/>
                    </a:lnTo>
                    <a:lnTo>
                      <a:pt x="4" y="202"/>
                    </a:lnTo>
                    <a:lnTo>
                      <a:pt x="4" y="202"/>
                    </a:lnTo>
                    <a:lnTo>
                      <a:pt x="4" y="204"/>
                    </a:lnTo>
                    <a:lnTo>
                      <a:pt x="4" y="204"/>
                    </a:lnTo>
                    <a:lnTo>
                      <a:pt x="6" y="204"/>
                    </a:lnTo>
                    <a:lnTo>
                      <a:pt x="6" y="204"/>
                    </a:lnTo>
                    <a:lnTo>
                      <a:pt x="6" y="206"/>
                    </a:lnTo>
                    <a:lnTo>
                      <a:pt x="6" y="206"/>
                    </a:lnTo>
                    <a:lnTo>
                      <a:pt x="4" y="210"/>
                    </a:lnTo>
                    <a:lnTo>
                      <a:pt x="4" y="210"/>
                    </a:lnTo>
                    <a:lnTo>
                      <a:pt x="4" y="214"/>
                    </a:lnTo>
                    <a:lnTo>
                      <a:pt x="0" y="214"/>
                    </a:lnTo>
                    <a:lnTo>
                      <a:pt x="0" y="214"/>
                    </a:lnTo>
                    <a:lnTo>
                      <a:pt x="0" y="218"/>
                    </a:lnTo>
                    <a:lnTo>
                      <a:pt x="0" y="218"/>
                    </a:lnTo>
                    <a:lnTo>
                      <a:pt x="2" y="220"/>
                    </a:lnTo>
                    <a:lnTo>
                      <a:pt x="6" y="222"/>
                    </a:lnTo>
                    <a:lnTo>
                      <a:pt x="8" y="224"/>
                    </a:lnTo>
                    <a:lnTo>
                      <a:pt x="8" y="224"/>
                    </a:lnTo>
                    <a:lnTo>
                      <a:pt x="10" y="224"/>
                    </a:lnTo>
                    <a:lnTo>
                      <a:pt x="12" y="222"/>
                    </a:lnTo>
                    <a:lnTo>
                      <a:pt x="16" y="222"/>
                    </a:lnTo>
                    <a:lnTo>
                      <a:pt x="18" y="228"/>
                    </a:lnTo>
                    <a:lnTo>
                      <a:pt x="18" y="228"/>
                    </a:lnTo>
                    <a:lnTo>
                      <a:pt x="24" y="228"/>
                    </a:lnTo>
                    <a:lnTo>
                      <a:pt x="24" y="228"/>
                    </a:lnTo>
                    <a:lnTo>
                      <a:pt x="26" y="230"/>
                    </a:lnTo>
                    <a:lnTo>
                      <a:pt x="26" y="230"/>
                    </a:lnTo>
                    <a:lnTo>
                      <a:pt x="38" y="232"/>
                    </a:lnTo>
                    <a:lnTo>
                      <a:pt x="38" y="232"/>
                    </a:lnTo>
                    <a:lnTo>
                      <a:pt x="44" y="226"/>
                    </a:lnTo>
                    <a:lnTo>
                      <a:pt x="44" y="224"/>
                    </a:lnTo>
                    <a:lnTo>
                      <a:pt x="44" y="224"/>
                    </a:lnTo>
                    <a:lnTo>
                      <a:pt x="48" y="222"/>
                    </a:lnTo>
                    <a:lnTo>
                      <a:pt x="48" y="220"/>
                    </a:lnTo>
                    <a:lnTo>
                      <a:pt x="48" y="220"/>
                    </a:lnTo>
                    <a:lnTo>
                      <a:pt x="52" y="218"/>
                    </a:lnTo>
                    <a:lnTo>
                      <a:pt x="54" y="216"/>
                    </a:lnTo>
                    <a:lnTo>
                      <a:pt x="54" y="216"/>
                    </a:lnTo>
                    <a:lnTo>
                      <a:pt x="56" y="212"/>
                    </a:lnTo>
                    <a:lnTo>
                      <a:pt x="56" y="208"/>
                    </a:lnTo>
                    <a:lnTo>
                      <a:pt x="56" y="208"/>
                    </a:lnTo>
                    <a:lnTo>
                      <a:pt x="60" y="198"/>
                    </a:lnTo>
                    <a:lnTo>
                      <a:pt x="64" y="186"/>
                    </a:lnTo>
                    <a:lnTo>
                      <a:pt x="64" y="186"/>
                    </a:lnTo>
                    <a:lnTo>
                      <a:pt x="64" y="186"/>
                    </a:lnTo>
                    <a:lnTo>
                      <a:pt x="66" y="184"/>
                    </a:lnTo>
                    <a:lnTo>
                      <a:pt x="66" y="184"/>
                    </a:lnTo>
                    <a:lnTo>
                      <a:pt x="70" y="184"/>
                    </a:lnTo>
                    <a:lnTo>
                      <a:pt x="72" y="184"/>
                    </a:lnTo>
                    <a:lnTo>
                      <a:pt x="76" y="182"/>
                    </a:lnTo>
                    <a:lnTo>
                      <a:pt x="76" y="182"/>
                    </a:lnTo>
                    <a:lnTo>
                      <a:pt x="78" y="178"/>
                    </a:lnTo>
                    <a:lnTo>
                      <a:pt x="78" y="178"/>
                    </a:lnTo>
                    <a:lnTo>
                      <a:pt x="84" y="178"/>
                    </a:lnTo>
                    <a:lnTo>
                      <a:pt x="90" y="178"/>
                    </a:lnTo>
                    <a:lnTo>
                      <a:pt x="90" y="178"/>
                    </a:lnTo>
                    <a:lnTo>
                      <a:pt x="84" y="178"/>
                    </a:lnTo>
                    <a:lnTo>
                      <a:pt x="84" y="178"/>
                    </a:lnTo>
                    <a:lnTo>
                      <a:pt x="86" y="168"/>
                    </a:lnTo>
                    <a:lnTo>
                      <a:pt x="86" y="166"/>
                    </a:lnTo>
                    <a:lnTo>
                      <a:pt x="90" y="164"/>
                    </a:lnTo>
                    <a:lnTo>
                      <a:pt x="90" y="164"/>
                    </a:lnTo>
                    <a:lnTo>
                      <a:pt x="92" y="162"/>
                    </a:lnTo>
                    <a:lnTo>
                      <a:pt x="92" y="162"/>
                    </a:lnTo>
                    <a:lnTo>
                      <a:pt x="92" y="162"/>
                    </a:lnTo>
                    <a:lnTo>
                      <a:pt x="94" y="158"/>
                    </a:lnTo>
                    <a:lnTo>
                      <a:pt x="96" y="154"/>
                    </a:lnTo>
                    <a:lnTo>
                      <a:pt x="96" y="154"/>
                    </a:lnTo>
                    <a:lnTo>
                      <a:pt x="100" y="150"/>
                    </a:lnTo>
                    <a:lnTo>
                      <a:pt x="100" y="150"/>
                    </a:lnTo>
                    <a:lnTo>
                      <a:pt x="104" y="142"/>
                    </a:lnTo>
                    <a:lnTo>
                      <a:pt x="106" y="142"/>
                    </a:lnTo>
                    <a:lnTo>
                      <a:pt x="106" y="142"/>
                    </a:lnTo>
                    <a:lnTo>
                      <a:pt x="104" y="138"/>
                    </a:lnTo>
                    <a:lnTo>
                      <a:pt x="104" y="134"/>
                    </a:lnTo>
                    <a:lnTo>
                      <a:pt x="104" y="134"/>
                    </a:lnTo>
                    <a:lnTo>
                      <a:pt x="106" y="132"/>
                    </a:lnTo>
                    <a:lnTo>
                      <a:pt x="106" y="132"/>
                    </a:lnTo>
                    <a:lnTo>
                      <a:pt x="108" y="128"/>
                    </a:lnTo>
                    <a:lnTo>
                      <a:pt x="106" y="124"/>
                    </a:lnTo>
                    <a:lnTo>
                      <a:pt x="106" y="124"/>
                    </a:lnTo>
                    <a:lnTo>
                      <a:pt x="102" y="126"/>
                    </a:lnTo>
                    <a:lnTo>
                      <a:pt x="102" y="126"/>
                    </a:lnTo>
                    <a:lnTo>
                      <a:pt x="102" y="126"/>
                    </a:lnTo>
                    <a:lnTo>
                      <a:pt x="102" y="126"/>
                    </a:lnTo>
                    <a:lnTo>
                      <a:pt x="100" y="128"/>
                    </a:lnTo>
                    <a:lnTo>
                      <a:pt x="100" y="128"/>
                    </a:lnTo>
                    <a:lnTo>
                      <a:pt x="100" y="126"/>
                    </a:lnTo>
                    <a:lnTo>
                      <a:pt x="100" y="124"/>
                    </a:lnTo>
                    <a:lnTo>
                      <a:pt x="100" y="124"/>
                    </a:lnTo>
                    <a:lnTo>
                      <a:pt x="96" y="124"/>
                    </a:lnTo>
                    <a:lnTo>
                      <a:pt x="96" y="126"/>
                    </a:lnTo>
                    <a:lnTo>
                      <a:pt x="96" y="126"/>
                    </a:lnTo>
                    <a:lnTo>
                      <a:pt x="94" y="126"/>
                    </a:lnTo>
                    <a:lnTo>
                      <a:pt x="96" y="128"/>
                    </a:lnTo>
                    <a:lnTo>
                      <a:pt x="96" y="128"/>
                    </a:lnTo>
                    <a:lnTo>
                      <a:pt x="90" y="128"/>
                    </a:lnTo>
                    <a:lnTo>
                      <a:pt x="90" y="128"/>
                    </a:lnTo>
                    <a:lnTo>
                      <a:pt x="90" y="120"/>
                    </a:lnTo>
                    <a:lnTo>
                      <a:pt x="88" y="120"/>
                    </a:lnTo>
                    <a:lnTo>
                      <a:pt x="88" y="120"/>
                    </a:lnTo>
                    <a:lnTo>
                      <a:pt x="88" y="120"/>
                    </a:lnTo>
                    <a:lnTo>
                      <a:pt x="86" y="118"/>
                    </a:lnTo>
                    <a:lnTo>
                      <a:pt x="86" y="118"/>
                    </a:lnTo>
                    <a:lnTo>
                      <a:pt x="86" y="118"/>
                    </a:lnTo>
                    <a:lnTo>
                      <a:pt x="84" y="118"/>
                    </a:lnTo>
                    <a:lnTo>
                      <a:pt x="84" y="116"/>
                    </a:lnTo>
                    <a:lnTo>
                      <a:pt x="84" y="116"/>
                    </a:lnTo>
                    <a:lnTo>
                      <a:pt x="86" y="114"/>
                    </a:lnTo>
                    <a:lnTo>
                      <a:pt x="88" y="112"/>
                    </a:lnTo>
                    <a:lnTo>
                      <a:pt x="88" y="112"/>
                    </a:lnTo>
                    <a:lnTo>
                      <a:pt x="82" y="112"/>
                    </a:lnTo>
                    <a:lnTo>
                      <a:pt x="82" y="112"/>
                    </a:lnTo>
                    <a:close/>
                    <a:moveTo>
                      <a:pt x="84" y="0"/>
                    </a:moveTo>
                    <a:lnTo>
                      <a:pt x="84" y="0"/>
                    </a:lnTo>
                    <a:lnTo>
                      <a:pt x="84" y="2"/>
                    </a:lnTo>
                    <a:lnTo>
                      <a:pt x="84" y="4"/>
                    </a:lnTo>
                    <a:lnTo>
                      <a:pt x="84" y="4"/>
                    </a:lnTo>
                    <a:lnTo>
                      <a:pt x="88" y="8"/>
                    </a:lnTo>
                    <a:lnTo>
                      <a:pt x="92" y="12"/>
                    </a:lnTo>
                    <a:lnTo>
                      <a:pt x="92" y="12"/>
                    </a:lnTo>
                    <a:lnTo>
                      <a:pt x="96" y="24"/>
                    </a:lnTo>
                    <a:lnTo>
                      <a:pt x="96" y="24"/>
                    </a:lnTo>
                    <a:lnTo>
                      <a:pt x="104" y="34"/>
                    </a:lnTo>
                    <a:lnTo>
                      <a:pt x="104" y="34"/>
                    </a:lnTo>
                    <a:lnTo>
                      <a:pt x="104" y="36"/>
                    </a:lnTo>
                    <a:lnTo>
                      <a:pt x="104" y="36"/>
                    </a:lnTo>
                    <a:lnTo>
                      <a:pt x="104" y="36"/>
                    </a:lnTo>
                    <a:lnTo>
                      <a:pt x="108" y="38"/>
                    </a:lnTo>
                    <a:lnTo>
                      <a:pt x="108" y="38"/>
                    </a:lnTo>
                    <a:lnTo>
                      <a:pt x="110" y="42"/>
                    </a:lnTo>
                    <a:lnTo>
                      <a:pt x="110" y="42"/>
                    </a:lnTo>
                    <a:lnTo>
                      <a:pt x="108" y="44"/>
                    </a:lnTo>
                    <a:lnTo>
                      <a:pt x="108" y="46"/>
                    </a:lnTo>
                    <a:lnTo>
                      <a:pt x="108" y="50"/>
                    </a:lnTo>
                    <a:lnTo>
                      <a:pt x="108" y="50"/>
                    </a:lnTo>
                    <a:lnTo>
                      <a:pt x="114" y="52"/>
                    </a:lnTo>
                    <a:lnTo>
                      <a:pt x="114" y="52"/>
                    </a:lnTo>
                    <a:lnTo>
                      <a:pt x="112" y="54"/>
                    </a:lnTo>
                    <a:lnTo>
                      <a:pt x="112" y="54"/>
                    </a:lnTo>
                    <a:lnTo>
                      <a:pt x="114" y="64"/>
                    </a:lnTo>
                    <a:lnTo>
                      <a:pt x="114" y="70"/>
                    </a:lnTo>
                    <a:lnTo>
                      <a:pt x="112" y="74"/>
                    </a:lnTo>
                    <a:lnTo>
                      <a:pt x="112" y="74"/>
                    </a:lnTo>
                    <a:lnTo>
                      <a:pt x="110" y="78"/>
                    </a:lnTo>
                    <a:lnTo>
                      <a:pt x="110" y="78"/>
                    </a:lnTo>
                    <a:lnTo>
                      <a:pt x="108" y="86"/>
                    </a:lnTo>
                    <a:lnTo>
                      <a:pt x="108" y="86"/>
                    </a:lnTo>
                    <a:lnTo>
                      <a:pt x="100" y="88"/>
                    </a:lnTo>
                    <a:lnTo>
                      <a:pt x="100" y="88"/>
                    </a:lnTo>
                    <a:lnTo>
                      <a:pt x="100" y="90"/>
                    </a:lnTo>
                    <a:lnTo>
                      <a:pt x="98" y="90"/>
                    </a:lnTo>
                    <a:lnTo>
                      <a:pt x="98" y="90"/>
                    </a:lnTo>
                    <a:lnTo>
                      <a:pt x="98" y="94"/>
                    </a:lnTo>
                    <a:lnTo>
                      <a:pt x="98" y="94"/>
                    </a:lnTo>
                    <a:lnTo>
                      <a:pt x="104" y="96"/>
                    </a:lnTo>
                    <a:lnTo>
                      <a:pt x="112" y="102"/>
                    </a:lnTo>
                    <a:lnTo>
                      <a:pt x="116" y="108"/>
                    </a:lnTo>
                    <a:lnTo>
                      <a:pt x="118" y="112"/>
                    </a:lnTo>
                    <a:lnTo>
                      <a:pt x="118" y="118"/>
                    </a:lnTo>
                    <a:lnTo>
                      <a:pt x="118" y="118"/>
                    </a:lnTo>
                    <a:lnTo>
                      <a:pt x="116" y="122"/>
                    </a:lnTo>
                    <a:lnTo>
                      <a:pt x="112" y="126"/>
                    </a:lnTo>
                    <a:lnTo>
                      <a:pt x="112" y="126"/>
                    </a:lnTo>
                    <a:lnTo>
                      <a:pt x="112" y="128"/>
                    </a:lnTo>
                    <a:lnTo>
                      <a:pt x="112" y="128"/>
                    </a:lnTo>
                    <a:lnTo>
                      <a:pt x="120" y="130"/>
                    </a:lnTo>
                    <a:lnTo>
                      <a:pt x="120" y="130"/>
                    </a:lnTo>
                    <a:lnTo>
                      <a:pt x="124" y="134"/>
                    </a:lnTo>
                    <a:lnTo>
                      <a:pt x="124" y="134"/>
                    </a:lnTo>
                    <a:lnTo>
                      <a:pt x="130" y="130"/>
                    </a:lnTo>
                    <a:lnTo>
                      <a:pt x="132" y="126"/>
                    </a:lnTo>
                    <a:lnTo>
                      <a:pt x="132" y="126"/>
                    </a:lnTo>
                    <a:lnTo>
                      <a:pt x="136" y="120"/>
                    </a:lnTo>
                    <a:lnTo>
                      <a:pt x="136" y="120"/>
                    </a:lnTo>
                    <a:lnTo>
                      <a:pt x="136" y="116"/>
                    </a:lnTo>
                    <a:lnTo>
                      <a:pt x="136" y="116"/>
                    </a:lnTo>
                    <a:lnTo>
                      <a:pt x="140" y="114"/>
                    </a:lnTo>
                    <a:lnTo>
                      <a:pt x="144" y="110"/>
                    </a:lnTo>
                    <a:lnTo>
                      <a:pt x="144" y="110"/>
                    </a:lnTo>
                    <a:lnTo>
                      <a:pt x="144" y="108"/>
                    </a:lnTo>
                    <a:lnTo>
                      <a:pt x="144" y="104"/>
                    </a:lnTo>
                    <a:lnTo>
                      <a:pt x="144" y="104"/>
                    </a:lnTo>
                    <a:lnTo>
                      <a:pt x="146" y="100"/>
                    </a:lnTo>
                    <a:lnTo>
                      <a:pt x="146" y="100"/>
                    </a:lnTo>
                    <a:lnTo>
                      <a:pt x="144" y="96"/>
                    </a:lnTo>
                    <a:lnTo>
                      <a:pt x="144" y="96"/>
                    </a:lnTo>
                    <a:lnTo>
                      <a:pt x="150" y="92"/>
                    </a:lnTo>
                    <a:lnTo>
                      <a:pt x="154" y="92"/>
                    </a:lnTo>
                    <a:lnTo>
                      <a:pt x="158" y="94"/>
                    </a:lnTo>
                    <a:lnTo>
                      <a:pt x="158" y="94"/>
                    </a:lnTo>
                    <a:lnTo>
                      <a:pt x="156" y="90"/>
                    </a:lnTo>
                    <a:lnTo>
                      <a:pt x="156" y="86"/>
                    </a:lnTo>
                    <a:lnTo>
                      <a:pt x="156" y="86"/>
                    </a:lnTo>
                    <a:lnTo>
                      <a:pt x="158" y="84"/>
                    </a:lnTo>
                    <a:lnTo>
                      <a:pt x="158" y="84"/>
                    </a:lnTo>
                    <a:lnTo>
                      <a:pt x="166" y="70"/>
                    </a:lnTo>
                    <a:lnTo>
                      <a:pt x="166" y="70"/>
                    </a:lnTo>
                    <a:lnTo>
                      <a:pt x="160" y="66"/>
                    </a:lnTo>
                    <a:lnTo>
                      <a:pt x="158" y="64"/>
                    </a:lnTo>
                    <a:lnTo>
                      <a:pt x="148" y="70"/>
                    </a:lnTo>
                    <a:lnTo>
                      <a:pt x="146" y="72"/>
                    </a:lnTo>
                    <a:lnTo>
                      <a:pt x="146" y="72"/>
                    </a:lnTo>
                    <a:lnTo>
                      <a:pt x="136" y="68"/>
                    </a:lnTo>
                    <a:lnTo>
                      <a:pt x="136" y="68"/>
                    </a:lnTo>
                    <a:lnTo>
                      <a:pt x="134" y="66"/>
                    </a:lnTo>
                    <a:lnTo>
                      <a:pt x="132" y="64"/>
                    </a:lnTo>
                    <a:lnTo>
                      <a:pt x="132" y="58"/>
                    </a:lnTo>
                    <a:lnTo>
                      <a:pt x="132" y="58"/>
                    </a:lnTo>
                    <a:lnTo>
                      <a:pt x="130" y="48"/>
                    </a:lnTo>
                    <a:lnTo>
                      <a:pt x="130" y="48"/>
                    </a:lnTo>
                    <a:lnTo>
                      <a:pt x="126" y="50"/>
                    </a:lnTo>
                    <a:lnTo>
                      <a:pt x="126" y="50"/>
                    </a:lnTo>
                    <a:lnTo>
                      <a:pt x="126" y="46"/>
                    </a:lnTo>
                    <a:lnTo>
                      <a:pt x="126" y="42"/>
                    </a:lnTo>
                    <a:lnTo>
                      <a:pt x="124" y="42"/>
                    </a:lnTo>
                    <a:lnTo>
                      <a:pt x="124" y="42"/>
                    </a:lnTo>
                    <a:lnTo>
                      <a:pt x="122" y="54"/>
                    </a:lnTo>
                    <a:lnTo>
                      <a:pt x="122" y="54"/>
                    </a:lnTo>
                    <a:lnTo>
                      <a:pt x="120" y="54"/>
                    </a:lnTo>
                    <a:lnTo>
                      <a:pt x="120" y="52"/>
                    </a:lnTo>
                    <a:lnTo>
                      <a:pt x="120" y="52"/>
                    </a:lnTo>
                    <a:lnTo>
                      <a:pt x="116" y="50"/>
                    </a:lnTo>
                    <a:lnTo>
                      <a:pt x="116" y="50"/>
                    </a:lnTo>
                    <a:lnTo>
                      <a:pt x="116" y="38"/>
                    </a:lnTo>
                    <a:lnTo>
                      <a:pt x="116" y="38"/>
                    </a:lnTo>
                    <a:lnTo>
                      <a:pt x="114" y="34"/>
                    </a:lnTo>
                    <a:lnTo>
                      <a:pt x="112" y="30"/>
                    </a:lnTo>
                    <a:lnTo>
                      <a:pt x="112" y="30"/>
                    </a:lnTo>
                    <a:lnTo>
                      <a:pt x="114" y="28"/>
                    </a:lnTo>
                    <a:lnTo>
                      <a:pt x="114" y="28"/>
                    </a:lnTo>
                    <a:lnTo>
                      <a:pt x="114" y="24"/>
                    </a:lnTo>
                    <a:lnTo>
                      <a:pt x="112" y="20"/>
                    </a:lnTo>
                    <a:lnTo>
                      <a:pt x="112" y="20"/>
                    </a:lnTo>
                    <a:lnTo>
                      <a:pt x="110" y="20"/>
                    </a:lnTo>
                    <a:lnTo>
                      <a:pt x="108" y="22"/>
                    </a:lnTo>
                    <a:lnTo>
                      <a:pt x="108" y="22"/>
                    </a:lnTo>
                    <a:lnTo>
                      <a:pt x="108" y="16"/>
                    </a:lnTo>
                    <a:lnTo>
                      <a:pt x="108" y="16"/>
                    </a:lnTo>
                    <a:lnTo>
                      <a:pt x="104" y="12"/>
                    </a:lnTo>
                    <a:lnTo>
                      <a:pt x="104" y="12"/>
                    </a:lnTo>
                    <a:lnTo>
                      <a:pt x="100" y="12"/>
                    </a:lnTo>
                    <a:lnTo>
                      <a:pt x="100" y="12"/>
                    </a:lnTo>
                    <a:lnTo>
                      <a:pt x="98" y="10"/>
                    </a:lnTo>
                    <a:lnTo>
                      <a:pt x="98" y="8"/>
                    </a:lnTo>
                    <a:lnTo>
                      <a:pt x="98" y="8"/>
                    </a:lnTo>
                    <a:lnTo>
                      <a:pt x="96" y="10"/>
                    </a:lnTo>
                    <a:lnTo>
                      <a:pt x="96" y="12"/>
                    </a:lnTo>
                    <a:lnTo>
                      <a:pt x="92" y="8"/>
                    </a:lnTo>
                    <a:lnTo>
                      <a:pt x="92" y="8"/>
                    </a:lnTo>
                    <a:lnTo>
                      <a:pt x="88" y="4"/>
                    </a:lnTo>
                    <a:lnTo>
                      <a:pt x="88" y="4"/>
                    </a:lnTo>
                    <a:lnTo>
                      <a:pt x="88" y="2"/>
                    </a:lnTo>
                    <a:lnTo>
                      <a:pt x="88" y="0"/>
                    </a:lnTo>
                    <a:lnTo>
                      <a:pt x="88" y="0"/>
                    </a:lnTo>
                    <a:lnTo>
                      <a:pt x="84" y="0"/>
                    </a:lnTo>
                    <a:lnTo>
                      <a:pt x="8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0" name="Freeform 260">
                <a:extLst>
                  <a:ext uri="{FF2B5EF4-FFF2-40B4-BE49-F238E27FC236}">
                    <a16:creationId xmlns:a16="http://schemas.microsoft.com/office/drawing/2014/main" id="{F4E3554D-F19C-0F42-BB5B-A3D00F81847C}"/>
                  </a:ext>
                </a:extLst>
              </p:cNvPr>
              <p:cNvSpPr>
                <a:spLocks noEditPoints="1"/>
              </p:cNvSpPr>
              <p:nvPr/>
            </p:nvSpPr>
            <p:spPr bwMode="auto">
              <a:xfrm>
                <a:off x="8850323" y="4768085"/>
                <a:ext cx="1047598" cy="1145345"/>
              </a:xfrm>
              <a:custGeom>
                <a:avLst/>
                <a:gdLst>
                  <a:gd name="T0" fmla="*/ 406 w 536"/>
                  <a:gd name="T1" fmla="*/ 482 h 572"/>
                  <a:gd name="T2" fmla="*/ 420 w 536"/>
                  <a:gd name="T3" fmla="*/ 462 h 572"/>
                  <a:gd name="T4" fmla="*/ 426 w 536"/>
                  <a:gd name="T5" fmla="*/ 474 h 572"/>
                  <a:gd name="T6" fmla="*/ 446 w 536"/>
                  <a:gd name="T7" fmla="*/ 484 h 572"/>
                  <a:gd name="T8" fmla="*/ 484 w 536"/>
                  <a:gd name="T9" fmla="*/ 458 h 572"/>
                  <a:gd name="T10" fmla="*/ 492 w 536"/>
                  <a:gd name="T11" fmla="*/ 426 h 572"/>
                  <a:gd name="T12" fmla="*/ 502 w 536"/>
                  <a:gd name="T13" fmla="*/ 382 h 572"/>
                  <a:gd name="T14" fmla="*/ 526 w 536"/>
                  <a:gd name="T15" fmla="*/ 354 h 572"/>
                  <a:gd name="T16" fmla="*/ 528 w 536"/>
                  <a:gd name="T17" fmla="*/ 312 h 572"/>
                  <a:gd name="T18" fmla="*/ 528 w 536"/>
                  <a:gd name="T19" fmla="*/ 254 h 572"/>
                  <a:gd name="T20" fmla="*/ 514 w 536"/>
                  <a:gd name="T21" fmla="*/ 232 h 572"/>
                  <a:gd name="T22" fmla="*/ 486 w 536"/>
                  <a:gd name="T23" fmla="*/ 192 h 572"/>
                  <a:gd name="T24" fmla="*/ 468 w 536"/>
                  <a:gd name="T25" fmla="*/ 148 h 572"/>
                  <a:gd name="T26" fmla="*/ 442 w 536"/>
                  <a:gd name="T27" fmla="*/ 134 h 572"/>
                  <a:gd name="T28" fmla="*/ 430 w 536"/>
                  <a:gd name="T29" fmla="*/ 64 h 572"/>
                  <a:gd name="T30" fmla="*/ 408 w 536"/>
                  <a:gd name="T31" fmla="*/ 40 h 572"/>
                  <a:gd name="T32" fmla="*/ 390 w 536"/>
                  <a:gd name="T33" fmla="*/ 0 h 572"/>
                  <a:gd name="T34" fmla="*/ 380 w 536"/>
                  <a:gd name="T35" fmla="*/ 42 h 572"/>
                  <a:gd name="T36" fmla="*/ 374 w 536"/>
                  <a:gd name="T37" fmla="*/ 96 h 572"/>
                  <a:gd name="T38" fmla="*/ 336 w 536"/>
                  <a:gd name="T39" fmla="*/ 92 h 572"/>
                  <a:gd name="T40" fmla="*/ 300 w 536"/>
                  <a:gd name="T41" fmla="*/ 66 h 572"/>
                  <a:gd name="T42" fmla="*/ 318 w 536"/>
                  <a:gd name="T43" fmla="*/ 22 h 572"/>
                  <a:gd name="T44" fmla="*/ 296 w 536"/>
                  <a:gd name="T45" fmla="*/ 18 h 572"/>
                  <a:gd name="T46" fmla="*/ 264 w 536"/>
                  <a:gd name="T47" fmla="*/ 12 h 572"/>
                  <a:gd name="T48" fmla="*/ 262 w 536"/>
                  <a:gd name="T49" fmla="*/ 22 h 572"/>
                  <a:gd name="T50" fmla="*/ 234 w 536"/>
                  <a:gd name="T51" fmla="*/ 28 h 572"/>
                  <a:gd name="T52" fmla="*/ 218 w 536"/>
                  <a:gd name="T53" fmla="*/ 60 h 572"/>
                  <a:gd name="T54" fmla="*/ 200 w 536"/>
                  <a:gd name="T55" fmla="*/ 72 h 572"/>
                  <a:gd name="T56" fmla="*/ 184 w 536"/>
                  <a:gd name="T57" fmla="*/ 46 h 572"/>
                  <a:gd name="T58" fmla="*/ 166 w 536"/>
                  <a:gd name="T59" fmla="*/ 58 h 572"/>
                  <a:gd name="T60" fmla="*/ 160 w 536"/>
                  <a:gd name="T61" fmla="*/ 70 h 572"/>
                  <a:gd name="T62" fmla="*/ 142 w 536"/>
                  <a:gd name="T63" fmla="*/ 96 h 572"/>
                  <a:gd name="T64" fmla="*/ 132 w 536"/>
                  <a:gd name="T65" fmla="*/ 92 h 572"/>
                  <a:gd name="T66" fmla="*/ 116 w 536"/>
                  <a:gd name="T67" fmla="*/ 128 h 572"/>
                  <a:gd name="T68" fmla="*/ 74 w 536"/>
                  <a:gd name="T69" fmla="*/ 154 h 572"/>
                  <a:gd name="T70" fmla="*/ 36 w 536"/>
                  <a:gd name="T71" fmla="*/ 170 h 572"/>
                  <a:gd name="T72" fmla="*/ 12 w 536"/>
                  <a:gd name="T73" fmla="*/ 182 h 572"/>
                  <a:gd name="T74" fmla="*/ 10 w 536"/>
                  <a:gd name="T75" fmla="*/ 206 h 572"/>
                  <a:gd name="T76" fmla="*/ 14 w 536"/>
                  <a:gd name="T77" fmla="*/ 252 h 572"/>
                  <a:gd name="T78" fmla="*/ 2 w 536"/>
                  <a:gd name="T79" fmla="*/ 260 h 572"/>
                  <a:gd name="T80" fmla="*/ 24 w 536"/>
                  <a:gd name="T81" fmla="*/ 292 h 572"/>
                  <a:gd name="T82" fmla="*/ 32 w 536"/>
                  <a:gd name="T83" fmla="*/ 340 h 572"/>
                  <a:gd name="T84" fmla="*/ 34 w 536"/>
                  <a:gd name="T85" fmla="*/ 384 h 572"/>
                  <a:gd name="T86" fmla="*/ 42 w 536"/>
                  <a:gd name="T87" fmla="*/ 404 h 572"/>
                  <a:gd name="T88" fmla="*/ 78 w 536"/>
                  <a:gd name="T89" fmla="*/ 394 h 572"/>
                  <a:gd name="T90" fmla="*/ 100 w 536"/>
                  <a:gd name="T91" fmla="*/ 388 h 572"/>
                  <a:gd name="T92" fmla="*/ 128 w 536"/>
                  <a:gd name="T93" fmla="*/ 386 h 572"/>
                  <a:gd name="T94" fmla="*/ 148 w 536"/>
                  <a:gd name="T95" fmla="*/ 372 h 572"/>
                  <a:gd name="T96" fmla="*/ 210 w 536"/>
                  <a:gd name="T97" fmla="*/ 352 h 572"/>
                  <a:gd name="T98" fmla="*/ 250 w 536"/>
                  <a:gd name="T99" fmla="*/ 350 h 572"/>
                  <a:gd name="T100" fmla="*/ 282 w 536"/>
                  <a:gd name="T101" fmla="*/ 366 h 572"/>
                  <a:gd name="T102" fmla="*/ 298 w 536"/>
                  <a:gd name="T103" fmla="*/ 400 h 572"/>
                  <a:gd name="T104" fmla="*/ 326 w 536"/>
                  <a:gd name="T105" fmla="*/ 384 h 572"/>
                  <a:gd name="T106" fmla="*/ 318 w 536"/>
                  <a:gd name="T107" fmla="*/ 410 h 572"/>
                  <a:gd name="T108" fmla="*/ 336 w 536"/>
                  <a:gd name="T109" fmla="*/ 412 h 572"/>
                  <a:gd name="T110" fmla="*/ 352 w 536"/>
                  <a:gd name="T111" fmla="*/ 452 h 572"/>
                  <a:gd name="T112" fmla="*/ 384 w 536"/>
                  <a:gd name="T113" fmla="*/ 470 h 572"/>
                  <a:gd name="T114" fmla="*/ 432 w 536"/>
                  <a:gd name="T115" fmla="*/ 560 h 572"/>
                  <a:gd name="T116" fmla="*/ 448 w 536"/>
                  <a:gd name="T117" fmla="*/ 570 h 572"/>
                  <a:gd name="T118" fmla="*/ 454 w 536"/>
                  <a:gd name="T119" fmla="*/ 560 h 572"/>
                  <a:gd name="T120" fmla="*/ 464 w 536"/>
                  <a:gd name="T121" fmla="*/ 530 h 572"/>
                  <a:gd name="T122" fmla="*/ 416 w 536"/>
                  <a:gd name="T123" fmla="*/ 516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36" h="572">
                    <a:moveTo>
                      <a:pt x="384" y="470"/>
                    </a:moveTo>
                    <a:lnTo>
                      <a:pt x="384" y="470"/>
                    </a:lnTo>
                    <a:lnTo>
                      <a:pt x="386" y="474"/>
                    </a:lnTo>
                    <a:lnTo>
                      <a:pt x="386" y="474"/>
                    </a:lnTo>
                    <a:lnTo>
                      <a:pt x="390" y="474"/>
                    </a:lnTo>
                    <a:lnTo>
                      <a:pt x="390" y="474"/>
                    </a:lnTo>
                    <a:lnTo>
                      <a:pt x="390" y="478"/>
                    </a:lnTo>
                    <a:lnTo>
                      <a:pt x="392" y="480"/>
                    </a:lnTo>
                    <a:lnTo>
                      <a:pt x="392" y="480"/>
                    </a:lnTo>
                    <a:lnTo>
                      <a:pt x="396" y="480"/>
                    </a:lnTo>
                    <a:lnTo>
                      <a:pt x="396" y="480"/>
                    </a:lnTo>
                    <a:lnTo>
                      <a:pt x="398" y="482"/>
                    </a:lnTo>
                    <a:lnTo>
                      <a:pt x="400" y="484"/>
                    </a:lnTo>
                    <a:lnTo>
                      <a:pt x="400" y="484"/>
                    </a:lnTo>
                    <a:lnTo>
                      <a:pt x="406" y="482"/>
                    </a:lnTo>
                    <a:lnTo>
                      <a:pt x="406" y="482"/>
                    </a:lnTo>
                    <a:lnTo>
                      <a:pt x="408" y="478"/>
                    </a:lnTo>
                    <a:lnTo>
                      <a:pt x="410" y="478"/>
                    </a:lnTo>
                    <a:lnTo>
                      <a:pt x="410" y="478"/>
                    </a:lnTo>
                    <a:lnTo>
                      <a:pt x="412" y="472"/>
                    </a:lnTo>
                    <a:lnTo>
                      <a:pt x="412" y="472"/>
                    </a:lnTo>
                    <a:lnTo>
                      <a:pt x="414" y="472"/>
                    </a:lnTo>
                    <a:lnTo>
                      <a:pt x="416" y="470"/>
                    </a:lnTo>
                    <a:lnTo>
                      <a:pt x="416" y="470"/>
                    </a:lnTo>
                    <a:lnTo>
                      <a:pt x="416" y="468"/>
                    </a:lnTo>
                    <a:lnTo>
                      <a:pt x="416" y="468"/>
                    </a:lnTo>
                    <a:lnTo>
                      <a:pt x="416" y="468"/>
                    </a:lnTo>
                    <a:lnTo>
                      <a:pt x="416" y="466"/>
                    </a:lnTo>
                    <a:lnTo>
                      <a:pt x="416" y="466"/>
                    </a:lnTo>
                    <a:lnTo>
                      <a:pt x="420" y="464"/>
                    </a:lnTo>
                    <a:lnTo>
                      <a:pt x="420" y="462"/>
                    </a:lnTo>
                    <a:lnTo>
                      <a:pt x="420" y="462"/>
                    </a:lnTo>
                    <a:lnTo>
                      <a:pt x="424" y="464"/>
                    </a:lnTo>
                    <a:lnTo>
                      <a:pt x="424" y="464"/>
                    </a:lnTo>
                    <a:lnTo>
                      <a:pt x="426" y="466"/>
                    </a:lnTo>
                    <a:lnTo>
                      <a:pt x="426" y="468"/>
                    </a:lnTo>
                    <a:lnTo>
                      <a:pt x="426" y="468"/>
                    </a:lnTo>
                    <a:lnTo>
                      <a:pt x="420" y="470"/>
                    </a:lnTo>
                    <a:lnTo>
                      <a:pt x="420" y="470"/>
                    </a:lnTo>
                    <a:lnTo>
                      <a:pt x="420" y="474"/>
                    </a:lnTo>
                    <a:lnTo>
                      <a:pt x="420" y="474"/>
                    </a:lnTo>
                    <a:lnTo>
                      <a:pt x="424" y="474"/>
                    </a:lnTo>
                    <a:lnTo>
                      <a:pt x="424" y="474"/>
                    </a:lnTo>
                    <a:lnTo>
                      <a:pt x="430" y="470"/>
                    </a:lnTo>
                    <a:lnTo>
                      <a:pt x="430" y="470"/>
                    </a:lnTo>
                    <a:lnTo>
                      <a:pt x="430" y="474"/>
                    </a:lnTo>
                    <a:lnTo>
                      <a:pt x="430" y="474"/>
                    </a:lnTo>
                    <a:lnTo>
                      <a:pt x="426" y="474"/>
                    </a:lnTo>
                    <a:lnTo>
                      <a:pt x="426" y="476"/>
                    </a:lnTo>
                    <a:lnTo>
                      <a:pt x="426" y="476"/>
                    </a:lnTo>
                    <a:lnTo>
                      <a:pt x="434" y="480"/>
                    </a:lnTo>
                    <a:lnTo>
                      <a:pt x="436" y="484"/>
                    </a:lnTo>
                    <a:lnTo>
                      <a:pt x="436" y="484"/>
                    </a:lnTo>
                    <a:lnTo>
                      <a:pt x="436" y="484"/>
                    </a:lnTo>
                    <a:lnTo>
                      <a:pt x="438" y="484"/>
                    </a:lnTo>
                    <a:lnTo>
                      <a:pt x="438" y="484"/>
                    </a:lnTo>
                    <a:lnTo>
                      <a:pt x="438" y="486"/>
                    </a:lnTo>
                    <a:lnTo>
                      <a:pt x="440" y="488"/>
                    </a:lnTo>
                    <a:lnTo>
                      <a:pt x="440" y="488"/>
                    </a:lnTo>
                    <a:lnTo>
                      <a:pt x="442" y="490"/>
                    </a:lnTo>
                    <a:lnTo>
                      <a:pt x="442" y="490"/>
                    </a:lnTo>
                    <a:lnTo>
                      <a:pt x="444" y="486"/>
                    </a:lnTo>
                    <a:lnTo>
                      <a:pt x="446" y="484"/>
                    </a:lnTo>
                    <a:lnTo>
                      <a:pt x="446" y="484"/>
                    </a:lnTo>
                    <a:lnTo>
                      <a:pt x="450" y="482"/>
                    </a:lnTo>
                    <a:lnTo>
                      <a:pt x="450" y="482"/>
                    </a:lnTo>
                    <a:lnTo>
                      <a:pt x="450" y="478"/>
                    </a:lnTo>
                    <a:lnTo>
                      <a:pt x="450" y="478"/>
                    </a:lnTo>
                    <a:lnTo>
                      <a:pt x="454" y="474"/>
                    </a:lnTo>
                    <a:lnTo>
                      <a:pt x="458" y="470"/>
                    </a:lnTo>
                    <a:lnTo>
                      <a:pt x="458" y="470"/>
                    </a:lnTo>
                    <a:lnTo>
                      <a:pt x="458" y="468"/>
                    </a:lnTo>
                    <a:lnTo>
                      <a:pt x="456" y="466"/>
                    </a:lnTo>
                    <a:lnTo>
                      <a:pt x="456" y="466"/>
                    </a:lnTo>
                    <a:lnTo>
                      <a:pt x="460" y="462"/>
                    </a:lnTo>
                    <a:lnTo>
                      <a:pt x="460" y="462"/>
                    </a:lnTo>
                    <a:lnTo>
                      <a:pt x="472" y="462"/>
                    </a:lnTo>
                    <a:lnTo>
                      <a:pt x="482" y="464"/>
                    </a:lnTo>
                    <a:lnTo>
                      <a:pt x="484" y="458"/>
                    </a:lnTo>
                    <a:lnTo>
                      <a:pt x="484" y="458"/>
                    </a:lnTo>
                    <a:lnTo>
                      <a:pt x="488" y="458"/>
                    </a:lnTo>
                    <a:lnTo>
                      <a:pt x="488" y="458"/>
                    </a:lnTo>
                    <a:lnTo>
                      <a:pt x="488" y="456"/>
                    </a:lnTo>
                    <a:lnTo>
                      <a:pt x="486" y="454"/>
                    </a:lnTo>
                    <a:lnTo>
                      <a:pt x="486" y="454"/>
                    </a:lnTo>
                    <a:lnTo>
                      <a:pt x="488" y="452"/>
                    </a:lnTo>
                    <a:lnTo>
                      <a:pt x="490" y="450"/>
                    </a:lnTo>
                    <a:lnTo>
                      <a:pt x="490" y="450"/>
                    </a:lnTo>
                    <a:lnTo>
                      <a:pt x="486" y="450"/>
                    </a:lnTo>
                    <a:lnTo>
                      <a:pt x="486" y="450"/>
                    </a:lnTo>
                    <a:lnTo>
                      <a:pt x="484" y="446"/>
                    </a:lnTo>
                    <a:lnTo>
                      <a:pt x="484" y="446"/>
                    </a:lnTo>
                    <a:lnTo>
                      <a:pt x="488" y="438"/>
                    </a:lnTo>
                    <a:lnTo>
                      <a:pt x="492" y="430"/>
                    </a:lnTo>
                    <a:lnTo>
                      <a:pt x="492" y="430"/>
                    </a:lnTo>
                    <a:lnTo>
                      <a:pt x="492" y="426"/>
                    </a:lnTo>
                    <a:lnTo>
                      <a:pt x="492" y="418"/>
                    </a:lnTo>
                    <a:lnTo>
                      <a:pt x="492" y="418"/>
                    </a:lnTo>
                    <a:lnTo>
                      <a:pt x="492" y="418"/>
                    </a:lnTo>
                    <a:lnTo>
                      <a:pt x="496" y="412"/>
                    </a:lnTo>
                    <a:lnTo>
                      <a:pt x="498" y="412"/>
                    </a:lnTo>
                    <a:lnTo>
                      <a:pt x="498" y="412"/>
                    </a:lnTo>
                    <a:lnTo>
                      <a:pt x="498" y="408"/>
                    </a:lnTo>
                    <a:lnTo>
                      <a:pt x="498" y="406"/>
                    </a:lnTo>
                    <a:lnTo>
                      <a:pt x="500" y="404"/>
                    </a:lnTo>
                    <a:lnTo>
                      <a:pt x="500" y="404"/>
                    </a:lnTo>
                    <a:lnTo>
                      <a:pt x="500" y="400"/>
                    </a:lnTo>
                    <a:lnTo>
                      <a:pt x="502" y="398"/>
                    </a:lnTo>
                    <a:lnTo>
                      <a:pt x="502" y="398"/>
                    </a:lnTo>
                    <a:lnTo>
                      <a:pt x="504" y="390"/>
                    </a:lnTo>
                    <a:lnTo>
                      <a:pt x="502" y="382"/>
                    </a:lnTo>
                    <a:lnTo>
                      <a:pt x="502" y="382"/>
                    </a:lnTo>
                    <a:lnTo>
                      <a:pt x="508" y="380"/>
                    </a:lnTo>
                    <a:lnTo>
                      <a:pt x="508" y="380"/>
                    </a:lnTo>
                    <a:lnTo>
                      <a:pt x="508" y="376"/>
                    </a:lnTo>
                    <a:lnTo>
                      <a:pt x="508" y="376"/>
                    </a:lnTo>
                    <a:lnTo>
                      <a:pt x="510" y="374"/>
                    </a:lnTo>
                    <a:lnTo>
                      <a:pt x="514" y="372"/>
                    </a:lnTo>
                    <a:lnTo>
                      <a:pt x="514" y="372"/>
                    </a:lnTo>
                    <a:lnTo>
                      <a:pt x="516" y="368"/>
                    </a:lnTo>
                    <a:lnTo>
                      <a:pt x="516" y="368"/>
                    </a:lnTo>
                    <a:lnTo>
                      <a:pt x="516" y="368"/>
                    </a:lnTo>
                    <a:lnTo>
                      <a:pt x="522" y="366"/>
                    </a:lnTo>
                    <a:lnTo>
                      <a:pt x="522" y="366"/>
                    </a:lnTo>
                    <a:lnTo>
                      <a:pt x="522" y="358"/>
                    </a:lnTo>
                    <a:lnTo>
                      <a:pt x="522" y="358"/>
                    </a:lnTo>
                    <a:lnTo>
                      <a:pt x="524" y="354"/>
                    </a:lnTo>
                    <a:lnTo>
                      <a:pt x="526" y="354"/>
                    </a:lnTo>
                    <a:lnTo>
                      <a:pt x="526" y="354"/>
                    </a:lnTo>
                    <a:lnTo>
                      <a:pt x="526" y="350"/>
                    </a:lnTo>
                    <a:lnTo>
                      <a:pt x="526" y="350"/>
                    </a:lnTo>
                    <a:lnTo>
                      <a:pt x="530" y="342"/>
                    </a:lnTo>
                    <a:lnTo>
                      <a:pt x="530" y="342"/>
                    </a:lnTo>
                    <a:lnTo>
                      <a:pt x="530" y="338"/>
                    </a:lnTo>
                    <a:lnTo>
                      <a:pt x="528" y="334"/>
                    </a:lnTo>
                    <a:lnTo>
                      <a:pt x="528" y="334"/>
                    </a:lnTo>
                    <a:lnTo>
                      <a:pt x="530" y="332"/>
                    </a:lnTo>
                    <a:lnTo>
                      <a:pt x="530" y="332"/>
                    </a:lnTo>
                    <a:lnTo>
                      <a:pt x="530" y="324"/>
                    </a:lnTo>
                    <a:lnTo>
                      <a:pt x="532" y="314"/>
                    </a:lnTo>
                    <a:lnTo>
                      <a:pt x="532" y="314"/>
                    </a:lnTo>
                    <a:lnTo>
                      <a:pt x="530" y="314"/>
                    </a:lnTo>
                    <a:lnTo>
                      <a:pt x="528" y="312"/>
                    </a:lnTo>
                    <a:lnTo>
                      <a:pt x="528" y="312"/>
                    </a:lnTo>
                    <a:lnTo>
                      <a:pt x="534" y="308"/>
                    </a:lnTo>
                    <a:lnTo>
                      <a:pt x="534" y="308"/>
                    </a:lnTo>
                    <a:lnTo>
                      <a:pt x="530" y="304"/>
                    </a:lnTo>
                    <a:lnTo>
                      <a:pt x="530" y="304"/>
                    </a:lnTo>
                    <a:lnTo>
                      <a:pt x="534" y="300"/>
                    </a:lnTo>
                    <a:lnTo>
                      <a:pt x="536" y="296"/>
                    </a:lnTo>
                    <a:lnTo>
                      <a:pt x="536" y="292"/>
                    </a:lnTo>
                    <a:lnTo>
                      <a:pt x="536" y="292"/>
                    </a:lnTo>
                    <a:lnTo>
                      <a:pt x="532" y="288"/>
                    </a:lnTo>
                    <a:lnTo>
                      <a:pt x="530" y="286"/>
                    </a:lnTo>
                    <a:lnTo>
                      <a:pt x="530" y="286"/>
                    </a:lnTo>
                    <a:lnTo>
                      <a:pt x="526" y="276"/>
                    </a:lnTo>
                    <a:lnTo>
                      <a:pt x="526" y="276"/>
                    </a:lnTo>
                    <a:lnTo>
                      <a:pt x="526" y="266"/>
                    </a:lnTo>
                    <a:lnTo>
                      <a:pt x="528" y="258"/>
                    </a:lnTo>
                    <a:lnTo>
                      <a:pt x="528" y="254"/>
                    </a:lnTo>
                    <a:lnTo>
                      <a:pt x="528" y="254"/>
                    </a:lnTo>
                    <a:lnTo>
                      <a:pt x="528" y="254"/>
                    </a:lnTo>
                    <a:lnTo>
                      <a:pt x="528" y="252"/>
                    </a:lnTo>
                    <a:lnTo>
                      <a:pt x="528" y="248"/>
                    </a:lnTo>
                    <a:lnTo>
                      <a:pt x="526" y="246"/>
                    </a:lnTo>
                    <a:lnTo>
                      <a:pt x="526" y="246"/>
                    </a:lnTo>
                    <a:lnTo>
                      <a:pt x="526" y="242"/>
                    </a:lnTo>
                    <a:lnTo>
                      <a:pt x="526" y="242"/>
                    </a:lnTo>
                    <a:lnTo>
                      <a:pt x="524" y="242"/>
                    </a:lnTo>
                    <a:lnTo>
                      <a:pt x="522" y="240"/>
                    </a:lnTo>
                    <a:lnTo>
                      <a:pt x="522" y="240"/>
                    </a:lnTo>
                    <a:lnTo>
                      <a:pt x="522" y="238"/>
                    </a:lnTo>
                    <a:lnTo>
                      <a:pt x="520" y="234"/>
                    </a:lnTo>
                    <a:lnTo>
                      <a:pt x="520" y="234"/>
                    </a:lnTo>
                    <a:lnTo>
                      <a:pt x="514" y="232"/>
                    </a:lnTo>
                    <a:lnTo>
                      <a:pt x="514" y="232"/>
                    </a:lnTo>
                    <a:lnTo>
                      <a:pt x="514" y="226"/>
                    </a:lnTo>
                    <a:lnTo>
                      <a:pt x="514" y="226"/>
                    </a:lnTo>
                    <a:lnTo>
                      <a:pt x="510" y="220"/>
                    </a:lnTo>
                    <a:lnTo>
                      <a:pt x="510" y="220"/>
                    </a:lnTo>
                    <a:lnTo>
                      <a:pt x="504" y="218"/>
                    </a:lnTo>
                    <a:lnTo>
                      <a:pt x="502" y="214"/>
                    </a:lnTo>
                    <a:lnTo>
                      <a:pt x="502" y="214"/>
                    </a:lnTo>
                    <a:lnTo>
                      <a:pt x="500" y="210"/>
                    </a:lnTo>
                    <a:lnTo>
                      <a:pt x="500" y="204"/>
                    </a:lnTo>
                    <a:lnTo>
                      <a:pt x="500" y="200"/>
                    </a:lnTo>
                    <a:lnTo>
                      <a:pt x="500" y="196"/>
                    </a:lnTo>
                    <a:lnTo>
                      <a:pt x="498" y="196"/>
                    </a:lnTo>
                    <a:lnTo>
                      <a:pt x="492" y="190"/>
                    </a:lnTo>
                    <a:lnTo>
                      <a:pt x="492" y="190"/>
                    </a:lnTo>
                    <a:lnTo>
                      <a:pt x="490" y="192"/>
                    </a:lnTo>
                    <a:lnTo>
                      <a:pt x="486" y="192"/>
                    </a:lnTo>
                    <a:lnTo>
                      <a:pt x="484" y="190"/>
                    </a:lnTo>
                    <a:lnTo>
                      <a:pt x="484" y="190"/>
                    </a:lnTo>
                    <a:lnTo>
                      <a:pt x="484" y="186"/>
                    </a:lnTo>
                    <a:lnTo>
                      <a:pt x="484" y="182"/>
                    </a:lnTo>
                    <a:lnTo>
                      <a:pt x="486" y="180"/>
                    </a:lnTo>
                    <a:lnTo>
                      <a:pt x="486" y="176"/>
                    </a:lnTo>
                    <a:lnTo>
                      <a:pt x="484" y="174"/>
                    </a:lnTo>
                    <a:lnTo>
                      <a:pt x="484" y="174"/>
                    </a:lnTo>
                    <a:lnTo>
                      <a:pt x="482" y="168"/>
                    </a:lnTo>
                    <a:lnTo>
                      <a:pt x="482" y="168"/>
                    </a:lnTo>
                    <a:lnTo>
                      <a:pt x="480" y="166"/>
                    </a:lnTo>
                    <a:lnTo>
                      <a:pt x="476" y="164"/>
                    </a:lnTo>
                    <a:lnTo>
                      <a:pt x="474" y="162"/>
                    </a:lnTo>
                    <a:lnTo>
                      <a:pt x="476" y="154"/>
                    </a:lnTo>
                    <a:lnTo>
                      <a:pt x="476" y="154"/>
                    </a:lnTo>
                    <a:lnTo>
                      <a:pt x="468" y="148"/>
                    </a:lnTo>
                    <a:lnTo>
                      <a:pt x="468" y="148"/>
                    </a:lnTo>
                    <a:lnTo>
                      <a:pt x="468" y="144"/>
                    </a:lnTo>
                    <a:lnTo>
                      <a:pt x="460" y="142"/>
                    </a:lnTo>
                    <a:lnTo>
                      <a:pt x="460" y="142"/>
                    </a:lnTo>
                    <a:lnTo>
                      <a:pt x="460" y="142"/>
                    </a:lnTo>
                    <a:lnTo>
                      <a:pt x="458" y="144"/>
                    </a:lnTo>
                    <a:lnTo>
                      <a:pt x="458" y="144"/>
                    </a:lnTo>
                    <a:lnTo>
                      <a:pt x="456" y="142"/>
                    </a:lnTo>
                    <a:lnTo>
                      <a:pt x="456" y="142"/>
                    </a:lnTo>
                    <a:lnTo>
                      <a:pt x="456" y="138"/>
                    </a:lnTo>
                    <a:lnTo>
                      <a:pt x="456" y="138"/>
                    </a:lnTo>
                    <a:lnTo>
                      <a:pt x="450" y="138"/>
                    </a:lnTo>
                    <a:lnTo>
                      <a:pt x="450" y="138"/>
                    </a:lnTo>
                    <a:lnTo>
                      <a:pt x="444" y="134"/>
                    </a:lnTo>
                    <a:lnTo>
                      <a:pt x="442" y="134"/>
                    </a:lnTo>
                    <a:lnTo>
                      <a:pt x="442" y="134"/>
                    </a:lnTo>
                    <a:lnTo>
                      <a:pt x="442" y="128"/>
                    </a:lnTo>
                    <a:lnTo>
                      <a:pt x="442" y="126"/>
                    </a:lnTo>
                    <a:lnTo>
                      <a:pt x="442" y="126"/>
                    </a:lnTo>
                    <a:lnTo>
                      <a:pt x="442" y="116"/>
                    </a:lnTo>
                    <a:lnTo>
                      <a:pt x="440" y="104"/>
                    </a:lnTo>
                    <a:lnTo>
                      <a:pt x="440" y="104"/>
                    </a:lnTo>
                    <a:lnTo>
                      <a:pt x="438" y="100"/>
                    </a:lnTo>
                    <a:lnTo>
                      <a:pt x="438" y="100"/>
                    </a:lnTo>
                    <a:lnTo>
                      <a:pt x="438" y="96"/>
                    </a:lnTo>
                    <a:lnTo>
                      <a:pt x="438" y="96"/>
                    </a:lnTo>
                    <a:lnTo>
                      <a:pt x="434" y="90"/>
                    </a:lnTo>
                    <a:lnTo>
                      <a:pt x="430" y="86"/>
                    </a:lnTo>
                    <a:lnTo>
                      <a:pt x="430" y="86"/>
                    </a:lnTo>
                    <a:lnTo>
                      <a:pt x="430" y="76"/>
                    </a:lnTo>
                    <a:lnTo>
                      <a:pt x="430" y="64"/>
                    </a:lnTo>
                    <a:lnTo>
                      <a:pt x="430" y="64"/>
                    </a:lnTo>
                    <a:lnTo>
                      <a:pt x="430" y="64"/>
                    </a:lnTo>
                    <a:lnTo>
                      <a:pt x="430" y="62"/>
                    </a:lnTo>
                    <a:lnTo>
                      <a:pt x="430" y="62"/>
                    </a:lnTo>
                    <a:lnTo>
                      <a:pt x="428" y="62"/>
                    </a:lnTo>
                    <a:lnTo>
                      <a:pt x="426" y="64"/>
                    </a:lnTo>
                    <a:lnTo>
                      <a:pt x="426" y="64"/>
                    </a:lnTo>
                    <a:lnTo>
                      <a:pt x="418" y="52"/>
                    </a:lnTo>
                    <a:lnTo>
                      <a:pt x="418" y="52"/>
                    </a:lnTo>
                    <a:lnTo>
                      <a:pt x="410" y="60"/>
                    </a:lnTo>
                    <a:lnTo>
                      <a:pt x="410" y="60"/>
                    </a:lnTo>
                    <a:lnTo>
                      <a:pt x="406" y="56"/>
                    </a:lnTo>
                    <a:lnTo>
                      <a:pt x="406" y="56"/>
                    </a:lnTo>
                    <a:lnTo>
                      <a:pt x="406" y="48"/>
                    </a:lnTo>
                    <a:lnTo>
                      <a:pt x="408" y="42"/>
                    </a:lnTo>
                    <a:lnTo>
                      <a:pt x="408" y="40"/>
                    </a:lnTo>
                    <a:lnTo>
                      <a:pt x="408" y="40"/>
                    </a:lnTo>
                    <a:lnTo>
                      <a:pt x="408" y="38"/>
                    </a:lnTo>
                    <a:lnTo>
                      <a:pt x="406" y="34"/>
                    </a:lnTo>
                    <a:lnTo>
                      <a:pt x="406" y="28"/>
                    </a:lnTo>
                    <a:lnTo>
                      <a:pt x="406" y="28"/>
                    </a:lnTo>
                    <a:lnTo>
                      <a:pt x="402" y="26"/>
                    </a:lnTo>
                    <a:lnTo>
                      <a:pt x="400" y="24"/>
                    </a:lnTo>
                    <a:lnTo>
                      <a:pt x="400" y="24"/>
                    </a:lnTo>
                    <a:lnTo>
                      <a:pt x="400" y="18"/>
                    </a:lnTo>
                    <a:lnTo>
                      <a:pt x="400" y="18"/>
                    </a:lnTo>
                    <a:lnTo>
                      <a:pt x="396" y="16"/>
                    </a:lnTo>
                    <a:lnTo>
                      <a:pt x="396" y="16"/>
                    </a:lnTo>
                    <a:lnTo>
                      <a:pt x="396" y="10"/>
                    </a:lnTo>
                    <a:lnTo>
                      <a:pt x="396" y="10"/>
                    </a:lnTo>
                    <a:lnTo>
                      <a:pt x="392" y="6"/>
                    </a:lnTo>
                    <a:lnTo>
                      <a:pt x="392" y="6"/>
                    </a:lnTo>
                    <a:lnTo>
                      <a:pt x="390" y="0"/>
                    </a:lnTo>
                    <a:lnTo>
                      <a:pt x="388" y="0"/>
                    </a:lnTo>
                    <a:lnTo>
                      <a:pt x="388" y="0"/>
                    </a:lnTo>
                    <a:lnTo>
                      <a:pt x="386" y="0"/>
                    </a:lnTo>
                    <a:lnTo>
                      <a:pt x="384" y="0"/>
                    </a:lnTo>
                    <a:lnTo>
                      <a:pt x="384" y="0"/>
                    </a:lnTo>
                    <a:lnTo>
                      <a:pt x="384" y="8"/>
                    </a:lnTo>
                    <a:lnTo>
                      <a:pt x="384" y="16"/>
                    </a:lnTo>
                    <a:lnTo>
                      <a:pt x="384" y="16"/>
                    </a:lnTo>
                    <a:lnTo>
                      <a:pt x="382" y="18"/>
                    </a:lnTo>
                    <a:lnTo>
                      <a:pt x="380" y="22"/>
                    </a:lnTo>
                    <a:lnTo>
                      <a:pt x="380" y="22"/>
                    </a:lnTo>
                    <a:lnTo>
                      <a:pt x="380" y="24"/>
                    </a:lnTo>
                    <a:lnTo>
                      <a:pt x="382" y="24"/>
                    </a:lnTo>
                    <a:lnTo>
                      <a:pt x="382" y="40"/>
                    </a:lnTo>
                    <a:lnTo>
                      <a:pt x="382" y="40"/>
                    </a:lnTo>
                    <a:lnTo>
                      <a:pt x="380" y="42"/>
                    </a:lnTo>
                    <a:lnTo>
                      <a:pt x="378" y="48"/>
                    </a:lnTo>
                    <a:lnTo>
                      <a:pt x="378" y="48"/>
                    </a:lnTo>
                    <a:lnTo>
                      <a:pt x="380" y="66"/>
                    </a:lnTo>
                    <a:lnTo>
                      <a:pt x="380" y="66"/>
                    </a:lnTo>
                    <a:lnTo>
                      <a:pt x="382" y="70"/>
                    </a:lnTo>
                    <a:lnTo>
                      <a:pt x="382" y="70"/>
                    </a:lnTo>
                    <a:lnTo>
                      <a:pt x="378" y="72"/>
                    </a:lnTo>
                    <a:lnTo>
                      <a:pt x="378" y="72"/>
                    </a:lnTo>
                    <a:lnTo>
                      <a:pt x="378" y="78"/>
                    </a:lnTo>
                    <a:lnTo>
                      <a:pt x="378" y="82"/>
                    </a:lnTo>
                    <a:lnTo>
                      <a:pt x="378" y="82"/>
                    </a:lnTo>
                    <a:lnTo>
                      <a:pt x="376" y="86"/>
                    </a:lnTo>
                    <a:lnTo>
                      <a:pt x="374" y="90"/>
                    </a:lnTo>
                    <a:lnTo>
                      <a:pt x="374" y="90"/>
                    </a:lnTo>
                    <a:lnTo>
                      <a:pt x="374" y="92"/>
                    </a:lnTo>
                    <a:lnTo>
                      <a:pt x="374" y="96"/>
                    </a:lnTo>
                    <a:lnTo>
                      <a:pt x="370" y="102"/>
                    </a:lnTo>
                    <a:lnTo>
                      <a:pt x="370" y="102"/>
                    </a:lnTo>
                    <a:lnTo>
                      <a:pt x="370" y="110"/>
                    </a:lnTo>
                    <a:lnTo>
                      <a:pt x="370" y="110"/>
                    </a:lnTo>
                    <a:lnTo>
                      <a:pt x="364" y="112"/>
                    </a:lnTo>
                    <a:lnTo>
                      <a:pt x="358" y="112"/>
                    </a:lnTo>
                    <a:lnTo>
                      <a:pt x="354" y="112"/>
                    </a:lnTo>
                    <a:lnTo>
                      <a:pt x="354" y="110"/>
                    </a:lnTo>
                    <a:lnTo>
                      <a:pt x="354" y="110"/>
                    </a:lnTo>
                    <a:lnTo>
                      <a:pt x="354" y="110"/>
                    </a:lnTo>
                    <a:lnTo>
                      <a:pt x="348" y="100"/>
                    </a:lnTo>
                    <a:lnTo>
                      <a:pt x="348" y="100"/>
                    </a:lnTo>
                    <a:lnTo>
                      <a:pt x="346" y="98"/>
                    </a:lnTo>
                    <a:lnTo>
                      <a:pt x="342" y="98"/>
                    </a:lnTo>
                    <a:lnTo>
                      <a:pt x="342" y="98"/>
                    </a:lnTo>
                    <a:lnTo>
                      <a:pt x="336" y="92"/>
                    </a:lnTo>
                    <a:lnTo>
                      <a:pt x="332" y="86"/>
                    </a:lnTo>
                    <a:lnTo>
                      <a:pt x="332" y="86"/>
                    </a:lnTo>
                    <a:lnTo>
                      <a:pt x="328" y="84"/>
                    </a:lnTo>
                    <a:lnTo>
                      <a:pt x="324" y="84"/>
                    </a:lnTo>
                    <a:lnTo>
                      <a:pt x="324" y="84"/>
                    </a:lnTo>
                    <a:lnTo>
                      <a:pt x="322" y="82"/>
                    </a:lnTo>
                    <a:lnTo>
                      <a:pt x="318" y="78"/>
                    </a:lnTo>
                    <a:lnTo>
                      <a:pt x="318" y="78"/>
                    </a:lnTo>
                    <a:lnTo>
                      <a:pt x="314" y="78"/>
                    </a:lnTo>
                    <a:lnTo>
                      <a:pt x="314" y="78"/>
                    </a:lnTo>
                    <a:lnTo>
                      <a:pt x="310" y="72"/>
                    </a:lnTo>
                    <a:lnTo>
                      <a:pt x="310" y="72"/>
                    </a:lnTo>
                    <a:lnTo>
                      <a:pt x="306" y="72"/>
                    </a:lnTo>
                    <a:lnTo>
                      <a:pt x="306" y="72"/>
                    </a:lnTo>
                    <a:lnTo>
                      <a:pt x="300" y="66"/>
                    </a:lnTo>
                    <a:lnTo>
                      <a:pt x="300" y="66"/>
                    </a:lnTo>
                    <a:lnTo>
                      <a:pt x="300" y="60"/>
                    </a:lnTo>
                    <a:lnTo>
                      <a:pt x="302" y="52"/>
                    </a:lnTo>
                    <a:lnTo>
                      <a:pt x="302" y="52"/>
                    </a:lnTo>
                    <a:lnTo>
                      <a:pt x="304" y="50"/>
                    </a:lnTo>
                    <a:lnTo>
                      <a:pt x="304" y="50"/>
                    </a:lnTo>
                    <a:lnTo>
                      <a:pt x="304" y="44"/>
                    </a:lnTo>
                    <a:lnTo>
                      <a:pt x="304" y="38"/>
                    </a:lnTo>
                    <a:lnTo>
                      <a:pt x="304" y="38"/>
                    </a:lnTo>
                    <a:lnTo>
                      <a:pt x="310" y="40"/>
                    </a:lnTo>
                    <a:lnTo>
                      <a:pt x="312" y="38"/>
                    </a:lnTo>
                    <a:lnTo>
                      <a:pt x="312" y="36"/>
                    </a:lnTo>
                    <a:lnTo>
                      <a:pt x="310" y="30"/>
                    </a:lnTo>
                    <a:lnTo>
                      <a:pt x="310" y="30"/>
                    </a:lnTo>
                    <a:lnTo>
                      <a:pt x="318" y="26"/>
                    </a:lnTo>
                    <a:lnTo>
                      <a:pt x="318" y="26"/>
                    </a:lnTo>
                    <a:lnTo>
                      <a:pt x="318" y="22"/>
                    </a:lnTo>
                    <a:lnTo>
                      <a:pt x="318" y="22"/>
                    </a:lnTo>
                    <a:lnTo>
                      <a:pt x="316" y="22"/>
                    </a:lnTo>
                    <a:lnTo>
                      <a:pt x="316" y="22"/>
                    </a:lnTo>
                    <a:lnTo>
                      <a:pt x="316" y="20"/>
                    </a:lnTo>
                    <a:lnTo>
                      <a:pt x="314" y="20"/>
                    </a:lnTo>
                    <a:lnTo>
                      <a:pt x="314" y="20"/>
                    </a:lnTo>
                    <a:lnTo>
                      <a:pt x="316" y="16"/>
                    </a:lnTo>
                    <a:lnTo>
                      <a:pt x="316" y="16"/>
                    </a:lnTo>
                    <a:lnTo>
                      <a:pt x="308" y="20"/>
                    </a:lnTo>
                    <a:lnTo>
                      <a:pt x="308" y="20"/>
                    </a:lnTo>
                    <a:lnTo>
                      <a:pt x="308" y="22"/>
                    </a:lnTo>
                    <a:lnTo>
                      <a:pt x="308" y="22"/>
                    </a:lnTo>
                    <a:lnTo>
                      <a:pt x="302" y="16"/>
                    </a:lnTo>
                    <a:lnTo>
                      <a:pt x="302" y="16"/>
                    </a:lnTo>
                    <a:lnTo>
                      <a:pt x="298" y="16"/>
                    </a:lnTo>
                    <a:lnTo>
                      <a:pt x="296" y="18"/>
                    </a:lnTo>
                    <a:lnTo>
                      <a:pt x="296" y="18"/>
                    </a:lnTo>
                    <a:lnTo>
                      <a:pt x="292" y="18"/>
                    </a:lnTo>
                    <a:lnTo>
                      <a:pt x="290" y="16"/>
                    </a:lnTo>
                    <a:lnTo>
                      <a:pt x="290" y="16"/>
                    </a:lnTo>
                    <a:lnTo>
                      <a:pt x="286" y="16"/>
                    </a:lnTo>
                    <a:lnTo>
                      <a:pt x="282" y="18"/>
                    </a:lnTo>
                    <a:lnTo>
                      <a:pt x="280" y="14"/>
                    </a:lnTo>
                    <a:lnTo>
                      <a:pt x="280" y="14"/>
                    </a:lnTo>
                    <a:lnTo>
                      <a:pt x="278" y="14"/>
                    </a:lnTo>
                    <a:lnTo>
                      <a:pt x="274" y="16"/>
                    </a:lnTo>
                    <a:lnTo>
                      <a:pt x="274" y="16"/>
                    </a:lnTo>
                    <a:lnTo>
                      <a:pt x="272" y="12"/>
                    </a:lnTo>
                    <a:lnTo>
                      <a:pt x="272" y="10"/>
                    </a:lnTo>
                    <a:lnTo>
                      <a:pt x="272" y="10"/>
                    </a:lnTo>
                    <a:lnTo>
                      <a:pt x="264" y="12"/>
                    </a:lnTo>
                    <a:lnTo>
                      <a:pt x="264" y="12"/>
                    </a:lnTo>
                    <a:lnTo>
                      <a:pt x="260" y="8"/>
                    </a:lnTo>
                    <a:lnTo>
                      <a:pt x="258" y="6"/>
                    </a:lnTo>
                    <a:lnTo>
                      <a:pt x="256" y="6"/>
                    </a:lnTo>
                    <a:lnTo>
                      <a:pt x="250" y="4"/>
                    </a:lnTo>
                    <a:lnTo>
                      <a:pt x="250" y="4"/>
                    </a:lnTo>
                    <a:lnTo>
                      <a:pt x="250" y="6"/>
                    </a:lnTo>
                    <a:lnTo>
                      <a:pt x="250" y="6"/>
                    </a:lnTo>
                    <a:lnTo>
                      <a:pt x="254" y="12"/>
                    </a:lnTo>
                    <a:lnTo>
                      <a:pt x="254" y="12"/>
                    </a:lnTo>
                    <a:lnTo>
                      <a:pt x="260" y="12"/>
                    </a:lnTo>
                    <a:lnTo>
                      <a:pt x="260" y="12"/>
                    </a:lnTo>
                    <a:lnTo>
                      <a:pt x="262" y="14"/>
                    </a:lnTo>
                    <a:lnTo>
                      <a:pt x="262" y="16"/>
                    </a:lnTo>
                    <a:lnTo>
                      <a:pt x="264" y="22"/>
                    </a:lnTo>
                    <a:lnTo>
                      <a:pt x="262" y="22"/>
                    </a:lnTo>
                    <a:lnTo>
                      <a:pt x="262" y="22"/>
                    </a:lnTo>
                    <a:lnTo>
                      <a:pt x="260" y="26"/>
                    </a:lnTo>
                    <a:lnTo>
                      <a:pt x="260" y="26"/>
                    </a:lnTo>
                    <a:lnTo>
                      <a:pt x="254" y="22"/>
                    </a:lnTo>
                    <a:lnTo>
                      <a:pt x="250" y="20"/>
                    </a:lnTo>
                    <a:lnTo>
                      <a:pt x="246" y="22"/>
                    </a:lnTo>
                    <a:lnTo>
                      <a:pt x="246" y="22"/>
                    </a:lnTo>
                    <a:lnTo>
                      <a:pt x="244" y="24"/>
                    </a:lnTo>
                    <a:lnTo>
                      <a:pt x="244" y="24"/>
                    </a:lnTo>
                    <a:lnTo>
                      <a:pt x="244" y="20"/>
                    </a:lnTo>
                    <a:lnTo>
                      <a:pt x="242" y="20"/>
                    </a:lnTo>
                    <a:lnTo>
                      <a:pt x="242" y="20"/>
                    </a:lnTo>
                    <a:lnTo>
                      <a:pt x="238" y="24"/>
                    </a:lnTo>
                    <a:lnTo>
                      <a:pt x="232" y="22"/>
                    </a:lnTo>
                    <a:lnTo>
                      <a:pt x="232" y="22"/>
                    </a:lnTo>
                    <a:lnTo>
                      <a:pt x="234" y="28"/>
                    </a:lnTo>
                    <a:lnTo>
                      <a:pt x="234" y="28"/>
                    </a:lnTo>
                    <a:lnTo>
                      <a:pt x="228" y="30"/>
                    </a:lnTo>
                    <a:lnTo>
                      <a:pt x="228" y="30"/>
                    </a:lnTo>
                    <a:lnTo>
                      <a:pt x="228" y="32"/>
                    </a:lnTo>
                    <a:lnTo>
                      <a:pt x="228" y="32"/>
                    </a:lnTo>
                    <a:lnTo>
                      <a:pt x="228" y="32"/>
                    </a:lnTo>
                    <a:lnTo>
                      <a:pt x="228" y="32"/>
                    </a:lnTo>
                    <a:lnTo>
                      <a:pt x="232" y="40"/>
                    </a:lnTo>
                    <a:lnTo>
                      <a:pt x="232" y="40"/>
                    </a:lnTo>
                    <a:lnTo>
                      <a:pt x="228" y="40"/>
                    </a:lnTo>
                    <a:lnTo>
                      <a:pt x="224" y="42"/>
                    </a:lnTo>
                    <a:lnTo>
                      <a:pt x="224" y="50"/>
                    </a:lnTo>
                    <a:lnTo>
                      <a:pt x="224" y="50"/>
                    </a:lnTo>
                    <a:lnTo>
                      <a:pt x="218" y="50"/>
                    </a:lnTo>
                    <a:lnTo>
                      <a:pt x="218" y="50"/>
                    </a:lnTo>
                    <a:lnTo>
                      <a:pt x="218" y="56"/>
                    </a:lnTo>
                    <a:lnTo>
                      <a:pt x="218" y="60"/>
                    </a:lnTo>
                    <a:lnTo>
                      <a:pt x="220" y="62"/>
                    </a:lnTo>
                    <a:lnTo>
                      <a:pt x="220" y="62"/>
                    </a:lnTo>
                    <a:lnTo>
                      <a:pt x="222" y="62"/>
                    </a:lnTo>
                    <a:lnTo>
                      <a:pt x="224" y="64"/>
                    </a:lnTo>
                    <a:lnTo>
                      <a:pt x="224" y="64"/>
                    </a:lnTo>
                    <a:lnTo>
                      <a:pt x="224" y="68"/>
                    </a:lnTo>
                    <a:lnTo>
                      <a:pt x="224" y="68"/>
                    </a:lnTo>
                    <a:lnTo>
                      <a:pt x="214" y="66"/>
                    </a:lnTo>
                    <a:lnTo>
                      <a:pt x="214" y="64"/>
                    </a:lnTo>
                    <a:lnTo>
                      <a:pt x="214" y="64"/>
                    </a:lnTo>
                    <a:lnTo>
                      <a:pt x="208" y="62"/>
                    </a:lnTo>
                    <a:lnTo>
                      <a:pt x="204" y="62"/>
                    </a:lnTo>
                    <a:lnTo>
                      <a:pt x="204" y="64"/>
                    </a:lnTo>
                    <a:lnTo>
                      <a:pt x="202" y="72"/>
                    </a:lnTo>
                    <a:lnTo>
                      <a:pt x="202" y="72"/>
                    </a:lnTo>
                    <a:lnTo>
                      <a:pt x="200" y="72"/>
                    </a:lnTo>
                    <a:lnTo>
                      <a:pt x="200" y="72"/>
                    </a:lnTo>
                    <a:lnTo>
                      <a:pt x="200" y="72"/>
                    </a:lnTo>
                    <a:lnTo>
                      <a:pt x="198" y="72"/>
                    </a:lnTo>
                    <a:lnTo>
                      <a:pt x="198" y="70"/>
                    </a:lnTo>
                    <a:lnTo>
                      <a:pt x="200" y="66"/>
                    </a:lnTo>
                    <a:lnTo>
                      <a:pt x="200" y="66"/>
                    </a:lnTo>
                    <a:lnTo>
                      <a:pt x="200" y="58"/>
                    </a:lnTo>
                    <a:lnTo>
                      <a:pt x="198" y="58"/>
                    </a:lnTo>
                    <a:lnTo>
                      <a:pt x="198" y="58"/>
                    </a:lnTo>
                    <a:lnTo>
                      <a:pt x="196" y="54"/>
                    </a:lnTo>
                    <a:lnTo>
                      <a:pt x="194" y="54"/>
                    </a:lnTo>
                    <a:lnTo>
                      <a:pt x="194" y="54"/>
                    </a:lnTo>
                    <a:lnTo>
                      <a:pt x="194" y="48"/>
                    </a:lnTo>
                    <a:lnTo>
                      <a:pt x="194" y="48"/>
                    </a:lnTo>
                    <a:lnTo>
                      <a:pt x="190" y="46"/>
                    </a:lnTo>
                    <a:lnTo>
                      <a:pt x="184" y="46"/>
                    </a:lnTo>
                    <a:lnTo>
                      <a:pt x="180" y="48"/>
                    </a:lnTo>
                    <a:lnTo>
                      <a:pt x="176" y="50"/>
                    </a:lnTo>
                    <a:lnTo>
                      <a:pt x="176" y="50"/>
                    </a:lnTo>
                    <a:lnTo>
                      <a:pt x="176" y="48"/>
                    </a:lnTo>
                    <a:lnTo>
                      <a:pt x="176" y="46"/>
                    </a:lnTo>
                    <a:lnTo>
                      <a:pt x="176" y="46"/>
                    </a:lnTo>
                    <a:lnTo>
                      <a:pt x="174" y="58"/>
                    </a:lnTo>
                    <a:lnTo>
                      <a:pt x="174" y="58"/>
                    </a:lnTo>
                    <a:lnTo>
                      <a:pt x="172" y="56"/>
                    </a:lnTo>
                    <a:lnTo>
                      <a:pt x="172" y="56"/>
                    </a:lnTo>
                    <a:lnTo>
                      <a:pt x="172" y="54"/>
                    </a:lnTo>
                    <a:lnTo>
                      <a:pt x="172" y="54"/>
                    </a:lnTo>
                    <a:lnTo>
                      <a:pt x="170" y="58"/>
                    </a:lnTo>
                    <a:lnTo>
                      <a:pt x="170" y="58"/>
                    </a:lnTo>
                    <a:lnTo>
                      <a:pt x="168" y="58"/>
                    </a:lnTo>
                    <a:lnTo>
                      <a:pt x="166" y="58"/>
                    </a:lnTo>
                    <a:lnTo>
                      <a:pt x="166" y="58"/>
                    </a:lnTo>
                    <a:lnTo>
                      <a:pt x="164" y="60"/>
                    </a:lnTo>
                    <a:lnTo>
                      <a:pt x="164" y="62"/>
                    </a:lnTo>
                    <a:lnTo>
                      <a:pt x="166" y="62"/>
                    </a:lnTo>
                    <a:lnTo>
                      <a:pt x="166" y="62"/>
                    </a:lnTo>
                    <a:lnTo>
                      <a:pt x="166" y="62"/>
                    </a:lnTo>
                    <a:lnTo>
                      <a:pt x="168" y="62"/>
                    </a:lnTo>
                    <a:lnTo>
                      <a:pt x="168" y="62"/>
                    </a:lnTo>
                    <a:lnTo>
                      <a:pt x="168" y="66"/>
                    </a:lnTo>
                    <a:lnTo>
                      <a:pt x="168" y="66"/>
                    </a:lnTo>
                    <a:lnTo>
                      <a:pt x="164" y="66"/>
                    </a:lnTo>
                    <a:lnTo>
                      <a:pt x="162" y="66"/>
                    </a:lnTo>
                    <a:lnTo>
                      <a:pt x="162" y="66"/>
                    </a:lnTo>
                    <a:lnTo>
                      <a:pt x="164" y="72"/>
                    </a:lnTo>
                    <a:lnTo>
                      <a:pt x="164" y="72"/>
                    </a:lnTo>
                    <a:lnTo>
                      <a:pt x="160" y="70"/>
                    </a:lnTo>
                    <a:lnTo>
                      <a:pt x="154" y="72"/>
                    </a:lnTo>
                    <a:lnTo>
                      <a:pt x="154" y="72"/>
                    </a:lnTo>
                    <a:lnTo>
                      <a:pt x="154" y="80"/>
                    </a:lnTo>
                    <a:lnTo>
                      <a:pt x="152" y="86"/>
                    </a:lnTo>
                    <a:lnTo>
                      <a:pt x="152" y="86"/>
                    </a:lnTo>
                    <a:lnTo>
                      <a:pt x="146" y="84"/>
                    </a:lnTo>
                    <a:lnTo>
                      <a:pt x="146" y="84"/>
                    </a:lnTo>
                    <a:lnTo>
                      <a:pt x="146" y="80"/>
                    </a:lnTo>
                    <a:lnTo>
                      <a:pt x="144" y="80"/>
                    </a:lnTo>
                    <a:lnTo>
                      <a:pt x="144" y="80"/>
                    </a:lnTo>
                    <a:lnTo>
                      <a:pt x="144" y="82"/>
                    </a:lnTo>
                    <a:lnTo>
                      <a:pt x="142" y="82"/>
                    </a:lnTo>
                    <a:lnTo>
                      <a:pt x="142" y="82"/>
                    </a:lnTo>
                    <a:lnTo>
                      <a:pt x="140" y="90"/>
                    </a:lnTo>
                    <a:lnTo>
                      <a:pt x="142" y="96"/>
                    </a:lnTo>
                    <a:lnTo>
                      <a:pt x="142" y="96"/>
                    </a:lnTo>
                    <a:lnTo>
                      <a:pt x="144" y="98"/>
                    </a:lnTo>
                    <a:lnTo>
                      <a:pt x="144" y="98"/>
                    </a:lnTo>
                    <a:lnTo>
                      <a:pt x="140" y="100"/>
                    </a:lnTo>
                    <a:lnTo>
                      <a:pt x="140" y="100"/>
                    </a:lnTo>
                    <a:lnTo>
                      <a:pt x="140" y="104"/>
                    </a:lnTo>
                    <a:lnTo>
                      <a:pt x="140" y="104"/>
                    </a:lnTo>
                    <a:lnTo>
                      <a:pt x="138" y="100"/>
                    </a:lnTo>
                    <a:lnTo>
                      <a:pt x="136" y="98"/>
                    </a:lnTo>
                    <a:lnTo>
                      <a:pt x="136" y="98"/>
                    </a:lnTo>
                    <a:lnTo>
                      <a:pt x="136" y="94"/>
                    </a:lnTo>
                    <a:lnTo>
                      <a:pt x="134" y="90"/>
                    </a:lnTo>
                    <a:lnTo>
                      <a:pt x="134" y="90"/>
                    </a:lnTo>
                    <a:lnTo>
                      <a:pt x="132" y="88"/>
                    </a:lnTo>
                    <a:lnTo>
                      <a:pt x="132" y="88"/>
                    </a:lnTo>
                    <a:lnTo>
                      <a:pt x="132" y="92"/>
                    </a:lnTo>
                    <a:lnTo>
                      <a:pt x="132" y="92"/>
                    </a:lnTo>
                    <a:lnTo>
                      <a:pt x="126" y="96"/>
                    </a:lnTo>
                    <a:lnTo>
                      <a:pt x="126" y="96"/>
                    </a:lnTo>
                    <a:lnTo>
                      <a:pt x="124" y="100"/>
                    </a:lnTo>
                    <a:lnTo>
                      <a:pt x="124" y="104"/>
                    </a:lnTo>
                    <a:lnTo>
                      <a:pt x="124" y="110"/>
                    </a:lnTo>
                    <a:lnTo>
                      <a:pt x="122" y="110"/>
                    </a:lnTo>
                    <a:lnTo>
                      <a:pt x="122" y="110"/>
                    </a:lnTo>
                    <a:lnTo>
                      <a:pt x="122" y="114"/>
                    </a:lnTo>
                    <a:lnTo>
                      <a:pt x="124" y="114"/>
                    </a:lnTo>
                    <a:lnTo>
                      <a:pt x="124" y="114"/>
                    </a:lnTo>
                    <a:lnTo>
                      <a:pt x="124" y="120"/>
                    </a:lnTo>
                    <a:lnTo>
                      <a:pt x="124" y="120"/>
                    </a:lnTo>
                    <a:lnTo>
                      <a:pt x="120" y="122"/>
                    </a:lnTo>
                    <a:lnTo>
                      <a:pt x="116" y="124"/>
                    </a:lnTo>
                    <a:lnTo>
                      <a:pt x="116" y="124"/>
                    </a:lnTo>
                    <a:lnTo>
                      <a:pt x="116" y="128"/>
                    </a:lnTo>
                    <a:lnTo>
                      <a:pt x="116" y="128"/>
                    </a:lnTo>
                    <a:lnTo>
                      <a:pt x="106" y="138"/>
                    </a:lnTo>
                    <a:lnTo>
                      <a:pt x="106" y="138"/>
                    </a:lnTo>
                    <a:lnTo>
                      <a:pt x="100" y="140"/>
                    </a:lnTo>
                    <a:lnTo>
                      <a:pt x="92" y="142"/>
                    </a:lnTo>
                    <a:lnTo>
                      <a:pt x="92" y="142"/>
                    </a:lnTo>
                    <a:lnTo>
                      <a:pt x="86" y="146"/>
                    </a:lnTo>
                    <a:lnTo>
                      <a:pt x="86" y="146"/>
                    </a:lnTo>
                    <a:lnTo>
                      <a:pt x="82" y="146"/>
                    </a:lnTo>
                    <a:lnTo>
                      <a:pt x="80" y="144"/>
                    </a:lnTo>
                    <a:lnTo>
                      <a:pt x="80" y="144"/>
                    </a:lnTo>
                    <a:lnTo>
                      <a:pt x="78" y="146"/>
                    </a:lnTo>
                    <a:lnTo>
                      <a:pt x="76" y="150"/>
                    </a:lnTo>
                    <a:lnTo>
                      <a:pt x="76" y="152"/>
                    </a:lnTo>
                    <a:lnTo>
                      <a:pt x="74" y="154"/>
                    </a:lnTo>
                    <a:lnTo>
                      <a:pt x="74" y="154"/>
                    </a:lnTo>
                    <a:lnTo>
                      <a:pt x="70" y="154"/>
                    </a:lnTo>
                    <a:lnTo>
                      <a:pt x="66" y="156"/>
                    </a:lnTo>
                    <a:lnTo>
                      <a:pt x="66" y="156"/>
                    </a:lnTo>
                    <a:lnTo>
                      <a:pt x="64" y="158"/>
                    </a:lnTo>
                    <a:lnTo>
                      <a:pt x="64" y="158"/>
                    </a:lnTo>
                    <a:lnTo>
                      <a:pt x="60" y="160"/>
                    </a:lnTo>
                    <a:lnTo>
                      <a:pt x="58" y="160"/>
                    </a:lnTo>
                    <a:lnTo>
                      <a:pt x="52" y="158"/>
                    </a:lnTo>
                    <a:lnTo>
                      <a:pt x="52" y="158"/>
                    </a:lnTo>
                    <a:lnTo>
                      <a:pt x="48" y="162"/>
                    </a:lnTo>
                    <a:lnTo>
                      <a:pt x="48" y="162"/>
                    </a:lnTo>
                    <a:lnTo>
                      <a:pt x="42" y="162"/>
                    </a:lnTo>
                    <a:lnTo>
                      <a:pt x="42" y="162"/>
                    </a:lnTo>
                    <a:lnTo>
                      <a:pt x="40" y="164"/>
                    </a:lnTo>
                    <a:lnTo>
                      <a:pt x="38" y="168"/>
                    </a:lnTo>
                    <a:lnTo>
                      <a:pt x="36" y="170"/>
                    </a:lnTo>
                    <a:lnTo>
                      <a:pt x="34" y="172"/>
                    </a:lnTo>
                    <a:lnTo>
                      <a:pt x="32" y="172"/>
                    </a:lnTo>
                    <a:lnTo>
                      <a:pt x="32" y="172"/>
                    </a:lnTo>
                    <a:lnTo>
                      <a:pt x="32" y="176"/>
                    </a:lnTo>
                    <a:lnTo>
                      <a:pt x="32" y="176"/>
                    </a:lnTo>
                    <a:lnTo>
                      <a:pt x="28" y="176"/>
                    </a:lnTo>
                    <a:lnTo>
                      <a:pt x="28" y="176"/>
                    </a:lnTo>
                    <a:lnTo>
                      <a:pt x="24" y="180"/>
                    </a:lnTo>
                    <a:lnTo>
                      <a:pt x="22" y="184"/>
                    </a:lnTo>
                    <a:lnTo>
                      <a:pt x="22" y="184"/>
                    </a:lnTo>
                    <a:lnTo>
                      <a:pt x="12" y="190"/>
                    </a:lnTo>
                    <a:lnTo>
                      <a:pt x="12" y="190"/>
                    </a:lnTo>
                    <a:lnTo>
                      <a:pt x="12" y="186"/>
                    </a:lnTo>
                    <a:lnTo>
                      <a:pt x="12" y="186"/>
                    </a:lnTo>
                    <a:lnTo>
                      <a:pt x="14" y="184"/>
                    </a:lnTo>
                    <a:lnTo>
                      <a:pt x="12" y="182"/>
                    </a:lnTo>
                    <a:lnTo>
                      <a:pt x="12" y="182"/>
                    </a:lnTo>
                    <a:lnTo>
                      <a:pt x="12" y="180"/>
                    </a:lnTo>
                    <a:lnTo>
                      <a:pt x="12" y="180"/>
                    </a:lnTo>
                    <a:lnTo>
                      <a:pt x="12" y="180"/>
                    </a:lnTo>
                    <a:lnTo>
                      <a:pt x="10" y="184"/>
                    </a:lnTo>
                    <a:lnTo>
                      <a:pt x="10" y="186"/>
                    </a:lnTo>
                    <a:lnTo>
                      <a:pt x="8" y="190"/>
                    </a:lnTo>
                    <a:lnTo>
                      <a:pt x="6" y="192"/>
                    </a:lnTo>
                    <a:lnTo>
                      <a:pt x="6" y="192"/>
                    </a:lnTo>
                    <a:lnTo>
                      <a:pt x="8" y="194"/>
                    </a:lnTo>
                    <a:lnTo>
                      <a:pt x="10" y="198"/>
                    </a:lnTo>
                    <a:lnTo>
                      <a:pt x="10" y="198"/>
                    </a:lnTo>
                    <a:lnTo>
                      <a:pt x="8" y="204"/>
                    </a:lnTo>
                    <a:lnTo>
                      <a:pt x="8" y="204"/>
                    </a:lnTo>
                    <a:lnTo>
                      <a:pt x="10" y="206"/>
                    </a:lnTo>
                    <a:lnTo>
                      <a:pt x="10" y="206"/>
                    </a:lnTo>
                    <a:lnTo>
                      <a:pt x="8" y="212"/>
                    </a:lnTo>
                    <a:lnTo>
                      <a:pt x="6" y="216"/>
                    </a:lnTo>
                    <a:lnTo>
                      <a:pt x="6" y="216"/>
                    </a:lnTo>
                    <a:lnTo>
                      <a:pt x="2" y="216"/>
                    </a:lnTo>
                    <a:lnTo>
                      <a:pt x="2" y="220"/>
                    </a:lnTo>
                    <a:lnTo>
                      <a:pt x="2" y="220"/>
                    </a:lnTo>
                    <a:lnTo>
                      <a:pt x="4" y="222"/>
                    </a:lnTo>
                    <a:lnTo>
                      <a:pt x="4" y="222"/>
                    </a:lnTo>
                    <a:lnTo>
                      <a:pt x="8" y="224"/>
                    </a:lnTo>
                    <a:lnTo>
                      <a:pt x="10" y="228"/>
                    </a:lnTo>
                    <a:lnTo>
                      <a:pt x="10" y="228"/>
                    </a:lnTo>
                    <a:lnTo>
                      <a:pt x="12" y="234"/>
                    </a:lnTo>
                    <a:lnTo>
                      <a:pt x="10" y="238"/>
                    </a:lnTo>
                    <a:lnTo>
                      <a:pt x="10" y="238"/>
                    </a:lnTo>
                    <a:lnTo>
                      <a:pt x="14" y="252"/>
                    </a:lnTo>
                    <a:lnTo>
                      <a:pt x="14" y="252"/>
                    </a:lnTo>
                    <a:lnTo>
                      <a:pt x="8" y="250"/>
                    </a:lnTo>
                    <a:lnTo>
                      <a:pt x="8" y="250"/>
                    </a:lnTo>
                    <a:lnTo>
                      <a:pt x="8" y="246"/>
                    </a:lnTo>
                    <a:lnTo>
                      <a:pt x="6" y="246"/>
                    </a:lnTo>
                    <a:lnTo>
                      <a:pt x="6" y="246"/>
                    </a:lnTo>
                    <a:lnTo>
                      <a:pt x="10" y="262"/>
                    </a:lnTo>
                    <a:lnTo>
                      <a:pt x="10" y="262"/>
                    </a:lnTo>
                    <a:lnTo>
                      <a:pt x="8" y="262"/>
                    </a:lnTo>
                    <a:lnTo>
                      <a:pt x="8" y="262"/>
                    </a:lnTo>
                    <a:lnTo>
                      <a:pt x="6" y="258"/>
                    </a:lnTo>
                    <a:lnTo>
                      <a:pt x="4" y="256"/>
                    </a:lnTo>
                    <a:lnTo>
                      <a:pt x="2" y="246"/>
                    </a:lnTo>
                    <a:lnTo>
                      <a:pt x="0" y="246"/>
                    </a:lnTo>
                    <a:lnTo>
                      <a:pt x="0" y="246"/>
                    </a:lnTo>
                    <a:lnTo>
                      <a:pt x="2" y="252"/>
                    </a:lnTo>
                    <a:lnTo>
                      <a:pt x="2" y="260"/>
                    </a:lnTo>
                    <a:lnTo>
                      <a:pt x="2" y="260"/>
                    </a:lnTo>
                    <a:lnTo>
                      <a:pt x="4" y="260"/>
                    </a:lnTo>
                    <a:lnTo>
                      <a:pt x="4" y="260"/>
                    </a:lnTo>
                    <a:lnTo>
                      <a:pt x="10" y="266"/>
                    </a:lnTo>
                    <a:lnTo>
                      <a:pt x="14" y="272"/>
                    </a:lnTo>
                    <a:lnTo>
                      <a:pt x="14" y="272"/>
                    </a:lnTo>
                    <a:lnTo>
                      <a:pt x="14" y="278"/>
                    </a:lnTo>
                    <a:lnTo>
                      <a:pt x="18" y="278"/>
                    </a:lnTo>
                    <a:lnTo>
                      <a:pt x="18" y="280"/>
                    </a:lnTo>
                    <a:lnTo>
                      <a:pt x="18" y="280"/>
                    </a:lnTo>
                    <a:lnTo>
                      <a:pt x="16" y="282"/>
                    </a:lnTo>
                    <a:lnTo>
                      <a:pt x="16" y="282"/>
                    </a:lnTo>
                    <a:lnTo>
                      <a:pt x="16" y="286"/>
                    </a:lnTo>
                    <a:lnTo>
                      <a:pt x="16" y="286"/>
                    </a:lnTo>
                    <a:lnTo>
                      <a:pt x="20" y="290"/>
                    </a:lnTo>
                    <a:lnTo>
                      <a:pt x="24" y="292"/>
                    </a:lnTo>
                    <a:lnTo>
                      <a:pt x="24" y="292"/>
                    </a:lnTo>
                    <a:lnTo>
                      <a:pt x="22" y="296"/>
                    </a:lnTo>
                    <a:lnTo>
                      <a:pt x="22" y="300"/>
                    </a:lnTo>
                    <a:lnTo>
                      <a:pt x="22" y="300"/>
                    </a:lnTo>
                    <a:lnTo>
                      <a:pt x="26" y="304"/>
                    </a:lnTo>
                    <a:lnTo>
                      <a:pt x="28" y="306"/>
                    </a:lnTo>
                    <a:lnTo>
                      <a:pt x="30" y="310"/>
                    </a:lnTo>
                    <a:lnTo>
                      <a:pt x="30" y="310"/>
                    </a:lnTo>
                    <a:lnTo>
                      <a:pt x="28" y="312"/>
                    </a:lnTo>
                    <a:lnTo>
                      <a:pt x="28" y="312"/>
                    </a:lnTo>
                    <a:lnTo>
                      <a:pt x="28" y="320"/>
                    </a:lnTo>
                    <a:lnTo>
                      <a:pt x="28" y="326"/>
                    </a:lnTo>
                    <a:lnTo>
                      <a:pt x="28" y="326"/>
                    </a:lnTo>
                    <a:lnTo>
                      <a:pt x="32" y="336"/>
                    </a:lnTo>
                    <a:lnTo>
                      <a:pt x="32" y="336"/>
                    </a:lnTo>
                    <a:lnTo>
                      <a:pt x="32" y="340"/>
                    </a:lnTo>
                    <a:lnTo>
                      <a:pt x="34" y="346"/>
                    </a:lnTo>
                    <a:lnTo>
                      <a:pt x="34" y="346"/>
                    </a:lnTo>
                    <a:lnTo>
                      <a:pt x="36" y="350"/>
                    </a:lnTo>
                    <a:lnTo>
                      <a:pt x="36" y="350"/>
                    </a:lnTo>
                    <a:lnTo>
                      <a:pt x="36" y="354"/>
                    </a:lnTo>
                    <a:lnTo>
                      <a:pt x="34" y="356"/>
                    </a:lnTo>
                    <a:lnTo>
                      <a:pt x="34" y="356"/>
                    </a:lnTo>
                    <a:lnTo>
                      <a:pt x="36" y="360"/>
                    </a:lnTo>
                    <a:lnTo>
                      <a:pt x="36" y="360"/>
                    </a:lnTo>
                    <a:lnTo>
                      <a:pt x="36" y="364"/>
                    </a:lnTo>
                    <a:lnTo>
                      <a:pt x="36" y="364"/>
                    </a:lnTo>
                    <a:lnTo>
                      <a:pt x="34" y="366"/>
                    </a:lnTo>
                    <a:lnTo>
                      <a:pt x="34" y="366"/>
                    </a:lnTo>
                    <a:lnTo>
                      <a:pt x="34" y="376"/>
                    </a:lnTo>
                    <a:lnTo>
                      <a:pt x="34" y="384"/>
                    </a:lnTo>
                    <a:lnTo>
                      <a:pt x="34" y="384"/>
                    </a:lnTo>
                    <a:lnTo>
                      <a:pt x="32" y="386"/>
                    </a:lnTo>
                    <a:lnTo>
                      <a:pt x="32" y="386"/>
                    </a:lnTo>
                    <a:lnTo>
                      <a:pt x="28" y="382"/>
                    </a:lnTo>
                    <a:lnTo>
                      <a:pt x="28" y="382"/>
                    </a:lnTo>
                    <a:lnTo>
                      <a:pt x="26" y="382"/>
                    </a:lnTo>
                    <a:lnTo>
                      <a:pt x="24" y="382"/>
                    </a:lnTo>
                    <a:lnTo>
                      <a:pt x="26" y="382"/>
                    </a:lnTo>
                    <a:lnTo>
                      <a:pt x="26" y="382"/>
                    </a:lnTo>
                    <a:lnTo>
                      <a:pt x="26" y="388"/>
                    </a:lnTo>
                    <a:lnTo>
                      <a:pt x="26" y="388"/>
                    </a:lnTo>
                    <a:lnTo>
                      <a:pt x="28" y="392"/>
                    </a:lnTo>
                    <a:lnTo>
                      <a:pt x="32" y="394"/>
                    </a:lnTo>
                    <a:lnTo>
                      <a:pt x="38" y="398"/>
                    </a:lnTo>
                    <a:lnTo>
                      <a:pt x="38" y="398"/>
                    </a:lnTo>
                    <a:lnTo>
                      <a:pt x="40" y="400"/>
                    </a:lnTo>
                    <a:lnTo>
                      <a:pt x="42" y="404"/>
                    </a:lnTo>
                    <a:lnTo>
                      <a:pt x="42" y="404"/>
                    </a:lnTo>
                    <a:lnTo>
                      <a:pt x="46" y="406"/>
                    </a:lnTo>
                    <a:lnTo>
                      <a:pt x="50" y="406"/>
                    </a:lnTo>
                    <a:lnTo>
                      <a:pt x="52" y="404"/>
                    </a:lnTo>
                    <a:lnTo>
                      <a:pt x="52" y="404"/>
                    </a:lnTo>
                    <a:lnTo>
                      <a:pt x="58" y="404"/>
                    </a:lnTo>
                    <a:lnTo>
                      <a:pt x="58" y="404"/>
                    </a:lnTo>
                    <a:lnTo>
                      <a:pt x="60" y="406"/>
                    </a:lnTo>
                    <a:lnTo>
                      <a:pt x="64" y="408"/>
                    </a:lnTo>
                    <a:lnTo>
                      <a:pt x="64" y="408"/>
                    </a:lnTo>
                    <a:lnTo>
                      <a:pt x="64" y="404"/>
                    </a:lnTo>
                    <a:lnTo>
                      <a:pt x="64" y="404"/>
                    </a:lnTo>
                    <a:lnTo>
                      <a:pt x="68" y="406"/>
                    </a:lnTo>
                    <a:lnTo>
                      <a:pt x="68" y="406"/>
                    </a:lnTo>
                    <a:lnTo>
                      <a:pt x="76" y="394"/>
                    </a:lnTo>
                    <a:lnTo>
                      <a:pt x="78" y="394"/>
                    </a:lnTo>
                    <a:lnTo>
                      <a:pt x="78" y="394"/>
                    </a:lnTo>
                    <a:lnTo>
                      <a:pt x="78" y="398"/>
                    </a:lnTo>
                    <a:lnTo>
                      <a:pt x="78" y="398"/>
                    </a:lnTo>
                    <a:lnTo>
                      <a:pt x="82" y="400"/>
                    </a:lnTo>
                    <a:lnTo>
                      <a:pt x="82" y="400"/>
                    </a:lnTo>
                    <a:lnTo>
                      <a:pt x="84" y="396"/>
                    </a:lnTo>
                    <a:lnTo>
                      <a:pt x="84" y="392"/>
                    </a:lnTo>
                    <a:lnTo>
                      <a:pt x="84" y="390"/>
                    </a:lnTo>
                    <a:lnTo>
                      <a:pt x="84" y="390"/>
                    </a:lnTo>
                    <a:lnTo>
                      <a:pt x="88" y="390"/>
                    </a:lnTo>
                    <a:lnTo>
                      <a:pt x="92" y="390"/>
                    </a:lnTo>
                    <a:lnTo>
                      <a:pt x="94" y="388"/>
                    </a:lnTo>
                    <a:lnTo>
                      <a:pt x="94" y="388"/>
                    </a:lnTo>
                    <a:lnTo>
                      <a:pt x="98" y="388"/>
                    </a:lnTo>
                    <a:lnTo>
                      <a:pt x="100" y="388"/>
                    </a:lnTo>
                    <a:lnTo>
                      <a:pt x="100" y="388"/>
                    </a:lnTo>
                    <a:lnTo>
                      <a:pt x="100" y="388"/>
                    </a:lnTo>
                    <a:lnTo>
                      <a:pt x="100" y="386"/>
                    </a:lnTo>
                    <a:lnTo>
                      <a:pt x="100" y="386"/>
                    </a:lnTo>
                    <a:lnTo>
                      <a:pt x="108" y="386"/>
                    </a:lnTo>
                    <a:lnTo>
                      <a:pt x="114" y="388"/>
                    </a:lnTo>
                    <a:lnTo>
                      <a:pt x="114" y="388"/>
                    </a:lnTo>
                    <a:lnTo>
                      <a:pt x="118" y="386"/>
                    </a:lnTo>
                    <a:lnTo>
                      <a:pt x="118" y="386"/>
                    </a:lnTo>
                    <a:lnTo>
                      <a:pt x="122" y="388"/>
                    </a:lnTo>
                    <a:lnTo>
                      <a:pt x="122" y="388"/>
                    </a:lnTo>
                    <a:lnTo>
                      <a:pt x="122" y="388"/>
                    </a:lnTo>
                    <a:lnTo>
                      <a:pt x="122" y="386"/>
                    </a:lnTo>
                    <a:lnTo>
                      <a:pt x="122" y="386"/>
                    </a:lnTo>
                    <a:lnTo>
                      <a:pt x="128" y="386"/>
                    </a:lnTo>
                    <a:lnTo>
                      <a:pt x="128" y="386"/>
                    </a:lnTo>
                    <a:lnTo>
                      <a:pt x="128" y="386"/>
                    </a:lnTo>
                    <a:lnTo>
                      <a:pt x="132" y="386"/>
                    </a:lnTo>
                    <a:lnTo>
                      <a:pt x="132" y="386"/>
                    </a:lnTo>
                    <a:lnTo>
                      <a:pt x="134" y="388"/>
                    </a:lnTo>
                    <a:lnTo>
                      <a:pt x="134" y="388"/>
                    </a:lnTo>
                    <a:lnTo>
                      <a:pt x="136" y="388"/>
                    </a:lnTo>
                    <a:lnTo>
                      <a:pt x="136" y="386"/>
                    </a:lnTo>
                    <a:lnTo>
                      <a:pt x="136" y="386"/>
                    </a:lnTo>
                    <a:lnTo>
                      <a:pt x="138" y="386"/>
                    </a:lnTo>
                    <a:lnTo>
                      <a:pt x="138" y="386"/>
                    </a:lnTo>
                    <a:lnTo>
                      <a:pt x="140" y="386"/>
                    </a:lnTo>
                    <a:lnTo>
                      <a:pt x="140" y="386"/>
                    </a:lnTo>
                    <a:lnTo>
                      <a:pt x="142" y="384"/>
                    </a:lnTo>
                    <a:lnTo>
                      <a:pt x="144" y="380"/>
                    </a:lnTo>
                    <a:lnTo>
                      <a:pt x="146" y="376"/>
                    </a:lnTo>
                    <a:lnTo>
                      <a:pt x="148" y="372"/>
                    </a:lnTo>
                    <a:lnTo>
                      <a:pt x="148" y="372"/>
                    </a:lnTo>
                    <a:lnTo>
                      <a:pt x="154" y="372"/>
                    </a:lnTo>
                    <a:lnTo>
                      <a:pt x="158" y="372"/>
                    </a:lnTo>
                    <a:lnTo>
                      <a:pt x="162" y="366"/>
                    </a:lnTo>
                    <a:lnTo>
                      <a:pt x="162" y="366"/>
                    </a:lnTo>
                    <a:lnTo>
                      <a:pt x="162" y="366"/>
                    </a:lnTo>
                    <a:lnTo>
                      <a:pt x="164" y="366"/>
                    </a:lnTo>
                    <a:lnTo>
                      <a:pt x="164" y="366"/>
                    </a:lnTo>
                    <a:lnTo>
                      <a:pt x="170" y="360"/>
                    </a:lnTo>
                    <a:lnTo>
                      <a:pt x="170" y="360"/>
                    </a:lnTo>
                    <a:lnTo>
                      <a:pt x="186" y="360"/>
                    </a:lnTo>
                    <a:lnTo>
                      <a:pt x="200" y="356"/>
                    </a:lnTo>
                    <a:lnTo>
                      <a:pt x="200" y="354"/>
                    </a:lnTo>
                    <a:lnTo>
                      <a:pt x="200" y="354"/>
                    </a:lnTo>
                    <a:lnTo>
                      <a:pt x="206" y="352"/>
                    </a:lnTo>
                    <a:lnTo>
                      <a:pt x="206" y="352"/>
                    </a:lnTo>
                    <a:lnTo>
                      <a:pt x="210" y="352"/>
                    </a:lnTo>
                    <a:lnTo>
                      <a:pt x="212" y="352"/>
                    </a:lnTo>
                    <a:lnTo>
                      <a:pt x="214" y="350"/>
                    </a:lnTo>
                    <a:lnTo>
                      <a:pt x="214" y="350"/>
                    </a:lnTo>
                    <a:lnTo>
                      <a:pt x="224" y="350"/>
                    </a:lnTo>
                    <a:lnTo>
                      <a:pt x="226" y="348"/>
                    </a:lnTo>
                    <a:lnTo>
                      <a:pt x="226" y="348"/>
                    </a:lnTo>
                    <a:lnTo>
                      <a:pt x="230" y="348"/>
                    </a:lnTo>
                    <a:lnTo>
                      <a:pt x="234" y="348"/>
                    </a:lnTo>
                    <a:lnTo>
                      <a:pt x="234" y="348"/>
                    </a:lnTo>
                    <a:lnTo>
                      <a:pt x="238" y="346"/>
                    </a:lnTo>
                    <a:lnTo>
                      <a:pt x="238" y="346"/>
                    </a:lnTo>
                    <a:lnTo>
                      <a:pt x="240" y="344"/>
                    </a:lnTo>
                    <a:lnTo>
                      <a:pt x="240" y="344"/>
                    </a:lnTo>
                    <a:lnTo>
                      <a:pt x="248" y="350"/>
                    </a:lnTo>
                    <a:lnTo>
                      <a:pt x="250" y="350"/>
                    </a:lnTo>
                    <a:lnTo>
                      <a:pt x="250" y="350"/>
                    </a:lnTo>
                    <a:lnTo>
                      <a:pt x="252" y="354"/>
                    </a:lnTo>
                    <a:lnTo>
                      <a:pt x="252" y="354"/>
                    </a:lnTo>
                    <a:lnTo>
                      <a:pt x="260" y="354"/>
                    </a:lnTo>
                    <a:lnTo>
                      <a:pt x="266" y="354"/>
                    </a:lnTo>
                    <a:lnTo>
                      <a:pt x="266" y="358"/>
                    </a:lnTo>
                    <a:lnTo>
                      <a:pt x="266" y="358"/>
                    </a:lnTo>
                    <a:lnTo>
                      <a:pt x="272" y="354"/>
                    </a:lnTo>
                    <a:lnTo>
                      <a:pt x="272" y="354"/>
                    </a:lnTo>
                    <a:lnTo>
                      <a:pt x="274" y="356"/>
                    </a:lnTo>
                    <a:lnTo>
                      <a:pt x="274" y="358"/>
                    </a:lnTo>
                    <a:lnTo>
                      <a:pt x="274" y="358"/>
                    </a:lnTo>
                    <a:lnTo>
                      <a:pt x="274" y="364"/>
                    </a:lnTo>
                    <a:lnTo>
                      <a:pt x="274" y="364"/>
                    </a:lnTo>
                    <a:lnTo>
                      <a:pt x="280" y="364"/>
                    </a:lnTo>
                    <a:lnTo>
                      <a:pt x="280" y="364"/>
                    </a:lnTo>
                    <a:lnTo>
                      <a:pt x="282" y="366"/>
                    </a:lnTo>
                    <a:lnTo>
                      <a:pt x="282" y="368"/>
                    </a:lnTo>
                    <a:lnTo>
                      <a:pt x="280" y="368"/>
                    </a:lnTo>
                    <a:lnTo>
                      <a:pt x="280" y="368"/>
                    </a:lnTo>
                    <a:lnTo>
                      <a:pt x="278" y="372"/>
                    </a:lnTo>
                    <a:lnTo>
                      <a:pt x="278" y="372"/>
                    </a:lnTo>
                    <a:lnTo>
                      <a:pt x="288" y="376"/>
                    </a:lnTo>
                    <a:lnTo>
                      <a:pt x="288" y="376"/>
                    </a:lnTo>
                    <a:lnTo>
                      <a:pt x="288" y="384"/>
                    </a:lnTo>
                    <a:lnTo>
                      <a:pt x="290" y="390"/>
                    </a:lnTo>
                    <a:lnTo>
                      <a:pt x="290" y="390"/>
                    </a:lnTo>
                    <a:lnTo>
                      <a:pt x="294" y="392"/>
                    </a:lnTo>
                    <a:lnTo>
                      <a:pt x="294" y="392"/>
                    </a:lnTo>
                    <a:lnTo>
                      <a:pt x="294" y="394"/>
                    </a:lnTo>
                    <a:lnTo>
                      <a:pt x="294" y="396"/>
                    </a:lnTo>
                    <a:lnTo>
                      <a:pt x="294" y="396"/>
                    </a:lnTo>
                    <a:lnTo>
                      <a:pt x="298" y="400"/>
                    </a:lnTo>
                    <a:lnTo>
                      <a:pt x="298" y="400"/>
                    </a:lnTo>
                    <a:lnTo>
                      <a:pt x="302" y="398"/>
                    </a:lnTo>
                    <a:lnTo>
                      <a:pt x="302" y="398"/>
                    </a:lnTo>
                    <a:lnTo>
                      <a:pt x="306" y="394"/>
                    </a:lnTo>
                    <a:lnTo>
                      <a:pt x="310" y="388"/>
                    </a:lnTo>
                    <a:lnTo>
                      <a:pt x="310" y="386"/>
                    </a:lnTo>
                    <a:lnTo>
                      <a:pt x="310" y="386"/>
                    </a:lnTo>
                    <a:lnTo>
                      <a:pt x="316" y="384"/>
                    </a:lnTo>
                    <a:lnTo>
                      <a:pt x="322" y="380"/>
                    </a:lnTo>
                    <a:lnTo>
                      <a:pt x="322" y="380"/>
                    </a:lnTo>
                    <a:lnTo>
                      <a:pt x="322" y="374"/>
                    </a:lnTo>
                    <a:lnTo>
                      <a:pt x="322" y="374"/>
                    </a:lnTo>
                    <a:lnTo>
                      <a:pt x="328" y="372"/>
                    </a:lnTo>
                    <a:lnTo>
                      <a:pt x="328" y="372"/>
                    </a:lnTo>
                    <a:lnTo>
                      <a:pt x="326" y="378"/>
                    </a:lnTo>
                    <a:lnTo>
                      <a:pt x="326" y="384"/>
                    </a:lnTo>
                    <a:lnTo>
                      <a:pt x="326" y="384"/>
                    </a:lnTo>
                    <a:lnTo>
                      <a:pt x="322" y="388"/>
                    </a:lnTo>
                    <a:lnTo>
                      <a:pt x="322" y="388"/>
                    </a:lnTo>
                    <a:lnTo>
                      <a:pt x="322" y="396"/>
                    </a:lnTo>
                    <a:lnTo>
                      <a:pt x="322" y="404"/>
                    </a:lnTo>
                    <a:lnTo>
                      <a:pt x="322" y="404"/>
                    </a:lnTo>
                    <a:lnTo>
                      <a:pt x="318" y="408"/>
                    </a:lnTo>
                    <a:lnTo>
                      <a:pt x="318" y="408"/>
                    </a:lnTo>
                    <a:lnTo>
                      <a:pt x="314" y="408"/>
                    </a:lnTo>
                    <a:lnTo>
                      <a:pt x="314" y="408"/>
                    </a:lnTo>
                    <a:lnTo>
                      <a:pt x="314" y="412"/>
                    </a:lnTo>
                    <a:lnTo>
                      <a:pt x="314" y="412"/>
                    </a:lnTo>
                    <a:lnTo>
                      <a:pt x="316" y="412"/>
                    </a:lnTo>
                    <a:lnTo>
                      <a:pt x="316" y="412"/>
                    </a:lnTo>
                    <a:lnTo>
                      <a:pt x="316" y="412"/>
                    </a:lnTo>
                    <a:lnTo>
                      <a:pt x="318" y="410"/>
                    </a:lnTo>
                    <a:lnTo>
                      <a:pt x="318" y="410"/>
                    </a:lnTo>
                    <a:lnTo>
                      <a:pt x="324" y="410"/>
                    </a:lnTo>
                    <a:lnTo>
                      <a:pt x="324" y="410"/>
                    </a:lnTo>
                    <a:lnTo>
                      <a:pt x="326" y="408"/>
                    </a:lnTo>
                    <a:lnTo>
                      <a:pt x="326" y="404"/>
                    </a:lnTo>
                    <a:lnTo>
                      <a:pt x="326" y="400"/>
                    </a:lnTo>
                    <a:lnTo>
                      <a:pt x="328" y="396"/>
                    </a:lnTo>
                    <a:lnTo>
                      <a:pt x="328" y="396"/>
                    </a:lnTo>
                    <a:lnTo>
                      <a:pt x="330" y="394"/>
                    </a:lnTo>
                    <a:lnTo>
                      <a:pt x="332" y="394"/>
                    </a:lnTo>
                    <a:lnTo>
                      <a:pt x="332" y="394"/>
                    </a:lnTo>
                    <a:lnTo>
                      <a:pt x="332" y="400"/>
                    </a:lnTo>
                    <a:lnTo>
                      <a:pt x="332" y="400"/>
                    </a:lnTo>
                    <a:lnTo>
                      <a:pt x="336" y="404"/>
                    </a:lnTo>
                    <a:lnTo>
                      <a:pt x="336" y="404"/>
                    </a:lnTo>
                    <a:lnTo>
                      <a:pt x="336" y="412"/>
                    </a:lnTo>
                    <a:lnTo>
                      <a:pt x="336" y="422"/>
                    </a:lnTo>
                    <a:lnTo>
                      <a:pt x="336" y="422"/>
                    </a:lnTo>
                    <a:lnTo>
                      <a:pt x="340" y="422"/>
                    </a:lnTo>
                    <a:lnTo>
                      <a:pt x="342" y="420"/>
                    </a:lnTo>
                    <a:lnTo>
                      <a:pt x="344" y="418"/>
                    </a:lnTo>
                    <a:lnTo>
                      <a:pt x="344" y="418"/>
                    </a:lnTo>
                    <a:lnTo>
                      <a:pt x="348" y="418"/>
                    </a:lnTo>
                    <a:lnTo>
                      <a:pt x="348" y="418"/>
                    </a:lnTo>
                    <a:lnTo>
                      <a:pt x="348" y="426"/>
                    </a:lnTo>
                    <a:lnTo>
                      <a:pt x="352" y="434"/>
                    </a:lnTo>
                    <a:lnTo>
                      <a:pt x="354" y="434"/>
                    </a:lnTo>
                    <a:lnTo>
                      <a:pt x="354" y="434"/>
                    </a:lnTo>
                    <a:lnTo>
                      <a:pt x="354" y="444"/>
                    </a:lnTo>
                    <a:lnTo>
                      <a:pt x="352" y="448"/>
                    </a:lnTo>
                    <a:lnTo>
                      <a:pt x="352" y="452"/>
                    </a:lnTo>
                    <a:lnTo>
                      <a:pt x="352" y="452"/>
                    </a:lnTo>
                    <a:lnTo>
                      <a:pt x="354" y="456"/>
                    </a:lnTo>
                    <a:lnTo>
                      <a:pt x="358" y="458"/>
                    </a:lnTo>
                    <a:lnTo>
                      <a:pt x="362" y="462"/>
                    </a:lnTo>
                    <a:lnTo>
                      <a:pt x="362" y="462"/>
                    </a:lnTo>
                    <a:lnTo>
                      <a:pt x="362" y="464"/>
                    </a:lnTo>
                    <a:lnTo>
                      <a:pt x="364" y="466"/>
                    </a:lnTo>
                    <a:lnTo>
                      <a:pt x="364" y="466"/>
                    </a:lnTo>
                    <a:lnTo>
                      <a:pt x="368" y="466"/>
                    </a:lnTo>
                    <a:lnTo>
                      <a:pt x="368" y="466"/>
                    </a:lnTo>
                    <a:lnTo>
                      <a:pt x="374" y="470"/>
                    </a:lnTo>
                    <a:lnTo>
                      <a:pt x="376" y="472"/>
                    </a:lnTo>
                    <a:lnTo>
                      <a:pt x="378" y="472"/>
                    </a:lnTo>
                    <a:lnTo>
                      <a:pt x="378" y="472"/>
                    </a:lnTo>
                    <a:lnTo>
                      <a:pt x="380" y="472"/>
                    </a:lnTo>
                    <a:lnTo>
                      <a:pt x="384" y="470"/>
                    </a:lnTo>
                    <a:lnTo>
                      <a:pt x="384" y="470"/>
                    </a:lnTo>
                    <a:close/>
                    <a:moveTo>
                      <a:pt x="416" y="516"/>
                    </a:moveTo>
                    <a:lnTo>
                      <a:pt x="416" y="516"/>
                    </a:lnTo>
                    <a:lnTo>
                      <a:pt x="414" y="524"/>
                    </a:lnTo>
                    <a:lnTo>
                      <a:pt x="416" y="530"/>
                    </a:lnTo>
                    <a:lnTo>
                      <a:pt x="416" y="530"/>
                    </a:lnTo>
                    <a:lnTo>
                      <a:pt x="426" y="544"/>
                    </a:lnTo>
                    <a:lnTo>
                      <a:pt x="426" y="546"/>
                    </a:lnTo>
                    <a:lnTo>
                      <a:pt x="426" y="546"/>
                    </a:lnTo>
                    <a:lnTo>
                      <a:pt x="430" y="546"/>
                    </a:lnTo>
                    <a:lnTo>
                      <a:pt x="430" y="546"/>
                    </a:lnTo>
                    <a:lnTo>
                      <a:pt x="426" y="548"/>
                    </a:lnTo>
                    <a:lnTo>
                      <a:pt x="426" y="548"/>
                    </a:lnTo>
                    <a:lnTo>
                      <a:pt x="426" y="554"/>
                    </a:lnTo>
                    <a:lnTo>
                      <a:pt x="426" y="554"/>
                    </a:lnTo>
                    <a:lnTo>
                      <a:pt x="428" y="558"/>
                    </a:lnTo>
                    <a:lnTo>
                      <a:pt x="432" y="560"/>
                    </a:lnTo>
                    <a:lnTo>
                      <a:pt x="432" y="560"/>
                    </a:lnTo>
                    <a:lnTo>
                      <a:pt x="432" y="564"/>
                    </a:lnTo>
                    <a:lnTo>
                      <a:pt x="434" y="566"/>
                    </a:lnTo>
                    <a:lnTo>
                      <a:pt x="434" y="566"/>
                    </a:lnTo>
                    <a:lnTo>
                      <a:pt x="436" y="566"/>
                    </a:lnTo>
                    <a:lnTo>
                      <a:pt x="438" y="566"/>
                    </a:lnTo>
                    <a:lnTo>
                      <a:pt x="438" y="566"/>
                    </a:lnTo>
                    <a:lnTo>
                      <a:pt x="436" y="568"/>
                    </a:lnTo>
                    <a:lnTo>
                      <a:pt x="436" y="570"/>
                    </a:lnTo>
                    <a:lnTo>
                      <a:pt x="438" y="570"/>
                    </a:lnTo>
                    <a:lnTo>
                      <a:pt x="438" y="572"/>
                    </a:lnTo>
                    <a:lnTo>
                      <a:pt x="438" y="572"/>
                    </a:lnTo>
                    <a:lnTo>
                      <a:pt x="448" y="572"/>
                    </a:lnTo>
                    <a:lnTo>
                      <a:pt x="448" y="572"/>
                    </a:lnTo>
                    <a:lnTo>
                      <a:pt x="448" y="570"/>
                    </a:lnTo>
                    <a:lnTo>
                      <a:pt x="448" y="570"/>
                    </a:lnTo>
                    <a:lnTo>
                      <a:pt x="450" y="570"/>
                    </a:lnTo>
                    <a:lnTo>
                      <a:pt x="452" y="570"/>
                    </a:lnTo>
                    <a:lnTo>
                      <a:pt x="452" y="570"/>
                    </a:lnTo>
                    <a:lnTo>
                      <a:pt x="452" y="568"/>
                    </a:lnTo>
                    <a:lnTo>
                      <a:pt x="452" y="566"/>
                    </a:lnTo>
                    <a:lnTo>
                      <a:pt x="452" y="568"/>
                    </a:lnTo>
                    <a:lnTo>
                      <a:pt x="452" y="568"/>
                    </a:lnTo>
                    <a:lnTo>
                      <a:pt x="450" y="568"/>
                    </a:lnTo>
                    <a:lnTo>
                      <a:pt x="450" y="568"/>
                    </a:lnTo>
                    <a:lnTo>
                      <a:pt x="448" y="564"/>
                    </a:lnTo>
                    <a:lnTo>
                      <a:pt x="448" y="564"/>
                    </a:lnTo>
                    <a:lnTo>
                      <a:pt x="452" y="562"/>
                    </a:lnTo>
                    <a:lnTo>
                      <a:pt x="452" y="560"/>
                    </a:lnTo>
                    <a:lnTo>
                      <a:pt x="452" y="560"/>
                    </a:lnTo>
                    <a:lnTo>
                      <a:pt x="452" y="560"/>
                    </a:lnTo>
                    <a:lnTo>
                      <a:pt x="454" y="560"/>
                    </a:lnTo>
                    <a:lnTo>
                      <a:pt x="456" y="560"/>
                    </a:lnTo>
                    <a:lnTo>
                      <a:pt x="454" y="560"/>
                    </a:lnTo>
                    <a:lnTo>
                      <a:pt x="454" y="560"/>
                    </a:lnTo>
                    <a:lnTo>
                      <a:pt x="456" y="566"/>
                    </a:lnTo>
                    <a:lnTo>
                      <a:pt x="456" y="566"/>
                    </a:lnTo>
                    <a:lnTo>
                      <a:pt x="460" y="564"/>
                    </a:lnTo>
                    <a:lnTo>
                      <a:pt x="460" y="564"/>
                    </a:lnTo>
                    <a:lnTo>
                      <a:pt x="458" y="558"/>
                    </a:lnTo>
                    <a:lnTo>
                      <a:pt x="458" y="554"/>
                    </a:lnTo>
                    <a:lnTo>
                      <a:pt x="460" y="544"/>
                    </a:lnTo>
                    <a:lnTo>
                      <a:pt x="460" y="544"/>
                    </a:lnTo>
                    <a:lnTo>
                      <a:pt x="462" y="544"/>
                    </a:lnTo>
                    <a:lnTo>
                      <a:pt x="464" y="544"/>
                    </a:lnTo>
                    <a:lnTo>
                      <a:pt x="464" y="544"/>
                    </a:lnTo>
                    <a:lnTo>
                      <a:pt x="464" y="536"/>
                    </a:lnTo>
                    <a:lnTo>
                      <a:pt x="464" y="530"/>
                    </a:lnTo>
                    <a:lnTo>
                      <a:pt x="460" y="518"/>
                    </a:lnTo>
                    <a:lnTo>
                      <a:pt x="460" y="518"/>
                    </a:lnTo>
                    <a:lnTo>
                      <a:pt x="452" y="524"/>
                    </a:lnTo>
                    <a:lnTo>
                      <a:pt x="452" y="524"/>
                    </a:lnTo>
                    <a:lnTo>
                      <a:pt x="450" y="526"/>
                    </a:lnTo>
                    <a:lnTo>
                      <a:pt x="450" y="526"/>
                    </a:lnTo>
                    <a:lnTo>
                      <a:pt x="444" y="526"/>
                    </a:lnTo>
                    <a:lnTo>
                      <a:pt x="438" y="524"/>
                    </a:lnTo>
                    <a:lnTo>
                      <a:pt x="426" y="518"/>
                    </a:lnTo>
                    <a:lnTo>
                      <a:pt x="426" y="518"/>
                    </a:lnTo>
                    <a:lnTo>
                      <a:pt x="424" y="520"/>
                    </a:lnTo>
                    <a:lnTo>
                      <a:pt x="422" y="520"/>
                    </a:lnTo>
                    <a:lnTo>
                      <a:pt x="422" y="520"/>
                    </a:lnTo>
                    <a:lnTo>
                      <a:pt x="418" y="516"/>
                    </a:lnTo>
                    <a:lnTo>
                      <a:pt x="418" y="516"/>
                    </a:lnTo>
                    <a:lnTo>
                      <a:pt x="416" y="516"/>
                    </a:lnTo>
                    <a:lnTo>
                      <a:pt x="416" y="5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71" name="Group 570">
              <a:extLst>
                <a:ext uri="{FF2B5EF4-FFF2-40B4-BE49-F238E27FC236}">
                  <a16:creationId xmlns:a16="http://schemas.microsoft.com/office/drawing/2014/main" id="{4BCD34C7-6568-9F44-9620-AA88AE6065CB}"/>
                </a:ext>
              </a:extLst>
            </p:cNvPr>
            <p:cNvGrpSpPr/>
            <p:nvPr/>
          </p:nvGrpSpPr>
          <p:grpSpPr>
            <a:xfrm>
              <a:off x="7603741" y="2867960"/>
              <a:ext cx="810859" cy="1075791"/>
              <a:chOff x="6748725" y="2857843"/>
              <a:chExt cx="817987" cy="1105298"/>
            </a:xfrm>
            <a:solidFill>
              <a:schemeClr val="bg2"/>
            </a:solidFill>
          </p:grpSpPr>
          <p:sp>
            <p:nvSpPr>
              <p:cNvPr id="572" name="Freeform 292">
                <a:extLst>
                  <a:ext uri="{FF2B5EF4-FFF2-40B4-BE49-F238E27FC236}">
                    <a16:creationId xmlns:a16="http://schemas.microsoft.com/office/drawing/2014/main" id="{571FAAEF-43C2-E64A-A46D-BE6355967347}"/>
                  </a:ext>
                </a:extLst>
              </p:cNvPr>
              <p:cNvSpPr>
                <a:spLocks/>
              </p:cNvSpPr>
              <p:nvPr/>
            </p:nvSpPr>
            <p:spPr bwMode="auto">
              <a:xfrm>
                <a:off x="7018778" y="3750892"/>
                <a:ext cx="285709" cy="212249"/>
              </a:xfrm>
              <a:custGeom>
                <a:avLst/>
                <a:gdLst>
                  <a:gd name="T0" fmla="*/ 0 w 146"/>
                  <a:gd name="T1" fmla="*/ 34 h 106"/>
                  <a:gd name="T2" fmla="*/ 4 w 146"/>
                  <a:gd name="T3" fmla="*/ 30 h 106"/>
                  <a:gd name="T4" fmla="*/ 4 w 146"/>
                  <a:gd name="T5" fmla="*/ 30 h 106"/>
                  <a:gd name="T6" fmla="*/ 6 w 146"/>
                  <a:gd name="T7" fmla="*/ 28 h 106"/>
                  <a:gd name="T8" fmla="*/ 6 w 146"/>
                  <a:gd name="T9" fmla="*/ 26 h 106"/>
                  <a:gd name="T10" fmla="*/ 8 w 146"/>
                  <a:gd name="T11" fmla="*/ 22 h 106"/>
                  <a:gd name="T12" fmla="*/ 10 w 146"/>
                  <a:gd name="T13" fmla="*/ 20 h 106"/>
                  <a:gd name="T14" fmla="*/ 12 w 146"/>
                  <a:gd name="T15" fmla="*/ 20 h 106"/>
                  <a:gd name="T16" fmla="*/ 16 w 146"/>
                  <a:gd name="T17" fmla="*/ 20 h 106"/>
                  <a:gd name="T18" fmla="*/ 16 w 146"/>
                  <a:gd name="T19" fmla="*/ 24 h 106"/>
                  <a:gd name="T20" fmla="*/ 20 w 146"/>
                  <a:gd name="T21" fmla="*/ 24 h 106"/>
                  <a:gd name="T22" fmla="*/ 24 w 146"/>
                  <a:gd name="T23" fmla="*/ 24 h 106"/>
                  <a:gd name="T24" fmla="*/ 48 w 146"/>
                  <a:gd name="T25" fmla="*/ 30 h 106"/>
                  <a:gd name="T26" fmla="*/ 50 w 146"/>
                  <a:gd name="T27" fmla="*/ 48 h 106"/>
                  <a:gd name="T28" fmla="*/ 76 w 146"/>
                  <a:gd name="T29" fmla="*/ 16 h 106"/>
                  <a:gd name="T30" fmla="*/ 122 w 146"/>
                  <a:gd name="T31" fmla="*/ 4 h 106"/>
                  <a:gd name="T32" fmla="*/ 146 w 146"/>
                  <a:gd name="T33" fmla="*/ 36 h 106"/>
                  <a:gd name="T34" fmla="*/ 142 w 146"/>
                  <a:gd name="T35" fmla="*/ 36 h 106"/>
                  <a:gd name="T36" fmla="*/ 140 w 146"/>
                  <a:gd name="T37" fmla="*/ 40 h 106"/>
                  <a:gd name="T38" fmla="*/ 136 w 146"/>
                  <a:gd name="T39" fmla="*/ 40 h 106"/>
                  <a:gd name="T40" fmla="*/ 134 w 146"/>
                  <a:gd name="T41" fmla="*/ 40 h 106"/>
                  <a:gd name="T42" fmla="*/ 128 w 146"/>
                  <a:gd name="T43" fmla="*/ 46 h 106"/>
                  <a:gd name="T44" fmla="*/ 130 w 146"/>
                  <a:gd name="T45" fmla="*/ 52 h 106"/>
                  <a:gd name="T46" fmla="*/ 126 w 146"/>
                  <a:gd name="T47" fmla="*/ 54 h 106"/>
                  <a:gd name="T48" fmla="*/ 120 w 146"/>
                  <a:gd name="T49" fmla="*/ 62 h 106"/>
                  <a:gd name="T50" fmla="*/ 102 w 146"/>
                  <a:gd name="T51" fmla="*/ 70 h 106"/>
                  <a:gd name="T52" fmla="*/ 96 w 146"/>
                  <a:gd name="T53" fmla="*/ 74 h 106"/>
                  <a:gd name="T54" fmla="*/ 90 w 146"/>
                  <a:gd name="T55" fmla="*/ 74 h 106"/>
                  <a:gd name="T56" fmla="*/ 80 w 146"/>
                  <a:gd name="T57" fmla="*/ 82 h 106"/>
                  <a:gd name="T58" fmla="*/ 80 w 146"/>
                  <a:gd name="T59" fmla="*/ 84 h 106"/>
                  <a:gd name="T60" fmla="*/ 74 w 146"/>
                  <a:gd name="T61" fmla="*/ 84 h 106"/>
                  <a:gd name="T62" fmla="*/ 70 w 146"/>
                  <a:gd name="T63" fmla="*/ 84 h 106"/>
                  <a:gd name="T64" fmla="*/ 68 w 146"/>
                  <a:gd name="T65" fmla="*/ 88 h 106"/>
                  <a:gd name="T66" fmla="*/ 62 w 146"/>
                  <a:gd name="T67" fmla="*/ 92 h 106"/>
                  <a:gd name="T68" fmla="*/ 56 w 146"/>
                  <a:gd name="T69" fmla="*/ 94 h 106"/>
                  <a:gd name="T70" fmla="*/ 42 w 146"/>
                  <a:gd name="T71" fmla="*/ 94 h 106"/>
                  <a:gd name="T72" fmla="*/ 38 w 146"/>
                  <a:gd name="T73" fmla="*/ 96 h 106"/>
                  <a:gd name="T74" fmla="*/ 34 w 146"/>
                  <a:gd name="T75" fmla="*/ 102 h 106"/>
                  <a:gd name="T76" fmla="*/ 30 w 146"/>
                  <a:gd name="T77" fmla="*/ 104 h 106"/>
                  <a:gd name="T78" fmla="*/ 26 w 146"/>
                  <a:gd name="T79" fmla="*/ 104 h 106"/>
                  <a:gd name="T80" fmla="*/ 24 w 146"/>
                  <a:gd name="T81" fmla="*/ 106 h 106"/>
                  <a:gd name="T82" fmla="*/ 10 w 146"/>
                  <a:gd name="T83" fmla="*/ 102 h 106"/>
                  <a:gd name="T84" fmla="*/ 8 w 146"/>
                  <a:gd name="T85" fmla="*/ 98 h 106"/>
                  <a:gd name="T86" fmla="*/ 8 w 146"/>
                  <a:gd name="T87" fmla="*/ 92 h 106"/>
                  <a:gd name="T88" fmla="*/ 8 w 146"/>
                  <a:gd name="T89" fmla="*/ 86 h 106"/>
                  <a:gd name="T90" fmla="*/ 4 w 146"/>
                  <a:gd name="T91" fmla="*/ 82 h 106"/>
                  <a:gd name="T92" fmla="*/ 4 w 146"/>
                  <a:gd name="T93" fmla="*/ 78 h 106"/>
                  <a:gd name="T94" fmla="*/ 0 w 146"/>
                  <a:gd name="T95" fmla="*/ 66 h 106"/>
                  <a:gd name="T96" fmla="*/ 0 w 146"/>
                  <a:gd name="T97" fmla="*/ 64 h 106"/>
                  <a:gd name="T98" fmla="*/ 2 w 146"/>
                  <a:gd name="T99" fmla="*/ 64 h 106"/>
                  <a:gd name="T100" fmla="*/ 2 w 146"/>
                  <a:gd name="T101" fmla="*/ 54 h 106"/>
                  <a:gd name="T102" fmla="*/ 0 w 146"/>
                  <a:gd name="T103" fmla="*/ 54 h 106"/>
                  <a:gd name="T104" fmla="*/ 2 w 146"/>
                  <a:gd name="T105" fmla="*/ 40 h 106"/>
                  <a:gd name="T106" fmla="*/ 0 w 146"/>
                  <a:gd name="T107" fmla="*/ 3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6" h="106">
                    <a:moveTo>
                      <a:pt x="0" y="34"/>
                    </a:moveTo>
                    <a:lnTo>
                      <a:pt x="0" y="34"/>
                    </a:lnTo>
                    <a:lnTo>
                      <a:pt x="2" y="34"/>
                    </a:lnTo>
                    <a:lnTo>
                      <a:pt x="4" y="30"/>
                    </a:lnTo>
                    <a:lnTo>
                      <a:pt x="4" y="30"/>
                    </a:lnTo>
                    <a:lnTo>
                      <a:pt x="4" y="30"/>
                    </a:lnTo>
                    <a:lnTo>
                      <a:pt x="6" y="28"/>
                    </a:lnTo>
                    <a:lnTo>
                      <a:pt x="6" y="28"/>
                    </a:lnTo>
                    <a:lnTo>
                      <a:pt x="6" y="26"/>
                    </a:lnTo>
                    <a:lnTo>
                      <a:pt x="6" y="26"/>
                    </a:lnTo>
                    <a:lnTo>
                      <a:pt x="8" y="24"/>
                    </a:lnTo>
                    <a:lnTo>
                      <a:pt x="8" y="22"/>
                    </a:lnTo>
                    <a:lnTo>
                      <a:pt x="8" y="22"/>
                    </a:lnTo>
                    <a:lnTo>
                      <a:pt x="10" y="20"/>
                    </a:lnTo>
                    <a:lnTo>
                      <a:pt x="12" y="20"/>
                    </a:lnTo>
                    <a:lnTo>
                      <a:pt x="12" y="20"/>
                    </a:lnTo>
                    <a:lnTo>
                      <a:pt x="14" y="20"/>
                    </a:lnTo>
                    <a:lnTo>
                      <a:pt x="16" y="20"/>
                    </a:lnTo>
                    <a:lnTo>
                      <a:pt x="16" y="22"/>
                    </a:lnTo>
                    <a:lnTo>
                      <a:pt x="16" y="24"/>
                    </a:lnTo>
                    <a:lnTo>
                      <a:pt x="16" y="24"/>
                    </a:lnTo>
                    <a:lnTo>
                      <a:pt x="20" y="24"/>
                    </a:lnTo>
                    <a:lnTo>
                      <a:pt x="24" y="24"/>
                    </a:lnTo>
                    <a:lnTo>
                      <a:pt x="24" y="24"/>
                    </a:lnTo>
                    <a:lnTo>
                      <a:pt x="38" y="26"/>
                    </a:lnTo>
                    <a:lnTo>
                      <a:pt x="48" y="30"/>
                    </a:lnTo>
                    <a:lnTo>
                      <a:pt x="50" y="48"/>
                    </a:lnTo>
                    <a:lnTo>
                      <a:pt x="50" y="48"/>
                    </a:lnTo>
                    <a:lnTo>
                      <a:pt x="58" y="38"/>
                    </a:lnTo>
                    <a:lnTo>
                      <a:pt x="76" y="16"/>
                    </a:lnTo>
                    <a:lnTo>
                      <a:pt x="122" y="0"/>
                    </a:lnTo>
                    <a:lnTo>
                      <a:pt x="122" y="4"/>
                    </a:lnTo>
                    <a:lnTo>
                      <a:pt x="138" y="32"/>
                    </a:lnTo>
                    <a:lnTo>
                      <a:pt x="146" y="36"/>
                    </a:lnTo>
                    <a:lnTo>
                      <a:pt x="146" y="36"/>
                    </a:lnTo>
                    <a:lnTo>
                      <a:pt x="142" y="36"/>
                    </a:lnTo>
                    <a:lnTo>
                      <a:pt x="142" y="36"/>
                    </a:lnTo>
                    <a:lnTo>
                      <a:pt x="140" y="40"/>
                    </a:lnTo>
                    <a:lnTo>
                      <a:pt x="140" y="40"/>
                    </a:lnTo>
                    <a:lnTo>
                      <a:pt x="136" y="40"/>
                    </a:lnTo>
                    <a:lnTo>
                      <a:pt x="134" y="40"/>
                    </a:lnTo>
                    <a:lnTo>
                      <a:pt x="134" y="40"/>
                    </a:lnTo>
                    <a:lnTo>
                      <a:pt x="130" y="44"/>
                    </a:lnTo>
                    <a:lnTo>
                      <a:pt x="128" y="46"/>
                    </a:lnTo>
                    <a:lnTo>
                      <a:pt x="130" y="52"/>
                    </a:lnTo>
                    <a:lnTo>
                      <a:pt x="130" y="52"/>
                    </a:lnTo>
                    <a:lnTo>
                      <a:pt x="126" y="54"/>
                    </a:lnTo>
                    <a:lnTo>
                      <a:pt x="126" y="54"/>
                    </a:lnTo>
                    <a:lnTo>
                      <a:pt x="120" y="62"/>
                    </a:lnTo>
                    <a:lnTo>
                      <a:pt x="120" y="62"/>
                    </a:lnTo>
                    <a:lnTo>
                      <a:pt x="110" y="66"/>
                    </a:lnTo>
                    <a:lnTo>
                      <a:pt x="102" y="70"/>
                    </a:lnTo>
                    <a:lnTo>
                      <a:pt x="102" y="70"/>
                    </a:lnTo>
                    <a:lnTo>
                      <a:pt x="96" y="74"/>
                    </a:lnTo>
                    <a:lnTo>
                      <a:pt x="96" y="74"/>
                    </a:lnTo>
                    <a:lnTo>
                      <a:pt x="90" y="74"/>
                    </a:lnTo>
                    <a:lnTo>
                      <a:pt x="90" y="74"/>
                    </a:lnTo>
                    <a:lnTo>
                      <a:pt x="80" y="82"/>
                    </a:lnTo>
                    <a:lnTo>
                      <a:pt x="80" y="84"/>
                    </a:lnTo>
                    <a:lnTo>
                      <a:pt x="80" y="84"/>
                    </a:lnTo>
                    <a:lnTo>
                      <a:pt x="78" y="84"/>
                    </a:lnTo>
                    <a:lnTo>
                      <a:pt x="74" y="84"/>
                    </a:lnTo>
                    <a:lnTo>
                      <a:pt x="72" y="84"/>
                    </a:lnTo>
                    <a:lnTo>
                      <a:pt x="70" y="84"/>
                    </a:lnTo>
                    <a:lnTo>
                      <a:pt x="70" y="84"/>
                    </a:lnTo>
                    <a:lnTo>
                      <a:pt x="68" y="88"/>
                    </a:lnTo>
                    <a:lnTo>
                      <a:pt x="68" y="88"/>
                    </a:lnTo>
                    <a:lnTo>
                      <a:pt x="62" y="92"/>
                    </a:lnTo>
                    <a:lnTo>
                      <a:pt x="56" y="94"/>
                    </a:lnTo>
                    <a:lnTo>
                      <a:pt x="56" y="94"/>
                    </a:lnTo>
                    <a:lnTo>
                      <a:pt x="48" y="94"/>
                    </a:lnTo>
                    <a:lnTo>
                      <a:pt x="42" y="94"/>
                    </a:lnTo>
                    <a:lnTo>
                      <a:pt x="38" y="96"/>
                    </a:lnTo>
                    <a:lnTo>
                      <a:pt x="38" y="96"/>
                    </a:lnTo>
                    <a:lnTo>
                      <a:pt x="36" y="100"/>
                    </a:lnTo>
                    <a:lnTo>
                      <a:pt x="34" y="102"/>
                    </a:lnTo>
                    <a:lnTo>
                      <a:pt x="34" y="102"/>
                    </a:lnTo>
                    <a:lnTo>
                      <a:pt x="30" y="104"/>
                    </a:lnTo>
                    <a:lnTo>
                      <a:pt x="26" y="104"/>
                    </a:lnTo>
                    <a:lnTo>
                      <a:pt x="26" y="104"/>
                    </a:lnTo>
                    <a:lnTo>
                      <a:pt x="24" y="106"/>
                    </a:lnTo>
                    <a:lnTo>
                      <a:pt x="24" y="106"/>
                    </a:lnTo>
                    <a:lnTo>
                      <a:pt x="18" y="104"/>
                    </a:lnTo>
                    <a:lnTo>
                      <a:pt x="10" y="102"/>
                    </a:lnTo>
                    <a:lnTo>
                      <a:pt x="10" y="102"/>
                    </a:lnTo>
                    <a:lnTo>
                      <a:pt x="8" y="98"/>
                    </a:lnTo>
                    <a:lnTo>
                      <a:pt x="8" y="92"/>
                    </a:lnTo>
                    <a:lnTo>
                      <a:pt x="8" y="92"/>
                    </a:lnTo>
                    <a:lnTo>
                      <a:pt x="8" y="90"/>
                    </a:lnTo>
                    <a:lnTo>
                      <a:pt x="8" y="86"/>
                    </a:lnTo>
                    <a:lnTo>
                      <a:pt x="8" y="86"/>
                    </a:lnTo>
                    <a:lnTo>
                      <a:pt x="4" y="82"/>
                    </a:lnTo>
                    <a:lnTo>
                      <a:pt x="4" y="82"/>
                    </a:lnTo>
                    <a:lnTo>
                      <a:pt x="4" y="78"/>
                    </a:lnTo>
                    <a:lnTo>
                      <a:pt x="4" y="74"/>
                    </a:lnTo>
                    <a:lnTo>
                      <a:pt x="0" y="66"/>
                    </a:lnTo>
                    <a:lnTo>
                      <a:pt x="0" y="66"/>
                    </a:lnTo>
                    <a:lnTo>
                      <a:pt x="0" y="64"/>
                    </a:lnTo>
                    <a:lnTo>
                      <a:pt x="2" y="64"/>
                    </a:lnTo>
                    <a:lnTo>
                      <a:pt x="2" y="64"/>
                    </a:lnTo>
                    <a:lnTo>
                      <a:pt x="2" y="60"/>
                    </a:lnTo>
                    <a:lnTo>
                      <a:pt x="2" y="54"/>
                    </a:lnTo>
                    <a:lnTo>
                      <a:pt x="0" y="54"/>
                    </a:lnTo>
                    <a:lnTo>
                      <a:pt x="0" y="54"/>
                    </a:lnTo>
                    <a:lnTo>
                      <a:pt x="2" y="46"/>
                    </a:lnTo>
                    <a:lnTo>
                      <a:pt x="2" y="40"/>
                    </a:lnTo>
                    <a:lnTo>
                      <a:pt x="2" y="36"/>
                    </a:lnTo>
                    <a:lnTo>
                      <a:pt x="0"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3" name="Freeform 23">
                <a:extLst>
                  <a:ext uri="{FF2B5EF4-FFF2-40B4-BE49-F238E27FC236}">
                    <a16:creationId xmlns:a16="http://schemas.microsoft.com/office/drawing/2014/main" id="{08608FBF-0FD2-3A45-8A79-B7B9EF40BAE1}"/>
                  </a:ext>
                </a:extLst>
              </p:cNvPr>
              <p:cNvSpPr>
                <a:spLocks/>
              </p:cNvSpPr>
              <p:nvPr/>
            </p:nvSpPr>
            <p:spPr bwMode="auto">
              <a:xfrm>
                <a:off x="7234038" y="3514615"/>
                <a:ext cx="140897" cy="96114"/>
              </a:xfrm>
              <a:custGeom>
                <a:avLst/>
                <a:gdLst>
                  <a:gd name="T0" fmla="*/ 72 w 72"/>
                  <a:gd name="T1" fmla="*/ 14 h 48"/>
                  <a:gd name="T2" fmla="*/ 66 w 72"/>
                  <a:gd name="T3" fmla="*/ 6 h 48"/>
                  <a:gd name="T4" fmla="*/ 66 w 72"/>
                  <a:gd name="T5" fmla="*/ 0 h 48"/>
                  <a:gd name="T6" fmla="*/ 66 w 72"/>
                  <a:gd name="T7" fmla="*/ 0 h 48"/>
                  <a:gd name="T8" fmla="*/ 58 w 72"/>
                  <a:gd name="T9" fmla="*/ 6 h 48"/>
                  <a:gd name="T10" fmla="*/ 54 w 72"/>
                  <a:gd name="T11" fmla="*/ 12 h 48"/>
                  <a:gd name="T12" fmla="*/ 50 w 72"/>
                  <a:gd name="T13" fmla="*/ 16 h 48"/>
                  <a:gd name="T14" fmla="*/ 40 w 72"/>
                  <a:gd name="T15" fmla="*/ 24 h 48"/>
                  <a:gd name="T16" fmla="*/ 38 w 72"/>
                  <a:gd name="T17" fmla="*/ 24 h 48"/>
                  <a:gd name="T18" fmla="*/ 38 w 72"/>
                  <a:gd name="T19" fmla="*/ 28 h 48"/>
                  <a:gd name="T20" fmla="*/ 34 w 72"/>
                  <a:gd name="T21" fmla="*/ 26 h 48"/>
                  <a:gd name="T22" fmla="*/ 24 w 72"/>
                  <a:gd name="T23" fmla="*/ 22 h 48"/>
                  <a:gd name="T24" fmla="*/ 20 w 72"/>
                  <a:gd name="T25" fmla="*/ 22 h 48"/>
                  <a:gd name="T26" fmla="*/ 18 w 72"/>
                  <a:gd name="T27" fmla="*/ 26 h 48"/>
                  <a:gd name="T28" fmla="*/ 14 w 72"/>
                  <a:gd name="T29" fmla="*/ 26 h 48"/>
                  <a:gd name="T30" fmla="*/ 10 w 72"/>
                  <a:gd name="T31" fmla="*/ 24 h 48"/>
                  <a:gd name="T32" fmla="*/ 8 w 72"/>
                  <a:gd name="T33" fmla="*/ 22 h 48"/>
                  <a:gd name="T34" fmla="*/ 4 w 72"/>
                  <a:gd name="T35" fmla="*/ 20 h 48"/>
                  <a:gd name="T36" fmla="*/ 0 w 72"/>
                  <a:gd name="T37" fmla="*/ 12 h 48"/>
                  <a:gd name="T38" fmla="*/ 8 w 72"/>
                  <a:gd name="T39" fmla="*/ 26 h 48"/>
                  <a:gd name="T40" fmla="*/ 8 w 72"/>
                  <a:gd name="T41" fmla="*/ 40 h 48"/>
                  <a:gd name="T42" fmla="*/ 52 w 72"/>
                  <a:gd name="T43" fmla="*/ 48 h 48"/>
                  <a:gd name="T44" fmla="*/ 56 w 72"/>
                  <a:gd name="T45" fmla="*/ 48 h 48"/>
                  <a:gd name="T46" fmla="*/ 58 w 72"/>
                  <a:gd name="T47" fmla="*/ 44 h 48"/>
                  <a:gd name="T48" fmla="*/ 60 w 72"/>
                  <a:gd name="T49" fmla="*/ 38 h 48"/>
                  <a:gd name="T50" fmla="*/ 62 w 72"/>
                  <a:gd name="T51" fmla="*/ 30 h 48"/>
                  <a:gd name="T52" fmla="*/ 62 w 72"/>
                  <a:gd name="T53" fmla="*/ 26 h 48"/>
                  <a:gd name="T54" fmla="*/ 60 w 72"/>
                  <a:gd name="T55" fmla="*/ 26 h 48"/>
                  <a:gd name="T56" fmla="*/ 62 w 72"/>
                  <a:gd name="T57" fmla="*/ 22 h 48"/>
                  <a:gd name="T58" fmla="*/ 66 w 72"/>
                  <a:gd name="T59" fmla="*/ 20 h 48"/>
                  <a:gd name="T60" fmla="*/ 62 w 72"/>
                  <a:gd name="T61" fmla="*/ 16 h 48"/>
                  <a:gd name="T62" fmla="*/ 62 w 72"/>
                  <a:gd name="T63" fmla="*/ 12 h 48"/>
                  <a:gd name="T64" fmla="*/ 64 w 72"/>
                  <a:gd name="T65" fmla="*/ 12 h 48"/>
                  <a:gd name="T66" fmla="*/ 68 w 72"/>
                  <a:gd name="T67" fmla="*/ 16 h 48"/>
                  <a:gd name="T68" fmla="*/ 68 w 72"/>
                  <a:gd name="T69" fmla="*/ 16 h 48"/>
                  <a:gd name="T70" fmla="*/ 72 w 72"/>
                  <a:gd name="T71"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48">
                    <a:moveTo>
                      <a:pt x="72" y="14"/>
                    </a:moveTo>
                    <a:lnTo>
                      <a:pt x="72" y="14"/>
                    </a:lnTo>
                    <a:lnTo>
                      <a:pt x="70" y="6"/>
                    </a:lnTo>
                    <a:lnTo>
                      <a:pt x="66" y="6"/>
                    </a:lnTo>
                    <a:lnTo>
                      <a:pt x="68" y="0"/>
                    </a:lnTo>
                    <a:lnTo>
                      <a:pt x="66" y="0"/>
                    </a:lnTo>
                    <a:lnTo>
                      <a:pt x="66" y="0"/>
                    </a:lnTo>
                    <a:lnTo>
                      <a:pt x="66" y="0"/>
                    </a:lnTo>
                    <a:lnTo>
                      <a:pt x="62" y="4"/>
                    </a:lnTo>
                    <a:lnTo>
                      <a:pt x="58" y="6"/>
                    </a:lnTo>
                    <a:lnTo>
                      <a:pt x="58" y="6"/>
                    </a:lnTo>
                    <a:lnTo>
                      <a:pt x="54" y="12"/>
                    </a:lnTo>
                    <a:lnTo>
                      <a:pt x="50" y="16"/>
                    </a:lnTo>
                    <a:lnTo>
                      <a:pt x="50" y="16"/>
                    </a:lnTo>
                    <a:lnTo>
                      <a:pt x="42" y="22"/>
                    </a:lnTo>
                    <a:lnTo>
                      <a:pt x="40" y="24"/>
                    </a:lnTo>
                    <a:lnTo>
                      <a:pt x="40" y="24"/>
                    </a:lnTo>
                    <a:lnTo>
                      <a:pt x="38" y="24"/>
                    </a:lnTo>
                    <a:lnTo>
                      <a:pt x="38" y="24"/>
                    </a:lnTo>
                    <a:lnTo>
                      <a:pt x="38" y="28"/>
                    </a:lnTo>
                    <a:lnTo>
                      <a:pt x="38" y="28"/>
                    </a:lnTo>
                    <a:lnTo>
                      <a:pt x="34" y="26"/>
                    </a:lnTo>
                    <a:lnTo>
                      <a:pt x="30" y="24"/>
                    </a:lnTo>
                    <a:lnTo>
                      <a:pt x="24" y="22"/>
                    </a:lnTo>
                    <a:lnTo>
                      <a:pt x="24" y="22"/>
                    </a:lnTo>
                    <a:lnTo>
                      <a:pt x="20" y="22"/>
                    </a:lnTo>
                    <a:lnTo>
                      <a:pt x="20" y="24"/>
                    </a:lnTo>
                    <a:lnTo>
                      <a:pt x="18" y="26"/>
                    </a:lnTo>
                    <a:lnTo>
                      <a:pt x="18" y="26"/>
                    </a:lnTo>
                    <a:lnTo>
                      <a:pt x="14" y="26"/>
                    </a:lnTo>
                    <a:lnTo>
                      <a:pt x="10" y="24"/>
                    </a:lnTo>
                    <a:lnTo>
                      <a:pt x="10" y="24"/>
                    </a:lnTo>
                    <a:lnTo>
                      <a:pt x="8" y="22"/>
                    </a:lnTo>
                    <a:lnTo>
                      <a:pt x="8" y="22"/>
                    </a:lnTo>
                    <a:lnTo>
                      <a:pt x="4" y="20"/>
                    </a:lnTo>
                    <a:lnTo>
                      <a:pt x="4" y="20"/>
                    </a:lnTo>
                    <a:lnTo>
                      <a:pt x="6" y="14"/>
                    </a:lnTo>
                    <a:lnTo>
                      <a:pt x="0" y="12"/>
                    </a:lnTo>
                    <a:lnTo>
                      <a:pt x="0" y="18"/>
                    </a:lnTo>
                    <a:lnTo>
                      <a:pt x="8" y="26"/>
                    </a:lnTo>
                    <a:lnTo>
                      <a:pt x="8" y="40"/>
                    </a:lnTo>
                    <a:lnTo>
                      <a:pt x="8" y="40"/>
                    </a:lnTo>
                    <a:lnTo>
                      <a:pt x="52" y="48"/>
                    </a:lnTo>
                    <a:lnTo>
                      <a:pt x="52" y="48"/>
                    </a:lnTo>
                    <a:lnTo>
                      <a:pt x="56" y="48"/>
                    </a:lnTo>
                    <a:lnTo>
                      <a:pt x="56" y="48"/>
                    </a:lnTo>
                    <a:lnTo>
                      <a:pt x="56" y="48"/>
                    </a:lnTo>
                    <a:lnTo>
                      <a:pt x="58" y="44"/>
                    </a:lnTo>
                    <a:lnTo>
                      <a:pt x="60" y="38"/>
                    </a:lnTo>
                    <a:lnTo>
                      <a:pt x="60" y="38"/>
                    </a:lnTo>
                    <a:lnTo>
                      <a:pt x="62" y="34"/>
                    </a:lnTo>
                    <a:lnTo>
                      <a:pt x="62" y="30"/>
                    </a:lnTo>
                    <a:lnTo>
                      <a:pt x="62" y="26"/>
                    </a:lnTo>
                    <a:lnTo>
                      <a:pt x="62" y="26"/>
                    </a:lnTo>
                    <a:lnTo>
                      <a:pt x="60" y="26"/>
                    </a:lnTo>
                    <a:lnTo>
                      <a:pt x="60" y="26"/>
                    </a:lnTo>
                    <a:lnTo>
                      <a:pt x="62" y="22"/>
                    </a:lnTo>
                    <a:lnTo>
                      <a:pt x="62" y="22"/>
                    </a:lnTo>
                    <a:lnTo>
                      <a:pt x="66" y="20"/>
                    </a:lnTo>
                    <a:lnTo>
                      <a:pt x="66" y="20"/>
                    </a:lnTo>
                    <a:lnTo>
                      <a:pt x="64" y="18"/>
                    </a:lnTo>
                    <a:lnTo>
                      <a:pt x="62" y="16"/>
                    </a:lnTo>
                    <a:lnTo>
                      <a:pt x="62" y="16"/>
                    </a:lnTo>
                    <a:lnTo>
                      <a:pt x="62" y="12"/>
                    </a:lnTo>
                    <a:lnTo>
                      <a:pt x="64" y="12"/>
                    </a:lnTo>
                    <a:lnTo>
                      <a:pt x="64" y="12"/>
                    </a:lnTo>
                    <a:lnTo>
                      <a:pt x="66" y="16"/>
                    </a:lnTo>
                    <a:lnTo>
                      <a:pt x="68" y="16"/>
                    </a:lnTo>
                    <a:lnTo>
                      <a:pt x="68" y="16"/>
                    </a:lnTo>
                    <a:lnTo>
                      <a:pt x="68" y="16"/>
                    </a:lnTo>
                    <a:lnTo>
                      <a:pt x="70" y="14"/>
                    </a:lnTo>
                    <a:lnTo>
                      <a:pt x="72" y="12"/>
                    </a:lnTo>
                    <a:lnTo>
                      <a:pt x="72"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4" name="Freeform 34">
                <a:extLst>
                  <a:ext uri="{FF2B5EF4-FFF2-40B4-BE49-F238E27FC236}">
                    <a16:creationId xmlns:a16="http://schemas.microsoft.com/office/drawing/2014/main" id="{F3DFC0C6-60B1-6441-B63A-68A91F39777D}"/>
                  </a:ext>
                </a:extLst>
              </p:cNvPr>
              <p:cNvSpPr>
                <a:spLocks/>
              </p:cNvSpPr>
              <p:nvPr/>
            </p:nvSpPr>
            <p:spPr bwMode="auto">
              <a:xfrm>
                <a:off x="6838743" y="3098124"/>
                <a:ext cx="172207" cy="188221"/>
              </a:xfrm>
              <a:custGeom>
                <a:avLst/>
                <a:gdLst>
                  <a:gd name="T0" fmla="*/ 2 w 88"/>
                  <a:gd name="T1" fmla="*/ 32 h 94"/>
                  <a:gd name="T2" fmla="*/ 0 w 88"/>
                  <a:gd name="T3" fmla="*/ 36 h 94"/>
                  <a:gd name="T4" fmla="*/ 0 w 88"/>
                  <a:gd name="T5" fmla="*/ 40 h 94"/>
                  <a:gd name="T6" fmla="*/ 4 w 88"/>
                  <a:gd name="T7" fmla="*/ 40 h 94"/>
                  <a:gd name="T8" fmla="*/ 4 w 88"/>
                  <a:gd name="T9" fmla="*/ 48 h 94"/>
                  <a:gd name="T10" fmla="*/ 2 w 88"/>
                  <a:gd name="T11" fmla="*/ 48 h 94"/>
                  <a:gd name="T12" fmla="*/ 2 w 88"/>
                  <a:gd name="T13" fmla="*/ 48 h 94"/>
                  <a:gd name="T14" fmla="*/ 2 w 88"/>
                  <a:gd name="T15" fmla="*/ 50 h 94"/>
                  <a:gd name="T16" fmla="*/ 4 w 88"/>
                  <a:gd name="T17" fmla="*/ 52 h 94"/>
                  <a:gd name="T18" fmla="*/ 6 w 88"/>
                  <a:gd name="T19" fmla="*/ 56 h 94"/>
                  <a:gd name="T20" fmla="*/ 8 w 88"/>
                  <a:gd name="T21" fmla="*/ 52 h 94"/>
                  <a:gd name="T22" fmla="*/ 12 w 88"/>
                  <a:gd name="T23" fmla="*/ 52 h 94"/>
                  <a:gd name="T24" fmla="*/ 16 w 88"/>
                  <a:gd name="T25" fmla="*/ 54 h 94"/>
                  <a:gd name="T26" fmla="*/ 18 w 88"/>
                  <a:gd name="T27" fmla="*/ 56 h 94"/>
                  <a:gd name="T28" fmla="*/ 16 w 88"/>
                  <a:gd name="T29" fmla="*/ 64 h 94"/>
                  <a:gd name="T30" fmla="*/ 12 w 88"/>
                  <a:gd name="T31" fmla="*/ 70 h 94"/>
                  <a:gd name="T32" fmla="*/ 10 w 88"/>
                  <a:gd name="T33" fmla="*/ 78 h 94"/>
                  <a:gd name="T34" fmla="*/ 8 w 88"/>
                  <a:gd name="T35" fmla="*/ 80 h 94"/>
                  <a:gd name="T36" fmla="*/ 6 w 88"/>
                  <a:gd name="T37" fmla="*/ 82 h 94"/>
                  <a:gd name="T38" fmla="*/ 4 w 88"/>
                  <a:gd name="T39" fmla="*/ 94 h 94"/>
                  <a:gd name="T40" fmla="*/ 6 w 88"/>
                  <a:gd name="T41" fmla="*/ 92 h 94"/>
                  <a:gd name="T42" fmla="*/ 12 w 88"/>
                  <a:gd name="T43" fmla="*/ 90 h 94"/>
                  <a:gd name="T44" fmla="*/ 18 w 88"/>
                  <a:gd name="T45" fmla="*/ 92 h 94"/>
                  <a:gd name="T46" fmla="*/ 42 w 88"/>
                  <a:gd name="T47" fmla="*/ 78 h 94"/>
                  <a:gd name="T48" fmla="*/ 70 w 88"/>
                  <a:gd name="T49" fmla="*/ 56 h 94"/>
                  <a:gd name="T50" fmla="*/ 74 w 88"/>
                  <a:gd name="T51" fmla="*/ 52 h 94"/>
                  <a:gd name="T52" fmla="*/ 76 w 88"/>
                  <a:gd name="T53" fmla="*/ 44 h 94"/>
                  <a:gd name="T54" fmla="*/ 76 w 88"/>
                  <a:gd name="T55" fmla="*/ 38 h 94"/>
                  <a:gd name="T56" fmla="*/ 76 w 88"/>
                  <a:gd name="T57" fmla="*/ 34 h 94"/>
                  <a:gd name="T58" fmla="*/ 80 w 88"/>
                  <a:gd name="T59" fmla="*/ 30 h 94"/>
                  <a:gd name="T60" fmla="*/ 78 w 88"/>
                  <a:gd name="T61" fmla="*/ 26 h 94"/>
                  <a:gd name="T62" fmla="*/ 78 w 88"/>
                  <a:gd name="T63" fmla="*/ 22 h 94"/>
                  <a:gd name="T64" fmla="*/ 80 w 88"/>
                  <a:gd name="T65" fmla="*/ 18 h 94"/>
                  <a:gd name="T66" fmla="*/ 84 w 88"/>
                  <a:gd name="T67" fmla="*/ 14 h 94"/>
                  <a:gd name="T68" fmla="*/ 88 w 88"/>
                  <a:gd name="T69" fmla="*/ 8 h 94"/>
                  <a:gd name="T70" fmla="*/ 88 w 88"/>
                  <a:gd name="T71" fmla="*/ 6 h 94"/>
                  <a:gd name="T72" fmla="*/ 84 w 88"/>
                  <a:gd name="T73" fmla="*/ 4 h 94"/>
                  <a:gd name="T74" fmla="*/ 84 w 88"/>
                  <a:gd name="T75" fmla="*/ 0 h 94"/>
                  <a:gd name="T76" fmla="*/ 72 w 88"/>
                  <a:gd name="T77" fmla="*/ 6 h 94"/>
                  <a:gd name="T78" fmla="*/ 68 w 88"/>
                  <a:gd name="T79" fmla="*/ 8 h 94"/>
                  <a:gd name="T80" fmla="*/ 58 w 88"/>
                  <a:gd name="T81" fmla="*/ 8 h 94"/>
                  <a:gd name="T82" fmla="*/ 54 w 88"/>
                  <a:gd name="T83" fmla="*/ 8 h 94"/>
                  <a:gd name="T84" fmla="*/ 44 w 88"/>
                  <a:gd name="T85" fmla="*/ 12 h 94"/>
                  <a:gd name="T86" fmla="*/ 36 w 88"/>
                  <a:gd name="T87" fmla="*/ 14 h 94"/>
                  <a:gd name="T88" fmla="*/ 32 w 88"/>
                  <a:gd name="T89" fmla="*/ 14 h 94"/>
                  <a:gd name="T90" fmla="*/ 28 w 88"/>
                  <a:gd name="T91" fmla="*/ 14 h 94"/>
                  <a:gd name="T92" fmla="*/ 22 w 88"/>
                  <a:gd name="T93" fmla="*/ 18 h 94"/>
                  <a:gd name="T94" fmla="*/ 20 w 88"/>
                  <a:gd name="T95" fmla="*/ 18 h 94"/>
                  <a:gd name="T96" fmla="*/ 16 w 88"/>
                  <a:gd name="T97" fmla="*/ 16 h 94"/>
                  <a:gd name="T98" fmla="*/ 14 w 88"/>
                  <a:gd name="T99" fmla="*/ 16 h 94"/>
                  <a:gd name="T100" fmla="*/ 14 w 88"/>
                  <a:gd name="T101" fmla="*/ 20 h 94"/>
                  <a:gd name="T102" fmla="*/ 14 w 88"/>
                  <a:gd name="T103" fmla="*/ 24 h 94"/>
                  <a:gd name="T104" fmla="*/ 12 w 88"/>
                  <a:gd name="T105" fmla="*/ 26 h 94"/>
                  <a:gd name="T106" fmla="*/ 10 w 88"/>
                  <a:gd name="T107" fmla="*/ 28 h 94"/>
                  <a:gd name="T108" fmla="*/ 8 w 88"/>
                  <a:gd name="T109" fmla="*/ 32 h 94"/>
                  <a:gd name="T110" fmla="*/ 6 w 88"/>
                  <a:gd name="T111" fmla="*/ 32 h 94"/>
                  <a:gd name="T112" fmla="*/ 2 w 88"/>
                  <a:gd name="T113" fmla="*/ 3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 h="94">
                    <a:moveTo>
                      <a:pt x="2" y="32"/>
                    </a:moveTo>
                    <a:lnTo>
                      <a:pt x="2" y="32"/>
                    </a:lnTo>
                    <a:lnTo>
                      <a:pt x="0" y="36"/>
                    </a:lnTo>
                    <a:lnTo>
                      <a:pt x="0" y="36"/>
                    </a:lnTo>
                    <a:lnTo>
                      <a:pt x="0" y="40"/>
                    </a:lnTo>
                    <a:lnTo>
                      <a:pt x="0" y="40"/>
                    </a:lnTo>
                    <a:lnTo>
                      <a:pt x="4" y="40"/>
                    </a:lnTo>
                    <a:lnTo>
                      <a:pt x="4" y="40"/>
                    </a:lnTo>
                    <a:lnTo>
                      <a:pt x="4" y="48"/>
                    </a:lnTo>
                    <a:lnTo>
                      <a:pt x="4" y="48"/>
                    </a:lnTo>
                    <a:lnTo>
                      <a:pt x="2" y="48"/>
                    </a:lnTo>
                    <a:lnTo>
                      <a:pt x="2" y="48"/>
                    </a:lnTo>
                    <a:lnTo>
                      <a:pt x="2" y="48"/>
                    </a:lnTo>
                    <a:lnTo>
                      <a:pt x="2" y="48"/>
                    </a:lnTo>
                    <a:lnTo>
                      <a:pt x="2" y="48"/>
                    </a:lnTo>
                    <a:lnTo>
                      <a:pt x="2" y="50"/>
                    </a:lnTo>
                    <a:lnTo>
                      <a:pt x="2" y="50"/>
                    </a:lnTo>
                    <a:lnTo>
                      <a:pt x="4" y="52"/>
                    </a:lnTo>
                    <a:lnTo>
                      <a:pt x="4" y="52"/>
                    </a:lnTo>
                    <a:lnTo>
                      <a:pt x="6" y="56"/>
                    </a:lnTo>
                    <a:lnTo>
                      <a:pt x="6" y="56"/>
                    </a:lnTo>
                    <a:lnTo>
                      <a:pt x="8" y="52"/>
                    </a:lnTo>
                    <a:lnTo>
                      <a:pt x="10" y="52"/>
                    </a:lnTo>
                    <a:lnTo>
                      <a:pt x="12" y="52"/>
                    </a:lnTo>
                    <a:lnTo>
                      <a:pt x="12" y="52"/>
                    </a:lnTo>
                    <a:lnTo>
                      <a:pt x="16" y="54"/>
                    </a:lnTo>
                    <a:lnTo>
                      <a:pt x="18" y="54"/>
                    </a:lnTo>
                    <a:lnTo>
                      <a:pt x="18" y="56"/>
                    </a:lnTo>
                    <a:lnTo>
                      <a:pt x="18" y="56"/>
                    </a:lnTo>
                    <a:lnTo>
                      <a:pt x="16" y="64"/>
                    </a:lnTo>
                    <a:lnTo>
                      <a:pt x="12" y="70"/>
                    </a:lnTo>
                    <a:lnTo>
                      <a:pt x="12" y="70"/>
                    </a:lnTo>
                    <a:lnTo>
                      <a:pt x="10" y="74"/>
                    </a:lnTo>
                    <a:lnTo>
                      <a:pt x="10" y="78"/>
                    </a:lnTo>
                    <a:lnTo>
                      <a:pt x="10" y="78"/>
                    </a:lnTo>
                    <a:lnTo>
                      <a:pt x="8" y="80"/>
                    </a:lnTo>
                    <a:lnTo>
                      <a:pt x="6" y="82"/>
                    </a:lnTo>
                    <a:lnTo>
                      <a:pt x="6" y="82"/>
                    </a:lnTo>
                    <a:lnTo>
                      <a:pt x="2" y="88"/>
                    </a:lnTo>
                    <a:lnTo>
                      <a:pt x="4" y="94"/>
                    </a:lnTo>
                    <a:lnTo>
                      <a:pt x="4" y="94"/>
                    </a:lnTo>
                    <a:lnTo>
                      <a:pt x="6" y="92"/>
                    </a:lnTo>
                    <a:lnTo>
                      <a:pt x="10" y="90"/>
                    </a:lnTo>
                    <a:lnTo>
                      <a:pt x="12" y="90"/>
                    </a:lnTo>
                    <a:lnTo>
                      <a:pt x="12" y="90"/>
                    </a:lnTo>
                    <a:lnTo>
                      <a:pt x="18" y="92"/>
                    </a:lnTo>
                    <a:lnTo>
                      <a:pt x="22" y="94"/>
                    </a:lnTo>
                    <a:lnTo>
                      <a:pt x="42" y="78"/>
                    </a:lnTo>
                    <a:lnTo>
                      <a:pt x="70" y="56"/>
                    </a:lnTo>
                    <a:lnTo>
                      <a:pt x="70" y="56"/>
                    </a:lnTo>
                    <a:lnTo>
                      <a:pt x="74" y="52"/>
                    </a:lnTo>
                    <a:lnTo>
                      <a:pt x="74" y="52"/>
                    </a:lnTo>
                    <a:lnTo>
                      <a:pt x="76" y="44"/>
                    </a:lnTo>
                    <a:lnTo>
                      <a:pt x="76" y="44"/>
                    </a:lnTo>
                    <a:lnTo>
                      <a:pt x="78" y="42"/>
                    </a:lnTo>
                    <a:lnTo>
                      <a:pt x="76" y="38"/>
                    </a:lnTo>
                    <a:lnTo>
                      <a:pt x="76" y="38"/>
                    </a:lnTo>
                    <a:lnTo>
                      <a:pt x="76" y="34"/>
                    </a:lnTo>
                    <a:lnTo>
                      <a:pt x="76" y="32"/>
                    </a:lnTo>
                    <a:lnTo>
                      <a:pt x="80" y="30"/>
                    </a:lnTo>
                    <a:lnTo>
                      <a:pt x="80" y="30"/>
                    </a:lnTo>
                    <a:lnTo>
                      <a:pt x="78" y="26"/>
                    </a:lnTo>
                    <a:lnTo>
                      <a:pt x="78" y="22"/>
                    </a:lnTo>
                    <a:lnTo>
                      <a:pt x="78" y="22"/>
                    </a:lnTo>
                    <a:lnTo>
                      <a:pt x="78" y="20"/>
                    </a:lnTo>
                    <a:lnTo>
                      <a:pt x="80" y="18"/>
                    </a:lnTo>
                    <a:lnTo>
                      <a:pt x="84" y="14"/>
                    </a:lnTo>
                    <a:lnTo>
                      <a:pt x="84" y="14"/>
                    </a:lnTo>
                    <a:lnTo>
                      <a:pt x="86" y="12"/>
                    </a:lnTo>
                    <a:lnTo>
                      <a:pt x="88" y="8"/>
                    </a:lnTo>
                    <a:lnTo>
                      <a:pt x="88" y="6"/>
                    </a:lnTo>
                    <a:lnTo>
                      <a:pt x="88" y="6"/>
                    </a:lnTo>
                    <a:lnTo>
                      <a:pt x="84" y="4"/>
                    </a:lnTo>
                    <a:lnTo>
                      <a:pt x="84" y="4"/>
                    </a:lnTo>
                    <a:lnTo>
                      <a:pt x="84" y="0"/>
                    </a:lnTo>
                    <a:lnTo>
                      <a:pt x="84" y="0"/>
                    </a:lnTo>
                    <a:lnTo>
                      <a:pt x="78" y="2"/>
                    </a:lnTo>
                    <a:lnTo>
                      <a:pt x="72" y="6"/>
                    </a:lnTo>
                    <a:lnTo>
                      <a:pt x="72" y="6"/>
                    </a:lnTo>
                    <a:lnTo>
                      <a:pt x="68" y="8"/>
                    </a:lnTo>
                    <a:lnTo>
                      <a:pt x="62" y="8"/>
                    </a:lnTo>
                    <a:lnTo>
                      <a:pt x="58" y="8"/>
                    </a:lnTo>
                    <a:lnTo>
                      <a:pt x="54" y="8"/>
                    </a:lnTo>
                    <a:lnTo>
                      <a:pt x="54" y="8"/>
                    </a:lnTo>
                    <a:lnTo>
                      <a:pt x="48" y="12"/>
                    </a:lnTo>
                    <a:lnTo>
                      <a:pt x="44" y="12"/>
                    </a:lnTo>
                    <a:lnTo>
                      <a:pt x="36" y="14"/>
                    </a:lnTo>
                    <a:lnTo>
                      <a:pt x="36" y="14"/>
                    </a:lnTo>
                    <a:lnTo>
                      <a:pt x="34" y="14"/>
                    </a:lnTo>
                    <a:lnTo>
                      <a:pt x="32" y="14"/>
                    </a:lnTo>
                    <a:lnTo>
                      <a:pt x="28" y="14"/>
                    </a:lnTo>
                    <a:lnTo>
                      <a:pt x="28" y="14"/>
                    </a:lnTo>
                    <a:lnTo>
                      <a:pt x="24" y="14"/>
                    </a:lnTo>
                    <a:lnTo>
                      <a:pt x="22" y="18"/>
                    </a:lnTo>
                    <a:lnTo>
                      <a:pt x="22" y="18"/>
                    </a:lnTo>
                    <a:lnTo>
                      <a:pt x="20" y="18"/>
                    </a:lnTo>
                    <a:lnTo>
                      <a:pt x="18" y="16"/>
                    </a:lnTo>
                    <a:lnTo>
                      <a:pt x="16" y="16"/>
                    </a:lnTo>
                    <a:lnTo>
                      <a:pt x="14" y="16"/>
                    </a:lnTo>
                    <a:lnTo>
                      <a:pt x="14" y="16"/>
                    </a:lnTo>
                    <a:lnTo>
                      <a:pt x="14" y="18"/>
                    </a:lnTo>
                    <a:lnTo>
                      <a:pt x="14" y="20"/>
                    </a:lnTo>
                    <a:lnTo>
                      <a:pt x="14" y="24"/>
                    </a:lnTo>
                    <a:lnTo>
                      <a:pt x="14" y="24"/>
                    </a:lnTo>
                    <a:lnTo>
                      <a:pt x="14" y="26"/>
                    </a:lnTo>
                    <a:lnTo>
                      <a:pt x="12" y="26"/>
                    </a:lnTo>
                    <a:lnTo>
                      <a:pt x="12" y="26"/>
                    </a:lnTo>
                    <a:lnTo>
                      <a:pt x="10" y="28"/>
                    </a:lnTo>
                    <a:lnTo>
                      <a:pt x="8" y="30"/>
                    </a:lnTo>
                    <a:lnTo>
                      <a:pt x="8" y="32"/>
                    </a:lnTo>
                    <a:lnTo>
                      <a:pt x="6" y="32"/>
                    </a:lnTo>
                    <a:lnTo>
                      <a:pt x="6" y="32"/>
                    </a:lnTo>
                    <a:lnTo>
                      <a:pt x="2" y="32"/>
                    </a:lnTo>
                    <a:lnTo>
                      <a:pt x="2" y="3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5" name="Freeform 51">
                <a:extLst>
                  <a:ext uri="{FF2B5EF4-FFF2-40B4-BE49-F238E27FC236}">
                    <a16:creationId xmlns:a16="http://schemas.microsoft.com/office/drawing/2014/main" id="{20FD094E-64B0-8948-B8D8-47F856CEE20A}"/>
                  </a:ext>
                </a:extLst>
              </p:cNvPr>
              <p:cNvSpPr>
                <a:spLocks/>
              </p:cNvSpPr>
              <p:nvPr/>
            </p:nvSpPr>
            <p:spPr bwMode="auto">
              <a:xfrm>
                <a:off x="6811346" y="3302364"/>
                <a:ext cx="551846" cy="544639"/>
              </a:xfrm>
              <a:custGeom>
                <a:avLst/>
                <a:gdLst>
                  <a:gd name="T0" fmla="*/ 108 w 282"/>
                  <a:gd name="T1" fmla="*/ 258 h 272"/>
                  <a:gd name="T2" fmla="*/ 110 w 282"/>
                  <a:gd name="T3" fmla="*/ 254 h 272"/>
                  <a:gd name="T4" fmla="*/ 112 w 282"/>
                  <a:gd name="T5" fmla="*/ 250 h 272"/>
                  <a:gd name="T6" fmla="*/ 114 w 282"/>
                  <a:gd name="T7" fmla="*/ 246 h 272"/>
                  <a:gd name="T8" fmla="*/ 118 w 282"/>
                  <a:gd name="T9" fmla="*/ 244 h 272"/>
                  <a:gd name="T10" fmla="*/ 122 w 282"/>
                  <a:gd name="T11" fmla="*/ 244 h 272"/>
                  <a:gd name="T12" fmla="*/ 122 w 282"/>
                  <a:gd name="T13" fmla="*/ 248 h 272"/>
                  <a:gd name="T14" fmla="*/ 130 w 282"/>
                  <a:gd name="T15" fmla="*/ 248 h 272"/>
                  <a:gd name="T16" fmla="*/ 156 w 282"/>
                  <a:gd name="T17" fmla="*/ 272 h 272"/>
                  <a:gd name="T18" fmla="*/ 182 w 282"/>
                  <a:gd name="T19" fmla="*/ 240 h 272"/>
                  <a:gd name="T20" fmla="*/ 272 w 282"/>
                  <a:gd name="T21" fmla="*/ 204 h 272"/>
                  <a:gd name="T22" fmla="*/ 278 w 282"/>
                  <a:gd name="T23" fmla="*/ 184 h 272"/>
                  <a:gd name="T24" fmla="*/ 272 w 282"/>
                  <a:gd name="T25" fmla="*/ 154 h 272"/>
                  <a:gd name="T26" fmla="*/ 268 w 282"/>
                  <a:gd name="T27" fmla="*/ 154 h 272"/>
                  <a:gd name="T28" fmla="*/ 216 w 282"/>
                  <a:gd name="T29" fmla="*/ 124 h 272"/>
                  <a:gd name="T30" fmla="*/ 210 w 282"/>
                  <a:gd name="T31" fmla="*/ 114 h 272"/>
                  <a:gd name="T32" fmla="*/ 206 w 282"/>
                  <a:gd name="T33" fmla="*/ 112 h 272"/>
                  <a:gd name="T34" fmla="*/ 206 w 282"/>
                  <a:gd name="T35" fmla="*/ 100 h 272"/>
                  <a:gd name="T36" fmla="*/ 206 w 282"/>
                  <a:gd name="T37" fmla="*/ 90 h 272"/>
                  <a:gd name="T38" fmla="*/ 200 w 282"/>
                  <a:gd name="T39" fmla="*/ 88 h 272"/>
                  <a:gd name="T40" fmla="*/ 196 w 282"/>
                  <a:gd name="T41" fmla="*/ 84 h 272"/>
                  <a:gd name="T42" fmla="*/ 194 w 282"/>
                  <a:gd name="T43" fmla="*/ 78 h 272"/>
                  <a:gd name="T44" fmla="*/ 190 w 282"/>
                  <a:gd name="T45" fmla="*/ 74 h 272"/>
                  <a:gd name="T46" fmla="*/ 190 w 282"/>
                  <a:gd name="T47" fmla="*/ 70 h 272"/>
                  <a:gd name="T48" fmla="*/ 186 w 282"/>
                  <a:gd name="T49" fmla="*/ 66 h 272"/>
                  <a:gd name="T50" fmla="*/ 182 w 282"/>
                  <a:gd name="T51" fmla="*/ 56 h 272"/>
                  <a:gd name="T52" fmla="*/ 168 w 282"/>
                  <a:gd name="T53" fmla="*/ 52 h 272"/>
                  <a:gd name="T54" fmla="*/ 124 w 282"/>
                  <a:gd name="T55" fmla="*/ 40 h 272"/>
                  <a:gd name="T56" fmla="*/ 102 w 282"/>
                  <a:gd name="T57" fmla="*/ 26 h 272"/>
                  <a:gd name="T58" fmla="*/ 64 w 282"/>
                  <a:gd name="T59" fmla="*/ 2 h 272"/>
                  <a:gd name="T60" fmla="*/ 46 w 282"/>
                  <a:gd name="T61" fmla="*/ 24 h 272"/>
                  <a:gd name="T62" fmla="*/ 38 w 282"/>
                  <a:gd name="T63" fmla="*/ 30 h 272"/>
                  <a:gd name="T64" fmla="*/ 32 w 282"/>
                  <a:gd name="T65" fmla="*/ 36 h 272"/>
                  <a:gd name="T66" fmla="*/ 28 w 282"/>
                  <a:gd name="T67" fmla="*/ 40 h 272"/>
                  <a:gd name="T68" fmla="*/ 4 w 282"/>
                  <a:gd name="T69" fmla="*/ 48 h 272"/>
                  <a:gd name="T70" fmla="*/ 2 w 282"/>
                  <a:gd name="T71" fmla="*/ 56 h 272"/>
                  <a:gd name="T72" fmla="*/ 0 w 282"/>
                  <a:gd name="T73" fmla="*/ 60 h 272"/>
                  <a:gd name="T74" fmla="*/ 0 w 282"/>
                  <a:gd name="T75" fmla="*/ 64 h 272"/>
                  <a:gd name="T76" fmla="*/ 8 w 282"/>
                  <a:gd name="T77" fmla="*/ 66 h 272"/>
                  <a:gd name="T78" fmla="*/ 12 w 282"/>
                  <a:gd name="T79" fmla="*/ 72 h 272"/>
                  <a:gd name="T80" fmla="*/ 20 w 282"/>
                  <a:gd name="T81" fmla="*/ 86 h 272"/>
                  <a:gd name="T82" fmla="*/ 22 w 282"/>
                  <a:gd name="T83" fmla="*/ 92 h 272"/>
                  <a:gd name="T84" fmla="*/ 26 w 282"/>
                  <a:gd name="T85" fmla="*/ 94 h 272"/>
                  <a:gd name="T86" fmla="*/ 30 w 282"/>
                  <a:gd name="T87" fmla="*/ 100 h 272"/>
                  <a:gd name="T88" fmla="*/ 34 w 282"/>
                  <a:gd name="T89" fmla="*/ 104 h 272"/>
                  <a:gd name="T90" fmla="*/ 36 w 282"/>
                  <a:gd name="T91" fmla="*/ 114 h 272"/>
                  <a:gd name="T92" fmla="*/ 42 w 282"/>
                  <a:gd name="T93" fmla="*/ 124 h 272"/>
                  <a:gd name="T94" fmla="*/ 54 w 282"/>
                  <a:gd name="T95" fmla="*/ 140 h 272"/>
                  <a:gd name="T96" fmla="*/ 58 w 282"/>
                  <a:gd name="T97" fmla="*/ 164 h 272"/>
                  <a:gd name="T98" fmla="*/ 54 w 282"/>
                  <a:gd name="T99" fmla="*/ 168 h 272"/>
                  <a:gd name="T100" fmla="*/ 54 w 282"/>
                  <a:gd name="T101" fmla="*/ 174 h 272"/>
                  <a:gd name="T102" fmla="*/ 58 w 282"/>
                  <a:gd name="T103" fmla="*/ 182 h 272"/>
                  <a:gd name="T104" fmla="*/ 64 w 282"/>
                  <a:gd name="T105" fmla="*/ 196 h 272"/>
                  <a:gd name="T106" fmla="*/ 64 w 282"/>
                  <a:gd name="T107" fmla="*/ 200 h 272"/>
                  <a:gd name="T108" fmla="*/ 68 w 282"/>
                  <a:gd name="T109" fmla="*/ 204 h 272"/>
                  <a:gd name="T110" fmla="*/ 72 w 282"/>
                  <a:gd name="T111" fmla="*/ 208 h 272"/>
                  <a:gd name="T112" fmla="*/ 82 w 282"/>
                  <a:gd name="T113" fmla="*/ 214 h 272"/>
                  <a:gd name="T114" fmla="*/ 86 w 282"/>
                  <a:gd name="T115" fmla="*/ 220 h 272"/>
                  <a:gd name="T116" fmla="*/ 88 w 282"/>
                  <a:gd name="T117" fmla="*/ 228 h 272"/>
                  <a:gd name="T118" fmla="*/ 90 w 282"/>
                  <a:gd name="T119" fmla="*/ 236 h 272"/>
                  <a:gd name="T120" fmla="*/ 98 w 282"/>
                  <a:gd name="T121" fmla="*/ 244 h 272"/>
                  <a:gd name="T122" fmla="*/ 100 w 282"/>
                  <a:gd name="T123" fmla="*/ 25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2" h="272">
                    <a:moveTo>
                      <a:pt x="106" y="258"/>
                    </a:moveTo>
                    <a:lnTo>
                      <a:pt x="106" y="258"/>
                    </a:lnTo>
                    <a:lnTo>
                      <a:pt x="108" y="258"/>
                    </a:lnTo>
                    <a:lnTo>
                      <a:pt x="110" y="254"/>
                    </a:lnTo>
                    <a:lnTo>
                      <a:pt x="110" y="254"/>
                    </a:lnTo>
                    <a:lnTo>
                      <a:pt x="110" y="254"/>
                    </a:lnTo>
                    <a:lnTo>
                      <a:pt x="112" y="252"/>
                    </a:lnTo>
                    <a:lnTo>
                      <a:pt x="112" y="252"/>
                    </a:lnTo>
                    <a:lnTo>
                      <a:pt x="112" y="250"/>
                    </a:lnTo>
                    <a:lnTo>
                      <a:pt x="112" y="250"/>
                    </a:lnTo>
                    <a:lnTo>
                      <a:pt x="114" y="248"/>
                    </a:lnTo>
                    <a:lnTo>
                      <a:pt x="114" y="246"/>
                    </a:lnTo>
                    <a:lnTo>
                      <a:pt x="114" y="246"/>
                    </a:lnTo>
                    <a:lnTo>
                      <a:pt x="116" y="244"/>
                    </a:lnTo>
                    <a:lnTo>
                      <a:pt x="118" y="244"/>
                    </a:lnTo>
                    <a:lnTo>
                      <a:pt x="118" y="244"/>
                    </a:lnTo>
                    <a:lnTo>
                      <a:pt x="120" y="244"/>
                    </a:lnTo>
                    <a:lnTo>
                      <a:pt x="122" y="244"/>
                    </a:lnTo>
                    <a:lnTo>
                      <a:pt x="122" y="246"/>
                    </a:lnTo>
                    <a:lnTo>
                      <a:pt x="122" y="248"/>
                    </a:lnTo>
                    <a:lnTo>
                      <a:pt x="122" y="248"/>
                    </a:lnTo>
                    <a:lnTo>
                      <a:pt x="126" y="248"/>
                    </a:lnTo>
                    <a:lnTo>
                      <a:pt x="130" y="248"/>
                    </a:lnTo>
                    <a:lnTo>
                      <a:pt x="130" y="248"/>
                    </a:lnTo>
                    <a:lnTo>
                      <a:pt x="144" y="250"/>
                    </a:lnTo>
                    <a:lnTo>
                      <a:pt x="154" y="254"/>
                    </a:lnTo>
                    <a:lnTo>
                      <a:pt x="156" y="272"/>
                    </a:lnTo>
                    <a:lnTo>
                      <a:pt x="156" y="272"/>
                    </a:lnTo>
                    <a:lnTo>
                      <a:pt x="164" y="262"/>
                    </a:lnTo>
                    <a:lnTo>
                      <a:pt x="182" y="240"/>
                    </a:lnTo>
                    <a:lnTo>
                      <a:pt x="228" y="224"/>
                    </a:lnTo>
                    <a:lnTo>
                      <a:pt x="228" y="224"/>
                    </a:lnTo>
                    <a:lnTo>
                      <a:pt x="272" y="204"/>
                    </a:lnTo>
                    <a:lnTo>
                      <a:pt x="272" y="204"/>
                    </a:lnTo>
                    <a:lnTo>
                      <a:pt x="276" y="198"/>
                    </a:lnTo>
                    <a:lnTo>
                      <a:pt x="278" y="184"/>
                    </a:lnTo>
                    <a:lnTo>
                      <a:pt x="282" y="164"/>
                    </a:lnTo>
                    <a:lnTo>
                      <a:pt x="272" y="154"/>
                    </a:lnTo>
                    <a:lnTo>
                      <a:pt x="272" y="154"/>
                    </a:lnTo>
                    <a:lnTo>
                      <a:pt x="272" y="154"/>
                    </a:lnTo>
                    <a:lnTo>
                      <a:pt x="268" y="154"/>
                    </a:lnTo>
                    <a:lnTo>
                      <a:pt x="268" y="154"/>
                    </a:lnTo>
                    <a:lnTo>
                      <a:pt x="224" y="146"/>
                    </a:lnTo>
                    <a:lnTo>
                      <a:pt x="224" y="132"/>
                    </a:lnTo>
                    <a:lnTo>
                      <a:pt x="216" y="124"/>
                    </a:lnTo>
                    <a:lnTo>
                      <a:pt x="216" y="118"/>
                    </a:lnTo>
                    <a:lnTo>
                      <a:pt x="210" y="114"/>
                    </a:lnTo>
                    <a:lnTo>
                      <a:pt x="210" y="114"/>
                    </a:lnTo>
                    <a:lnTo>
                      <a:pt x="208" y="114"/>
                    </a:lnTo>
                    <a:lnTo>
                      <a:pt x="208" y="114"/>
                    </a:lnTo>
                    <a:lnTo>
                      <a:pt x="206" y="112"/>
                    </a:lnTo>
                    <a:lnTo>
                      <a:pt x="206" y="110"/>
                    </a:lnTo>
                    <a:lnTo>
                      <a:pt x="206" y="110"/>
                    </a:lnTo>
                    <a:lnTo>
                      <a:pt x="206" y="100"/>
                    </a:lnTo>
                    <a:lnTo>
                      <a:pt x="206" y="100"/>
                    </a:lnTo>
                    <a:lnTo>
                      <a:pt x="206" y="96"/>
                    </a:lnTo>
                    <a:lnTo>
                      <a:pt x="206" y="90"/>
                    </a:lnTo>
                    <a:lnTo>
                      <a:pt x="204" y="90"/>
                    </a:lnTo>
                    <a:lnTo>
                      <a:pt x="204" y="90"/>
                    </a:lnTo>
                    <a:lnTo>
                      <a:pt x="200" y="88"/>
                    </a:lnTo>
                    <a:lnTo>
                      <a:pt x="198" y="84"/>
                    </a:lnTo>
                    <a:lnTo>
                      <a:pt x="198" y="84"/>
                    </a:lnTo>
                    <a:lnTo>
                      <a:pt x="196" y="84"/>
                    </a:lnTo>
                    <a:lnTo>
                      <a:pt x="194" y="82"/>
                    </a:lnTo>
                    <a:lnTo>
                      <a:pt x="194" y="82"/>
                    </a:lnTo>
                    <a:lnTo>
                      <a:pt x="194" y="78"/>
                    </a:lnTo>
                    <a:lnTo>
                      <a:pt x="194" y="74"/>
                    </a:lnTo>
                    <a:lnTo>
                      <a:pt x="194" y="74"/>
                    </a:lnTo>
                    <a:lnTo>
                      <a:pt x="190" y="74"/>
                    </a:lnTo>
                    <a:lnTo>
                      <a:pt x="190" y="74"/>
                    </a:lnTo>
                    <a:lnTo>
                      <a:pt x="190" y="70"/>
                    </a:lnTo>
                    <a:lnTo>
                      <a:pt x="190" y="70"/>
                    </a:lnTo>
                    <a:lnTo>
                      <a:pt x="186" y="70"/>
                    </a:lnTo>
                    <a:lnTo>
                      <a:pt x="186" y="70"/>
                    </a:lnTo>
                    <a:lnTo>
                      <a:pt x="186" y="66"/>
                    </a:lnTo>
                    <a:lnTo>
                      <a:pt x="186" y="66"/>
                    </a:lnTo>
                    <a:lnTo>
                      <a:pt x="182" y="56"/>
                    </a:lnTo>
                    <a:lnTo>
                      <a:pt x="182" y="56"/>
                    </a:lnTo>
                    <a:lnTo>
                      <a:pt x="182" y="52"/>
                    </a:lnTo>
                    <a:lnTo>
                      <a:pt x="180" y="52"/>
                    </a:lnTo>
                    <a:lnTo>
                      <a:pt x="168" y="52"/>
                    </a:lnTo>
                    <a:lnTo>
                      <a:pt x="166" y="46"/>
                    </a:lnTo>
                    <a:lnTo>
                      <a:pt x="148" y="42"/>
                    </a:lnTo>
                    <a:lnTo>
                      <a:pt x="124" y="40"/>
                    </a:lnTo>
                    <a:lnTo>
                      <a:pt x="114" y="34"/>
                    </a:lnTo>
                    <a:lnTo>
                      <a:pt x="112" y="26"/>
                    </a:lnTo>
                    <a:lnTo>
                      <a:pt x="102" y="26"/>
                    </a:lnTo>
                    <a:lnTo>
                      <a:pt x="102" y="20"/>
                    </a:lnTo>
                    <a:lnTo>
                      <a:pt x="64" y="0"/>
                    </a:lnTo>
                    <a:lnTo>
                      <a:pt x="64" y="2"/>
                    </a:lnTo>
                    <a:lnTo>
                      <a:pt x="36" y="10"/>
                    </a:lnTo>
                    <a:lnTo>
                      <a:pt x="46" y="24"/>
                    </a:lnTo>
                    <a:lnTo>
                      <a:pt x="46" y="24"/>
                    </a:lnTo>
                    <a:lnTo>
                      <a:pt x="42" y="26"/>
                    </a:lnTo>
                    <a:lnTo>
                      <a:pt x="40" y="28"/>
                    </a:lnTo>
                    <a:lnTo>
                      <a:pt x="38" y="30"/>
                    </a:lnTo>
                    <a:lnTo>
                      <a:pt x="38" y="30"/>
                    </a:lnTo>
                    <a:lnTo>
                      <a:pt x="36" y="32"/>
                    </a:lnTo>
                    <a:lnTo>
                      <a:pt x="32" y="36"/>
                    </a:lnTo>
                    <a:lnTo>
                      <a:pt x="32" y="36"/>
                    </a:lnTo>
                    <a:lnTo>
                      <a:pt x="30" y="40"/>
                    </a:lnTo>
                    <a:lnTo>
                      <a:pt x="28" y="40"/>
                    </a:lnTo>
                    <a:lnTo>
                      <a:pt x="18" y="48"/>
                    </a:lnTo>
                    <a:lnTo>
                      <a:pt x="4" y="48"/>
                    </a:lnTo>
                    <a:lnTo>
                      <a:pt x="4" y="48"/>
                    </a:lnTo>
                    <a:lnTo>
                      <a:pt x="0" y="56"/>
                    </a:lnTo>
                    <a:lnTo>
                      <a:pt x="2" y="56"/>
                    </a:lnTo>
                    <a:lnTo>
                      <a:pt x="2" y="56"/>
                    </a:lnTo>
                    <a:lnTo>
                      <a:pt x="2" y="60"/>
                    </a:lnTo>
                    <a:lnTo>
                      <a:pt x="2" y="60"/>
                    </a:lnTo>
                    <a:lnTo>
                      <a:pt x="0" y="60"/>
                    </a:lnTo>
                    <a:lnTo>
                      <a:pt x="0" y="62"/>
                    </a:lnTo>
                    <a:lnTo>
                      <a:pt x="0" y="64"/>
                    </a:lnTo>
                    <a:lnTo>
                      <a:pt x="0" y="64"/>
                    </a:lnTo>
                    <a:lnTo>
                      <a:pt x="6" y="66"/>
                    </a:lnTo>
                    <a:lnTo>
                      <a:pt x="6" y="66"/>
                    </a:lnTo>
                    <a:lnTo>
                      <a:pt x="8" y="66"/>
                    </a:lnTo>
                    <a:lnTo>
                      <a:pt x="10" y="68"/>
                    </a:lnTo>
                    <a:lnTo>
                      <a:pt x="12" y="72"/>
                    </a:lnTo>
                    <a:lnTo>
                      <a:pt x="12" y="72"/>
                    </a:lnTo>
                    <a:lnTo>
                      <a:pt x="16" y="84"/>
                    </a:lnTo>
                    <a:lnTo>
                      <a:pt x="16" y="84"/>
                    </a:lnTo>
                    <a:lnTo>
                      <a:pt x="20" y="86"/>
                    </a:lnTo>
                    <a:lnTo>
                      <a:pt x="22" y="88"/>
                    </a:lnTo>
                    <a:lnTo>
                      <a:pt x="22" y="88"/>
                    </a:lnTo>
                    <a:lnTo>
                      <a:pt x="22" y="92"/>
                    </a:lnTo>
                    <a:lnTo>
                      <a:pt x="22" y="92"/>
                    </a:lnTo>
                    <a:lnTo>
                      <a:pt x="26" y="94"/>
                    </a:lnTo>
                    <a:lnTo>
                      <a:pt x="26" y="94"/>
                    </a:lnTo>
                    <a:lnTo>
                      <a:pt x="26" y="98"/>
                    </a:lnTo>
                    <a:lnTo>
                      <a:pt x="26" y="98"/>
                    </a:lnTo>
                    <a:lnTo>
                      <a:pt x="30" y="100"/>
                    </a:lnTo>
                    <a:lnTo>
                      <a:pt x="32" y="102"/>
                    </a:lnTo>
                    <a:lnTo>
                      <a:pt x="32" y="104"/>
                    </a:lnTo>
                    <a:lnTo>
                      <a:pt x="34" y="104"/>
                    </a:lnTo>
                    <a:lnTo>
                      <a:pt x="34" y="104"/>
                    </a:lnTo>
                    <a:lnTo>
                      <a:pt x="36" y="108"/>
                    </a:lnTo>
                    <a:lnTo>
                      <a:pt x="36" y="114"/>
                    </a:lnTo>
                    <a:lnTo>
                      <a:pt x="38" y="120"/>
                    </a:lnTo>
                    <a:lnTo>
                      <a:pt x="40" y="124"/>
                    </a:lnTo>
                    <a:lnTo>
                      <a:pt x="42" y="124"/>
                    </a:lnTo>
                    <a:lnTo>
                      <a:pt x="42" y="124"/>
                    </a:lnTo>
                    <a:lnTo>
                      <a:pt x="48" y="132"/>
                    </a:lnTo>
                    <a:lnTo>
                      <a:pt x="54" y="140"/>
                    </a:lnTo>
                    <a:lnTo>
                      <a:pt x="54" y="140"/>
                    </a:lnTo>
                    <a:lnTo>
                      <a:pt x="56" y="152"/>
                    </a:lnTo>
                    <a:lnTo>
                      <a:pt x="58" y="164"/>
                    </a:lnTo>
                    <a:lnTo>
                      <a:pt x="58" y="164"/>
                    </a:lnTo>
                    <a:lnTo>
                      <a:pt x="54" y="168"/>
                    </a:lnTo>
                    <a:lnTo>
                      <a:pt x="54" y="168"/>
                    </a:lnTo>
                    <a:lnTo>
                      <a:pt x="54" y="170"/>
                    </a:lnTo>
                    <a:lnTo>
                      <a:pt x="54" y="174"/>
                    </a:lnTo>
                    <a:lnTo>
                      <a:pt x="54" y="174"/>
                    </a:lnTo>
                    <a:lnTo>
                      <a:pt x="58" y="174"/>
                    </a:lnTo>
                    <a:lnTo>
                      <a:pt x="58" y="174"/>
                    </a:lnTo>
                    <a:lnTo>
                      <a:pt x="58" y="182"/>
                    </a:lnTo>
                    <a:lnTo>
                      <a:pt x="60" y="192"/>
                    </a:lnTo>
                    <a:lnTo>
                      <a:pt x="60" y="192"/>
                    </a:lnTo>
                    <a:lnTo>
                      <a:pt x="64" y="196"/>
                    </a:lnTo>
                    <a:lnTo>
                      <a:pt x="64" y="196"/>
                    </a:lnTo>
                    <a:lnTo>
                      <a:pt x="64" y="200"/>
                    </a:lnTo>
                    <a:lnTo>
                      <a:pt x="64" y="200"/>
                    </a:lnTo>
                    <a:lnTo>
                      <a:pt x="66" y="202"/>
                    </a:lnTo>
                    <a:lnTo>
                      <a:pt x="66" y="202"/>
                    </a:lnTo>
                    <a:lnTo>
                      <a:pt x="68" y="204"/>
                    </a:lnTo>
                    <a:lnTo>
                      <a:pt x="70" y="208"/>
                    </a:lnTo>
                    <a:lnTo>
                      <a:pt x="70" y="208"/>
                    </a:lnTo>
                    <a:lnTo>
                      <a:pt x="72" y="208"/>
                    </a:lnTo>
                    <a:lnTo>
                      <a:pt x="74" y="206"/>
                    </a:lnTo>
                    <a:lnTo>
                      <a:pt x="74" y="206"/>
                    </a:lnTo>
                    <a:lnTo>
                      <a:pt x="82" y="214"/>
                    </a:lnTo>
                    <a:lnTo>
                      <a:pt x="82" y="214"/>
                    </a:lnTo>
                    <a:lnTo>
                      <a:pt x="86" y="220"/>
                    </a:lnTo>
                    <a:lnTo>
                      <a:pt x="86" y="220"/>
                    </a:lnTo>
                    <a:lnTo>
                      <a:pt x="86" y="224"/>
                    </a:lnTo>
                    <a:lnTo>
                      <a:pt x="86" y="224"/>
                    </a:lnTo>
                    <a:lnTo>
                      <a:pt x="88" y="228"/>
                    </a:lnTo>
                    <a:lnTo>
                      <a:pt x="90" y="232"/>
                    </a:lnTo>
                    <a:lnTo>
                      <a:pt x="90" y="232"/>
                    </a:lnTo>
                    <a:lnTo>
                      <a:pt x="90" y="236"/>
                    </a:lnTo>
                    <a:lnTo>
                      <a:pt x="90" y="240"/>
                    </a:lnTo>
                    <a:lnTo>
                      <a:pt x="90" y="240"/>
                    </a:lnTo>
                    <a:lnTo>
                      <a:pt x="98" y="244"/>
                    </a:lnTo>
                    <a:lnTo>
                      <a:pt x="98" y="244"/>
                    </a:lnTo>
                    <a:lnTo>
                      <a:pt x="100" y="252"/>
                    </a:lnTo>
                    <a:lnTo>
                      <a:pt x="100" y="252"/>
                    </a:lnTo>
                    <a:lnTo>
                      <a:pt x="106" y="258"/>
                    </a:lnTo>
                    <a:lnTo>
                      <a:pt x="106" y="2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6" name="Freeform 106">
                <a:extLst>
                  <a:ext uri="{FF2B5EF4-FFF2-40B4-BE49-F238E27FC236}">
                    <a16:creationId xmlns:a16="http://schemas.microsoft.com/office/drawing/2014/main" id="{8EF9DEC3-33E3-A44A-A0FC-7B2EAE49CC63}"/>
                  </a:ext>
                </a:extLst>
              </p:cNvPr>
              <p:cNvSpPr>
                <a:spLocks/>
              </p:cNvSpPr>
              <p:nvPr/>
            </p:nvSpPr>
            <p:spPr bwMode="auto">
              <a:xfrm>
                <a:off x="7222296" y="3506604"/>
                <a:ext cx="23483" cy="36043"/>
              </a:xfrm>
              <a:custGeom>
                <a:avLst/>
                <a:gdLst>
                  <a:gd name="T0" fmla="*/ 0 w 12"/>
                  <a:gd name="T1" fmla="*/ 12 h 18"/>
                  <a:gd name="T2" fmla="*/ 0 w 12"/>
                  <a:gd name="T3" fmla="*/ 12 h 18"/>
                  <a:gd name="T4" fmla="*/ 0 w 12"/>
                  <a:gd name="T5" fmla="*/ 10 h 18"/>
                  <a:gd name="T6" fmla="*/ 0 w 12"/>
                  <a:gd name="T7" fmla="*/ 10 h 18"/>
                  <a:gd name="T8" fmla="*/ 6 w 12"/>
                  <a:gd name="T9" fmla="*/ 6 h 18"/>
                  <a:gd name="T10" fmla="*/ 8 w 12"/>
                  <a:gd name="T11" fmla="*/ 0 h 18"/>
                  <a:gd name="T12" fmla="*/ 8 w 12"/>
                  <a:gd name="T13" fmla="*/ 0 h 18"/>
                  <a:gd name="T14" fmla="*/ 10 w 12"/>
                  <a:gd name="T15" fmla="*/ 0 h 18"/>
                  <a:gd name="T16" fmla="*/ 10 w 12"/>
                  <a:gd name="T17" fmla="*/ 0 h 18"/>
                  <a:gd name="T18" fmla="*/ 12 w 12"/>
                  <a:gd name="T19" fmla="*/ 8 h 18"/>
                  <a:gd name="T20" fmla="*/ 12 w 12"/>
                  <a:gd name="T21" fmla="*/ 18 h 18"/>
                  <a:gd name="T22" fmla="*/ 6 w 12"/>
                  <a:gd name="T23" fmla="*/ 16 h 18"/>
                  <a:gd name="T24" fmla="*/ 0 w 12"/>
                  <a:gd name="T25"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18">
                    <a:moveTo>
                      <a:pt x="0" y="12"/>
                    </a:moveTo>
                    <a:lnTo>
                      <a:pt x="0" y="12"/>
                    </a:lnTo>
                    <a:lnTo>
                      <a:pt x="0" y="10"/>
                    </a:lnTo>
                    <a:lnTo>
                      <a:pt x="0" y="10"/>
                    </a:lnTo>
                    <a:lnTo>
                      <a:pt x="6" y="6"/>
                    </a:lnTo>
                    <a:lnTo>
                      <a:pt x="8" y="0"/>
                    </a:lnTo>
                    <a:lnTo>
                      <a:pt x="8" y="0"/>
                    </a:lnTo>
                    <a:lnTo>
                      <a:pt x="10" y="0"/>
                    </a:lnTo>
                    <a:lnTo>
                      <a:pt x="10" y="0"/>
                    </a:lnTo>
                    <a:lnTo>
                      <a:pt x="12" y="8"/>
                    </a:lnTo>
                    <a:lnTo>
                      <a:pt x="12" y="18"/>
                    </a:lnTo>
                    <a:lnTo>
                      <a:pt x="6" y="16"/>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7" name="Freeform 116">
                <a:extLst>
                  <a:ext uri="{FF2B5EF4-FFF2-40B4-BE49-F238E27FC236}">
                    <a16:creationId xmlns:a16="http://schemas.microsoft.com/office/drawing/2014/main" id="{01CF8E9B-5B91-5D47-8C78-C6EA83CB5868}"/>
                  </a:ext>
                </a:extLst>
              </p:cNvPr>
              <p:cNvSpPr>
                <a:spLocks noEditPoints="1"/>
              </p:cNvSpPr>
              <p:nvPr/>
            </p:nvSpPr>
            <p:spPr bwMode="auto">
              <a:xfrm>
                <a:off x="7257519" y="3502599"/>
                <a:ext cx="207432" cy="320376"/>
              </a:xfrm>
              <a:custGeom>
                <a:avLst/>
                <a:gdLst>
                  <a:gd name="T0" fmla="*/ 56 w 106"/>
                  <a:gd name="T1" fmla="*/ 6 h 160"/>
                  <a:gd name="T2" fmla="*/ 58 w 106"/>
                  <a:gd name="T3" fmla="*/ 12 h 160"/>
                  <a:gd name="T4" fmla="*/ 58 w 106"/>
                  <a:gd name="T5" fmla="*/ 0 h 160"/>
                  <a:gd name="T6" fmla="*/ 54 w 106"/>
                  <a:gd name="T7" fmla="*/ 2 h 160"/>
                  <a:gd name="T8" fmla="*/ 54 w 106"/>
                  <a:gd name="T9" fmla="*/ 6 h 160"/>
                  <a:gd name="T10" fmla="*/ 60 w 106"/>
                  <a:gd name="T11" fmla="*/ 18 h 160"/>
                  <a:gd name="T12" fmla="*/ 62 w 106"/>
                  <a:gd name="T13" fmla="*/ 24 h 160"/>
                  <a:gd name="T14" fmla="*/ 68 w 106"/>
                  <a:gd name="T15" fmla="*/ 28 h 160"/>
                  <a:gd name="T16" fmla="*/ 72 w 106"/>
                  <a:gd name="T17" fmla="*/ 34 h 160"/>
                  <a:gd name="T18" fmla="*/ 76 w 106"/>
                  <a:gd name="T19" fmla="*/ 38 h 160"/>
                  <a:gd name="T20" fmla="*/ 88 w 106"/>
                  <a:gd name="T21" fmla="*/ 42 h 160"/>
                  <a:gd name="T22" fmla="*/ 90 w 106"/>
                  <a:gd name="T23" fmla="*/ 44 h 160"/>
                  <a:gd name="T24" fmla="*/ 94 w 106"/>
                  <a:gd name="T25" fmla="*/ 48 h 160"/>
                  <a:gd name="T26" fmla="*/ 96 w 106"/>
                  <a:gd name="T27" fmla="*/ 48 h 160"/>
                  <a:gd name="T28" fmla="*/ 100 w 106"/>
                  <a:gd name="T29" fmla="*/ 54 h 160"/>
                  <a:gd name="T30" fmla="*/ 100 w 106"/>
                  <a:gd name="T31" fmla="*/ 58 h 160"/>
                  <a:gd name="T32" fmla="*/ 104 w 106"/>
                  <a:gd name="T33" fmla="*/ 60 h 160"/>
                  <a:gd name="T34" fmla="*/ 106 w 106"/>
                  <a:gd name="T35" fmla="*/ 62 h 160"/>
                  <a:gd name="T36" fmla="*/ 106 w 106"/>
                  <a:gd name="T37" fmla="*/ 66 h 160"/>
                  <a:gd name="T38" fmla="*/ 102 w 106"/>
                  <a:gd name="T39" fmla="*/ 72 h 160"/>
                  <a:gd name="T40" fmla="*/ 102 w 106"/>
                  <a:gd name="T41" fmla="*/ 76 h 160"/>
                  <a:gd name="T42" fmla="*/ 100 w 106"/>
                  <a:gd name="T43" fmla="*/ 80 h 160"/>
                  <a:gd name="T44" fmla="*/ 100 w 106"/>
                  <a:gd name="T45" fmla="*/ 82 h 160"/>
                  <a:gd name="T46" fmla="*/ 96 w 106"/>
                  <a:gd name="T47" fmla="*/ 86 h 160"/>
                  <a:gd name="T48" fmla="*/ 94 w 106"/>
                  <a:gd name="T49" fmla="*/ 94 h 160"/>
                  <a:gd name="T50" fmla="*/ 90 w 106"/>
                  <a:gd name="T51" fmla="*/ 96 h 160"/>
                  <a:gd name="T52" fmla="*/ 90 w 106"/>
                  <a:gd name="T53" fmla="*/ 104 h 160"/>
                  <a:gd name="T54" fmla="*/ 86 w 106"/>
                  <a:gd name="T55" fmla="*/ 102 h 160"/>
                  <a:gd name="T56" fmla="*/ 82 w 106"/>
                  <a:gd name="T57" fmla="*/ 112 h 160"/>
                  <a:gd name="T58" fmla="*/ 82 w 106"/>
                  <a:gd name="T59" fmla="*/ 124 h 160"/>
                  <a:gd name="T60" fmla="*/ 68 w 106"/>
                  <a:gd name="T61" fmla="*/ 128 h 160"/>
                  <a:gd name="T62" fmla="*/ 68 w 106"/>
                  <a:gd name="T63" fmla="*/ 130 h 160"/>
                  <a:gd name="T64" fmla="*/ 68 w 106"/>
                  <a:gd name="T65" fmla="*/ 130 h 160"/>
                  <a:gd name="T66" fmla="*/ 64 w 106"/>
                  <a:gd name="T67" fmla="*/ 136 h 160"/>
                  <a:gd name="T68" fmla="*/ 64 w 106"/>
                  <a:gd name="T69" fmla="*/ 140 h 160"/>
                  <a:gd name="T70" fmla="*/ 48 w 106"/>
                  <a:gd name="T71" fmla="*/ 142 h 160"/>
                  <a:gd name="T72" fmla="*/ 46 w 106"/>
                  <a:gd name="T73" fmla="*/ 148 h 160"/>
                  <a:gd name="T74" fmla="*/ 44 w 106"/>
                  <a:gd name="T75" fmla="*/ 154 h 160"/>
                  <a:gd name="T76" fmla="*/ 34 w 106"/>
                  <a:gd name="T77" fmla="*/ 156 h 160"/>
                  <a:gd name="T78" fmla="*/ 28 w 106"/>
                  <a:gd name="T79" fmla="*/ 158 h 160"/>
                  <a:gd name="T80" fmla="*/ 28 w 106"/>
                  <a:gd name="T81" fmla="*/ 160 h 160"/>
                  <a:gd name="T82" fmla="*/ 16 w 106"/>
                  <a:gd name="T83" fmla="*/ 156 h 160"/>
                  <a:gd name="T84" fmla="*/ 0 w 106"/>
                  <a:gd name="T85" fmla="*/ 124 h 160"/>
                  <a:gd name="T86" fmla="*/ 44 w 106"/>
                  <a:gd name="T87" fmla="*/ 104 h 160"/>
                  <a:gd name="T88" fmla="*/ 48 w 106"/>
                  <a:gd name="T89" fmla="*/ 98 h 160"/>
                  <a:gd name="T90" fmla="*/ 54 w 106"/>
                  <a:gd name="T91" fmla="*/ 64 h 160"/>
                  <a:gd name="T92" fmla="*/ 44 w 106"/>
                  <a:gd name="T93" fmla="*/ 54 h 160"/>
                  <a:gd name="T94" fmla="*/ 48 w 106"/>
                  <a:gd name="T95" fmla="*/ 44 h 160"/>
                  <a:gd name="T96" fmla="*/ 50 w 106"/>
                  <a:gd name="T97" fmla="*/ 40 h 160"/>
                  <a:gd name="T98" fmla="*/ 50 w 106"/>
                  <a:gd name="T99" fmla="*/ 32 h 160"/>
                  <a:gd name="T100" fmla="*/ 48 w 106"/>
                  <a:gd name="T101" fmla="*/ 32 h 160"/>
                  <a:gd name="T102" fmla="*/ 50 w 106"/>
                  <a:gd name="T103" fmla="*/ 28 h 160"/>
                  <a:gd name="T104" fmla="*/ 54 w 106"/>
                  <a:gd name="T105" fmla="*/ 26 h 160"/>
                  <a:gd name="T106" fmla="*/ 52 w 106"/>
                  <a:gd name="T107" fmla="*/ 24 h 160"/>
                  <a:gd name="T108" fmla="*/ 50 w 106"/>
                  <a:gd name="T109" fmla="*/ 22 h 160"/>
                  <a:gd name="T110" fmla="*/ 52 w 106"/>
                  <a:gd name="T111" fmla="*/ 18 h 160"/>
                  <a:gd name="T112" fmla="*/ 54 w 106"/>
                  <a:gd name="T113" fmla="*/ 22 h 160"/>
                  <a:gd name="T114" fmla="*/ 56 w 106"/>
                  <a:gd name="T115" fmla="*/ 22 h 160"/>
                  <a:gd name="T116" fmla="*/ 58 w 106"/>
                  <a:gd name="T117" fmla="*/ 20 h 160"/>
                  <a:gd name="T118" fmla="*/ 60 w 106"/>
                  <a:gd name="T119" fmla="*/ 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6" h="160">
                    <a:moveTo>
                      <a:pt x="54" y="6"/>
                    </a:moveTo>
                    <a:lnTo>
                      <a:pt x="56" y="6"/>
                    </a:lnTo>
                    <a:lnTo>
                      <a:pt x="54" y="12"/>
                    </a:lnTo>
                    <a:lnTo>
                      <a:pt x="58" y="12"/>
                    </a:lnTo>
                    <a:lnTo>
                      <a:pt x="58" y="12"/>
                    </a:lnTo>
                    <a:lnTo>
                      <a:pt x="58" y="0"/>
                    </a:lnTo>
                    <a:lnTo>
                      <a:pt x="58" y="0"/>
                    </a:lnTo>
                    <a:lnTo>
                      <a:pt x="54" y="2"/>
                    </a:lnTo>
                    <a:lnTo>
                      <a:pt x="54" y="2"/>
                    </a:lnTo>
                    <a:lnTo>
                      <a:pt x="54" y="6"/>
                    </a:lnTo>
                    <a:lnTo>
                      <a:pt x="54" y="6"/>
                    </a:lnTo>
                    <a:close/>
                    <a:moveTo>
                      <a:pt x="60" y="18"/>
                    </a:moveTo>
                    <a:lnTo>
                      <a:pt x="60" y="18"/>
                    </a:lnTo>
                    <a:lnTo>
                      <a:pt x="62" y="24"/>
                    </a:lnTo>
                    <a:lnTo>
                      <a:pt x="62" y="24"/>
                    </a:lnTo>
                    <a:lnTo>
                      <a:pt x="68" y="28"/>
                    </a:lnTo>
                    <a:lnTo>
                      <a:pt x="68" y="28"/>
                    </a:lnTo>
                    <a:lnTo>
                      <a:pt x="72" y="34"/>
                    </a:lnTo>
                    <a:lnTo>
                      <a:pt x="76" y="38"/>
                    </a:lnTo>
                    <a:lnTo>
                      <a:pt x="76" y="38"/>
                    </a:lnTo>
                    <a:lnTo>
                      <a:pt x="80" y="38"/>
                    </a:lnTo>
                    <a:lnTo>
                      <a:pt x="88" y="42"/>
                    </a:lnTo>
                    <a:lnTo>
                      <a:pt x="88" y="42"/>
                    </a:lnTo>
                    <a:lnTo>
                      <a:pt x="90" y="44"/>
                    </a:lnTo>
                    <a:lnTo>
                      <a:pt x="94" y="48"/>
                    </a:lnTo>
                    <a:lnTo>
                      <a:pt x="94" y="48"/>
                    </a:lnTo>
                    <a:lnTo>
                      <a:pt x="96" y="48"/>
                    </a:lnTo>
                    <a:lnTo>
                      <a:pt x="96" y="48"/>
                    </a:lnTo>
                    <a:lnTo>
                      <a:pt x="100" y="54"/>
                    </a:lnTo>
                    <a:lnTo>
                      <a:pt x="100" y="54"/>
                    </a:lnTo>
                    <a:lnTo>
                      <a:pt x="100" y="56"/>
                    </a:lnTo>
                    <a:lnTo>
                      <a:pt x="100" y="58"/>
                    </a:lnTo>
                    <a:lnTo>
                      <a:pt x="100" y="58"/>
                    </a:lnTo>
                    <a:lnTo>
                      <a:pt x="104" y="60"/>
                    </a:lnTo>
                    <a:lnTo>
                      <a:pt x="106" y="62"/>
                    </a:lnTo>
                    <a:lnTo>
                      <a:pt x="106" y="62"/>
                    </a:lnTo>
                    <a:lnTo>
                      <a:pt x="106" y="66"/>
                    </a:lnTo>
                    <a:lnTo>
                      <a:pt x="106" y="66"/>
                    </a:lnTo>
                    <a:lnTo>
                      <a:pt x="102" y="72"/>
                    </a:lnTo>
                    <a:lnTo>
                      <a:pt x="102" y="72"/>
                    </a:lnTo>
                    <a:lnTo>
                      <a:pt x="102" y="76"/>
                    </a:lnTo>
                    <a:lnTo>
                      <a:pt x="102" y="76"/>
                    </a:lnTo>
                    <a:lnTo>
                      <a:pt x="100" y="80"/>
                    </a:lnTo>
                    <a:lnTo>
                      <a:pt x="100" y="80"/>
                    </a:lnTo>
                    <a:lnTo>
                      <a:pt x="100" y="82"/>
                    </a:lnTo>
                    <a:lnTo>
                      <a:pt x="100" y="82"/>
                    </a:lnTo>
                    <a:lnTo>
                      <a:pt x="96" y="86"/>
                    </a:lnTo>
                    <a:lnTo>
                      <a:pt x="96" y="86"/>
                    </a:lnTo>
                    <a:lnTo>
                      <a:pt x="94" y="94"/>
                    </a:lnTo>
                    <a:lnTo>
                      <a:pt x="94" y="94"/>
                    </a:lnTo>
                    <a:lnTo>
                      <a:pt x="90" y="96"/>
                    </a:lnTo>
                    <a:lnTo>
                      <a:pt x="90" y="96"/>
                    </a:lnTo>
                    <a:lnTo>
                      <a:pt x="90" y="100"/>
                    </a:lnTo>
                    <a:lnTo>
                      <a:pt x="90" y="104"/>
                    </a:lnTo>
                    <a:lnTo>
                      <a:pt x="90" y="104"/>
                    </a:lnTo>
                    <a:lnTo>
                      <a:pt x="86" y="102"/>
                    </a:lnTo>
                    <a:lnTo>
                      <a:pt x="86" y="102"/>
                    </a:lnTo>
                    <a:lnTo>
                      <a:pt x="82" y="112"/>
                    </a:lnTo>
                    <a:lnTo>
                      <a:pt x="82" y="124"/>
                    </a:lnTo>
                    <a:lnTo>
                      <a:pt x="82" y="124"/>
                    </a:lnTo>
                    <a:lnTo>
                      <a:pt x="76" y="126"/>
                    </a:lnTo>
                    <a:lnTo>
                      <a:pt x="68" y="128"/>
                    </a:lnTo>
                    <a:lnTo>
                      <a:pt x="68" y="128"/>
                    </a:lnTo>
                    <a:lnTo>
                      <a:pt x="68" y="130"/>
                    </a:lnTo>
                    <a:lnTo>
                      <a:pt x="68" y="130"/>
                    </a:lnTo>
                    <a:lnTo>
                      <a:pt x="68" y="130"/>
                    </a:lnTo>
                    <a:lnTo>
                      <a:pt x="64" y="136"/>
                    </a:lnTo>
                    <a:lnTo>
                      <a:pt x="64" y="136"/>
                    </a:lnTo>
                    <a:lnTo>
                      <a:pt x="64" y="140"/>
                    </a:lnTo>
                    <a:lnTo>
                      <a:pt x="64" y="140"/>
                    </a:lnTo>
                    <a:lnTo>
                      <a:pt x="58" y="142"/>
                    </a:lnTo>
                    <a:lnTo>
                      <a:pt x="48" y="142"/>
                    </a:lnTo>
                    <a:lnTo>
                      <a:pt x="48" y="142"/>
                    </a:lnTo>
                    <a:lnTo>
                      <a:pt x="46" y="148"/>
                    </a:lnTo>
                    <a:lnTo>
                      <a:pt x="44" y="154"/>
                    </a:lnTo>
                    <a:lnTo>
                      <a:pt x="44" y="154"/>
                    </a:lnTo>
                    <a:lnTo>
                      <a:pt x="38" y="154"/>
                    </a:lnTo>
                    <a:lnTo>
                      <a:pt x="34" y="156"/>
                    </a:lnTo>
                    <a:lnTo>
                      <a:pt x="34" y="156"/>
                    </a:lnTo>
                    <a:lnTo>
                      <a:pt x="28" y="158"/>
                    </a:lnTo>
                    <a:lnTo>
                      <a:pt x="28" y="160"/>
                    </a:lnTo>
                    <a:lnTo>
                      <a:pt x="28" y="160"/>
                    </a:lnTo>
                    <a:lnTo>
                      <a:pt x="24" y="160"/>
                    </a:lnTo>
                    <a:lnTo>
                      <a:pt x="16" y="156"/>
                    </a:lnTo>
                    <a:lnTo>
                      <a:pt x="0" y="128"/>
                    </a:lnTo>
                    <a:lnTo>
                      <a:pt x="0" y="124"/>
                    </a:lnTo>
                    <a:lnTo>
                      <a:pt x="0" y="124"/>
                    </a:lnTo>
                    <a:lnTo>
                      <a:pt x="44" y="104"/>
                    </a:lnTo>
                    <a:lnTo>
                      <a:pt x="44" y="104"/>
                    </a:lnTo>
                    <a:lnTo>
                      <a:pt x="48" y="98"/>
                    </a:lnTo>
                    <a:lnTo>
                      <a:pt x="50" y="84"/>
                    </a:lnTo>
                    <a:lnTo>
                      <a:pt x="54" y="64"/>
                    </a:lnTo>
                    <a:lnTo>
                      <a:pt x="44" y="54"/>
                    </a:lnTo>
                    <a:lnTo>
                      <a:pt x="44" y="54"/>
                    </a:lnTo>
                    <a:lnTo>
                      <a:pt x="46" y="50"/>
                    </a:lnTo>
                    <a:lnTo>
                      <a:pt x="48" y="44"/>
                    </a:lnTo>
                    <a:lnTo>
                      <a:pt x="48" y="44"/>
                    </a:lnTo>
                    <a:lnTo>
                      <a:pt x="50" y="40"/>
                    </a:lnTo>
                    <a:lnTo>
                      <a:pt x="50" y="36"/>
                    </a:lnTo>
                    <a:lnTo>
                      <a:pt x="50" y="32"/>
                    </a:lnTo>
                    <a:lnTo>
                      <a:pt x="50" y="32"/>
                    </a:lnTo>
                    <a:lnTo>
                      <a:pt x="48" y="32"/>
                    </a:lnTo>
                    <a:lnTo>
                      <a:pt x="48" y="32"/>
                    </a:lnTo>
                    <a:lnTo>
                      <a:pt x="50" y="28"/>
                    </a:lnTo>
                    <a:lnTo>
                      <a:pt x="50" y="28"/>
                    </a:lnTo>
                    <a:lnTo>
                      <a:pt x="54" y="26"/>
                    </a:lnTo>
                    <a:lnTo>
                      <a:pt x="54" y="26"/>
                    </a:lnTo>
                    <a:lnTo>
                      <a:pt x="52" y="24"/>
                    </a:lnTo>
                    <a:lnTo>
                      <a:pt x="50" y="22"/>
                    </a:lnTo>
                    <a:lnTo>
                      <a:pt x="50" y="22"/>
                    </a:lnTo>
                    <a:lnTo>
                      <a:pt x="50" y="18"/>
                    </a:lnTo>
                    <a:lnTo>
                      <a:pt x="52" y="18"/>
                    </a:lnTo>
                    <a:lnTo>
                      <a:pt x="52" y="18"/>
                    </a:lnTo>
                    <a:lnTo>
                      <a:pt x="54" y="22"/>
                    </a:lnTo>
                    <a:lnTo>
                      <a:pt x="56" y="22"/>
                    </a:lnTo>
                    <a:lnTo>
                      <a:pt x="56" y="22"/>
                    </a:lnTo>
                    <a:lnTo>
                      <a:pt x="56" y="22"/>
                    </a:lnTo>
                    <a:lnTo>
                      <a:pt x="58" y="20"/>
                    </a:lnTo>
                    <a:lnTo>
                      <a:pt x="60" y="18"/>
                    </a:lnTo>
                    <a:lnTo>
                      <a:pt x="6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8" name="Freeform 132">
                <a:extLst>
                  <a:ext uri="{FF2B5EF4-FFF2-40B4-BE49-F238E27FC236}">
                    <a16:creationId xmlns:a16="http://schemas.microsoft.com/office/drawing/2014/main" id="{6D4A14FA-F984-854C-B1C3-C7B82AC42B30}"/>
                  </a:ext>
                </a:extLst>
              </p:cNvPr>
              <p:cNvSpPr>
                <a:spLocks/>
              </p:cNvSpPr>
              <p:nvPr/>
            </p:nvSpPr>
            <p:spPr bwMode="auto">
              <a:xfrm>
                <a:off x="7128364" y="2985993"/>
                <a:ext cx="23483" cy="28033"/>
              </a:xfrm>
              <a:custGeom>
                <a:avLst/>
                <a:gdLst>
                  <a:gd name="T0" fmla="*/ 10 w 12"/>
                  <a:gd name="T1" fmla="*/ 14 h 14"/>
                  <a:gd name="T2" fmla="*/ 10 w 12"/>
                  <a:gd name="T3" fmla="*/ 14 h 14"/>
                  <a:gd name="T4" fmla="*/ 4 w 12"/>
                  <a:gd name="T5" fmla="*/ 8 h 14"/>
                  <a:gd name="T6" fmla="*/ 2 w 12"/>
                  <a:gd name="T7" fmla="*/ 6 h 14"/>
                  <a:gd name="T8" fmla="*/ 0 w 12"/>
                  <a:gd name="T9" fmla="*/ 2 h 14"/>
                  <a:gd name="T10" fmla="*/ 6 w 12"/>
                  <a:gd name="T11" fmla="*/ 0 h 14"/>
                  <a:gd name="T12" fmla="*/ 8 w 12"/>
                  <a:gd name="T13" fmla="*/ 4 h 14"/>
                  <a:gd name="T14" fmla="*/ 6 w 12"/>
                  <a:gd name="T15" fmla="*/ 4 h 14"/>
                  <a:gd name="T16" fmla="*/ 8 w 12"/>
                  <a:gd name="T17" fmla="*/ 8 h 14"/>
                  <a:gd name="T18" fmla="*/ 8 w 12"/>
                  <a:gd name="T19" fmla="*/ 8 h 14"/>
                  <a:gd name="T20" fmla="*/ 12 w 12"/>
                  <a:gd name="T21" fmla="*/ 10 h 14"/>
                  <a:gd name="T22" fmla="*/ 12 w 12"/>
                  <a:gd name="T23" fmla="*/ 12 h 14"/>
                  <a:gd name="T24" fmla="*/ 12 w 12"/>
                  <a:gd name="T25" fmla="*/ 12 h 14"/>
                  <a:gd name="T26" fmla="*/ 12 w 12"/>
                  <a:gd name="T27" fmla="*/ 14 h 14"/>
                  <a:gd name="T28" fmla="*/ 10 w 12"/>
                  <a:gd name="T29" fmla="*/ 14 h 14"/>
                  <a:gd name="T30" fmla="*/ 10 w 12"/>
                  <a:gd name="T31"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4">
                    <a:moveTo>
                      <a:pt x="10" y="14"/>
                    </a:moveTo>
                    <a:lnTo>
                      <a:pt x="10" y="14"/>
                    </a:lnTo>
                    <a:lnTo>
                      <a:pt x="4" y="8"/>
                    </a:lnTo>
                    <a:lnTo>
                      <a:pt x="2" y="6"/>
                    </a:lnTo>
                    <a:lnTo>
                      <a:pt x="0" y="2"/>
                    </a:lnTo>
                    <a:lnTo>
                      <a:pt x="6" y="0"/>
                    </a:lnTo>
                    <a:lnTo>
                      <a:pt x="8" y="4"/>
                    </a:lnTo>
                    <a:lnTo>
                      <a:pt x="6" y="4"/>
                    </a:lnTo>
                    <a:lnTo>
                      <a:pt x="8" y="8"/>
                    </a:lnTo>
                    <a:lnTo>
                      <a:pt x="8" y="8"/>
                    </a:lnTo>
                    <a:lnTo>
                      <a:pt x="12" y="10"/>
                    </a:lnTo>
                    <a:lnTo>
                      <a:pt x="12" y="12"/>
                    </a:lnTo>
                    <a:lnTo>
                      <a:pt x="12" y="12"/>
                    </a:lnTo>
                    <a:lnTo>
                      <a:pt x="12" y="14"/>
                    </a:lnTo>
                    <a:lnTo>
                      <a:pt x="10" y="14"/>
                    </a:lnTo>
                    <a:lnTo>
                      <a:pt x="10"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79" name="Freeform 150">
                <a:extLst>
                  <a:ext uri="{FF2B5EF4-FFF2-40B4-BE49-F238E27FC236}">
                    <a16:creationId xmlns:a16="http://schemas.microsoft.com/office/drawing/2014/main" id="{C2F8A4DB-DCDD-7F45-8D9D-1D48355B5E29}"/>
                  </a:ext>
                </a:extLst>
              </p:cNvPr>
              <p:cNvSpPr>
                <a:spLocks/>
              </p:cNvSpPr>
              <p:nvPr/>
            </p:nvSpPr>
            <p:spPr bwMode="auto">
              <a:xfrm>
                <a:off x="6823087" y="3202246"/>
                <a:ext cx="50880" cy="76090"/>
              </a:xfrm>
              <a:custGeom>
                <a:avLst/>
                <a:gdLst>
                  <a:gd name="T0" fmla="*/ 14 w 26"/>
                  <a:gd name="T1" fmla="*/ 4 h 38"/>
                  <a:gd name="T2" fmla="*/ 14 w 26"/>
                  <a:gd name="T3" fmla="*/ 4 h 38"/>
                  <a:gd name="T4" fmla="*/ 12 w 26"/>
                  <a:gd name="T5" fmla="*/ 6 h 38"/>
                  <a:gd name="T6" fmla="*/ 10 w 26"/>
                  <a:gd name="T7" fmla="*/ 12 h 38"/>
                  <a:gd name="T8" fmla="*/ 10 w 26"/>
                  <a:gd name="T9" fmla="*/ 12 h 38"/>
                  <a:gd name="T10" fmla="*/ 8 w 26"/>
                  <a:gd name="T11" fmla="*/ 12 h 38"/>
                  <a:gd name="T12" fmla="*/ 6 w 26"/>
                  <a:gd name="T13" fmla="*/ 14 h 38"/>
                  <a:gd name="T14" fmla="*/ 6 w 26"/>
                  <a:gd name="T15" fmla="*/ 14 h 38"/>
                  <a:gd name="T16" fmla="*/ 6 w 26"/>
                  <a:gd name="T17" fmla="*/ 20 h 38"/>
                  <a:gd name="T18" fmla="*/ 6 w 26"/>
                  <a:gd name="T19" fmla="*/ 28 h 38"/>
                  <a:gd name="T20" fmla="*/ 6 w 26"/>
                  <a:gd name="T21" fmla="*/ 28 h 38"/>
                  <a:gd name="T22" fmla="*/ 2 w 26"/>
                  <a:gd name="T23" fmla="*/ 30 h 38"/>
                  <a:gd name="T24" fmla="*/ 0 w 26"/>
                  <a:gd name="T25" fmla="*/ 34 h 38"/>
                  <a:gd name="T26" fmla="*/ 0 w 26"/>
                  <a:gd name="T27" fmla="*/ 34 h 38"/>
                  <a:gd name="T28" fmla="*/ 0 w 26"/>
                  <a:gd name="T29" fmla="*/ 38 h 38"/>
                  <a:gd name="T30" fmla="*/ 0 w 26"/>
                  <a:gd name="T31" fmla="*/ 38 h 38"/>
                  <a:gd name="T32" fmla="*/ 4 w 26"/>
                  <a:gd name="T33" fmla="*/ 38 h 38"/>
                  <a:gd name="T34" fmla="*/ 6 w 26"/>
                  <a:gd name="T35" fmla="*/ 38 h 38"/>
                  <a:gd name="T36" fmla="*/ 6 w 26"/>
                  <a:gd name="T37" fmla="*/ 38 h 38"/>
                  <a:gd name="T38" fmla="*/ 6 w 26"/>
                  <a:gd name="T39" fmla="*/ 38 h 38"/>
                  <a:gd name="T40" fmla="*/ 8 w 26"/>
                  <a:gd name="T41" fmla="*/ 36 h 38"/>
                  <a:gd name="T42" fmla="*/ 8 w 26"/>
                  <a:gd name="T43" fmla="*/ 36 h 38"/>
                  <a:gd name="T44" fmla="*/ 10 w 26"/>
                  <a:gd name="T45" fmla="*/ 36 h 38"/>
                  <a:gd name="T46" fmla="*/ 10 w 26"/>
                  <a:gd name="T47" fmla="*/ 36 h 38"/>
                  <a:gd name="T48" fmla="*/ 14 w 26"/>
                  <a:gd name="T49" fmla="*/ 30 h 38"/>
                  <a:gd name="T50" fmla="*/ 14 w 26"/>
                  <a:gd name="T51" fmla="*/ 30 h 38"/>
                  <a:gd name="T52" fmla="*/ 16 w 26"/>
                  <a:gd name="T53" fmla="*/ 28 h 38"/>
                  <a:gd name="T54" fmla="*/ 18 w 26"/>
                  <a:gd name="T55" fmla="*/ 26 h 38"/>
                  <a:gd name="T56" fmla="*/ 18 w 26"/>
                  <a:gd name="T57" fmla="*/ 26 h 38"/>
                  <a:gd name="T58" fmla="*/ 18 w 26"/>
                  <a:gd name="T59" fmla="*/ 22 h 38"/>
                  <a:gd name="T60" fmla="*/ 20 w 26"/>
                  <a:gd name="T61" fmla="*/ 18 h 38"/>
                  <a:gd name="T62" fmla="*/ 20 w 26"/>
                  <a:gd name="T63" fmla="*/ 18 h 38"/>
                  <a:gd name="T64" fmla="*/ 24 w 26"/>
                  <a:gd name="T65" fmla="*/ 12 h 38"/>
                  <a:gd name="T66" fmla="*/ 26 w 26"/>
                  <a:gd name="T67" fmla="*/ 4 h 38"/>
                  <a:gd name="T68" fmla="*/ 26 w 26"/>
                  <a:gd name="T69" fmla="*/ 4 h 38"/>
                  <a:gd name="T70" fmla="*/ 26 w 26"/>
                  <a:gd name="T71" fmla="*/ 2 h 38"/>
                  <a:gd name="T72" fmla="*/ 24 w 26"/>
                  <a:gd name="T73" fmla="*/ 2 h 38"/>
                  <a:gd name="T74" fmla="*/ 20 w 26"/>
                  <a:gd name="T75" fmla="*/ 0 h 38"/>
                  <a:gd name="T76" fmla="*/ 20 w 26"/>
                  <a:gd name="T77" fmla="*/ 0 h 38"/>
                  <a:gd name="T78" fmla="*/ 18 w 26"/>
                  <a:gd name="T79" fmla="*/ 0 h 38"/>
                  <a:gd name="T80" fmla="*/ 16 w 26"/>
                  <a:gd name="T81" fmla="*/ 0 h 38"/>
                  <a:gd name="T82" fmla="*/ 14 w 26"/>
                  <a:gd name="T83" fmla="*/ 4 h 38"/>
                  <a:gd name="T84" fmla="*/ 14 w 26"/>
                  <a:gd name="T85"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8">
                    <a:moveTo>
                      <a:pt x="14" y="4"/>
                    </a:moveTo>
                    <a:lnTo>
                      <a:pt x="14" y="4"/>
                    </a:lnTo>
                    <a:lnTo>
                      <a:pt x="12" y="6"/>
                    </a:lnTo>
                    <a:lnTo>
                      <a:pt x="10" y="12"/>
                    </a:lnTo>
                    <a:lnTo>
                      <a:pt x="10" y="12"/>
                    </a:lnTo>
                    <a:lnTo>
                      <a:pt x="8" y="12"/>
                    </a:lnTo>
                    <a:lnTo>
                      <a:pt x="6" y="14"/>
                    </a:lnTo>
                    <a:lnTo>
                      <a:pt x="6" y="14"/>
                    </a:lnTo>
                    <a:lnTo>
                      <a:pt x="6" y="20"/>
                    </a:lnTo>
                    <a:lnTo>
                      <a:pt x="6" y="28"/>
                    </a:lnTo>
                    <a:lnTo>
                      <a:pt x="6" y="28"/>
                    </a:lnTo>
                    <a:lnTo>
                      <a:pt x="2" y="30"/>
                    </a:lnTo>
                    <a:lnTo>
                      <a:pt x="0" y="34"/>
                    </a:lnTo>
                    <a:lnTo>
                      <a:pt x="0" y="34"/>
                    </a:lnTo>
                    <a:lnTo>
                      <a:pt x="0" y="38"/>
                    </a:lnTo>
                    <a:lnTo>
                      <a:pt x="0" y="38"/>
                    </a:lnTo>
                    <a:lnTo>
                      <a:pt x="4" y="38"/>
                    </a:lnTo>
                    <a:lnTo>
                      <a:pt x="6" y="38"/>
                    </a:lnTo>
                    <a:lnTo>
                      <a:pt x="6" y="38"/>
                    </a:lnTo>
                    <a:lnTo>
                      <a:pt x="6" y="38"/>
                    </a:lnTo>
                    <a:lnTo>
                      <a:pt x="8" y="36"/>
                    </a:lnTo>
                    <a:lnTo>
                      <a:pt x="8" y="36"/>
                    </a:lnTo>
                    <a:lnTo>
                      <a:pt x="10" y="36"/>
                    </a:lnTo>
                    <a:lnTo>
                      <a:pt x="10" y="36"/>
                    </a:lnTo>
                    <a:lnTo>
                      <a:pt x="14" y="30"/>
                    </a:lnTo>
                    <a:lnTo>
                      <a:pt x="14" y="30"/>
                    </a:lnTo>
                    <a:lnTo>
                      <a:pt x="16" y="28"/>
                    </a:lnTo>
                    <a:lnTo>
                      <a:pt x="18" y="26"/>
                    </a:lnTo>
                    <a:lnTo>
                      <a:pt x="18" y="26"/>
                    </a:lnTo>
                    <a:lnTo>
                      <a:pt x="18" y="22"/>
                    </a:lnTo>
                    <a:lnTo>
                      <a:pt x="20" y="18"/>
                    </a:lnTo>
                    <a:lnTo>
                      <a:pt x="20" y="18"/>
                    </a:lnTo>
                    <a:lnTo>
                      <a:pt x="24" y="12"/>
                    </a:lnTo>
                    <a:lnTo>
                      <a:pt x="26" y="4"/>
                    </a:lnTo>
                    <a:lnTo>
                      <a:pt x="26" y="4"/>
                    </a:lnTo>
                    <a:lnTo>
                      <a:pt x="26" y="2"/>
                    </a:lnTo>
                    <a:lnTo>
                      <a:pt x="24" y="2"/>
                    </a:lnTo>
                    <a:lnTo>
                      <a:pt x="20" y="0"/>
                    </a:lnTo>
                    <a:lnTo>
                      <a:pt x="20" y="0"/>
                    </a:lnTo>
                    <a:lnTo>
                      <a:pt x="18" y="0"/>
                    </a:lnTo>
                    <a:lnTo>
                      <a:pt x="16" y="0"/>
                    </a:lnTo>
                    <a:lnTo>
                      <a:pt x="14" y="4"/>
                    </a:lnTo>
                    <a:lnTo>
                      <a:pt x="14"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0" name="Freeform 154">
                <a:extLst>
                  <a:ext uri="{FF2B5EF4-FFF2-40B4-BE49-F238E27FC236}">
                    <a16:creationId xmlns:a16="http://schemas.microsoft.com/office/drawing/2014/main" id="{3835B70A-CA02-0743-A114-4A005613DC87}"/>
                  </a:ext>
                </a:extLst>
              </p:cNvPr>
              <p:cNvSpPr>
                <a:spLocks/>
              </p:cNvSpPr>
              <p:nvPr/>
            </p:nvSpPr>
            <p:spPr bwMode="auto">
              <a:xfrm>
                <a:off x="7100968" y="3346417"/>
                <a:ext cx="70449" cy="60071"/>
              </a:xfrm>
              <a:custGeom>
                <a:avLst/>
                <a:gdLst>
                  <a:gd name="T0" fmla="*/ 30 w 36"/>
                  <a:gd name="T1" fmla="*/ 2 h 30"/>
                  <a:gd name="T2" fmla="*/ 30 w 36"/>
                  <a:gd name="T3" fmla="*/ 2 h 30"/>
                  <a:gd name="T4" fmla="*/ 22 w 36"/>
                  <a:gd name="T5" fmla="*/ 0 h 30"/>
                  <a:gd name="T6" fmla="*/ 22 w 36"/>
                  <a:gd name="T7" fmla="*/ 0 h 30"/>
                  <a:gd name="T8" fmla="*/ 20 w 36"/>
                  <a:gd name="T9" fmla="*/ 2 h 30"/>
                  <a:gd name="T10" fmla="*/ 18 w 36"/>
                  <a:gd name="T11" fmla="*/ 4 h 30"/>
                  <a:gd name="T12" fmla="*/ 12 w 36"/>
                  <a:gd name="T13" fmla="*/ 10 h 30"/>
                  <a:gd name="T14" fmla="*/ 12 w 36"/>
                  <a:gd name="T15" fmla="*/ 10 h 30"/>
                  <a:gd name="T16" fmla="*/ 6 w 36"/>
                  <a:gd name="T17" fmla="*/ 18 h 30"/>
                  <a:gd name="T18" fmla="*/ 0 w 36"/>
                  <a:gd name="T19" fmla="*/ 20 h 30"/>
                  <a:gd name="T20" fmla="*/ 18 w 36"/>
                  <a:gd name="T21" fmla="*/ 24 h 30"/>
                  <a:gd name="T22" fmla="*/ 20 w 36"/>
                  <a:gd name="T23" fmla="*/ 30 h 30"/>
                  <a:gd name="T24" fmla="*/ 32 w 36"/>
                  <a:gd name="T25" fmla="*/ 30 h 30"/>
                  <a:gd name="T26" fmla="*/ 32 w 36"/>
                  <a:gd name="T27" fmla="*/ 30 h 30"/>
                  <a:gd name="T28" fmla="*/ 28 w 36"/>
                  <a:gd name="T29" fmla="*/ 22 h 30"/>
                  <a:gd name="T30" fmla="*/ 26 w 36"/>
                  <a:gd name="T31" fmla="*/ 22 h 30"/>
                  <a:gd name="T32" fmla="*/ 26 w 36"/>
                  <a:gd name="T33" fmla="*/ 22 h 30"/>
                  <a:gd name="T34" fmla="*/ 26 w 36"/>
                  <a:gd name="T35" fmla="*/ 14 h 30"/>
                  <a:gd name="T36" fmla="*/ 28 w 36"/>
                  <a:gd name="T37" fmla="*/ 10 h 30"/>
                  <a:gd name="T38" fmla="*/ 28 w 36"/>
                  <a:gd name="T39" fmla="*/ 10 h 30"/>
                  <a:gd name="T40" fmla="*/ 34 w 36"/>
                  <a:gd name="T41" fmla="*/ 12 h 30"/>
                  <a:gd name="T42" fmla="*/ 34 w 36"/>
                  <a:gd name="T43" fmla="*/ 12 h 30"/>
                  <a:gd name="T44" fmla="*/ 34 w 36"/>
                  <a:gd name="T45" fmla="*/ 12 h 30"/>
                  <a:gd name="T46" fmla="*/ 34 w 36"/>
                  <a:gd name="T47" fmla="*/ 12 h 30"/>
                  <a:gd name="T48" fmla="*/ 36 w 36"/>
                  <a:gd name="T49" fmla="*/ 12 h 30"/>
                  <a:gd name="T50" fmla="*/ 36 w 36"/>
                  <a:gd name="T51" fmla="*/ 10 h 30"/>
                  <a:gd name="T52" fmla="*/ 36 w 36"/>
                  <a:gd name="T53" fmla="*/ 10 h 30"/>
                  <a:gd name="T54" fmla="*/ 32 w 36"/>
                  <a:gd name="T55" fmla="*/ 10 h 30"/>
                  <a:gd name="T56" fmla="*/ 32 w 36"/>
                  <a:gd name="T57" fmla="*/ 10 h 30"/>
                  <a:gd name="T58" fmla="*/ 30 w 36"/>
                  <a:gd name="T59" fmla="*/ 6 h 30"/>
                  <a:gd name="T60" fmla="*/ 30 w 36"/>
                  <a:gd name="T61" fmla="*/ 2 h 30"/>
                  <a:gd name="T62" fmla="*/ 30 w 36"/>
                  <a:gd name="T63"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 h="30">
                    <a:moveTo>
                      <a:pt x="30" y="2"/>
                    </a:moveTo>
                    <a:lnTo>
                      <a:pt x="30" y="2"/>
                    </a:lnTo>
                    <a:lnTo>
                      <a:pt x="22" y="0"/>
                    </a:lnTo>
                    <a:lnTo>
                      <a:pt x="22" y="0"/>
                    </a:lnTo>
                    <a:lnTo>
                      <a:pt x="20" y="2"/>
                    </a:lnTo>
                    <a:lnTo>
                      <a:pt x="18" y="4"/>
                    </a:lnTo>
                    <a:lnTo>
                      <a:pt x="12" y="10"/>
                    </a:lnTo>
                    <a:lnTo>
                      <a:pt x="12" y="10"/>
                    </a:lnTo>
                    <a:lnTo>
                      <a:pt x="6" y="18"/>
                    </a:lnTo>
                    <a:lnTo>
                      <a:pt x="0" y="20"/>
                    </a:lnTo>
                    <a:lnTo>
                      <a:pt x="18" y="24"/>
                    </a:lnTo>
                    <a:lnTo>
                      <a:pt x="20" y="30"/>
                    </a:lnTo>
                    <a:lnTo>
                      <a:pt x="32" y="30"/>
                    </a:lnTo>
                    <a:lnTo>
                      <a:pt x="32" y="30"/>
                    </a:lnTo>
                    <a:lnTo>
                      <a:pt x="28" y="22"/>
                    </a:lnTo>
                    <a:lnTo>
                      <a:pt x="26" y="22"/>
                    </a:lnTo>
                    <a:lnTo>
                      <a:pt x="26" y="22"/>
                    </a:lnTo>
                    <a:lnTo>
                      <a:pt x="26" y="14"/>
                    </a:lnTo>
                    <a:lnTo>
                      <a:pt x="28" y="10"/>
                    </a:lnTo>
                    <a:lnTo>
                      <a:pt x="28" y="10"/>
                    </a:lnTo>
                    <a:lnTo>
                      <a:pt x="34" y="12"/>
                    </a:lnTo>
                    <a:lnTo>
                      <a:pt x="34" y="12"/>
                    </a:lnTo>
                    <a:lnTo>
                      <a:pt x="34" y="12"/>
                    </a:lnTo>
                    <a:lnTo>
                      <a:pt x="34" y="12"/>
                    </a:lnTo>
                    <a:lnTo>
                      <a:pt x="36" y="12"/>
                    </a:lnTo>
                    <a:lnTo>
                      <a:pt x="36" y="10"/>
                    </a:lnTo>
                    <a:lnTo>
                      <a:pt x="36" y="10"/>
                    </a:lnTo>
                    <a:lnTo>
                      <a:pt x="32" y="10"/>
                    </a:lnTo>
                    <a:lnTo>
                      <a:pt x="32" y="10"/>
                    </a:lnTo>
                    <a:lnTo>
                      <a:pt x="30" y="6"/>
                    </a:lnTo>
                    <a:lnTo>
                      <a:pt x="30" y="2"/>
                    </a:lnTo>
                    <a:lnTo>
                      <a:pt x="3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1" name="Freeform 157">
                <a:extLst>
                  <a:ext uri="{FF2B5EF4-FFF2-40B4-BE49-F238E27FC236}">
                    <a16:creationId xmlns:a16="http://schemas.microsoft.com/office/drawing/2014/main" id="{0D4560EE-E394-A14A-8B21-48F89356D0E5}"/>
                  </a:ext>
                </a:extLst>
              </p:cNvPr>
              <p:cNvSpPr>
                <a:spLocks/>
              </p:cNvSpPr>
              <p:nvPr/>
            </p:nvSpPr>
            <p:spPr bwMode="auto">
              <a:xfrm>
                <a:off x="6819175" y="3254308"/>
                <a:ext cx="117414" cy="144169"/>
              </a:xfrm>
              <a:custGeom>
                <a:avLst/>
                <a:gdLst>
                  <a:gd name="T0" fmla="*/ 10 w 60"/>
                  <a:gd name="T1" fmla="*/ 24 h 72"/>
                  <a:gd name="T2" fmla="*/ 10 w 60"/>
                  <a:gd name="T3" fmla="*/ 24 h 72"/>
                  <a:gd name="T4" fmla="*/ 12 w 60"/>
                  <a:gd name="T5" fmla="*/ 22 h 72"/>
                  <a:gd name="T6" fmla="*/ 12 w 60"/>
                  <a:gd name="T7" fmla="*/ 22 h 72"/>
                  <a:gd name="T8" fmla="*/ 12 w 60"/>
                  <a:gd name="T9" fmla="*/ 22 h 72"/>
                  <a:gd name="T10" fmla="*/ 12 w 60"/>
                  <a:gd name="T11" fmla="*/ 20 h 72"/>
                  <a:gd name="T12" fmla="*/ 14 w 60"/>
                  <a:gd name="T13" fmla="*/ 16 h 72"/>
                  <a:gd name="T14" fmla="*/ 14 w 60"/>
                  <a:gd name="T15" fmla="*/ 16 h 72"/>
                  <a:gd name="T16" fmla="*/ 18 w 60"/>
                  <a:gd name="T17" fmla="*/ 12 h 72"/>
                  <a:gd name="T18" fmla="*/ 20 w 60"/>
                  <a:gd name="T19" fmla="*/ 12 h 72"/>
                  <a:gd name="T20" fmla="*/ 22 w 60"/>
                  <a:gd name="T21" fmla="*/ 12 h 72"/>
                  <a:gd name="T22" fmla="*/ 22 w 60"/>
                  <a:gd name="T23" fmla="*/ 12 h 72"/>
                  <a:gd name="T24" fmla="*/ 28 w 60"/>
                  <a:gd name="T25" fmla="*/ 14 h 72"/>
                  <a:gd name="T26" fmla="*/ 32 w 60"/>
                  <a:gd name="T27" fmla="*/ 16 h 72"/>
                  <a:gd name="T28" fmla="*/ 52 w 60"/>
                  <a:gd name="T29" fmla="*/ 0 h 72"/>
                  <a:gd name="T30" fmla="*/ 60 w 60"/>
                  <a:gd name="T31" fmla="*/ 24 h 72"/>
                  <a:gd name="T32" fmla="*/ 60 w 60"/>
                  <a:gd name="T33" fmla="*/ 26 h 72"/>
                  <a:gd name="T34" fmla="*/ 32 w 60"/>
                  <a:gd name="T35" fmla="*/ 34 h 72"/>
                  <a:gd name="T36" fmla="*/ 42 w 60"/>
                  <a:gd name="T37" fmla="*/ 48 h 72"/>
                  <a:gd name="T38" fmla="*/ 42 w 60"/>
                  <a:gd name="T39" fmla="*/ 48 h 72"/>
                  <a:gd name="T40" fmla="*/ 38 w 60"/>
                  <a:gd name="T41" fmla="*/ 50 h 72"/>
                  <a:gd name="T42" fmla="*/ 36 w 60"/>
                  <a:gd name="T43" fmla="*/ 52 h 72"/>
                  <a:gd name="T44" fmla="*/ 34 w 60"/>
                  <a:gd name="T45" fmla="*/ 54 h 72"/>
                  <a:gd name="T46" fmla="*/ 34 w 60"/>
                  <a:gd name="T47" fmla="*/ 54 h 72"/>
                  <a:gd name="T48" fmla="*/ 32 w 60"/>
                  <a:gd name="T49" fmla="*/ 56 h 72"/>
                  <a:gd name="T50" fmla="*/ 28 w 60"/>
                  <a:gd name="T51" fmla="*/ 60 h 72"/>
                  <a:gd name="T52" fmla="*/ 28 w 60"/>
                  <a:gd name="T53" fmla="*/ 60 h 72"/>
                  <a:gd name="T54" fmla="*/ 26 w 60"/>
                  <a:gd name="T55" fmla="*/ 64 h 72"/>
                  <a:gd name="T56" fmla="*/ 24 w 60"/>
                  <a:gd name="T57" fmla="*/ 64 h 72"/>
                  <a:gd name="T58" fmla="*/ 14 w 60"/>
                  <a:gd name="T59" fmla="*/ 72 h 72"/>
                  <a:gd name="T60" fmla="*/ 0 w 60"/>
                  <a:gd name="T61" fmla="*/ 72 h 72"/>
                  <a:gd name="T62" fmla="*/ 0 w 60"/>
                  <a:gd name="T63" fmla="*/ 72 h 72"/>
                  <a:gd name="T64" fmla="*/ 0 w 60"/>
                  <a:gd name="T65" fmla="*/ 70 h 72"/>
                  <a:gd name="T66" fmla="*/ 0 w 60"/>
                  <a:gd name="T67" fmla="*/ 70 h 72"/>
                  <a:gd name="T68" fmla="*/ 4 w 60"/>
                  <a:gd name="T69" fmla="*/ 64 h 72"/>
                  <a:gd name="T70" fmla="*/ 8 w 60"/>
                  <a:gd name="T71" fmla="*/ 58 h 72"/>
                  <a:gd name="T72" fmla="*/ 8 w 60"/>
                  <a:gd name="T73" fmla="*/ 54 h 72"/>
                  <a:gd name="T74" fmla="*/ 8 w 60"/>
                  <a:gd name="T75" fmla="*/ 54 h 72"/>
                  <a:gd name="T76" fmla="*/ 8 w 60"/>
                  <a:gd name="T77" fmla="*/ 48 h 72"/>
                  <a:gd name="T78" fmla="*/ 10 w 60"/>
                  <a:gd name="T79" fmla="*/ 44 h 72"/>
                  <a:gd name="T80" fmla="*/ 12 w 60"/>
                  <a:gd name="T81" fmla="*/ 38 h 72"/>
                  <a:gd name="T82" fmla="*/ 12 w 60"/>
                  <a:gd name="T83" fmla="*/ 38 h 72"/>
                  <a:gd name="T84" fmla="*/ 12 w 60"/>
                  <a:gd name="T85" fmla="*/ 32 h 72"/>
                  <a:gd name="T86" fmla="*/ 12 w 60"/>
                  <a:gd name="T87" fmla="*/ 32 h 72"/>
                  <a:gd name="T88" fmla="*/ 12 w 60"/>
                  <a:gd name="T89" fmla="*/ 30 h 72"/>
                  <a:gd name="T90" fmla="*/ 12 w 60"/>
                  <a:gd name="T91" fmla="*/ 30 h 72"/>
                  <a:gd name="T92" fmla="*/ 12 w 60"/>
                  <a:gd name="T93" fmla="*/ 30 h 72"/>
                  <a:gd name="T94" fmla="*/ 12 w 60"/>
                  <a:gd name="T95" fmla="*/ 30 h 72"/>
                  <a:gd name="T96" fmla="*/ 10 w 60"/>
                  <a:gd name="T97" fmla="*/ 24 h 72"/>
                  <a:gd name="T98" fmla="*/ 10 w 60"/>
                  <a:gd name="T99" fmla="*/ 2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72">
                    <a:moveTo>
                      <a:pt x="10" y="24"/>
                    </a:moveTo>
                    <a:lnTo>
                      <a:pt x="10" y="24"/>
                    </a:lnTo>
                    <a:lnTo>
                      <a:pt x="12" y="22"/>
                    </a:lnTo>
                    <a:lnTo>
                      <a:pt x="12" y="22"/>
                    </a:lnTo>
                    <a:lnTo>
                      <a:pt x="12" y="22"/>
                    </a:lnTo>
                    <a:lnTo>
                      <a:pt x="12" y="20"/>
                    </a:lnTo>
                    <a:lnTo>
                      <a:pt x="14" y="16"/>
                    </a:lnTo>
                    <a:lnTo>
                      <a:pt x="14" y="16"/>
                    </a:lnTo>
                    <a:lnTo>
                      <a:pt x="18" y="12"/>
                    </a:lnTo>
                    <a:lnTo>
                      <a:pt x="20" y="12"/>
                    </a:lnTo>
                    <a:lnTo>
                      <a:pt x="22" y="12"/>
                    </a:lnTo>
                    <a:lnTo>
                      <a:pt x="22" y="12"/>
                    </a:lnTo>
                    <a:lnTo>
                      <a:pt x="28" y="14"/>
                    </a:lnTo>
                    <a:lnTo>
                      <a:pt x="32" y="16"/>
                    </a:lnTo>
                    <a:lnTo>
                      <a:pt x="52" y="0"/>
                    </a:lnTo>
                    <a:lnTo>
                      <a:pt x="60" y="24"/>
                    </a:lnTo>
                    <a:lnTo>
                      <a:pt x="60" y="26"/>
                    </a:lnTo>
                    <a:lnTo>
                      <a:pt x="32" y="34"/>
                    </a:lnTo>
                    <a:lnTo>
                      <a:pt x="42" y="48"/>
                    </a:lnTo>
                    <a:lnTo>
                      <a:pt x="42" y="48"/>
                    </a:lnTo>
                    <a:lnTo>
                      <a:pt x="38" y="50"/>
                    </a:lnTo>
                    <a:lnTo>
                      <a:pt x="36" y="52"/>
                    </a:lnTo>
                    <a:lnTo>
                      <a:pt x="34" y="54"/>
                    </a:lnTo>
                    <a:lnTo>
                      <a:pt x="34" y="54"/>
                    </a:lnTo>
                    <a:lnTo>
                      <a:pt x="32" y="56"/>
                    </a:lnTo>
                    <a:lnTo>
                      <a:pt x="28" y="60"/>
                    </a:lnTo>
                    <a:lnTo>
                      <a:pt x="28" y="60"/>
                    </a:lnTo>
                    <a:lnTo>
                      <a:pt x="26" y="64"/>
                    </a:lnTo>
                    <a:lnTo>
                      <a:pt x="24" y="64"/>
                    </a:lnTo>
                    <a:lnTo>
                      <a:pt x="14" y="72"/>
                    </a:lnTo>
                    <a:lnTo>
                      <a:pt x="0" y="72"/>
                    </a:lnTo>
                    <a:lnTo>
                      <a:pt x="0" y="72"/>
                    </a:lnTo>
                    <a:lnTo>
                      <a:pt x="0" y="70"/>
                    </a:lnTo>
                    <a:lnTo>
                      <a:pt x="0" y="70"/>
                    </a:lnTo>
                    <a:lnTo>
                      <a:pt x="4" y="64"/>
                    </a:lnTo>
                    <a:lnTo>
                      <a:pt x="8" y="58"/>
                    </a:lnTo>
                    <a:lnTo>
                      <a:pt x="8" y="54"/>
                    </a:lnTo>
                    <a:lnTo>
                      <a:pt x="8" y="54"/>
                    </a:lnTo>
                    <a:lnTo>
                      <a:pt x="8" y="48"/>
                    </a:lnTo>
                    <a:lnTo>
                      <a:pt x="10" y="44"/>
                    </a:lnTo>
                    <a:lnTo>
                      <a:pt x="12" y="38"/>
                    </a:lnTo>
                    <a:lnTo>
                      <a:pt x="12" y="38"/>
                    </a:lnTo>
                    <a:lnTo>
                      <a:pt x="12" y="32"/>
                    </a:lnTo>
                    <a:lnTo>
                      <a:pt x="12" y="32"/>
                    </a:lnTo>
                    <a:lnTo>
                      <a:pt x="12" y="30"/>
                    </a:lnTo>
                    <a:lnTo>
                      <a:pt x="12" y="30"/>
                    </a:lnTo>
                    <a:lnTo>
                      <a:pt x="12" y="30"/>
                    </a:lnTo>
                    <a:lnTo>
                      <a:pt x="12" y="30"/>
                    </a:lnTo>
                    <a:lnTo>
                      <a:pt x="10" y="24"/>
                    </a:lnTo>
                    <a:lnTo>
                      <a:pt x="10" y="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2" name="Freeform 163">
                <a:extLst>
                  <a:ext uri="{FF2B5EF4-FFF2-40B4-BE49-F238E27FC236}">
                    <a16:creationId xmlns:a16="http://schemas.microsoft.com/office/drawing/2014/main" id="{E4666155-20B7-F34D-8D6D-FE93EF55361A}"/>
                  </a:ext>
                </a:extLst>
              </p:cNvPr>
              <p:cNvSpPr>
                <a:spLocks noEditPoints="1"/>
              </p:cNvSpPr>
              <p:nvPr/>
            </p:nvSpPr>
            <p:spPr bwMode="auto">
              <a:xfrm>
                <a:off x="6803519" y="3274332"/>
                <a:ext cx="43052" cy="120141"/>
              </a:xfrm>
              <a:custGeom>
                <a:avLst/>
                <a:gdLst>
                  <a:gd name="T0" fmla="*/ 20 w 22"/>
                  <a:gd name="T1" fmla="*/ 20 h 60"/>
                  <a:gd name="T2" fmla="*/ 20 w 22"/>
                  <a:gd name="T3" fmla="*/ 22 h 60"/>
                  <a:gd name="T4" fmla="*/ 20 w 22"/>
                  <a:gd name="T5" fmla="*/ 28 h 60"/>
                  <a:gd name="T6" fmla="*/ 16 w 22"/>
                  <a:gd name="T7" fmla="*/ 28 h 60"/>
                  <a:gd name="T8" fmla="*/ 14 w 22"/>
                  <a:gd name="T9" fmla="*/ 28 h 60"/>
                  <a:gd name="T10" fmla="*/ 14 w 22"/>
                  <a:gd name="T11" fmla="*/ 20 h 60"/>
                  <a:gd name="T12" fmla="*/ 14 w 22"/>
                  <a:gd name="T13" fmla="*/ 12 h 60"/>
                  <a:gd name="T14" fmla="*/ 16 w 22"/>
                  <a:gd name="T15" fmla="*/ 10 h 60"/>
                  <a:gd name="T16" fmla="*/ 20 w 22"/>
                  <a:gd name="T17" fmla="*/ 12 h 60"/>
                  <a:gd name="T18" fmla="*/ 18 w 22"/>
                  <a:gd name="T19" fmla="*/ 14 h 60"/>
                  <a:gd name="T20" fmla="*/ 16 w 22"/>
                  <a:gd name="T21" fmla="*/ 16 h 60"/>
                  <a:gd name="T22" fmla="*/ 16 w 22"/>
                  <a:gd name="T23" fmla="*/ 22 h 60"/>
                  <a:gd name="T24" fmla="*/ 20 w 22"/>
                  <a:gd name="T25" fmla="*/ 20 h 60"/>
                  <a:gd name="T26" fmla="*/ 4 w 22"/>
                  <a:gd name="T27" fmla="*/ 20 h 60"/>
                  <a:gd name="T28" fmla="*/ 2 w 22"/>
                  <a:gd name="T29" fmla="*/ 26 h 60"/>
                  <a:gd name="T30" fmla="*/ 4 w 22"/>
                  <a:gd name="T31" fmla="*/ 20 h 60"/>
                  <a:gd name="T32" fmla="*/ 6 w 22"/>
                  <a:gd name="T33" fmla="*/ 60 h 60"/>
                  <a:gd name="T34" fmla="*/ 16 w 22"/>
                  <a:gd name="T35" fmla="*/ 48 h 60"/>
                  <a:gd name="T36" fmla="*/ 16 w 22"/>
                  <a:gd name="T37" fmla="*/ 44 h 60"/>
                  <a:gd name="T38" fmla="*/ 18 w 22"/>
                  <a:gd name="T39" fmla="*/ 34 h 60"/>
                  <a:gd name="T40" fmla="*/ 20 w 22"/>
                  <a:gd name="T41" fmla="*/ 28 h 60"/>
                  <a:gd name="T42" fmla="*/ 16 w 22"/>
                  <a:gd name="T43" fmla="*/ 28 h 60"/>
                  <a:gd name="T44" fmla="*/ 14 w 22"/>
                  <a:gd name="T45" fmla="*/ 28 h 60"/>
                  <a:gd name="T46" fmla="*/ 14 w 22"/>
                  <a:gd name="T47" fmla="*/ 20 h 60"/>
                  <a:gd name="T48" fmla="*/ 14 w 22"/>
                  <a:gd name="T49" fmla="*/ 12 h 60"/>
                  <a:gd name="T50" fmla="*/ 16 w 22"/>
                  <a:gd name="T51" fmla="*/ 10 h 60"/>
                  <a:gd name="T52" fmla="*/ 20 w 22"/>
                  <a:gd name="T53" fmla="*/ 12 h 60"/>
                  <a:gd name="T54" fmla="*/ 20 w 22"/>
                  <a:gd name="T55" fmla="*/ 12 h 60"/>
                  <a:gd name="T56" fmla="*/ 22 w 22"/>
                  <a:gd name="T57" fmla="*/ 6 h 60"/>
                  <a:gd name="T58" fmla="*/ 20 w 22"/>
                  <a:gd name="T59" fmla="*/ 0 h 60"/>
                  <a:gd name="T60" fmla="*/ 16 w 22"/>
                  <a:gd name="T61" fmla="*/ 2 h 60"/>
                  <a:gd name="T62" fmla="*/ 16 w 22"/>
                  <a:gd name="T63" fmla="*/ 2 h 60"/>
                  <a:gd name="T64" fmla="*/ 10 w 22"/>
                  <a:gd name="T65" fmla="*/ 2 h 60"/>
                  <a:gd name="T66" fmla="*/ 10 w 22"/>
                  <a:gd name="T67" fmla="*/ 6 h 60"/>
                  <a:gd name="T68" fmla="*/ 6 w 22"/>
                  <a:gd name="T69" fmla="*/ 12 h 60"/>
                  <a:gd name="T70" fmla="*/ 6 w 22"/>
                  <a:gd name="T71" fmla="*/ 16 h 60"/>
                  <a:gd name="T72" fmla="*/ 6 w 22"/>
                  <a:gd name="T73" fmla="*/ 20 h 60"/>
                  <a:gd name="T74" fmla="*/ 6 w 22"/>
                  <a:gd name="T75" fmla="*/ 24 h 60"/>
                  <a:gd name="T76" fmla="*/ 4 w 22"/>
                  <a:gd name="T77"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 h="60">
                    <a:moveTo>
                      <a:pt x="20" y="20"/>
                    </a:moveTo>
                    <a:lnTo>
                      <a:pt x="20" y="20"/>
                    </a:lnTo>
                    <a:lnTo>
                      <a:pt x="20" y="22"/>
                    </a:lnTo>
                    <a:lnTo>
                      <a:pt x="20" y="22"/>
                    </a:lnTo>
                    <a:lnTo>
                      <a:pt x="20" y="28"/>
                    </a:lnTo>
                    <a:lnTo>
                      <a:pt x="20" y="28"/>
                    </a:lnTo>
                    <a:lnTo>
                      <a:pt x="18" y="28"/>
                    </a:lnTo>
                    <a:lnTo>
                      <a:pt x="16" y="28"/>
                    </a:lnTo>
                    <a:lnTo>
                      <a:pt x="14" y="28"/>
                    </a:lnTo>
                    <a:lnTo>
                      <a:pt x="14" y="28"/>
                    </a:lnTo>
                    <a:lnTo>
                      <a:pt x="14" y="20"/>
                    </a:lnTo>
                    <a:lnTo>
                      <a:pt x="14" y="20"/>
                    </a:lnTo>
                    <a:lnTo>
                      <a:pt x="14" y="14"/>
                    </a:lnTo>
                    <a:lnTo>
                      <a:pt x="14" y="12"/>
                    </a:lnTo>
                    <a:lnTo>
                      <a:pt x="16" y="10"/>
                    </a:lnTo>
                    <a:lnTo>
                      <a:pt x="16" y="10"/>
                    </a:lnTo>
                    <a:lnTo>
                      <a:pt x="18" y="10"/>
                    </a:lnTo>
                    <a:lnTo>
                      <a:pt x="20" y="12"/>
                    </a:lnTo>
                    <a:lnTo>
                      <a:pt x="20" y="12"/>
                    </a:lnTo>
                    <a:lnTo>
                      <a:pt x="18" y="14"/>
                    </a:lnTo>
                    <a:lnTo>
                      <a:pt x="16" y="16"/>
                    </a:lnTo>
                    <a:lnTo>
                      <a:pt x="16" y="16"/>
                    </a:lnTo>
                    <a:lnTo>
                      <a:pt x="16" y="22"/>
                    </a:lnTo>
                    <a:lnTo>
                      <a:pt x="16" y="22"/>
                    </a:lnTo>
                    <a:lnTo>
                      <a:pt x="20" y="20"/>
                    </a:lnTo>
                    <a:lnTo>
                      <a:pt x="20" y="20"/>
                    </a:lnTo>
                    <a:close/>
                    <a:moveTo>
                      <a:pt x="4" y="20"/>
                    </a:moveTo>
                    <a:lnTo>
                      <a:pt x="4" y="20"/>
                    </a:lnTo>
                    <a:lnTo>
                      <a:pt x="0" y="24"/>
                    </a:lnTo>
                    <a:lnTo>
                      <a:pt x="2" y="26"/>
                    </a:lnTo>
                    <a:lnTo>
                      <a:pt x="6" y="24"/>
                    </a:lnTo>
                    <a:lnTo>
                      <a:pt x="4" y="20"/>
                    </a:lnTo>
                    <a:close/>
                    <a:moveTo>
                      <a:pt x="6" y="60"/>
                    </a:moveTo>
                    <a:lnTo>
                      <a:pt x="6" y="60"/>
                    </a:lnTo>
                    <a:lnTo>
                      <a:pt x="12" y="54"/>
                    </a:lnTo>
                    <a:lnTo>
                      <a:pt x="16" y="48"/>
                    </a:lnTo>
                    <a:lnTo>
                      <a:pt x="16" y="44"/>
                    </a:lnTo>
                    <a:lnTo>
                      <a:pt x="16" y="44"/>
                    </a:lnTo>
                    <a:lnTo>
                      <a:pt x="16" y="38"/>
                    </a:lnTo>
                    <a:lnTo>
                      <a:pt x="18" y="34"/>
                    </a:lnTo>
                    <a:lnTo>
                      <a:pt x="20" y="28"/>
                    </a:lnTo>
                    <a:lnTo>
                      <a:pt x="20" y="28"/>
                    </a:lnTo>
                    <a:lnTo>
                      <a:pt x="18" y="28"/>
                    </a:lnTo>
                    <a:lnTo>
                      <a:pt x="16" y="28"/>
                    </a:lnTo>
                    <a:lnTo>
                      <a:pt x="14" y="28"/>
                    </a:lnTo>
                    <a:lnTo>
                      <a:pt x="14" y="28"/>
                    </a:lnTo>
                    <a:lnTo>
                      <a:pt x="14" y="20"/>
                    </a:lnTo>
                    <a:lnTo>
                      <a:pt x="14" y="20"/>
                    </a:lnTo>
                    <a:lnTo>
                      <a:pt x="14" y="14"/>
                    </a:lnTo>
                    <a:lnTo>
                      <a:pt x="14" y="12"/>
                    </a:lnTo>
                    <a:lnTo>
                      <a:pt x="16" y="10"/>
                    </a:lnTo>
                    <a:lnTo>
                      <a:pt x="16" y="10"/>
                    </a:lnTo>
                    <a:lnTo>
                      <a:pt x="18" y="10"/>
                    </a:lnTo>
                    <a:lnTo>
                      <a:pt x="20" y="12"/>
                    </a:lnTo>
                    <a:lnTo>
                      <a:pt x="20" y="12"/>
                    </a:lnTo>
                    <a:lnTo>
                      <a:pt x="20" y="12"/>
                    </a:lnTo>
                    <a:lnTo>
                      <a:pt x="20" y="10"/>
                    </a:lnTo>
                    <a:lnTo>
                      <a:pt x="22" y="6"/>
                    </a:lnTo>
                    <a:lnTo>
                      <a:pt x="20" y="0"/>
                    </a:lnTo>
                    <a:lnTo>
                      <a:pt x="20" y="0"/>
                    </a:lnTo>
                    <a:lnTo>
                      <a:pt x="18" y="0"/>
                    </a:lnTo>
                    <a:lnTo>
                      <a:pt x="16" y="2"/>
                    </a:lnTo>
                    <a:lnTo>
                      <a:pt x="16" y="2"/>
                    </a:lnTo>
                    <a:lnTo>
                      <a:pt x="16" y="2"/>
                    </a:lnTo>
                    <a:lnTo>
                      <a:pt x="14" y="2"/>
                    </a:lnTo>
                    <a:lnTo>
                      <a:pt x="10" y="2"/>
                    </a:lnTo>
                    <a:lnTo>
                      <a:pt x="10" y="2"/>
                    </a:lnTo>
                    <a:lnTo>
                      <a:pt x="10" y="6"/>
                    </a:lnTo>
                    <a:lnTo>
                      <a:pt x="10" y="6"/>
                    </a:lnTo>
                    <a:lnTo>
                      <a:pt x="6" y="12"/>
                    </a:lnTo>
                    <a:lnTo>
                      <a:pt x="6" y="12"/>
                    </a:lnTo>
                    <a:lnTo>
                      <a:pt x="6" y="16"/>
                    </a:lnTo>
                    <a:lnTo>
                      <a:pt x="6" y="20"/>
                    </a:lnTo>
                    <a:lnTo>
                      <a:pt x="6" y="20"/>
                    </a:lnTo>
                    <a:lnTo>
                      <a:pt x="4" y="20"/>
                    </a:lnTo>
                    <a:lnTo>
                      <a:pt x="6" y="24"/>
                    </a:lnTo>
                    <a:lnTo>
                      <a:pt x="2" y="26"/>
                    </a:lnTo>
                    <a:lnTo>
                      <a:pt x="4" y="34"/>
                    </a:lnTo>
                    <a:lnTo>
                      <a:pt x="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3" name="Freeform 165">
                <a:extLst>
                  <a:ext uri="{FF2B5EF4-FFF2-40B4-BE49-F238E27FC236}">
                    <a16:creationId xmlns:a16="http://schemas.microsoft.com/office/drawing/2014/main" id="{465BB958-A0AD-4440-8274-BDFA4BEE61FB}"/>
                  </a:ext>
                </a:extLst>
              </p:cNvPr>
              <p:cNvSpPr>
                <a:spLocks/>
              </p:cNvSpPr>
              <p:nvPr/>
            </p:nvSpPr>
            <p:spPr bwMode="auto">
              <a:xfrm>
                <a:off x="6920933" y="3102129"/>
                <a:ext cx="270052" cy="284334"/>
              </a:xfrm>
              <a:custGeom>
                <a:avLst/>
                <a:gdLst>
                  <a:gd name="T0" fmla="*/ 136 w 138"/>
                  <a:gd name="T1" fmla="*/ 128 h 142"/>
                  <a:gd name="T2" fmla="*/ 132 w 138"/>
                  <a:gd name="T3" fmla="*/ 122 h 142"/>
                  <a:gd name="T4" fmla="*/ 126 w 138"/>
                  <a:gd name="T5" fmla="*/ 114 h 142"/>
                  <a:gd name="T6" fmla="*/ 124 w 138"/>
                  <a:gd name="T7" fmla="*/ 102 h 142"/>
                  <a:gd name="T8" fmla="*/ 122 w 138"/>
                  <a:gd name="T9" fmla="*/ 94 h 142"/>
                  <a:gd name="T10" fmla="*/ 116 w 138"/>
                  <a:gd name="T11" fmla="*/ 86 h 142"/>
                  <a:gd name="T12" fmla="*/ 110 w 138"/>
                  <a:gd name="T13" fmla="*/ 84 h 142"/>
                  <a:gd name="T14" fmla="*/ 110 w 138"/>
                  <a:gd name="T15" fmla="*/ 82 h 142"/>
                  <a:gd name="T16" fmla="*/ 106 w 138"/>
                  <a:gd name="T17" fmla="*/ 74 h 142"/>
                  <a:gd name="T18" fmla="*/ 96 w 138"/>
                  <a:gd name="T19" fmla="*/ 68 h 142"/>
                  <a:gd name="T20" fmla="*/ 92 w 138"/>
                  <a:gd name="T21" fmla="*/ 58 h 142"/>
                  <a:gd name="T22" fmla="*/ 88 w 138"/>
                  <a:gd name="T23" fmla="*/ 52 h 142"/>
                  <a:gd name="T24" fmla="*/ 90 w 138"/>
                  <a:gd name="T25" fmla="*/ 50 h 142"/>
                  <a:gd name="T26" fmla="*/ 90 w 138"/>
                  <a:gd name="T27" fmla="*/ 46 h 142"/>
                  <a:gd name="T28" fmla="*/ 94 w 138"/>
                  <a:gd name="T29" fmla="*/ 44 h 142"/>
                  <a:gd name="T30" fmla="*/ 96 w 138"/>
                  <a:gd name="T31" fmla="*/ 40 h 142"/>
                  <a:gd name="T32" fmla="*/ 94 w 138"/>
                  <a:gd name="T33" fmla="*/ 34 h 142"/>
                  <a:gd name="T34" fmla="*/ 100 w 138"/>
                  <a:gd name="T35" fmla="*/ 34 h 142"/>
                  <a:gd name="T36" fmla="*/ 102 w 138"/>
                  <a:gd name="T37" fmla="*/ 30 h 142"/>
                  <a:gd name="T38" fmla="*/ 98 w 138"/>
                  <a:gd name="T39" fmla="*/ 30 h 142"/>
                  <a:gd name="T40" fmla="*/ 90 w 138"/>
                  <a:gd name="T41" fmla="*/ 28 h 142"/>
                  <a:gd name="T42" fmla="*/ 86 w 138"/>
                  <a:gd name="T43" fmla="*/ 28 h 142"/>
                  <a:gd name="T44" fmla="*/ 82 w 138"/>
                  <a:gd name="T45" fmla="*/ 26 h 142"/>
                  <a:gd name="T46" fmla="*/ 80 w 138"/>
                  <a:gd name="T47" fmla="*/ 22 h 142"/>
                  <a:gd name="T48" fmla="*/ 78 w 138"/>
                  <a:gd name="T49" fmla="*/ 20 h 142"/>
                  <a:gd name="T50" fmla="*/ 78 w 138"/>
                  <a:gd name="T51" fmla="*/ 16 h 142"/>
                  <a:gd name="T52" fmla="*/ 78 w 138"/>
                  <a:gd name="T53" fmla="*/ 14 h 142"/>
                  <a:gd name="T54" fmla="*/ 78 w 138"/>
                  <a:gd name="T55" fmla="*/ 10 h 142"/>
                  <a:gd name="T56" fmla="*/ 66 w 138"/>
                  <a:gd name="T57" fmla="*/ 6 h 142"/>
                  <a:gd name="T58" fmla="*/ 62 w 138"/>
                  <a:gd name="T59" fmla="*/ 0 h 142"/>
                  <a:gd name="T60" fmla="*/ 56 w 138"/>
                  <a:gd name="T61" fmla="*/ 4 h 142"/>
                  <a:gd name="T62" fmla="*/ 50 w 138"/>
                  <a:gd name="T63" fmla="*/ 2 h 142"/>
                  <a:gd name="T64" fmla="*/ 46 w 138"/>
                  <a:gd name="T65" fmla="*/ 4 h 142"/>
                  <a:gd name="T66" fmla="*/ 42 w 138"/>
                  <a:gd name="T67" fmla="*/ 12 h 142"/>
                  <a:gd name="T68" fmla="*/ 36 w 138"/>
                  <a:gd name="T69" fmla="*/ 18 h 142"/>
                  <a:gd name="T70" fmla="*/ 36 w 138"/>
                  <a:gd name="T71" fmla="*/ 24 h 142"/>
                  <a:gd name="T72" fmla="*/ 34 w 138"/>
                  <a:gd name="T73" fmla="*/ 30 h 142"/>
                  <a:gd name="T74" fmla="*/ 34 w 138"/>
                  <a:gd name="T75" fmla="*/ 36 h 142"/>
                  <a:gd name="T76" fmla="*/ 34 w 138"/>
                  <a:gd name="T77" fmla="*/ 42 h 142"/>
                  <a:gd name="T78" fmla="*/ 28 w 138"/>
                  <a:gd name="T79" fmla="*/ 54 h 142"/>
                  <a:gd name="T80" fmla="*/ 46 w 138"/>
                  <a:gd name="T81" fmla="*/ 120 h 142"/>
                  <a:gd name="T82" fmla="*/ 58 w 138"/>
                  <a:gd name="T83" fmla="*/ 134 h 142"/>
                  <a:gd name="T84" fmla="*/ 92 w 138"/>
                  <a:gd name="T85" fmla="*/ 142 h 142"/>
                  <a:gd name="T86" fmla="*/ 104 w 138"/>
                  <a:gd name="T87" fmla="*/ 132 h 142"/>
                  <a:gd name="T88" fmla="*/ 114 w 138"/>
                  <a:gd name="T89" fmla="*/ 122 h 142"/>
                  <a:gd name="T90" fmla="*/ 122 w 138"/>
                  <a:gd name="T91" fmla="*/ 124 h 142"/>
                  <a:gd name="T92" fmla="*/ 126 w 138"/>
                  <a:gd name="T93" fmla="*/ 128 h 142"/>
                  <a:gd name="T94" fmla="*/ 132 w 138"/>
                  <a:gd name="T95" fmla="*/ 128 h 142"/>
                  <a:gd name="T96" fmla="*/ 134 w 138"/>
                  <a:gd name="T97" fmla="*/ 126 h 142"/>
                  <a:gd name="T98" fmla="*/ 138 w 138"/>
                  <a:gd name="T99" fmla="*/ 1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8" h="142">
                    <a:moveTo>
                      <a:pt x="138" y="130"/>
                    </a:moveTo>
                    <a:lnTo>
                      <a:pt x="136" y="128"/>
                    </a:lnTo>
                    <a:lnTo>
                      <a:pt x="136" y="128"/>
                    </a:lnTo>
                    <a:lnTo>
                      <a:pt x="134" y="124"/>
                    </a:lnTo>
                    <a:lnTo>
                      <a:pt x="134" y="124"/>
                    </a:lnTo>
                    <a:lnTo>
                      <a:pt x="132" y="122"/>
                    </a:lnTo>
                    <a:lnTo>
                      <a:pt x="130" y="120"/>
                    </a:lnTo>
                    <a:lnTo>
                      <a:pt x="130" y="114"/>
                    </a:lnTo>
                    <a:lnTo>
                      <a:pt x="126" y="114"/>
                    </a:lnTo>
                    <a:lnTo>
                      <a:pt x="126" y="114"/>
                    </a:lnTo>
                    <a:lnTo>
                      <a:pt x="124" y="108"/>
                    </a:lnTo>
                    <a:lnTo>
                      <a:pt x="124" y="102"/>
                    </a:lnTo>
                    <a:lnTo>
                      <a:pt x="124" y="102"/>
                    </a:lnTo>
                    <a:lnTo>
                      <a:pt x="124" y="98"/>
                    </a:lnTo>
                    <a:lnTo>
                      <a:pt x="122" y="94"/>
                    </a:lnTo>
                    <a:lnTo>
                      <a:pt x="122" y="94"/>
                    </a:lnTo>
                    <a:lnTo>
                      <a:pt x="116" y="86"/>
                    </a:lnTo>
                    <a:lnTo>
                      <a:pt x="116" y="86"/>
                    </a:lnTo>
                    <a:lnTo>
                      <a:pt x="114" y="84"/>
                    </a:lnTo>
                    <a:lnTo>
                      <a:pt x="110" y="84"/>
                    </a:lnTo>
                    <a:lnTo>
                      <a:pt x="110" y="84"/>
                    </a:lnTo>
                    <a:lnTo>
                      <a:pt x="108" y="84"/>
                    </a:lnTo>
                    <a:lnTo>
                      <a:pt x="108" y="84"/>
                    </a:lnTo>
                    <a:lnTo>
                      <a:pt x="110" y="82"/>
                    </a:lnTo>
                    <a:lnTo>
                      <a:pt x="110" y="80"/>
                    </a:lnTo>
                    <a:lnTo>
                      <a:pt x="110" y="80"/>
                    </a:lnTo>
                    <a:lnTo>
                      <a:pt x="106" y="74"/>
                    </a:lnTo>
                    <a:lnTo>
                      <a:pt x="100" y="70"/>
                    </a:lnTo>
                    <a:lnTo>
                      <a:pt x="100" y="70"/>
                    </a:lnTo>
                    <a:lnTo>
                      <a:pt x="96" y="68"/>
                    </a:lnTo>
                    <a:lnTo>
                      <a:pt x="96" y="64"/>
                    </a:lnTo>
                    <a:lnTo>
                      <a:pt x="94" y="62"/>
                    </a:lnTo>
                    <a:lnTo>
                      <a:pt x="92" y="58"/>
                    </a:lnTo>
                    <a:lnTo>
                      <a:pt x="92" y="58"/>
                    </a:lnTo>
                    <a:lnTo>
                      <a:pt x="90" y="56"/>
                    </a:lnTo>
                    <a:lnTo>
                      <a:pt x="88" y="52"/>
                    </a:lnTo>
                    <a:lnTo>
                      <a:pt x="88" y="52"/>
                    </a:lnTo>
                    <a:lnTo>
                      <a:pt x="88" y="52"/>
                    </a:lnTo>
                    <a:lnTo>
                      <a:pt x="90" y="50"/>
                    </a:lnTo>
                    <a:lnTo>
                      <a:pt x="92" y="48"/>
                    </a:lnTo>
                    <a:lnTo>
                      <a:pt x="90" y="46"/>
                    </a:lnTo>
                    <a:lnTo>
                      <a:pt x="90" y="46"/>
                    </a:lnTo>
                    <a:lnTo>
                      <a:pt x="90" y="44"/>
                    </a:lnTo>
                    <a:lnTo>
                      <a:pt x="92" y="44"/>
                    </a:lnTo>
                    <a:lnTo>
                      <a:pt x="94" y="44"/>
                    </a:lnTo>
                    <a:lnTo>
                      <a:pt x="96" y="44"/>
                    </a:lnTo>
                    <a:lnTo>
                      <a:pt x="96" y="44"/>
                    </a:lnTo>
                    <a:lnTo>
                      <a:pt x="96" y="40"/>
                    </a:lnTo>
                    <a:lnTo>
                      <a:pt x="94" y="36"/>
                    </a:lnTo>
                    <a:lnTo>
                      <a:pt x="94" y="36"/>
                    </a:lnTo>
                    <a:lnTo>
                      <a:pt x="94" y="34"/>
                    </a:lnTo>
                    <a:lnTo>
                      <a:pt x="96" y="34"/>
                    </a:lnTo>
                    <a:lnTo>
                      <a:pt x="98" y="34"/>
                    </a:lnTo>
                    <a:lnTo>
                      <a:pt x="100" y="34"/>
                    </a:lnTo>
                    <a:lnTo>
                      <a:pt x="100" y="34"/>
                    </a:lnTo>
                    <a:lnTo>
                      <a:pt x="102" y="32"/>
                    </a:lnTo>
                    <a:lnTo>
                      <a:pt x="102" y="30"/>
                    </a:lnTo>
                    <a:lnTo>
                      <a:pt x="100" y="30"/>
                    </a:lnTo>
                    <a:lnTo>
                      <a:pt x="100" y="30"/>
                    </a:lnTo>
                    <a:lnTo>
                      <a:pt x="98" y="30"/>
                    </a:lnTo>
                    <a:lnTo>
                      <a:pt x="94" y="30"/>
                    </a:lnTo>
                    <a:lnTo>
                      <a:pt x="94" y="30"/>
                    </a:lnTo>
                    <a:lnTo>
                      <a:pt x="90" y="28"/>
                    </a:lnTo>
                    <a:lnTo>
                      <a:pt x="88" y="28"/>
                    </a:lnTo>
                    <a:lnTo>
                      <a:pt x="88" y="28"/>
                    </a:lnTo>
                    <a:lnTo>
                      <a:pt x="86" y="28"/>
                    </a:lnTo>
                    <a:lnTo>
                      <a:pt x="86" y="26"/>
                    </a:lnTo>
                    <a:lnTo>
                      <a:pt x="82" y="26"/>
                    </a:lnTo>
                    <a:lnTo>
                      <a:pt x="82" y="26"/>
                    </a:lnTo>
                    <a:lnTo>
                      <a:pt x="82" y="24"/>
                    </a:lnTo>
                    <a:lnTo>
                      <a:pt x="82" y="24"/>
                    </a:lnTo>
                    <a:lnTo>
                      <a:pt x="80" y="22"/>
                    </a:lnTo>
                    <a:lnTo>
                      <a:pt x="80" y="20"/>
                    </a:lnTo>
                    <a:lnTo>
                      <a:pt x="80" y="20"/>
                    </a:lnTo>
                    <a:lnTo>
                      <a:pt x="78" y="20"/>
                    </a:lnTo>
                    <a:lnTo>
                      <a:pt x="80" y="18"/>
                    </a:lnTo>
                    <a:lnTo>
                      <a:pt x="80" y="16"/>
                    </a:lnTo>
                    <a:lnTo>
                      <a:pt x="78" y="16"/>
                    </a:lnTo>
                    <a:lnTo>
                      <a:pt x="78" y="16"/>
                    </a:lnTo>
                    <a:lnTo>
                      <a:pt x="76" y="16"/>
                    </a:lnTo>
                    <a:lnTo>
                      <a:pt x="78" y="14"/>
                    </a:lnTo>
                    <a:lnTo>
                      <a:pt x="78" y="12"/>
                    </a:lnTo>
                    <a:lnTo>
                      <a:pt x="78" y="10"/>
                    </a:lnTo>
                    <a:lnTo>
                      <a:pt x="78" y="10"/>
                    </a:lnTo>
                    <a:lnTo>
                      <a:pt x="76" y="4"/>
                    </a:lnTo>
                    <a:lnTo>
                      <a:pt x="70" y="2"/>
                    </a:lnTo>
                    <a:lnTo>
                      <a:pt x="66" y="6"/>
                    </a:lnTo>
                    <a:lnTo>
                      <a:pt x="64" y="2"/>
                    </a:lnTo>
                    <a:lnTo>
                      <a:pt x="62" y="0"/>
                    </a:lnTo>
                    <a:lnTo>
                      <a:pt x="62" y="0"/>
                    </a:lnTo>
                    <a:lnTo>
                      <a:pt x="58" y="4"/>
                    </a:lnTo>
                    <a:lnTo>
                      <a:pt x="58" y="4"/>
                    </a:lnTo>
                    <a:lnTo>
                      <a:pt x="56" y="4"/>
                    </a:lnTo>
                    <a:lnTo>
                      <a:pt x="54" y="4"/>
                    </a:lnTo>
                    <a:lnTo>
                      <a:pt x="52" y="2"/>
                    </a:lnTo>
                    <a:lnTo>
                      <a:pt x="50" y="2"/>
                    </a:lnTo>
                    <a:lnTo>
                      <a:pt x="50" y="2"/>
                    </a:lnTo>
                    <a:lnTo>
                      <a:pt x="46" y="4"/>
                    </a:lnTo>
                    <a:lnTo>
                      <a:pt x="46" y="4"/>
                    </a:lnTo>
                    <a:lnTo>
                      <a:pt x="46" y="6"/>
                    </a:lnTo>
                    <a:lnTo>
                      <a:pt x="44" y="10"/>
                    </a:lnTo>
                    <a:lnTo>
                      <a:pt x="42" y="12"/>
                    </a:lnTo>
                    <a:lnTo>
                      <a:pt x="42" y="12"/>
                    </a:lnTo>
                    <a:lnTo>
                      <a:pt x="38" y="16"/>
                    </a:lnTo>
                    <a:lnTo>
                      <a:pt x="36" y="18"/>
                    </a:lnTo>
                    <a:lnTo>
                      <a:pt x="36" y="20"/>
                    </a:lnTo>
                    <a:lnTo>
                      <a:pt x="36" y="20"/>
                    </a:lnTo>
                    <a:lnTo>
                      <a:pt x="36" y="24"/>
                    </a:lnTo>
                    <a:lnTo>
                      <a:pt x="38" y="28"/>
                    </a:lnTo>
                    <a:lnTo>
                      <a:pt x="38" y="28"/>
                    </a:lnTo>
                    <a:lnTo>
                      <a:pt x="34" y="30"/>
                    </a:lnTo>
                    <a:lnTo>
                      <a:pt x="34" y="32"/>
                    </a:lnTo>
                    <a:lnTo>
                      <a:pt x="34" y="36"/>
                    </a:lnTo>
                    <a:lnTo>
                      <a:pt x="34" y="36"/>
                    </a:lnTo>
                    <a:lnTo>
                      <a:pt x="36" y="40"/>
                    </a:lnTo>
                    <a:lnTo>
                      <a:pt x="34" y="42"/>
                    </a:lnTo>
                    <a:lnTo>
                      <a:pt x="34" y="42"/>
                    </a:lnTo>
                    <a:lnTo>
                      <a:pt x="32" y="50"/>
                    </a:lnTo>
                    <a:lnTo>
                      <a:pt x="32" y="50"/>
                    </a:lnTo>
                    <a:lnTo>
                      <a:pt x="28" y="54"/>
                    </a:lnTo>
                    <a:lnTo>
                      <a:pt x="0" y="76"/>
                    </a:lnTo>
                    <a:lnTo>
                      <a:pt x="8" y="100"/>
                    </a:lnTo>
                    <a:lnTo>
                      <a:pt x="46" y="120"/>
                    </a:lnTo>
                    <a:lnTo>
                      <a:pt x="46" y="126"/>
                    </a:lnTo>
                    <a:lnTo>
                      <a:pt x="56" y="126"/>
                    </a:lnTo>
                    <a:lnTo>
                      <a:pt x="58" y="134"/>
                    </a:lnTo>
                    <a:lnTo>
                      <a:pt x="68" y="140"/>
                    </a:lnTo>
                    <a:lnTo>
                      <a:pt x="92" y="142"/>
                    </a:lnTo>
                    <a:lnTo>
                      <a:pt x="92" y="142"/>
                    </a:lnTo>
                    <a:lnTo>
                      <a:pt x="98" y="140"/>
                    </a:lnTo>
                    <a:lnTo>
                      <a:pt x="104" y="132"/>
                    </a:lnTo>
                    <a:lnTo>
                      <a:pt x="104" y="132"/>
                    </a:lnTo>
                    <a:lnTo>
                      <a:pt x="110" y="126"/>
                    </a:lnTo>
                    <a:lnTo>
                      <a:pt x="112" y="124"/>
                    </a:lnTo>
                    <a:lnTo>
                      <a:pt x="114" y="122"/>
                    </a:lnTo>
                    <a:lnTo>
                      <a:pt x="114" y="122"/>
                    </a:lnTo>
                    <a:lnTo>
                      <a:pt x="122" y="124"/>
                    </a:lnTo>
                    <a:lnTo>
                      <a:pt x="122" y="124"/>
                    </a:lnTo>
                    <a:lnTo>
                      <a:pt x="124" y="124"/>
                    </a:lnTo>
                    <a:lnTo>
                      <a:pt x="124" y="124"/>
                    </a:lnTo>
                    <a:lnTo>
                      <a:pt x="126" y="128"/>
                    </a:lnTo>
                    <a:lnTo>
                      <a:pt x="126" y="128"/>
                    </a:lnTo>
                    <a:lnTo>
                      <a:pt x="132" y="128"/>
                    </a:lnTo>
                    <a:lnTo>
                      <a:pt x="132" y="128"/>
                    </a:lnTo>
                    <a:lnTo>
                      <a:pt x="132" y="128"/>
                    </a:lnTo>
                    <a:lnTo>
                      <a:pt x="134" y="126"/>
                    </a:lnTo>
                    <a:lnTo>
                      <a:pt x="134" y="126"/>
                    </a:lnTo>
                    <a:lnTo>
                      <a:pt x="136" y="128"/>
                    </a:lnTo>
                    <a:lnTo>
                      <a:pt x="136" y="128"/>
                    </a:lnTo>
                    <a:lnTo>
                      <a:pt x="138" y="130"/>
                    </a:lnTo>
                    <a:lnTo>
                      <a:pt x="138" y="1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4" name="Freeform 166">
                <a:extLst>
                  <a:ext uri="{FF2B5EF4-FFF2-40B4-BE49-F238E27FC236}">
                    <a16:creationId xmlns:a16="http://schemas.microsoft.com/office/drawing/2014/main" id="{56D4D68C-6549-B34F-B910-A1933CF342A4}"/>
                  </a:ext>
                </a:extLst>
              </p:cNvPr>
              <p:cNvSpPr>
                <a:spLocks/>
              </p:cNvSpPr>
              <p:nvPr/>
            </p:nvSpPr>
            <p:spPr bwMode="auto">
              <a:xfrm>
                <a:off x="7054003" y="3014026"/>
                <a:ext cx="512709" cy="528622"/>
              </a:xfrm>
              <a:custGeom>
                <a:avLst/>
                <a:gdLst>
                  <a:gd name="T0" fmla="*/ 256 w 262"/>
                  <a:gd name="T1" fmla="*/ 232 h 264"/>
                  <a:gd name="T2" fmla="*/ 252 w 262"/>
                  <a:gd name="T3" fmla="*/ 206 h 264"/>
                  <a:gd name="T4" fmla="*/ 234 w 262"/>
                  <a:gd name="T5" fmla="*/ 172 h 264"/>
                  <a:gd name="T6" fmla="*/ 232 w 262"/>
                  <a:gd name="T7" fmla="*/ 144 h 264"/>
                  <a:gd name="T8" fmla="*/ 228 w 262"/>
                  <a:gd name="T9" fmla="*/ 112 h 264"/>
                  <a:gd name="T10" fmla="*/ 230 w 262"/>
                  <a:gd name="T11" fmla="*/ 88 h 264"/>
                  <a:gd name="T12" fmla="*/ 242 w 262"/>
                  <a:gd name="T13" fmla="*/ 64 h 264"/>
                  <a:gd name="T14" fmla="*/ 224 w 262"/>
                  <a:gd name="T15" fmla="*/ 44 h 264"/>
                  <a:gd name="T16" fmla="*/ 186 w 262"/>
                  <a:gd name="T17" fmla="*/ 28 h 264"/>
                  <a:gd name="T18" fmla="*/ 146 w 262"/>
                  <a:gd name="T19" fmla="*/ 30 h 264"/>
                  <a:gd name="T20" fmla="*/ 132 w 262"/>
                  <a:gd name="T21" fmla="*/ 42 h 264"/>
                  <a:gd name="T22" fmla="*/ 126 w 262"/>
                  <a:gd name="T23" fmla="*/ 54 h 264"/>
                  <a:gd name="T24" fmla="*/ 124 w 262"/>
                  <a:gd name="T25" fmla="*/ 50 h 264"/>
                  <a:gd name="T26" fmla="*/ 106 w 262"/>
                  <a:gd name="T27" fmla="*/ 58 h 264"/>
                  <a:gd name="T28" fmla="*/ 82 w 262"/>
                  <a:gd name="T29" fmla="*/ 42 h 264"/>
                  <a:gd name="T30" fmla="*/ 72 w 262"/>
                  <a:gd name="T31" fmla="*/ 42 h 264"/>
                  <a:gd name="T32" fmla="*/ 64 w 262"/>
                  <a:gd name="T33" fmla="*/ 30 h 264"/>
                  <a:gd name="T34" fmla="*/ 56 w 262"/>
                  <a:gd name="T35" fmla="*/ 14 h 264"/>
                  <a:gd name="T36" fmla="*/ 54 w 262"/>
                  <a:gd name="T37" fmla="*/ 8 h 264"/>
                  <a:gd name="T38" fmla="*/ 52 w 262"/>
                  <a:gd name="T39" fmla="*/ 0 h 264"/>
                  <a:gd name="T40" fmla="*/ 48 w 262"/>
                  <a:gd name="T41" fmla="*/ 2 h 264"/>
                  <a:gd name="T42" fmla="*/ 38 w 262"/>
                  <a:gd name="T43" fmla="*/ 12 h 264"/>
                  <a:gd name="T44" fmla="*/ 26 w 262"/>
                  <a:gd name="T45" fmla="*/ 14 h 264"/>
                  <a:gd name="T46" fmla="*/ 18 w 262"/>
                  <a:gd name="T47" fmla="*/ 6 h 264"/>
                  <a:gd name="T48" fmla="*/ 12 w 262"/>
                  <a:gd name="T49" fmla="*/ 6 h 264"/>
                  <a:gd name="T50" fmla="*/ 6 w 262"/>
                  <a:gd name="T51" fmla="*/ 4 h 264"/>
                  <a:gd name="T52" fmla="*/ 4 w 262"/>
                  <a:gd name="T53" fmla="*/ 14 h 264"/>
                  <a:gd name="T54" fmla="*/ 4 w 262"/>
                  <a:gd name="T55" fmla="*/ 22 h 264"/>
                  <a:gd name="T56" fmla="*/ 6 w 262"/>
                  <a:gd name="T57" fmla="*/ 34 h 264"/>
                  <a:gd name="T58" fmla="*/ 8 w 262"/>
                  <a:gd name="T59" fmla="*/ 46 h 264"/>
                  <a:gd name="T60" fmla="*/ 10 w 262"/>
                  <a:gd name="T61" fmla="*/ 56 h 264"/>
                  <a:gd name="T62" fmla="*/ 12 w 262"/>
                  <a:gd name="T63" fmla="*/ 60 h 264"/>
                  <a:gd name="T64" fmla="*/ 12 w 262"/>
                  <a:gd name="T65" fmla="*/ 66 h 264"/>
                  <a:gd name="T66" fmla="*/ 18 w 262"/>
                  <a:gd name="T67" fmla="*/ 70 h 264"/>
                  <a:gd name="T68" fmla="*/ 26 w 262"/>
                  <a:gd name="T69" fmla="*/ 74 h 264"/>
                  <a:gd name="T70" fmla="*/ 34 w 262"/>
                  <a:gd name="T71" fmla="*/ 74 h 264"/>
                  <a:gd name="T72" fmla="*/ 28 w 262"/>
                  <a:gd name="T73" fmla="*/ 78 h 264"/>
                  <a:gd name="T74" fmla="*/ 28 w 262"/>
                  <a:gd name="T75" fmla="*/ 88 h 264"/>
                  <a:gd name="T76" fmla="*/ 22 w 262"/>
                  <a:gd name="T77" fmla="*/ 90 h 264"/>
                  <a:gd name="T78" fmla="*/ 20 w 262"/>
                  <a:gd name="T79" fmla="*/ 96 h 264"/>
                  <a:gd name="T80" fmla="*/ 26 w 262"/>
                  <a:gd name="T81" fmla="*/ 106 h 264"/>
                  <a:gd name="T82" fmla="*/ 38 w 262"/>
                  <a:gd name="T83" fmla="*/ 118 h 264"/>
                  <a:gd name="T84" fmla="*/ 40 w 262"/>
                  <a:gd name="T85" fmla="*/ 128 h 264"/>
                  <a:gd name="T86" fmla="*/ 48 w 262"/>
                  <a:gd name="T87" fmla="*/ 130 h 264"/>
                  <a:gd name="T88" fmla="*/ 56 w 262"/>
                  <a:gd name="T89" fmla="*/ 146 h 264"/>
                  <a:gd name="T90" fmla="*/ 62 w 262"/>
                  <a:gd name="T91" fmla="*/ 164 h 264"/>
                  <a:gd name="T92" fmla="*/ 68 w 262"/>
                  <a:gd name="T93" fmla="*/ 172 h 264"/>
                  <a:gd name="T94" fmla="*/ 82 w 262"/>
                  <a:gd name="T95" fmla="*/ 172 h 264"/>
                  <a:gd name="T96" fmla="*/ 88 w 262"/>
                  <a:gd name="T97" fmla="*/ 190 h 264"/>
                  <a:gd name="T98" fmla="*/ 96 w 262"/>
                  <a:gd name="T99" fmla="*/ 202 h 264"/>
                  <a:gd name="T100" fmla="*/ 102 w 262"/>
                  <a:gd name="T101" fmla="*/ 210 h 264"/>
                  <a:gd name="T102" fmla="*/ 108 w 262"/>
                  <a:gd name="T103" fmla="*/ 222 h 264"/>
                  <a:gd name="T104" fmla="*/ 120 w 262"/>
                  <a:gd name="T105" fmla="*/ 234 h 264"/>
                  <a:gd name="T106" fmla="*/ 132 w 262"/>
                  <a:gd name="T107" fmla="*/ 238 h 264"/>
                  <a:gd name="T108" fmla="*/ 144 w 262"/>
                  <a:gd name="T109" fmla="*/ 238 h 264"/>
                  <a:gd name="T110" fmla="*/ 172 w 262"/>
                  <a:gd name="T111" fmla="*/ 232 h 264"/>
                  <a:gd name="T112" fmla="*/ 184 w 262"/>
                  <a:gd name="T113" fmla="*/ 256 h 264"/>
                  <a:gd name="T114" fmla="*/ 202 w 262"/>
                  <a:gd name="T115" fmla="*/ 260 h 264"/>
                  <a:gd name="T116" fmla="*/ 226 w 262"/>
                  <a:gd name="T11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264">
                    <a:moveTo>
                      <a:pt x="230" y="264"/>
                    </a:moveTo>
                    <a:lnTo>
                      <a:pt x="232" y="248"/>
                    </a:lnTo>
                    <a:lnTo>
                      <a:pt x="240" y="236"/>
                    </a:lnTo>
                    <a:lnTo>
                      <a:pt x="248" y="234"/>
                    </a:lnTo>
                    <a:lnTo>
                      <a:pt x="256" y="232"/>
                    </a:lnTo>
                    <a:lnTo>
                      <a:pt x="262" y="228"/>
                    </a:lnTo>
                    <a:lnTo>
                      <a:pt x="262" y="222"/>
                    </a:lnTo>
                    <a:lnTo>
                      <a:pt x="256" y="220"/>
                    </a:lnTo>
                    <a:lnTo>
                      <a:pt x="256" y="212"/>
                    </a:lnTo>
                    <a:lnTo>
                      <a:pt x="252" y="206"/>
                    </a:lnTo>
                    <a:lnTo>
                      <a:pt x="246" y="204"/>
                    </a:lnTo>
                    <a:lnTo>
                      <a:pt x="240" y="194"/>
                    </a:lnTo>
                    <a:lnTo>
                      <a:pt x="238" y="190"/>
                    </a:lnTo>
                    <a:lnTo>
                      <a:pt x="240" y="186"/>
                    </a:lnTo>
                    <a:lnTo>
                      <a:pt x="234" y="172"/>
                    </a:lnTo>
                    <a:lnTo>
                      <a:pt x="248" y="156"/>
                    </a:lnTo>
                    <a:lnTo>
                      <a:pt x="248" y="152"/>
                    </a:lnTo>
                    <a:lnTo>
                      <a:pt x="246" y="148"/>
                    </a:lnTo>
                    <a:lnTo>
                      <a:pt x="234" y="146"/>
                    </a:lnTo>
                    <a:lnTo>
                      <a:pt x="232" y="144"/>
                    </a:lnTo>
                    <a:lnTo>
                      <a:pt x="232" y="136"/>
                    </a:lnTo>
                    <a:lnTo>
                      <a:pt x="230" y="128"/>
                    </a:lnTo>
                    <a:lnTo>
                      <a:pt x="224" y="122"/>
                    </a:lnTo>
                    <a:lnTo>
                      <a:pt x="224" y="116"/>
                    </a:lnTo>
                    <a:lnTo>
                      <a:pt x="228" y="112"/>
                    </a:lnTo>
                    <a:lnTo>
                      <a:pt x="224" y="110"/>
                    </a:lnTo>
                    <a:lnTo>
                      <a:pt x="224" y="106"/>
                    </a:lnTo>
                    <a:lnTo>
                      <a:pt x="224" y="96"/>
                    </a:lnTo>
                    <a:lnTo>
                      <a:pt x="228" y="90"/>
                    </a:lnTo>
                    <a:lnTo>
                      <a:pt x="230" y="88"/>
                    </a:lnTo>
                    <a:lnTo>
                      <a:pt x="236" y="88"/>
                    </a:lnTo>
                    <a:lnTo>
                      <a:pt x="238" y="82"/>
                    </a:lnTo>
                    <a:lnTo>
                      <a:pt x="240" y="76"/>
                    </a:lnTo>
                    <a:lnTo>
                      <a:pt x="242" y="70"/>
                    </a:lnTo>
                    <a:lnTo>
                      <a:pt x="242" y="64"/>
                    </a:lnTo>
                    <a:lnTo>
                      <a:pt x="242" y="58"/>
                    </a:lnTo>
                    <a:lnTo>
                      <a:pt x="234" y="56"/>
                    </a:lnTo>
                    <a:lnTo>
                      <a:pt x="230" y="50"/>
                    </a:lnTo>
                    <a:lnTo>
                      <a:pt x="228" y="46"/>
                    </a:lnTo>
                    <a:lnTo>
                      <a:pt x="224" y="44"/>
                    </a:lnTo>
                    <a:lnTo>
                      <a:pt x="216" y="38"/>
                    </a:lnTo>
                    <a:lnTo>
                      <a:pt x="208" y="34"/>
                    </a:lnTo>
                    <a:lnTo>
                      <a:pt x="198" y="30"/>
                    </a:lnTo>
                    <a:lnTo>
                      <a:pt x="194" y="28"/>
                    </a:lnTo>
                    <a:lnTo>
                      <a:pt x="186" y="28"/>
                    </a:lnTo>
                    <a:lnTo>
                      <a:pt x="170" y="24"/>
                    </a:lnTo>
                    <a:lnTo>
                      <a:pt x="164" y="26"/>
                    </a:lnTo>
                    <a:lnTo>
                      <a:pt x="158" y="28"/>
                    </a:lnTo>
                    <a:lnTo>
                      <a:pt x="150" y="28"/>
                    </a:lnTo>
                    <a:lnTo>
                      <a:pt x="146" y="30"/>
                    </a:lnTo>
                    <a:lnTo>
                      <a:pt x="144" y="34"/>
                    </a:lnTo>
                    <a:lnTo>
                      <a:pt x="144" y="36"/>
                    </a:lnTo>
                    <a:lnTo>
                      <a:pt x="140" y="42"/>
                    </a:lnTo>
                    <a:lnTo>
                      <a:pt x="132" y="42"/>
                    </a:lnTo>
                    <a:lnTo>
                      <a:pt x="132" y="42"/>
                    </a:lnTo>
                    <a:lnTo>
                      <a:pt x="132" y="52"/>
                    </a:lnTo>
                    <a:lnTo>
                      <a:pt x="132" y="52"/>
                    </a:lnTo>
                    <a:lnTo>
                      <a:pt x="130" y="54"/>
                    </a:lnTo>
                    <a:lnTo>
                      <a:pt x="130" y="54"/>
                    </a:lnTo>
                    <a:lnTo>
                      <a:pt x="126" y="54"/>
                    </a:lnTo>
                    <a:lnTo>
                      <a:pt x="124" y="52"/>
                    </a:lnTo>
                    <a:lnTo>
                      <a:pt x="124" y="52"/>
                    </a:lnTo>
                    <a:lnTo>
                      <a:pt x="126" y="52"/>
                    </a:lnTo>
                    <a:lnTo>
                      <a:pt x="126" y="52"/>
                    </a:lnTo>
                    <a:lnTo>
                      <a:pt x="124" y="50"/>
                    </a:lnTo>
                    <a:lnTo>
                      <a:pt x="120" y="50"/>
                    </a:lnTo>
                    <a:lnTo>
                      <a:pt x="120" y="50"/>
                    </a:lnTo>
                    <a:lnTo>
                      <a:pt x="112" y="54"/>
                    </a:lnTo>
                    <a:lnTo>
                      <a:pt x="106" y="58"/>
                    </a:lnTo>
                    <a:lnTo>
                      <a:pt x="106" y="58"/>
                    </a:lnTo>
                    <a:lnTo>
                      <a:pt x="96" y="54"/>
                    </a:lnTo>
                    <a:lnTo>
                      <a:pt x="86" y="48"/>
                    </a:lnTo>
                    <a:lnTo>
                      <a:pt x="86" y="48"/>
                    </a:lnTo>
                    <a:lnTo>
                      <a:pt x="82" y="42"/>
                    </a:lnTo>
                    <a:lnTo>
                      <a:pt x="82" y="42"/>
                    </a:lnTo>
                    <a:lnTo>
                      <a:pt x="78" y="42"/>
                    </a:lnTo>
                    <a:lnTo>
                      <a:pt x="78" y="40"/>
                    </a:lnTo>
                    <a:lnTo>
                      <a:pt x="78" y="40"/>
                    </a:lnTo>
                    <a:lnTo>
                      <a:pt x="74" y="42"/>
                    </a:lnTo>
                    <a:lnTo>
                      <a:pt x="72" y="42"/>
                    </a:lnTo>
                    <a:lnTo>
                      <a:pt x="70" y="44"/>
                    </a:lnTo>
                    <a:lnTo>
                      <a:pt x="68" y="40"/>
                    </a:lnTo>
                    <a:lnTo>
                      <a:pt x="66" y="38"/>
                    </a:lnTo>
                    <a:lnTo>
                      <a:pt x="66" y="38"/>
                    </a:lnTo>
                    <a:lnTo>
                      <a:pt x="64" y="30"/>
                    </a:lnTo>
                    <a:lnTo>
                      <a:pt x="62" y="20"/>
                    </a:lnTo>
                    <a:lnTo>
                      <a:pt x="62" y="20"/>
                    </a:lnTo>
                    <a:lnTo>
                      <a:pt x="58" y="16"/>
                    </a:lnTo>
                    <a:lnTo>
                      <a:pt x="58" y="16"/>
                    </a:lnTo>
                    <a:lnTo>
                      <a:pt x="56" y="14"/>
                    </a:lnTo>
                    <a:lnTo>
                      <a:pt x="54" y="12"/>
                    </a:lnTo>
                    <a:lnTo>
                      <a:pt x="54" y="12"/>
                    </a:lnTo>
                    <a:lnTo>
                      <a:pt x="54" y="10"/>
                    </a:lnTo>
                    <a:lnTo>
                      <a:pt x="54" y="8"/>
                    </a:lnTo>
                    <a:lnTo>
                      <a:pt x="54" y="8"/>
                    </a:lnTo>
                    <a:lnTo>
                      <a:pt x="56" y="6"/>
                    </a:lnTo>
                    <a:lnTo>
                      <a:pt x="56" y="6"/>
                    </a:lnTo>
                    <a:lnTo>
                      <a:pt x="56" y="4"/>
                    </a:lnTo>
                    <a:lnTo>
                      <a:pt x="52" y="0"/>
                    </a:lnTo>
                    <a:lnTo>
                      <a:pt x="52" y="0"/>
                    </a:lnTo>
                    <a:lnTo>
                      <a:pt x="52" y="0"/>
                    </a:lnTo>
                    <a:lnTo>
                      <a:pt x="52" y="0"/>
                    </a:lnTo>
                    <a:lnTo>
                      <a:pt x="50" y="2"/>
                    </a:lnTo>
                    <a:lnTo>
                      <a:pt x="48" y="2"/>
                    </a:lnTo>
                    <a:lnTo>
                      <a:pt x="48" y="2"/>
                    </a:lnTo>
                    <a:lnTo>
                      <a:pt x="44" y="6"/>
                    </a:lnTo>
                    <a:lnTo>
                      <a:pt x="42" y="10"/>
                    </a:lnTo>
                    <a:lnTo>
                      <a:pt x="42" y="10"/>
                    </a:lnTo>
                    <a:lnTo>
                      <a:pt x="38" y="12"/>
                    </a:lnTo>
                    <a:lnTo>
                      <a:pt x="38" y="12"/>
                    </a:lnTo>
                    <a:lnTo>
                      <a:pt x="34" y="14"/>
                    </a:lnTo>
                    <a:lnTo>
                      <a:pt x="34" y="14"/>
                    </a:lnTo>
                    <a:lnTo>
                      <a:pt x="28" y="16"/>
                    </a:lnTo>
                    <a:lnTo>
                      <a:pt x="28" y="16"/>
                    </a:lnTo>
                    <a:lnTo>
                      <a:pt x="26" y="14"/>
                    </a:lnTo>
                    <a:lnTo>
                      <a:pt x="24" y="12"/>
                    </a:lnTo>
                    <a:lnTo>
                      <a:pt x="24" y="12"/>
                    </a:lnTo>
                    <a:lnTo>
                      <a:pt x="22" y="10"/>
                    </a:lnTo>
                    <a:lnTo>
                      <a:pt x="18" y="6"/>
                    </a:lnTo>
                    <a:lnTo>
                      <a:pt x="18" y="6"/>
                    </a:lnTo>
                    <a:lnTo>
                      <a:pt x="16" y="4"/>
                    </a:lnTo>
                    <a:lnTo>
                      <a:pt x="16" y="2"/>
                    </a:lnTo>
                    <a:lnTo>
                      <a:pt x="14" y="2"/>
                    </a:lnTo>
                    <a:lnTo>
                      <a:pt x="12" y="6"/>
                    </a:lnTo>
                    <a:lnTo>
                      <a:pt x="12" y="6"/>
                    </a:lnTo>
                    <a:lnTo>
                      <a:pt x="12" y="6"/>
                    </a:lnTo>
                    <a:lnTo>
                      <a:pt x="8" y="4"/>
                    </a:lnTo>
                    <a:lnTo>
                      <a:pt x="8" y="4"/>
                    </a:lnTo>
                    <a:lnTo>
                      <a:pt x="6" y="4"/>
                    </a:lnTo>
                    <a:lnTo>
                      <a:pt x="6" y="4"/>
                    </a:lnTo>
                    <a:lnTo>
                      <a:pt x="4" y="8"/>
                    </a:lnTo>
                    <a:lnTo>
                      <a:pt x="4" y="8"/>
                    </a:lnTo>
                    <a:lnTo>
                      <a:pt x="2" y="10"/>
                    </a:lnTo>
                    <a:lnTo>
                      <a:pt x="2" y="10"/>
                    </a:lnTo>
                    <a:lnTo>
                      <a:pt x="4" y="14"/>
                    </a:lnTo>
                    <a:lnTo>
                      <a:pt x="4" y="14"/>
                    </a:lnTo>
                    <a:lnTo>
                      <a:pt x="4" y="16"/>
                    </a:lnTo>
                    <a:lnTo>
                      <a:pt x="4" y="18"/>
                    </a:lnTo>
                    <a:lnTo>
                      <a:pt x="4" y="18"/>
                    </a:lnTo>
                    <a:lnTo>
                      <a:pt x="4" y="22"/>
                    </a:lnTo>
                    <a:lnTo>
                      <a:pt x="2" y="24"/>
                    </a:lnTo>
                    <a:lnTo>
                      <a:pt x="2" y="24"/>
                    </a:lnTo>
                    <a:lnTo>
                      <a:pt x="0" y="26"/>
                    </a:lnTo>
                    <a:lnTo>
                      <a:pt x="2" y="30"/>
                    </a:lnTo>
                    <a:lnTo>
                      <a:pt x="6" y="34"/>
                    </a:lnTo>
                    <a:lnTo>
                      <a:pt x="6" y="34"/>
                    </a:lnTo>
                    <a:lnTo>
                      <a:pt x="6" y="38"/>
                    </a:lnTo>
                    <a:lnTo>
                      <a:pt x="8" y="42"/>
                    </a:lnTo>
                    <a:lnTo>
                      <a:pt x="8" y="42"/>
                    </a:lnTo>
                    <a:lnTo>
                      <a:pt x="8" y="46"/>
                    </a:lnTo>
                    <a:lnTo>
                      <a:pt x="8" y="48"/>
                    </a:lnTo>
                    <a:lnTo>
                      <a:pt x="8" y="48"/>
                    </a:lnTo>
                    <a:lnTo>
                      <a:pt x="10" y="54"/>
                    </a:lnTo>
                    <a:lnTo>
                      <a:pt x="10" y="54"/>
                    </a:lnTo>
                    <a:lnTo>
                      <a:pt x="10" y="56"/>
                    </a:lnTo>
                    <a:lnTo>
                      <a:pt x="10" y="58"/>
                    </a:lnTo>
                    <a:lnTo>
                      <a:pt x="8" y="60"/>
                    </a:lnTo>
                    <a:lnTo>
                      <a:pt x="10" y="60"/>
                    </a:lnTo>
                    <a:lnTo>
                      <a:pt x="10" y="60"/>
                    </a:lnTo>
                    <a:lnTo>
                      <a:pt x="12" y="60"/>
                    </a:lnTo>
                    <a:lnTo>
                      <a:pt x="12" y="62"/>
                    </a:lnTo>
                    <a:lnTo>
                      <a:pt x="10" y="64"/>
                    </a:lnTo>
                    <a:lnTo>
                      <a:pt x="12" y="64"/>
                    </a:lnTo>
                    <a:lnTo>
                      <a:pt x="12" y="64"/>
                    </a:lnTo>
                    <a:lnTo>
                      <a:pt x="12" y="66"/>
                    </a:lnTo>
                    <a:lnTo>
                      <a:pt x="14" y="68"/>
                    </a:lnTo>
                    <a:lnTo>
                      <a:pt x="14" y="68"/>
                    </a:lnTo>
                    <a:lnTo>
                      <a:pt x="14" y="70"/>
                    </a:lnTo>
                    <a:lnTo>
                      <a:pt x="14" y="70"/>
                    </a:lnTo>
                    <a:lnTo>
                      <a:pt x="18" y="70"/>
                    </a:lnTo>
                    <a:lnTo>
                      <a:pt x="18" y="72"/>
                    </a:lnTo>
                    <a:lnTo>
                      <a:pt x="20" y="72"/>
                    </a:lnTo>
                    <a:lnTo>
                      <a:pt x="20" y="72"/>
                    </a:lnTo>
                    <a:lnTo>
                      <a:pt x="22" y="72"/>
                    </a:lnTo>
                    <a:lnTo>
                      <a:pt x="26" y="74"/>
                    </a:lnTo>
                    <a:lnTo>
                      <a:pt x="26" y="74"/>
                    </a:lnTo>
                    <a:lnTo>
                      <a:pt x="30" y="74"/>
                    </a:lnTo>
                    <a:lnTo>
                      <a:pt x="32" y="74"/>
                    </a:lnTo>
                    <a:lnTo>
                      <a:pt x="32" y="74"/>
                    </a:lnTo>
                    <a:lnTo>
                      <a:pt x="34" y="74"/>
                    </a:lnTo>
                    <a:lnTo>
                      <a:pt x="34" y="76"/>
                    </a:lnTo>
                    <a:lnTo>
                      <a:pt x="32" y="78"/>
                    </a:lnTo>
                    <a:lnTo>
                      <a:pt x="32" y="78"/>
                    </a:lnTo>
                    <a:lnTo>
                      <a:pt x="30" y="78"/>
                    </a:lnTo>
                    <a:lnTo>
                      <a:pt x="28" y="78"/>
                    </a:lnTo>
                    <a:lnTo>
                      <a:pt x="26" y="78"/>
                    </a:lnTo>
                    <a:lnTo>
                      <a:pt x="26" y="80"/>
                    </a:lnTo>
                    <a:lnTo>
                      <a:pt x="26" y="80"/>
                    </a:lnTo>
                    <a:lnTo>
                      <a:pt x="28" y="84"/>
                    </a:lnTo>
                    <a:lnTo>
                      <a:pt x="28" y="88"/>
                    </a:lnTo>
                    <a:lnTo>
                      <a:pt x="28" y="88"/>
                    </a:lnTo>
                    <a:lnTo>
                      <a:pt x="26" y="88"/>
                    </a:lnTo>
                    <a:lnTo>
                      <a:pt x="24" y="88"/>
                    </a:lnTo>
                    <a:lnTo>
                      <a:pt x="22" y="88"/>
                    </a:lnTo>
                    <a:lnTo>
                      <a:pt x="22" y="90"/>
                    </a:lnTo>
                    <a:lnTo>
                      <a:pt x="22" y="90"/>
                    </a:lnTo>
                    <a:lnTo>
                      <a:pt x="24" y="92"/>
                    </a:lnTo>
                    <a:lnTo>
                      <a:pt x="22" y="94"/>
                    </a:lnTo>
                    <a:lnTo>
                      <a:pt x="20" y="96"/>
                    </a:lnTo>
                    <a:lnTo>
                      <a:pt x="20" y="96"/>
                    </a:lnTo>
                    <a:lnTo>
                      <a:pt x="20" y="96"/>
                    </a:lnTo>
                    <a:lnTo>
                      <a:pt x="22" y="100"/>
                    </a:lnTo>
                    <a:lnTo>
                      <a:pt x="24" y="102"/>
                    </a:lnTo>
                    <a:lnTo>
                      <a:pt x="24" y="102"/>
                    </a:lnTo>
                    <a:lnTo>
                      <a:pt x="26" y="106"/>
                    </a:lnTo>
                    <a:lnTo>
                      <a:pt x="28" y="108"/>
                    </a:lnTo>
                    <a:lnTo>
                      <a:pt x="28" y="112"/>
                    </a:lnTo>
                    <a:lnTo>
                      <a:pt x="32" y="114"/>
                    </a:lnTo>
                    <a:lnTo>
                      <a:pt x="32" y="114"/>
                    </a:lnTo>
                    <a:lnTo>
                      <a:pt x="38" y="118"/>
                    </a:lnTo>
                    <a:lnTo>
                      <a:pt x="42" y="124"/>
                    </a:lnTo>
                    <a:lnTo>
                      <a:pt x="42" y="124"/>
                    </a:lnTo>
                    <a:lnTo>
                      <a:pt x="42" y="126"/>
                    </a:lnTo>
                    <a:lnTo>
                      <a:pt x="40" y="128"/>
                    </a:lnTo>
                    <a:lnTo>
                      <a:pt x="40" y="128"/>
                    </a:lnTo>
                    <a:lnTo>
                      <a:pt x="42" y="128"/>
                    </a:lnTo>
                    <a:lnTo>
                      <a:pt x="42" y="128"/>
                    </a:lnTo>
                    <a:lnTo>
                      <a:pt x="46" y="128"/>
                    </a:lnTo>
                    <a:lnTo>
                      <a:pt x="48" y="130"/>
                    </a:lnTo>
                    <a:lnTo>
                      <a:pt x="48" y="130"/>
                    </a:lnTo>
                    <a:lnTo>
                      <a:pt x="54" y="138"/>
                    </a:lnTo>
                    <a:lnTo>
                      <a:pt x="54" y="138"/>
                    </a:lnTo>
                    <a:lnTo>
                      <a:pt x="56" y="142"/>
                    </a:lnTo>
                    <a:lnTo>
                      <a:pt x="56" y="146"/>
                    </a:lnTo>
                    <a:lnTo>
                      <a:pt x="56" y="146"/>
                    </a:lnTo>
                    <a:lnTo>
                      <a:pt x="56" y="152"/>
                    </a:lnTo>
                    <a:lnTo>
                      <a:pt x="58" y="158"/>
                    </a:lnTo>
                    <a:lnTo>
                      <a:pt x="62" y="158"/>
                    </a:lnTo>
                    <a:lnTo>
                      <a:pt x="62" y="164"/>
                    </a:lnTo>
                    <a:lnTo>
                      <a:pt x="62" y="164"/>
                    </a:lnTo>
                    <a:lnTo>
                      <a:pt x="64" y="166"/>
                    </a:lnTo>
                    <a:lnTo>
                      <a:pt x="66" y="168"/>
                    </a:lnTo>
                    <a:lnTo>
                      <a:pt x="66" y="168"/>
                    </a:lnTo>
                    <a:lnTo>
                      <a:pt x="68" y="172"/>
                    </a:lnTo>
                    <a:lnTo>
                      <a:pt x="68" y="172"/>
                    </a:lnTo>
                    <a:lnTo>
                      <a:pt x="68" y="172"/>
                    </a:lnTo>
                    <a:lnTo>
                      <a:pt x="68" y="172"/>
                    </a:lnTo>
                    <a:lnTo>
                      <a:pt x="76" y="174"/>
                    </a:lnTo>
                    <a:lnTo>
                      <a:pt x="82" y="172"/>
                    </a:lnTo>
                    <a:lnTo>
                      <a:pt x="82" y="172"/>
                    </a:lnTo>
                    <a:lnTo>
                      <a:pt x="88" y="184"/>
                    </a:lnTo>
                    <a:lnTo>
                      <a:pt x="88" y="184"/>
                    </a:lnTo>
                    <a:lnTo>
                      <a:pt x="88" y="188"/>
                    </a:lnTo>
                    <a:lnTo>
                      <a:pt x="88" y="190"/>
                    </a:lnTo>
                    <a:lnTo>
                      <a:pt x="88" y="190"/>
                    </a:lnTo>
                    <a:lnTo>
                      <a:pt x="92" y="192"/>
                    </a:lnTo>
                    <a:lnTo>
                      <a:pt x="92" y="196"/>
                    </a:lnTo>
                    <a:lnTo>
                      <a:pt x="92" y="196"/>
                    </a:lnTo>
                    <a:lnTo>
                      <a:pt x="94" y="200"/>
                    </a:lnTo>
                    <a:lnTo>
                      <a:pt x="96" y="202"/>
                    </a:lnTo>
                    <a:lnTo>
                      <a:pt x="96" y="202"/>
                    </a:lnTo>
                    <a:lnTo>
                      <a:pt x="96" y="206"/>
                    </a:lnTo>
                    <a:lnTo>
                      <a:pt x="96" y="206"/>
                    </a:lnTo>
                    <a:lnTo>
                      <a:pt x="100" y="208"/>
                    </a:lnTo>
                    <a:lnTo>
                      <a:pt x="102" y="210"/>
                    </a:lnTo>
                    <a:lnTo>
                      <a:pt x="102" y="210"/>
                    </a:lnTo>
                    <a:lnTo>
                      <a:pt x="102" y="212"/>
                    </a:lnTo>
                    <a:lnTo>
                      <a:pt x="102" y="216"/>
                    </a:lnTo>
                    <a:lnTo>
                      <a:pt x="102" y="216"/>
                    </a:lnTo>
                    <a:lnTo>
                      <a:pt x="108" y="222"/>
                    </a:lnTo>
                    <a:lnTo>
                      <a:pt x="112" y="222"/>
                    </a:lnTo>
                    <a:lnTo>
                      <a:pt x="112" y="222"/>
                    </a:lnTo>
                    <a:lnTo>
                      <a:pt x="112" y="226"/>
                    </a:lnTo>
                    <a:lnTo>
                      <a:pt x="120" y="234"/>
                    </a:lnTo>
                    <a:lnTo>
                      <a:pt x="120" y="234"/>
                    </a:lnTo>
                    <a:lnTo>
                      <a:pt x="124" y="234"/>
                    </a:lnTo>
                    <a:lnTo>
                      <a:pt x="124" y="234"/>
                    </a:lnTo>
                    <a:lnTo>
                      <a:pt x="128" y="238"/>
                    </a:lnTo>
                    <a:lnTo>
                      <a:pt x="128" y="238"/>
                    </a:lnTo>
                    <a:lnTo>
                      <a:pt x="132" y="238"/>
                    </a:lnTo>
                    <a:lnTo>
                      <a:pt x="132" y="238"/>
                    </a:lnTo>
                    <a:lnTo>
                      <a:pt x="136" y="240"/>
                    </a:lnTo>
                    <a:lnTo>
                      <a:pt x="140" y="242"/>
                    </a:lnTo>
                    <a:lnTo>
                      <a:pt x="142" y="240"/>
                    </a:lnTo>
                    <a:lnTo>
                      <a:pt x="144" y="238"/>
                    </a:lnTo>
                    <a:lnTo>
                      <a:pt x="144" y="238"/>
                    </a:lnTo>
                    <a:lnTo>
                      <a:pt x="156" y="234"/>
                    </a:lnTo>
                    <a:lnTo>
                      <a:pt x="166" y="228"/>
                    </a:lnTo>
                    <a:lnTo>
                      <a:pt x="166" y="228"/>
                    </a:lnTo>
                    <a:lnTo>
                      <a:pt x="172" y="232"/>
                    </a:lnTo>
                    <a:lnTo>
                      <a:pt x="176" y="238"/>
                    </a:lnTo>
                    <a:lnTo>
                      <a:pt x="176" y="238"/>
                    </a:lnTo>
                    <a:lnTo>
                      <a:pt x="178" y="248"/>
                    </a:lnTo>
                    <a:lnTo>
                      <a:pt x="180" y="252"/>
                    </a:lnTo>
                    <a:lnTo>
                      <a:pt x="184" y="256"/>
                    </a:lnTo>
                    <a:lnTo>
                      <a:pt x="184" y="256"/>
                    </a:lnTo>
                    <a:lnTo>
                      <a:pt x="192" y="258"/>
                    </a:lnTo>
                    <a:lnTo>
                      <a:pt x="202" y="258"/>
                    </a:lnTo>
                    <a:lnTo>
                      <a:pt x="202" y="260"/>
                    </a:lnTo>
                    <a:lnTo>
                      <a:pt x="202" y="260"/>
                    </a:lnTo>
                    <a:lnTo>
                      <a:pt x="212" y="260"/>
                    </a:lnTo>
                    <a:lnTo>
                      <a:pt x="220" y="258"/>
                    </a:lnTo>
                    <a:lnTo>
                      <a:pt x="220" y="258"/>
                    </a:lnTo>
                    <a:lnTo>
                      <a:pt x="226" y="262"/>
                    </a:lnTo>
                    <a:lnTo>
                      <a:pt x="226" y="264"/>
                    </a:lnTo>
                    <a:lnTo>
                      <a:pt x="226" y="264"/>
                    </a:lnTo>
                    <a:lnTo>
                      <a:pt x="230" y="264"/>
                    </a:lnTo>
                    <a:lnTo>
                      <a:pt x="230" y="2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5" name="Freeform 184">
                <a:extLst>
                  <a:ext uri="{FF2B5EF4-FFF2-40B4-BE49-F238E27FC236}">
                    <a16:creationId xmlns:a16="http://schemas.microsoft.com/office/drawing/2014/main" id="{7A02EE32-D11D-4B49-B24D-7F02628915AA}"/>
                  </a:ext>
                </a:extLst>
              </p:cNvPr>
              <p:cNvSpPr>
                <a:spLocks/>
              </p:cNvSpPr>
              <p:nvPr/>
            </p:nvSpPr>
            <p:spPr bwMode="auto">
              <a:xfrm>
                <a:off x="6948330" y="2857843"/>
                <a:ext cx="187863" cy="96114"/>
              </a:xfrm>
              <a:custGeom>
                <a:avLst/>
                <a:gdLst>
                  <a:gd name="T0" fmla="*/ 0 w 96"/>
                  <a:gd name="T1" fmla="*/ 10 h 48"/>
                  <a:gd name="T2" fmla="*/ 4 w 96"/>
                  <a:gd name="T3" fmla="*/ 14 h 48"/>
                  <a:gd name="T4" fmla="*/ 8 w 96"/>
                  <a:gd name="T5" fmla="*/ 14 h 48"/>
                  <a:gd name="T6" fmla="*/ 12 w 96"/>
                  <a:gd name="T7" fmla="*/ 18 h 48"/>
                  <a:gd name="T8" fmla="*/ 18 w 96"/>
                  <a:gd name="T9" fmla="*/ 22 h 48"/>
                  <a:gd name="T10" fmla="*/ 22 w 96"/>
                  <a:gd name="T11" fmla="*/ 36 h 48"/>
                  <a:gd name="T12" fmla="*/ 22 w 96"/>
                  <a:gd name="T13" fmla="*/ 42 h 48"/>
                  <a:gd name="T14" fmla="*/ 24 w 96"/>
                  <a:gd name="T15" fmla="*/ 42 h 48"/>
                  <a:gd name="T16" fmla="*/ 26 w 96"/>
                  <a:gd name="T17" fmla="*/ 42 h 48"/>
                  <a:gd name="T18" fmla="*/ 30 w 96"/>
                  <a:gd name="T19" fmla="*/ 42 h 48"/>
                  <a:gd name="T20" fmla="*/ 34 w 96"/>
                  <a:gd name="T21" fmla="*/ 42 h 48"/>
                  <a:gd name="T22" fmla="*/ 40 w 96"/>
                  <a:gd name="T23" fmla="*/ 46 h 48"/>
                  <a:gd name="T24" fmla="*/ 48 w 96"/>
                  <a:gd name="T25" fmla="*/ 44 h 48"/>
                  <a:gd name="T26" fmla="*/ 50 w 96"/>
                  <a:gd name="T27" fmla="*/ 44 h 48"/>
                  <a:gd name="T28" fmla="*/ 50 w 96"/>
                  <a:gd name="T29" fmla="*/ 48 h 48"/>
                  <a:gd name="T30" fmla="*/ 54 w 96"/>
                  <a:gd name="T31" fmla="*/ 48 h 48"/>
                  <a:gd name="T32" fmla="*/ 64 w 96"/>
                  <a:gd name="T33" fmla="*/ 48 h 48"/>
                  <a:gd name="T34" fmla="*/ 72 w 96"/>
                  <a:gd name="T35" fmla="*/ 48 h 48"/>
                  <a:gd name="T36" fmla="*/ 74 w 96"/>
                  <a:gd name="T37" fmla="*/ 46 h 48"/>
                  <a:gd name="T38" fmla="*/ 76 w 96"/>
                  <a:gd name="T39" fmla="*/ 42 h 48"/>
                  <a:gd name="T40" fmla="*/ 82 w 96"/>
                  <a:gd name="T41" fmla="*/ 40 h 48"/>
                  <a:gd name="T42" fmla="*/ 86 w 96"/>
                  <a:gd name="T43" fmla="*/ 42 h 48"/>
                  <a:gd name="T44" fmla="*/ 88 w 96"/>
                  <a:gd name="T45" fmla="*/ 44 h 48"/>
                  <a:gd name="T46" fmla="*/ 92 w 96"/>
                  <a:gd name="T47" fmla="*/ 48 h 48"/>
                  <a:gd name="T48" fmla="*/ 94 w 96"/>
                  <a:gd name="T49" fmla="*/ 48 h 48"/>
                  <a:gd name="T50" fmla="*/ 92 w 96"/>
                  <a:gd name="T51" fmla="*/ 42 h 48"/>
                  <a:gd name="T52" fmla="*/ 92 w 96"/>
                  <a:gd name="T53" fmla="*/ 40 h 48"/>
                  <a:gd name="T54" fmla="*/ 96 w 96"/>
                  <a:gd name="T55" fmla="*/ 36 h 48"/>
                  <a:gd name="T56" fmla="*/ 92 w 96"/>
                  <a:gd name="T57" fmla="*/ 32 h 48"/>
                  <a:gd name="T58" fmla="*/ 90 w 96"/>
                  <a:gd name="T59" fmla="*/ 30 h 48"/>
                  <a:gd name="T60" fmla="*/ 84 w 96"/>
                  <a:gd name="T61" fmla="*/ 30 h 48"/>
                  <a:gd name="T62" fmla="*/ 84 w 96"/>
                  <a:gd name="T63" fmla="*/ 30 h 48"/>
                  <a:gd name="T64" fmla="*/ 84 w 96"/>
                  <a:gd name="T65" fmla="*/ 26 h 48"/>
                  <a:gd name="T66" fmla="*/ 84 w 96"/>
                  <a:gd name="T67" fmla="*/ 24 h 48"/>
                  <a:gd name="T68" fmla="*/ 78 w 96"/>
                  <a:gd name="T69" fmla="*/ 20 h 48"/>
                  <a:gd name="T70" fmla="*/ 76 w 96"/>
                  <a:gd name="T71" fmla="*/ 18 h 48"/>
                  <a:gd name="T72" fmla="*/ 74 w 96"/>
                  <a:gd name="T73" fmla="*/ 14 h 48"/>
                  <a:gd name="T74" fmla="*/ 66 w 96"/>
                  <a:gd name="T75" fmla="*/ 14 h 48"/>
                  <a:gd name="T76" fmla="*/ 62 w 96"/>
                  <a:gd name="T77" fmla="*/ 16 h 48"/>
                  <a:gd name="T78" fmla="*/ 60 w 96"/>
                  <a:gd name="T79" fmla="*/ 16 h 48"/>
                  <a:gd name="T80" fmla="*/ 58 w 96"/>
                  <a:gd name="T81" fmla="*/ 14 h 48"/>
                  <a:gd name="T82" fmla="*/ 50 w 96"/>
                  <a:gd name="T83" fmla="*/ 16 h 48"/>
                  <a:gd name="T84" fmla="*/ 46 w 96"/>
                  <a:gd name="T85" fmla="*/ 16 h 48"/>
                  <a:gd name="T86" fmla="*/ 40 w 96"/>
                  <a:gd name="T87" fmla="*/ 8 h 48"/>
                  <a:gd name="T88" fmla="*/ 36 w 96"/>
                  <a:gd name="T89" fmla="*/ 6 h 48"/>
                  <a:gd name="T90" fmla="*/ 32 w 96"/>
                  <a:gd name="T91" fmla="*/ 4 h 48"/>
                  <a:gd name="T92" fmla="*/ 22 w 96"/>
                  <a:gd name="T93" fmla="*/ 4 h 48"/>
                  <a:gd name="T94" fmla="*/ 16 w 96"/>
                  <a:gd name="T95" fmla="*/ 4 h 48"/>
                  <a:gd name="T96" fmla="*/ 14 w 96"/>
                  <a:gd name="T97" fmla="*/ 0 h 48"/>
                  <a:gd name="T98" fmla="*/ 8 w 96"/>
                  <a:gd name="T99" fmla="*/ 0 h 48"/>
                  <a:gd name="T100" fmla="*/ 4 w 96"/>
                  <a:gd name="T101" fmla="*/ 2 h 48"/>
                  <a:gd name="T102" fmla="*/ 0 w 96"/>
                  <a:gd name="T103" fmla="*/ 1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48">
                    <a:moveTo>
                      <a:pt x="0" y="10"/>
                    </a:moveTo>
                    <a:lnTo>
                      <a:pt x="0" y="10"/>
                    </a:lnTo>
                    <a:lnTo>
                      <a:pt x="4" y="14"/>
                    </a:lnTo>
                    <a:lnTo>
                      <a:pt x="4" y="14"/>
                    </a:lnTo>
                    <a:lnTo>
                      <a:pt x="8" y="14"/>
                    </a:lnTo>
                    <a:lnTo>
                      <a:pt x="8" y="14"/>
                    </a:lnTo>
                    <a:lnTo>
                      <a:pt x="12" y="18"/>
                    </a:lnTo>
                    <a:lnTo>
                      <a:pt x="12" y="18"/>
                    </a:lnTo>
                    <a:lnTo>
                      <a:pt x="18" y="22"/>
                    </a:lnTo>
                    <a:lnTo>
                      <a:pt x="18" y="22"/>
                    </a:lnTo>
                    <a:lnTo>
                      <a:pt x="22" y="30"/>
                    </a:lnTo>
                    <a:lnTo>
                      <a:pt x="22" y="36"/>
                    </a:lnTo>
                    <a:lnTo>
                      <a:pt x="22" y="40"/>
                    </a:lnTo>
                    <a:lnTo>
                      <a:pt x="22" y="42"/>
                    </a:lnTo>
                    <a:lnTo>
                      <a:pt x="22" y="42"/>
                    </a:lnTo>
                    <a:lnTo>
                      <a:pt x="24" y="42"/>
                    </a:lnTo>
                    <a:lnTo>
                      <a:pt x="24" y="44"/>
                    </a:lnTo>
                    <a:lnTo>
                      <a:pt x="26" y="42"/>
                    </a:lnTo>
                    <a:lnTo>
                      <a:pt x="26" y="42"/>
                    </a:lnTo>
                    <a:lnTo>
                      <a:pt x="30" y="42"/>
                    </a:lnTo>
                    <a:lnTo>
                      <a:pt x="34" y="42"/>
                    </a:lnTo>
                    <a:lnTo>
                      <a:pt x="34" y="42"/>
                    </a:lnTo>
                    <a:lnTo>
                      <a:pt x="38" y="44"/>
                    </a:lnTo>
                    <a:lnTo>
                      <a:pt x="40" y="46"/>
                    </a:lnTo>
                    <a:lnTo>
                      <a:pt x="40" y="46"/>
                    </a:lnTo>
                    <a:lnTo>
                      <a:pt x="48" y="44"/>
                    </a:lnTo>
                    <a:lnTo>
                      <a:pt x="48" y="44"/>
                    </a:lnTo>
                    <a:lnTo>
                      <a:pt x="50" y="44"/>
                    </a:lnTo>
                    <a:lnTo>
                      <a:pt x="50" y="46"/>
                    </a:lnTo>
                    <a:lnTo>
                      <a:pt x="50" y="48"/>
                    </a:lnTo>
                    <a:lnTo>
                      <a:pt x="52" y="48"/>
                    </a:lnTo>
                    <a:lnTo>
                      <a:pt x="54" y="48"/>
                    </a:lnTo>
                    <a:lnTo>
                      <a:pt x="54" y="48"/>
                    </a:lnTo>
                    <a:lnTo>
                      <a:pt x="64" y="48"/>
                    </a:lnTo>
                    <a:lnTo>
                      <a:pt x="64" y="48"/>
                    </a:lnTo>
                    <a:lnTo>
                      <a:pt x="72" y="48"/>
                    </a:lnTo>
                    <a:lnTo>
                      <a:pt x="72" y="48"/>
                    </a:lnTo>
                    <a:lnTo>
                      <a:pt x="74" y="46"/>
                    </a:lnTo>
                    <a:lnTo>
                      <a:pt x="76" y="42"/>
                    </a:lnTo>
                    <a:lnTo>
                      <a:pt x="76" y="42"/>
                    </a:lnTo>
                    <a:lnTo>
                      <a:pt x="78" y="40"/>
                    </a:lnTo>
                    <a:lnTo>
                      <a:pt x="82" y="40"/>
                    </a:lnTo>
                    <a:lnTo>
                      <a:pt x="82" y="40"/>
                    </a:lnTo>
                    <a:lnTo>
                      <a:pt x="86" y="42"/>
                    </a:lnTo>
                    <a:lnTo>
                      <a:pt x="88" y="44"/>
                    </a:lnTo>
                    <a:lnTo>
                      <a:pt x="88" y="44"/>
                    </a:lnTo>
                    <a:lnTo>
                      <a:pt x="90" y="48"/>
                    </a:lnTo>
                    <a:lnTo>
                      <a:pt x="92" y="48"/>
                    </a:lnTo>
                    <a:lnTo>
                      <a:pt x="94" y="48"/>
                    </a:lnTo>
                    <a:lnTo>
                      <a:pt x="94" y="48"/>
                    </a:lnTo>
                    <a:lnTo>
                      <a:pt x="96" y="44"/>
                    </a:lnTo>
                    <a:lnTo>
                      <a:pt x="92" y="42"/>
                    </a:lnTo>
                    <a:lnTo>
                      <a:pt x="92" y="42"/>
                    </a:lnTo>
                    <a:lnTo>
                      <a:pt x="92" y="40"/>
                    </a:lnTo>
                    <a:lnTo>
                      <a:pt x="94" y="38"/>
                    </a:lnTo>
                    <a:lnTo>
                      <a:pt x="96" y="36"/>
                    </a:lnTo>
                    <a:lnTo>
                      <a:pt x="96" y="36"/>
                    </a:lnTo>
                    <a:lnTo>
                      <a:pt x="92" y="32"/>
                    </a:lnTo>
                    <a:lnTo>
                      <a:pt x="92" y="32"/>
                    </a:lnTo>
                    <a:lnTo>
                      <a:pt x="90" y="30"/>
                    </a:lnTo>
                    <a:lnTo>
                      <a:pt x="88" y="30"/>
                    </a:lnTo>
                    <a:lnTo>
                      <a:pt x="84" y="30"/>
                    </a:lnTo>
                    <a:lnTo>
                      <a:pt x="84" y="30"/>
                    </a:lnTo>
                    <a:lnTo>
                      <a:pt x="84" y="30"/>
                    </a:lnTo>
                    <a:lnTo>
                      <a:pt x="84" y="28"/>
                    </a:lnTo>
                    <a:lnTo>
                      <a:pt x="84" y="26"/>
                    </a:lnTo>
                    <a:lnTo>
                      <a:pt x="84" y="24"/>
                    </a:lnTo>
                    <a:lnTo>
                      <a:pt x="84" y="24"/>
                    </a:lnTo>
                    <a:lnTo>
                      <a:pt x="80" y="22"/>
                    </a:lnTo>
                    <a:lnTo>
                      <a:pt x="78" y="20"/>
                    </a:lnTo>
                    <a:lnTo>
                      <a:pt x="78" y="20"/>
                    </a:lnTo>
                    <a:lnTo>
                      <a:pt x="76" y="18"/>
                    </a:lnTo>
                    <a:lnTo>
                      <a:pt x="74" y="14"/>
                    </a:lnTo>
                    <a:lnTo>
                      <a:pt x="74" y="14"/>
                    </a:lnTo>
                    <a:lnTo>
                      <a:pt x="70" y="12"/>
                    </a:lnTo>
                    <a:lnTo>
                      <a:pt x="66" y="14"/>
                    </a:lnTo>
                    <a:lnTo>
                      <a:pt x="66" y="14"/>
                    </a:lnTo>
                    <a:lnTo>
                      <a:pt x="62" y="16"/>
                    </a:lnTo>
                    <a:lnTo>
                      <a:pt x="62" y="16"/>
                    </a:lnTo>
                    <a:lnTo>
                      <a:pt x="60" y="16"/>
                    </a:lnTo>
                    <a:lnTo>
                      <a:pt x="60" y="16"/>
                    </a:lnTo>
                    <a:lnTo>
                      <a:pt x="58" y="14"/>
                    </a:lnTo>
                    <a:lnTo>
                      <a:pt x="56" y="14"/>
                    </a:lnTo>
                    <a:lnTo>
                      <a:pt x="50" y="16"/>
                    </a:lnTo>
                    <a:lnTo>
                      <a:pt x="50" y="16"/>
                    </a:lnTo>
                    <a:lnTo>
                      <a:pt x="46" y="16"/>
                    </a:lnTo>
                    <a:lnTo>
                      <a:pt x="44" y="14"/>
                    </a:lnTo>
                    <a:lnTo>
                      <a:pt x="40" y="8"/>
                    </a:lnTo>
                    <a:lnTo>
                      <a:pt x="40" y="8"/>
                    </a:lnTo>
                    <a:lnTo>
                      <a:pt x="36" y="6"/>
                    </a:lnTo>
                    <a:lnTo>
                      <a:pt x="32" y="4"/>
                    </a:lnTo>
                    <a:lnTo>
                      <a:pt x="32" y="4"/>
                    </a:lnTo>
                    <a:lnTo>
                      <a:pt x="28" y="4"/>
                    </a:lnTo>
                    <a:lnTo>
                      <a:pt x="22" y="4"/>
                    </a:lnTo>
                    <a:lnTo>
                      <a:pt x="22" y="4"/>
                    </a:lnTo>
                    <a:lnTo>
                      <a:pt x="16" y="4"/>
                    </a:lnTo>
                    <a:lnTo>
                      <a:pt x="14" y="0"/>
                    </a:lnTo>
                    <a:lnTo>
                      <a:pt x="14" y="0"/>
                    </a:lnTo>
                    <a:lnTo>
                      <a:pt x="12" y="0"/>
                    </a:lnTo>
                    <a:lnTo>
                      <a:pt x="8" y="0"/>
                    </a:lnTo>
                    <a:lnTo>
                      <a:pt x="4" y="2"/>
                    </a:lnTo>
                    <a:lnTo>
                      <a:pt x="4" y="2"/>
                    </a:lnTo>
                    <a:lnTo>
                      <a:pt x="0" y="6"/>
                    </a:lnTo>
                    <a:lnTo>
                      <a:pt x="0" y="10"/>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6" name="Freeform 205">
                <a:extLst>
                  <a:ext uri="{FF2B5EF4-FFF2-40B4-BE49-F238E27FC236}">
                    <a16:creationId xmlns:a16="http://schemas.microsoft.com/office/drawing/2014/main" id="{0A073E29-A98F-2347-A261-CA170F1076C7}"/>
                  </a:ext>
                </a:extLst>
              </p:cNvPr>
              <p:cNvSpPr>
                <a:spLocks noEditPoints="1"/>
              </p:cNvSpPr>
              <p:nvPr/>
            </p:nvSpPr>
            <p:spPr bwMode="auto">
              <a:xfrm>
                <a:off x="6748725" y="3166205"/>
                <a:ext cx="62621" cy="40047"/>
              </a:xfrm>
              <a:custGeom>
                <a:avLst/>
                <a:gdLst>
                  <a:gd name="T0" fmla="*/ 26 w 32"/>
                  <a:gd name="T1" fmla="*/ 12 h 20"/>
                  <a:gd name="T2" fmla="*/ 26 w 32"/>
                  <a:gd name="T3" fmla="*/ 12 h 20"/>
                  <a:gd name="T4" fmla="*/ 24 w 32"/>
                  <a:gd name="T5" fmla="*/ 6 h 20"/>
                  <a:gd name="T6" fmla="*/ 28 w 32"/>
                  <a:gd name="T7" fmla="*/ 6 h 20"/>
                  <a:gd name="T8" fmla="*/ 28 w 32"/>
                  <a:gd name="T9" fmla="*/ 6 h 20"/>
                  <a:gd name="T10" fmla="*/ 30 w 32"/>
                  <a:gd name="T11" fmla="*/ 2 h 20"/>
                  <a:gd name="T12" fmla="*/ 32 w 32"/>
                  <a:gd name="T13" fmla="*/ 0 h 20"/>
                  <a:gd name="T14" fmla="*/ 32 w 32"/>
                  <a:gd name="T15" fmla="*/ 0 h 20"/>
                  <a:gd name="T16" fmla="*/ 32 w 32"/>
                  <a:gd name="T17" fmla="*/ 0 h 20"/>
                  <a:gd name="T18" fmla="*/ 26 w 32"/>
                  <a:gd name="T19" fmla="*/ 4 h 20"/>
                  <a:gd name="T20" fmla="*/ 22 w 32"/>
                  <a:gd name="T21" fmla="*/ 6 h 20"/>
                  <a:gd name="T22" fmla="*/ 22 w 32"/>
                  <a:gd name="T23" fmla="*/ 6 h 20"/>
                  <a:gd name="T24" fmla="*/ 16 w 32"/>
                  <a:gd name="T25" fmla="*/ 6 h 20"/>
                  <a:gd name="T26" fmla="*/ 10 w 32"/>
                  <a:gd name="T27" fmla="*/ 6 h 20"/>
                  <a:gd name="T28" fmla="*/ 10 w 32"/>
                  <a:gd name="T29" fmla="*/ 6 h 20"/>
                  <a:gd name="T30" fmla="*/ 12 w 32"/>
                  <a:gd name="T31" fmla="*/ 10 h 20"/>
                  <a:gd name="T32" fmla="*/ 12 w 32"/>
                  <a:gd name="T33" fmla="*/ 10 h 20"/>
                  <a:gd name="T34" fmla="*/ 8 w 32"/>
                  <a:gd name="T35" fmla="*/ 10 h 20"/>
                  <a:gd name="T36" fmla="*/ 8 w 32"/>
                  <a:gd name="T37" fmla="*/ 10 h 20"/>
                  <a:gd name="T38" fmla="*/ 10 w 32"/>
                  <a:gd name="T39" fmla="*/ 12 h 20"/>
                  <a:gd name="T40" fmla="*/ 14 w 32"/>
                  <a:gd name="T41" fmla="*/ 12 h 20"/>
                  <a:gd name="T42" fmla="*/ 14 w 32"/>
                  <a:gd name="T43" fmla="*/ 12 h 20"/>
                  <a:gd name="T44" fmla="*/ 18 w 32"/>
                  <a:gd name="T45" fmla="*/ 10 h 20"/>
                  <a:gd name="T46" fmla="*/ 18 w 32"/>
                  <a:gd name="T47" fmla="*/ 10 h 20"/>
                  <a:gd name="T48" fmla="*/ 20 w 32"/>
                  <a:gd name="T49" fmla="*/ 10 h 20"/>
                  <a:gd name="T50" fmla="*/ 20 w 32"/>
                  <a:gd name="T51" fmla="*/ 10 h 20"/>
                  <a:gd name="T52" fmla="*/ 26 w 32"/>
                  <a:gd name="T53" fmla="*/ 12 h 20"/>
                  <a:gd name="T54" fmla="*/ 26 w 32"/>
                  <a:gd name="T55" fmla="*/ 12 h 20"/>
                  <a:gd name="T56" fmla="*/ 26 w 32"/>
                  <a:gd name="T57" fmla="*/ 12 h 20"/>
                  <a:gd name="T58" fmla="*/ 26 w 32"/>
                  <a:gd name="T59" fmla="*/ 12 h 20"/>
                  <a:gd name="T60" fmla="*/ 24 w 32"/>
                  <a:gd name="T61" fmla="*/ 12 h 20"/>
                  <a:gd name="T62" fmla="*/ 24 w 32"/>
                  <a:gd name="T63" fmla="*/ 12 h 20"/>
                  <a:gd name="T64" fmla="*/ 22 w 32"/>
                  <a:gd name="T65" fmla="*/ 14 h 20"/>
                  <a:gd name="T66" fmla="*/ 18 w 32"/>
                  <a:gd name="T67" fmla="*/ 16 h 20"/>
                  <a:gd name="T68" fmla="*/ 18 w 32"/>
                  <a:gd name="T69" fmla="*/ 16 h 20"/>
                  <a:gd name="T70" fmla="*/ 12 w 32"/>
                  <a:gd name="T71" fmla="*/ 20 h 20"/>
                  <a:gd name="T72" fmla="*/ 8 w 32"/>
                  <a:gd name="T73" fmla="*/ 20 h 20"/>
                  <a:gd name="T74" fmla="*/ 2 w 32"/>
                  <a:gd name="T75" fmla="*/ 16 h 20"/>
                  <a:gd name="T76" fmla="*/ 2 w 32"/>
                  <a:gd name="T77" fmla="*/ 16 h 20"/>
                  <a:gd name="T78" fmla="*/ 0 w 32"/>
                  <a:gd name="T79" fmla="*/ 12 h 20"/>
                  <a:gd name="T80" fmla="*/ 0 w 32"/>
                  <a:gd name="T81" fmla="*/ 12 h 20"/>
                  <a:gd name="T82" fmla="*/ 8 w 32"/>
                  <a:gd name="T83" fmla="*/ 10 h 20"/>
                  <a:gd name="T84" fmla="*/ 8 w 32"/>
                  <a:gd name="T85" fmla="*/ 10 h 20"/>
                  <a:gd name="T86" fmla="*/ 10 w 32"/>
                  <a:gd name="T87" fmla="*/ 12 h 20"/>
                  <a:gd name="T88" fmla="*/ 14 w 32"/>
                  <a:gd name="T89" fmla="*/ 12 h 20"/>
                  <a:gd name="T90" fmla="*/ 14 w 32"/>
                  <a:gd name="T91" fmla="*/ 12 h 20"/>
                  <a:gd name="T92" fmla="*/ 18 w 32"/>
                  <a:gd name="T93" fmla="*/ 10 h 20"/>
                  <a:gd name="T94" fmla="*/ 18 w 32"/>
                  <a:gd name="T95" fmla="*/ 10 h 20"/>
                  <a:gd name="T96" fmla="*/ 20 w 32"/>
                  <a:gd name="T97" fmla="*/ 10 h 20"/>
                  <a:gd name="T98" fmla="*/ 20 w 32"/>
                  <a:gd name="T99" fmla="*/ 10 h 20"/>
                  <a:gd name="T100" fmla="*/ 26 w 32"/>
                  <a:gd name="T101" fmla="*/ 12 h 20"/>
                  <a:gd name="T102" fmla="*/ 26 w 32"/>
                  <a:gd name="T103" fmla="*/ 1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 h="20">
                    <a:moveTo>
                      <a:pt x="26" y="12"/>
                    </a:moveTo>
                    <a:lnTo>
                      <a:pt x="26" y="12"/>
                    </a:lnTo>
                    <a:lnTo>
                      <a:pt x="24" y="6"/>
                    </a:lnTo>
                    <a:lnTo>
                      <a:pt x="28" y="6"/>
                    </a:lnTo>
                    <a:lnTo>
                      <a:pt x="28" y="6"/>
                    </a:lnTo>
                    <a:lnTo>
                      <a:pt x="30" y="2"/>
                    </a:lnTo>
                    <a:lnTo>
                      <a:pt x="32" y="0"/>
                    </a:lnTo>
                    <a:lnTo>
                      <a:pt x="32" y="0"/>
                    </a:lnTo>
                    <a:lnTo>
                      <a:pt x="32" y="0"/>
                    </a:lnTo>
                    <a:lnTo>
                      <a:pt x="26" y="4"/>
                    </a:lnTo>
                    <a:lnTo>
                      <a:pt x="22" y="6"/>
                    </a:lnTo>
                    <a:lnTo>
                      <a:pt x="22" y="6"/>
                    </a:lnTo>
                    <a:lnTo>
                      <a:pt x="16" y="6"/>
                    </a:lnTo>
                    <a:lnTo>
                      <a:pt x="10" y="6"/>
                    </a:lnTo>
                    <a:lnTo>
                      <a:pt x="10" y="6"/>
                    </a:lnTo>
                    <a:lnTo>
                      <a:pt x="12" y="10"/>
                    </a:lnTo>
                    <a:lnTo>
                      <a:pt x="12" y="10"/>
                    </a:lnTo>
                    <a:lnTo>
                      <a:pt x="8" y="10"/>
                    </a:lnTo>
                    <a:lnTo>
                      <a:pt x="8" y="10"/>
                    </a:lnTo>
                    <a:lnTo>
                      <a:pt x="10" y="12"/>
                    </a:lnTo>
                    <a:lnTo>
                      <a:pt x="14" y="12"/>
                    </a:lnTo>
                    <a:lnTo>
                      <a:pt x="14" y="12"/>
                    </a:lnTo>
                    <a:lnTo>
                      <a:pt x="18" y="10"/>
                    </a:lnTo>
                    <a:lnTo>
                      <a:pt x="18" y="10"/>
                    </a:lnTo>
                    <a:lnTo>
                      <a:pt x="20" y="10"/>
                    </a:lnTo>
                    <a:lnTo>
                      <a:pt x="20" y="10"/>
                    </a:lnTo>
                    <a:lnTo>
                      <a:pt x="26" y="12"/>
                    </a:lnTo>
                    <a:lnTo>
                      <a:pt x="26" y="12"/>
                    </a:lnTo>
                    <a:close/>
                    <a:moveTo>
                      <a:pt x="26" y="12"/>
                    </a:moveTo>
                    <a:lnTo>
                      <a:pt x="26" y="12"/>
                    </a:lnTo>
                    <a:lnTo>
                      <a:pt x="24" y="12"/>
                    </a:lnTo>
                    <a:lnTo>
                      <a:pt x="24" y="12"/>
                    </a:lnTo>
                    <a:lnTo>
                      <a:pt x="22" y="14"/>
                    </a:lnTo>
                    <a:lnTo>
                      <a:pt x="18" y="16"/>
                    </a:lnTo>
                    <a:lnTo>
                      <a:pt x="18" y="16"/>
                    </a:lnTo>
                    <a:lnTo>
                      <a:pt x="12" y="20"/>
                    </a:lnTo>
                    <a:lnTo>
                      <a:pt x="8" y="20"/>
                    </a:lnTo>
                    <a:lnTo>
                      <a:pt x="2" y="16"/>
                    </a:lnTo>
                    <a:lnTo>
                      <a:pt x="2" y="16"/>
                    </a:lnTo>
                    <a:lnTo>
                      <a:pt x="0" y="12"/>
                    </a:lnTo>
                    <a:lnTo>
                      <a:pt x="0" y="12"/>
                    </a:lnTo>
                    <a:lnTo>
                      <a:pt x="8" y="10"/>
                    </a:lnTo>
                    <a:lnTo>
                      <a:pt x="8" y="10"/>
                    </a:lnTo>
                    <a:lnTo>
                      <a:pt x="10" y="12"/>
                    </a:lnTo>
                    <a:lnTo>
                      <a:pt x="14" y="12"/>
                    </a:lnTo>
                    <a:lnTo>
                      <a:pt x="14" y="12"/>
                    </a:lnTo>
                    <a:lnTo>
                      <a:pt x="18" y="10"/>
                    </a:lnTo>
                    <a:lnTo>
                      <a:pt x="18" y="10"/>
                    </a:lnTo>
                    <a:lnTo>
                      <a:pt x="20" y="10"/>
                    </a:lnTo>
                    <a:lnTo>
                      <a:pt x="20" y="10"/>
                    </a:lnTo>
                    <a:lnTo>
                      <a:pt x="26" y="12"/>
                    </a:lnTo>
                    <a:lnTo>
                      <a:pt x="26"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7" name="Freeform 258">
                <a:extLst>
                  <a:ext uri="{FF2B5EF4-FFF2-40B4-BE49-F238E27FC236}">
                    <a16:creationId xmlns:a16="http://schemas.microsoft.com/office/drawing/2014/main" id="{F073D3E2-7CB9-BF47-8F8F-E7B909ACA6A8}"/>
                  </a:ext>
                </a:extLst>
              </p:cNvPr>
              <p:cNvSpPr>
                <a:spLocks noEditPoints="1"/>
              </p:cNvSpPr>
              <p:nvPr/>
            </p:nvSpPr>
            <p:spPr bwMode="auto">
              <a:xfrm>
                <a:off x="7083854" y="2929927"/>
                <a:ext cx="130047" cy="124146"/>
              </a:xfrm>
              <a:custGeom>
                <a:avLst/>
                <a:gdLst>
                  <a:gd name="T0" fmla="*/ 48 w 66"/>
                  <a:gd name="T1" fmla="*/ 14 h 62"/>
                  <a:gd name="T2" fmla="*/ 40 w 66"/>
                  <a:gd name="T3" fmla="*/ 16 h 62"/>
                  <a:gd name="T4" fmla="*/ 36 w 66"/>
                  <a:gd name="T5" fmla="*/ 8 h 62"/>
                  <a:gd name="T6" fmla="*/ 26 w 66"/>
                  <a:gd name="T7" fmla="*/ 0 h 62"/>
                  <a:gd name="T8" fmla="*/ 22 w 66"/>
                  <a:gd name="T9" fmla="*/ 4 h 62"/>
                  <a:gd name="T10" fmla="*/ 26 w 66"/>
                  <a:gd name="T11" fmla="*/ 8 h 62"/>
                  <a:gd name="T12" fmla="*/ 22 w 66"/>
                  <a:gd name="T13" fmla="*/ 12 h 62"/>
                  <a:gd name="T14" fmla="*/ 18 w 66"/>
                  <a:gd name="T15" fmla="*/ 8 h 62"/>
                  <a:gd name="T16" fmla="*/ 12 w 66"/>
                  <a:gd name="T17" fmla="*/ 4 h 62"/>
                  <a:gd name="T18" fmla="*/ 6 w 66"/>
                  <a:gd name="T19" fmla="*/ 6 h 62"/>
                  <a:gd name="T20" fmla="*/ 2 w 66"/>
                  <a:gd name="T21" fmla="*/ 16 h 62"/>
                  <a:gd name="T22" fmla="*/ 6 w 66"/>
                  <a:gd name="T23" fmla="*/ 18 h 62"/>
                  <a:gd name="T24" fmla="*/ 8 w 66"/>
                  <a:gd name="T25" fmla="*/ 16 h 62"/>
                  <a:gd name="T26" fmla="*/ 12 w 66"/>
                  <a:gd name="T27" fmla="*/ 20 h 62"/>
                  <a:gd name="T28" fmla="*/ 8 w 66"/>
                  <a:gd name="T29" fmla="*/ 26 h 62"/>
                  <a:gd name="T30" fmla="*/ 16 w 66"/>
                  <a:gd name="T31" fmla="*/ 30 h 62"/>
                  <a:gd name="T32" fmla="*/ 16 w 66"/>
                  <a:gd name="T33" fmla="*/ 36 h 62"/>
                  <a:gd name="T34" fmla="*/ 20 w 66"/>
                  <a:gd name="T35" fmla="*/ 42 h 62"/>
                  <a:gd name="T36" fmla="*/ 24 w 66"/>
                  <a:gd name="T37" fmla="*/ 42 h 62"/>
                  <a:gd name="T38" fmla="*/ 26 w 66"/>
                  <a:gd name="T39" fmla="*/ 50 h 62"/>
                  <a:gd name="T40" fmla="*/ 32 w 66"/>
                  <a:gd name="T41" fmla="*/ 44 h 62"/>
                  <a:gd name="T42" fmla="*/ 36 w 66"/>
                  <a:gd name="T43" fmla="*/ 42 h 62"/>
                  <a:gd name="T44" fmla="*/ 36 w 66"/>
                  <a:gd name="T45" fmla="*/ 42 h 62"/>
                  <a:gd name="T46" fmla="*/ 40 w 66"/>
                  <a:gd name="T47" fmla="*/ 48 h 62"/>
                  <a:gd name="T48" fmla="*/ 38 w 66"/>
                  <a:gd name="T49" fmla="*/ 52 h 62"/>
                  <a:gd name="T50" fmla="*/ 40 w 66"/>
                  <a:gd name="T51" fmla="*/ 56 h 62"/>
                  <a:gd name="T52" fmla="*/ 46 w 66"/>
                  <a:gd name="T53" fmla="*/ 62 h 62"/>
                  <a:gd name="T54" fmla="*/ 46 w 66"/>
                  <a:gd name="T55" fmla="*/ 54 h 62"/>
                  <a:gd name="T56" fmla="*/ 52 w 66"/>
                  <a:gd name="T57" fmla="*/ 48 h 62"/>
                  <a:gd name="T58" fmla="*/ 54 w 66"/>
                  <a:gd name="T59" fmla="*/ 40 h 62"/>
                  <a:gd name="T60" fmla="*/ 54 w 66"/>
                  <a:gd name="T61" fmla="*/ 32 h 62"/>
                  <a:gd name="T62" fmla="*/ 58 w 66"/>
                  <a:gd name="T63" fmla="*/ 28 h 62"/>
                  <a:gd name="T64" fmla="*/ 64 w 66"/>
                  <a:gd name="T65" fmla="*/ 22 h 62"/>
                  <a:gd name="T66" fmla="*/ 62 w 66"/>
                  <a:gd name="T67" fmla="*/ 22 h 62"/>
                  <a:gd name="T68" fmla="*/ 52 w 66"/>
                  <a:gd name="T69" fmla="*/ 16 h 62"/>
                  <a:gd name="T70" fmla="*/ 0 w 66"/>
                  <a:gd name="T71" fmla="*/ 44 h 62"/>
                  <a:gd name="T72" fmla="*/ 2 w 66"/>
                  <a:gd name="T73" fmla="*/ 48 h 62"/>
                  <a:gd name="T74" fmla="*/ 8 w 66"/>
                  <a:gd name="T75" fmla="*/ 54 h 62"/>
                  <a:gd name="T76" fmla="*/ 12 w 66"/>
                  <a:gd name="T77" fmla="*/ 58 h 62"/>
                  <a:gd name="T78" fmla="*/ 18 w 66"/>
                  <a:gd name="T79" fmla="*/ 56 h 62"/>
                  <a:gd name="T80" fmla="*/ 14 w 66"/>
                  <a:gd name="T81" fmla="*/ 50 h 62"/>
                  <a:gd name="T82" fmla="*/ 8 w 66"/>
                  <a:gd name="T83" fmla="*/ 44 h 62"/>
                  <a:gd name="T84" fmla="*/ 0 w 66"/>
                  <a:gd name="T85" fmla="*/ 4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6" h="62">
                    <a:moveTo>
                      <a:pt x="50" y="8"/>
                    </a:moveTo>
                    <a:lnTo>
                      <a:pt x="50" y="8"/>
                    </a:lnTo>
                    <a:lnTo>
                      <a:pt x="48" y="14"/>
                    </a:lnTo>
                    <a:lnTo>
                      <a:pt x="42" y="18"/>
                    </a:lnTo>
                    <a:lnTo>
                      <a:pt x="42" y="18"/>
                    </a:lnTo>
                    <a:lnTo>
                      <a:pt x="40" y="16"/>
                    </a:lnTo>
                    <a:lnTo>
                      <a:pt x="38" y="12"/>
                    </a:lnTo>
                    <a:lnTo>
                      <a:pt x="38" y="12"/>
                    </a:lnTo>
                    <a:lnTo>
                      <a:pt x="36" y="8"/>
                    </a:lnTo>
                    <a:lnTo>
                      <a:pt x="32" y="6"/>
                    </a:lnTo>
                    <a:lnTo>
                      <a:pt x="32" y="6"/>
                    </a:lnTo>
                    <a:lnTo>
                      <a:pt x="26" y="0"/>
                    </a:lnTo>
                    <a:lnTo>
                      <a:pt x="26" y="0"/>
                    </a:lnTo>
                    <a:lnTo>
                      <a:pt x="24" y="2"/>
                    </a:lnTo>
                    <a:lnTo>
                      <a:pt x="22" y="4"/>
                    </a:lnTo>
                    <a:lnTo>
                      <a:pt x="22" y="6"/>
                    </a:lnTo>
                    <a:lnTo>
                      <a:pt x="22" y="6"/>
                    </a:lnTo>
                    <a:lnTo>
                      <a:pt x="26" y="8"/>
                    </a:lnTo>
                    <a:lnTo>
                      <a:pt x="24" y="12"/>
                    </a:lnTo>
                    <a:lnTo>
                      <a:pt x="24" y="12"/>
                    </a:lnTo>
                    <a:lnTo>
                      <a:pt x="22" y="12"/>
                    </a:lnTo>
                    <a:lnTo>
                      <a:pt x="20" y="12"/>
                    </a:lnTo>
                    <a:lnTo>
                      <a:pt x="18" y="8"/>
                    </a:lnTo>
                    <a:lnTo>
                      <a:pt x="18" y="8"/>
                    </a:lnTo>
                    <a:lnTo>
                      <a:pt x="16" y="6"/>
                    </a:lnTo>
                    <a:lnTo>
                      <a:pt x="12" y="4"/>
                    </a:lnTo>
                    <a:lnTo>
                      <a:pt x="12" y="4"/>
                    </a:lnTo>
                    <a:lnTo>
                      <a:pt x="8" y="4"/>
                    </a:lnTo>
                    <a:lnTo>
                      <a:pt x="6" y="6"/>
                    </a:lnTo>
                    <a:lnTo>
                      <a:pt x="6" y="6"/>
                    </a:lnTo>
                    <a:lnTo>
                      <a:pt x="4" y="10"/>
                    </a:lnTo>
                    <a:lnTo>
                      <a:pt x="2" y="12"/>
                    </a:lnTo>
                    <a:lnTo>
                      <a:pt x="2" y="16"/>
                    </a:lnTo>
                    <a:lnTo>
                      <a:pt x="2" y="16"/>
                    </a:lnTo>
                    <a:lnTo>
                      <a:pt x="4" y="18"/>
                    </a:lnTo>
                    <a:lnTo>
                      <a:pt x="6" y="18"/>
                    </a:lnTo>
                    <a:lnTo>
                      <a:pt x="6" y="16"/>
                    </a:lnTo>
                    <a:lnTo>
                      <a:pt x="6" y="16"/>
                    </a:lnTo>
                    <a:lnTo>
                      <a:pt x="8" y="16"/>
                    </a:lnTo>
                    <a:lnTo>
                      <a:pt x="8" y="18"/>
                    </a:lnTo>
                    <a:lnTo>
                      <a:pt x="12" y="20"/>
                    </a:lnTo>
                    <a:lnTo>
                      <a:pt x="12" y="20"/>
                    </a:lnTo>
                    <a:lnTo>
                      <a:pt x="12" y="22"/>
                    </a:lnTo>
                    <a:lnTo>
                      <a:pt x="12" y="24"/>
                    </a:lnTo>
                    <a:lnTo>
                      <a:pt x="8" y="26"/>
                    </a:lnTo>
                    <a:lnTo>
                      <a:pt x="8" y="26"/>
                    </a:lnTo>
                    <a:lnTo>
                      <a:pt x="16" y="30"/>
                    </a:lnTo>
                    <a:lnTo>
                      <a:pt x="16" y="30"/>
                    </a:lnTo>
                    <a:lnTo>
                      <a:pt x="18" y="34"/>
                    </a:lnTo>
                    <a:lnTo>
                      <a:pt x="16" y="36"/>
                    </a:lnTo>
                    <a:lnTo>
                      <a:pt x="16" y="36"/>
                    </a:lnTo>
                    <a:lnTo>
                      <a:pt x="16" y="38"/>
                    </a:lnTo>
                    <a:lnTo>
                      <a:pt x="20" y="42"/>
                    </a:lnTo>
                    <a:lnTo>
                      <a:pt x="20" y="42"/>
                    </a:lnTo>
                    <a:lnTo>
                      <a:pt x="24" y="42"/>
                    </a:lnTo>
                    <a:lnTo>
                      <a:pt x="24" y="42"/>
                    </a:lnTo>
                    <a:lnTo>
                      <a:pt x="24" y="42"/>
                    </a:lnTo>
                    <a:lnTo>
                      <a:pt x="24" y="42"/>
                    </a:lnTo>
                    <a:lnTo>
                      <a:pt x="26" y="48"/>
                    </a:lnTo>
                    <a:lnTo>
                      <a:pt x="26" y="50"/>
                    </a:lnTo>
                    <a:lnTo>
                      <a:pt x="26" y="50"/>
                    </a:lnTo>
                    <a:lnTo>
                      <a:pt x="28" y="48"/>
                    </a:lnTo>
                    <a:lnTo>
                      <a:pt x="32" y="44"/>
                    </a:lnTo>
                    <a:lnTo>
                      <a:pt x="32" y="44"/>
                    </a:lnTo>
                    <a:lnTo>
                      <a:pt x="34" y="44"/>
                    </a:lnTo>
                    <a:lnTo>
                      <a:pt x="36" y="42"/>
                    </a:lnTo>
                    <a:lnTo>
                      <a:pt x="36" y="42"/>
                    </a:lnTo>
                    <a:lnTo>
                      <a:pt x="36" y="42"/>
                    </a:lnTo>
                    <a:lnTo>
                      <a:pt x="36" y="42"/>
                    </a:lnTo>
                    <a:lnTo>
                      <a:pt x="40" y="46"/>
                    </a:lnTo>
                    <a:lnTo>
                      <a:pt x="40" y="48"/>
                    </a:lnTo>
                    <a:lnTo>
                      <a:pt x="40" y="48"/>
                    </a:lnTo>
                    <a:lnTo>
                      <a:pt x="38" y="50"/>
                    </a:lnTo>
                    <a:lnTo>
                      <a:pt x="38" y="50"/>
                    </a:lnTo>
                    <a:lnTo>
                      <a:pt x="38" y="52"/>
                    </a:lnTo>
                    <a:lnTo>
                      <a:pt x="38" y="54"/>
                    </a:lnTo>
                    <a:lnTo>
                      <a:pt x="38" y="54"/>
                    </a:lnTo>
                    <a:lnTo>
                      <a:pt x="40" y="56"/>
                    </a:lnTo>
                    <a:lnTo>
                      <a:pt x="42" y="58"/>
                    </a:lnTo>
                    <a:lnTo>
                      <a:pt x="42" y="58"/>
                    </a:lnTo>
                    <a:lnTo>
                      <a:pt x="46" y="62"/>
                    </a:lnTo>
                    <a:lnTo>
                      <a:pt x="46" y="62"/>
                    </a:lnTo>
                    <a:lnTo>
                      <a:pt x="46" y="54"/>
                    </a:lnTo>
                    <a:lnTo>
                      <a:pt x="46" y="54"/>
                    </a:lnTo>
                    <a:lnTo>
                      <a:pt x="52" y="52"/>
                    </a:lnTo>
                    <a:lnTo>
                      <a:pt x="52" y="52"/>
                    </a:lnTo>
                    <a:lnTo>
                      <a:pt x="52" y="48"/>
                    </a:lnTo>
                    <a:lnTo>
                      <a:pt x="50" y="48"/>
                    </a:lnTo>
                    <a:lnTo>
                      <a:pt x="50" y="48"/>
                    </a:lnTo>
                    <a:lnTo>
                      <a:pt x="54" y="40"/>
                    </a:lnTo>
                    <a:lnTo>
                      <a:pt x="54" y="40"/>
                    </a:lnTo>
                    <a:lnTo>
                      <a:pt x="54" y="36"/>
                    </a:lnTo>
                    <a:lnTo>
                      <a:pt x="54" y="32"/>
                    </a:lnTo>
                    <a:lnTo>
                      <a:pt x="54" y="32"/>
                    </a:lnTo>
                    <a:lnTo>
                      <a:pt x="56" y="30"/>
                    </a:lnTo>
                    <a:lnTo>
                      <a:pt x="58" y="28"/>
                    </a:lnTo>
                    <a:lnTo>
                      <a:pt x="66" y="26"/>
                    </a:lnTo>
                    <a:lnTo>
                      <a:pt x="66" y="26"/>
                    </a:lnTo>
                    <a:lnTo>
                      <a:pt x="64" y="22"/>
                    </a:lnTo>
                    <a:lnTo>
                      <a:pt x="64" y="22"/>
                    </a:lnTo>
                    <a:lnTo>
                      <a:pt x="62" y="22"/>
                    </a:lnTo>
                    <a:lnTo>
                      <a:pt x="62" y="22"/>
                    </a:lnTo>
                    <a:lnTo>
                      <a:pt x="56" y="20"/>
                    </a:lnTo>
                    <a:lnTo>
                      <a:pt x="52" y="16"/>
                    </a:lnTo>
                    <a:lnTo>
                      <a:pt x="52" y="16"/>
                    </a:lnTo>
                    <a:lnTo>
                      <a:pt x="50" y="8"/>
                    </a:lnTo>
                    <a:lnTo>
                      <a:pt x="50" y="8"/>
                    </a:lnTo>
                    <a:close/>
                    <a:moveTo>
                      <a:pt x="0" y="44"/>
                    </a:moveTo>
                    <a:lnTo>
                      <a:pt x="0" y="44"/>
                    </a:lnTo>
                    <a:lnTo>
                      <a:pt x="0" y="46"/>
                    </a:lnTo>
                    <a:lnTo>
                      <a:pt x="2" y="48"/>
                    </a:lnTo>
                    <a:lnTo>
                      <a:pt x="2" y="48"/>
                    </a:lnTo>
                    <a:lnTo>
                      <a:pt x="4" y="52"/>
                    </a:lnTo>
                    <a:lnTo>
                      <a:pt x="8" y="54"/>
                    </a:lnTo>
                    <a:lnTo>
                      <a:pt x="8" y="54"/>
                    </a:lnTo>
                    <a:lnTo>
                      <a:pt x="10" y="56"/>
                    </a:lnTo>
                    <a:lnTo>
                      <a:pt x="12" y="58"/>
                    </a:lnTo>
                    <a:lnTo>
                      <a:pt x="12" y="58"/>
                    </a:lnTo>
                    <a:lnTo>
                      <a:pt x="18" y="56"/>
                    </a:lnTo>
                    <a:lnTo>
                      <a:pt x="18" y="56"/>
                    </a:lnTo>
                    <a:lnTo>
                      <a:pt x="18" y="54"/>
                    </a:lnTo>
                    <a:lnTo>
                      <a:pt x="14" y="50"/>
                    </a:lnTo>
                    <a:lnTo>
                      <a:pt x="14" y="50"/>
                    </a:lnTo>
                    <a:lnTo>
                      <a:pt x="10" y="44"/>
                    </a:lnTo>
                    <a:lnTo>
                      <a:pt x="10" y="44"/>
                    </a:lnTo>
                    <a:lnTo>
                      <a:pt x="8" y="44"/>
                    </a:lnTo>
                    <a:lnTo>
                      <a:pt x="4" y="44"/>
                    </a:lnTo>
                    <a:lnTo>
                      <a:pt x="4" y="44"/>
                    </a:lnTo>
                    <a:lnTo>
                      <a:pt x="0" y="44"/>
                    </a:lnTo>
                    <a:lnTo>
                      <a:pt x="0"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88" name="Freeform 261">
                <a:extLst>
                  <a:ext uri="{FF2B5EF4-FFF2-40B4-BE49-F238E27FC236}">
                    <a16:creationId xmlns:a16="http://schemas.microsoft.com/office/drawing/2014/main" id="{ED1C0C4F-B2E8-3C48-8773-4B7521970CE2}"/>
                  </a:ext>
                </a:extLst>
              </p:cNvPr>
              <p:cNvSpPr>
                <a:spLocks/>
              </p:cNvSpPr>
              <p:nvPr/>
            </p:nvSpPr>
            <p:spPr bwMode="auto">
              <a:xfrm>
                <a:off x="7045924" y="2953955"/>
                <a:ext cx="90310" cy="88104"/>
              </a:xfrm>
              <a:custGeom>
                <a:avLst/>
                <a:gdLst>
                  <a:gd name="T0" fmla="*/ 4 w 46"/>
                  <a:gd name="T1" fmla="*/ 0 h 44"/>
                  <a:gd name="T2" fmla="*/ 6 w 46"/>
                  <a:gd name="T3" fmla="*/ 8 h 44"/>
                  <a:gd name="T4" fmla="*/ 4 w 46"/>
                  <a:gd name="T5" fmla="*/ 10 h 44"/>
                  <a:gd name="T6" fmla="*/ 0 w 46"/>
                  <a:gd name="T7" fmla="*/ 16 h 44"/>
                  <a:gd name="T8" fmla="*/ 0 w 46"/>
                  <a:gd name="T9" fmla="*/ 18 h 44"/>
                  <a:gd name="T10" fmla="*/ 6 w 46"/>
                  <a:gd name="T11" fmla="*/ 22 h 44"/>
                  <a:gd name="T12" fmla="*/ 14 w 46"/>
                  <a:gd name="T13" fmla="*/ 24 h 44"/>
                  <a:gd name="T14" fmla="*/ 20 w 46"/>
                  <a:gd name="T15" fmla="*/ 30 h 44"/>
                  <a:gd name="T16" fmla="*/ 20 w 46"/>
                  <a:gd name="T17" fmla="*/ 32 h 44"/>
                  <a:gd name="T18" fmla="*/ 24 w 46"/>
                  <a:gd name="T19" fmla="*/ 32 h 44"/>
                  <a:gd name="T20" fmla="*/ 30 w 46"/>
                  <a:gd name="T21" fmla="*/ 32 h 44"/>
                  <a:gd name="T22" fmla="*/ 34 w 46"/>
                  <a:gd name="T23" fmla="*/ 38 h 44"/>
                  <a:gd name="T24" fmla="*/ 38 w 46"/>
                  <a:gd name="T25" fmla="*/ 42 h 44"/>
                  <a:gd name="T26" fmla="*/ 38 w 46"/>
                  <a:gd name="T27" fmla="*/ 44 h 44"/>
                  <a:gd name="T28" fmla="*/ 42 w 46"/>
                  <a:gd name="T29" fmla="*/ 42 h 44"/>
                  <a:gd name="T30" fmla="*/ 46 w 46"/>
                  <a:gd name="T31" fmla="*/ 38 h 44"/>
                  <a:gd name="T32" fmla="*/ 44 w 46"/>
                  <a:gd name="T33" fmla="*/ 30 h 44"/>
                  <a:gd name="T34" fmla="*/ 44 w 46"/>
                  <a:gd name="T35" fmla="*/ 30 h 44"/>
                  <a:gd name="T36" fmla="*/ 40 w 46"/>
                  <a:gd name="T37" fmla="*/ 30 h 44"/>
                  <a:gd name="T38" fmla="*/ 36 w 46"/>
                  <a:gd name="T39" fmla="*/ 26 h 44"/>
                  <a:gd name="T40" fmla="*/ 38 w 46"/>
                  <a:gd name="T41" fmla="*/ 22 h 44"/>
                  <a:gd name="T42" fmla="*/ 36 w 46"/>
                  <a:gd name="T43" fmla="*/ 18 h 44"/>
                  <a:gd name="T44" fmla="*/ 28 w 46"/>
                  <a:gd name="T45" fmla="*/ 14 h 44"/>
                  <a:gd name="T46" fmla="*/ 32 w 46"/>
                  <a:gd name="T47" fmla="*/ 12 h 44"/>
                  <a:gd name="T48" fmla="*/ 32 w 46"/>
                  <a:gd name="T49" fmla="*/ 8 h 44"/>
                  <a:gd name="T50" fmla="*/ 28 w 46"/>
                  <a:gd name="T51" fmla="*/ 6 h 44"/>
                  <a:gd name="T52" fmla="*/ 26 w 46"/>
                  <a:gd name="T53" fmla="*/ 4 h 44"/>
                  <a:gd name="T54" fmla="*/ 26 w 46"/>
                  <a:gd name="T55" fmla="*/ 6 h 44"/>
                  <a:gd name="T56" fmla="*/ 22 w 46"/>
                  <a:gd name="T57" fmla="*/ 4 h 44"/>
                  <a:gd name="T58" fmla="*/ 22 w 46"/>
                  <a:gd name="T59" fmla="*/ 0 h 44"/>
                  <a:gd name="T60" fmla="*/ 14 w 46"/>
                  <a:gd name="T61" fmla="*/ 0 h 44"/>
                  <a:gd name="T62" fmla="*/ 4 w 46"/>
                  <a:gd name="T6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 h="44">
                    <a:moveTo>
                      <a:pt x="4" y="0"/>
                    </a:moveTo>
                    <a:lnTo>
                      <a:pt x="4" y="0"/>
                    </a:lnTo>
                    <a:lnTo>
                      <a:pt x="4" y="4"/>
                    </a:lnTo>
                    <a:lnTo>
                      <a:pt x="6" y="8"/>
                    </a:lnTo>
                    <a:lnTo>
                      <a:pt x="4" y="10"/>
                    </a:lnTo>
                    <a:lnTo>
                      <a:pt x="4" y="10"/>
                    </a:lnTo>
                    <a:lnTo>
                      <a:pt x="2" y="12"/>
                    </a:lnTo>
                    <a:lnTo>
                      <a:pt x="0" y="16"/>
                    </a:lnTo>
                    <a:lnTo>
                      <a:pt x="0" y="16"/>
                    </a:lnTo>
                    <a:lnTo>
                      <a:pt x="0" y="18"/>
                    </a:lnTo>
                    <a:lnTo>
                      <a:pt x="2" y="20"/>
                    </a:lnTo>
                    <a:lnTo>
                      <a:pt x="6" y="22"/>
                    </a:lnTo>
                    <a:lnTo>
                      <a:pt x="14" y="24"/>
                    </a:lnTo>
                    <a:lnTo>
                      <a:pt x="14" y="24"/>
                    </a:lnTo>
                    <a:lnTo>
                      <a:pt x="18" y="26"/>
                    </a:lnTo>
                    <a:lnTo>
                      <a:pt x="20" y="30"/>
                    </a:lnTo>
                    <a:lnTo>
                      <a:pt x="20" y="32"/>
                    </a:lnTo>
                    <a:lnTo>
                      <a:pt x="20" y="32"/>
                    </a:lnTo>
                    <a:lnTo>
                      <a:pt x="24" y="32"/>
                    </a:lnTo>
                    <a:lnTo>
                      <a:pt x="24" y="32"/>
                    </a:lnTo>
                    <a:lnTo>
                      <a:pt x="28" y="32"/>
                    </a:lnTo>
                    <a:lnTo>
                      <a:pt x="30" y="32"/>
                    </a:lnTo>
                    <a:lnTo>
                      <a:pt x="30" y="32"/>
                    </a:lnTo>
                    <a:lnTo>
                      <a:pt x="34" y="38"/>
                    </a:lnTo>
                    <a:lnTo>
                      <a:pt x="34" y="38"/>
                    </a:lnTo>
                    <a:lnTo>
                      <a:pt x="38" y="42"/>
                    </a:lnTo>
                    <a:lnTo>
                      <a:pt x="38" y="44"/>
                    </a:lnTo>
                    <a:lnTo>
                      <a:pt x="38" y="44"/>
                    </a:lnTo>
                    <a:lnTo>
                      <a:pt x="42" y="42"/>
                    </a:lnTo>
                    <a:lnTo>
                      <a:pt x="42" y="42"/>
                    </a:lnTo>
                    <a:lnTo>
                      <a:pt x="46" y="38"/>
                    </a:lnTo>
                    <a:lnTo>
                      <a:pt x="46" y="38"/>
                    </a:lnTo>
                    <a:lnTo>
                      <a:pt x="46" y="36"/>
                    </a:lnTo>
                    <a:lnTo>
                      <a:pt x="44" y="30"/>
                    </a:lnTo>
                    <a:lnTo>
                      <a:pt x="44" y="30"/>
                    </a:lnTo>
                    <a:lnTo>
                      <a:pt x="44" y="30"/>
                    </a:lnTo>
                    <a:lnTo>
                      <a:pt x="44" y="30"/>
                    </a:lnTo>
                    <a:lnTo>
                      <a:pt x="40" y="30"/>
                    </a:lnTo>
                    <a:lnTo>
                      <a:pt x="40" y="30"/>
                    </a:lnTo>
                    <a:lnTo>
                      <a:pt x="36" y="26"/>
                    </a:lnTo>
                    <a:lnTo>
                      <a:pt x="36" y="24"/>
                    </a:lnTo>
                    <a:lnTo>
                      <a:pt x="38" y="22"/>
                    </a:lnTo>
                    <a:lnTo>
                      <a:pt x="38" y="22"/>
                    </a:lnTo>
                    <a:lnTo>
                      <a:pt x="36" y="18"/>
                    </a:lnTo>
                    <a:lnTo>
                      <a:pt x="36" y="18"/>
                    </a:lnTo>
                    <a:lnTo>
                      <a:pt x="28" y="14"/>
                    </a:lnTo>
                    <a:lnTo>
                      <a:pt x="28" y="14"/>
                    </a:lnTo>
                    <a:lnTo>
                      <a:pt x="32" y="12"/>
                    </a:lnTo>
                    <a:lnTo>
                      <a:pt x="32" y="10"/>
                    </a:lnTo>
                    <a:lnTo>
                      <a:pt x="32" y="8"/>
                    </a:lnTo>
                    <a:lnTo>
                      <a:pt x="32" y="8"/>
                    </a:lnTo>
                    <a:lnTo>
                      <a:pt x="28" y="6"/>
                    </a:lnTo>
                    <a:lnTo>
                      <a:pt x="28" y="4"/>
                    </a:lnTo>
                    <a:lnTo>
                      <a:pt x="26" y="4"/>
                    </a:lnTo>
                    <a:lnTo>
                      <a:pt x="26" y="4"/>
                    </a:lnTo>
                    <a:lnTo>
                      <a:pt x="26" y="6"/>
                    </a:lnTo>
                    <a:lnTo>
                      <a:pt x="24" y="6"/>
                    </a:lnTo>
                    <a:lnTo>
                      <a:pt x="22" y="4"/>
                    </a:lnTo>
                    <a:lnTo>
                      <a:pt x="22" y="0"/>
                    </a:lnTo>
                    <a:lnTo>
                      <a:pt x="22" y="0"/>
                    </a:lnTo>
                    <a:lnTo>
                      <a:pt x="14" y="0"/>
                    </a:lnTo>
                    <a:lnTo>
                      <a:pt x="14" y="0"/>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589" name="Group 588">
              <a:extLst>
                <a:ext uri="{FF2B5EF4-FFF2-40B4-BE49-F238E27FC236}">
                  <a16:creationId xmlns:a16="http://schemas.microsoft.com/office/drawing/2014/main" id="{58710BF1-1EE0-FB44-9B5B-66E0DBABABA2}"/>
                </a:ext>
              </a:extLst>
            </p:cNvPr>
            <p:cNvGrpSpPr/>
            <p:nvPr/>
          </p:nvGrpSpPr>
          <p:grpSpPr>
            <a:xfrm>
              <a:off x="3722106" y="3257739"/>
              <a:ext cx="1342376" cy="865311"/>
              <a:chOff x="2832965" y="3258313"/>
              <a:chExt cx="1354177" cy="889045"/>
            </a:xfrm>
            <a:solidFill>
              <a:schemeClr val="tx1"/>
            </a:solidFill>
          </p:grpSpPr>
          <p:sp>
            <p:nvSpPr>
              <p:cNvPr id="590" name="Freeform 19">
                <a:extLst>
                  <a:ext uri="{FF2B5EF4-FFF2-40B4-BE49-F238E27FC236}">
                    <a16:creationId xmlns:a16="http://schemas.microsoft.com/office/drawing/2014/main" id="{9A00C532-928A-2346-A18F-A26AC3A70A40}"/>
                  </a:ext>
                </a:extLst>
              </p:cNvPr>
              <p:cNvSpPr>
                <a:spLocks/>
              </p:cNvSpPr>
              <p:nvPr/>
            </p:nvSpPr>
            <p:spPr bwMode="auto">
              <a:xfrm>
                <a:off x="3502225" y="3354426"/>
                <a:ext cx="3914" cy="12014"/>
              </a:xfrm>
              <a:custGeom>
                <a:avLst/>
                <a:gdLst>
                  <a:gd name="T0" fmla="*/ 0 w 2"/>
                  <a:gd name="T1" fmla="*/ 0 h 6"/>
                  <a:gd name="T2" fmla="*/ 0 w 2"/>
                  <a:gd name="T3" fmla="*/ 0 h 6"/>
                  <a:gd name="T4" fmla="*/ 2 w 2"/>
                  <a:gd name="T5" fmla="*/ 4 h 6"/>
                  <a:gd name="T6" fmla="*/ 0 w 2"/>
                  <a:gd name="T7" fmla="*/ 4 h 6"/>
                  <a:gd name="T8" fmla="*/ 0 w 2"/>
                  <a:gd name="T9" fmla="*/ 6 h 6"/>
                  <a:gd name="T10" fmla="*/ 0 w 2"/>
                  <a:gd name="T11" fmla="*/ 6 h 6"/>
                  <a:gd name="T12" fmla="*/ 0 w 2"/>
                  <a:gd name="T13" fmla="*/ 2 h 6"/>
                  <a:gd name="T14" fmla="*/ 0 w 2"/>
                  <a:gd name="T15" fmla="*/ 2 h 6"/>
                  <a:gd name="T16" fmla="*/ 0 w 2"/>
                  <a:gd name="T17" fmla="*/ 0 h 6"/>
                  <a:gd name="T18" fmla="*/ 0 w 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6">
                    <a:moveTo>
                      <a:pt x="0" y="0"/>
                    </a:moveTo>
                    <a:lnTo>
                      <a:pt x="0" y="0"/>
                    </a:lnTo>
                    <a:lnTo>
                      <a:pt x="2" y="4"/>
                    </a:lnTo>
                    <a:lnTo>
                      <a:pt x="0" y="4"/>
                    </a:lnTo>
                    <a:lnTo>
                      <a:pt x="0" y="6"/>
                    </a:lnTo>
                    <a:lnTo>
                      <a:pt x="0" y="6"/>
                    </a:lnTo>
                    <a:lnTo>
                      <a:pt x="0" y="2"/>
                    </a:lnTo>
                    <a:lnTo>
                      <a:pt x="0"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1" name="Freeform 20">
                <a:extLst>
                  <a:ext uri="{FF2B5EF4-FFF2-40B4-BE49-F238E27FC236}">
                    <a16:creationId xmlns:a16="http://schemas.microsoft.com/office/drawing/2014/main" id="{2115764A-67E3-3847-8F36-D9995CC88C87}"/>
                  </a:ext>
                </a:extLst>
              </p:cNvPr>
              <p:cNvSpPr>
                <a:spLocks/>
              </p:cNvSpPr>
              <p:nvPr/>
            </p:nvSpPr>
            <p:spPr bwMode="auto">
              <a:xfrm>
                <a:off x="3506139" y="3370444"/>
                <a:ext cx="3914" cy="4005"/>
              </a:xfrm>
              <a:custGeom>
                <a:avLst/>
                <a:gdLst>
                  <a:gd name="T0" fmla="*/ 2 w 2"/>
                  <a:gd name="T1" fmla="*/ 0 h 2"/>
                  <a:gd name="T2" fmla="*/ 2 w 2"/>
                  <a:gd name="T3" fmla="*/ 2 h 2"/>
                  <a:gd name="T4" fmla="*/ 2 w 2"/>
                  <a:gd name="T5" fmla="*/ 2 h 2"/>
                  <a:gd name="T6" fmla="*/ 0 w 2"/>
                  <a:gd name="T7" fmla="*/ 2 h 2"/>
                  <a:gd name="T8" fmla="*/ 0 w 2"/>
                  <a:gd name="T9" fmla="*/ 0 h 2"/>
                  <a:gd name="T10" fmla="*/ 2 w 2"/>
                  <a:gd name="T11" fmla="*/ 0 h 2"/>
                  <a:gd name="T12" fmla="*/ 2 w 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0"/>
                    </a:moveTo>
                    <a:lnTo>
                      <a:pt x="2" y="2"/>
                    </a:lnTo>
                    <a:lnTo>
                      <a:pt x="2" y="2"/>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2" name="Freeform 107">
                <a:extLst>
                  <a:ext uri="{FF2B5EF4-FFF2-40B4-BE49-F238E27FC236}">
                    <a16:creationId xmlns:a16="http://schemas.microsoft.com/office/drawing/2014/main" id="{A397D03A-B96C-9A47-B067-EECF237971C3}"/>
                  </a:ext>
                </a:extLst>
              </p:cNvPr>
              <p:cNvSpPr>
                <a:spLocks/>
              </p:cNvSpPr>
              <p:nvPr/>
            </p:nvSpPr>
            <p:spPr bwMode="auto">
              <a:xfrm>
                <a:off x="4151917" y="3754896"/>
                <a:ext cx="35225" cy="20024"/>
              </a:xfrm>
              <a:custGeom>
                <a:avLst/>
                <a:gdLst>
                  <a:gd name="T0" fmla="*/ 0 w 18"/>
                  <a:gd name="T1" fmla="*/ 0 h 10"/>
                  <a:gd name="T2" fmla="*/ 0 w 18"/>
                  <a:gd name="T3" fmla="*/ 0 h 10"/>
                  <a:gd name="T4" fmla="*/ 0 w 18"/>
                  <a:gd name="T5" fmla="*/ 4 h 10"/>
                  <a:gd name="T6" fmla="*/ 0 w 18"/>
                  <a:gd name="T7" fmla="*/ 4 h 10"/>
                  <a:gd name="T8" fmla="*/ 2 w 18"/>
                  <a:gd name="T9" fmla="*/ 8 h 10"/>
                  <a:gd name="T10" fmla="*/ 2 w 18"/>
                  <a:gd name="T11" fmla="*/ 8 h 10"/>
                  <a:gd name="T12" fmla="*/ 8 w 18"/>
                  <a:gd name="T13" fmla="*/ 10 h 10"/>
                  <a:gd name="T14" fmla="*/ 10 w 18"/>
                  <a:gd name="T15" fmla="*/ 8 h 10"/>
                  <a:gd name="T16" fmla="*/ 16 w 18"/>
                  <a:gd name="T17" fmla="*/ 4 h 10"/>
                  <a:gd name="T18" fmla="*/ 16 w 18"/>
                  <a:gd name="T19" fmla="*/ 4 h 10"/>
                  <a:gd name="T20" fmla="*/ 18 w 18"/>
                  <a:gd name="T21" fmla="*/ 2 h 10"/>
                  <a:gd name="T22" fmla="*/ 18 w 18"/>
                  <a:gd name="T23" fmla="*/ 2 h 10"/>
                  <a:gd name="T24" fmla="*/ 14 w 18"/>
                  <a:gd name="T25" fmla="*/ 0 h 10"/>
                  <a:gd name="T26" fmla="*/ 0 w 18"/>
                  <a:gd name="T27" fmla="*/ 0 h 10"/>
                  <a:gd name="T28" fmla="*/ 0 w 18"/>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10">
                    <a:moveTo>
                      <a:pt x="0" y="0"/>
                    </a:moveTo>
                    <a:lnTo>
                      <a:pt x="0" y="0"/>
                    </a:lnTo>
                    <a:lnTo>
                      <a:pt x="0" y="4"/>
                    </a:lnTo>
                    <a:lnTo>
                      <a:pt x="0" y="4"/>
                    </a:lnTo>
                    <a:lnTo>
                      <a:pt x="2" y="8"/>
                    </a:lnTo>
                    <a:lnTo>
                      <a:pt x="2" y="8"/>
                    </a:lnTo>
                    <a:lnTo>
                      <a:pt x="8" y="10"/>
                    </a:lnTo>
                    <a:lnTo>
                      <a:pt x="10" y="8"/>
                    </a:lnTo>
                    <a:lnTo>
                      <a:pt x="16" y="4"/>
                    </a:lnTo>
                    <a:lnTo>
                      <a:pt x="16" y="4"/>
                    </a:lnTo>
                    <a:lnTo>
                      <a:pt x="18" y="2"/>
                    </a:lnTo>
                    <a:lnTo>
                      <a:pt x="18" y="2"/>
                    </a:lnTo>
                    <a:lnTo>
                      <a:pt x="14"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3" name="Freeform 114">
                <a:extLst>
                  <a:ext uri="{FF2B5EF4-FFF2-40B4-BE49-F238E27FC236}">
                    <a16:creationId xmlns:a16="http://schemas.microsoft.com/office/drawing/2014/main" id="{2C17B6B5-068B-834D-B963-B7DE23B1178A}"/>
                  </a:ext>
                </a:extLst>
              </p:cNvPr>
              <p:cNvSpPr>
                <a:spLocks/>
              </p:cNvSpPr>
              <p:nvPr/>
            </p:nvSpPr>
            <p:spPr bwMode="auto">
              <a:xfrm>
                <a:off x="3721398" y="4059254"/>
                <a:ext cx="156552" cy="88104"/>
              </a:xfrm>
              <a:custGeom>
                <a:avLst/>
                <a:gdLst>
                  <a:gd name="T0" fmla="*/ 78 w 80"/>
                  <a:gd name="T1" fmla="*/ 20 h 44"/>
                  <a:gd name="T2" fmla="*/ 72 w 80"/>
                  <a:gd name="T3" fmla="*/ 18 h 44"/>
                  <a:gd name="T4" fmla="*/ 64 w 80"/>
                  <a:gd name="T5" fmla="*/ 10 h 44"/>
                  <a:gd name="T6" fmla="*/ 66 w 80"/>
                  <a:gd name="T7" fmla="*/ 4 h 44"/>
                  <a:gd name="T8" fmla="*/ 64 w 80"/>
                  <a:gd name="T9" fmla="*/ 6 h 44"/>
                  <a:gd name="T10" fmla="*/ 64 w 80"/>
                  <a:gd name="T11" fmla="*/ 6 h 44"/>
                  <a:gd name="T12" fmla="*/ 64 w 80"/>
                  <a:gd name="T13" fmla="*/ 2 h 44"/>
                  <a:gd name="T14" fmla="*/ 48 w 80"/>
                  <a:gd name="T15" fmla="*/ 0 h 44"/>
                  <a:gd name="T16" fmla="*/ 46 w 80"/>
                  <a:gd name="T17" fmla="*/ 4 h 44"/>
                  <a:gd name="T18" fmla="*/ 40 w 80"/>
                  <a:gd name="T19" fmla="*/ 6 h 44"/>
                  <a:gd name="T20" fmla="*/ 34 w 80"/>
                  <a:gd name="T21" fmla="*/ 8 h 44"/>
                  <a:gd name="T22" fmla="*/ 26 w 80"/>
                  <a:gd name="T23" fmla="*/ 12 h 44"/>
                  <a:gd name="T24" fmla="*/ 24 w 80"/>
                  <a:gd name="T25" fmla="*/ 12 h 44"/>
                  <a:gd name="T26" fmla="*/ 18 w 80"/>
                  <a:gd name="T27" fmla="*/ 8 h 44"/>
                  <a:gd name="T28" fmla="*/ 12 w 80"/>
                  <a:gd name="T29" fmla="*/ 10 h 44"/>
                  <a:gd name="T30" fmla="*/ 10 w 80"/>
                  <a:gd name="T31" fmla="*/ 6 h 44"/>
                  <a:gd name="T32" fmla="*/ 10 w 80"/>
                  <a:gd name="T33" fmla="*/ 0 h 44"/>
                  <a:gd name="T34" fmla="*/ 2 w 80"/>
                  <a:gd name="T35" fmla="*/ 0 h 44"/>
                  <a:gd name="T36" fmla="*/ 2 w 80"/>
                  <a:gd name="T37" fmla="*/ 2 h 44"/>
                  <a:gd name="T38" fmla="*/ 2 w 80"/>
                  <a:gd name="T39" fmla="*/ 6 h 44"/>
                  <a:gd name="T40" fmla="*/ 2 w 80"/>
                  <a:gd name="T41" fmla="*/ 12 h 44"/>
                  <a:gd name="T42" fmla="*/ 4 w 80"/>
                  <a:gd name="T43" fmla="*/ 16 h 44"/>
                  <a:gd name="T44" fmla="*/ 2 w 80"/>
                  <a:gd name="T45" fmla="*/ 22 h 44"/>
                  <a:gd name="T46" fmla="*/ 6 w 80"/>
                  <a:gd name="T47" fmla="*/ 20 h 44"/>
                  <a:gd name="T48" fmla="*/ 6 w 80"/>
                  <a:gd name="T49" fmla="*/ 20 h 44"/>
                  <a:gd name="T50" fmla="*/ 10 w 80"/>
                  <a:gd name="T51" fmla="*/ 20 h 44"/>
                  <a:gd name="T52" fmla="*/ 10 w 80"/>
                  <a:gd name="T53" fmla="*/ 22 h 44"/>
                  <a:gd name="T54" fmla="*/ 18 w 80"/>
                  <a:gd name="T55" fmla="*/ 22 h 44"/>
                  <a:gd name="T56" fmla="*/ 22 w 80"/>
                  <a:gd name="T57" fmla="*/ 30 h 44"/>
                  <a:gd name="T58" fmla="*/ 28 w 80"/>
                  <a:gd name="T59" fmla="*/ 30 h 44"/>
                  <a:gd name="T60" fmla="*/ 32 w 80"/>
                  <a:gd name="T61" fmla="*/ 38 h 44"/>
                  <a:gd name="T62" fmla="*/ 36 w 80"/>
                  <a:gd name="T63" fmla="*/ 36 h 44"/>
                  <a:gd name="T64" fmla="*/ 38 w 80"/>
                  <a:gd name="T65" fmla="*/ 32 h 44"/>
                  <a:gd name="T66" fmla="*/ 42 w 80"/>
                  <a:gd name="T67" fmla="*/ 32 h 44"/>
                  <a:gd name="T68" fmla="*/ 42 w 80"/>
                  <a:gd name="T69" fmla="*/ 28 h 44"/>
                  <a:gd name="T70" fmla="*/ 38 w 80"/>
                  <a:gd name="T71" fmla="*/ 24 h 44"/>
                  <a:gd name="T72" fmla="*/ 36 w 80"/>
                  <a:gd name="T73" fmla="*/ 24 h 44"/>
                  <a:gd name="T74" fmla="*/ 34 w 80"/>
                  <a:gd name="T75" fmla="*/ 22 h 44"/>
                  <a:gd name="T76" fmla="*/ 42 w 80"/>
                  <a:gd name="T77" fmla="*/ 20 h 44"/>
                  <a:gd name="T78" fmla="*/ 50 w 80"/>
                  <a:gd name="T79" fmla="*/ 10 h 44"/>
                  <a:gd name="T80" fmla="*/ 54 w 80"/>
                  <a:gd name="T81" fmla="*/ 12 h 44"/>
                  <a:gd name="T82" fmla="*/ 58 w 80"/>
                  <a:gd name="T83" fmla="*/ 18 h 44"/>
                  <a:gd name="T84" fmla="*/ 60 w 80"/>
                  <a:gd name="T85" fmla="*/ 24 h 44"/>
                  <a:gd name="T86" fmla="*/ 68 w 80"/>
                  <a:gd name="T87" fmla="*/ 22 h 44"/>
                  <a:gd name="T88" fmla="*/ 68 w 80"/>
                  <a:gd name="T89" fmla="*/ 26 h 44"/>
                  <a:gd name="T90" fmla="*/ 64 w 80"/>
                  <a:gd name="T91" fmla="*/ 30 h 44"/>
                  <a:gd name="T92" fmla="*/ 62 w 80"/>
                  <a:gd name="T93" fmla="*/ 36 h 44"/>
                  <a:gd name="T94" fmla="*/ 68 w 80"/>
                  <a:gd name="T95" fmla="*/ 42 h 44"/>
                  <a:gd name="T96" fmla="*/ 74 w 80"/>
                  <a:gd name="T97" fmla="*/ 44 h 44"/>
                  <a:gd name="T98" fmla="*/ 76 w 80"/>
                  <a:gd name="T99" fmla="*/ 40 h 44"/>
                  <a:gd name="T100" fmla="*/ 80 w 80"/>
                  <a:gd name="T101" fmla="*/ 32 h 44"/>
                  <a:gd name="T102" fmla="*/ 78 w 80"/>
                  <a:gd name="T103" fmla="*/ 28 h 44"/>
                  <a:gd name="T104" fmla="*/ 78 w 80"/>
                  <a:gd name="T105"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0" h="44">
                    <a:moveTo>
                      <a:pt x="78" y="20"/>
                    </a:moveTo>
                    <a:lnTo>
                      <a:pt x="78" y="20"/>
                    </a:lnTo>
                    <a:lnTo>
                      <a:pt x="72" y="18"/>
                    </a:lnTo>
                    <a:lnTo>
                      <a:pt x="72" y="18"/>
                    </a:lnTo>
                    <a:lnTo>
                      <a:pt x="72" y="14"/>
                    </a:lnTo>
                    <a:lnTo>
                      <a:pt x="64" y="10"/>
                    </a:lnTo>
                    <a:lnTo>
                      <a:pt x="64" y="10"/>
                    </a:lnTo>
                    <a:lnTo>
                      <a:pt x="66" y="4"/>
                    </a:lnTo>
                    <a:lnTo>
                      <a:pt x="66" y="4"/>
                    </a:lnTo>
                    <a:lnTo>
                      <a:pt x="64" y="6"/>
                    </a:lnTo>
                    <a:lnTo>
                      <a:pt x="64" y="6"/>
                    </a:lnTo>
                    <a:lnTo>
                      <a:pt x="64" y="6"/>
                    </a:lnTo>
                    <a:lnTo>
                      <a:pt x="64" y="2"/>
                    </a:lnTo>
                    <a:lnTo>
                      <a:pt x="64" y="2"/>
                    </a:lnTo>
                    <a:lnTo>
                      <a:pt x="56" y="0"/>
                    </a:lnTo>
                    <a:lnTo>
                      <a:pt x="48" y="0"/>
                    </a:lnTo>
                    <a:lnTo>
                      <a:pt x="48" y="0"/>
                    </a:lnTo>
                    <a:lnTo>
                      <a:pt x="46" y="4"/>
                    </a:lnTo>
                    <a:lnTo>
                      <a:pt x="46" y="4"/>
                    </a:lnTo>
                    <a:lnTo>
                      <a:pt x="40" y="6"/>
                    </a:lnTo>
                    <a:lnTo>
                      <a:pt x="34" y="8"/>
                    </a:lnTo>
                    <a:lnTo>
                      <a:pt x="34" y="8"/>
                    </a:lnTo>
                    <a:lnTo>
                      <a:pt x="30" y="10"/>
                    </a:lnTo>
                    <a:lnTo>
                      <a:pt x="26" y="12"/>
                    </a:lnTo>
                    <a:lnTo>
                      <a:pt x="26" y="12"/>
                    </a:lnTo>
                    <a:lnTo>
                      <a:pt x="24" y="12"/>
                    </a:lnTo>
                    <a:lnTo>
                      <a:pt x="22" y="10"/>
                    </a:lnTo>
                    <a:lnTo>
                      <a:pt x="18" y="8"/>
                    </a:lnTo>
                    <a:lnTo>
                      <a:pt x="12" y="10"/>
                    </a:lnTo>
                    <a:lnTo>
                      <a:pt x="12" y="10"/>
                    </a:lnTo>
                    <a:lnTo>
                      <a:pt x="10" y="6"/>
                    </a:lnTo>
                    <a:lnTo>
                      <a:pt x="10" y="6"/>
                    </a:lnTo>
                    <a:lnTo>
                      <a:pt x="10" y="4"/>
                    </a:lnTo>
                    <a:lnTo>
                      <a:pt x="10" y="0"/>
                    </a:lnTo>
                    <a:lnTo>
                      <a:pt x="4" y="0"/>
                    </a:lnTo>
                    <a:lnTo>
                      <a:pt x="2" y="0"/>
                    </a:lnTo>
                    <a:lnTo>
                      <a:pt x="2" y="0"/>
                    </a:lnTo>
                    <a:lnTo>
                      <a:pt x="2" y="2"/>
                    </a:lnTo>
                    <a:lnTo>
                      <a:pt x="2" y="6"/>
                    </a:lnTo>
                    <a:lnTo>
                      <a:pt x="2" y="6"/>
                    </a:lnTo>
                    <a:lnTo>
                      <a:pt x="0" y="10"/>
                    </a:lnTo>
                    <a:lnTo>
                      <a:pt x="2" y="12"/>
                    </a:lnTo>
                    <a:lnTo>
                      <a:pt x="4" y="14"/>
                    </a:lnTo>
                    <a:lnTo>
                      <a:pt x="4" y="16"/>
                    </a:lnTo>
                    <a:lnTo>
                      <a:pt x="4" y="16"/>
                    </a:lnTo>
                    <a:lnTo>
                      <a:pt x="2" y="22"/>
                    </a:lnTo>
                    <a:lnTo>
                      <a:pt x="2" y="22"/>
                    </a:lnTo>
                    <a:lnTo>
                      <a:pt x="6" y="20"/>
                    </a:lnTo>
                    <a:lnTo>
                      <a:pt x="6" y="20"/>
                    </a:lnTo>
                    <a:lnTo>
                      <a:pt x="6" y="20"/>
                    </a:lnTo>
                    <a:lnTo>
                      <a:pt x="10" y="20"/>
                    </a:lnTo>
                    <a:lnTo>
                      <a:pt x="10" y="20"/>
                    </a:lnTo>
                    <a:lnTo>
                      <a:pt x="10" y="22"/>
                    </a:lnTo>
                    <a:lnTo>
                      <a:pt x="10" y="22"/>
                    </a:lnTo>
                    <a:lnTo>
                      <a:pt x="16" y="22"/>
                    </a:lnTo>
                    <a:lnTo>
                      <a:pt x="18" y="22"/>
                    </a:lnTo>
                    <a:lnTo>
                      <a:pt x="18" y="22"/>
                    </a:lnTo>
                    <a:lnTo>
                      <a:pt x="22" y="30"/>
                    </a:lnTo>
                    <a:lnTo>
                      <a:pt x="22" y="30"/>
                    </a:lnTo>
                    <a:lnTo>
                      <a:pt x="28" y="30"/>
                    </a:lnTo>
                    <a:lnTo>
                      <a:pt x="32" y="38"/>
                    </a:lnTo>
                    <a:lnTo>
                      <a:pt x="32" y="38"/>
                    </a:lnTo>
                    <a:lnTo>
                      <a:pt x="36" y="36"/>
                    </a:lnTo>
                    <a:lnTo>
                      <a:pt x="36" y="36"/>
                    </a:lnTo>
                    <a:lnTo>
                      <a:pt x="38" y="32"/>
                    </a:lnTo>
                    <a:lnTo>
                      <a:pt x="38" y="32"/>
                    </a:lnTo>
                    <a:lnTo>
                      <a:pt x="42" y="32"/>
                    </a:lnTo>
                    <a:lnTo>
                      <a:pt x="42" y="32"/>
                    </a:lnTo>
                    <a:lnTo>
                      <a:pt x="42" y="28"/>
                    </a:lnTo>
                    <a:lnTo>
                      <a:pt x="42" y="28"/>
                    </a:lnTo>
                    <a:lnTo>
                      <a:pt x="38" y="24"/>
                    </a:lnTo>
                    <a:lnTo>
                      <a:pt x="38" y="24"/>
                    </a:lnTo>
                    <a:lnTo>
                      <a:pt x="36" y="24"/>
                    </a:lnTo>
                    <a:lnTo>
                      <a:pt x="36" y="24"/>
                    </a:lnTo>
                    <a:lnTo>
                      <a:pt x="34" y="22"/>
                    </a:lnTo>
                    <a:lnTo>
                      <a:pt x="34" y="22"/>
                    </a:lnTo>
                    <a:lnTo>
                      <a:pt x="42" y="20"/>
                    </a:lnTo>
                    <a:lnTo>
                      <a:pt x="42" y="20"/>
                    </a:lnTo>
                    <a:lnTo>
                      <a:pt x="46" y="16"/>
                    </a:lnTo>
                    <a:lnTo>
                      <a:pt x="50" y="10"/>
                    </a:lnTo>
                    <a:lnTo>
                      <a:pt x="50" y="10"/>
                    </a:lnTo>
                    <a:lnTo>
                      <a:pt x="54" y="12"/>
                    </a:lnTo>
                    <a:lnTo>
                      <a:pt x="54" y="12"/>
                    </a:lnTo>
                    <a:lnTo>
                      <a:pt x="58" y="18"/>
                    </a:lnTo>
                    <a:lnTo>
                      <a:pt x="60" y="24"/>
                    </a:lnTo>
                    <a:lnTo>
                      <a:pt x="60" y="24"/>
                    </a:lnTo>
                    <a:lnTo>
                      <a:pt x="68" y="22"/>
                    </a:lnTo>
                    <a:lnTo>
                      <a:pt x="68" y="22"/>
                    </a:lnTo>
                    <a:lnTo>
                      <a:pt x="68" y="26"/>
                    </a:lnTo>
                    <a:lnTo>
                      <a:pt x="68" y="26"/>
                    </a:lnTo>
                    <a:lnTo>
                      <a:pt x="66" y="28"/>
                    </a:lnTo>
                    <a:lnTo>
                      <a:pt x="64" y="30"/>
                    </a:lnTo>
                    <a:lnTo>
                      <a:pt x="64" y="30"/>
                    </a:lnTo>
                    <a:lnTo>
                      <a:pt x="62" y="36"/>
                    </a:lnTo>
                    <a:lnTo>
                      <a:pt x="64" y="40"/>
                    </a:lnTo>
                    <a:lnTo>
                      <a:pt x="68" y="42"/>
                    </a:lnTo>
                    <a:lnTo>
                      <a:pt x="74" y="44"/>
                    </a:lnTo>
                    <a:lnTo>
                      <a:pt x="74" y="44"/>
                    </a:lnTo>
                    <a:lnTo>
                      <a:pt x="76" y="40"/>
                    </a:lnTo>
                    <a:lnTo>
                      <a:pt x="76" y="40"/>
                    </a:lnTo>
                    <a:lnTo>
                      <a:pt x="78" y="38"/>
                    </a:lnTo>
                    <a:lnTo>
                      <a:pt x="80" y="32"/>
                    </a:lnTo>
                    <a:lnTo>
                      <a:pt x="80" y="32"/>
                    </a:lnTo>
                    <a:lnTo>
                      <a:pt x="78" y="28"/>
                    </a:lnTo>
                    <a:lnTo>
                      <a:pt x="76" y="26"/>
                    </a:lnTo>
                    <a:lnTo>
                      <a:pt x="78"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4" name="Freeform 126">
                <a:extLst>
                  <a:ext uri="{FF2B5EF4-FFF2-40B4-BE49-F238E27FC236}">
                    <a16:creationId xmlns:a16="http://schemas.microsoft.com/office/drawing/2014/main" id="{0E343DB0-A62F-CF49-9213-36D1F5DD8AEB}"/>
                  </a:ext>
                </a:extLst>
              </p:cNvPr>
              <p:cNvSpPr>
                <a:spLocks/>
              </p:cNvSpPr>
              <p:nvPr/>
            </p:nvSpPr>
            <p:spPr bwMode="auto">
              <a:xfrm>
                <a:off x="3611812" y="3883046"/>
                <a:ext cx="109586" cy="128150"/>
              </a:xfrm>
              <a:custGeom>
                <a:avLst/>
                <a:gdLst>
                  <a:gd name="T0" fmla="*/ 0 w 56"/>
                  <a:gd name="T1" fmla="*/ 30 h 64"/>
                  <a:gd name="T2" fmla="*/ 0 w 56"/>
                  <a:gd name="T3" fmla="*/ 34 h 64"/>
                  <a:gd name="T4" fmla="*/ 8 w 56"/>
                  <a:gd name="T5" fmla="*/ 40 h 64"/>
                  <a:gd name="T6" fmla="*/ 10 w 56"/>
                  <a:gd name="T7" fmla="*/ 46 h 64"/>
                  <a:gd name="T8" fmla="*/ 12 w 56"/>
                  <a:gd name="T9" fmla="*/ 52 h 64"/>
                  <a:gd name="T10" fmla="*/ 18 w 56"/>
                  <a:gd name="T11" fmla="*/ 58 h 64"/>
                  <a:gd name="T12" fmla="*/ 24 w 56"/>
                  <a:gd name="T13" fmla="*/ 58 h 64"/>
                  <a:gd name="T14" fmla="*/ 22 w 56"/>
                  <a:gd name="T15" fmla="*/ 54 h 64"/>
                  <a:gd name="T16" fmla="*/ 20 w 56"/>
                  <a:gd name="T17" fmla="*/ 52 h 64"/>
                  <a:gd name="T18" fmla="*/ 22 w 56"/>
                  <a:gd name="T19" fmla="*/ 44 h 64"/>
                  <a:gd name="T20" fmla="*/ 26 w 56"/>
                  <a:gd name="T21" fmla="*/ 52 h 64"/>
                  <a:gd name="T22" fmla="*/ 28 w 56"/>
                  <a:gd name="T23" fmla="*/ 52 h 64"/>
                  <a:gd name="T24" fmla="*/ 32 w 56"/>
                  <a:gd name="T25" fmla="*/ 56 h 64"/>
                  <a:gd name="T26" fmla="*/ 34 w 56"/>
                  <a:gd name="T27" fmla="*/ 62 h 64"/>
                  <a:gd name="T28" fmla="*/ 40 w 56"/>
                  <a:gd name="T29" fmla="*/ 62 h 64"/>
                  <a:gd name="T30" fmla="*/ 42 w 56"/>
                  <a:gd name="T31" fmla="*/ 62 h 64"/>
                  <a:gd name="T32" fmla="*/ 44 w 56"/>
                  <a:gd name="T33" fmla="*/ 64 h 64"/>
                  <a:gd name="T34" fmla="*/ 50 w 56"/>
                  <a:gd name="T35" fmla="*/ 64 h 64"/>
                  <a:gd name="T36" fmla="*/ 46 w 56"/>
                  <a:gd name="T37" fmla="*/ 60 h 64"/>
                  <a:gd name="T38" fmla="*/ 46 w 56"/>
                  <a:gd name="T39" fmla="*/ 58 h 64"/>
                  <a:gd name="T40" fmla="*/ 48 w 56"/>
                  <a:gd name="T41" fmla="*/ 56 h 64"/>
                  <a:gd name="T42" fmla="*/ 46 w 56"/>
                  <a:gd name="T43" fmla="*/ 48 h 64"/>
                  <a:gd name="T44" fmla="*/ 48 w 56"/>
                  <a:gd name="T45" fmla="*/ 36 h 64"/>
                  <a:gd name="T46" fmla="*/ 50 w 56"/>
                  <a:gd name="T47" fmla="*/ 36 h 64"/>
                  <a:gd name="T48" fmla="*/ 50 w 56"/>
                  <a:gd name="T49" fmla="*/ 22 h 64"/>
                  <a:gd name="T50" fmla="*/ 52 w 56"/>
                  <a:gd name="T51" fmla="*/ 16 h 64"/>
                  <a:gd name="T52" fmla="*/ 56 w 56"/>
                  <a:gd name="T53" fmla="*/ 8 h 64"/>
                  <a:gd name="T54" fmla="*/ 54 w 56"/>
                  <a:gd name="T55" fmla="*/ 0 h 64"/>
                  <a:gd name="T56" fmla="*/ 46 w 56"/>
                  <a:gd name="T57" fmla="*/ 2 h 64"/>
                  <a:gd name="T58" fmla="*/ 40 w 56"/>
                  <a:gd name="T59" fmla="*/ 8 h 64"/>
                  <a:gd name="T60" fmla="*/ 40 w 56"/>
                  <a:gd name="T61" fmla="*/ 10 h 64"/>
                  <a:gd name="T62" fmla="*/ 30 w 56"/>
                  <a:gd name="T63" fmla="*/ 12 h 64"/>
                  <a:gd name="T64" fmla="*/ 26 w 56"/>
                  <a:gd name="T65" fmla="*/ 12 h 64"/>
                  <a:gd name="T66" fmla="*/ 24 w 56"/>
                  <a:gd name="T67" fmla="*/ 12 h 64"/>
                  <a:gd name="T68" fmla="*/ 22 w 56"/>
                  <a:gd name="T69" fmla="*/ 10 h 64"/>
                  <a:gd name="T70" fmla="*/ 16 w 56"/>
                  <a:gd name="T71" fmla="*/ 10 h 64"/>
                  <a:gd name="T72" fmla="*/ 6 w 56"/>
                  <a:gd name="T73" fmla="*/ 14 h 64"/>
                  <a:gd name="T74" fmla="*/ 6 w 56"/>
                  <a:gd name="T75" fmla="*/ 28 h 64"/>
                  <a:gd name="T76" fmla="*/ 4 w 56"/>
                  <a:gd name="T77" fmla="*/ 28 h 64"/>
                  <a:gd name="T78" fmla="*/ 0 w 56"/>
                  <a:gd name="T79" fmla="*/ 3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 h="64">
                    <a:moveTo>
                      <a:pt x="0" y="30"/>
                    </a:moveTo>
                    <a:lnTo>
                      <a:pt x="0" y="30"/>
                    </a:lnTo>
                    <a:lnTo>
                      <a:pt x="0" y="34"/>
                    </a:lnTo>
                    <a:lnTo>
                      <a:pt x="0" y="34"/>
                    </a:lnTo>
                    <a:lnTo>
                      <a:pt x="4" y="36"/>
                    </a:lnTo>
                    <a:lnTo>
                      <a:pt x="8" y="40"/>
                    </a:lnTo>
                    <a:lnTo>
                      <a:pt x="8" y="40"/>
                    </a:lnTo>
                    <a:lnTo>
                      <a:pt x="10" y="46"/>
                    </a:lnTo>
                    <a:lnTo>
                      <a:pt x="12" y="52"/>
                    </a:lnTo>
                    <a:lnTo>
                      <a:pt x="12" y="52"/>
                    </a:lnTo>
                    <a:lnTo>
                      <a:pt x="18" y="58"/>
                    </a:lnTo>
                    <a:lnTo>
                      <a:pt x="18" y="58"/>
                    </a:lnTo>
                    <a:lnTo>
                      <a:pt x="20" y="56"/>
                    </a:lnTo>
                    <a:lnTo>
                      <a:pt x="24" y="58"/>
                    </a:lnTo>
                    <a:lnTo>
                      <a:pt x="24" y="58"/>
                    </a:lnTo>
                    <a:lnTo>
                      <a:pt x="22" y="54"/>
                    </a:lnTo>
                    <a:lnTo>
                      <a:pt x="22" y="54"/>
                    </a:lnTo>
                    <a:lnTo>
                      <a:pt x="20" y="52"/>
                    </a:lnTo>
                    <a:lnTo>
                      <a:pt x="20" y="48"/>
                    </a:lnTo>
                    <a:lnTo>
                      <a:pt x="22" y="44"/>
                    </a:lnTo>
                    <a:lnTo>
                      <a:pt x="22" y="44"/>
                    </a:lnTo>
                    <a:lnTo>
                      <a:pt x="26" y="52"/>
                    </a:lnTo>
                    <a:lnTo>
                      <a:pt x="26" y="52"/>
                    </a:lnTo>
                    <a:lnTo>
                      <a:pt x="28" y="52"/>
                    </a:lnTo>
                    <a:lnTo>
                      <a:pt x="32" y="56"/>
                    </a:lnTo>
                    <a:lnTo>
                      <a:pt x="32" y="56"/>
                    </a:lnTo>
                    <a:lnTo>
                      <a:pt x="34" y="62"/>
                    </a:lnTo>
                    <a:lnTo>
                      <a:pt x="34" y="62"/>
                    </a:lnTo>
                    <a:lnTo>
                      <a:pt x="38" y="62"/>
                    </a:lnTo>
                    <a:lnTo>
                      <a:pt x="40" y="62"/>
                    </a:lnTo>
                    <a:lnTo>
                      <a:pt x="40" y="62"/>
                    </a:lnTo>
                    <a:lnTo>
                      <a:pt x="42" y="62"/>
                    </a:lnTo>
                    <a:lnTo>
                      <a:pt x="44" y="64"/>
                    </a:lnTo>
                    <a:lnTo>
                      <a:pt x="44" y="64"/>
                    </a:lnTo>
                    <a:lnTo>
                      <a:pt x="50" y="64"/>
                    </a:lnTo>
                    <a:lnTo>
                      <a:pt x="50" y="64"/>
                    </a:lnTo>
                    <a:lnTo>
                      <a:pt x="48" y="62"/>
                    </a:lnTo>
                    <a:lnTo>
                      <a:pt x="46" y="60"/>
                    </a:lnTo>
                    <a:lnTo>
                      <a:pt x="46" y="60"/>
                    </a:lnTo>
                    <a:lnTo>
                      <a:pt x="46" y="58"/>
                    </a:lnTo>
                    <a:lnTo>
                      <a:pt x="48" y="56"/>
                    </a:lnTo>
                    <a:lnTo>
                      <a:pt x="48" y="56"/>
                    </a:lnTo>
                    <a:lnTo>
                      <a:pt x="48" y="52"/>
                    </a:lnTo>
                    <a:lnTo>
                      <a:pt x="46" y="48"/>
                    </a:lnTo>
                    <a:lnTo>
                      <a:pt x="46" y="48"/>
                    </a:lnTo>
                    <a:lnTo>
                      <a:pt x="48" y="36"/>
                    </a:lnTo>
                    <a:lnTo>
                      <a:pt x="50" y="36"/>
                    </a:lnTo>
                    <a:lnTo>
                      <a:pt x="50" y="36"/>
                    </a:lnTo>
                    <a:lnTo>
                      <a:pt x="50" y="26"/>
                    </a:lnTo>
                    <a:lnTo>
                      <a:pt x="50" y="22"/>
                    </a:lnTo>
                    <a:lnTo>
                      <a:pt x="52" y="16"/>
                    </a:lnTo>
                    <a:lnTo>
                      <a:pt x="52" y="16"/>
                    </a:lnTo>
                    <a:lnTo>
                      <a:pt x="54" y="12"/>
                    </a:lnTo>
                    <a:lnTo>
                      <a:pt x="56" y="8"/>
                    </a:lnTo>
                    <a:lnTo>
                      <a:pt x="56" y="8"/>
                    </a:lnTo>
                    <a:lnTo>
                      <a:pt x="54" y="0"/>
                    </a:lnTo>
                    <a:lnTo>
                      <a:pt x="46" y="2"/>
                    </a:lnTo>
                    <a:lnTo>
                      <a:pt x="46" y="2"/>
                    </a:lnTo>
                    <a:lnTo>
                      <a:pt x="42" y="4"/>
                    </a:lnTo>
                    <a:lnTo>
                      <a:pt x="40" y="8"/>
                    </a:lnTo>
                    <a:lnTo>
                      <a:pt x="40" y="8"/>
                    </a:lnTo>
                    <a:lnTo>
                      <a:pt x="40" y="10"/>
                    </a:lnTo>
                    <a:lnTo>
                      <a:pt x="36" y="10"/>
                    </a:lnTo>
                    <a:lnTo>
                      <a:pt x="30" y="12"/>
                    </a:lnTo>
                    <a:lnTo>
                      <a:pt x="30" y="12"/>
                    </a:lnTo>
                    <a:lnTo>
                      <a:pt x="26" y="12"/>
                    </a:lnTo>
                    <a:lnTo>
                      <a:pt x="26" y="14"/>
                    </a:lnTo>
                    <a:lnTo>
                      <a:pt x="24" y="12"/>
                    </a:lnTo>
                    <a:lnTo>
                      <a:pt x="24" y="12"/>
                    </a:lnTo>
                    <a:lnTo>
                      <a:pt x="22" y="10"/>
                    </a:lnTo>
                    <a:lnTo>
                      <a:pt x="16" y="10"/>
                    </a:lnTo>
                    <a:lnTo>
                      <a:pt x="16" y="10"/>
                    </a:lnTo>
                    <a:lnTo>
                      <a:pt x="6" y="14"/>
                    </a:lnTo>
                    <a:lnTo>
                      <a:pt x="6" y="14"/>
                    </a:lnTo>
                    <a:lnTo>
                      <a:pt x="6" y="20"/>
                    </a:lnTo>
                    <a:lnTo>
                      <a:pt x="6" y="28"/>
                    </a:lnTo>
                    <a:lnTo>
                      <a:pt x="6" y="28"/>
                    </a:lnTo>
                    <a:lnTo>
                      <a:pt x="4" y="28"/>
                    </a:lnTo>
                    <a:lnTo>
                      <a:pt x="2" y="30"/>
                    </a:lnTo>
                    <a:lnTo>
                      <a:pt x="0" y="30"/>
                    </a:lnTo>
                    <a:lnTo>
                      <a:pt x="0" y="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5" name="Freeform 138">
                <a:extLst>
                  <a:ext uri="{FF2B5EF4-FFF2-40B4-BE49-F238E27FC236}">
                    <a16:creationId xmlns:a16="http://schemas.microsoft.com/office/drawing/2014/main" id="{1E4351CE-BDAB-BD4C-B51D-4A7FBCDBB0A8}"/>
                  </a:ext>
                </a:extLst>
              </p:cNvPr>
              <p:cNvSpPr>
                <a:spLocks/>
              </p:cNvSpPr>
              <p:nvPr/>
            </p:nvSpPr>
            <p:spPr bwMode="auto">
              <a:xfrm>
                <a:off x="2832965" y="3258313"/>
                <a:ext cx="790588" cy="616725"/>
              </a:xfrm>
              <a:custGeom>
                <a:avLst/>
                <a:gdLst>
                  <a:gd name="T0" fmla="*/ 6 w 404"/>
                  <a:gd name="T1" fmla="*/ 18 h 308"/>
                  <a:gd name="T2" fmla="*/ 16 w 404"/>
                  <a:gd name="T3" fmla="*/ 36 h 308"/>
                  <a:gd name="T4" fmla="*/ 26 w 404"/>
                  <a:gd name="T5" fmla="*/ 46 h 308"/>
                  <a:gd name="T6" fmla="*/ 38 w 404"/>
                  <a:gd name="T7" fmla="*/ 68 h 308"/>
                  <a:gd name="T8" fmla="*/ 34 w 404"/>
                  <a:gd name="T9" fmla="*/ 92 h 308"/>
                  <a:gd name="T10" fmla="*/ 48 w 404"/>
                  <a:gd name="T11" fmla="*/ 102 h 308"/>
                  <a:gd name="T12" fmla="*/ 64 w 404"/>
                  <a:gd name="T13" fmla="*/ 126 h 308"/>
                  <a:gd name="T14" fmla="*/ 78 w 404"/>
                  <a:gd name="T15" fmla="*/ 148 h 308"/>
                  <a:gd name="T16" fmla="*/ 94 w 404"/>
                  <a:gd name="T17" fmla="*/ 168 h 308"/>
                  <a:gd name="T18" fmla="*/ 90 w 404"/>
                  <a:gd name="T19" fmla="*/ 152 h 308"/>
                  <a:gd name="T20" fmla="*/ 82 w 404"/>
                  <a:gd name="T21" fmla="*/ 142 h 308"/>
                  <a:gd name="T22" fmla="*/ 74 w 404"/>
                  <a:gd name="T23" fmla="*/ 118 h 308"/>
                  <a:gd name="T24" fmla="*/ 60 w 404"/>
                  <a:gd name="T25" fmla="*/ 90 h 308"/>
                  <a:gd name="T26" fmla="*/ 52 w 404"/>
                  <a:gd name="T27" fmla="*/ 70 h 308"/>
                  <a:gd name="T28" fmla="*/ 46 w 404"/>
                  <a:gd name="T29" fmla="*/ 64 h 308"/>
                  <a:gd name="T30" fmla="*/ 38 w 404"/>
                  <a:gd name="T31" fmla="*/ 48 h 308"/>
                  <a:gd name="T32" fmla="*/ 26 w 404"/>
                  <a:gd name="T33" fmla="*/ 26 h 308"/>
                  <a:gd name="T34" fmla="*/ 32 w 404"/>
                  <a:gd name="T35" fmla="*/ 14 h 308"/>
                  <a:gd name="T36" fmla="*/ 48 w 404"/>
                  <a:gd name="T37" fmla="*/ 16 h 308"/>
                  <a:gd name="T38" fmla="*/ 60 w 404"/>
                  <a:gd name="T39" fmla="*/ 52 h 308"/>
                  <a:gd name="T40" fmla="*/ 72 w 404"/>
                  <a:gd name="T41" fmla="*/ 70 h 308"/>
                  <a:gd name="T42" fmla="*/ 90 w 404"/>
                  <a:gd name="T43" fmla="*/ 86 h 308"/>
                  <a:gd name="T44" fmla="*/ 100 w 404"/>
                  <a:gd name="T45" fmla="*/ 102 h 308"/>
                  <a:gd name="T46" fmla="*/ 102 w 404"/>
                  <a:gd name="T47" fmla="*/ 112 h 308"/>
                  <a:gd name="T48" fmla="*/ 114 w 404"/>
                  <a:gd name="T49" fmla="*/ 128 h 308"/>
                  <a:gd name="T50" fmla="*/ 132 w 404"/>
                  <a:gd name="T51" fmla="*/ 150 h 308"/>
                  <a:gd name="T52" fmla="*/ 142 w 404"/>
                  <a:gd name="T53" fmla="*/ 164 h 308"/>
                  <a:gd name="T54" fmla="*/ 156 w 404"/>
                  <a:gd name="T55" fmla="*/ 196 h 308"/>
                  <a:gd name="T56" fmla="*/ 156 w 404"/>
                  <a:gd name="T57" fmla="*/ 214 h 308"/>
                  <a:gd name="T58" fmla="*/ 158 w 404"/>
                  <a:gd name="T59" fmla="*/ 232 h 308"/>
                  <a:gd name="T60" fmla="*/ 180 w 404"/>
                  <a:gd name="T61" fmla="*/ 248 h 308"/>
                  <a:gd name="T62" fmla="*/ 202 w 404"/>
                  <a:gd name="T63" fmla="*/ 262 h 308"/>
                  <a:gd name="T64" fmla="*/ 222 w 404"/>
                  <a:gd name="T65" fmla="*/ 278 h 308"/>
                  <a:gd name="T66" fmla="*/ 246 w 404"/>
                  <a:gd name="T67" fmla="*/ 284 h 308"/>
                  <a:gd name="T68" fmla="*/ 260 w 404"/>
                  <a:gd name="T69" fmla="*/ 290 h 308"/>
                  <a:gd name="T70" fmla="*/ 274 w 404"/>
                  <a:gd name="T71" fmla="*/ 296 h 308"/>
                  <a:gd name="T72" fmla="*/ 298 w 404"/>
                  <a:gd name="T73" fmla="*/ 288 h 308"/>
                  <a:gd name="T74" fmla="*/ 322 w 404"/>
                  <a:gd name="T75" fmla="*/ 296 h 308"/>
                  <a:gd name="T76" fmla="*/ 330 w 404"/>
                  <a:gd name="T77" fmla="*/ 300 h 308"/>
                  <a:gd name="T78" fmla="*/ 350 w 404"/>
                  <a:gd name="T79" fmla="*/ 278 h 308"/>
                  <a:gd name="T80" fmla="*/ 380 w 404"/>
                  <a:gd name="T81" fmla="*/ 254 h 308"/>
                  <a:gd name="T82" fmla="*/ 394 w 404"/>
                  <a:gd name="T83" fmla="*/ 256 h 308"/>
                  <a:gd name="T84" fmla="*/ 398 w 404"/>
                  <a:gd name="T85" fmla="*/ 218 h 308"/>
                  <a:gd name="T86" fmla="*/ 388 w 404"/>
                  <a:gd name="T87" fmla="*/ 194 h 308"/>
                  <a:gd name="T88" fmla="*/ 364 w 404"/>
                  <a:gd name="T89" fmla="*/ 206 h 308"/>
                  <a:gd name="T90" fmla="*/ 354 w 404"/>
                  <a:gd name="T91" fmla="*/ 236 h 308"/>
                  <a:gd name="T92" fmla="*/ 338 w 404"/>
                  <a:gd name="T93" fmla="*/ 250 h 308"/>
                  <a:gd name="T94" fmla="*/ 314 w 404"/>
                  <a:gd name="T95" fmla="*/ 254 h 308"/>
                  <a:gd name="T96" fmla="*/ 284 w 404"/>
                  <a:gd name="T97" fmla="*/ 248 h 308"/>
                  <a:gd name="T98" fmla="*/ 274 w 404"/>
                  <a:gd name="T99" fmla="*/ 228 h 308"/>
                  <a:gd name="T100" fmla="*/ 260 w 404"/>
                  <a:gd name="T101" fmla="*/ 206 h 308"/>
                  <a:gd name="T102" fmla="*/ 260 w 404"/>
                  <a:gd name="T103" fmla="*/ 182 h 308"/>
                  <a:gd name="T104" fmla="*/ 258 w 404"/>
                  <a:gd name="T105" fmla="*/ 152 h 308"/>
                  <a:gd name="T106" fmla="*/ 260 w 404"/>
                  <a:gd name="T107" fmla="*/ 136 h 308"/>
                  <a:gd name="T108" fmla="*/ 266 w 404"/>
                  <a:gd name="T109" fmla="*/ 122 h 308"/>
                  <a:gd name="T110" fmla="*/ 230 w 404"/>
                  <a:gd name="T111" fmla="*/ 90 h 308"/>
                  <a:gd name="T112" fmla="*/ 202 w 404"/>
                  <a:gd name="T113" fmla="*/ 54 h 308"/>
                  <a:gd name="T114" fmla="*/ 168 w 404"/>
                  <a:gd name="T115" fmla="*/ 48 h 308"/>
                  <a:gd name="T116" fmla="*/ 72 w 404"/>
                  <a:gd name="T117" fmla="*/ 2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08">
                    <a:moveTo>
                      <a:pt x="0" y="4"/>
                    </a:moveTo>
                    <a:lnTo>
                      <a:pt x="0" y="4"/>
                    </a:lnTo>
                    <a:lnTo>
                      <a:pt x="0" y="6"/>
                    </a:lnTo>
                    <a:lnTo>
                      <a:pt x="2" y="10"/>
                    </a:lnTo>
                    <a:lnTo>
                      <a:pt x="2" y="10"/>
                    </a:lnTo>
                    <a:lnTo>
                      <a:pt x="6" y="14"/>
                    </a:lnTo>
                    <a:lnTo>
                      <a:pt x="6" y="14"/>
                    </a:lnTo>
                    <a:lnTo>
                      <a:pt x="6" y="18"/>
                    </a:lnTo>
                    <a:lnTo>
                      <a:pt x="6" y="18"/>
                    </a:lnTo>
                    <a:lnTo>
                      <a:pt x="8" y="20"/>
                    </a:lnTo>
                    <a:lnTo>
                      <a:pt x="10" y="24"/>
                    </a:lnTo>
                    <a:lnTo>
                      <a:pt x="10" y="24"/>
                    </a:lnTo>
                    <a:lnTo>
                      <a:pt x="10" y="28"/>
                    </a:lnTo>
                    <a:lnTo>
                      <a:pt x="10" y="32"/>
                    </a:lnTo>
                    <a:lnTo>
                      <a:pt x="12" y="36"/>
                    </a:lnTo>
                    <a:lnTo>
                      <a:pt x="12" y="36"/>
                    </a:lnTo>
                    <a:lnTo>
                      <a:pt x="16" y="36"/>
                    </a:lnTo>
                    <a:lnTo>
                      <a:pt x="16" y="36"/>
                    </a:lnTo>
                    <a:lnTo>
                      <a:pt x="16" y="40"/>
                    </a:lnTo>
                    <a:lnTo>
                      <a:pt x="16" y="40"/>
                    </a:lnTo>
                    <a:lnTo>
                      <a:pt x="20" y="42"/>
                    </a:lnTo>
                    <a:lnTo>
                      <a:pt x="20" y="42"/>
                    </a:lnTo>
                    <a:lnTo>
                      <a:pt x="22" y="46"/>
                    </a:lnTo>
                    <a:lnTo>
                      <a:pt x="22" y="46"/>
                    </a:lnTo>
                    <a:lnTo>
                      <a:pt x="24" y="46"/>
                    </a:lnTo>
                    <a:lnTo>
                      <a:pt x="26" y="46"/>
                    </a:lnTo>
                    <a:lnTo>
                      <a:pt x="26" y="46"/>
                    </a:lnTo>
                    <a:lnTo>
                      <a:pt x="28" y="50"/>
                    </a:lnTo>
                    <a:lnTo>
                      <a:pt x="28" y="50"/>
                    </a:lnTo>
                    <a:lnTo>
                      <a:pt x="32" y="52"/>
                    </a:lnTo>
                    <a:lnTo>
                      <a:pt x="32" y="52"/>
                    </a:lnTo>
                    <a:lnTo>
                      <a:pt x="34" y="56"/>
                    </a:lnTo>
                    <a:lnTo>
                      <a:pt x="34" y="58"/>
                    </a:lnTo>
                    <a:lnTo>
                      <a:pt x="36" y="64"/>
                    </a:lnTo>
                    <a:lnTo>
                      <a:pt x="36" y="64"/>
                    </a:lnTo>
                    <a:lnTo>
                      <a:pt x="38" y="68"/>
                    </a:lnTo>
                    <a:lnTo>
                      <a:pt x="38" y="68"/>
                    </a:lnTo>
                    <a:lnTo>
                      <a:pt x="38" y="76"/>
                    </a:lnTo>
                    <a:lnTo>
                      <a:pt x="36" y="84"/>
                    </a:lnTo>
                    <a:lnTo>
                      <a:pt x="36" y="84"/>
                    </a:lnTo>
                    <a:lnTo>
                      <a:pt x="26" y="84"/>
                    </a:lnTo>
                    <a:lnTo>
                      <a:pt x="26" y="86"/>
                    </a:lnTo>
                    <a:lnTo>
                      <a:pt x="26" y="86"/>
                    </a:lnTo>
                    <a:lnTo>
                      <a:pt x="34" y="92"/>
                    </a:lnTo>
                    <a:lnTo>
                      <a:pt x="34" y="92"/>
                    </a:lnTo>
                    <a:lnTo>
                      <a:pt x="36" y="94"/>
                    </a:lnTo>
                    <a:lnTo>
                      <a:pt x="38" y="98"/>
                    </a:lnTo>
                    <a:lnTo>
                      <a:pt x="38" y="98"/>
                    </a:lnTo>
                    <a:lnTo>
                      <a:pt x="42" y="98"/>
                    </a:lnTo>
                    <a:lnTo>
                      <a:pt x="42" y="98"/>
                    </a:lnTo>
                    <a:lnTo>
                      <a:pt x="42" y="100"/>
                    </a:lnTo>
                    <a:lnTo>
                      <a:pt x="42" y="102"/>
                    </a:lnTo>
                    <a:lnTo>
                      <a:pt x="42" y="102"/>
                    </a:lnTo>
                    <a:lnTo>
                      <a:pt x="48" y="102"/>
                    </a:lnTo>
                    <a:lnTo>
                      <a:pt x="48" y="102"/>
                    </a:lnTo>
                    <a:lnTo>
                      <a:pt x="56" y="108"/>
                    </a:lnTo>
                    <a:lnTo>
                      <a:pt x="62" y="114"/>
                    </a:lnTo>
                    <a:lnTo>
                      <a:pt x="62" y="114"/>
                    </a:lnTo>
                    <a:lnTo>
                      <a:pt x="62" y="116"/>
                    </a:lnTo>
                    <a:lnTo>
                      <a:pt x="62" y="118"/>
                    </a:lnTo>
                    <a:lnTo>
                      <a:pt x="62" y="118"/>
                    </a:lnTo>
                    <a:lnTo>
                      <a:pt x="64" y="126"/>
                    </a:lnTo>
                    <a:lnTo>
                      <a:pt x="64" y="126"/>
                    </a:lnTo>
                    <a:lnTo>
                      <a:pt x="64" y="132"/>
                    </a:lnTo>
                    <a:lnTo>
                      <a:pt x="64" y="138"/>
                    </a:lnTo>
                    <a:lnTo>
                      <a:pt x="64" y="138"/>
                    </a:lnTo>
                    <a:lnTo>
                      <a:pt x="68" y="140"/>
                    </a:lnTo>
                    <a:lnTo>
                      <a:pt x="72" y="140"/>
                    </a:lnTo>
                    <a:lnTo>
                      <a:pt x="72" y="140"/>
                    </a:lnTo>
                    <a:lnTo>
                      <a:pt x="72" y="144"/>
                    </a:lnTo>
                    <a:lnTo>
                      <a:pt x="72" y="144"/>
                    </a:lnTo>
                    <a:lnTo>
                      <a:pt x="78" y="148"/>
                    </a:lnTo>
                    <a:lnTo>
                      <a:pt x="78" y="148"/>
                    </a:lnTo>
                    <a:lnTo>
                      <a:pt x="90" y="164"/>
                    </a:lnTo>
                    <a:lnTo>
                      <a:pt x="90" y="164"/>
                    </a:lnTo>
                    <a:lnTo>
                      <a:pt x="90" y="170"/>
                    </a:lnTo>
                    <a:lnTo>
                      <a:pt x="94" y="170"/>
                    </a:lnTo>
                    <a:lnTo>
                      <a:pt x="94" y="170"/>
                    </a:lnTo>
                    <a:lnTo>
                      <a:pt x="94" y="168"/>
                    </a:lnTo>
                    <a:lnTo>
                      <a:pt x="94" y="168"/>
                    </a:lnTo>
                    <a:lnTo>
                      <a:pt x="94" y="168"/>
                    </a:lnTo>
                    <a:lnTo>
                      <a:pt x="94" y="168"/>
                    </a:lnTo>
                    <a:lnTo>
                      <a:pt x="96" y="166"/>
                    </a:lnTo>
                    <a:lnTo>
                      <a:pt x="98" y="164"/>
                    </a:lnTo>
                    <a:lnTo>
                      <a:pt x="98" y="164"/>
                    </a:lnTo>
                    <a:lnTo>
                      <a:pt x="98" y="162"/>
                    </a:lnTo>
                    <a:lnTo>
                      <a:pt x="96" y="158"/>
                    </a:lnTo>
                    <a:lnTo>
                      <a:pt x="96" y="158"/>
                    </a:lnTo>
                    <a:lnTo>
                      <a:pt x="90" y="152"/>
                    </a:lnTo>
                    <a:lnTo>
                      <a:pt x="90" y="152"/>
                    </a:lnTo>
                    <a:lnTo>
                      <a:pt x="90" y="148"/>
                    </a:lnTo>
                    <a:lnTo>
                      <a:pt x="90" y="148"/>
                    </a:lnTo>
                    <a:lnTo>
                      <a:pt x="88" y="146"/>
                    </a:lnTo>
                    <a:lnTo>
                      <a:pt x="88" y="146"/>
                    </a:lnTo>
                    <a:lnTo>
                      <a:pt x="84" y="146"/>
                    </a:lnTo>
                    <a:lnTo>
                      <a:pt x="84" y="146"/>
                    </a:lnTo>
                    <a:lnTo>
                      <a:pt x="82" y="144"/>
                    </a:lnTo>
                    <a:lnTo>
                      <a:pt x="82" y="144"/>
                    </a:lnTo>
                    <a:lnTo>
                      <a:pt x="82" y="142"/>
                    </a:lnTo>
                    <a:lnTo>
                      <a:pt x="84" y="138"/>
                    </a:lnTo>
                    <a:lnTo>
                      <a:pt x="84" y="138"/>
                    </a:lnTo>
                    <a:lnTo>
                      <a:pt x="80" y="134"/>
                    </a:lnTo>
                    <a:lnTo>
                      <a:pt x="80" y="134"/>
                    </a:lnTo>
                    <a:lnTo>
                      <a:pt x="80" y="130"/>
                    </a:lnTo>
                    <a:lnTo>
                      <a:pt x="80" y="128"/>
                    </a:lnTo>
                    <a:lnTo>
                      <a:pt x="80" y="128"/>
                    </a:lnTo>
                    <a:lnTo>
                      <a:pt x="74" y="118"/>
                    </a:lnTo>
                    <a:lnTo>
                      <a:pt x="74" y="118"/>
                    </a:lnTo>
                    <a:lnTo>
                      <a:pt x="74" y="114"/>
                    </a:lnTo>
                    <a:lnTo>
                      <a:pt x="74" y="114"/>
                    </a:lnTo>
                    <a:lnTo>
                      <a:pt x="70" y="106"/>
                    </a:lnTo>
                    <a:lnTo>
                      <a:pt x="64" y="100"/>
                    </a:lnTo>
                    <a:lnTo>
                      <a:pt x="64" y="100"/>
                    </a:lnTo>
                    <a:lnTo>
                      <a:pt x="64" y="96"/>
                    </a:lnTo>
                    <a:lnTo>
                      <a:pt x="64" y="92"/>
                    </a:lnTo>
                    <a:lnTo>
                      <a:pt x="64" y="92"/>
                    </a:lnTo>
                    <a:lnTo>
                      <a:pt x="60" y="90"/>
                    </a:lnTo>
                    <a:lnTo>
                      <a:pt x="60" y="90"/>
                    </a:lnTo>
                    <a:lnTo>
                      <a:pt x="60" y="86"/>
                    </a:lnTo>
                    <a:lnTo>
                      <a:pt x="60" y="86"/>
                    </a:lnTo>
                    <a:lnTo>
                      <a:pt x="58" y="84"/>
                    </a:lnTo>
                    <a:lnTo>
                      <a:pt x="56" y="82"/>
                    </a:lnTo>
                    <a:lnTo>
                      <a:pt x="56" y="82"/>
                    </a:lnTo>
                    <a:lnTo>
                      <a:pt x="56" y="76"/>
                    </a:lnTo>
                    <a:lnTo>
                      <a:pt x="54" y="70"/>
                    </a:lnTo>
                    <a:lnTo>
                      <a:pt x="52" y="70"/>
                    </a:lnTo>
                    <a:lnTo>
                      <a:pt x="52" y="70"/>
                    </a:lnTo>
                    <a:lnTo>
                      <a:pt x="52" y="66"/>
                    </a:lnTo>
                    <a:lnTo>
                      <a:pt x="52" y="66"/>
                    </a:lnTo>
                    <a:lnTo>
                      <a:pt x="50" y="66"/>
                    </a:lnTo>
                    <a:lnTo>
                      <a:pt x="50" y="66"/>
                    </a:lnTo>
                    <a:lnTo>
                      <a:pt x="50" y="66"/>
                    </a:lnTo>
                    <a:lnTo>
                      <a:pt x="50" y="66"/>
                    </a:lnTo>
                    <a:lnTo>
                      <a:pt x="48" y="66"/>
                    </a:lnTo>
                    <a:lnTo>
                      <a:pt x="46" y="64"/>
                    </a:lnTo>
                    <a:lnTo>
                      <a:pt x="46" y="64"/>
                    </a:lnTo>
                    <a:lnTo>
                      <a:pt x="46" y="62"/>
                    </a:lnTo>
                    <a:lnTo>
                      <a:pt x="46" y="60"/>
                    </a:lnTo>
                    <a:lnTo>
                      <a:pt x="48" y="60"/>
                    </a:lnTo>
                    <a:lnTo>
                      <a:pt x="48" y="58"/>
                    </a:lnTo>
                    <a:lnTo>
                      <a:pt x="44" y="50"/>
                    </a:lnTo>
                    <a:lnTo>
                      <a:pt x="44" y="50"/>
                    </a:lnTo>
                    <a:lnTo>
                      <a:pt x="40" y="50"/>
                    </a:lnTo>
                    <a:lnTo>
                      <a:pt x="38" y="48"/>
                    </a:lnTo>
                    <a:lnTo>
                      <a:pt x="38" y="48"/>
                    </a:lnTo>
                    <a:lnTo>
                      <a:pt x="38" y="46"/>
                    </a:lnTo>
                    <a:lnTo>
                      <a:pt x="38" y="46"/>
                    </a:lnTo>
                    <a:lnTo>
                      <a:pt x="34" y="40"/>
                    </a:lnTo>
                    <a:lnTo>
                      <a:pt x="34" y="40"/>
                    </a:lnTo>
                    <a:lnTo>
                      <a:pt x="32" y="36"/>
                    </a:lnTo>
                    <a:lnTo>
                      <a:pt x="30" y="30"/>
                    </a:lnTo>
                    <a:lnTo>
                      <a:pt x="30" y="30"/>
                    </a:lnTo>
                    <a:lnTo>
                      <a:pt x="26" y="26"/>
                    </a:lnTo>
                    <a:lnTo>
                      <a:pt x="26" y="26"/>
                    </a:lnTo>
                    <a:lnTo>
                      <a:pt x="26" y="20"/>
                    </a:lnTo>
                    <a:lnTo>
                      <a:pt x="28" y="16"/>
                    </a:lnTo>
                    <a:lnTo>
                      <a:pt x="28" y="16"/>
                    </a:lnTo>
                    <a:lnTo>
                      <a:pt x="26" y="16"/>
                    </a:lnTo>
                    <a:lnTo>
                      <a:pt x="26" y="14"/>
                    </a:lnTo>
                    <a:lnTo>
                      <a:pt x="26" y="14"/>
                    </a:lnTo>
                    <a:lnTo>
                      <a:pt x="32" y="14"/>
                    </a:lnTo>
                    <a:lnTo>
                      <a:pt x="32" y="14"/>
                    </a:lnTo>
                    <a:lnTo>
                      <a:pt x="36" y="18"/>
                    </a:lnTo>
                    <a:lnTo>
                      <a:pt x="36" y="18"/>
                    </a:lnTo>
                    <a:lnTo>
                      <a:pt x="40" y="20"/>
                    </a:lnTo>
                    <a:lnTo>
                      <a:pt x="40" y="20"/>
                    </a:lnTo>
                    <a:lnTo>
                      <a:pt x="42" y="18"/>
                    </a:lnTo>
                    <a:lnTo>
                      <a:pt x="42" y="18"/>
                    </a:lnTo>
                    <a:lnTo>
                      <a:pt x="44" y="16"/>
                    </a:lnTo>
                    <a:lnTo>
                      <a:pt x="48" y="16"/>
                    </a:lnTo>
                    <a:lnTo>
                      <a:pt x="48" y="16"/>
                    </a:lnTo>
                    <a:lnTo>
                      <a:pt x="48" y="20"/>
                    </a:lnTo>
                    <a:lnTo>
                      <a:pt x="52" y="24"/>
                    </a:lnTo>
                    <a:lnTo>
                      <a:pt x="52" y="24"/>
                    </a:lnTo>
                    <a:lnTo>
                      <a:pt x="52" y="34"/>
                    </a:lnTo>
                    <a:lnTo>
                      <a:pt x="56" y="40"/>
                    </a:lnTo>
                    <a:lnTo>
                      <a:pt x="58" y="40"/>
                    </a:lnTo>
                    <a:lnTo>
                      <a:pt x="58" y="40"/>
                    </a:lnTo>
                    <a:lnTo>
                      <a:pt x="60" y="46"/>
                    </a:lnTo>
                    <a:lnTo>
                      <a:pt x="60" y="52"/>
                    </a:lnTo>
                    <a:lnTo>
                      <a:pt x="60" y="52"/>
                    </a:lnTo>
                    <a:lnTo>
                      <a:pt x="68" y="62"/>
                    </a:lnTo>
                    <a:lnTo>
                      <a:pt x="68" y="62"/>
                    </a:lnTo>
                    <a:lnTo>
                      <a:pt x="72" y="62"/>
                    </a:lnTo>
                    <a:lnTo>
                      <a:pt x="72" y="62"/>
                    </a:lnTo>
                    <a:lnTo>
                      <a:pt x="72" y="66"/>
                    </a:lnTo>
                    <a:lnTo>
                      <a:pt x="72" y="68"/>
                    </a:lnTo>
                    <a:lnTo>
                      <a:pt x="72" y="70"/>
                    </a:lnTo>
                    <a:lnTo>
                      <a:pt x="72" y="70"/>
                    </a:lnTo>
                    <a:lnTo>
                      <a:pt x="78" y="72"/>
                    </a:lnTo>
                    <a:lnTo>
                      <a:pt x="78" y="72"/>
                    </a:lnTo>
                    <a:lnTo>
                      <a:pt x="80" y="78"/>
                    </a:lnTo>
                    <a:lnTo>
                      <a:pt x="82" y="82"/>
                    </a:lnTo>
                    <a:lnTo>
                      <a:pt x="84" y="84"/>
                    </a:lnTo>
                    <a:lnTo>
                      <a:pt x="84" y="84"/>
                    </a:lnTo>
                    <a:lnTo>
                      <a:pt x="88" y="84"/>
                    </a:lnTo>
                    <a:lnTo>
                      <a:pt x="88" y="84"/>
                    </a:lnTo>
                    <a:lnTo>
                      <a:pt x="90" y="86"/>
                    </a:lnTo>
                    <a:lnTo>
                      <a:pt x="90" y="88"/>
                    </a:lnTo>
                    <a:lnTo>
                      <a:pt x="88" y="92"/>
                    </a:lnTo>
                    <a:lnTo>
                      <a:pt x="88" y="92"/>
                    </a:lnTo>
                    <a:lnTo>
                      <a:pt x="92" y="94"/>
                    </a:lnTo>
                    <a:lnTo>
                      <a:pt x="96" y="96"/>
                    </a:lnTo>
                    <a:lnTo>
                      <a:pt x="96" y="96"/>
                    </a:lnTo>
                    <a:lnTo>
                      <a:pt x="96" y="102"/>
                    </a:lnTo>
                    <a:lnTo>
                      <a:pt x="96" y="102"/>
                    </a:lnTo>
                    <a:lnTo>
                      <a:pt x="100" y="102"/>
                    </a:lnTo>
                    <a:lnTo>
                      <a:pt x="102" y="102"/>
                    </a:lnTo>
                    <a:lnTo>
                      <a:pt x="102" y="102"/>
                    </a:lnTo>
                    <a:lnTo>
                      <a:pt x="104" y="104"/>
                    </a:lnTo>
                    <a:lnTo>
                      <a:pt x="106" y="106"/>
                    </a:lnTo>
                    <a:lnTo>
                      <a:pt x="108" y="106"/>
                    </a:lnTo>
                    <a:lnTo>
                      <a:pt x="108" y="106"/>
                    </a:lnTo>
                    <a:lnTo>
                      <a:pt x="106" y="110"/>
                    </a:lnTo>
                    <a:lnTo>
                      <a:pt x="106" y="110"/>
                    </a:lnTo>
                    <a:lnTo>
                      <a:pt x="102" y="112"/>
                    </a:lnTo>
                    <a:lnTo>
                      <a:pt x="102" y="112"/>
                    </a:lnTo>
                    <a:lnTo>
                      <a:pt x="102" y="118"/>
                    </a:lnTo>
                    <a:lnTo>
                      <a:pt x="102" y="118"/>
                    </a:lnTo>
                    <a:lnTo>
                      <a:pt x="108" y="120"/>
                    </a:lnTo>
                    <a:lnTo>
                      <a:pt x="108" y="120"/>
                    </a:lnTo>
                    <a:lnTo>
                      <a:pt x="108" y="124"/>
                    </a:lnTo>
                    <a:lnTo>
                      <a:pt x="108" y="124"/>
                    </a:lnTo>
                    <a:lnTo>
                      <a:pt x="112" y="126"/>
                    </a:lnTo>
                    <a:lnTo>
                      <a:pt x="114" y="128"/>
                    </a:lnTo>
                    <a:lnTo>
                      <a:pt x="114" y="128"/>
                    </a:lnTo>
                    <a:lnTo>
                      <a:pt x="122" y="138"/>
                    </a:lnTo>
                    <a:lnTo>
                      <a:pt x="122" y="138"/>
                    </a:lnTo>
                    <a:lnTo>
                      <a:pt x="124" y="142"/>
                    </a:lnTo>
                    <a:lnTo>
                      <a:pt x="124" y="142"/>
                    </a:lnTo>
                    <a:lnTo>
                      <a:pt x="126" y="144"/>
                    </a:lnTo>
                    <a:lnTo>
                      <a:pt x="128" y="146"/>
                    </a:lnTo>
                    <a:lnTo>
                      <a:pt x="128" y="146"/>
                    </a:lnTo>
                    <a:lnTo>
                      <a:pt x="132" y="150"/>
                    </a:lnTo>
                    <a:lnTo>
                      <a:pt x="132" y="150"/>
                    </a:lnTo>
                    <a:lnTo>
                      <a:pt x="132" y="154"/>
                    </a:lnTo>
                    <a:lnTo>
                      <a:pt x="132" y="154"/>
                    </a:lnTo>
                    <a:lnTo>
                      <a:pt x="140" y="160"/>
                    </a:lnTo>
                    <a:lnTo>
                      <a:pt x="140" y="160"/>
                    </a:lnTo>
                    <a:lnTo>
                      <a:pt x="140" y="162"/>
                    </a:lnTo>
                    <a:lnTo>
                      <a:pt x="140" y="162"/>
                    </a:lnTo>
                    <a:lnTo>
                      <a:pt x="142" y="164"/>
                    </a:lnTo>
                    <a:lnTo>
                      <a:pt x="142" y="164"/>
                    </a:lnTo>
                    <a:lnTo>
                      <a:pt x="144" y="172"/>
                    </a:lnTo>
                    <a:lnTo>
                      <a:pt x="144" y="172"/>
                    </a:lnTo>
                    <a:lnTo>
                      <a:pt x="148" y="178"/>
                    </a:lnTo>
                    <a:lnTo>
                      <a:pt x="152" y="184"/>
                    </a:lnTo>
                    <a:lnTo>
                      <a:pt x="154" y="186"/>
                    </a:lnTo>
                    <a:lnTo>
                      <a:pt x="154" y="186"/>
                    </a:lnTo>
                    <a:lnTo>
                      <a:pt x="154" y="194"/>
                    </a:lnTo>
                    <a:lnTo>
                      <a:pt x="154" y="194"/>
                    </a:lnTo>
                    <a:lnTo>
                      <a:pt x="156" y="196"/>
                    </a:lnTo>
                    <a:lnTo>
                      <a:pt x="158" y="200"/>
                    </a:lnTo>
                    <a:lnTo>
                      <a:pt x="158" y="204"/>
                    </a:lnTo>
                    <a:lnTo>
                      <a:pt x="158" y="204"/>
                    </a:lnTo>
                    <a:lnTo>
                      <a:pt x="154" y="210"/>
                    </a:lnTo>
                    <a:lnTo>
                      <a:pt x="154" y="210"/>
                    </a:lnTo>
                    <a:lnTo>
                      <a:pt x="152" y="212"/>
                    </a:lnTo>
                    <a:lnTo>
                      <a:pt x="154" y="212"/>
                    </a:lnTo>
                    <a:lnTo>
                      <a:pt x="156" y="214"/>
                    </a:lnTo>
                    <a:lnTo>
                      <a:pt x="156" y="214"/>
                    </a:lnTo>
                    <a:lnTo>
                      <a:pt x="154" y="216"/>
                    </a:lnTo>
                    <a:lnTo>
                      <a:pt x="152" y="218"/>
                    </a:lnTo>
                    <a:lnTo>
                      <a:pt x="152" y="220"/>
                    </a:lnTo>
                    <a:lnTo>
                      <a:pt x="152" y="220"/>
                    </a:lnTo>
                    <a:lnTo>
                      <a:pt x="156" y="228"/>
                    </a:lnTo>
                    <a:lnTo>
                      <a:pt x="158" y="228"/>
                    </a:lnTo>
                    <a:lnTo>
                      <a:pt x="158" y="228"/>
                    </a:lnTo>
                    <a:lnTo>
                      <a:pt x="158" y="232"/>
                    </a:lnTo>
                    <a:lnTo>
                      <a:pt x="158" y="232"/>
                    </a:lnTo>
                    <a:lnTo>
                      <a:pt x="166" y="240"/>
                    </a:lnTo>
                    <a:lnTo>
                      <a:pt x="166" y="240"/>
                    </a:lnTo>
                    <a:lnTo>
                      <a:pt x="172" y="240"/>
                    </a:lnTo>
                    <a:lnTo>
                      <a:pt x="172" y="240"/>
                    </a:lnTo>
                    <a:lnTo>
                      <a:pt x="172" y="242"/>
                    </a:lnTo>
                    <a:lnTo>
                      <a:pt x="174" y="244"/>
                    </a:lnTo>
                    <a:lnTo>
                      <a:pt x="174" y="244"/>
                    </a:lnTo>
                    <a:lnTo>
                      <a:pt x="176" y="246"/>
                    </a:lnTo>
                    <a:lnTo>
                      <a:pt x="180" y="248"/>
                    </a:lnTo>
                    <a:lnTo>
                      <a:pt x="180" y="248"/>
                    </a:lnTo>
                    <a:lnTo>
                      <a:pt x="184" y="254"/>
                    </a:lnTo>
                    <a:lnTo>
                      <a:pt x="184" y="254"/>
                    </a:lnTo>
                    <a:lnTo>
                      <a:pt x="188" y="260"/>
                    </a:lnTo>
                    <a:lnTo>
                      <a:pt x="188" y="260"/>
                    </a:lnTo>
                    <a:lnTo>
                      <a:pt x="192" y="262"/>
                    </a:lnTo>
                    <a:lnTo>
                      <a:pt x="194" y="262"/>
                    </a:lnTo>
                    <a:lnTo>
                      <a:pt x="198" y="262"/>
                    </a:lnTo>
                    <a:lnTo>
                      <a:pt x="202" y="262"/>
                    </a:lnTo>
                    <a:lnTo>
                      <a:pt x="202" y="262"/>
                    </a:lnTo>
                    <a:lnTo>
                      <a:pt x="204" y="266"/>
                    </a:lnTo>
                    <a:lnTo>
                      <a:pt x="208" y="268"/>
                    </a:lnTo>
                    <a:lnTo>
                      <a:pt x="208" y="268"/>
                    </a:lnTo>
                    <a:lnTo>
                      <a:pt x="214" y="272"/>
                    </a:lnTo>
                    <a:lnTo>
                      <a:pt x="220" y="274"/>
                    </a:lnTo>
                    <a:lnTo>
                      <a:pt x="220" y="274"/>
                    </a:lnTo>
                    <a:lnTo>
                      <a:pt x="222" y="278"/>
                    </a:lnTo>
                    <a:lnTo>
                      <a:pt x="222" y="278"/>
                    </a:lnTo>
                    <a:lnTo>
                      <a:pt x="230" y="280"/>
                    </a:lnTo>
                    <a:lnTo>
                      <a:pt x="236" y="280"/>
                    </a:lnTo>
                    <a:lnTo>
                      <a:pt x="238" y="282"/>
                    </a:lnTo>
                    <a:lnTo>
                      <a:pt x="238" y="282"/>
                    </a:lnTo>
                    <a:lnTo>
                      <a:pt x="242" y="282"/>
                    </a:lnTo>
                    <a:lnTo>
                      <a:pt x="244" y="282"/>
                    </a:lnTo>
                    <a:lnTo>
                      <a:pt x="244" y="282"/>
                    </a:lnTo>
                    <a:lnTo>
                      <a:pt x="246" y="284"/>
                    </a:lnTo>
                    <a:lnTo>
                      <a:pt x="246" y="284"/>
                    </a:lnTo>
                    <a:lnTo>
                      <a:pt x="250" y="284"/>
                    </a:lnTo>
                    <a:lnTo>
                      <a:pt x="250" y="284"/>
                    </a:lnTo>
                    <a:lnTo>
                      <a:pt x="254" y="288"/>
                    </a:lnTo>
                    <a:lnTo>
                      <a:pt x="254" y="292"/>
                    </a:lnTo>
                    <a:lnTo>
                      <a:pt x="254" y="292"/>
                    </a:lnTo>
                    <a:lnTo>
                      <a:pt x="256" y="290"/>
                    </a:lnTo>
                    <a:lnTo>
                      <a:pt x="258" y="290"/>
                    </a:lnTo>
                    <a:lnTo>
                      <a:pt x="258" y="290"/>
                    </a:lnTo>
                    <a:lnTo>
                      <a:pt x="260" y="290"/>
                    </a:lnTo>
                    <a:lnTo>
                      <a:pt x="262" y="292"/>
                    </a:lnTo>
                    <a:lnTo>
                      <a:pt x="262" y="292"/>
                    </a:lnTo>
                    <a:lnTo>
                      <a:pt x="266" y="292"/>
                    </a:lnTo>
                    <a:lnTo>
                      <a:pt x="270" y="292"/>
                    </a:lnTo>
                    <a:lnTo>
                      <a:pt x="270" y="292"/>
                    </a:lnTo>
                    <a:lnTo>
                      <a:pt x="270" y="294"/>
                    </a:lnTo>
                    <a:lnTo>
                      <a:pt x="270" y="294"/>
                    </a:lnTo>
                    <a:lnTo>
                      <a:pt x="274" y="296"/>
                    </a:lnTo>
                    <a:lnTo>
                      <a:pt x="274" y="296"/>
                    </a:lnTo>
                    <a:lnTo>
                      <a:pt x="278" y="296"/>
                    </a:lnTo>
                    <a:lnTo>
                      <a:pt x="280" y="294"/>
                    </a:lnTo>
                    <a:lnTo>
                      <a:pt x="284" y="292"/>
                    </a:lnTo>
                    <a:lnTo>
                      <a:pt x="284" y="292"/>
                    </a:lnTo>
                    <a:lnTo>
                      <a:pt x="290" y="290"/>
                    </a:lnTo>
                    <a:lnTo>
                      <a:pt x="294" y="292"/>
                    </a:lnTo>
                    <a:lnTo>
                      <a:pt x="294" y="292"/>
                    </a:lnTo>
                    <a:lnTo>
                      <a:pt x="298" y="288"/>
                    </a:lnTo>
                    <a:lnTo>
                      <a:pt x="298" y="288"/>
                    </a:lnTo>
                    <a:lnTo>
                      <a:pt x="300" y="288"/>
                    </a:lnTo>
                    <a:lnTo>
                      <a:pt x="302" y="290"/>
                    </a:lnTo>
                    <a:lnTo>
                      <a:pt x="302" y="290"/>
                    </a:lnTo>
                    <a:lnTo>
                      <a:pt x="308" y="290"/>
                    </a:lnTo>
                    <a:lnTo>
                      <a:pt x="314" y="292"/>
                    </a:lnTo>
                    <a:lnTo>
                      <a:pt x="314" y="292"/>
                    </a:lnTo>
                    <a:lnTo>
                      <a:pt x="318" y="296"/>
                    </a:lnTo>
                    <a:lnTo>
                      <a:pt x="318" y="296"/>
                    </a:lnTo>
                    <a:lnTo>
                      <a:pt x="322" y="296"/>
                    </a:lnTo>
                    <a:lnTo>
                      <a:pt x="322" y="296"/>
                    </a:lnTo>
                    <a:lnTo>
                      <a:pt x="326" y="300"/>
                    </a:lnTo>
                    <a:lnTo>
                      <a:pt x="328" y="306"/>
                    </a:lnTo>
                    <a:lnTo>
                      <a:pt x="328" y="308"/>
                    </a:lnTo>
                    <a:lnTo>
                      <a:pt x="328" y="308"/>
                    </a:lnTo>
                    <a:lnTo>
                      <a:pt x="330" y="304"/>
                    </a:lnTo>
                    <a:lnTo>
                      <a:pt x="330" y="302"/>
                    </a:lnTo>
                    <a:lnTo>
                      <a:pt x="330" y="300"/>
                    </a:lnTo>
                    <a:lnTo>
                      <a:pt x="330" y="300"/>
                    </a:lnTo>
                    <a:lnTo>
                      <a:pt x="330" y="296"/>
                    </a:lnTo>
                    <a:lnTo>
                      <a:pt x="332" y="292"/>
                    </a:lnTo>
                    <a:lnTo>
                      <a:pt x="338" y="286"/>
                    </a:lnTo>
                    <a:lnTo>
                      <a:pt x="354" y="288"/>
                    </a:lnTo>
                    <a:lnTo>
                      <a:pt x="354" y="288"/>
                    </a:lnTo>
                    <a:lnTo>
                      <a:pt x="354" y="284"/>
                    </a:lnTo>
                    <a:lnTo>
                      <a:pt x="352" y="282"/>
                    </a:lnTo>
                    <a:lnTo>
                      <a:pt x="350" y="278"/>
                    </a:lnTo>
                    <a:lnTo>
                      <a:pt x="350" y="278"/>
                    </a:lnTo>
                    <a:lnTo>
                      <a:pt x="346" y="274"/>
                    </a:lnTo>
                    <a:lnTo>
                      <a:pt x="344" y="270"/>
                    </a:lnTo>
                    <a:lnTo>
                      <a:pt x="344" y="266"/>
                    </a:lnTo>
                    <a:lnTo>
                      <a:pt x="348" y="266"/>
                    </a:lnTo>
                    <a:lnTo>
                      <a:pt x="350" y="258"/>
                    </a:lnTo>
                    <a:lnTo>
                      <a:pt x="372" y="258"/>
                    </a:lnTo>
                    <a:lnTo>
                      <a:pt x="378" y="256"/>
                    </a:lnTo>
                    <a:lnTo>
                      <a:pt x="378" y="256"/>
                    </a:lnTo>
                    <a:lnTo>
                      <a:pt x="380" y="254"/>
                    </a:lnTo>
                    <a:lnTo>
                      <a:pt x="382" y="252"/>
                    </a:lnTo>
                    <a:lnTo>
                      <a:pt x="384" y="254"/>
                    </a:lnTo>
                    <a:lnTo>
                      <a:pt x="384" y="254"/>
                    </a:lnTo>
                    <a:lnTo>
                      <a:pt x="388" y="246"/>
                    </a:lnTo>
                    <a:lnTo>
                      <a:pt x="388" y="246"/>
                    </a:lnTo>
                    <a:lnTo>
                      <a:pt x="388" y="250"/>
                    </a:lnTo>
                    <a:lnTo>
                      <a:pt x="388" y="252"/>
                    </a:lnTo>
                    <a:lnTo>
                      <a:pt x="388" y="252"/>
                    </a:lnTo>
                    <a:lnTo>
                      <a:pt x="394" y="256"/>
                    </a:lnTo>
                    <a:lnTo>
                      <a:pt x="394" y="256"/>
                    </a:lnTo>
                    <a:lnTo>
                      <a:pt x="394" y="244"/>
                    </a:lnTo>
                    <a:lnTo>
                      <a:pt x="396" y="230"/>
                    </a:lnTo>
                    <a:lnTo>
                      <a:pt x="398" y="230"/>
                    </a:lnTo>
                    <a:lnTo>
                      <a:pt x="398" y="230"/>
                    </a:lnTo>
                    <a:lnTo>
                      <a:pt x="398" y="228"/>
                    </a:lnTo>
                    <a:lnTo>
                      <a:pt x="396" y="224"/>
                    </a:lnTo>
                    <a:lnTo>
                      <a:pt x="396" y="224"/>
                    </a:lnTo>
                    <a:lnTo>
                      <a:pt x="398" y="218"/>
                    </a:lnTo>
                    <a:lnTo>
                      <a:pt x="402" y="210"/>
                    </a:lnTo>
                    <a:lnTo>
                      <a:pt x="404" y="202"/>
                    </a:lnTo>
                    <a:lnTo>
                      <a:pt x="402" y="198"/>
                    </a:lnTo>
                    <a:lnTo>
                      <a:pt x="400" y="196"/>
                    </a:lnTo>
                    <a:lnTo>
                      <a:pt x="400" y="196"/>
                    </a:lnTo>
                    <a:lnTo>
                      <a:pt x="398" y="196"/>
                    </a:lnTo>
                    <a:lnTo>
                      <a:pt x="396" y="194"/>
                    </a:lnTo>
                    <a:lnTo>
                      <a:pt x="396" y="194"/>
                    </a:lnTo>
                    <a:lnTo>
                      <a:pt x="388" y="194"/>
                    </a:lnTo>
                    <a:lnTo>
                      <a:pt x="384" y="196"/>
                    </a:lnTo>
                    <a:lnTo>
                      <a:pt x="384" y="196"/>
                    </a:lnTo>
                    <a:lnTo>
                      <a:pt x="380" y="200"/>
                    </a:lnTo>
                    <a:lnTo>
                      <a:pt x="380" y="200"/>
                    </a:lnTo>
                    <a:lnTo>
                      <a:pt x="374" y="202"/>
                    </a:lnTo>
                    <a:lnTo>
                      <a:pt x="374" y="202"/>
                    </a:lnTo>
                    <a:lnTo>
                      <a:pt x="370" y="204"/>
                    </a:lnTo>
                    <a:lnTo>
                      <a:pt x="370" y="204"/>
                    </a:lnTo>
                    <a:lnTo>
                      <a:pt x="364" y="206"/>
                    </a:lnTo>
                    <a:lnTo>
                      <a:pt x="364" y="206"/>
                    </a:lnTo>
                    <a:lnTo>
                      <a:pt x="362" y="208"/>
                    </a:lnTo>
                    <a:lnTo>
                      <a:pt x="362" y="208"/>
                    </a:lnTo>
                    <a:lnTo>
                      <a:pt x="360" y="218"/>
                    </a:lnTo>
                    <a:lnTo>
                      <a:pt x="358" y="228"/>
                    </a:lnTo>
                    <a:lnTo>
                      <a:pt x="358" y="228"/>
                    </a:lnTo>
                    <a:lnTo>
                      <a:pt x="354" y="232"/>
                    </a:lnTo>
                    <a:lnTo>
                      <a:pt x="354" y="232"/>
                    </a:lnTo>
                    <a:lnTo>
                      <a:pt x="354" y="236"/>
                    </a:lnTo>
                    <a:lnTo>
                      <a:pt x="354" y="240"/>
                    </a:lnTo>
                    <a:lnTo>
                      <a:pt x="354" y="240"/>
                    </a:lnTo>
                    <a:lnTo>
                      <a:pt x="352" y="240"/>
                    </a:lnTo>
                    <a:lnTo>
                      <a:pt x="352" y="240"/>
                    </a:lnTo>
                    <a:lnTo>
                      <a:pt x="348" y="244"/>
                    </a:lnTo>
                    <a:lnTo>
                      <a:pt x="344" y="250"/>
                    </a:lnTo>
                    <a:lnTo>
                      <a:pt x="344" y="250"/>
                    </a:lnTo>
                    <a:lnTo>
                      <a:pt x="340" y="250"/>
                    </a:lnTo>
                    <a:lnTo>
                      <a:pt x="338" y="250"/>
                    </a:lnTo>
                    <a:lnTo>
                      <a:pt x="338" y="250"/>
                    </a:lnTo>
                    <a:lnTo>
                      <a:pt x="336" y="246"/>
                    </a:lnTo>
                    <a:lnTo>
                      <a:pt x="336" y="246"/>
                    </a:lnTo>
                    <a:lnTo>
                      <a:pt x="330" y="248"/>
                    </a:lnTo>
                    <a:lnTo>
                      <a:pt x="324" y="252"/>
                    </a:lnTo>
                    <a:lnTo>
                      <a:pt x="324" y="252"/>
                    </a:lnTo>
                    <a:lnTo>
                      <a:pt x="322" y="254"/>
                    </a:lnTo>
                    <a:lnTo>
                      <a:pt x="322" y="254"/>
                    </a:lnTo>
                    <a:lnTo>
                      <a:pt x="314" y="254"/>
                    </a:lnTo>
                    <a:lnTo>
                      <a:pt x="314" y="258"/>
                    </a:lnTo>
                    <a:lnTo>
                      <a:pt x="314" y="258"/>
                    </a:lnTo>
                    <a:lnTo>
                      <a:pt x="302" y="258"/>
                    </a:lnTo>
                    <a:lnTo>
                      <a:pt x="302" y="258"/>
                    </a:lnTo>
                    <a:lnTo>
                      <a:pt x="298" y="252"/>
                    </a:lnTo>
                    <a:lnTo>
                      <a:pt x="296" y="248"/>
                    </a:lnTo>
                    <a:lnTo>
                      <a:pt x="292" y="248"/>
                    </a:lnTo>
                    <a:lnTo>
                      <a:pt x="284" y="248"/>
                    </a:lnTo>
                    <a:lnTo>
                      <a:pt x="284" y="248"/>
                    </a:lnTo>
                    <a:lnTo>
                      <a:pt x="284" y="244"/>
                    </a:lnTo>
                    <a:lnTo>
                      <a:pt x="284" y="244"/>
                    </a:lnTo>
                    <a:lnTo>
                      <a:pt x="282" y="238"/>
                    </a:lnTo>
                    <a:lnTo>
                      <a:pt x="278" y="234"/>
                    </a:lnTo>
                    <a:lnTo>
                      <a:pt x="278" y="234"/>
                    </a:lnTo>
                    <a:lnTo>
                      <a:pt x="278" y="228"/>
                    </a:lnTo>
                    <a:lnTo>
                      <a:pt x="278" y="228"/>
                    </a:lnTo>
                    <a:lnTo>
                      <a:pt x="274" y="228"/>
                    </a:lnTo>
                    <a:lnTo>
                      <a:pt x="274" y="228"/>
                    </a:lnTo>
                    <a:lnTo>
                      <a:pt x="272" y="224"/>
                    </a:lnTo>
                    <a:lnTo>
                      <a:pt x="270" y="220"/>
                    </a:lnTo>
                    <a:lnTo>
                      <a:pt x="270" y="220"/>
                    </a:lnTo>
                    <a:lnTo>
                      <a:pt x="266" y="218"/>
                    </a:lnTo>
                    <a:lnTo>
                      <a:pt x="266" y="218"/>
                    </a:lnTo>
                    <a:lnTo>
                      <a:pt x="264" y="214"/>
                    </a:lnTo>
                    <a:lnTo>
                      <a:pt x="264" y="210"/>
                    </a:lnTo>
                    <a:lnTo>
                      <a:pt x="264" y="210"/>
                    </a:lnTo>
                    <a:lnTo>
                      <a:pt x="260" y="206"/>
                    </a:lnTo>
                    <a:lnTo>
                      <a:pt x="260" y="206"/>
                    </a:lnTo>
                    <a:lnTo>
                      <a:pt x="260" y="200"/>
                    </a:lnTo>
                    <a:lnTo>
                      <a:pt x="260" y="200"/>
                    </a:lnTo>
                    <a:lnTo>
                      <a:pt x="256" y="202"/>
                    </a:lnTo>
                    <a:lnTo>
                      <a:pt x="256" y="202"/>
                    </a:lnTo>
                    <a:lnTo>
                      <a:pt x="258" y="194"/>
                    </a:lnTo>
                    <a:lnTo>
                      <a:pt x="258" y="186"/>
                    </a:lnTo>
                    <a:lnTo>
                      <a:pt x="258" y="186"/>
                    </a:lnTo>
                    <a:lnTo>
                      <a:pt x="260" y="182"/>
                    </a:lnTo>
                    <a:lnTo>
                      <a:pt x="260" y="176"/>
                    </a:lnTo>
                    <a:lnTo>
                      <a:pt x="258" y="172"/>
                    </a:lnTo>
                    <a:lnTo>
                      <a:pt x="258" y="172"/>
                    </a:lnTo>
                    <a:lnTo>
                      <a:pt x="258" y="168"/>
                    </a:lnTo>
                    <a:lnTo>
                      <a:pt x="258" y="166"/>
                    </a:lnTo>
                    <a:lnTo>
                      <a:pt x="256" y="164"/>
                    </a:lnTo>
                    <a:lnTo>
                      <a:pt x="256" y="164"/>
                    </a:lnTo>
                    <a:lnTo>
                      <a:pt x="256" y="158"/>
                    </a:lnTo>
                    <a:lnTo>
                      <a:pt x="258" y="152"/>
                    </a:lnTo>
                    <a:lnTo>
                      <a:pt x="256" y="148"/>
                    </a:lnTo>
                    <a:lnTo>
                      <a:pt x="256" y="148"/>
                    </a:lnTo>
                    <a:lnTo>
                      <a:pt x="256" y="144"/>
                    </a:lnTo>
                    <a:lnTo>
                      <a:pt x="256" y="142"/>
                    </a:lnTo>
                    <a:lnTo>
                      <a:pt x="256" y="140"/>
                    </a:lnTo>
                    <a:lnTo>
                      <a:pt x="256" y="140"/>
                    </a:lnTo>
                    <a:lnTo>
                      <a:pt x="258" y="138"/>
                    </a:lnTo>
                    <a:lnTo>
                      <a:pt x="260" y="136"/>
                    </a:lnTo>
                    <a:lnTo>
                      <a:pt x="260" y="136"/>
                    </a:lnTo>
                    <a:lnTo>
                      <a:pt x="260" y="132"/>
                    </a:lnTo>
                    <a:lnTo>
                      <a:pt x="260" y="132"/>
                    </a:lnTo>
                    <a:lnTo>
                      <a:pt x="264" y="132"/>
                    </a:lnTo>
                    <a:lnTo>
                      <a:pt x="264" y="132"/>
                    </a:lnTo>
                    <a:lnTo>
                      <a:pt x="266" y="130"/>
                    </a:lnTo>
                    <a:lnTo>
                      <a:pt x="266" y="126"/>
                    </a:lnTo>
                    <a:lnTo>
                      <a:pt x="266" y="126"/>
                    </a:lnTo>
                    <a:lnTo>
                      <a:pt x="268" y="124"/>
                    </a:lnTo>
                    <a:lnTo>
                      <a:pt x="266" y="122"/>
                    </a:lnTo>
                    <a:lnTo>
                      <a:pt x="260" y="122"/>
                    </a:lnTo>
                    <a:lnTo>
                      <a:pt x="256" y="120"/>
                    </a:lnTo>
                    <a:lnTo>
                      <a:pt x="250" y="118"/>
                    </a:lnTo>
                    <a:lnTo>
                      <a:pt x="246" y="116"/>
                    </a:lnTo>
                    <a:lnTo>
                      <a:pt x="240" y="114"/>
                    </a:lnTo>
                    <a:lnTo>
                      <a:pt x="240" y="108"/>
                    </a:lnTo>
                    <a:lnTo>
                      <a:pt x="238" y="98"/>
                    </a:lnTo>
                    <a:lnTo>
                      <a:pt x="234" y="94"/>
                    </a:lnTo>
                    <a:lnTo>
                      <a:pt x="230" y="90"/>
                    </a:lnTo>
                    <a:lnTo>
                      <a:pt x="228" y="86"/>
                    </a:lnTo>
                    <a:lnTo>
                      <a:pt x="224" y="78"/>
                    </a:lnTo>
                    <a:lnTo>
                      <a:pt x="222" y="72"/>
                    </a:lnTo>
                    <a:lnTo>
                      <a:pt x="220" y="70"/>
                    </a:lnTo>
                    <a:lnTo>
                      <a:pt x="218" y="64"/>
                    </a:lnTo>
                    <a:lnTo>
                      <a:pt x="214" y="60"/>
                    </a:lnTo>
                    <a:lnTo>
                      <a:pt x="210" y="56"/>
                    </a:lnTo>
                    <a:lnTo>
                      <a:pt x="206" y="54"/>
                    </a:lnTo>
                    <a:lnTo>
                      <a:pt x="202" y="54"/>
                    </a:lnTo>
                    <a:lnTo>
                      <a:pt x="196" y="56"/>
                    </a:lnTo>
                    <a:lnTo>
                      <a:pt x="192" y="62"/>
                    </a:lnTo>
                    <a:lnTo>
                      <a:pt x="188" y="64"/>
                    </a:lnTo>
                    <a:lnTo>
                      <a:pt x="184" y="64"/>
                    </a:lnTo>
                    <a:lnTo>
                      <a:pt x="180" y="64"/>
                    </a:lnTo>
                    <a:lnTo>
                      <a:pt x="176" y="62"/>
                    </a:lnTo>
                    <a:lnTo>
                      <a:pt x="172" y="56"/>
                    </a:lnTo>
                    <a:lnTo>
                      <a:pt x="168" y="52"/>
                    </a:lnTo>
                    <a:lnTo>
                      <a:pt x="168" y="48"/>
                    </a:lnTo>
                    <a:lnTo>
                      <a:pt x="164" y="42"/>
                    </a:lnTo>
                    <a:lnTo>
                      <a:pt x="160" y="36"/>
                    </a:lnTo>
                    <a:lnTo>
                      <a:pt x="156" y="32"/>
                    </a:lnTo>
                    <a:lnTo>
                      <a:pt x="154" y="30"/>
                    </a:lnTo>
                    <a:lnTo>
                      <a:pt x="150" y="26"/>
                    </a:lnTo>
                    <a:lnTo>
                      <a:pt x="144" y="18"/>
                    </a:lnTo>
                    <a:lnTo>
                      <a:pt x="116" y="18"/>
                    </a:lnTo>
                    <a:lnTo>
                      <a:pt x="116" y="26"/>
                    </a:lnTo>
                    <a:lnTo>
                      <a:pt x="72" y="24"/>
                    </a:lnTo>
                    <a:lnTo>
                      <a:pt x="36" y="6"/>
                    </a:lnTo>
                    <a:lnTo>
                      <a:pt x="36" y="0"/>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6" name="Freeform 160">
                <a:extLst>
                  <a:ext uri="{FF2B5EF4-FFF2-40B4-BE49-F238E27FC236}">
                    <a16:creationId xmlns:a16="http://schemas.microsoft.com/office/drawing/2014/main" id="{455940A4-5A07-5249-88A7-D30D2E0BBA68}"/>
                  </a:ext>
                </a:extLst>
              </p:cNvPr>
              <p:cNvSpPr>
                <a:spLocks/>
              </p:cNvSpPr>
              <p:nvPr/>
            </p:nvSpPr>
            <p:spPr bwMode="auto">
              <a:xfrm>
                <a:off x="3846641" y="3746887"/>
                <a:ext cx="58707" cy="32038"/>
              </a:xfrm>
              <a:custGeom>
                <a:avLst/>
                <a:gdLst>
                  <a:gd name="T0" fmla="*/ 8 w 30"/>
                  <a:gd name="T1" fmla="*/ 0 h 16"/>
                  <a:gd name="T2" fmla="*/ 8 w 30"/>
                  <a:gd name="T3" fmla="*/ 0 h 16"/>
                  <a:gd name="T4" fmla="*/ 4 w 30"/>
                  <a:gd name="T5" fmla="*/ 2 h 16"/>
                  <a:gd name="T6" fmla="*/ 0 w 30"/>
                  <a:gd name="T7" fmla="*/ 4 h 16"/>
                  <a:gd name="T8" fmla="*/ 0 w 30"/>
                  <a:gd name="T9" fmla="*/ 4 h 16"/>
                  <a:gd name="T10" fmla="*/ 2 w 30"/>
                  <a:gd name="T11" fmla="*/ 6 h 16"/>
                  <a:gd name="T12" fmla="*/ 2 w 30"/>
                  <a:gd name="T13" fmla="*/ 6 h 16"/>
                  <a:gd name="T14" fmla="*/ 6 w 30"/>
                  <a:gd name="T15" fmla="*/ 6 h 16"/>
                  <a:gd name="T16" fmla="*/ 6 w 30"/>
                  <a:gd name="T17" fmla="*/ 6 h 16"/>
                  <a:gd name="T18" fmla="*/ 6 w 30"/>
                  <a:gd name="T19" fmla="*/ 8 h 16"/>
                  <a:gd name="T20" fmla="*/ 8 w 30"/>
                  <a:gd name="T21" fmla="*/ 10 h 16"/>
                  <a:gd name="T22" fmla="*/ 8 w 30"/>
                  <a:gd name="T23" fmla="*/ 10 h 16"/>
                  <a:gd name="T24" fmla="*/ 14 w 30"/>
                  <a:gd name="T25" fmla="*/ 14 h 16"/>
                  <a:gd name="T26" fmla="*/ 22 w 30"/>
                  <a:gd name="T27" fmla="*/ 16 h 16"/>
                  <a:gd name="T28" fmla="*/ 22 w 30"/>
                  <a:gd name="T29" fmla="*/ 16 h 16"/>
                  <a:gd name="T30" fmla="*/ 22 w 30"/>
                  <a:gd name="T31" fmla="*/ 12 h 16"/>
                  <a:gd name="T32" fmla="*/ 22 w 30"/>
                  <a:gd name="T33" fmla="*/ 12 h 16"/>
                  <a:gd name="T34" fmla="*/ 30 w 30"/>
                  <a:gd name="T35" fmla="*/ 12 h 16"/>
                  <a:gd name="T36" fmla="*/ 30 w 30"/>
                  <a:gd name="T37" fmla="*/ 12 h 16"/>
                  <a:gd name="T38" fmla="*/ 30 w 30"/>
                  <a:gd name="T39" fmla="*/ 8 h 16"/>
                  <a:gd name="T40" fmla="*/ 30 w 30"/>
                  <a:gd name="T41" fmla="*/ 8 h 16"/>
                  <a:gd name="T42" fmla="*/ 24 w 30"/>
                  <a:gd name="T43" fmla="*/ 2 h 16"/>
                  <a:gd name="T44" fmla="*/ 24 w 30"/>
                  <a:gd name="T45" fmla="*/ 2 h 16"/>
                  <a:gd name="T46" fmla="*/ 20 w 30"/>
                  <a:gd name="T47" fmla="*/ 2 h 16"/>
                  <a:gd name="T48" fmla="*/ 14 w 30"/>
                  <a:gd name="T49" fmla="*/ 2 h 16"/>
                  <a:gd name="T50" fmla="*/ 14 w 30"/>
                  <a:gd name="T51" fmla="*/ 2 h 16"/>
                  <a:gd name="T52" fmla="*/ 14 w 30"/>
                  <a:gd name="T53" fmla="*/ 2 h 16"/>
                  <a:gd name="T54" fmla="*/ 8 w 30"/>
                  <a:gd name="T55" fmla="*/ 0 h 16"/>
                  <a:gd name="T56" fmla="*/ 8 w 30"/>
                  <a:gd name="T5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16">
                    <a:moveTo>
                      <a:pt x="8" y="0"/>
                    </a:moveTo>
                    <a:lnTo>
                      <a:pt x="8" y="0"/>
                    </a:lnTo>
                    <a:lnTo>
                      <a:pt x="4" y="2"/>
                    </a:lnTo>
                    <a:lnTo>
                      <a:pt x="0" y="4"/>
                    </a:lnTo>
                    <a:lnTo>
                      <a:pt x="0" y="4"/>
                    </a:lnTo>
                    <a:lnTo>
                      <a:pt x="2" y="6"/>
                    </a:lnTo>
                    <a:lnTo>
                      <a:pt x="2" y="6"/>
                    </a:lnTo>
                    <a:lnTo>
                      <a:pt x="6" y="6"/>
                    </a:lnTo>
                    <a:lnTo>
                      <a:pt x="6" y="6"/>
                    </a:lnTo>
                    <a:lnTo>
                      <a:pt x="6" y="8"/>
                    </a:lnTo>
                    <a:lnTo>
                      <a:pt x="8" y="10"/>
                    </a:lnTo>
                    <a:lnTo>
                      <a:pt x="8" y="10"/>
                    </a:lnTo>
                    <a:lnTo>
                      <a:pt x="14" y="14"/>
                    </a:lnTo>
                    <a:lnTo>
                      <a:pt x="22" y="16"/>
                    </a:lnTo>
                    <a:lnTo>
                      <a:pt x="22" y="16"/>
                    </a:lnTo>
                    <a:lnTo>
                      <a:pt x="22" y="12"/>
                    </a:lnTo>
                    <a:lnTo>
                      <a:pt x="22" y="12"/>
                    </a:lnTo>
                    <a:lnTo>
                      <a:pt x="30" y="12"/>
                    </a:lnTo>
                    <a:lnTo>
                      <a:pt x="30" y="12"/>
                    </a:lnTo>
                    <a:lnTo>
                      <a:pt x="30" y="8"/>
                    </a:lnTo>
                    <a:lnTo>
                      <a:pt x="30" y="8"/>
                    </a:lnTo>
                    <a:lnTo>
                      <a:pt x="24" y="2"/>
                    </a:lnTo>
                    <a:lnTo>
                      <a:pt x="24" y="2"/>
                    </a:lnTo>
                    <a:lnTo>
                      <a:pt x="20" y="2"/>
                    </a:lnTo>
                    <a:lnTo>
                      <a:pt x="14" y="2"/>
                    </a:lnTo>
                    <a:lnTo>
                      <a:pt x="14" y="2"/>
                    </a:lnTo>
                    <a:lnTo>
                      <a:pt x="14" y="2"/>
                    </a:lnTo>
                    <a:lnTo>
                      <a:pt x="8" y="0"/>
                    </a:lnTo>
                    <a:lnTo>
                      <a:pt x="8"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7" name="Freeform 175">
                <a:extLst>
                  <a:ext uri="{FF2B5EF4-FFF2-40B4-BE49-F238E27FC236}">
                    <a16:creationId xmlns:a16="http://schemas.microsoft.com/office/drawing/2014/main" id="{19619C36-B2B5-9B46-B731-2B21F2830D2F}"/>
                  </a:ext>
                </a:extLst>
              </p:cNvPr>
              <p:cNvSpPr>
                <a:spLocks/>
              </p:cNvSpPr>
              <p:nvPr/>
            </p:nvSpPr>
            <p:spPr bwMode="auto">
              <a:xfrm>
                <a:off x="3557018" y="3842999"/>
                <a:ext cx="160466" cy="100117"/>
              </a:xfrm>
              <a:custGeom>
                <a:avLst/>
                <a:gdLst>
                  <a:gd name="T0" fmla="*/ 82 w 82"/>
                  <a:gd name="T1" fmla="*/ 20 h 50"/>
                  <a:gd name="T2" fmla="*/ 82 w 82"/>
                  <a:gd name="T3" fmla="*/ 16 h 50"/>
                  <a:gd name="T4" fmla="*/ 76 w 82"/>
                  <a:gd name="T5" fmla="*/ 16 h 50"/>
                  <a:gd name="T6" fmla="*/ 72 w 82"/>
                  <a:gd name="T7" fmla="*/ 14 h 50"/>
                  <a:gd name="T8" fmla="*/ 70 w 82"/>
                  <a:gd name="T9" fmla="*/ 6 h 50"/>
                  <a:gd name="T10" fmla="*/ 66 w 82"/>
                  <a:gd name="T11" fmla="*/ 6 h 50"/>
                  <a:gd name="T12" fmla="*/ 66 w 82"/>
                  <a:gd name="T13" fmla="*/ 4 h 50"/>
                  <a:gd name="T14" fmla="*/ 52 w 82"/>
                  <a:gd name="T15" fmla="*/ 2 h 50"/>
                  <a:gd name="T16" fmla="*/ 50 w 82"/>
                  <a:gd name="T17" fmla="*/ 0 h 50"/>
                  <a:gd name="T18" fmla="*/ 48 w 82"/>
                  <a:gd name="T19" fmla="*/ 0 h 50"/>
                  <a:gd name="T20" fmla="*/ 48 w 82"/>
                  <a:gd name="T21" fmla="*/ 4 h 50"/>
                  <a:gd name="T22" fmla="*/ 34 w 82"/>
                  <a:gd name="T23" fmla="*/ 4 h 50"/>
                  <a:gd name="T24" fmla="*/ 34 w 82"/>
                  <a:gd name="T25" fmla="*/ 6 h 50"/>
                  <a:gd name="T26" fmla="*/ 14 w 82"/>
                  <a:gd name="T27" fmla="*/ 6 h 50"/>
                  <a:gd name="T28" fmla="*/ 12 w 82"/>
                  <a:gd name="T29" fmla="*/ 8 h 50"/>
                  <a:gd name="T30" fmla="*/ 10 w 82"/>
                  <a:gd name="T31" fmla="*/ 10 h 50"/>
                  <a:gd name="T32" fmla="*/ 4 w 82"/>
                  <a:gd name="T33" fmla="*/ 12 h 50"/>
                  <a:gd name="T34" fmla="*/ 4 w 82"/>
                  <a:gd name="T35" fmla="*/ 16 h 50"/>
                  <a:gd name="T36" fmla="*/ 0 w 82"/>
                  <a:gd name="T37" fmla="*/ 24 h 50"/>
                  <a:gd name="T38" fmla="*/ 6 w 82"/>
                  <a:gd name="T39" fmla="*/ 26 h 50"/>
                  <a:gd name="T40" fmla="*/ 14 w 82"/>
                  <a:gd name="T41" fmla="*/ 28 h 50"/>
                  <a:gd name="T42" fmla="*/ 20 w 82"/>
                  <a:gd name="T43" fmla="*/ 32 h 50"/>
                  <a:gd name="T44" fmla="*/ 26 w 82"/>
                  <a:gd name="T45" fmla="*/ 34 h 50"/>
                  <a:gd name="T46" fmla="*/ 26 w 82"/>
                  <a:gd name="T47" fmla="*/ 44 h 50"/>
                  <a:gd name="T48" fmla="*/ 30 w 82"/>
                  <a:gd name="T49" fmla="*/ 44 h 50"/>
                  <a:gd name="T50" fmla="*/ 28 w 82"/>
                  <a:gd name="T51" fmla="*/ 50 h 50"/>
                  <a:gd name="T52" fmla="*/ 30 w 82"/>
                  <a:gd name="T53" fmla="*/ 50 h 50"/>
                  <a:gd name="T54" fmla="*/ 34 w 82"/>
                  <a:gd name="T55" fmla="*/ 48 h 50"/>
                  <a:gd name="T56" fmla="*/ 34 w 82"/>
                  <a:gd name="T57" fmla="*/ 40 h 50"/>
                  <a:gd name="T58" fmla="*/ 34 w 82"/>
                  <a:gd name="T59" fmla="*/ 34 h 50"/>
                  <a:gd name="T60" fmla="*/ 44 w 82"/>
                  <a:gd name="T61" fmla="*/ 30 h 50"/>
                  <a:gd name="T62" fmla="*/ 52 w 82"/>
                  <a:gd name="T63" fmla="*/ 32 h 50"/>
                  <a:gd name="T64" fmla="*/ 54 w 82"/>
                  <a:gd name="T65" fmla="*/ 34 h 50"/>
                  <a:gd name="T66" fmla="*/ 58 w 82"/>
                  <a:gd name="T67" fmla="*/ 32 h 50"/>
                  <a:gd name="T68" fmla="*/ 64 w 82"/>
                  <a:gd name="T69" fmla="*/ 30 h 50"/>
                  <a:gd name="T70" fmla="*/ 68 w 82"/>
                  <a:gd name="T71" fmla="*/ 28 h 50"/>
                  <a:gd name="T72" fmla="*/ 70 w 82"/>
                  <a:gd name="T73" fmla="*/ 24 h 50"/>
                  <a:gd name="T74" fmla="*/ 82 w 82"/>
                  <a:gd name="T75"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2" h="50">
                    <a:moveTo>
                      <a:pt x="82" y="20"/>
                    </a:moveTo>
                    <a:lnTo>
                      <a:pt x="82" y="20"/>
                    </a:lnTo>
                    <a:lnTo>
                      <a:pt x="82" y="18"/>
                    </a:lnTo>
                    <a:lnTo>
                      <a:pt x="82" y="16"/>
                    </a:lnTo>
                    <a:lnTo>
                      <a:pt x="82" y="16"/>
                    </a:lnTo>
                    <a:lnTo>
                      <a:pt x="76" y="16"/>
                    </a:lnTo>
                    <a:lnTo>
                      <a:pt x="72" y="14"/>
                    </a:lnTo>
                    <a:lnTo>
                      <a:pt x="72" y="14"/>
                    </a:lnTo>
                    <a:lnTo>
                      <a:pt x="72" y="10"/>
                    </a:lnTo>
                    <a:lnTo>
                      <a:pt x="70" y="6"/>
                    </a:lnTo>
                    <a:lnTo>
                      <a:pt x="70" y="6"/>
                    </a:lnTo>
                    <a:lnTo>
                      <a:pt x="66" y="6"/>
                    </a:lnTo>
                    <a:lnTo>
                      <a:pt x="66" y="4"/>
                    </a:lnTo>
                    <a:lnTo>
                      <a:pt x="66" y="4"/>
                    </a:lnTo>
                    <a:lnTo>
                      <a:pt x="58" y="2"/>
                    </a:lnTo>
                    <a:lnTo>
                      <a:pt x="52" y="2"/>
                    </a:lnTo>
                    <a:lnTo>
                      <a:pt x="52" y="2"/>
                    </a:lnTo>
                    <a:lnTo>
                      <a:pt x="50" y="0"/>
                    </a:lnTo>
                    <a:lnTo>
                      <a:pt x="48" y="0"/>
                    </a:lnTo>
                    <a:lnTo>
                      <a:pt x="48" y="0"/>
                    </a:lnTo>
                    <a:lnTo>
                      <a:pt x="48" y="4"/>
                    </a:lnTo>
                    <a:lnTo>
                      <a:pt x="48" y="4"/>
                    </a:lnTo>
                    <a:lnTo>
                      <a:pt x="40" y="4"/>
                    </a:lnTo>
                    <a:lnTo>
                      <a:pt x="34" y="4"/>
                    </a:lnTo>
                    <a:lnTo>
                      <a:pt x="34" y="6"/>
                    </a:lnTo>
                    <a:lnTo>
                      <a:pt x="34" y="6"/>
                    </a:lnTo>
                    <a:lnTo>
                      <a:pt x="24" y="6"/>
                    </a:lnTo>
                    <a:lnTo>
                      <a:pt x="14" y="6"/>
                    </a:lnTo>
                    <a:lnTo>
                      <a:pt x="14" y="6"/>
                    </a:lnTo>
                    <a:lnTo>
                      <a:pt x="12" y="8"/>
                    </a:lnTo>
                    <a:lnTo>
                      <a:pt x="12" y="10"/>
                    </a:lnTo>
                    <a:lnTo>
                      <a:pt x="10" y="10"/>
                    </a:lnTo>
                    <a:lnTo>
                      <a:pt x="10" y="10"/>
                    </a:lnTo>
                    <a:lnTo>
                      <a:pt x="4" y="12"/>
                    </a:lnTo>
                    <a:lnTo>
                      <a:pt x="4" y="16"/>
                    </a:lnTo>
                    <a:lnTo>
                      <a:pt x="4" y="16"/>
                    </a:lnTo>
                    <a:lnTo>
                      <a:pt x="2" y="22"/>
                    </a:lnTo>
                    <a:lnTo>
                      <a:pt x="0" y="24"/>
                    </a:lnTo>
                    <a:lnTo>
                      <a:pt x="0" y="24"/>
                    </a:lnTo>
                    <a:lnTo>
                      <a:pt x="6" y="26"/>
                    </a:lnTo>
                    <a:lnTo>
                      <a:pt x="14" y="28"/>
                    </a:lnTo>
                    <a:lnTo>
                      <a:pt x="14" y="28"/>
                    </a:lnTo>
                    <a:lnTo>
                      <a:pt x="16" y="30"/>
                    </a:lnTo>
                    <a:lnTo>
                      <a:pt x="20" y="32"/>
                    </a:lnTo>
                    <a:lnTo>
                      <a:pt x="20" y="32"/>
                    </a:lnTo>
                    <a:lnTo>
                      <a:pt x="26" y="34"/>
                    </a:lnTo>
                    <a:lnTo>
                      <a:pt x="26" y="34"/>
                    </a:lnTo>
                    <a:lnTo>
                      <a:pt x="26" y="44"/>
                    </a:lnTo>
                    <a:lnTo>
                      <a:pt x="26" y="44"/>
                    </a:lnTo>
                    <a:lnTo>
                      <a:pt x="30" y="44"/>
                    </a:lnTo>
                    <a:lnTo>
                      <a:pt x="30" y="44"/>
                    </a:lnTo>
                    <a:lnTo>
                      <a:pt x="28" y="50"/>
                    </a:lnTo>
                    <a:lnTo>
                      <a:pt x="28" y="50"/>
                    </a:lnTo>
                    <a:lnTo>
                      <a:pt x="30" y="50"/>
                    </a:lnTo>
                    <a:lnTo>
                      <a:pt x="32" y="48"/>
                    </a:lnTo>
                    <a:lnTo>
                      <a:pt x="34" y="48"/>
                    </a:lnTo>
                    <a:lnTo>
                      <a:pt x="34" y="48"/>
                    </a:lnTo>
                    <a:lnTo>
                      <a:pt x="34" y="40"/>
                    </a:lnTo>
                    <a:lnTo>
                      <a:pt x="34" y="34"/>
                    </a:lnTo>
                    <a:lnTo>
                      <a:pt x="34" y="34"/>
                    </a:lnTo>
                    <a:lnTo>
                      <a:pt x="44" y="30"/>
                    </a:lnTo>
                    <a:lnTo>
                      <a:pt x="44" y="30"/>
                    </a:lnTo>
                    <a:lnTo>
                      <a:pt x="50" y="30"/>
                    </a:lnTo>
                    <a:lnTo>
                      <a:pt x="52" y="32"/>
                    </a:lnTo>
                    <a:lnTo>
                      <a:pt x="52" y="32"/>
                    </a:lnTo>
                    <a:lnTo>
                      <a:pt x="54" y="34"/>
                    </a:lnTo>
                    <a:lnTo>
                      <a:pt x="54" y="32"/>
                    </a:lnTo>
                    <a:lnTo>
                      <a:pt x="58" y="32"/>
                    </a:lnTo>
                    <a:lnTo>
                      <a:pt x="58" y="32"/>
                    </a:lnTo>
                    <a:lnTo>
                      <a:pt x="64" y="30"/>
                    </a:lnTo>
                    <a:lnTo>
                      <a:pt x="68" y="30"/>
                    </a:lnTo>
                    <a:lnTo>
                      <a:pt x="68" y="28"/>
                    </a:lnTo>
                    <a:lnTo>
                      <a:pt x="68" y="28"/>
                    </a:lnTo>
                    <a:lnTo>
                      <a:pt x="70" y="24"/>
                    </a:lnTo>
                    <a:lnTo>
                      <a:pt x="74" y="22"/>
                    </a:lnTo>
                    <a:lnTo>
                      <a:pt x="82"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8" name="Freeform 176">
                <a:extLst>
                  <a:ext uri="{FF2B5EF4-FFF2-40B4-BE49-F238E27FC236}">
                    <a16:creationId xmlns:a16="http://schemas.microsoft.com/office/drawing/2014/main" id="{5D98EE37-0D69-BA4B-9F2B-E1B801E0BCF8}"/>
                  </a:ext>
                </a:extLst>
              </p:cNvPr>
              <p:cNvSpPr>
                <a:spLocks/>
              </p:cNvSpPr>
              <p:nvPr/>
            </p:nvSpPr>
            <p:spPr bwMode="auto">
              <a:xfrm>
                <a:off x="3952313" y="3710844"/>
                <a:ext cx="74362" cy="52060"/>
              </a:xfrm>
              <a:custGeom>
                <a:avLst/>
                <a:gdLst>
                  <a:gd name="T0" fmla="*/ 38 w 38"/>
                  <a:gd name="T1" fmla="*/ 26 h 26"/>
                  <a:gd name="T2" fmla="*/ 38 w 38"/>
                  <a:gd name="T3" fmla="*/ 26 h 26"/>
                  <a:gd name="T4" fmla="*/ 38 w 38"/>
                  <a:gd name="T5" fmla="*/ 22 h 26"/>
                  <a:gd name="T6" fmla="*/ 38 w 38"/>
                  <a:gd name="T7" fmla="*/ 22 h 26"/>
                  <a:gd name="T8" fmla="*/ 36 w 38"/>
                  <a:gd name="T9" fmla="*/ 18 h 26"/>
                  <a:gd name="T10" fmla="*/ 36 w 38"/>
                  <a:gd name="T11" fmla="*/ 16 h 26"/>
                  <a:gd name="T12" fmla="*/ 38 w 38"/>
                  <a:gd name="T13" fmla="*/ 12 h 26"/>
                  <a:gd name="T14" fmla="*/ 36 w 38"/>
                  <a:gd name="T15" fmla="*/ 2 h 26"/>
                  <a:gd name="T16" fmla="*/ 36 w 38"/>
                  <a:gd name="T17" fmla="*/ 2 h 26"/>
                  <a:gd name="T18" fmla="*/ 32 w 38"/>
                  <a:gd name="T19" fmla="*/ 2 h 26"/>
                  <a:gd name="T20" fmla="*/ 30 w 38"/>
                  <a:gd name="T21" fmla="*/ 2 h 26"/>
                  <a:gd name="T22" fmla="*/ 26 w 38"/>
                  <a:gd name="T23" fmla="*/ 0 h 26"/>
                  <a:gd name="T24" fmla="*/ 26 w 38"/>
                  <a:gd name="T25" fmla="*/ 0 h 26"/>
                  <a:gd name="T26" fmla="*/ 20 w 38"/>
                  <a:gd name="T27" fmla="*/ 0 h 26"/>
                  <a:gd name="T28" fmla="*/ 20 w 38"/>
                  <a:gd name="T29" fmla="*/ 0 h 26"/>
                  <a:gd name="T30" fmla="*/ 26 w 38"/>
                  <a:gd name="T31" fmla="*/ 4 h 26"/>
                  <a:gd name="T32" fmla="*/ 26 w 38"/>
                  <a:gd name="T33" fmla="*/ 4 h 26"/>
                  <a:gd name="T34" fmla="*/ 26 w 38"/>
                  <a:gd name="T35" fmla="*/ 6 h 26"/>
                  <a:gd name="T36" fmla="*/ 26 w 38"/>
                  <a:gd name="T37" fmla="*/ 12 h 26"/>
                  <a:gd name="T38" fmla="*/ 26 w 38"/>
                  <a:gd name="T39" fmla="*/ 12 h 26"/>
                  <a:gd name="T40" fmla="*/ 30 w 38"/>
                  <a:gd name="T41" fmla="*/ 16 h 26"/>
                  <a:gd name="T42" fmla="*/ 30 w 38"/>
                  <a:gd name="T43" fmla="*/ 16 h 26"/>
                  <a:gd name="T44" fmla="*/ 30 w 38"/>
                  <a:gd name="T45" fmla="*/ 20 h 26"/>
                  <a:gd name="T46" fmla="*/ 30 w 38"/>
                  <a:gd name="T47" fmla="*/ 20 h 26"/>
                  <a:gd name="T48" fmla="*/ 28 w 38"/>
                  <a:gd name="T49" fmla="*/ 22 h 26"/>
                  <a:gd name="T50" fmla="*/ 26 w 38"/>
                  <a:gd name="T51" fmla="*/ 22 h 26"/>
                  <a:gd name="T52" fmla="*/ 26 w 38"/>
                  <a:gd name="T53" fmla="*/ 22 h 26"/>
                  <a:gd name="T54" fmla="*/ 16 w 38"/>
                  <a:gd name="T55" fmla="*/ 18 h 26"/>
                  <a:gd name="T56" fmla="*/ 16 w 38"/>
                  <a:gd name="T57" fmla="*/ 18 h 26"/>
                  <a:gd name="T58" fmla="*/ 12 w 38"/>
                  <a:gd name="T59" fmla="*/ 20 h 26"/>
                  <a:gd name="T60" fmla="*/ 10 w 38"/>
                  <a:gd name="T61" fmla="*/ 20 h 26"/>
                  <a:gd name="T62" fmla="*/ 10 w 38"/>
                  <a:gd name="T63" fmla="*/ 20 h 26"/>
                  <a:gd name="T64" fmla="*/ 8 w 38"/>
                  <a:gd name="T65" fmla="*/ 18 h 26"/>
                  <a:gd name="T66" fmla="*/ 4 w 38"/>
                  <a:gd name="T67" fmla="*/ 16 h 26"/>
                  <a:gd name="T68" fmla="*/ 4 w 38"/>
                  <a:gd name="T69" fmla="*/ 16 h 26"/>
                  <a:gd name="T70" fmla="*/ 0 w 38"/>
                  <a:gd name="T71" fmla="*/ 18 h 26"/>
                  <a:gd name="T72" fmla="*/ 0 w 38"/>
                  <a:gd name="T73" fmla="*/ 18 h 26"/>
                  <a:gd name="T74" fmla="*/ 0 w 38"/>
                  <a:gd name="T75" fmla="*/ 22 h 26"/>
                  <a:gd name="T76" fmla="*/ 0 w 38"/>
                  <a:gd name="T77" fmla="*/ 22 h 26"/>
                  <a:gd name="T78" fmla="*/ 6 w 38"/>
                  <a:gd name="T79" fmla="*/ 26 h 26"/>
                  <a:gd name="T80" fmla="*/ 6 w 38"/>
                  <a:gd name="T81" fmla="*/ 26 h 26"/>
                  <a:gd name="T82" fmla="*/ 10 w 38"/>
                  <a:gd name="T83" fmla="*/ 26 h 26"/>
                  <a:gd name="T84" fmla="*/ 14 w 38"/>
                  <a:gd name="T85" fmla="*/ 24 h 26"/>
                  <a:gd name="T86" fmla="*/ 14 w 38"/>
                  <a:gd name="T87" fmla="*/ 24 h 26"/>
                  <a:gd name="T88" fmla="*/ 38 w 38"/>
                  <a:gd name="T89" fmla="*/ 26 h 26"/>
                  <a:gd name="T90" fmla="*/ 38 w 38"/>
                  <a:gd name="T9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 h="26">
                    <a:moveTo>
                      <a:pt x="38" y="26"/>
                    </a:moveTo>
                    <a:lnTo>
                      <a:pt x="38" y="26"/>
                    </a:lnTo>
                    <a:lnTo>
                      <a:pt x="38" y="22"/>
                    </a:lnTo>
                    <a:lnTo>
                      <a:pt x="38" y="22"/>
                    </a:lnTo>
                    <a:lnTo>
                      <a:pt x="36" y="18"/>
                    </a:lnTo>
                    <a:lnTo>
                      <a:pt x="36" y="16"/>
                    </a:lnTo>
                    <a:lnTo>
                      <a:pt x="38" y="12"/>
                    </a:lnTo>
                    <a:lnTo>
                      <a:pt x="36" y="2"/>
                    </a:lnTo>
                    <a:lnTo>
                      <a:pt x="36" y="2"/>
                    </a:lnTo>
                    <a:lnTo>
                      <a:pt x="32" y="2"/>
                    </a:lnTo>
                    <a:lnTo>
                      <a:pt x="30" y="2"/>
                    </a:lnTo>
                    <a:lnTo>
                      <a:pt x="26" y="0"/>
                    </a:lnTo>
                    <a:lnTo>
                      <a:pt x="26" y="0"/>
                    </a:lnTo>
                    <a:lnTo>
                      <a:pt x="20" y="0"/>
                    </a:lnTo>
                    <a:lnTo>
                      <a:pt x="20" y="0"/>
                    </a:lnTo>
                    <a:lnTo>
                      <a:pt x="26" y="4"/>
                    </a:lnTo>
                    <a:lnTo>
                      <a:pt x="26" y="4"/>
                    </a:lnTo>
                    <a:lnTo>
                      <a:pt x="26" y="6"/>
                    </a:lnTo>
                    <a:lnTo>
                      <a:pt x="26" y="12"/>
                    </a:lnTo>
                    <a:lnTo>
                      <a:pt x="26" y="12"/>
                    </a:lnTo>
                    <a:lnTo>
                      <a:pt x="30" y="16"/>
                    </a:lnTo>
                    <a:lnTo>
                      <a:pt x="30" y="16"/>
                    </a:lnTo>
                    <a:lnTo>
                      <a:pt x="30" y="20"/>
                    </a:lnTo>
                    <a:lnTo>
                      <a:pt x="30" y="20"/>
                    </a:lnTo>
                    <a:lnTo>
                      <a:pt x="28" y="22"/>
                    </a:lnTo>
                    <a:lnTo>
                      <a:pt x="26" y="22"/>
                    </a:lnTo>
                    <a:lnTo>
                      <a:pt x="26" y="22"/>
                    </a:lnTo>
                    <a:lnTo>
                      <a:pt x="16" y="18"/>
                    </a:lnTo>
                    <a:lnTo>
                      <a:pt x="16" y="18"/>
                    </a:lnTo>
                    <a:lnTo>
                      <a:pt x="12" y="20"/>
                    </a:lnTo>
                    <a:lnTo>
                      <a:pt x="10" y="20"/>
                    </a:lnTo>
                    <a:lnTo>
                      <a:pt x="10" y="20"/>
                    </a:lnTo>
                    <a:lnTo>
                      <a:pt x="8" y="18"/>
                    </a:lnTo>
                    <a:lnTo>
                      <a:pt x="4" y="16"/>
                    </a:lnTo>
                    <a:lnTo>
                      <a:pt x="4" y="16"/>
                    </a:lnTo>
                    <a:lnTo>
                      <a:pt x="0" y="18"/>
                    </a:lnTo>
                    <a:lnTo>
                      <a:pt x="0" y="18"/>
                    </a:lnTo>
                    <a:lnTo>
                      <a:pt x="0" y="22"/>
                    </a:lnTo>
                    <a:lnTo>
                      <a:pt x="0" y="22"/>
                    </a:lnTo>
                    <a:lnTo>
                      <a:pt x="6" y="26"/>
                    </a:lnTo>
                    <a:lnTo>
                      <a:pt x="6" y="26"/>
                    </a:lnTo>
                    <a:lnTo>
                      <a:pt x="10" y="26"/>
                    </a:lnTo>
                    <a:lnTo>
                      <a:pt x="14" y="24"/>
                    </a:lnTo>
                    <a:lnTo>
                      <a:pt x="14" y="24"/>
                    </a:lnTo>
                    <a:lnTo>
                      <a:pt x="38" y="26"/>
                    </a:lnTo>
                    <a:lnTo>
                      <a:pt x="38"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599" name="Freeform 180">
                <a:extLst>
                  <a:ext uri="{FF2B5EF4-FFF2-40B4-BE49-F238E27FC236}">
                    <a16:creationId xmlns:a16="http://schemas.microsoft.com/office/drawing/2014/main" id="{B47DF9A9-C69B-344D-84AB-8BEB6EA6DF60}"/>
                  </a:ext>
                </a:extLst>
              </p:cNvPr>
              <p:cNvSpPr>
                <a:spLocks/>
              </p:cNvSpPr>
              <p:nvPr/>
            </p:nvSpPr>
            <p:spPr bwMode="auto">
              <a:xfrm>
                <a:off x="3474829" y="3774920"/>
                <a:ext cx="109586" cy="140165"/>
              </a:xfrm>
              <a:custGeom>
                <a:avLst/>
                <a:gdLst>
                  <a:gd name="T0" fmla="*/ 30 w 56"/>
                  <a:gd name="T1" fmla="*/ 70 h 70"/>
                  <a:gd name="T2" fmla="*/ 32 w 56"/>
                  <a:gd name="T3" fmla="*/ 68 h 70"/>
                  <a:gd name="T4" fmla="*/ 36 w 56"/>
                  <a:gd name="T5" fmla="*/ 66 h 70"/>
                  <a:gd name="T6" fmla="*/ 36 w 56"/>
                  <a:gd name="T7" fmla="*/ 62 h 70"/>
                  <a:gd name="T8" fmla="*/ 42 w 56"/>
                  <a:gd name="T9" fmla="*/ 58 h 70"/>
                  <a:gd name="T10" fmla="*/ 44 w 56"/>
                  <a:gd name="T11" fmla="*/ 56 h 70"/>
                  <a:gd name="T12" fmla="*/ 46 w 56"/>
                  <a:gd name="T13" fmla="*/ 50 h 70"/>
                  <a:gd name="T14" fmla="*/ 52 w 56"/>
                  <a:gd name="T15" fmla="*/ 44 h 70"/>
                  <a:gd name="T16" fmla="*/ 54 w 56"/>
                  <a:gd name="T17" fmla="*/ 44 h 70"/>
                  <a:gd name="T18" fmla="*/ 56 w 56"/>
                  <a:gd name="T19" fmla="*/ 40 h 70"/>
                  <a:gd name="T20" fmla="*/ 48 w 56"/>
                  <a:gd name="T21" fmla="*/ 40 h 70"/>
                  <a:gd name="T22" fmla="*/ 44 w 56"/>
                  <a:gd name="T23" fmla="*/ 38 h 70"/>
                  <a:gd name="T24" fmla="*/ 22 w 56"/>
                  <a:gd name="T25" fmla="*/ 0 h 70"/>
                  <a:gd name="T26" fmla="*/ 16 w 56"/>
                  <a:gd name="T27" fmla="*/ 8 h 70"/>
                  <a:gd name="T28" fmla="*/ 16 w 56"/>
                  <a:gd name="T29" fmla="*/ 12 h 70"/>
                  <a:gd name="T30" fmla="*/ 22 w 56"/>
                  <a:gd name="T31" fmla="*/ 20 h 70"/>
                  <a:gd name="T32" fmla="*/ 24 w 56"/>
                  <a:gd name="T33" fmla="*/ 24 h 70"/>
                  <a:gd name="T34" fmla="*/ 26 w 56"/>
                  <a:gd name="T35" fmla="*/ 30 h 70"/>
                  <a:gd name="T36" fmla="*/ 10 w 56"/>
                  <a:gd name="T37" fmla="*/ 28 h 70"/>
                  <a:gd name="T38" fmla="*/ 2 w 56"/>
                  <a:gd name="T39" fmla="*/ 38 h 70"/>
                  <a:gd name="T40" fmla="*/ 2 w 56"/>
                  <a:gd name="T41" fmla="*/ 42 h 70"/>
                  <a:gd name="T42" fmla="*/ 2 w 56"/>
                  <a:gd name="T43" fmla="*/ 46 h 70"/>
                  <a:gd name="T44" fmla="*/ 0 w 56"/>
                  <a:gd name="T45" fmla="*/ 50 h 70"/>
                  <a:gd name="T46" fmla="*/ 2 w 56"/>
                  <a:gd name="T47" fmla="*/ 50 h 70"/>
                  <a:gd name="T48" fmla="*/ 6 w 56"/>
                  <a:gd name="T49" fmla="*/ 52 h 70"/>
                  <a:gd name="T50" fmla="*/ 12 w 56"/>
                  <a:gd name="T51" fmla="*/ 60 h 70"/>
                  <a:gd name="T52" fmla="*/ 18 w 56"/>
                  <a:gd name="T53" fmla="*/ 62 h 70"/>
                  <a:gd name="T54" fmla="*/ 18 w 56"/>
                  <a:gd name="T55" fmla="*/ 64 h 70"/>
                  <a:gd name="T56" fmla="*/ 20 w 56"/>
                  <a:gd name="T57" fmla="*/ 68 h 70"/>
                  <a:gd name="T58" fmla="*/ 20 w 56"/>
                  <a:gd name="T59" fmla="*/ 68 h 70"/>
                  <a:gd name="T60" fmla="*/ 26 w 56"/>
                  <a:gd name="T61" fmla="*/ 68 h 70"/>
                  <a:gd name="T62" fmla="*/ 30 w 56"/>
                  <a:gd name="T63"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 h="70">
                    <a:moveTo>
                      <a:pt x="30" y="70"/>
                    </a:moveTo>
                    <a:lnTo>
                      <a:pt x="30" y="70"/>
                    </a:lnTo>
                    <a:lnTo>
                      <a:pt x="30" y="68"/>
                    </a:lnTo>
                    <a:lnTo>
                      <a:pt x="32" y="68"/>
                    </a:lnTo>
                    <a:lnTo>
                      <a:pt x="36" y="68"/>
                    </a:lnTo>
                    <a:lnTo>
                      <a:pt x="36" y="66"/>
                    </a:lnTo>
                    <a:lnTo>
                      <a:pt x="36" y="66"/>
                    </a:lnTo>
                    <a:lnTo>
                      <a:pt x="36" y="62"/>
                    </a:lnTo>
                    <a:lnTo>
                      <a:pt x="40" y="60"/>
                    </a:lnTo>
                    <a:lnTo>
                      <a:pt x="42" y="58"/>
                    </a:lnTo>
                    <a:lnTo>
                      <a:pt x="42" y="58"/>
                    </a:lnTo>
                    <a:lnTo>
                      <a:pt x="44" y="56"/>
                    </a:lnTo>
                    <a:lnTo>
                      <a:pt x="46" y="50"/>
                    </a:lnTo>
                    <a:lnTo>
                      <a:pt x="46" y="50"/>
                    </a:lnTo>
                    <a:lnTo>
                      <a:pt x="46" y="46"/>
                    </a:lnTo>
                    <a:lnTo>
                      <a:pt x="52" y="44"/>
                    </a:lnTo>
                    <a:lnTo>
                      <a:pt x="52" y="44"/>
                    </a:lnTo>
                    <a:lnTo>
                      <a:pt x="54" y="44"/>
                    </a:lnTo>
                    <a:lnTo>
                      <a:pt x="54" y="42"/>
                    </a:lnTo>
                    <a:lnTo>
                      <a:pt x="56" y="40"/>
                    </a:lnTo>
                    <a:lnTo>
                      <a:pt x="56" y="40"/>
                    </a:lnTo>
                    <a:lnTo>
                      <a:pt x="48" y="40"/>
                    </a:lnTo>
                    <a:lnTo>
                      <a:pt x="48" y="38"/>
                    </a:lnTo>
                    <a:lnTo>
                      <a:pt x="44" y="38"/>
                    </a:lnTo>
                    <a:lnTo>
                      <a:pt x="44" y="0"/>
                    </a:lnTo>
                    <a:lnTo>
                      <a:pt x="22" y="0"/>
                    </a:lnTo>
                    <a:lnTo>
                      <a:pt x="20" y="8"/>
                    </a:lnTo>
                    <a:lnTo>
                      <a:pt x="16" y="8"/>
                    </a:lnTo>
                    <a:lnTo>
                      <a:pt x="16" y="12"/>
                    </a:lnTo>
                    <a:lnTo>
                      <a:pt x="16" y="12"/>
                    </a:lnTo>
                    <a:lnTo>
                      <a:pt x="18" y="16"/>
                    </a:lnTo>
                    <a:lnTo>
                      <a:pt x="22" y="20"/>
                    </a:lnTo>
                    <a:lnTo>
                      <a:pt x="22" y="20"/>
                    </a:lnTo>
                    <a:lnTo>
                      <a:pt x="24" y="24"/>
                    </a:lnTo>
                    <a:lnTo>
                      <a:pt x="26" y="26"/>
                    </a:lnTo>
                    <a:lnTo>
                      <a:pt x="26" y="30"/>
                    </a:lnTo>
                    <a:lnTo>
                      <a:pt x="10" y="28"/>
                    </a:lnTo>
                    <a:lnTo>
                      <a:pt x="10" y="28"/>
                    </a:lnTo>
                    <a:lnTo>
                      <a:pt x="4" y="34"/>
                    </a:lnTo>
                    <a:lnTo>
                      <a:pt x="2" y="38"/>
                    </a:lnTo>
                    <a:lnTo>
                      <a:pt x="2" y="42"/>
                    </a:lnTo>
                    <a:lnTo>
                      <a:pt x="2" y="42"/>
                    </a:lnTo>
                    <a:lnTo>
                      <a:pt x="2" y="44"/>
                    </a:lnTo>
                    <a:lnTo>
                      <a:pt x="2" y="46"/>
                    </a:lnTo>
                    <a:lnTo>
                      <a:pt x="0" y="50"/>
                    </a:lnTo>
                    <a:lnTo>
                      <a:pt x="0" y="50"/>
                    </a:lnTo>
                    <a:lnTo>
                      <a:pt x="2" y="50"/>
                    </a:lnTo>
                    <a:lnTo>
                      <a:pt x="2" y="50"/>
                    </a:lnTo>
                    <a:lnTo>
                      <a:pt x="6" y="52"/>
                    </a:lnTo>
                    <a:lnTo>
                      <a:pt x="6" y="52"/>
                    </a:lnTo>
                    <a:lnTo>
                      <a:pt x="8" y="56"/>
                    </a:lnTo>
                    <a:lnTo>
                      <a:pt x="12" y="60"/>
                    </a:lnTo>
                    <a:lnTo>
                      <a:pt x="12" y="60"/>
                    </a:lnTo>
                    <a:lnTo>
                      <a:pt x="18" y="62"/>
                    </a:lnTo>
                    <a:lnTo>
                      <a:pt x="18" y="62"/>
                    </a:lnTo>
                    <a:lnTo>
                      <a:pt x="18" y="64"/>
                    </a:lnTo>
                    <a:lnTo>
                      <a:pt x="20" y="68"/>
                    </a:lnTo>
                    <a:lnTo>
                      <a:pt x="20" y="68"/>
                    </a:lnTo>
                    <a:lnTo>
                      <a:pt x="20" y="68"/>
                    </a:lnTo>
                    <a:lnTo>
                      <a:pt x="20" y="68"/>
                    </a:lnTo>
                    <a:lnTo>
                      <a:pt x="24" y="68"/>
                    </a:lnTo>
                    <a:lnTo>
                      <a:pt x="26" y="68"/>
                    </a:lnTo>
                    <a:lnTo>
                      <a:pt x="28" y="70"/>
                    </a:lnTo>
                    <a:lnTo>
                      <a:pt x="30"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0" name="Freeform 198">
                <a:extLst>
                  <a:ext uri="{FF2B5EF4-FFF2-40B4-BE49-F238E27FC236}">
                    <a16:creationId xmlns:a16="http://schemas.microsoft.com/office/drawing/2014/main" id="{A275E310-3751-A242-998E-CEE5F9612B0F}"/>
                  </a:ext>
                </a:extLst>
              </p:cNvPr>
              <p:cNvSpPr>
                <a:spLocks/>
              </p:cNvSpPr>
              <p:nvPr/>
            </p:nvSpPr>
            <p:spPr bwMode="auto">
              <a:xfrm>
                <a:off x="3533536" y="3891056"/>
                <a:ext cx="74362" cy="48057"/>
              </a:xfrm>
              <a:custGeom>
                <a:avLst/>
                <a:gdLst>
                  <a:gd name="T0" fmla="*/ 0 w 38"/>
                  <a:gd name="T1" fmla="*/ 12 h 24"/>
                  <a:gd name="T2" fmla="*/ 0 w 38"/>
                  <a:gd name="T3" fmla="*/ 12 h 24"/>
                  <a:gd name="T4" fmla="*/ 4 w 38"/>
                  <a:gd name="T5" fmla="*/ 14 h 24"/>
                  <a:gd name="T6" fmla="*/ 8 w 38"/>
                  <a:gd name="T7" fmla="*/ 16 h 24"/>
                  <a:gd name="T8" fmla="*/ 8 w 38"/>
                  <a:gd name="T9" fmla="*/ 16 h 24"/>
                  <a:gd name="T10" fmla="*/ 8 w 38"/>
                  <a:gd name="T11" fmla="*/ 18 h 24"/>
                  <a:gd name="T12" fmla="*/ 8 w 38"/>
                  <a:gd name="T13" fmla="*/ 20 h 24"/>
                  <a:gd name="T14" fmla="*/ 8 w 38"/>
                  <a:gd name="T15" fmla="*/ 20 h 24"/>
                  <a:gd name="T16" fmla="*/ 14 w 38"/>
                  <a:gd name="T17" fmla="*/ 20 h 24"/>
                  <a:gd name="T18" fmla="*/ 18 w 38"/>
                  <a:gd name="T19" fmla="*/ 20 h 24"/>
                  <a:gd name="T20" fmla="*/ 18 w 38"/>
                  <a:gd name="T21" fmla="*/ 20 h 24"/>
                  <a:gd name="T22" fmla="*/ 26 w 38"/>
                  <a:gd name="T23" fmla="*/ 20 h 24"/>
                  <a:gd name="T24" fmla="*/ 34 w 38"/>
                  <a:gd name="T25" fmla="*/ 24 h 24"/>
                  <a:gd name="T26" fmla="*/ 34 w 38"/>
                  <a:gd name="T27" fmla="*/ 24 h 24"/>
                  <a:gd name="T28" fmla="*/ 36 w 38"/>
                  <a:gd name="T29" fmla="*/ 20 h 24"/>
                  <a:gd name="T30" fmla="*/ 36 w 38"/>
                  <a:gd name="T31" fmla="*/ 20 h 24"/>
                  <a:gd name="T32" fmla="*/ 38 w 38"/>
                  <a:gd name="T33" fmla="*/ 20 h 24"/>
                  <a:gd name="T34" fmla="*/ 38 w 38"/>
                  <a:gd name="T35" fmla="*/ 10 h 24"/>
                  <a:gd name="T36" fmla="*/ 38 w 38"/>
                  <a:gd name="T37" fmla="*/ 10 h 24"/>
                  <a:gd name="T38" fmla="*/ 38 w 38"/>
                  <a:gd name="T39" fmla="*/ 10 h 24"/>
                  <a:gd name="T40" fmla="*/ 32 w 38"/>
                  <a:gd name="T41" fmla="*/ 8 h 24"/>
                  <a:gd name="T42" fmla="*/ 32 w 38"/>
                  <a:gd name="T43" fmla="*/ 8 h 24"/>
                  <a:gd name="T44" fmla="*/ 28 w 38"/>
                  <a:gd name="T45" fmla="*/ 6 h 24"/>
                  <a:gd name="T46" fmla="*/ 26 w 38"/>
                  <a:gd name="T47" fmla="*/ 4 h 24"/>
                  <a:gd name="T48" fmla="*/ 26 w 38"/>
                  <a:gd name="T49" fmla="*/ 4 h 24"/>
                  <a:gd name="T50" fmla="*/ 18 w 38"/>
                  <a:gd name="T51" fmla="*/ 2 h 24"/>
                  <a:gd name="T52" fmla="*/ 12 w 38"/>
                  <a:gd name="T53" fmla="*/ 0 h 24"/>
                  <a:gd name="T54" fmla="*/ 12 w 38"/>
                  <a:gd name="T55" fmla="*/ 0 h 24"/>
                  <a:gd name="T56" fmla="*/ 10 w 38"/>
                  <a:gd name="T57" fmla="*/ 2 h 24"/>
                  <a:gd name="T58" fmla="*/ 6 w 38"/>
                  <a:gd name="T59" fmla="*/ 4 h 24"/>
                  <a:gd name="T60" fmla="*/ 6 w 38"/>
                  <a:gd name="T61" fmla="*/ 8 h 24"/>
                  <a:gd name="T62" fmla="*/ 6 w 38"/>
                  <a:gd name="T63" fmla="*/ 8 h 24"/>
                  <a:gd name="T64" fmla="*/ 6 w 38"/>
                  <a:gd name="T65" fmla="*/ 10 h 24"/>
                  <a:gd name="T66" fmla="*/ 2 w 38"/>
                  <a:gd name="T67" fmla="*/ 10 h 24"/>
                  <a:gd name="T68" fmla="*/ 0 w 38"/>
                  <a:gd name="T69" fmla="*/ 10 h 24"/>
                  <a:gd name="T70" fmla="*/ 0 w 38"/>
                  <a:gd name="T71" fmla="*/ 12 h 24"/>
                  <a:gd name="T72" fmla="*/ 0 w 38"/>
                  <a:gd name="T7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24">
                    <a:moveTo>
                      <a:pt x="0" y="12"/>
                    </a:moveTo>
                    <a:lnTo>
                      <a:pt x="0" y="12"/>
                    </a:lnTo>
                    <a:lnTo>
                      <a:pt x="4" y="14"/>
                    </a:lnTo>
                    <a:lnTo>
                      <a:pt x="8" y="16"/>
                    </a:lnTo>
                    <a:lnTo>
                      <a:pt x="8" y="16"/>
                    </a:lnTo>
                    <a:lnTo>
                      <a:pt x="8" y="18"/>
                    </a:lnTo>
                    <a:lnTo>
                      <a:pt x="8" y="20"/>
                    </a:lnTo>
                    <a:lnTo>
                      <a:pt x="8" y="20"/>
                    </a:lnTo>
                    <a:lnTo>
                      <a:pt x="14" y="20"/>
                    </a:lnTo>
                    <a:lnTo>
                      <a:pt x="18" y="20"/>
                    </a:lnTo>
                    <a:lnTo>
                      <a:pt x="18" y="20"/>
                    </a:lnTo>
                    <a:lnTo>
                      <a:pt x="26" y="20"/>
                    </a:lnTo>
                    <a:lnTo>
                      <a:pt x="34" y="24"/>
                    </a:lnTo>
                    <a:lnTo>
                      <a:pt x="34" y="24"/>
                    </a:lnTo>
                    <a:lnTo>
                      <a:pt x="36" y="20"/>
                    </a:lnTo>
                    <a:lnTo>
                      <a:pt x="36" y="20"/>
                    </a:lnTo>
                    <a:lnTo>
                      <a:pt x="38" y="20"/>
                    </a:lnTo>
                    <a:lnTo>
                      <a:pt x="38" y="10"/>
                    </a:lnTo>
                    <a:lnTo>
                      <a:pt x="38" y="10"/>
                    </a:lnTo>
                    <a:lnTo>
                      <a:pt x="38" y="10"/>
                    </a:lnTo>
                    <a:lnTo>
                      <a:pt x="32" y="8"/>
                    </a:lnTo>
                    <a:lnTo>
                      <a:pt x="32" y="8"/>
                    </a:lnTo>
                    <a:lnTo>
                      <a:pt x="28" y="6"/>
                    </a:lnTo>
                    <a:lnTo>
                      <a:pt x="26" y="4"/>
                    </a:lnTo>
                    <a:lnTo>
                      <a:pt x="26" y="4"/>
                    </a:lnTo>
                    <a:lnTo>
                      <a:pt x="18" y="2"/>
                    </a:lnTo>
                    <a:lnTo>
                      <a:pt x="12" y="0"/>
                    </a:lnTo>
                    <a:lnTo>
                      <a:pt x="12" y="0"/>
                    </a:lnTo>
                    <a:lnTo>
                      <a:pt x="10" y="2"/>
                    </a:lnTo>
                    <a:lnTo>
                      <a:pt x="6" y="4"/>
                    </a:lnTo>
                    <a:lnTo>
                      <a:pt x="6" y="8"/>
                    </a:lnTo>
                    <a:lnTo>
                      <a:pt x="6" y="8"/>
                    </a:lnTo>
                    <a:lnTo>
                      <a:pt x="6" y="10"/>
                    </a:lnTo>
                    <a:lnTo>
                      <a:pt x="2" y="10"/>
                    </a:lnTo>
                    <a:lnTo>
                      <a:pt x="0" y="10"/>
                    </a:lnTo>
                    <a:lnTo>
                      <a:pt x="0" y="12"/>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1" name="Freeform 201">
                <a:extLst>
                  <a:ext uri="{FF2B5EF4-FFF2-40B4-BE49-F238E27FC236}">
                    <a16:creationId xmlns:a16="http://schemas.microsoft.com/office/drawing/2014/main" id="{2AFCE135-C3D4-0340-A026-BFA80942314F}"/>
                  </a:ext>
                </a:extLst>
              </p:cNvPr>
              <p:cNvSpPr>
                <a:spLocks/>
              </p:cNvSpPr>
              <p:nvPr/>
            </p:nvSpPr>
            <p:spPr bwMode="auto">
              <a:xfrm>
                <a:off x="4022761" y="3710844"/>
                <a:ext cx="93930" cy="64075"/>
              </a:xfrm>
              <a:custGeom>
                <a:avLst/>
                <a:gdLst>
                  <a:gd name="T0" fmla="*/ 2 w 48"/>
                  <a:gd name="T1" fmla="*/ 26 h 32"/>
                  <a:gd name="T2" fmla="*/ 2 w 48"/>
                  <a:gd name="T3" fmla="*/ 26 h 32"/>
                  <a:gd name="T4" fmla="*/ 6 w 48"/>
                  <a:gd name="T5" fmla="*/ 32 h 32"/>
                  <a:gd name="T6" fmla="*/ 6 w 48"/>
                  <a:gd name="T7" fmla="*/ 32 h 32"/>
                  <a:gd name="T8" fmla="*/ 8 w 48"/>
                  <a:gd name="T9" fmla="*/ 32 h 32"/>
                  <a:gd name="T10" fmla="*/ 8 w 48"/>
                  <a:gd name="T11" fmla="*/ 32 h 32"/>
                  <a:gd name="T12" fmla="*/ 12 w 48"/>
                  <a:gd name="T13" fmla="*/ 26 h 32"/>
                  <a:gd name="T14" fmla="*/ 12 w 48"/>
                  <a:gd name="T15" fmla="*/ 26 h 32"/>
                  <a:gd name="T16" fmla="*/ 10 w 48"/>
                  <a:gd name="T17" fmla="*/ 20 h 32"/>
                  <a:gd name="T18" fmla="*/ 10 w 48"/>
                  <a:gd name="T19" fmla="*/ 20 h 32"/>
                  <a:gd name="T20" fmla="*/ 18 w 48"/>
                  <a:gd name="T21" fmla="*/ 22 h 32"/>
                  <a:gd name="T22" fmla="*/ 18 w 48"/>
                  <a:gd name="T23" fmla="*/ 22 h 32"/>
                  <a:gd name="T24" fmla="*/ 20 w 48"/>
                  <a:gd name="T25" fmla="*/ 26 h 32"/>
                  <a:gd name="T26" fmla="*/ 20 w 48"/>
                  <a:gd name="T27" fmla="*/ 26 h 32"/>
                  <a:gd name="T28" fmla="*/ 24 w 48"/>
                  <a:gd name="T29" fmla="*/ 26 h 32"/>
                  <a:gd name="T30" fmla="*/ 28 w 48"/>
                  <a:gd name="T31" fmla="*/ 24 h 32"/>
                  <a:gd name="T32" fmla="*/ 28 w 48"/>
                  <a:gd name="T33" fmla="*/ 20 h 32"/>
                  <a:gd name="T34" fmla="*/ 28 w 48"/>
                  <a:gd name="T35" fmla="*/ 20 h 32"/>
                  <a:gd name="T36" fmla="*/ 34 w 48"/>
                  <a:gd name="T37" fmla="*/ 20 h 32"/>
                  <a:gd name="T38" fmla="*/ 42 w 48"/>
                  <a:gd name="T39" fmla="*/ 22 h 32"/>
                  <a:gd name="T40" fmla="*/ 46 w 48"/>
                  <a:gd name="T41" fmla="*/ 22 h 32"/>
                  <a:gd name="T42" fmla="*/ 48 w 48"/>
                  <a:gd name="T43" fmla="*/ 20 h 32"/>
                  <a:gd name="T44" fmla="*/ 48 w 48"/>
                  <a:gd name="T45" fmla="*/ 18 h 32"/>
                  <a:gd name="T46" fmla="*/ 46 w 48"/>
                  <a:gd name="T47" fmla="*/ 14 h 32"/>
                  <a:gd name="T48" fmla="*/ 46 w 48"/>
                  <a:gd name="T49" fmla="*/ 14 h 32"/>
                  <a:gd name="T50" fmla="*/ 42 w 48"/>
                  <a:gd name="T51" fmla="*/ 12 h 32"/>
                  <a:gd name="T52" fmla="*/ 38 w 48"/>
                  <a:gd name="T53" fmla="*/ 10 h 32"/>
                  <a:gd name="T54" fmla="*/ 38 w 48"/>
                  <a:gd name="T55" fmla="*/ 10 h 32"/>
                  <a:gd name="T56" fmla="*/ 36 w 48"/>
                  <a:gd name="T57" fmla="*/ 10 h 32"/>
                  <a:gd name="T58" fmla="*/ 28 w 48"/>
                  <a:gd name="T59" fmla="*/ 8 h 32"/>
                  <a:gd name="T60" fmla="*/ 28 w 48"/>
                  <a:gd name="T61" fmla="*/ 8 h 32"/>
                  <a:gd name="T62" fmla="*/ 26 w 48"/>
                  <a:gd name="T63" fmla="*/ 6 h 32"/>
                  <a:gd name="T64" fmla="*/ 22 w 48"/>
                  <a:gd name="T65" fmla="*/ 2 h 32"/>
                  <a:gd name="T66" fmla="*/ 22 w 48"/>
                  <a:gd name="T67" fmla="*/ 2 h 32"/>
                  <a:gd name="T68" fmla="*/ 18 w 48"/>
                  <a:gd name="T69" fmla="*/ 2 h 32"/>
                  <a:gd name="T70" fmla="*/ 18 w 48"/>
                  <a:gd name="T71" fmla="*/ 2 h 32"/>
                  <a:gd name="T72" fmla="*/ 16 w 48"/>
                  <a:gd name="T73" fmla="*/ 0 h 32"/>
                  <a:gd name="T74" fmla="*/ 16 w 48"/>
                  <a:gd name="T75" fmla="*/ 0 h 32"/>
                  <a:gd name="T76" fmla="*/ 6 w 48"/>
                  <a:gd name="T77" fmla="*/ 0 h 32"/>
                  <a:gd name="T78" fmla="*/ 6 w 48"/>
                  <a:gd name="T79" fmla="*/ 0 h 32"/>
                  <a:gd name="T80" fmla="*/ 2 w 48"/>
                  <a:gd name="T81" fmla="*/ 2 h 32"/>
                  <a:gd name="T82" fmla="*/ 2 w 48"/>
                  <a:gd name="T83" fmla="*/ 2 h 32"/>
                  <a:gd name="T84" fmla="*/ 0 w 48"/>
                  <a:gd name="T85" fmla="*/ 2 h 32"/>
                  <a:gd name="T86" fmla="*/ 2 w 48"/>
                  <a:gd name="T87" fmla="*/ 12 h 32"/>
                  <a:gd name="T88" fmla="*/ 0 w 48"/>
                  <a:gd name="T89" fmla="*/ 16 h 32"/>
                  <a:gd name="T90" fmla="*/ 0 w 48"/>
                  <a:gd name="T91" fmla="*/ 18 h 32"/>
                  <a:gd name="T92" fmla="*/ 0 w 48"/>
                  <a:gd name="T93" fmla="*/ 18 h 32"/>
                  <a:gd name="T94" fmla="*/ 2 w 48"/>
                  <a:gd name="T95" fmla="*/ 22 h 32"/>
                  <a:gd name="T96" fmla="*/ 2 w 48"/>
                  <a:gd name="T97" fmla="*/ 22 h 32"/>
                  <a:gd name="T98" fmla="*/ 2 w 48"/>
                  <a:gd name="T99" fmla="*/ 26 h 32"/>
                  <a:gd name="T100" fmla="*/ 2 w 48"/>
                  <a:gd name="T101"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 h="32">
                    <a:moveTo>
                      <a:pt x="2" y="26"/>
                    </a:moveTo>
                    <a:lnTo>
                      <a:pt x="2" y="26"/>
                    </a:lnTo>
                    <a:lnTo>
                      <a:pt x="6" y="32"/>
                    </a:lnTo>
                    <a:lnTo>
                      <a:pt x="6" y="32"/>
                    </a:lnTo>
                    <a:lnTo>
                      <a:pt x="8" y="32"/>
                    </a:lnTo>
                    <a:lnTo>
                      <a:pt x="8" y="32"/>
                    </a:lnTo>
                    <a:lnTo>
                      <a:pt x="12" y="26"/>
                    </a:lnTo>
                    <a:lnTo>
                      <a:pt x="12" y="26"/>
                    </a:lnTo>
                    <a:lnTo>
                      <a:pt x="10" y="20"/>
                    </a:lnTo>
                    <a:lnTo>
                      <a:pt x="10" y="20"/>
                    </a:lnTo>
                    <a:lnTo>
                      <a:pt x="18" y="22"/>
                    </a:lnTo>
                    <a:lnTo>
                      <a:pt x="18" y="22"/>
                    </a:lnTo>
                    <a:lnTo>
                      <a:pt x="20" y="26"/>
                    </a:lnTo>
                    <a:lnTo>
                      <a:pt x="20" y="26"/>
                    </a:lnTo>
                    <a:lnTo>
                      <a:pt x="24" y="26"/>
                    </a:lnTo>
                    <a:lnTo>
                      <a:pt x="28" y="24"/>
                    </a:lnTo>
                    <a:lnTo>
                      <a:pt x="28" y="20"/>
                    </a:lnTo>
                    <a:lnTo>
                      <a:pt x="28" y="20"/>
                    </a:lnTo>
                    <a:lnTo>
                      <a:pt x="34" y="20"/>
                    </a:lnTo>
                    <a:lnTo>
                      <a:pt x="42" y="22"/>
                    </a:lnTo>
                    <a:lnTo>
                      <a:pt x="46" y="22"/>
                    </a:lnTo>
                    <a:lnTo>
                      <a:pt x="48" y="20"/>
                    </a:lnTo>
                    <a:lnTo>
                      <a:pt x="48" y="18"/>
                    </a:lnTo>
                    <a:lnTo>
                      <a:pt x="46" y="14"/>
                    </a:lnTo>
                    <a:lnTo>
                      <a:pt x="46" y="14"/>
                    </a:lnTo>
                    <a:lnTo>
                      <a:pt x="42" y="12"/>
                    </a:lnTo>
                    <a:lnTo>
                      <a:pt x="38" y="10"/>
                    </a:lnTo>
                    <a:lnTo>
                      <a:pt x="38" y="10"/>
                    </a:lnTo>
                    <a:lnTo>
                      <a:pt x="36" y="10"/>
                    </a:lnTo>
                    <a:lnTo>
                      <a:pt x="28" y="8"/>
                    </a:lnTo>
                    <a:lnTo>
                      <a:pt x="28" y="8"/>
                    </a:lnTo>
                    <a:lnTo>
                      <a:pt x="26" y="6"/>
                    </a:lnTo>
                    <a:lnTo>
                      <a:pt x="22" y="2"/>
                    </a:lnTo>
                    <a:lnTo>
                      <a:pt x="22" y="2"/>
                    </a:lnTo>
                    <a:lnTo>
                      <a:pt x="18" y="2"/>
                    </a:lnTo>
                    <a:lnTo>
                      <a:pt x="18" y="2"/>
                    </a:lnTo>
                    <a:lnTo>
                      <a:pt x="16" y="0"/>
                    </a:lnTo>
                    <a:lnTo>
                      <a:pt x="16" y="0"/>
                    </a:lnTo>
                    <a:lnTo>
                      <a:pt x="6" y="0"/>
                    </a:lnTo>
                    <a:lnTo>
                      <a:pt x="6" y="0"/>
                    </a:lnTo>
                    <a:lnTo>
                      <a:pt x="2" y="2"/>
                    </a:lnTo>
                    <a:lnTo>
                      <a:pt x="2" y="2"/>
                    </a:lnTo>
                    <a:lnTo>
                      <a:pt x="0" y="2"/>
                    </a:lnTo>
                    <a:lnTo>
                      <a:pt x="2" y="12"/>
                    </a:lnTo>
                    <a:lnTo>
                      <a:pt x="0" y="16"/>
                    </a:lnTo>
                    <a:lnTo>
                      <a:pt x="0" y="18"/>
                    </a:lnTo>
                    <a:lnTo>
                      <a:pt x="0" y="18"/>
                    </a:lnTo>
                    <a:lnTo>
                      <a:pt x="2" y="22"/>
                    </a:lnTo>
                    <a:lnTo>
                      <a:pt x="2" y="22"/>
                    </a:lnTo>
                    <a:lnTo>
                      <a:pt x="2" y="26"/>
                    </a:lnTo>
                    <a:lnTo>
                      <a:pt x="2"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2" name="Freeform 206">
                <a:extLst>
                  <a:ext uri="{FF2B5EF4-FFF2-40B4-BE49-F238E27FC236}">
                    <a16:creationId xmlns:a16="http://schemas.microsoft.com/office/drawing/2014/main" id="{83D54E1D-CE34-0044-AF37-10D93014A2EB}"/>
                  </a:ext>
                </a:extLst>
              </p:cNvPr>
              <p:cNvSpPr>
                <a:spLocks noEditPoints="1"/>
              </p:cNvSpPr>
              <p:nvPr/>
            </p:nvSpPr>
            <p:spPr bwMode="auto">
              <a:xfrm>
                <a:off x="3689996" y="3590703"/>
                <a:ext cx="265512" cy="120141"/>
              </a:xfrm>
              <a:custGeom>
                <a:avLst/>
                <a:gdLst>
                  <a:gd name="T0" fmla="*/ 22 w 136"/>
                  <a:gd name="T1" fmla="*/ 24 h 60"/>
                  <a:gd name="T2" fmla="*/ 24 w 136"/>
                  <a:gd name="T3" fmla="*/ 24 h 60"/>
                  <a:gd name="T4" fmla="*/ 20 w 136"/>
                  <a:gd name="T5" fmla="*/ 30 h 60"/>
                  <a:gd name="T6" fmla="*/ 22 w 136"/>
                  <a:gd name="T7" fmla="*/ 30 h 60"/>
                  <a:gd name="T8" fmla="*/ 28 w 136"/>
                  <a:gd name="T9" fmla="*/ 20 h 60"/>
                  <a:gd name="T10" fmla="*/ 22 w 136"/>
                  <a:gd name="T11" fmla="*/ 18 h 60"/>
                  <a:gd name="T12" fmla="*/ 12 w 136"/>
                  <a:gd name="T13" fmla="*/ 6 h 60"/>
                  <a:gd name="T14" fmla="*/ 4 w 136"/>
                  <a:gd name="T15" fmla="*/ 18 h 60"/>
                  <a:gd name="T16" fmla="*/ 0 w 136"/>
                  <a:gd name="T17" fmla="*/ 20 h 60"/>
                  <a:gd name="T18" fmla="*/ 12 w 136"/>
                  <a:gd name="T19" fmla="*/ 20 h 60"/>
                  <a:gd name="T20" fmla="*/ 16 w 136"/>
                  <a:gd name="T21" fmla="*/ 16 h 60"/>
                  <a:gd name="T22" fmla="*/ 18 w 136"/>
                  <a:gd name="T23" fmla="*/ 12 h 60"/>
                  <a:gd name="T24" fmla="*/ 26 w 136"/>
                  <a:gd name="T25" fmla="*/ 8 h 60"/>
                  <a:gd name="T26" fmla="*/ 38 w 136"/>
                  <a:gd name="T27" fmla="*/ 8 h 60"/>
                  <a:gd name="T28" fmla="*/ 38 w 136"/>
                  <a:gd name="T29" fmla="*/ 12 h 60"/>
                  <a:gd name="T30" fmla="*/ 48 w 136"/>
                  <a:gd name="T31" fmla="*/ 14 h 60"/>
                  <a:gd name="T32" fmla="*/ 56 w 136"/>
                  <a:gd name="T33" fmla="*/ 18 h 60"/>
                  <a:gd name="T34" fmla="*/ 58 w 136"/>
                  <a:gd name="T35" fmla="*/ 24 h 60"/>
                  <a:gd name="T36" fmla="*/ 64 w 136"/>
                  <a:gd name="T37" fmla="*/ 26 h 60"/>
                  <a:gd name="T38" fmla="*/ 66 w 136"/>
                  <a:gd name="T39" fmla="*/ 30 h 60"/>
                  <a:gd name="T40" fmla="*/ 80 w 136"/>
                  <a:gd name="T41" fmla="*/ 28 h 60"/>
                  <a:gd name="T42" fmla="*/ 82 w 136"/>
                  <a:gd name="T43" fmla="*/ 38 h 60"/>
                  <a:gd name="T44" fmla="*/ 98 w 136"/>
                  <a:gd name="T45" fmla="*/ 46 h 60"/>
                  <a:gd name="T46" fmla="*/ 94 w 136"/>
                  <a:gd name="T47" fmla="*/ 54 h 60"/>
                  <a:gd name="T48" fmla="*/ 92 w 136"/>
                  <a:gd name="T49" fmla="*/ 60 h 60"/>
                  <a:gd name="T50" fmla="*/ 126 w 136"/>
                  <a:gd name="T51" fmla="*/ 54 h 60"/>
                  <a:gd name="T52" fmla="*/ 130 w 136"/>
                  <a:gd name="T53" fmla="*/ 56 h 60"/>
                  <a:gd name="T54" fmla="*/ 136 w 136"/>
                  <a:gd name="T55" fmla="*/ 52 h 60"/>
                  <a:gd name="T56" fmla="*/ 136 w 136"/>
                  <a:gd name="T57" fmla="*/ 48 h 60"/>
                  <a:gd name="T58" fmla="*/ 124 w 136"/>
                  <a:gd name="T59" fmla="*/ 46 h 60"/>
                  <a:gd name="T60" fmla="*/ 118 w 136"/>
                  <a:gd name="T61" fmla="*/ 44 h 60"/>
                  <a:gd name="T62" fmla="*/ 108 w 136"/>
                  <a:gd name="T63" fmla="*/ 36 h 60"/>
                  <a:gd name="T64" fmla="*/ 102 w 136"/>
                  <a:gd name="T65" fmla="*/ 30 h 60"/>
                  <a:gd name="T66" fmla="*/ 98 w 136"/>
                  <a:gd name="T67" fmla="*/ 30 h 60"/>
                  <a:gd name="T68" fmla="*/ 96 w 136"/>
                  <a:gd name="T69" fmla="*/ 24 h 60"/>
                  <a:gd name="T70" fmla="*/ 90 w 136"/>
                  <a:gd name="T71" fmla="*/ 20 h 60"/>
                  <a:gd name="T72" fmla="*/ 86 w 136"/>
                  <a:gd name="T73" fmla="*/ 20 h 60"/>
                  <a:gd name="T74" fmla="*/ 78 w 136"/>
                  <a:gd name="T75" fmla="*/ 18 h 60"/>
                  <a:gd name="T76" fmla="*/ 70 w 136"/>
                  <a:gd name="T77" fmla="*/ 14 h 60"/>
                  <a:gd name="T78" fmla="*/ 66 w 136"/>
                  <a:gd name="T79" fmla="*/ 6 h 60"/>
                  <a:gd name="T80" fmla="*/ 42 w 136"/>
                  <a:gd name="T81" fmla="*/ 2 h 60"/>
                  <a:gd name="T82" fmla="*/ 38 w 136"/>
                  <a:gd name="T83" fmla="*/ 4 h 60"/>
                  <a:gd name="T84" fmla="*/ 38 w 136"/>
                  <a:gd name="T85" fmla="*/ 0 h 60"/>
                  <a:gd name="T86" fmla="*/ 22 w 136"/>
                  <a:gd name="T8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60">
                    <a:moveTo>
                      <a:pt x="22" y="18"/>
                    </a:moveTo>
                    <a:lnTo>
                      <a:pt x="22" y="18"/>
                    </a:lnTo>
                    <a:lnTo>
                      <a:pt x="22" y="24"/>
                    </a:lnTo>
                    <a:lnTo>
                      <a:pt x="22" y="24"/>
                    </a:lnTo>
                    <a:lnTo>
                      <a:pt x="24" y="22"/>
                    </a:lnTo>
                    <a:lnTo>
                      <a:pt x="24" y="24"/>
                    </a:lnTo>
                    <a:lnTo>
                      <a:pt x="24" y="26"/>
                    </a:lnTo>
                    <a:lnTo>
                      <a:pt x="20" y="30"/>
                    </a:lnTo>
                    <a:lnTo>
                      <a:pt x="20" y="30"/>
                    </a:lnTo>
                    <a:lnTo>
                      <a:pt x="18" y="30"/>
                    </a:lnTo>
                    <a:lnTo>
                      <a:pt x="20" y="30"/>
                    </a:lnTo>
                    <a:lnTo>
                      <a:pt x="22" y="30"/>
                    </a:lnTo>
                    <a:lnTo>
                      <a:pt x="22" y="30"/>
                    </a:lnTo>
                    <a:lnTo>
                      <a:pt x="28" y="26"/>
                    </a:lnTo>
                    <a:lnTo>
                      <a:pt x="28" y="20"/>
                    </a:lnTo>
                    <a:lnTo>
                      <a:pt x="28" y="20"/>
                    </a:lnTo>
                    <a:lnTo>
                      <a:pt x="22" y="18"/>
                    </a:lnTo>
                    <a:lnTo>
                      <a:pt x="22" y="18"/>
                    </a:lnTo>
                    <a:close/>
                    <a:moveTo>
                      <a:pt x="22" y="0"/>
                    </a:moveTo>
                    <a:lnTo>
                      <a:pt x="22" y="0"/>
                    </a:lnTo>
                    <a:lnTo>
                      <a:pt x="12" y="6"/>
                    </a:lnTo>
                    <a:lnTo>
                      <a:pt x="4" y="14"/>
                    </a:lnTo>
                    <a:lnTo>
                      <a:pt x="4" y="14"/>
                    </a:lnTo>
                    <a:lnTo>
                      <a:pt x="4" y="18"/>
                    </a:lnTo>
                    <a:lnTo>
                      <a:pt x="4" y="18"/>
                    </a:lnTo>
                    <a:lnTo>
                      <a:pt x="0" y="20"/>
                    </a:lnTo>
                    <a:lnTo>
                      <a:pt x="0" y="20"/>
                    </a:lnTo>
                    <a:lnTo>
                      <a:pt x="6" y="22"/>
                    </a:lnTo>
                    <a:lnTo>
                      <a:pt x="12" y="20"/>
                    </a:lnTo>
                    <a:lnTo>
                      <a:pt x="12" y="20"/>
                    </a:lnTo>
                    <a:lnTo>
                      <a:pt x="12" y="16"/>
                    </a:lnTo>
                    <a:lnTo>
                      <a:pt x="12" y="16"/>
                    </a:lnTo>
                    <a:lnTo>
                      <a:pt x="16" y="16"/>
                    </a:lnTo>
                    <a:lnTo>
                      <a:pt x="16" y="16"/>
                    </a:lnTo>
                    <a:lnTo>
                      <a:pt x="16" y="16"/>
                    </a:lnTo>
                    <a:lnTo>
                      <a:pt x="18" y="12"/>
                    </a:lnTo>
                    <a:lnTo>
                      <a:pt x="18" y="12"/>
                    </a:lnTo>
                    <a:lnTo>
                      <a:pt x="22" y="8"/>
                    </a:lnTo>
                    <a:lnTo>
                      <a:pt x="26" y="8"/>
                    </a:lnTo>
                    <a:lnTo>
                      <a:pt x="30" y="6"/>
                    </a:lnTo>
                    <a:lnTo>
                      <a:pt x="30" y="6"/>
                    </a:lnTo>
                    <a:lnTo>
                      <a:pt x="38" y="8"/>
                    </a:lnTo>
                    <a:lnTo>
                      <a:pt x="38" y="8"/>
                    </a:lnTo>
                    <a:lnTo>
                      <a:pt x="38" y="12"/>
                    </a:lnTo>
                    <a:lnTo>
                      <a:pt x="38" y="12"/>
                    </a:lnTo>
                    <a:lnTo>
                      <a:pt x="42" y="14"/>
                    </a:lnTo>
                    <a:lnTo>
                      <a:pt x="48" y="14"/>
                    </a:lnTo>
                    <a:lnTo>
                      <a:pt x="48" y="14"/>
                    </a:lnTo>
                    <a:lnTo>
                      <a:pt x="52" y="18"/>
                    </a:lnTo>
                    <a:lnTo>
                      <a:pt x="52" y="18"/>
                    </a:lnTo>
                    <a:lnTo>
                      <a:pt x="56" y="18"/>
                    </a:lnTo>
                    <a:lnTo>
                      <a:pt x="56" y="18"/>
                    </a:lnTo>
                    <a:lnTo>
                      <a:pt x="56" y="20"/>
                    </a:lnTo>
                    <a:lnTo>
                      <a:pt x="58" y="24"/>
                    </a:lnTo>
                    <a:lnTo>
                      <a:pt x="58" y="24"/>
                    </a:lnTo>
                    <a:lnTo>
                      <a:pt x="60" y="24"/>
                    </a:lnTo>
                    <a:lnTo>
                      <a:pt x="64" y="26"/>
                    </a:lnTo>
                    <a:lnTo>
                      <a:pt x="64" y="26"/>
                    </a:lnTo>
                    <a:lnTo>
                      <a:pt x="66" y="30"/>
                    </a:lnTo>
                    <a:lnTo>
                      <a:pt x="66" y="30"/>
                    </a:lnTo>
                    <a:lnTo>
                      <a:pt x="74" y="30"/>
                    </a:lnTo>
                    <a:lnTo>
                      <a:pt x="80" y="28"/>
                    </a:lnTo>
                    <a:lnTo>
                      <a:pt x="80" y="28"/>
                    </a:lnTo>
                    <a:lnTo>
                      <a:pt x="80" y="34"/>
                    </a:lnTo>
                    <a:lnTo>
                      <a:pt x="80" y="34"/>
                    </a:lnTo>
                    <a:lnTo>
                      <a:pt x="82" y="38"/>
                    </a:lnTo>
                    <a:lnTo>
                      <a:pt x="86" y="42"/>
                    </a:lnTo>
                    <a:lnTo>
                      <a:pt x="98" y="46"/>
                    </a:lnTo>
                    <a:lnTo>
                      <a:pt x="98" y="46"/>
                    </a:lnTo>
                    <a:lnTo>
                      <a:pt x="98" y="50"/>
                    </a:lnTo>
                    <a:lnTo>
                      <a:pt x="98" y="50"/>
                    </a:lnTo>
                    <a:lnTo>
                      <a:pt x="94" y="54"/>
                    </a:lnTo>
                    <a:lnTo>
                      <a:pt x="92" y="56"/>
                    </a:lnTo>
                    <a:lnTo>
                      <a:pt x="92" y="56"/>
                    </a:lnTo>
                    <a:lnTo>
                      <a:pt x="92" y="60"/>
                    </a:lnTo>
                    <a:lnTo>
                      <a:pt x="92" y="60"/>
                    </a:lnTo>
                    <a:lnTo>
                      <a:pt x="110" y="56"/>
                    </a:lnTo>
                    <a:lnTo>
                      <a:pt x="126" y="54"/>
                    </a:lnTo>
                    <a:lnTo>
                      <a:pt x="126" y="54"/>
                    </a:lnTo>
                    <a:lnTo>
                      <a:pt x="128" y="56"/>
                    </a:lnTo>
                    <a:lnTo>
                      <a:pt x="130" y="56"/>
                    </a:lnTo>
                    <a:lnTo>
                      <a:pt x="130" y="56"/>
                    </a:lnTo>
                    <a:lnTo>
                      <a:pt x="136" y="52"/>
                    </a:lnTo>
                    <a:lnTo>
                      <a:pt x="136" y="52"/>
                    </a:lnTo>
                    <a:lnTo>
                      <a:pt x="136" y="50"/>
                    </a:lnTo>
                    <a:lnTo>
                      <a:pt x="136" y="48"/>
                    </a:lnTo>
                    <a:lnTo>
                      <a:pt x="136" y="48"/>
                    </a:lnTo>
                    <a:lnTo>
                      <a:pt x="130" y="44"/>
                    </a:lnTo>
                    <a:lnTo>
                      <a:pt x="130" y="44"/>
                    </a:lnTo>
                    <a:lnTo>
                      <a:pt x="124" y="46"/>
                    </a:lnTo>
                    <a:lnTo>
                      <a:pt x="120" y="46"/>
                    </a:lnTo>
                    <a:lnTo>
                      <a:pt x="118" y="44"/>
                    </a:lnTo>
                    <a:lnTo>
                      <a:pt x="118" y="44"/>
                    </a:lnTo>
                    <a:lnTo>
                      <a:pt x="120" y="36"/>
                    </a:lnTo>
                    <a:lnTo>
                      <a:pt x="120" y="36"/>
                    </a:lnTo>
                    <a:lnTo>
                      <a:pt x="108" y="36"/>
                    </a:lnTo>
                    <a:lnTo>
                      <a:pt x="106" y="34"/>
                    </a:lnTo>
                    <a:lnTo>
                      <a:pt x="102" y="30"/>
                    </a:lnTo>
                    <a:lnTo>
                      <a:pt x="102" y="30"/>
                    </a:lnTo>
                    <a:lnTo>
                      <a:pt x="100" y="30"/>
                    </a:lnTo>
                    <a:lnTo>
                      <a:pt x="98" y="30"/>
                    </a:lnTo>
                    <a:lnTo>
                      <a:pt x="98" y="30"/>
                    </a:lnTo>
                    <a:lnTo>
                      <a:pt x="98" y="26"/>
                    </a:lnTo>
                    <a:lnTo>
                      <a:pt x="96" y="24"/>
                    </a:lnTo>
                    <a:lnTo>
                      <a:pt x="96" y="24"/>
                    </a:lnTo>
                    <a:lnTo>
                      <a:pt x="92" y="22"/>
                    </a:lnTo>
                    <a:lnTo>
                      <a:pt x="90" y="24"/>
                    </a:lnTo>
                    <a:lnTo>
                      <a:pt x="90" y="20"/>
                    </a:lnTo>
                    <a:lnTo>
                      <a:pt x="90" y="20"/>
                    </a:lnTo>
                    <a:lnTo>
                      <a:pt x="86" y="20"/>
                    </a:lnTo>
                    <a:lnTo>
                      <a:pt x="86" y="20"/>
                    </a:lnTo>
                    <a:lnTo>
                      <a:pt x="84" y="18"/>
                    </a:lnTo>
                    <a:lnTo>
                      <a:pt x="84" y="18"/>
                    </a:lnTo>
                    <a:lnTo>
                      <a:pt x="78" y="18"/>
                    </a:lnTo>
                    <a:lnTo>
                      <a:pt x="72" y="16"/>
                    </a:lnTo>
                    <a:lnTo>
                      <a:pt x="72" y="16"/>
                    </a:lnTo>
                    <a:lnTo>
                      <a:pt x="70" y="14"/>
                    </a:lnTo>
                    <a:lnTo>
                      <a:pt x="68" y="12"/>
                    </a:lnTo>
                    <a:lnTo>
                      <a:pt x="66" y="6"/>
                    </a:lnTo>
                    <a:lnTo>
                      <a:pt x="66" y="6"/>
                    </a:lnTo>
                    <a:lnTo>
                      <a:pt x="54" y="4"/>
                    </a:lnTo>
                    <a:lnTo>
                      <a:pt x="42" y="2"/>
                    </a:lnTo>
                    <a:lnTo>
                      <a:pt x="42" y="2"/>
                    </a:lnTo>
                    <a:lnTo>
                      <a:pt x="42" y="4"/>
                    </a:lnTo>
                    <a:lnTo>
                      <a:pt x="40" y="4"/>
                    </a:lnTo>
                    <a:lnTo>
                      <a:pt x="38" y="4"/>
                    </a:lnTo>
                    <a:lnTo>
                      <a:pt x="38" y="4"/>
                    </a:lnTo>
                    <a:lnTo>
                      <a:pt x="38" y="0"/>
                    </a:lnTo>
                    <a:lnTo>
                      <a:pt x="38" y="0"/>
                    </a:lnTo>
                    <a:lnTo>
                      <a:pt x="30" y="0"/>
                    </a:lnTo>
                    <a:lnTo>
                      <a:pt x="22" y="0"/>
                    </a:lnTo>
                    <a:lnTo>
                      <a:pt x="2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3" name="Freeform 254">
                <a:extLst>
                  <a:ext uri="{FF2B5EF4-FFF2-40B4-BE49-F238E27FC236}">
                    <a16:creationId xmlns:a16="http://schemas.microsoft.com/office/drawing/2014/main" id="{0B9E1BBB-C8F9-A147-83DB-B3295242E587}"/>
                  </a:ext>
                </a:extLst>
              </p:cNvPr>
              <p:cNvSpPr>
                <a:spLocks/>
              </p:cNvSpPr>
              <p:nvPr/>
            </p:nvSpPr>
            <p:spPr bwMode="auto">
              <a:xfrm>
                <a:off x="3559948" y="3762905"/>
                <a:ext cx="32512" cy="88104"/>
              </a:xfrm>
              <a:custGeom>
                <a:avLst/>
                <a:gdLst>
                  <a:gd name="T0" fmla="*/ 4 w 16"/>
                  <a:gd name="T1" fmla="*/ 44 h 44"/>
                  <a:gd name="T2" fmla="*/ 4 w 16"/>
                  <a:gd name="T3" fmla="*/ 44 h 44"/>
                  <a:gd name="T4" fmla="*/ 12 w 16"/>
                  <a:gd name="T5" fmla="*/ 32 h 44"/>
                  <a:gd name="T6" fmla="*/ 14 w 16"/>
                  <a:gd name="T7" fmla="*/ 26 h 44"/>
                  <a:gd name="T8" fmla="*/ 14 w 16"/>
                  <a:gd name="T9" fmla="*/ 24 h 44"/>
                  <a:gd name="T10" fmla="*/ 12 w 16"/>
                  <a:gd name="T11" fmla="*/ 22 h 44"/>
                  <a:gd name="T12" fmla="*/ 12 w 16"/>
                  <a:gd name="T13" fmla="*/ 22 h 44"/>
                  <a:gd name="T14" fmla="*/ 16 w 16"/>
                  <a:gd name="T15" fmla="*/ 18 h 44"/>
                  <a:gd name="T16" fmla="*/ 16 w 16"/>
                  <a:gd name="T17" fmla="*/ 18 h 44"/>
                  <a:gd name="T18" fmla="*/ 16 w 16"/>
                  <a:gd name="T19" fmla="*/ 10 h 44"/>
                  <a:gd name="T20" fmla="*/ 16 w 16"/>
                  <a:gd name="T21" fmla="*/ 4 h 44"/>
                  <a:gd name="T22" fmla="*/ 16 w 16"/>
                  <a:gd name="T23" fmla="*/ 4 h 44"/>
                  <a:gd name="T24" fmla="*/ 12 w 16"/>
                  <a:gd name="T25" fmla="*/ 2 h 44"/>
                  <a:gd name="T26" fmla="*/ 12 w 16"/>
                  <a:gd name="T27" fmla="*/ 2 h 44"/>
                  <a:gd name="T28" fmla="*/ 12 w 16"/>
                  <a:gd name="T29" fmla="*/ 2 h 44"/>
                  <a:gd name="T30" fmla="*/ 8 w 16"/>
                  <a:gd name="T31" fmla="*/ 0 h 44"/>
                  <a:gd name="T32" fmla="*/ 8 w 16"/>
                  <a:gd name="T33" fmla="*/ 2 h 44"/>
                  <a:gd name="T34" fmla="*/ 6 w 16"/>
                  <a:gd name="T35" fmla="*/ 4 h 44"/>
                  <a:gd name="T36" fmla="*/ 0 w 16"/>
                  <a:gd name="T37" fmla="*/ 6 h 44"/>
                  <a:gd name="T38" fmla="*/ 0 w 16"/>
                  <a:gd name="T39" fmla="*/ 44 h 44"/>
                  <a:gd name="T40" fmla="*/ 4 w 16"/>
                  <a:gd name="T41"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44">
                    <a:moveTo>
                      <a:pt x="4" y="44"/>
                    </a:moveTo>
                    <a:lnTo>
                      <a:pt x="4" y="44"/>
                    </a:lnTo>
                    <a:lnTo>
                      <a:pt x="12" y="32"/>
                    </a:lnTo>
                    <a:lnTo>
                      <a:pt x="14" y="26"/>
                    </a:lnTo>
                    <a:lnTo>
                      <a:pt x="14" y="24"/>
                    </a:lnTo>
                    <a:lnTo>
                      <a:pt x="12" y="22"/>
                    </a:lnTo>
                    <a:lnTo>
                      <a:pt x="12" y="22"/>
                    </a:lnTo>
                    <a:lnTo>
                      <a:pt x="16" y="18"/>
                    </a:lnTo>
                    <a:lnTo>
                      <a:pt x="16" y="18"/>
                    </a:lnTo>
                    <a:lnTo>
                      <a:pt x="16" y="10"/>
                    </a:lnTo>
                    <a:lnTo>
                      <a:pt x="16" y="4"/>
                    </a:lnTo>
                    <a:lnTo>
                      <a:pt x="16" y="4"/>
                    </a:lnTo>
                    <a:lnTo>
                      <a:pt x="12" y="2"/>
                    </a:lnTo>
                    <a:lnTo>
                      <a:pt x="12" y="2"/>
                    </a:lnTo>
                    <a:lnTo>
                      <a:pt x="12" y="2"/>
                    </a:lnTo>
                    <a:lnTo>
                      <a:pt x="8" y="0"/>
                    </a:lnTo>
                    <a:lnTo>
                      <a:pt x="8" y="2"/>
                    </a:lnTo>
                    <a:lnTo>
                      <a:pt x="6" y="4"/>
                    </a:lnTo>
                    <a:lnTo>
                      <a:pt x="0" y="6"/>
                    </a:lnTo>
                    <a:lnTo>
                      <a:pt x="0" y="44"/>
                    </a:lnTo>
                    <a:lnTo>
                      <a:pt x="4"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4" name="Freeform 208">
                <a:extLst>
                  <a:ext uri="{FF2B5EF4-FFF2-40B4-BE49-F238E27FC236}">
                    <a16:creationId xmlns:a16="http://schemas.microsoft.com/office/drawing/2014/main" id="{4D3EF9D5-3AC5-B44C-A6DE-77268360E192}"/>
                  </a:ext>
                </a:extLst>
              </p:cNvPr>
              <p:cNvSpPr>
                <a:spLocks/>
              </p:cNvSpPr>
              <p:nvPr/>
            </p:nvSpPr>
            <p:spPr bwMode="auto">
              <a:xfrm>
                <a:off x="3646646" y="3995177"/>
                <a:ext cx="93923" cy="108127"/>
              </a:xfrm>
              <a:custGeom>
                <a:avLst/>
                <a:gdLst>
                  <a:gd name="T0" fmla="*/ 16 w 48"/>
                  <a:gd name="T1" fmla="*/ 6 h 54"/>
                  <a:gd name="T2" fmla="*/ 22 w 48"/>
                  <a:gd name="T3" fmla="*/ 6 h 54"/>
                  <a:gd name="T4" fmla="*/ 24 w 48"/>
                  <a:gd name="T5" fmla="*/ 6 h 54"/>
                  <a:gd name="T6" fmla="*/ 26 w 48"/>
                  <a:gd name="T7" fmla="*/ 8 h 54"/>
                  <a:gd name="T8" fmla="*/ 32 w 48"/>
                  <a:gd name="T9" fmla="*/ 8 h 54"/>
                  <a:gd name="T10" fmla="*/ 34 w 48"/>
                  <a:gd name="T11" fmla="*/ 18 h 54"/>
                  <a:gd name="T12" fmla="*/ 40 w 48"/>
                  <a:gd name="T13" fmla="*/ 24 h 54"/>
                  <a:gd name="T14" fmla="*/ 42 w 48"/>
                  <a:gd name="T15" fmla="*/ 32 h 54"/>
                  <a:gd name="T16" fmla="*/ 40 w 48"/>
                  <a:gd name="T17" fmla="*/ 32 h 54"/>
                  <a:gd name="T18" fmla="*/ 40 w 48"/>
                  <a:gd name="T19" fmla="*/ 38 h 54"/>
                  <a:gd name="T20" fmla="*/ 38 w 48"/>
                  <a:gd name="T21" fmla="*/ 42 h 54"/>
                  <a:gd name="T22" fmla="*/ 42 w 48"/>
                  <a:gd name="T23" fmla="*/ 46 h 54"/>
                  <a:gd name="T24" fmla="*/ 42 w 48"/>
                  <a:gd name="T25" fmla="*/ 48 h 54"/>
                  <a:gd name="T26" fmla="*/ 38 w 48"/>
                  <a:gd name="T27" fmla="*/ 46 h 54"/>
                  <a:gd name="T28" fmla="*/ 34 w 48"/>
                  <a:gd name="T29" fmla="*/ 46 h 54"/>
                  <a:gd name="T30" fmla="*/ 34 w 48"/>
                  <a:gd name="T31" fmla="*/ 52 h 54"/>
                  <a:gd name="T32" fmla="*/ 30 w 48"/>
                  <a:gd name="T33" fmla="*/ 46 h 54"/>
                  <a:gd name="T34" fmla="*/ 32 w 48"/>
                  <a:gd name="T35" fmla="*/ 38 h 54"/>
                  <a:gd name="T36" fmla="*/ 24 w 48"/>
                  <a:gd name="T37" fmla="*/ 34 h 54"/>
                  <a:gd name="T38" fmla="*/ 24 w 48"/>
                  <a:gd name="T39" fmla="*/ 34 h 54"/>
                  <a:gd name="T40" fmla="*/ 20 w 48"/>
                  <a:gd name="T41" fmla="*/ 34 h 54"/>
                  <a:gd name="T42" fmla="*/ 18 w 48"/>
                  <a:gd name="T43" fmla="*/ 26 h 54"/>
                  <a:gd name="T44" fmla="*/ 14 w 48"/>
                  <a:gd name="T45" fmla="*/ 24 h 54"/>
                  <a:gd name="T46" fmla="*/ 12 w 48"/>
                  <a:gd name="T47" fmla="*/ 24 h 54"/>
                  <a:gd name="T48" fmla="*/ 14 w 48"/>
                  <a:gd name="T49" fmla="*/ 28 h 54"/>
                  <a:gd name="T50" fmla="*/ 12 w 48"/>
                  <a:gd name="T51" fmla="*/ 32 h 54"/>
                  <a:gd name="T52" fmla="*/ 8 w 48"/>
                  <a:gd name="T53" fmla="*/ 32 h 54"/>
                  <a:gd name="T54" fmla="*/ 6 w 48"/>
                  <a:gd name="T55" fmla="*/ 28 h 54"/>
                  <a:gd name="T56" fmla="*/ 2 w 48"/>
                  <a:gd name="T57" fmla="*/ 26 h 54"/>
                  <a:gd name="T58" fmla="*/ 2 w 48"/>
                  <a:gd name="T59" fmla="*/ 18 h 54"/>
                  <a:gd name="T60" fmla="*/ 6 w 48"/>
                  <a:gd name="T61" fmla="*/ 16 h 54"/>
                  <a:gd name="T62" fmla="*/ 4 w 48"/>
                  <a:gd name="T63" fmla="*/ 14 h 54"/>
                  <a:gd name="T64" fmla="*/ 4 w 48"/>
                  <a:gd name="T65" fmla="*/ 14 h 54"/>
                  <a:gd name="T66" fmla="*/ 2 w 48"/>
                  <a:gd name="T67" fmla="*/ 4 h 54"/>
                  <a:gd name="T68" fmla="*/ 0 w 48"/>
                  <a:gd name="T69" fmla="*/ 2 h 54"/>
                  <a:gd name="T70" fmla="*/ 2 w 48"/>
                  <a:gd name="T71" fmla="*/ 0 h 54"/>
                  <a:gd name="T72" fmla="*/ 6 w 48"/>
                  <a:gd name="T73" fmla="*/ 2 h 54"/>
                  <a:gd name="T74" fmla="*/ 16 w 48"/>
                  <a:gd name="T75" fmla="*/ 6 h 54"/>
                  <a:gd name="T76" fmla="*/ 16 w 48"/>
                  <a:gd name="T77"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 h="54">
                    <a:moveTo>
                      <a:pt x="16" y="6"/>
                    </a:moveTo>
                    <a:lnTo>
                      <a:pt x="16" y="6"/>
                    </a:lnTo>
                    <a:lnTo>
                      <a:pt x="20" y="6"/>
                    </a:lnTo>
                    <a:lnTo>
                      <a:pt x="22" y="6"/>
                    </a:lnTo>
                    <a:lnTo>
                      <a:pt x="22" y="6"/>
                    </a:lnTo>
                    <a:lnTo>
                      <a:pt x="24" y="6"/>
                    </a:lnTo>
                    <a:lnTo>
                      <a:pt x="26" y="8"/>
                    </a:lnTo>
                    <a:lnTo>
                      <a:pt x="26" y="8"/>
                    </a:lnTo>
                    <a:lnTo>
                      <a:pt x="32" y="8"/>
                    </a:lnTo>
                    <a:lnTo>
                      <a:pt x="32" y="8"/>
                    </a:lnTo>
                    <a:lnTo>
                      <a:pt x="32" y="14"/>
                    </a:lnTo>
                    <a:lnTo>
                      <a:pt x="34" y="18"/>
                    </a:lnTo>
                    <a:lnTo>
                      <a:pt x="34" y="18"/>
                    </a:lnTo>
                    <a:lnTo>
                      <a:pt x="40" y="24"/>
                    </a:lnTo>
                    <a:lnTo>
                      <a:pt x="48" y="30"/>
                    </a:lnTo>
                    <a:lnTo>
                      <a:pt x="42" y="32"/>
                    </a:lnTo>
                    <a:lnTo>
                      <a:pt x="40" y="32"/>
                    </a:lnTo>
                    <a:lnTo>
                      <a:pt x="40" y="32"/>
                    </a:lnTo>
                    <a:lnTo>
                      <a:pt x="40" y="34"/>
                    </a:lnTo>
                    <a:lnTo>
                      <a:pt x="40" y="38"/>
                    </a:lnTo>
                    <a:lnTo>
                      <a:pt x="40" y="38"/>
                    </a:lnTo>
                    <a:lnTo>
                      <a:pt x="38" y="42"/>
                    </a:lnTo>
                    <a:lnTo>
                      <a:pt x="40" y="44"/>
                    </a:lnTo>
                    <a:lnTo>
                      <a:pt x="42" y="46"/>
                    </a:lnTo>
                    <a:lnTo>
                      <a:pt x="42" y="48"/>
                    </a:lnTo>
                    <a:lnTo>
                      <a:pt x="42" y="48"/>
                    </a:lnTo>
                    <a:lnTo>
                      <a:pt x="40" y="54"/>
                    </a:lnTo>
                    <a:lnTo>
                      <a:pt x="38" y="46"/>
                    </a:lnTo>
                    <a:lnTo>
                      <a:pt x="38" y="46"/>
                    </a:lnTo>
                    <a:lnTo>
                      <a:pt x="34" y="46"/>
                    </a:lnTo>
                    <a:lnTo>
                      <a:pt x="34" y="46"/>
                    </a:lnTo>
                    <a:lnTo>
                      <a:pt x="34" y="52"/>
                    </a:lnTo>
                    <a:lnTo>
                      <a:pt x="34" y="52"/>
                    </a:lnTo>
                    <a:lnTo>
                      <a:pt x="30" y="46"/>
                    </a:lnTo>
                    <a:lnTo>
                      <a:pt x="32" y="38"/>
                    </a:lnTo>
                    <a:lnTo>
                      <a:pt x="32" y="38"/>
                    </a:lnTo>
                    <a:lnTo>
                      <a:pt x="24" y="34"/>
                    </a:lnTo>
                    <a:lnTo>
                      <a:pt x="24" y="34"/>
                    </a:lnTo>
                    <a:lnTo>
                      <a:pt x="24" y="34"/>
                    </a:lnTo>
                    <a:lnTo>
                      <a:pt x="24" y="34"/>
                    </a:lnTo>
                    <a:lnTo>
                      <a:pt x="20" y="34"/>
                    </a:lnTo>
                    <a:lnTo>
                      <a:pt x="20" y="34"/>
                    </a:lnTo>
                    <a:lnTo>
                      <a:pt x="20" y="30"/>
                    </a:lnTo>
                    <a:lnTo>
                      <a:pt x="18" y="26"/>
                    </a:lnTo>
                    <a:lnTo>
                      <a:pt x="18" y="26"/>
                    </a:lnTo>
                    <a:lnTo>
                      <a:pt x="14" y="24"/>
                    </a:lnTo>
                    <a:lnTo>
                      <a:pt x="12" y="24"/>
                    </a:lnTo>
                    <a:lnTo>
                      <a:pt x="12" y="24"/>
                    </a:lnTo>
                    <a:lnTo>
                      <a:pt x="14" y="28"/>
                    </a:lnTo>
                    <a:lnTo>
                      <a:pt x="14" y="28"/>
                    </a:lnTo>
                    <a:lnTo>
                      <a:pt x="12" y="30"/>
                    </a:lnTo>
                    <a:lnTo>
                      <a:pt x="12" y="32"/>
                    </a:lnTo>
                    <a:lnTo>
                      <a:pt x="12" y="32"/>
                    </a:lnTo>
                    <a:lnTo>
                      <a:pt x="8" y="32"/>
                    </a:lnTo>
                    <a:lnTo>
                      <a:pt x="8" y="32"/>
                    </a:lnTo>
                    <a:lnTo>
                      <a:pt x="6" y="28"/>
                    </a:lnTo>
                    <a:lnTo>
                      <a:pt x="6" y="28"/>
                    </a:lnTo>
                    <a:lnTo>
                      <a:pt x="2" y="26"/>
                    </a:lnTo>
                    <a:lnTo>
                      <a:pt x="2" y="26"/>
                    </a:lnTo>
                    <a:lnTo>
                      <a:pt x="2" y="18"/>
                    </a:lnTo>
                    <a:lnTo>
                      <a:pt x="2" y="18"/>
                    </a:lnTo>
                    <a:lnTo>
                      <a:pt x="6" y="16"/>
                    </a:lnTo>
                    <a:lnTo>
                      <a:pt x="6" y="16"/>
                    </a:lnTo>
                    <a:lnTo>
                      <a:pt x="4" y="14"/>
                    </a:lnTo>
                    <a:lnTo>
                      <a:pt x="4" y="14"/>
                    </a:lnTo>
                    <a:lnTo>
                      <a:pt x="4" y="14"/>
                    </a:lnTo>
                    <a:lnTo>
                      <a:pt x="4" y="10"/>
                    </a:lnTo>
                    <a:lnTo>
                      <a:pt x="2" y="4"/>
                    </a:lnTo>
                    <a:lnTo>
                      <a:pt x="2" y="4"/>
                    </a:lnTo>
                    <a:lnTo>
                      <a:pt x="0" y="2"/>
                    </a:lnTo>
                    <a:lnTo>
                      <a:pt x="0" y="2"/>
                    </a:lnTo>
                    <a:lnTo>
                      <a:pt x="2" y="0"/>
                    </a:lnTo>
                    <a:lnTo>
                      <a:pt x="6" y="2"/>
                    </a:lnTo>
                    <a:lnTo>
                      <a:pt x="6" y="2"/>
                    </a:lnTo>
                    <a:lnTo>
                      <a:pt x="8" y="4"/>
                    </a:lnTo>
                    <a:lnTo>
                      <a:pt x="16" y="6"/>
                    </a:lnTo>
                    <a:lnTo>
                      <a:pt x="16" y="6"/>
                    </a:lnTo>
                    <a:lnTo>
                      <a:pt x="16" y="6"/>
                    </a:lnTo>
                    <a:lnTo>
                      <a:pt x="16"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05" name="Group 604">
              <a:extLst>
                <a:ext uri="{FF2B5EF4-FFF2-40B4-BE49-F238E27FC236}">
                  <a16:creationId xmlns:a16="http://schemas.microsoft.com/office/drawing/2014/main" id="{BC25A197-ECE2-8B44-BB9D-2A4BE5171497}"/>
                </a:ext>
              </a:extLst>
            </p:cNvPr>
            <p:cNvGrpSpPr/>
            <p:nvPr/>
          </p:nvGrpSpPr>
          <p:grpSpPr>
            <a:xfrm>
              <a:off x="4645473" y="3951546"/>
              <a:ext cx="1217117" cy="2342574"/>
              <a:chOff x="3764450" y="3971150"/>
              <a:chExt cx="1227818" cy="2406827"/>
            </a:xfrm>
            <a:solidFill>
              <a:schemeClr val="accent1"/>
            </a:solidFill>
          </p:grpSpPr>
          <p:sp>
            <p:nvSpPr>
              <p:cNvPr id="606" name="Freeform 295">
                <a:extLst>
                  <a:ext uri="{FF2B5EF4-FFF2-40B4-BE49-F238E27FC236}">
                    <a16:creationId xmlns:a16="http://schemas.microsoft.com/office/drawing/2014/main" id="{F5F6A0C6-EFFA-5B42-876C-312D5225EABF}"/>
                  </a:ext>
                </a:extLst>
              </p:cNvPr>
              <p:cNvSpPr>
                <a:spLocks/>
              </p:cNvSpPr>
              <p:nvPr/>
            </p:nvSpPr>
            <p:spPr bwMode="auto">
              <a:xfrm>
                <a:off x="3967968" y="3983164"/>
                <a:ext cx="356155" cy="388457"/>
              </a:xfrm>
              <a:custGeom>
                <a:avLst/>
                <a:gdLst>
                  <a:gd name="T0" fmla="*/ 8 w 182"/>
                  <a:gd name="T1" fmla="*/ 30 h 194"/>
                  <a:gd name="T2" fmla="*/ 2 w 182"/>
                  <a:gd name="T3" fmla="*/ 40 h 194"/>
                  <a:gd name="T4" fmla="*/ 0 w 182"/>
                  <a:gd name="T5" fmla="*/ 56 h 194"/>
                  <a:gd name="T6" fmla="*/ 14 w 182"/>
                  <a:gd name="T7" fmla="*/ 68 h 194"/>
                  <a:gd name="T8" fmla="*/ 12 w 182"/>
                  <a:gd name="T9" fmla="*/ 76 h 194"/>
                  <a:gd name="T10" fmla="*/ 28 w 182"/>
                  <a:gd name="T11" fmla="*/ 92 h 194"/>
                  <a:gd name="T12" fmla="*/ 44 w 182"/>
                  <a:gd name="T13" fmla="*/ 92 h 194"/>
                  <a:gd name="T14" fmla="*/ 64 w 182"/>
                  <a:gd name="T15" fmla="*/ 104 h 194"/>
                  <a:gd name="T16" fmla="*/ 70 w 182"/>
                  <a:gd name="T17" fmla="*/ 116 h 194"/>
                  <a:gd name="T18" fmla="*/ 72 w 182"/>
                  <a:gd name="T19" fmla="*/ 128 h 194"/>
                  <a:gd name="T20" fmla="*/ 84 w 182"/>
                  <a:gd name="T21" fmla="*/ 140 h 194"/>
                  <a:gd name="T22" fmla="*/ 94 w 182"/>
                  <a:gd name="T23" fmla="*/ 158 h 194"/>
                  <a:gd name="T24" fmla="*/ 88 w 182"/>
                  <a:gd name="T25" fmla="*/ 172 h 194"/>
                  <a:gd name="T26" fmla="*/ 92 w 182"/>
                  <a:gd name="T27" fmla="*/ 176 h 194"/>
                  <a:gd name="T28" fmla="*/ 102 w 182"/>
                  <a:gd name="T29" fmla="*/ 194 h 194"/>
                  <a:gd name="T30" fmla="*/ 114 w 182"/>
                  <a:gd name="T31" fmla="*/ 186 h 194"/>
                  <a:gd name="T32" fmla="*/ 124 w 182"/>
                  <a:gd name="T33" fmla="*/ 180 h 194"/>
                  <a:gd name="T34" fmla="*/ 132 w 182"/>
                  <a:gd name="T35" fmla="*/ 172 h 194"/>
                  <a:gd name="T36" fmla="*/ 136 w 182"/>
                  <a:gd name="T37" fmla="*/ 166 h 194"/>
                  <a:gd name="T38" fmla="*/ 122 w 182"/>
                  <a:gd name="T39" fmla="*/ 166 h 194"/>
                  <a:gd name="T40" fmla="*/ 118 w 182"/>
                  <a:gd name="T41" fmla="*/ 156 h 194"/>
                  <a:gd name="T42" fmla="*/ 114 w 182"/>
                  <a:gd name="T43" fmla="*/ 138 h 194"/>
                  <a:gd name="T44" fmla="*/ 114 w 182"/>
                  <a:gd name="T45" fmla="*/ 134 h 194"/>
                  <a:gd name="T46" fmla="*/ 128 w 182"/>
                  <a:gd name="T47" fmla="*/ 136 h 194"/>
                  <a:gd name="T48" fmla="*/ 140 w 182"/>
                  <a:gd name="T49" fmla="*/ 140 h 194"/>
                  <a:gd name="T50" fmla="*/ 142 w 182"/>
                  <a:gd name="T51" fmla="*/ 134 h 194"/>
                  <a:gd name="T52" fmla="*/ 154 w 182"/>
                  <a:gd name="T53" fmla="*/ 136 h 194"/>
                  <a:gd name="T54" fmla="*/ 160 w 182"/>
                  <a:gd name="T55" fmla="*/ 128 h 194"/>
                  <a:gd name="T56" fmla="*/ 170 w 182"/>
                  <a:gd name="T57" fmla="*/ 120 h 194"/>
                  <a:gd name="T58" fmla="*/ 164 w 182"/>
                  <a:gd name="T59" fmla="*/ 92 h 194"/>
                  <a:gd name="T60" fmla="*/ 174 w 182"/>
                  <a:gd name="T61" fmla="*/ 88 h 194"/>
                  <a:gd name="T62" fmla="*/ 172 w 182"/>
                  <a:gd name="T63" fmla="*/ 82 h 194"/>
                  <a:gd name="T64" fmla="*/ 166 w 182"/>
                  <a:gd name="T65" fmla="*/ 72 h 194"/>
                  <a:gd name="T66" fmla="*/ 178 w 182"/>
                  <a:gd name="T67" fmla="*/ 66 h 194"/>
                  <a:gd name="T68" fmla="*/ 182 w 182"/>
                  <a:gd name="T69" fmla="*/ 56 h 194"/>
                  <a:gd name="T70" fmla="*/ 172 w 182"/>
                  <a:gd name="T71" fmla="*/ 56 h 194"/>
                  <a:gd name="T72" fmla="*/ 150 w 182"/>
                  <a:gd name="T73" fmla="*/ 60 h 194"/>
                  <a:gd name="T74" fmla="*/ 168 w 182"/>
                  <a:gd name="T75" fmla="*/ 52 h 194"/>
                  <a:gd name="T76" fmla="*/ 170 w 182"/>
                  <a:gd name="T77" fmla="*/ 40 h 194"/>
                  <a:gd name="T78" fmla="*/ 164 w 182"/>
                  <a:gd name="T79" fmla="*/ 40 h 194"/>
                  <a:gd name="T80" fmla="*/ 156 w 182"/>
                  <a:gd name="T81" fmla="*/ 34 h 194"/>
                  <a:gd name="T82" fmla="*/ 148 w 182"/>
                  <a:gd name="T83" fmla="*/ 32 h 194"/>
                  <a:gd name="T84" fmla="*/ 154 w 182"/>
                  <a:gd name="T85" fmla="*/ 26 h 194"/>
                  <a:gd name="T86" fmla="*/ 134 w 182"/>
                  <a:gd name="T87" fmla="*/ 22 h 194"/>
                  <a:gd name="T88" fmla="*/ 130 w 182"/>
                  <a:gd name="T89" fmla="*/ 26 h 194"/>
                  <a:gd name="T90" fmla="*/ 116 w 182"/>
                  <a:gd name="T91" fmla="*/ 32 h 194"/>
                  <a:gd name="T92" fmla="*/ 102 w 182"/>
                  <a:gd name="T93" fmla="*/ 26 h 194"/>
                  <a:gd name="T94" fmla="*/ 80 w 182"/>
                  <a:gd name="T95" fmla="*/ 24 h 194"/>
                  <a:gd name="T96" fmla="*/ 72 w 182"/>
                  <a:gd name="T97" fmla="*/ 24 h 194"/>
                  <a:gd name="T98" fmla="*/ 70 w 182"/>
                  <a:gd name="T99" fmla="*/ 12 h 194"/>
                  <a:gd name="T100" fmla="*/ 60 w 182"/>
                  <a:gd name="T101" fmla="*/ 10 h 194"/>
                  <a:gd name="T102" fmla="*/ 50 w 182"/>
                  <a:gd name="T103" fmla="*/ 0 h 194"/>
                  <a:gd name="T104" fmla="*/ 46 w 182"/>
                  <a:gd name="T105" fmla="*/ 6 h 194"/>
                  <a:gd name="T106" fmla="*/ 42 w 182"/>
                  <a:gd name="T107" fmla="*/ 14 h 194"/>
                  <a:gd name="T108" fmla="*/ 34 w 182"/>
                  <a:gd name="T109" fmla="*/ 30 h 194"/>
                  <a:gd name="T110" fmla="*/ 36 w 182"/>
                  <a:gd name="T111" fmla="*/ 36 h 194"/>
                  <a:gd name="T112" fmla="*/ 28 w 182"/>
                  <a:gd name="T113" fmla="*/ 50 h 194"/>
                  <a:gd name="T114" fmla="*/ 24 w 182"/>
                  <a:gd name="T115" fmla="*/ 40 h 194"/>
                  <a:gd name="T116" fmla="*/ 30 w 182"/>
                  <a:gd name="T117" fmla="*/ 26 h 194"/>
                  <a:gd name="T118" fmla="*/ 26 w 182"/>
                  <a:gd name="T119" fmla="*/ 20 h 194"/>
                  <a:gd name="T120" fmla="*/ 26 w 182"/>
                  <a:gd name="T121" fmla="*/ 14 h 194"/>
                  <a:gd name="T122" fmla="*/ 22 w 182"/>
                  <a:gd name="T123" fmla="*/ 12 h 194"/>
                  <a:gd name="T124" fmla="*/ 28 w 182"/>
                  <a:gd name="T125" fmla="*/ 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2" h="194">
                    <a:moveTo>
                      <a:pt x="28" y="4"/>
                    </a:moveTo>
                    <a:lnTo>
                      <a:pt x="28" y="4"/>
                    </a:lnTo>
                    <a:lnTo>
                      <a:pt x="20" y="6"/>
                    </a:lnTo>
                    <a:lnTo>
                      <a:pt x="14" y="16"/>
                    </a:lnTo>
                    <a:lnTo>
                      <a:pt x="8" y="30"/>
                    </a:lnTo>
                    <a:lnTo>
                      <a:pt x="2" y="32"/>
                    </a:lnTo>
                    <a:lnTo>
                      <a:pt x="2" y="32"/>
                    </a:lnTo>
                    <a:lnTo>
                      <a:pt x="4" y="34"/>
                    </a:lnTo>
                    <a:lnTo>
                      <a:pt x="2" y="40"/>
                    </a:lnTo>
                    <a:lnTo>
                      <a:pt x="2" y="40"/>
                    </a:lnTo>
                    <a:lnTo>
                      <a:pt x="2" y="46"/>
                    </a:lnTo>
                    <a:lnTo>
                      <a:pt x="2" y="48"/>
                    </a:lnTo>
                    <a:lnTo>
                      <a:pt x="0" y="52"/>
                    </a:lnTo>
                    <a:lnTo>
                      <a:pt x="0" y="52"/>
                    </a:lnTo>
                    <a:lnTo>
                      <a:pt x="0" y="56"/>
                    </a:lnTo>
                    <a:lnTo>
                      <a:pt x="0" y="58"/>
                    </a:lnTo>
                    <a:lnTo>
                      <a:pt x="2" y="58"/>
                    </a:lnTo>
                    <a:lnTo>
                      <a:pt x="8" y="56"/>
                    </a:lnTo>
                    <a:lnTo>
                      <a:pt x="14" y="68"/>
                    </a:lnTo>
                    <a:lnTo>
                      <a:pt x="14" y="68"/>
                    </a:lnTo>
                    <a:lnTo>
                      <a:pt x="12" y="70"/>
                    </a:lnTo>
                    <a:lnTo>
                      <a:pt x="10" y="70"/>
                    </a:lnTo>
                    <a:lnTo>
                      <a:pt x="10" y="72"/>
                    </a:lnTo>
                    <a:lnTo>
                      <a:pt x="10" y="72"/>
                    </a:lnTo>
                    <a:lnTo>
                      <a:pt x="12" y="76"/>
                    </a:lnTo>
                    <a:lnTo>
                      <a:pt x="16" y="82"/>
                    </a:lnTo>
                    <a:lnTo>
                      <a:pt x="16" y="82"/>
                    </a:lnTo>
                    <a:lnTo>
                      <a:pt x="18" y="88"/>
                    </a:lnTo>
                    <a:lnTo>
                      <a:pt x="18" y="90"/>
                    </a:lnTo>
                    <a:lnTo>
                      <a:pt x="28" y="92"/>
                    </a:lnTo>
                    <a:lnTo>
                      <a:pt x="28" y="92"/>
                    </a:lnTo>
                    <a:lnTo>
                      <a:pt x="32" y="92"/>
                    </a:lnTo>
                    <a:lnTo>
                      <a:pt x="38" y="92"/>
                    </a:lnTo>
                    <a:lnTo>
                      <a:pt x="38" y="92"/>
                    </a:lnTo>
                    <a:lnTo>
                      <a:pt x="44" y="92"/>
                    </a:lnTo>
                    <a:lnTo>
                      <a:pt x="48" y="94"/>
                    </a:lnTo>
                    <a:lnTo>
                      <a:pt x="48" y="94"/>
                    </a:lnTo>
                    <a:lnTo>
                      <a:pt x="54" y="106"/>
                    </a:lnTo>
                    <a:lnTo>
                      <a:pt x="54" y="106"/>
                    </a:lnTo>
                    <a:lnTo>
                      <a:pt x="64" y="104"/>
                    </a:lnTo>
                    <a:lnTo>
                      <a:pt x="64" y="104"/>
                    </a:lnTo>
                    <a:lnTo>
                      <a:pt x="72" y="106"/>
                    </a:lnTo>
                    <a:lnTo>
                      <a:pt x="72" y="114"/>
                    </a:lnTo>
                    <a:lnTo>
                      <a:pt x="72" y="114"/>
                    </a:lnTo>
                    <a:lnTo>
                      <a:pt x="70" y="116"/>
                    </a:lnTo>
                    <a:lnTo>
                      <a:pt x="68" y="118"/>
                    </a:lnTo>
                    <a:lnTo>
                      <a:pt x="70" y="122"/>
                    </a:lnTo>
                    <a:lnTo>
                      <a:pt x="70" y="122"/>
                    </a:lnTo>
                    <a:lnTo>
                      <a:pt x="70" y="126"/>
                    </a:lnTo>
                    <a:lnTo>
                      <a:pt x="72" y="128"/>
                    </a:lnTo>
                    <a:lnTo>
                      <a:pt x="76" y="132"/>
                    </a:lnTo>
                    <a:lnTo>
                      <a:pt x="76" y="132"/>
                    </a:lnTo>
                    <a:lnTo>
                      <a:pt x="80" y="136"/>
                    </a:lnTo>
                    <a:lnTo>
                      <a:pt x="84" y="140"/>
                    </a:lnTo>
                    <a:lnTo>
                      <a:pt x="84" y="140"/>
                    </a:lnTo>
                    <a:lnTo>
                      <a:pt x="90" y="146"/>
                    </a:lnTo>
                    <a:lnTo>
                      <a:pt x="96" y="148"/>
                    </a:lnTo>
                    <a:lnTo>
                      <a:pt x="96" y="148"/>
                    </a:lnTo>
                    <a:lnTo>
                      <a:pt x="94" y="158"/>
                    </a:lnTo>
                    <a:lnTo>
                      <a:pt x="94" y="158"/>
                    </a:lnTo>
                    <a:lnTo>
                      <a:pt x="90" y="164"/>
                    </a:lnTo>
                    <a:lnTo>
                      <a:pt x="88" y="166"/>
                    </a:lnTo>
                    <a:lnTo>
                      <a:pt x="88" y="166"/>
                    </a:lnTo>
                    <a:lnTo>
                      <a:pt x="86" y="170"/>
                    </a:lnTo>
                    <a:lnTo>
                      <a:pt x="88" y="172"/>
                    </a:lnTo>
                    <a:lnTo>
                      <a:pt x="90" y="172"/>
                    </a:lnTo>
                    <a:lnTo>
                      <a:pt x="90" y="172"/>
                    </a:lnTo>
                    <a:lnTo>
                      <a:pt x="92" y="170"/>
                    </a:lnTo>
                    <a:lnTo>
                      <a:pt x="92" y="170"/>
                    </a:lnTo>
                    <a:lnTo>
                      <a:pt x="92" y="176"/>
                    </a:lnTo>
                    <a:lnTo>
                      <a:pt x="92" y="176"/>
                    </a:lnTo>
                    <a:lnTo>
                      <a:pt x="96" y="180"/>
                    </a:lnTo>
                    <a:lnTo>
                      <a:pt x="94" y="188"/>
                    </a:lnTo>
                    <a:lnTo>
                      <a:pt x="102" y="194"/>
                    </a:lnTo>
                    <a:lnTo>
                      <a:pt x="102" y="194"/>
                    </a:lnTo>
                    <a:lnTo>
                      <a:pt x="104" y="192"/>
                    </a:lnTo>
                    <a:lnTo>
                      <a:pt x="110" y="190"/>
                    </a:lnTo>
                    <a:lnTo>
                      <a:pt x="110" y="190"/>
                    </a:lnTo>
                    <a:lnTo>
                      <a:pt x="112" y="188"/>
                    </a:lnTo>
                    <a:lnTo>
                      <a:pt x="114" y="186"/>
                    </a:lnTo>
                    <a:lnTo>
                      <a:pt x="116" y="184"/>
                    </a:lnTo>
                    <a:lnTo>
                      <a:pt x="118" y="184"/>
                    </a:lnTo>
                    <a:lnTo>
                      <a:pt x="118" y="184"/>
                    </a:lnTo>
                    <a:lnTo>
                      <a:pt x="122" y="182"/>
                    </a:lnTo>
                    <a:lnTo>
                      <a:pt x="124" y="180"/>
                    </a:lnTo>
                    <a:lnTo>
                      <a:pt x="124" y="180"/>
                    </a:lnTo>
                    <a:lnTo>
                      <a:pt x="126" y="178"/>
                    </a:lnTo>
                    <a:lnTo>
                      <a:pt x="128" y="176"/>
                    </a:lnTo>
                    <a:lnTo>
                      <a:pt x="130" y="172"/>
                    </a:lnTo>
                    <a:lnTo>
                      <a:pt x="132" y="172"/>
                    </a:lnTo>
                    <a:lnTo>
                      <a:pt x="132" y="172"/>
                    </a:lnTo>
                    <a:lnTo>
                      <a:pt x="136" y="170"/>
                    </a:lnTo>
                    <a:lnTo>
                      <a:pt x="138" y="170"/>
                    </a:lnTo>
                    <a:lnTo>
                      <a:pt x="138" y="170"/>
                    </a:lnTo>
                    <a:lnTo>
                      <a:pt x="136" y="166"/>
                    </a:lnTo>
                    <a:lnTo>
                      <a:pt x="134" y="166"/>
                    </a:lnTo>
                    <a:lnTo>
                      <a:pt x="132" y="164"/>
                    </a:lnTo>
                    <a:lnTo>
                      <a:pt x="132" y="164"/>
                    </a:lnTo>
                    <a:lnTo>
                      <a:pt x="126" y="166"/>
                    </a:lnTo>
                    <a:lnTo>
                      <a:pt x="122" y="166"/>
                    </a:lnTo>
                    <a:lnTo>
                      <a:pt x="122" y="166"/>
                    </a:lnTo>
                    <a:lnTo>
                      <a:pt x="120" y="164"/>
                    </a:lnTo>
                    <a:lnTo>
                      <a:pt x="118" y="162"/>
                    </a:lnTo>
                    <a:lnTo>
                      <a:pt x="118" y="162"/>
                    </a:lnTo>
                    <a:lnTo>
                      <a:pt x="118" y="156"/>
                    </a:lnTo>
                    <a:lnTo>
                      <a:pt x="118" y="150"/>
                    </a:lnTo>
                    <a:lnTo>
                      <a:pt x="118" y="150"/>
                    </a:lnTo>
                    <a:lnTo>
                      <a:pt x="116" y="142"/>
                    </a:lnTo>
                    <a:lnTo>
                      <a:pt x="116" y="142"/>
                    </a:lnTo>
                    <a:lnTo>
                      <a:pt x="114" y="138"/>
                    </a:lnTo>
                    <a:lnTo>
                      <a:pt x="114" y="136"/>
                    </a:lnTo>
                    <a:lnTo>
                      <a:pt x="112" y="136"/>
                    </a:lnTo>
                    <a:lnTo>
                      <a:pt x="112" y="136"/>
                    </a:lnTo>
                    <a:lnTo>
                      <a:pt x="110" y="134"/>
                    </a:lnTo>
                    <a:lnTo>
                      <a:pt x="114" y="134"/>
                    </a:lnTo>
                    <a:lnTo>
                      <a:pt x="114" y="134"/>
                    </a:lnTo>
                    <a:lnTo>
                      <a:pt x="120" y="136"/>
                    </a:lnTo>
                    <a:lnTo>
                      <a:pt x="124" y="136"/>
                    </a:lnTo>
                    <a:lnTo>
                      <a:pt x="124" y="136"/>
                    </a:lnTo>
                    <a:lnTo>
                      <a:pt x="128" y="136"/>
                    </a:lnTo>
                    <a:lnTo>
                      <a:pt x="132" y="138"/>
                    </a:lnTo>
                    <a:lnTo>
                      <a:pt x="132" y="138"/>
                    </a:lnTo>
                    <a:lnTo>
                      <a:pt x="138" y="140"/>
                    </a:lnTo>
                    <a:lnTo>
                      <a:pt x="140" y="140"/>
                    </a:lnTo>
                    <a:lnTo>
                      <a:pt x="140" y="140"/>
                    </a:lnTo>
                    <a:lnTo>
                      <a:pt x="140" y="140"/>
                    </a:lnTo>
                    <a:lnTo>
                      <a:pt x="138" y="138"/>
                    </a:lnTo>
                    <a:lnTo>
                      <a:pt x="140" y="136"/>
                    </a:lnTo>
                    <a:lnTo>
                      <a:pt x="140" y="136"/>
                    </a:lnTo>
                    <a:lnTo>
                      <a:pt x="142" y="134"/>
                    </a:lnTo>
                    <a:lnTo>
                      <a:pt x="144" y="134"/>
                    </a:lnTo>
                    <a:lnTo>
                      <a:pt x="144" y="134"/>
                    </a:lnTo>
                    <a:lnTo>
                      <a:pt x="152" y="136"/>
                    </a:lnTo>
                    <a:lnTo>
                      <a:pt x="152" y="136"/>
                    </a:lnTo>
                    <a:lnTo>
                      <a:pt x="154" y="136"/>
                    </a:lnTo>
                    <a:lnTo>
                      <a:pt x="154" y="134"/>
                    </a:lnTo>
                    <a:lnTo>
                      <a:pt x="158" y="132"/>
                    </a:lnTo>
                    <a:lnTo>
                      <a:pt x="158" y="132"/>
                    </a:lnTo>
                    <a:lnTo>
                      <a:pt x="158" y="130"/>
                    </a:lnTo>
                    <a:lnTo>
                      <a:pt x="160" y="128"/>
                    </a:lnTo>
                    <a:lnTo>
                      <a:pt x="162" y="128"/>
                    </a:lnTo>
                    <a:lnTo>
                      <a:pt x="162" y="126"/>
                    </a:lnTo>
                    <a:lnTo>
                      <a:pt x="162" y="126"/>
                    </a:lnTo>
                    <a:lnTo>
                      <a:pt x="170" y="126"/>
                    </a:lnTo>
                    <a:lnTo>
                      <a:pt x="170" y="120"/>
                    </a:lnTo>
                    <a:lnTo>
                      <a:pt x="170" y="116"/>
                    </a:lnTo>
                    <a:lnTo>
                      <a:pt x="158" y="98"/>
                    </a:lnTo>
                    <a:lnTo>
                      <a:pt x="164" y="96"/>
                    </a:lnTo>
                    <a:lnTo>
                      <a:pt x="164" y="96"/>
                    </a:lnTo>
                    <a:lnTo>
                      <a:pt x="164" y="92"/>
                    </a:lnTo>
                    <a:lnTo>
                      <a:pt x="164" y="90"/>
                    </a:lnTo>
                    <a:lnTo>
                      <a:pt x="164" y="90"/>
                    </a:lnTo>
                    <a:lnTo>
                      <a:pt x="164" y="90"/>
                    </a:lnTo>
                    <a:lnTo>
                      <a:pt x="172" y="88"/>
                    </a:lnTo>
                    <a:lnTo>
                      <a:pt x="174" y="88"/>
                    </a:lnTo>
                    <a:lnTo>
                      <a:pt x="176" y="86"/>
                    </a:lnTo>
                    <a:lnTo>
                      <a:pt x="176" y="86"/>
                    </a:lnTo>
                    <a:lnTo>
                      <a:pt x="176" y="84"/>
                    </a:lnTo>
                    <a:lnTo>
                      <a:pt x="174" y="82"/>
                    </a:lnTo>
                    <a:lnTo>
                      <a:pt x="172" y="82"/>
                    </a:lnTo>
                    <a:lnTo>
                      <a:pt x="172" y="82"/>
                    </a:lnTo>
                    <a:lnTo>
                      <a:pt x="170" y="78"/>
                    </a:lnTo>
                    <a:lnTo>
                      <a:pt x="168" y="76"/>
                    </a:lnTo>
                    <a:lnTo>
                      <a:pt x="168" y="76"/>
                    </a:lnTo>
                    <a:lnTo>
                      <a:pt x="166" y="72"/>
                    </a:lnTo>
                    <a:lnTo>
                      <a:pt x="166" y="70"/>
                    </a:lnTo>
                    <a:lnTo>
                      <a:pt x="168" y="70"/>
                    </a:lnTo>
                    <a:lnTo>
                      <a:pt x="168" y="70"/>
                    </a:lnTo>
                    <a:lnTo>
                      <a:pt x="172" y="70"/>
                    </a:lnTo>
                    <a:lnTo>
                      <a:pt x="178" y="66"/>
                    </a:lnTo>
                    <a:lnTo>
                      <a:pt x="178" y="66"/>
                    </a:lnTo>
                    <a:lnTo>
                      <a:pt x="180" y="64"/>
                    </a:lnTo>
                    <a:lnTo>
                      <a:pt x="180" y="64"/>
                    </a:lnTo>
                    <a:lnTo>
                      <a:pt x="182" y="56"/>
                    </a:lnTo>
                    <a:lnTo>
                      <a:pt x="182" y="56"/>
                    </a:lnTo>
                    <a:lnTo>
                      <a:pt x="180" y="54"/>
                    </a:lnTo>
                    <a:lnTo>
                      <a:pt x="180" y="54"/>
                    </a:lnTo>
                    <a:lnTo>
                      <a:pt x="174" y="56"/>
                    </a:lnTo>
                    <a:lnTo>
                      <a:pt x="172" y="56"/>
                    </a:lnTo>
                    <a:lnTo>
                      <a:pt x="172" y="56"/>
                    </a:lnTo>
                    <a:lnTo>
                      <a:pt x="170" y="56"/>
                    </a:lnTo>
                    <a:lnTo>
                      <a:pt x="166" y="56"/>
                    </a:lnTo>
                    <a:lnTo>
                      <a:pt x="164" y="58"/>
                    </a:lnTo>
                    <a:lnTo>
                      <a:pt x="164" y="58"/>
                    </a:lnTo>
                    <a:lnTo>
                      <a:pt x="150" y="60"/>
                    </a:lnTo>
                    <a:lnTo>
                      <a:pt x="150" y="60"/>
                    </a:lnTo>
                    <a:lnTo>
                      <a:pt x="152" y="56"/>
                    </a:lnTo>
                    <a:lnTo>
                      <a:pt x="152" y="56"/>
                    </a:lnTo>
                    <a:lnTo>
                      <a:pt x="168" y="52"/>
                    </a:lnTo>
                    <a:lnTo>
                      <a:pt x="168" y="52"/>
                    </a:lnTo>
                    <a:lnTo>
                      <a:pt x="168" y="46"/>
                    </a:lnTo>
                    <a:lnTo>
                      <a:pt x="168" y="46"/>
                    </a:lnTo>
                    <a:lnTo>
                      <a:pt x="170" y="42"/>
                    </a:lnTo>
                    <a:lnTo>
                      <a:pt x="170" y="42"/>
                    </a:lnTo>
                    <a:lnTo>
                      <a:pt x="170" y="40"/>
                    </a:lnTo>
                    <a:lnTo>
                      <a:pt x="170" y="38"/>
                    </a:lnTo>
                    <a:lnTo>
                      <a:pt x="170" y="38"/>
                    </a:lnTo>
                    <a:lnTo>
                      <a:pt x="162" y="38"/>
                    </a:lnTo>
                    <a:lnTo>
                      <a:pt x="162" y="38"/>
                    </a:lnTo>
                    <a:lnTo>
                      <a:pt x="164" y="40"/>
                    </a:lnTo>
                    <a:lnTo>
                      <a:pt x="164" y="40"/>
                    </a:lnTo>
                    <a:lnTo>
                      <a:pt x="162" y="38"/>
                    </a:lnTo>
                    <a:lnTo>
                      <a:pt x="160" y="38"/>
                    </a:lnTo>
                    <a:lnTo>
                      <a:pt x="160" y="38"/>
                    </a:lnTo>
                    <a:lnTo>
                      <a:pt x="156" y="34"/>
                    </a:lnTo>
                    <a:lnTo>
                      <a:pt x="156" y="34"/>
                    </a:lnTo>
                    <a:lnTo>
                      <a:pt x="154" y="38"/>
                    </a:lnTo>
                    <a:lnTo>
                      <a:pt x="152" y="38"/>
                    </a:lnTo>
                    <a:lnTo>
                      <a:pt x="152" y="38"/>
                    </a:lnTo>
                    <a:lnTo>
                      <a:pt x="148" y="32"/>
                    </a:lnTo>
                    <a:lnTo>
                      <a:pt x="146" y="26"/>
                    </a:lnTo>
                    <a:lnTo>
                      <a:pt x="146" y="26"/>
                    </a:lnTo>
                    <a:lnTo>
                      <a:pt x="150" y="26"/>
                    </a:lnTo>
                    <a:lnTo>
                      <a:pt x="154" y="26"/>
                    </a:lnTo>
                    <a:lnTo>
                      <a:pt x="154" y="26"/>
                    </a:lnTo>
                    <a:lnTo>
                      <a:pt x="154" y="24"/>
                    </a:lnTo>
                    <a:lnTo>
                      <a:pt x="154" y="22"/>
                    </a:lnTo>
                    <a:lnTo>
                      <a:pt x="154" y="22"/>
                    </a:lnTo>
                    <a:lnTo>
                      <a:pt x="134" y="22"/>
                    </a:lnTo>
                    <a:lnTo>
                      <a:pt x="134" y="22"/>
                    </a:lnTo>
                    <a:lnTo>
                      <a:pt x="136" y="26"/>
                    </a:lnTo>
                    <a:lnTo>
                      <a:pt x="136" y="26"/>
                    </a:lnTo>
                    <a:lnTo>
                      <a:pt x="130" y="24"/>
                    </a:lnTo>
                    <a:lnTo>
                      <a:pt x="130" y="26"/>
                    </a:lnTo>
                    <a:lnTo>
                      <a:pt x="130" y="26"/>
                    </a:lnTo>
                    <a:lnTo>
                      <a:pt x="124" y="28"/>
                    </a:lnTo>
                    <a:lnTo>
                      <a:pt x="124" y="30"/>
                    </a:lnTo>
                    <a:lnTo>
                      <a:pt x="124" y="30"/>
                    </a:lnTo>
                    <a:lnTo>
                      <a:pt x="116" y="32"/>
                    </a:lnTo>
                    <a:lnTo>
                      <a:pt x="116" y="32"/>
                    </a:lnTo>
                    <a:lnTo>
                      <a:pt x="108" y="30"/>
                    </a:lnTo>
                    <a:lnTo>
                      <a:pt x="102" y="28"/>
                    </a:lnTo>
                    <a:lnTo>
                      <a:pt x="102" y="28"/>
                    </a:lnTo>
                    <a:lnTo>
                      <a:pt x="102" y="28"/>
                    </a:lnTo>
                    <a:lnTo>
                      <a:pt x="102" y="26"/>
                    </a:lnTo>
                    <a:lnTo>
                      <a:pt x="100" y="24"/>
                    </a:lnTo>
                    <a:lnTo>
                      <a:pt x="96" y="22"/>
                    </a:lnTo>
                    <a:lnTo>
                      <a:pt x="96" y="22"/>
                    </a:lnTo>
                    <a:lnTo>
                      <a:pt x="88" y="22"/>
                    </a:lnTo>
                    <a:lnTo>
                      <a:pt x="80" y="24"/>
                    </a:lnTo>
                    <a:lnTo>
                      <a:pt x="80" y="24"/>
                    </a:lnTo>
                    <a:lnTo>
                      <a:pt x="78" y="26"/>
                    </a:lnTo>
                    <a:lnTo>
                      <a:pt x="76" y="26"/>
                    </a:lnTo>
                    <a:lnTo>
                      <a:pt x="76" y="26"/>
                    </a:lnTo>
                    <a:lnTo>
                      <a:pt x="72" y="24"/>
                    </a:lnTo>
                    <a:lnTo>
                      <a:pt x="72" y="24"/>
                    </a:lnTo>
                    <a:lnTo>
                      <a:pt x="76" y="20"/>
                    </a:lnTo>
                    <a:lnTo>
                      <a:pt x="76" y="20"/>
                    </a:lnTo>
                    <a:lnTo>
                      <a:pt x="70" y="12"/>
                    </a:lnTo>
                    <a:lnTo>
                      <a:pt x="70" y="12"/>
                    </a:lnTo>
                    <a:lnTo>
                      <a:pt x="68" y="12"/>
                    </a:lnTo>
                    <a:lnTo>
                      <a:pt x="68" y="12"/>
                    </a:lnTo>
                    <a:lnTo>
                      <a:pt x="66" y="10"/>
                    </a:lnTo>
                    <a:lnTo>
                      <a:pt x="66" y="10"/>
                    </a:lnTo>
                    <a:lnTo>
                      <a:pt x="60" y="10"/>
                    </a:lnTo>
                    <a:lnTo>
                      <a:pt x="54" y="8"/>
                    </a:lnTo>
                    <a:lnTo>
                      <a:pt x="54" y="8"/>
                    </a:lnTo>
                    <a:lnTo>
                      <a:pt x="52" y="4"/>
                    </a:lnTo>
                    <a:lnTo>
                      <a:pt x="50" y="0"/>
                    </a:lnTo>
                    <a:lnTo>
                      <a:pt x="50" y="0"/>
                    </a:lnTo>
                    <a:lnTo>
                      <a:pt x="48" y="0"/>
                    </a:lnTo>
                    <a:lnTo>
                      <a:pt x="46" y="0"/>
                    </a:lnTo>
                    <a:lnTo>
                      <a:pt x="46" y="0"/>
                    </a:lnTo>
                    <a:lnTo>
                      <a:pt x="46" y="6"/>
                    </a:lnTo>
                    <a:lnTo>
                      <a:pt x="46" y="6"/>
                    </a:lnTo>
                    <a:lnTo>
                      <a:pt x="52" y="8"/>
                    </a:lnTo>
                    <a:lnTo>
                      <a:pt x="52" y="8"/>
                    </a:lnTo>
                    <a:lnTo>
                      <a:pt x="54" y="12"/>
                    </a:lnTo>
                    <a:lnTo>
                      <a:pt x="54" y="12"/>
                    </a:lnTo>
                    <a:lnTo>
                      <a:pt x="42" y="14"/>
                    </a:lnTo>
                    <a:lnTo>
                      <a:pt x="32" y="16"/>
                    </a:lnTo>
                    <a:lnTo>
                      <a:pt x="32" y="16"/>
                    </a:lnTo>
                    <a:lnTo>
                      <a:pt x="32" y="28"/>
                    </a:lnTo>
                    <a:lnTo>
                      <a:pt x="32" y="28"/>
                    </a:lnTo>
                    <a:lnTo>
                      <a:pt x="34" y="30"/>
                    </a:lnTo>
                    <a:lnTo>
                      <a:pt x="34" y="30"/>
                    </a:lnTo>
                    <a:lnTo>
                      <a:pt x="38" y="34"/>
                    </a:lnTo>
                    <a:lnTo>
                      <a:pt x="38" y="34"/>
                    </a:lnTo>
                    <a:lnTo>
                      <a:pt x="36" y="36"/>
                    </a:lnTo>
                    <a:lnTo>
                      <a:pt x="36" y="36"/>
                    </a:lnTo>
                    <a:lnTo>
                      <a:pt x="38" y="40"/>
                    </a:lnTo>
                    <a:lnTo>
                      <a:pt x="40" y="46"/>
                    </a:lnTo>
                    <a:lnTo>
                      <a:pt x="40" y="46"/>
                    </a:lnTo>
                    <a:lnTo>
                      <a:pt x="34" y="48"/>
                    </a:lnTo>
                    <a:lnTo>
                      <a:pt x="28" y="50"/>
                    </a:lnTo>
                    <a:lnTo>
                      <a:pt x="28" y="50"/>
                    </a:lnTo>
                    <a:lnTo>
                      <a:pt x="28" y="46"/>
                    </a:lnTo>
                    <a:lnTo>
                      <a:pt x="26" y="46"/>
                    </a:lnTo>
                    <a:lnTo>
                      <a:pt x="26" y="46"/>
                    </a:lnTo>
                    <a:lnTo>
                      <a:pt x="24" y="40"/>
                    </a:lnTo>
                    <a:lnTo>
                      <a:pt x="22" y="36"/>
                    </a:lnTo>
                    <a:lnTo>
                      <a:pt x="22" y="32"/>
                    </a:lnTo>
                    <a:lnTo>
                      <a:pt x="22" y="32"/>
                    </a:lnTo>
                    <a:lnTo>
                      <a:pt x="26" y="28"/>
                    </a:lnTo>
                    <a:lnTo>
                      <a:pt x="30" y="26"/>
                    </a:lnTo>
                    <a:lnTo>
                      <a:pt x="30" y="26"/>
                    </a:lnTo>
                    <a:lnTo>
                      <a:pt x="30" y="22"/>
                    </a:lnTo>
                    <a:lnTo>
                      <a:pt x="30" y="22"/>
                    </a:lnTo>
                    <a:lnTo>
                      <a:pt x="28" y="20"/>
                    </a:lnTo>
                    <a:lnTo>
                      <a:pt x="26" y="20"/>
                    </a:lnTo>
                    <a:lnTo>
                      <a:pt x="26" y="20"/>
                    </a:lnTo>
                    <a:lnTo>
                      <a:pt x="26" y="18"/>
                    </a:lnTo>
                    <a:lnTo>
                      <a:pt x="28" y="16"/>
                    </a:lnTo>
                    <a:lnTo>
                      <a:pt x="28" y="16"/>
                    </a:lnTo>
                    <a:lnTo>
                      <a:pt x="26" y="14"/>
                    </a:lnTo>
                    <a:lnTo>
                      <a:pt x="26" y="14"/>
                    </a:lnTo>
                    <a:lnTo>
                      <a:pt x="22" y="14"/>
                    </a:lnTo>
                    <a:lnTo>
                      <a:pt x="22" y="14"/>
                    </a:lnTo>
                    <a:lnTo>
                      <a:pt x="22" y="12"/>
                    </a:lnTo>
                    <a:lnTo>
                      <a:pt x="22" y="12"/>
                    </a:lnTo>
                    <a:lnTo>
                      <a:pt x="24" y="8"/>
                    </a:lnTo>
                    <a:lnTo>
                      <a:pt x="28" y="8"/>
                    </a:lnTo>
                    <a:lnTo>
                      <a:pt x="28" y="8"/>
                    </a:lnTo>
                    <a:lnTo>
                      <a:pt x="28" y="8"/>
                    </a:lnTo>
                    <a:lnTo>
                      <a:pt x="28" y="4"/>
                    </a:lnTo>
                    <a:lnTo>
                      <a:pt x="28"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7" name="Freeform 21">
                <a:extLst>
                  <a:ext uri="{FF2B5EF4-FFF2-40B4-BE49-F238E27FC236}">
                    <a16:creationId xmlns:a16="http://schemas.microsoft.com/office/drawing/2014/main" id="{EC0111AB-A009-BF4E-9A7C-9A22ED2FF38C}"/>
                  </a:ext>
                </a:extLst>
              </p:cNvPr>
              <p:cNvSpPr>
                <a:spLocks/>
              </p:cNvSpPr>
              <p:nvPr/>
            </p:nvSpPr>
            <p:spPr bwMode="auto">
              <a:xfrm>
                <a:off x="4367177" y="5408839"/>
                <a:ext cx="140897" cy="168198"/>
              </a:xfrm>
              <a:custGeom>
                <a:avLst/>
                <a:gdLst>
                  <a:gd name="T0" fmla="*/ 66 w 72"/>
                  <a:gd name="T1" fmla="*/ 56 h 84"/>
                  <a:gd name="T2" fmla="*/ 72 w 72"/>
                  <a:gd name="T3" fmla="*/ 46 h 84"/>
                  <a:gd name="T4" fmla="*/ 66 w 72"/>
                  <a:gd name="T5" fmla="*/ 42 h 84"/>
                  <a:gd name="T6" fmla="*/ 62 w 72"/>
                  <a:gd name="T7" fmla="*/ 38 h 84"/>
                  <a:gd name="T8" fmla="*/ 60 w 72"/>
                  <a:gd name="T9" fmla="*/ 34 h 84"/>
                  <a:gd name="T10" fmla="*/ 56 w 72"/>
                  <a:gd name="T11" fmla="*/ 30 h 84"/>
                  <a:gd name="T12" fmla="*/ 50 w 72"/>
                  <a:gd name="T13" fmla="*/ 28 h 84"/>
                  <a:gd name="T14" fmla="*/ 42 w 72"/>
                  <a:gd name="T15" fmla="*/ 20 h 84"/>
                  <a:gd name="T16" fmla="*/ 40 w 72"/>
                  <a:gd name="T17" fmla="*/ 18 h 84"/>
                  <a:gd name="T18" fmla="*/ 36 w 72"/>
                  <a:gd name="T19" fmla="*/ 18 h 84"/>
                  <a:gd name="T20" fmla="*/ 34 w 72"/>
                  <a:gd name="T21" fmla="*/ 16 h 84"/>
                  <a:gd name="T22" fmla="*/ 20 w 72"/>
                  <a:gd name="T23" fmla="*/ 0 h 84"/>
                  <a:gd name="T24" fmla="*/ 10 w 72"/>
                  <a:gd name="T25" fmla="*/ 4 h 84"/>
                  <a:gd name="T26" fmla="*/ 6 w 72"/>
                  <a:gd name="T27" fmla="*/ 10 h 84"/>
                  <a:gd name="T28" fmla="*/ 6 w 72"/>
                  <a:gd name="T29" fmla="*/ 14 h 84"/>
                  <a:gd name="T30" fmla="*/ 4 w 72"/>
                  <a:gd name="T31" fmla="*/ 20 h 84"/>
                  <a:gd name="T32" fmla="*/ 2 w 72"/>
                  <a:gd name="T33" fmla="*/ 24 h 84"/>
                  <a:gd name="T34" fmla="*/ 2 w 72"/>
                  <a:gd name="T35" fmla="*/ 28 h 84"/>
                  <a:gd name="T36" fmla="*/ 0 w 72"/>
                  <a:gd name="T37" fmla="*/ 34 h 84"/>
                  <a:gd name="T38" fmla="*/ 0 w 72"/>
                  <a:gd name="T39" fmla="*/ 36 h 84"/>
                  <a:gd name="T40" fmla="*/ 0 w 72"/>
                  <a:gd name="T41" fmla="*/ 48 h 84"/>
                  <a:gd name="T42" fmla="*/ 0 w 72"/>
                  <a:gd name="T43" fmla="*/ 48 h 84"/>
                  <a:gd name="T44" fmla="*/ 0 w 72"/>
                  <a:gd name="T45" fmla="*/ 66 h 84"/>
                  <a:gd name="T46" fmla="*/ 2 w 72"/>
                  <a:gd name="T47" fmla="*/ 72 h 84"/>
                  <a:gd name="T48" fmla="*/ 4 w 72"/>
                  <a:gd name="T49" fmla="*/ 72 h 84"/>
                  <a:gd name="T50" fmla="*/ 8 w 72"/>
                  <a:gd name="T51" fmla="*/ 74 h 84"/>
                  <a:gd name="T52" fmla="*/ 12 w 72"/>
                  <a:gd name="T53" fmla="*/ 74 h 84"/>
                  <a:gd name="T54" fmla="*/ 16 w 72"/>
                  <a:gd name="T55" fmla="*/ 80 h 84"/>
                  <a:gd name="T56" fmla="*/ 18 w 72"/>
                  <a:gd name="T57" fmla="*/ 80 h 84"/>
                  <a:gd name="T58" fmla="*/ 24 w 72"/>
                  <a:gd name="T59" fmla="*/ 84 h 84"/>
                  <a:gd name="T60" fmla="*/ 30 w 72"/>
                  <a:gd name="T61" fmla="*/ 82 h 84"/>
                  <a:gd name="T62" fmla="*/ 32 w 72"/>
                  <a:gd name="T63" fmla="*/ 82 h 84"/>
                  <a:gd name="T64" fmla="*/ 40 w 72"/>
                  <a:gd name="T65" fmla="*/ 84 h 84"/>
                  <a:gd name="T66" fmla="*/ 50 w 72"/>
                  <a:gd name="T67" fmla="*/ 82 h 84"/>
                  <a:gd name="T68" fmla="*/ 58 w 72"/>
                  <a:gd name="T69" fmla="*/ 76 h 84"/>
                  <a:gd name="T70" fmla="*/ 62 w 72"/>
                  <a:gd name="T71" fmla="*/ 70 h 84"/>
                  <a:gd name="T72" fmla="*/ 64 w 72"/>
                  <a:gd name="T73" fmla="*/ 64 h 84"/>
                  <a:gd name="T74" fmla="*/ 68 w 72"/>
                  <a:gd name="T75" fmla="*/ 6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 h="84">
                    <a:moveTo>
                      <a:pt x="66" y="58"/>
                    </a:moveTo>
                    <a:lnTo>
                      <a:pt x="66" y="56"/>
                    </a:lnTo>
                    <a:lnTo>
                      <a:pt x="72" y="46"/>
                    </a:lnTo>
                    <a:lnTo>
                      <a:pt x="72" y="46"/>
                    </a:lnTo>
                    <a:lnTo>
                      <a:pt x="70" y="46"/>
                    </a:lnTo>
                    <a:lnTo>
                      <a:pt x="66" y="42"/>
                    </a:lnTo>
                    <a:lnTo>
                      <a:pt x="66" y="42"/>
                    </a:lnTo>
                    <a:lnTo>
                      <a:pt x="62" y="38"/>
                    </a:lnTo>
                    <a:lnTo>
                      <a:pt x="60" y="34"/>
                    </a:lnTo>
                    <a:lnTo>
                      <a:pt x="60" y="34"/>
                    </a:lnTo>
                    <a:lnTo>
                      <a:pt x="58" y="32"/>
                    </a:lnTo>
                    <a:lnTo>
                      <a:pt x="56" y="30"/>
                    </a:lnTo>
                    <a:lnTo>
                      <a:pt x="50" y="28"/>
                    </a:lnTo>
                    <a:lnTo>
                      <a:pt x="50" y="28"/>
                    </a:lnTo>
                    <a:lnTo>
                      <a:pt x="46" y="24"/>
                    </a:lnTo>
                    <a:lnTo>
                      <a:pt x="42" y="20"/>
                    </a:lnTo>
                    <a:lnTo>
                      <a:pt x="42" y="20"/>
                    </a:lnTo>
                    <a:lnTo>
                      <a:pt x="40" y="18"/>
                    </a:lnTo>
                    <a:lnTo>
                      <a:pt x="38" y="18"/>
                    </a:lnTo>
                    <a:lnTo>
                      <a:pt x="36" y="18"/>
                    </a:lnTo>
                    <a:lnTo>
                      <a:pt x="34" y="16"/>
                    </a:lnTo>
                    <a:lnTo>
                      <a:pt x="34" y="16"/>
                    </a:lnTo>
                    <a:lnTo>
                      <a:pt x="30" y="8"/>
                    </a:lnTo>
                    <a:lnTo>
                      <a:pt x="20" y="0"/>
                    </a:lnTo>
                    <a:lnTo>
                      <a:pt x="10" y="4"/>
                    </a:lnTo>
                    <a:lnTo>
                      <a:pt x="10" y="4"/>
                    </a:lnTo>
                    <a:lnTo>
                      <a:pt x="8" y="6"/>
                    </a:lnTo>
                    <a:lnTo>
                      <a:pt x="6" y="10"/>
                    </a:lnTo>
                    <a:lnTo>
                      <a:pt x="6" y="14"/>
                    </a:lnTo>
                    <a:lnTo>
                      <a:pt x="6" y="14"/>
                    </a:lnTo>
                    <a:lnTo>
                      <a:pt x="6" y="18"/>
                    </a:lnTo>
                    <a:lnTo>
                      <a:pt x="4" y="20"/>
                    </a:lnTo>
                    <a:lnTo>
                      <a:pt x="4" y="22"/>
                    </a:lnTo>
                    <a:lnTo>
                      <a:pt x="2" y="24"/>
                    </a:lnTo>
                    <a:lnTo>
                      <a:pt x="2" y="24"/>
                    </a:lnTo>
                    <a:lnTo>
                      <a:pt x="2" y="28"/>
                    </a:lnTo>
                    <a:lnTo>
                      <a:pt x="2" y="32"/>
                    </a:lnTo>
                    <a:lnTo>
                      <a:pt x="0" y="34"/>
                    </a:lnTo>
                    <a:lnTo>
                      <a:pt x="0" y="36"/>
                    </a:lnTo>
                    <a:lnTo>
                      <a:pt x="0" y="36"/>
                    </a:lnTo>
                    <a:lnTo>
                      <a:pt x="0" y="44"/>
                    </a:lnTo>
                    <a:lnTo>
                      <a:pt x="0" y="48"/>
                    </a:lnTo>
                    <a:lnTo>
                      <a:pt x="0" y="48"/>
                    </a:lnTo>
                    <a:lnTo>
                      <a:pt x="0" y="48"/>
                    </a:lnTo>
                    <a:lnTo>
                      <a:pt x="0" y="60"/>
                    </a:lnTo>
                    <a:lnTo>
                      <a:pt x="0" y="66"/>
                    </a:lnTo>
                    <a:lnTo>
                      <a:pt x="2" y="72"/>
                    </a:lnTo>
                    <a:lnTo>
                      <a:pt x="2" y="72"/>
                    </a:lnTo>
                    <a:lnTo>
                      <a:pt x="4" y="72"/>
                    </a:lnTo>
                    <a:lnTo>
                      <a:pt x="4" y="72"/>
                    </a:lnTo>
                    <a:lnTo>
                      <a:pt x="8" y="74"/>
                    </a:lnTo>
                    <a:lnTo>
                      <a:pt x="8" y="74"/>
                    </a:lnTo>
                    <a:lnTo>
                      <a:pt x="12" y="74"/>
                    </a:lnTo>
                    <a:lnTo>
                      <a:pt x="12" y="74"/>
                    </a:lnTo>
                    <a:lnTo>
                      <a:pt x="16" y="80"/>
                    </a:lnTo>
                    <a:lnTo>
                      <a:pt x="16" y="80"/>
                    </a:lnTo>
                    <a:lnTo>
                      <a:pt x="18" y="80"/>
                    </a:lnTo>
                    <a:lnTo>
                      <a:pt x="18" y="80"/>
                    </a:lnTo>
                    <a:lnTo>
                      <a:pt x="24" y="82"/>
                    </a:lnTo>
                    <a:lnTo>
                      <a:pt x="24" y="84"/>
                    </a:lnTo>
                    <a:lnTo>
                      <a:pt x="24" y="84"/>
                    </a:lnTo>
                    <a:lnTo>
                      <a:pt x="30" y="82"/>
                    </a:lnTo>
                    <a:lnTo>
                      <a:pt x="32" y="82"/>
                    </a:lnTo>
                    <a:lnTo>
                      <a:pt x="32" y="82"/>
                    </a:lnTo>
                    <a:lnTo>
                      <a:pt x="38" y="82"/>
                    </a:lnTo>
                    <a:lnTo>
                      <a:pt x="40" y="84"/>
                    </a:lnTo>
                    <a:lnTo>
                      <a:pt x="40" y="84"/>
                    </a:lnTo>
                    <a:lnTo>
                      <a:pt x="50" y="82"/>
                    </a:lnTo>
                    <a:lnTo>
                      <a:pt x="58" y="78"/>
                    </a:lnTo>
                    <a:lnTo>
                      <a:pt x="58" y="76"/>
                    </a:lnTo>
                    <a:lnTo>
                      <a:pt x="58" y="76"/>
                    </a:lnTo>
                    <a:lnTo>
                      <a:pt x="62" y="70"/>
                    </a:lnTo>
                    <a:lnTo>
                      <a:pt x="62" y="70"/>
                    </a:lnTo>
                    <a:lnTo>
                      <a:pt x="64" y="64"/>
                    </a:lnTo>
                    <a:lnTo>
                      <a:pt x="64" y="64"/>
                    </a:lnTo>
                    <a:lnTo>
                      <a:pt x="68" y="60"/>
                    </a:lnTo>
                    <a:lnTo>
                      <a:pt x="66" y="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8" name="Freeform 38">
                <a:extLst>
                  <a:ext uri="{FF2B5EF4-FFF2-40B4-BE49-F238E27FC236}">
                    <a16:creationId xmlns:a16="http://schemas.microsoft.com/office/drawing/2014/main" id="{1371F8A2-7C62-D749-86D6-577C4F9ACF3B}"/>
                  </a:ext>
                </a:extLst>
              </p:cNvPr>
              <p:cNvSpPr>
                <a:spLocks/>
              </p:cNvSpPr>
              <p:nvPr/>
            </p:nvSpPr>
            <p:spPr bwMode="auto">
              <a:xfrm>
                <a:off x="4375004" y="4167381"/>
                <a:ext cx="105673" cy="172202"/>
              </a:xfrm>
              <a:custGeom>
                <a:avLst/>
                <a:gdLst>
                  <a:gd name="T0" fmla="*/ 52 w 54"/>
                  <a:gd name="T1" fmla="*/ 2 h 86"/>
                  <a:gd name="T2" fmla="*/ 48 w 54"/>
                  <a:gd name="T3" fmla="*/ 2 h 86"/>
                  <a:gd name="T4" fmla="*/ 46 w 54"/>
                  <a:gd name="T5" fmla="*/ 0 h 86"/>
                  <a:gd name="T6" fmla="*/ 40 w 54"/>
                  <a:gd name="T7" fmla="*/ 0 h 86"/>
                  <a:gd name="T8" fmla="*/ 40 w 54"/>
                  <a:gd name="T9" fmla="*/ 2 h 86"/>
                  <a:gd name="T10" fmla="*/ 34 w 54"/>
                  <a:gd name="T11" fmla="*/ 4 h 86"/>
                  <a:gd name="T12" fmla="*/ 22 w 54"/>
                  <a:gd name="T13" fmla="*/ 2 h 86"/>
                  <a:gd name="T14" fmla="*/ 16 w 54"/>
                  <a:gd name="T15" fmla="*/ 8 h 86"/>
                  <a:gd name="T16" fmla="*/ 16 w 54"/>
                  <a:gd name="T17" fmla="*/ 6 h 86"/>
                  <a:gd name="T18" fmla="*/ 8 w 54"/>
                  <a:gd name="T19" fmla="*/ 18 h 86"/>
                  <a:gd name="T20" fmla="*/ 8 w 54"/>
                  <a:gd name="T21" fmla="*/ 26 h 86"/>
                  <a:gd name="T22" fmla="*/ 0 w 54"/>
                  <a:gd name="T23" fmla="*/ 32 h 86"/>
                  <a:gd name="T24" fmla="*/ 0 w 54"/>
                  <a:gd name="T25" fmla="*/ 34 h 86"/>
                  <a:gd name="T26" fmla="*/ 2 w 54"/>
                  <a:gd name="T27" fmla="*/ 42 h 86"/>
                  <a:gd name="T28" fmla="*/ 2 w 54"/>
                  <a:gd name="T29" fmla="*/ 52 h 86"/>
                  <a:gd name="T30" fmla="*/ 4 w 54"/>
                  <a:gd name="T31" fmla="*/ 56 h 86"/>
                  <a:gd name="T32" fmla="*/ 6 w 54"/>
                  <a:gd name="T33" fmla="*/ 58 h 86"/>
                  <a:gd name="T34" fmla="*/ 4 w 54"/>
                  <a:gd name="T35" fmla="*/ 64 h 86"/>
                  <a:gd name="T36" fmla="*/ 8 w 54"/>
                  <a:gd name="T37" fmla="*/ 84 h 86"/>
                  <a:gd name="T38" fmla="*/ 24 w 54"/>
                  <a:gd name="T39" fmla="*/ 86 h 86"/>
                  <a:gd name="T40" fmla="*/ 22 w 54"/>
                  <a:gd name="T41" fmla="*/ 76 h 86"/>
                  <a:gd name="T42" fmla="*/ 34 w 54"/>
                  <a:gd name="T43" fmla="*/ 72 h 86"/>
                  <a:gd name="T44" fmla="*/ 40 w 54"/>
                  <a:gd name="T45" fmla="*/ 72 h 86"/>
                  <a:gd name="T46" fmla="*/ 46 w 54"/>
                  <a:gd name="T47" fmla="*/ 72 h 86"/>
                  <a:gd name="T48" fmla="*/ 50 w 54"/>
                  <a:gd name="T49" fmla="*/ 62 h 86"/>
                  <a:gd name="T50" fmla="*/ 54 w 54"/>
                  <a:gd name="T51" fmla="*/ 52 h 86"/>
                  <a:gd name="T52" fmla="*/ 50 w 54"/>
                  <a:gd name="T53" fmla="*/ 48 h 86"/>
                  <a:gd name="T54" fmla="*/ 46 w 54"/>
                  <a:gd name="T55" fmla="*/ 40 h 86"/>
                  <a:gd name="T56" fmla="*/ 46 w 54"/>
                  <a:gd name="T57" fmla="*/ 22 h 86"/>
                  <a:gd name="T58" fmla="*/ 52 w 54"/>
                  <a:gd name="T59" fmla="*/ 12 h 86"/>
                  <a:gd name="T60" fmla="*/ 52 w 54"/>
                  <a:gd name="T61" fmla="*/ 6 h 86"/>
                  <a:gd name="T62" fmla="*/ 52 w 54"/>
                  <a:gd name="T63" fmla="*/ 8 h 86"/>
                  <a:gd name="T64" fmla="*/ 52 w 54"/>
                  <a:gd name="T65" fmla="*/ 4 h 86"/>
                  <a:gd name="T66" fmla="*/ 52 w 54"/>
                  <a:gd name="T67"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86">
                    <a:moveTo>
                      <a:pt x="52" y="2"/>
                    </a:moveTo>
                    <a:lnTo>
                      <a:pt x="52" y="2"/>
                    </a:lnTo>
                    <a:lnTo>
                      <a:pt x="50" y="2"/>
                    </a:lnTo>
                    <a:lnTo>
                      <a:pt x="48" y="2"/>
                    </a:lnTo>
                    <a:lnTo>
                      <a:pt x="48" y="2"/>
                    </a:lnTo>
                    <a:lnTo>
                      <a:pt x="46" y="0"/>
                    </a:lnTo>
                    <a:lnTo>
                      <a:pt x="46" y="0"/>
                    </a:lnTo>
                    <a:lnTo>
                      <a:pt x="40" y="0"/>
                    </a:lnTo>
                    <a:lnTo>
                      <a:pt x="40" y="2"/>
                    </a:lnTo>
                    <a:lnTo>
                      <a:pt x="40" y="2"/>
                    </a:lnTo>
                    <a:lnTo>
                      <a:pt x="34" y="4"/>
                    </a:lnTo>
                    <a:lnTo>
                      <a:pt x="34" y="4"/>
                    </a:lnTo>
                    <a:lnTo>
                      <a:pt x="28" y="4"/>
                    </a:lnTo>
                    <a:lnTo>
                      <a:pt x="22" y="2"/>
                    </a:lnTo>
                    <a:lnTo>
                      <a:pt x="20" y="2"/>
                    </a:lnTo>
                    <a:lnTo>
                      <a:pt x="16" y="8"/>
                    </a:lnTo>
                    <a:lnTo>
                      <a:pt x="16" y="6"/>
                    </a:lnTo>
                    <a:lnTo>
                      <a:pt x="16" y="6"/>
                    </a:lnTo>
                    <a:lnTo>
                      <a:pt x="8" y="18"/>
                    </a:lnTo>
                    <a:lnTo>
                      <a:pt x="8" y="18"/>
                    </a:lnTo>
                    <a:lnTo>
                      <a:pt x="8" y="26"/>
                    </a:lnTo>
                    <a:lnTo>
                      <a:pt x="8" y="26"/>
                    </a:lnTo>
                    <a:lnTo>
                      <a:pt x="4" y="30"/>
                    </a:lnTo>
                    <a:lnTo>
                      <a:pt x="0" y="32"/>
                    </a:lnTo>
                    <a:lnTo>
                      <a:pt x="0" y="32"/>
                    </a:lnTo>
                    <a:lnTo>
                      <a:pt x="0" y="34"/>
                    </a:lnTo>
                    <a:lnTo>
                      <a:pt x="0" y="36"/>
                    </a:lnTo>
                    <a:lnTo>
                      <a:pt x="2" y="42"/>
                    </a:lnTo>
                    <a:lnTo>
                      <a:pt x="2" y="42"/>
                    </a:lnTo>
                    <a:lnTo>
                      <a:pt x="2" y="52"/>
                    </a:lnTo>
                    <a:lnTo>
                      <a:pt x="2" y="52"/>
                    </a:lnTo>
                    <a:lnTo>
                      <a:pt x="4" y="56"/>
                    </a:lnTo>
                    <a:lnTo>
                      <a:pt x="4" y="56"/>
                    </a:lnTo>
                    <a:lnTo>
                      <a:pt x="6" y="58"/>
                    </a:lnTo>
                    <a:lnTo>
                      <a:pt x="6" y="60"/>
                    </a:lnTo>
                    <a:lnTo>
                      <a:pt x="4" y="64"/>
                    </a:lnTo>
                    <a:lnTo>
                      <a:pt x="6" y="76"/>
                    </a:lnTo>
                    <a:lnTo>
                      <a:pt x="8" y="84"/>
                    </a:lnTo>
                    <a:lnTo>
                      <a:pt x="14" y="82"/>
                    </a:lnTo>
                    <a:lnTo>
                      <a:pt x="24" y="86"/>
                    </a:lnTo>
                    <a:lnTo>
                      <a:pt x="26" y="80"/>
                    </a:lnTo>
                    <a:lnTo>
                      <a:pt x="22" y="76"/>
                    </a:lnTo>
                    <a:lnTo>
                      <a:pt x="24" y="68"/>
                    </a:lnTo>
                    <a:lnTo>
                      <a:pt x="34" y="72"/>
                    </a:lnTo>
                    <a:lnTo>
                      <a:pt x="38" y="70"/>
                    </a:lnTo>
                    <a:lnTo>
                      <a:pt x="40" y="72"/>
                    </a:lnTo>
                    <a:lnTo>
                      <a:pt x="46" y="72"/>
                    </a:lnTo>
                    <a:lnTo>
                      <a:pt x="46" y="72"/>
                    </a:lnTo>
                    <a:lnTo>
                      <a:pt x="50" y="62"/>
                    </a:lnTo>
                    <a:lnTo>
                      <a:pt x="50" y="62"/>
                    </a:lnTo>
                    <a:lnTo>
                      <a:pt x="54" y="56"/>
                    </a:lnTo>
                    <a:lnTo>
                      <a:pt x="54" y="52"/>
                    </a:lnTo>
                    <a:lnTo>
                      <a:pt x="54" y="52"/>
                    </a:lnTo>
                    <a:lnTo>
                      <a:pt x="50" y="48"/>
                    </a:lnTo>
                    <a:lnTo>
                      <a:pt x="48" y="44"/>
                    </a:lnTo>
                    <a:lnTo>
                      <a:pt x="46" y="40"/>
                    </a:lnTo>
                    <a:lnTo>
                      <a:pt x="46" y="40"/>
                    </a:lnTo>
                    <a:lnTo>
                      <a:pt x="46" y="22"/>
                    </a:lnTo>
                    <a:lnTo>
                      <a:pt x="52" y="12"/>
                    </a:lnTo>
                    <a:lnTo>
                      <a:pt x="52" y="12"/>
                    </a:lnTo>
                    <a:lnTo>
                      <a:pt x="52" y="6"/>
                    </a:lnTo>
                    <a:lnTo>
                      <a:pt x="52" y="6"/>
                    </a:lnTo>
                    <a:lnTo>
                      <a:pt x="52" y="8"/>
                    </a:lnTo>
                    <a:lnTo>
                      <a:pt x="52" y="8"/>
                    </a:lnTo>
                    <a:lnTo>
                      <a:pt x="52" y="6"/>
                    </a:lnTo>
                    <a:lnTo>
                      <a:pt x="52" y="4"/>
                    </a:lnTo>
                    <a:lnTo>
                      <a:pt x="52" y="4"/>
                    </a:lnTo>
                    <a:lnTo>
                      <a:pt x="52"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09" name="Freeform 111">
                <a:extLst>
                  <a:ext uri="{FF2B5EF4-FFF2-40B4-BE49-F238E27FC236}">
                    <a16:creationId xmlns:a16="http://schemas.microsoft.com/office/drawing/2014/main" id="{CAD0281E-D864-B746-80E5-E7BAD076C6A5}"/>
                  </a:ext>
                </a:extLst>
              </p:cNvPr>
              <p:cNvSpPr>
                <a:spLocks/>
              </p:cNvSpPr>
              <p:nvPr/>
            </p:nvSpPr>
            <p:spPr bwMode="auto">
              <a:xfrm>
                <a:off x="3764450" y="4391643"/>
                <a:ext cx="320931" cy="596702"/>
              </a:xfrm>
              <a:custGeom>
                <a:avLst/>
                <a:gdLst>
                  <a:gd name="T0" fmla="*/ 158 w 164"/>
                  <a:gd name="T1" fmla="*/ 252 h 298"/>
                  <a:gd name="T2" fmla="*/ 156 w 164"/>
                  <a:gd name="T3" fmla="*/ 238 h 298"/>
                  <a:gd name="T4" fmla="*/ 138 w 164"/>
                  <a:gd name="T5" fmla="*/ 194 h 298"/>
                  <a:gd name="T6" fmla="*/ 138 w 164"/>
                  <a:gd name="T7" fmla="*/ 152 h 298"/>
                  <a:gd name="T8" fmla="*/ 114 w 164"/>
                  <a:gd name="T9" fmla="*/ 156 h 298"/>
                  <a:gd name="T10" fmla="*/ 106 w 164"/>
                  <a:gd name="T11" fmla="*/ 146 h 298"/>
                  <a:gd name="T12" fmla="*/ 96 w 164"/>
                  <a:gd name="T13" fmla="*/ 136 h 298"/>
                  <a:gd name="T14" fmla="*/ 96 w 164"/>
                  <a:gd name="T15" fmla="*/ 122 h 298"/>
                  <a:gd name="T16" fmla="*/ 92 w 164"/>
                  <a:gd name="T17" fmla="*/ 114 h 298"/>
                  <a:gd name="T18" fmla="*/ 98 w 164"/>
                  <a:gd name="T19" fmla="*/ 106 h 298"/>
                  <a:gd name="T20" fmla="*/ 104 w 164"/>
                  <a:gd name="T21" fmla="*/ 92 h 298"/>
                  <a:gd name="T22" fmla="*/ 118 w 164"/>
                  <a:gd name="T23" fmla="*/ 76 h 298"/>
                  <a:gd name="T24" fmla="*/ 140 w 164"/>
                  <a:gd name="T25" fmla="*/ 70 h 298"/>
                  <a:gd name="T26" fmla="*/ 134 w 164"/>
                  <a:gd name="T27" fmla="*/ 64 h 298"/>
                  <a:gd name="T28" fmla="*/ 140 w 164"/>
                  <a:gd name="T29" fmla="*/ 34 h 298"/>
                  <a:gd name="T30" fmla="*/ 124 w 164"/>
                  <a:gd name="T31" fmla="*/ 28 h 298"/>
                  <a:gd name="T32" fmla="*/ 112 w 164"/>
                  <a:gd name="T33" fmla="*/ 30 h 298"/>
                  <a:gd name="T34" fmla="*/ 100 w 164"/>
                  <a:gd name="T35" fmla="*/ 20 h 298"/>
                  <a:gd name="T36" fmla="*/ 94 w 164"/>
                  <a:gd name="T37" fmla="*/ 14 h 298"/>
                  <a:gd name="T38" fmla="*/ 84 w 164"/>
                  <a:gd name="T39" fmla="*/ 4 h 298"/>
                  <a:gd name="T40" fmla="*/ 76 w 164"/>
                  <a:gd name="T41" fmla="*/ 6 h 298"/>
                  <a:gd name="T42" fmla="*/ 74 w 164"/>
                  <a:gd name="T43" fmla="*/ 24 h 298"/>
                  <a:gd name="T44" fmla="*/ 66 w 164"/>
                  <a:gd name="T45" fmla="*/ 42 h 298"/>
                  <a:gd name="T46" fmla="*/ 42 w 164"/>
                  <a:gd name="T47" fmla="*/ 60 h 298"/>
                  <a:gd name="T48" fmla="*/ 30 w 164"/>
                  <a:gd name="T49" fmla="*/ 80 h 298"/>
                  <a:gd name="T50" fmla="*/ 22 w 164"/>
                  <a:gd name="T51" fmla="*/ 80 h 298"/>
                  <a:gd name="T52" fmla="*/ 18 w 164"/>
                  <a:gd name="T53" fmla="*/ 74 h 298"/>
                  <a:gd name="T54" fmla="*/ 14 w 164"/>
                  <a:gd name="T55" fmla="*/ 66 h 298"/>
                  <a:gd name="T56" fmla="*/ 0 w 164"/>
                  <a:gd name="T57" fmla="*/ 72 h 298"/>
                  <a:gd name="T58" fmla="*/ 0 w 164"/>
                  <a:gd name="T59" fmla="*/ 76 h 298"/>
                  <a:gd name="T60" fmla="*/ 4 w 164"/>
                  <a:gd name="T61" fmla="*/ 82 h 298"/>
                  <a:gd name="T62" fmla="*/ 6 w 164"/>
                  <a:gd name="T63" fmla="*/ 90 h 298"/>
                  <a:gd name="T64" fmla="*/ 20 w 164"/>
                  <a:gd name="T65" fmla="*/ 112 h 298"/>
                  <a:gd name="T66" fmla="*/ 22 w 164"/>
                  <a:gd name="T67" fmla="*/ 118 h 298"/>
                  <a:gd name="T68" fmla="*/ 30 w 164"/>
                  <a:gd name="T69" fmla="*/ 126 h 298"/>
                  <a:gd name="T70" fmla="*/ 46 w 164"/>
                  <a:gd name="T71" fmla="*/ 144 h 298"/>
                  <a:gd name="T72" fmla="*/ 50 w 164"/>
                  <a:gd name="T73" fmla="*/ 152 h 298"/>
                  <a:gd name="T74" fmla="*/ 54 w 164"/>
                  <a:gd name="T75" fmla="*/ 164 h 298"/>
                  <a:gd name="T76" fmla="*/ 56 w 164"/>
                  <a:gd name="T77" fmla="*/ 182 h 298"/>
                  <a:gd name="T78" fmla="*/ 62 w 164"/>
                  <a:gd name="T79" fmla="*/ 196 h 298"/>
                  <a:gd name="T80" fmla="*/ 66 w 164"/>
                  <a:gd name="T81" fmla="*/ 200 h 298"/>
                  <a:gd name="T82" fmla="*/ 72 w 164"/>
                  <a:gd name="T83" fmla="*/ 214 h 298"/>
                  <a:gd name="T84" fmla="*/ 82 w 164"/>
                  <a:gd name="T85" fmla="*/ 246 h 298"/>
                  <a:gd name="T86" fmla="*/ 88 w 164"/>
                  <a:gd name="T87" fmla="*/ 254 h 298"/>
                  <a:gd name="T88" fmla="*/ 102 w 164"/>
                  <a:gd name="T89" fmla="*/ 266 h 298"/>
                  <a:gd name="T90" fmla="*/ 110 w 164"/>
                  <a:gd name="T91" fmla="*/ 270 h 298"/>
                  <a:gd name="T92" fmla="*/ 128 w 164"/>
                  <a:gd name="T93" fmla="*/ 280 h 298"/>
                  <a:gd name="T94" fmla="*/ 136 w 164"/>
                  <a:gd name="T95" fmla="*/ 284 h 298"/>
                  <a:gd name="T96" fmla="*/ 144 w 164"/>
                  <a:gd name="T97" fmla="*/ 292 h 298"/>
                  <a:gd name="T98" fmla="*/ 154 w 164"/>
                  <a:gd name="T99" fmla="*/ 294 h 298"/>
                  <a:gd name="T100" fmla="*/ 162 w 164"/>
                  <a:gd name="T101" fmla="*/ 270 h 298"/>
                  <a:gd name="T102" fmla="*/ 162 w 164"/>
                  <a:gd name="T103" fmla="*/ 262 h 298"/>
                  <a:gd name="T104" fmla="*/ 152 w 164"/>
                  <a:gd name="T105" fmla="*/ 258 h 298"/>
                  <a:gd name="T106" fmla="*/ 158 w 164"/>
                  <a:gd name="T107" fmla="*/ 254 h 298"/>
                  <a:gd name="T108" fmla="*/ 160 w 164"/>
                  <a:gd name="T109" fmla="*/ 25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4" h="298">
                    <a:moveTo>
                      <a:pt x="160" y="258"/>
                    </a:moveTo>
                    <a:lnTo>
                      <a:pt x="160" y="258"/>
                    </a:lnTo>
                    <a:lnTo>
                      <a:pt x="160" y="256"/>
                    </a:lnTo>
                    <a:lnTo>
                      <a:pt x="158" y="252"/>
                    </a:lnTo>
                    <a:lnTo>
                      <a:pt x="158" y="252"/>
                    </a:lnTo>
                    <a:lnTo>
                      <a:pt x="158" y="248"/>
                    </a:lnTo>
                    <a:lnTo>
                      <a:pt x="160" y="246"/>
                    </a:lnTo>
                    <a:lnTo>
                      <a:pt x="160" y="246"/>
                    </a:lnTo>
                    <a:lnTo>
                      <a:pt x="156" y="238"/>
                    </a:lnTo>
                    <a:lnTo>
                      <a:pt x="156" y="238"/>
                    </a:lnTo>
                    <a:lnTo>
                      <a:pt x="156" y="232"/>
                    </a:lnTo>
                    <a:lnTo>
                      <a:pt x="156" y="226"/>
                    </a:lnTo>
                    <a:lnTo>
                      <a:pt x="160" y="216"/>
                    </a:lnTo>
                    <a:lnTo>
                      <a:pt x="152" y="200"/>
                    </a:lnTo>
                    <a:lnTo>
                      <a:pt x="138" y="194"/>
                    </a:lnTo>
                    <a:lnTo>
                      <a:pt x="140" y="154"/>
                    </a:lnTo>
                    <a:lnTo>
                      <a:pt x="140" y="154"/>
                    </a:lnTo>
                    <a:lnTo>
                      <a:pt x="140" y="152"/>
                    </a:lnTo>
                    <a:lnTo>
                      <a:pt x="140" y="150"/>
                    </a:lnTo>
                    <a:lnTo>
                      <a:pt x="138" y="152"/>
                    </a:lnTo>
                    <a:lnTo>
                      <a:pt x="138" y="152"/>
                    </a:lnTo>
                    <a:lnTo>
                      <a:pt x="128" y="158"/>
                    </a:lnTo>
                    <a:lnTo>
                      <a:pt x="116" y="158"/>
                    </a:lnTo>
                    <a:lnTo>
                      <a:pt x="116" y="158"/>
                    </a:lnTo>
                    <a:lnTo>
                      <a:pt x="114" y="156"/>
                    </a:lnTo>
                    <a:lnTo>
                      <a:pt x="112" y="152"/>
                    </a:lnTo>
                    <a:lnTo>
                      <a:pt x="112" y="152"/>
                    </a:lnTo>
                    <a:lnTo>
                      <a:pt x="112" y="150"/>
                    </a:lnTo>
                    <a:lnTo>
                      <a:pt x="108" y="148"/>
                    </a:lnTo>
                    <a:lnTo>
                      <a:pt x="106" y="146"/>
                    </a:lnTo>
                    <a:lnTo>
                      <a:pt x="104" y="142"/>
                    </a:lnTo>
                    <a:lnTo>
                      <a:pt x="104" y="142"/>
                    </a:lnTo>
                    <a:lnTo>
                      <a:pt x="102" y="140"/>
                    </a:lnTo>
                    <a:lnTo>
                      <a:pt x="98" y="138"/>
                    </a:lnTo>
                    <a:lnTo>
                      <a:pt x="96" y="136"/>
                    </a:lnTo>
                    <a:lnTo>
                      <a:pt x="98" y="130"/>
                    </a:lnTo>
                    <a:lnTo>
                      <a:pt x="98" y="130"/>
                    </a:lnTo>
                    <a:lnTo>
                      <a:pt x="98" y="126"/>
                    </a:lnTo>
                    <a:lnTo>
                      <a:pt x="96" y="124"/>
                    </a:lnTo>
                    <a:lnTo>
                      <a:pt x="96" y="122"/>
                    </a:lnTo>
                    <a:lnTo>
                      <a:pt x="96" y="122"/>
                    </a:lnTo>
                    <a:lnTo>
                      <a:pt x="94" y="122"/>
                    </a:lnTo>
                    <a:lnTo>
                      <a:pt x="94" y="118"/>
                    </a:lnTo>
                    <a:lnTo>
                      <a:pt x="92" y="114"/>
                    </a:lnTo>
                    <a:lnTo>
                      <a:pt x="92" y="114"/>
                    </a:lnTo>
                    <a:lnTo>
                      <a:pt x="94" y="112"/>
                    </a:lnTo>
                    <a:lnTo>
                      <a:pt x="96" y="112"/>
                    </a:lnTo>
                    <a:lnTo>
                      <a:pt x="98" y="114"/>
                    </a:lnTo>
                    <a:lnTo>
                      <a:pt x="98" y="114"/>
                    </a:lnTo>
                    <a:lnTo>
                      <a:pt x="98" y="106"/>
                    </a:lnTo>
                    <a:lnTo>
                      <a:pt x="98" y="106"/>
                    </a:lnTo>
                    <a:lnTo>
                      <a:pt x="100" y="102"/>
                    </a:lnTo>
                    <a:lnTo>
                      <a:pt x="102" y="98"/>
                    </a:lnTo>
                    <a:lnTo>
                      <a:pt x="102" y="98"/>
                    </a:lnTo>
                    <a:lnTo>
                      <a:pt x="104" y="92"/>
                    </a:lnTo>
                    <a:lnTo>
                      <a:pt x="106" y="86"/>
                    </a:lnTo>
                    <a:lnTo>
                      <a:pt x="106" y="86"/>
                    </a:lnTo>
                    <a:lnTo>
                      <a:pt x="110" y="82"/>
                    </a:lnTo>
                    <a:lnTo>
                      <a:pt x="118" y="76"/>
                    </a:lnTo>
                    <a:lnTo>
                      <a:pt x="118" y="76"/>
                    </a:lnTo>
                    <a:lnTo>
                      <a:pt x="124" y="74"/>
                    </a:lnTo>
                    <a:lnTo>
                      <a:pt x="130" y="72"/>
                    </a:lnTo>
                    <a:lnTo>
                      <a:pt x="130" y="72"/>
                    </a:lnTo>
                    <a:lnTo>
                      <a:pt x="140" y="70"/>
                    </a:lnTo>
                    <a:lnTo>
                      <a:pt x="140" y="70"/>
                    </a:lnTo>
                    <a:lnTo>
                      <a:pt x="142" y="70"/>
                    </a:lnTo>
                    <a:lnTo>
                      <a:pt x="144" y="68"/>
                    </a:lnTo>
                    <a:lnTo>
                      <a:pt x="144" y="66"/>
                    </a:lnTo>
                    <a:lnTo>
                      <a:pt x="140" y="64"/>
                    </a:lnTo>
                    <a:lnTo>
                      <a:pt x="134" y="64"/>
                    </a:lnTo>
                    <a:lnTo>
                      <a:pt x="146" y="38"/>
                    </a:lnTo>
                    <a:lnTo>
                      <a:pt x="146" y="38"/>
                    </a:lnTo>
                    <a:lnTo>
                      <a:pt x="144" y="36"/>
                    </a:lnTo>
                    <a:lnTo>
                      <a:pt x="140" y="34"/>
                    </a:lnTo>
                    <a:lnTo>
                      <a:pt x="140" y="34"/>
                    </a:lnTo>
                    <a:lnTo>
                      <a:pt x="134" y="32"/>
                    </a:lnTo>
                    <a:lnTo>
                      <a:pt x="130" y="30"/>
                    </a:lnTo>
                    <a:lnTo>
                      <a:pt x="130" y="30"/>
                    </a:lnTo>
                    <a:lnTo>
                      <a:pt x="128" y="28"/>
                    </a:lnTo>
                    <a:lnTo>
                      <a:pt x="124" y="28"/>
                    </a:lnTo>
                    <a:lnTo>
                      <a:pt x="120" y="28"/>
                    </a:lnTo>
                    <a:lnTo>
                      <a:pt x="120" y="32"/>
                    </a:lnTo>
                    <a:lnTo>
                      <a:pt x="120" y="32"/>
                    </a:lnTo>
                    <a:lnTo>
                      <a:pt x="112" y="30"/>
                    </a:lnTo>
                    <a:lnTo>
                      <a:pt x="112" y="30"/>
                    </a:lnTo>
                    <a:lnTo>
                      <a:pt x="110" y="30"/>
                    </a:lnTo>
                    <a:lnTo>
                      <a:pt x="108" y="28"/>
                    </a:lnTo>
                    <a:lnTo>
                      <a:pt x="108" y="26"/>
                    </a:lnTo>
                    <a:lnTo>
                      <a:pt x="108" y="20"/>
                    </a:lnTo>
                    <a:lnTo>
                      <a:pt x="100" y="20"/>
                    </a:lnTo>
                    <a:lnTo>
                      <a:pt x="100" y="20"/>
                    </a:lnTo>
                    <a:lnTo>
                      <a:pt x="96" y="18"/>
                    </a:lnTo>
                    <a:lnTo>
                      <a:pt x="94" y="16"/>
                    </a:lnTo>
                    <a:lnTo>
                      <a:pt x="94" y="14"/>
                    </a:lnTo>
                    <a:lnTo>
                      <a:pt x="94" y="14"/>
                    </a:lnTo>
                    <a:lnTo>
                      <a:pt x="92" y="10"/>
                    </a:lnTo>
                    <a:lnTo>
                      <a:pt x="88" y="6"/>
                    </a:lnTo>
                    <a:lnTo>
                      <a:pt x="88" y="6"/>
                    </a:lnTo>
                    <a:lnTo>
                      <a:pt x="86" y="6"/>
                    </a:lnTo>
                    <a:lnTo>
                      <a:pt x="84" y="4"/>
                    </a:lnTo>
                    <a:lnTo>
                      <a:pt x="84" y="0"/>
                    </a:lnTo>
                    <a:lnTo>
                      <a:pt x="76" y="0"/>
                    </a:lnTo>
                    <a:lnTo>
                      <a:pt x="72" y="4"/>
                    </a:lnTo>
                    <a:lnTo>
                      <a:pt x="76" y="6"/>
                    </a:lnTo>
                    <a:lnTo>
                      <a:pt x="76" y="6"/>
                    </a:lnTo>
                    <a:lnTo>
                      <a:pt x="76" y="16"/>
                    </a:lnTo>
                    <a:lnTo>
                      <a:pt x="76" y="16"/>
                    </a:lnTo>
                    <a:lnTo>
                      <a:pt x="78" y="22"/>
                    </a:lnTo>
                    <a:lnTo>
                      <a:pt x="78" y="24"/>
                    </a:lnTo>
                    <a:lnTo>
                      <a:pt x="74" y="24"/>
                    </a:lnTo>
                    <a:lnTo>
                      <a:pt x="74" y="24"/>
                    </a:lnTo>
                    <a:lnTo>
                      <a:pt x="74" y="30"/>
                    </a:lnTo>
                    <a:lnTo>
                      <a:pt x="72" y="36"/>
                    </a:lnTo>
                    <a:lnTo>
                      <a:pt x="66" y="42"/>
                    </a:lnTo>
                    <a:lnTo>
                      <a:pt x="66" y="42"/>
                    </a:lnTo>
                    <a:lnTo>
                      <a:pt x="54" y="48"/>
                    </a:lnTo>
                    <a:lnTo>
                      <a:pt x="48" y="52"/>
                    </a:lnTo>
                    <a:lnTo>
                      <a:pt x="48" y="52"/>
                    </a:lnTo>
                    <a:lnTo>
                      <a:pt x="42" y="60"/>
                    </a:lnTo>
                    <a:lnTo>
                      <a:pt x="42" y="60"/>
                    </a:lnTo>
                    <a:lnTo>
                      <a:pt x="38" y="66"/>
                    </a:lnTo>
                    <a:lnTo>
                      <a:pt x="34" y="76"/>
                    </a:lnTo>
                    <a:lnTo>
                      <a:pt x="34" y="76"/>
                    </a:lnTo>
                    <a:lnTo>
                      <a:pt x="32" y="78"/>
                    </a:lnTo>
                    <a:lnTo>
                      <a:pt x="30" y="80"/>
                    </a:lnTo>
                    <a:lnTo>
                      <a:pt x="26" y="82"/>
                    </a:lnTo>
                    <a:lnTo>
                      <a:pt x="26" y="82"/>
                    </a:lnTo>
                    <a:lnTo>
                      <a:pt x="26" y="82"/>
                    </a:lnTo>
                    <a:lnTo>
                      <a:pt x="24" y="82"/>
                    </a:lnTo>
                    <a:lnTo>
                      <a:pt x="22" y="80"/>
                    </a:lnTo>
                    <a:lnTo>
                      <a:pt x="22" y="80"/>
                    </a:lnTo>
                    <a:lnTo>
                      <a:pt x="20" y="74"/>
                    </a:lnTo>
                    <a:lnTo>
                      <a:pt x="18" y="72"/>
                    </a:lnTo>
                    <a:lnTo>
                      <a:pt x="18" y="72"/>
                    </a:lnTo>
                    <a:lnTo>
                      <a:pt x="18" y="74"/>
                    </a:lnTo>
                    <a:lnTo>
                      <a:pt x="14" y="76"/>
                    </a:lnTo>
                    <a:lnTo>
                      <a:pt x="14" y="76"/>
                    </a:lnTo>
                    <a:lnTo>
                      <a:pt x="10" y="72"/>
                    </a:lnTo>
                    <a:lnTo>
                      <a:pt x="8" y="70"/>
                    </a:lnTo>
                    <a:lnTo>
                      <a:pt x="14" y="66"/>
                    </a:lnTo>
                    <a:lnTo>
                      <a:pt x="12" y="64"/>
                    </a:lnTo>
                    <a:lnTo>
                      <a:pt x="10" y="58"/>
                    </a:lnTo>
                    <a:lnTo>
                      <a:pt x="10" y="58"/>
                    </a:lnTo>
                    <a:lnTo>
                      <a:pt x="4" y="64"/>
                    </a:lnTo>
                    <a:lnTo>
                      <a:pt x="0" y="72"/>
                    </a:lnTo>
                    <a:lnTo>
                      <a:pt x="0" y="72"/>
                    </a:lnTo>
                    <a:lnTo>
                      <a:pt x="0" y="74"/>
                    </a:lnTo>
                    <a:lnTo>
                      <a:pt x="0" y="76"/>
                    </a:lnTo>
                    <a:lnTo>
                      <a:pt x="0" y="76"/>
                    </a:lnTo>
                    <a:lnTo>
                      <a:pt x="0" y="76"/>
                    </a:lnTo>
                    <a:lnTo>
                      <a:pt x="2" y="80"/>
                    </a:lnTo>
                    <a:lnTo>
                      <a:pt x="2" y="80"/>
                    </a:lnTo>
                    <a:lnTo>
                      <a:pt x="4" y="80"/>
                    </a:lnTo>
                    <a:lnTo>
                      <a:pt x="4" y="80"/>
                    </a:lnTo>
                    <a:lnTo>
                      <a:pt x="4" y="82"/>
                    </a:lnTo>
                    <a:lnTo>
                      <a:pt x="4" y="82"/>
                    </a:lnTo>
                    <a:lnTo>
                      <a:pt x="2" y="86"/>
                    </a:lnTo>
                    <a:lnTo>
                      <a:pt x="2" y="86"/>
                    </a:lnTo>
                    <a:lnTo>
                      <a:pt x="6" y="90"/>
                    </a:lnTo>
                    <a:lnTo>
                      <a:pt x="6" y="90"/>
                    </a:lnTo>
                    <a:lnTo>
                      <a:pt x="6" y="94"/>
                    </a:lnTo>
                    <a:lnTo>
                      <a:pt x="4" y="98"/>
                    </a:lnTo>
                    <a:lnTo>
                      <a:pt x="4" y="98"/>
                    </a:lnTo>
                    <a:lnTo>
                      <a:pt x="12" y="104"/>
                    </a:lnTo>
                    <a:lnTo>
                      <a:pt x="20" y="112"/>
                    </a:lnTo>
                    <a:lnTo>
                      <a:pt x="20" y="112"/>
                    </a:lnTo>
                    <a:lnTo>
                      <a:pt x="22" y="114"/>
                    </a:lnTo>
                    <a:lnTo>
                      <a:pt x="22" y="114"/>
                    </a:lnTo>
                    <a:lnTo>
                      <a:pt x="22" y="118"/>
                    </a:lnTo>
                    <a:lnTo>
                      <a:pt x="22" y="118"/>
                    </a:lnTo>
                    <a:lnTo>
                      <a:pt x="26" y="120"/>
                    </a:lnTo>
                    <a:lnTo>
                      <a:pt x="30" y="122"/>
                    </a:lnTo>
                    <a:lnTo>
                      <a:pt x="30" y="122"/>
                    </a:lnTo>
                    <a:lnTo>
                      <a:pt x="30" y="126"/>
                    </a:lnTo>
                    <a:lnTo>
                      <a:pt x="30" y="126"/>
                    </a:lnTo>
                    <a:lnTo>
                      <a:pt x="38" y="134"/>
                    </a:lnTo>
                    <a:lnTo>
                      <a:pt x="38" y="134"/>
                    </a:lnTo>
                    <a:lnTo>
                      <a:pt x="44" y="144"/>
                    </a:lnTo>
                    <a:lnTo>
                      <a:pt x="44" y="144"/>
                    </a:lnTo>
                    <a:lnTo>
                      <a:pt x="46" y="144"/>
                    </a:lnTo>
                    <a:lnTo>
                      <a:pt x="46" y="144"/>
                    </a:lnTo>
                    <a:lnTo>
                      <a:pt x="46" y="148"/>
                    </a:lnTo>
                    <a:lnTo>
                      <a:pt x="48" y="150"/>
                    </a:lnTo>
                    <a:lnTo>
                      <a:pt x="48" y="150"/>
                    </a:lnTo>
                    <a:lnTo>
                      <a:pt x="50" y="152"/>
                    </a:lnTo>
                    <a:lnTo>
                      <a:pt x="50" y="152"/>
                    </a:lnTo>
                    <a:lnTo>
                      <a:pt x="50" y="160"/>
                    </a:lnTo>
                    <a:lnTo>
                      <a:pt x="50" y="160"/>
                    </a:lnTo>
                    <a:lnTo>
                      <a:pt x="54" y="164"/>
                    </a:lnTo>
                    <a:lnTo>
                      <a:pt x="54" y="164"/>
                    </a:lnTo>
                    <a:lnTo>
                      <a:pt x="54" y="172"/>
                    </a:lnTo>
                    <a:lnTo>
                      <a:pt x="54" y="172"/>
                    </a:lnTo>
                    <a:lnTo>
                      <a:pt x="56" y="178"/>
                    </a:lnTo>
                    <a:lnTo>
                      <a:pt x="56" y="182"/>
                    </a:lnTo>
                    <a:lnTo>
                      <a:pt x="56" y="182"/>
                    </a:lnTo>
                    <a:lnTo>
                      <a:pt x="56" y="184"/>
                    </a:lnTo>
                    <a:lnTo>
                      <a:pt x="56" y="184"/>
                    </a:lnTo>
                    <a:lnTo>
                      <a:pt x="60" y="190"/>
                    </a:lnTo>
                    <a:lnTo>
                      <a:pt x="62" y="192"/>
                    </a:lnTo>
                    <a:lnTo>
                      <a:pt x="62" y="196"/>
                    </a:lnTo>
                    <a:lnTo>
                      <a:pt x="62" y="196"/>
                    </a:lnTo>
                    <a:lnTo>
                      <a:pt x="62" y="198"/>
                    </a:lnTo>
                    <a:lnTo>
                      <a:pt x="62" y="198"/>
                    </a:lnTo>
                    <a:lnTo>
                      <a:pt x="66" y="200"/>
                    </a:lnTo>
                    <a:lnTo>
                      <a:pt x="66" y="200"/>
                    </a:lnTo>
                    <a:lnTo>
                      <a:pt x="68" y="206"/>
                    </a:lnTo>
                    <a:lnTo>
                      <a:pt x="70" y="212"/>
                    </a:lnTo>
                    <a:lnTo>
                      <a:pt x="70" y="212"/>
                    </a:lnTo>
                    <a:lnTo>
                      <a:pt x="72" y="214"/>
                    </a:lnTo>
                    <a:lnTo>
                      <a:pt x="72" y="214"/>
                    </a:lnTo>
                    <a:lnTo>
                      <a:pt x="74" y="224"/>
                    </a:lnTo>
                    <a:lnTo>
                      <a:pt x="72" y="232"/>
                    </a:lnTo>
                    <a:lnTo>
                      <a:pt x="72" y="232"/>
                    </a:lnTo>
                    <a:lnTo>
                      <a:pt x="78" y="238"/>
                    </a:lnTo>
                    <a:lnTo>
                      <a:pt x="82" y="246"/>
                    </a:lnTo>
                    <a:lnTo>
                      <a:pt x="82" y="246"/>
                    </a:lnTo>
                    <a:lnTo>
                      <a:pt x="82" y="248"/>
                    </a:lnTo>
                    <a:lnTo>
                      <a:pt x="84" y="250"/>
                    </a:lnTo>
                    <a:lnTo>
                      <a:pt x="84" y="250"/>
                    </a:lnTo>
                    <a:lnTo>
                      <a:pt x="88" y="254"/>
                    </a:lnTo>
                    <a:lnTo>
                      <a:pt x="94" y="258"/>
                    </a:lnTo>
                    <a:lnTo>
                      <a:pt x="94" y="258"/>
                    </a:lnTo>
                    <a:lnTo>
                      <a:pt x="102" y="264"/>
                    </a:lnTo>
                    <a:lnTo>
                      <a:pt x="102" y="264"/>
                    </a:lnTo>
                    <a:lnTo>
                      <a:pt x="102" y="266"/>
                    </a:lnTo>
                    <a:lnTo>
                      <a:pt x="102" y="266"/>
                    </a:lnTo>
                    <a:lnTo>
                      <a:pt x="106" y="266"/>
                    </a:lnTo>
                    <a:lnTo>
                      <a:pt x="106" y="266"/>
                    </a:lnTo>
                    <a:lnTo>
                      <a:pt x="110" y="270"/>
                    </a:lnTo>
                    <a:lnTo>
                      <a:pt x="110" y="270"/>
                    </a:lnTo>
                    <a:lnTo>
                      <a:pt x="116" y="270"/>
                    </a:lnTo>
                    <a:lnTo>
                      <a:pt x="116" y="270"/>
                    </a:lnTo>
                    <a:lnTo>
                      <a:pt x="116" y="274"/>
                    </a:lnTo>
                    <a:lnTo>
                      <a:pt x="116" y="274"/>
                    </a:lnTo>
                    <a:lnTo>
                      <a:pt x="128" y="280"/>
                    </a:lnTo>
                    <a:lnTo>
                      <a:pt x="128" y="280"/>
                    </a:lnTo>
                    <a:lnTo>
                      <a:pt x="130" y="280"/>
                    </a:lnTo>
                    <a:lnTo>
                      <a:pt x="130" y="280"/>
                    </a:lnTo>
                    <a:lnTo>
                      <a:pt x="136" y="284"/>
                    </a:lnTo>
                    <a:lnTo>
                      <a:pt x="136" y="284"/>
                    </a:lnTo>
                    <a:lnTo>
                      <a:pt x="138" y="284"/>
                    </a:lnTo>
                    <a:lnTo>
                      <a:pt x="138" y="284"/>
                    </a:lnTo>
                    <a:lnTo>
                      <a:pt x="142" y="288"/>
                    </a:lnTo>
                    <a:lnTo>
                      <a:pt x="144" y="292"/>
                    </a:lnTo>
                    <a:lnTo>
                      <a:pt x="144" y="292"/>
                    </a:lnTo>
                    <a:lnTo>
                      <a:pt x="148" y="298"/>
                    </a:lnTo>
                    <a:lnTo>
                      <a:pt x="148" y="298"/>
                    </a:lnTo>
                    <a:lnTo>
                      <a:pt x="150" y="298"/>
                    </a:lnTo>
                    <a:lnTo>
                      <a:pt x="154" y="294"/>
                    </a:lnTo>
                    <a:lnTo>
                      <a:pt x="154" y="294"/>
                    </a:lnTo>
                    <a:lnTo>
                      <a:pt x="156" y="290"/>
                    </a:lnTo>
                    <a:lnTo>
                      <a:pt x="158" y="290"/>
                    </a:lnTo>
                    <a:lnTo>
                      <a:pt x="154" y="282"/>
                    </a:lnTo>
                    <a:lnTo>
                      <a:pt x="154" y="282"/>
                    </a:lnTo>
                    <a:lnTo>
                      <a:pt x="162" y="270"/>
                    </a:lnTo>
                    <a:lnTo>
                      <a:pt x="162" y="270"/>
                    </a:lnTo>
                    <a:lnTo>
                      <a:pt x="164" y="268"/>
                    </a:lnTo>
                    <a:lnTo>
                      <a:pt x="162" y="266"/>
                    </a:lnTo>
                    <a:lnTo>
                      <a:pt x="162" y="262"/>
                    </a:lnTo>
                    <a:lnTo>
                      <a:pt x="162" y="262"/>
                    </a:lnTo>
                    <a:lnTo>
                      <a:pt x="162" y="262"/>
                    </a:lnTo>
                    <a:lnTo>
                      <a:pt x="156" y="256"/>
                    </a:lnTo>
                    <a:lnTo>
                      <a:pt x="156" y="256"/>
                    </a:lnTo>
                    <a:lnTo>
                      <a:pt x="152" y="258"/>
                    </a:lnTo>
                    <a:lnTo>
                      <a:pt x="152" y="258"/>
                    </a:lnTo>
                    <a:lnTo>
                      <a:pt x="152" y="250"/>
                    </a:lnTo>
                    <a:lnTo>
                      <a:pt x="152" y="250"/>
                    </a:lnTo>
                    <a:lnTo>
                      <a:pt x="154" y="248"/>
                    </a:lnTo>
                    <a:lnTo>
                      <a:pt x="154" y="248"/>
                    </a:lnTo>
                    <a:lnTo>
                      <a:pt x="158" y="254"/>
                    </a:lnTo>
                    <a:lnTo>
                      <a:pt x="158" y="254"/>
                    </a:lnTo>
                    <a:lnTo>
                      <a:pt x="158" y="256"/>
                    </a:lnTo>
                    <a:lnTo>
                      <a:pt x="158" y="256"/>
                    </a:lnTo>
                    <a:lnTo>
                      <a:pt x="160" y="258"/>
                    </a:lnTo>
                    <a:lnTo>
                      <a:pt x="160" y="2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0" name="Freeform 112">
                <a:extLst>
                  <a:ext uri="{FF2B5EF4-FFF2-40B4-BE49-F238E27FC236}">
                    <a16:creationId xmlns:a16="http://schemas.microsoft.com/office/drawing/2014/main" id="{8D46EEE5-EC6A-944D-A546-8DB4CF9BDE8E}"/>
                  </a:ext>
                </a:extLst>
              </p:cNvPr>
              <p:cNvSpPr>
                <a:spLocks/>
              </p:cNvSpPr>
              <p:nvPr/>
            </p:nvSpPr>
            <p:spPr bwMode="auto">
              <a:xfrm>
                <a:off x="4257590" y="5024387"/>
                <a:ext cx="211346" cy="284334"/>
              </a:xfrm>
              <a:custGeom>
                <a:avLst/>
                <a:gdLst>
                  <a:gd name="T0" fmla="*/ 50 w 108"/>
                  <a:gd name="T1" fmla="*/ 2 h 142"/>
                  <a:gd name="T2" fmla="*/ 22 w 108"/>
                  <a:gd name="T3" fmla="*/ 0 h 142"/>
                  <a:gd name="T4" fmla="*/ 18 w 108"/>
                  <a:gd name="T5" fmla="*/ 6 h 142"/>
                  <a:gd name="T6" fmla="*/ 14 w 108"/>
                  <a:gd name="T7" fmla="*/ 12 h 142"/>
                  <a:gd name="T8" fmla="*/ 10 w 108"/>
                  <a:gd name="T9" fmla="*/ 22 h 142"/>
                  <a:gd name="T10" fmla="*/ 0 w 108"/>
                  <a:gd name="T11" fmla="*/ 46 h 142"/>
                  <a:gd name="T12" fmla="*/ 8 w 108"/>
                  <a:gd name="T13" fmla="*/ 52 h 142"/>
                  <a:gd name="T14" fmla="*/ 12 w 108"/>
                  <a:gd name="T15" fmla="*/ 58 h 142"/>
                  <a:gd name="T16" fmla="*/ 18 w 108"/>
                  <a:gd name="T17" fmla="*/ 64 h 142"/>
                  <a:gd name="T18" fmla="*/ 20 w 108"/>
                  <a:gd name="T19" fmla="*/ 66 h 142"/>
                  <a:gd name="T20" fmla="*/ 22 w 108"/>
                  <a:gd name="T21" fmla="*/ 70 h 142"/>
                  <a:gd name="T22" fmla="*/ 26 w 108"/>
                  <a:gd name="T23" fmla="*/ 78 h 142"/>
                  <a:gd name="T24" fmla="*/ 28 w 108"/>
                  <a:gd name="T25" fmla="*/ 80 h 142"/>
                  <a:gd name="T26" fmla="*/ 36 w 108"/>
                  <a:gd name="T27" fmla="*/ 86 h 142"/>
                  <a:gd name="T28" fmla="*/ 40 w 108"/>
                  <a:gd name="T29" fmla="*/ 88 h 142"/>
                  <a:gd name="T30" fmla="*/ 44 w 108"/>
                  <a:gd name="T31" fmla="*/ 88 h 142"/>
                  <a:gd name="T32" fmla="*/ 46 w 108"/>
                  <a:gd name="T33" fmla="*/ 90 h 142"/>
                  <a:gd name="T34" fmla="*/ 52 w 108"/>
                  <a:gd name="T35" fmla="*/ 94 h 142"/>
                  <a:gd name="T36" fmla="*/ 60 w 108"/>
                  <a:gd name="T37" fmla="*/ 104 h 142"/>
                  <a:gd name="T38" fmla="*/ 62 w 108"/>
                  <a:gd name="T39" fmla="*/ 106 h 142"/>
                  <a:gd name="T40" fmla="*/ 60 w 108"/>
                  <a:gd name="T41" fmla="*/ 114 h 142"/>
                  <a:gd name="T42" fmla="*/ 58 w 108"/>
                  <a:gd name="T43" fmla="*/ 122 h 142"/>
                  <a:gd name="T44" fmla="*/ 54 w 108"/>
                  <a:gd name="T45" fmla="*/ 128 h 142"/>
                  <a:gd name="T46" fmla="*/ 50 w 108"/>
                  <a:gd name="T47" fmla="*/ 138 h 142"/>
                  <a:gd name="T48" fmla="*/ 50 w 108"/>
                  <a:gd name="T49" fmla="*/ 138 h 142"/>
                  <a:gd name="T50" fmla="*/ 54 w 108"/>
                  <a:gd name="T51" fmla="*/ 138 h 142"/>
                  <a:gd name="T52" fmla="*/ 64 w 108"/>
                  <a:gd name="T53" fmla="*/ 140 h 142"/>
                  <a:gd name="T54" fmla="*/ 68 w 108"/>
                  <a:gd name="T55" fmla="*/ 142 h 142"/>
                  <a:gd name="T56" fmla="*/ 72 w 108"/>
                  <a:gd name="T57" fmla="*/ 140 h 142"/>
                  <a:gd name="T58" fmla="*/ 84 w 108"/>
                  <a:gd name="T59" fmla="*/ 142 h 142"/>
                  <a:gd name="T60" fmla="*/ 90 w 108"/>
                  <a:gd name="T61" fmla="*/ 142 h 142"/>
                  <a:gd name="T62" fmla="*/ 92 w 108"/>
                  <a:gd name="T63" fmla="*/ 140 h 142"/>
                  <a:gd name="T64" fmla="*/ 94 w 108"/>
                  <a:gd name="T65" fmla="*/ 138 h 142"/>
                  <a:gd name="T66" fmla="*/ 100 w 108"/>
                  <a:gd name="T67" fmla="*/ 130 h 142"/>
                  <a:gd name="T68" fmla="*/ 102 w 108"/>
                  <a:gd name="T69" fmla="*/ 128 h 142"/>
                  <a:gd name="T70" fmla="*/ 102 w 108"/>
                  <a:gd name="T71" fmla="*/ 116 h 142"/>
                  <a:gd name="T72" fmla="*/ 100 w 108"/>
                  <a:gd name="T73" fmla="*/ 114 h 142"/>
                  <a:gd name="T74" fmla="*/ 104 w 108"/>
                  <a:gd name="T75" fmla="*/ 110 h 142"/>
                  <a:gd name="T76" fmla="*/ 104 w 108"/>
                  <a:gd name="T77" fmla="*/ 102 h 142"/>
                  <a:gd name="T78" fmla="*/ 106 w 108"/>
                  <a:gd name="T79" fmla="*/ 94 h 142"/>
                  <a:gd name="T80" fmla="*/ 108 w 108"/>
                  <a:gd name="T81" fmla="*/ 80 h 142"/>
                  <a:gd name="T82" fmla="*/ 106 w 108"/>
                  <a:gd name="T83" fmla="*/ 80 h 142"/>
                  <a:gd name="T84" fmla="*/ 100 w 108"/>
                  <a:gd name="T85" fmla="*/ 82 h 142"/>
                  <a:gd name="T86" fmla="*/ 98 w 108"/>
                  <a:gd name="T87" fmla="*/ 82 h 142"/>
                  <a:gd name="T88" fmla="*/ 96 w 108"/>
                  <a:gd name="T89" fmla="*/ 74 h 142"/>
                  <a:gd name="T90" fmla="*/ 96 w 108"/>
                  <a:gd name="T91" fmla="*/ 60 h 142"/>
                  <a:gd name="T92" fmla="*/ 96 w 108"/>
                  <a:gd name="T93" fmla="*/ 56 h 142"/>
                  <a:gd name="T94" fmla="*/ 90 w 108"/>
                  <a:gd name="T95" fmla="*/ 52 h 142"/>
                  <a:gd name="T96" fmla="*/ 88 w 108"/>
                  <a:gd name="T97" fmla="*/ 52 h 142"/>
                  <a:gd name="T98" fmla="*/ 86 w 108"/>
                  <a:gd name="T99" fmla="*/ 48 h 142"/>
                  <a:gd name="T100" fmla="*/ 80 w 108"/>
                  <a:gd name="T101" fmla="*/ 46 h 142"/>
                  <a:gd name="T102" fmla="*/ 72 w 108"/>
                  <a:gd name="T103" fmla="*/ 46 h 142"/>
                  <a:gd name="T104" fmla="*/ 64 w 108"/>
                  <a:gd name="T105" fmla="*/ 42 h 142"/>
                  <a:gd name="T106" fmla="*/ 64 w 108"/>
                  <a:gd name="T107" fmla="*/ 38 h 142"/>
                  <a:gd name="T108" fmla="*/ 62 w 108"/>
                  <a:gd name="T109" fmla="*/ 32 h 142"/>
                  <a:gd name="T110" fmla="*/ 64 w 108"/>
                  <a:gd name="T111" fmla="*/ 24 h 142"/>
                  <a:gd name="T112" fmla="*/ 62 w 108"/>
                  <a:gd name="T113" fmla="*/ 18 h 142"/>
                  <a:gd name="T114" fmla="*/ 56 w 108"/>
                  <a:gd name="T115" fmla="*/ 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8" h="142">
                    <a:moveTo>
                      <a:pt x="56" y="8"/>
                    </a:moveTo>
                    <a:lnTo>
                      <a:pt x="50" y="2"/>
                    </a:lnTo>
                    <a:lnTo>
                      <a:pt x="38" y="0"/>
                    </a:lnTo>
                    <a:lnTo>
                      <a:pt x="22" y="0"/>
                    </a:lnTo>
                    <a:lnTo>
                      <a:pt x="22" y="0"/>
                    </a:lnTo>
                    <a:lnTo>
                      <a:pt x="18" y="6"/>
                    </a:lnTo>
                    <a:lnTo>
                      <a:pt x="14" y="12"/>
                    </a:lnTo>
                    <a:lnTo>
                      <a:pt x="14" y="12"/>
                    </a:lnTo>
                    <a:lnTo>
                      <a:pt x="12" y="18"/>
                    </a:lnTo>
                    <a:lnTo>
                      <a:pt x="10" y="22"/>
                    </a:lnTo>
                    <a:lnTo>
                      <a:pt x="10" y="28"/>
                    </a:lnTo>
                    <a:lnTo>
                      <a:pt x="0" y="46"/>
                    </a:lnTo>
                    <a:lnTo>
                      <a:pt x="8" y="52"/>
                    </a:lnTo>
                    <a:lnTo>
                      <a:pt x="8" y="52"/>
                    </a:lnTo>
                    <a:lnTo>
                      <a:pt x="12" y="58"/>
                    </a:lnTo>
                    <a:lnTo>
                      <a:pt x="12" y="58"/>
                    </a:lnTo>
                    <a:lnTo>
                      <a:pt x="14" y="62"/>
                    </a:lnTo>
                    <a:lnTo>
                      <a:pt x="18" y="64"/>
                    </a:lnTo>
                    <a:lnTo>
                      <a:pt x="18" y="64"/>
                    </a:lnTo>
                    <a:lnTo>
                      <a:pt x="20" y="66"/>
                    </a:lnTo>
                    <a:lnTo>
                      <a:pt x="22" y="70"/>
                    </a:lnTo>
                    <a:lnTo>
                      <a:pt x="22" y="70"/>
                    </a:lnTo>
                    <a:lnTo>
                      <a:pt x="26" y="76"/>
                    </a:lnTo>
                    <a:lnTo>
                      <a:pt x="26" y="78"/>
                    </a:lnTo>
                    <a:lnTo>
                      <a:pt x="28" y="80"/>
                    </a:lnTo>
                    <a:lnTo>
                      <a:pt x="28" y="80"/>
                    </a:lnTo>
                    <a:lnTo>
                      <a:pt x="34" y="80"/>
                    </a:lnTo>
                    <a:lnTo>
                      <a:pt x="36" y="86"/>
                    </a:lnTo>
                    <a:lnTo>
                      <a:pt x="36" y="86"/>
                    </a:lnTo>
                    <a:lnTo>
                      <a:pt x="40" y="88"/>
                    </a:lnTo>
                    <a:lnTo>
                      <a:pt x="42" y="88"/>
                    </a:lnTo>
                    <a:lnTo>
                      <a:pt x="44" y="88"/>
                    </a:lnTo>
                    <a:lnTo>
                      <a:pt x="46" y="90"/>
                    </a:lnTo>
                    <a:lnTo>
                      <a:pt x="46" y="90"/>
                    </a:lnTo>
                    <a:lnTo>
                      <a:pt x="52" y="94"/>
                    </a:lnTo>
                    <a:lnTo>
                      <a:pt x="52" y="94"/>
                    </a:lnTo>
                    <a:lnTo>
                      <a:pt x="54" y="98"/>
                    </a:lnTo>
                    <a:lnTo>
                      <a:pt x="60" y="104"/>
                    </a:lnTo>
                    <a:lnTo>
                      <a:pt x="60" y="104"/>
                    </a:lnTo>
                    <a:lnTo>
                      <a:pt x="62" y="106"/>
                    </a:lnTo>
                    <a:lnTo>
                      <a:pt x="62" y="108"/>
                    </a:lnTo>
                    <a:lnTo>
                      <a:pt x="60" y="114"/>
                    </a:lnTo>
                    <a:lnTo>
                      <a:pt x="60" y="114"/>
                    </a:lnTo>
                    <a:lnTo>
                      <a:pt x="58" y="122"/>
                    </a:lnTo>
                    <a:lnTo>
                      <a:pt x="54" y="128"/>
                    </a:lnTo>
                    <a:lnTo>
                      <a:pt x="54" y="128"/>
                    </a:lnTo>
                    <a:lnTo>
                      <a:pt x="50" y="134"/>
                    </a:lnTo>
                    <a:lnTo>
                      <a:pt x="50" y="138"/>
                    </a:lnTo>
                    <a:lnTo>
                      <a:pt x="50" y="138"/>
                    </a:lnTo>
                    <a:lnTo>
                      <a:pt x="50" y="138"/>
                    </a:lnTo>
                    <a:lnTo>
                      <a:pt x="54" y="138"/>
                    </a:lnTo>
                    <a:lnTo>
                      <a:pt x="54" y="138"/>
                    </a:lnTo>
                    <a:lnTo>
                      <a:pt x="58" y="138"/>
                    </a:lnTo>
                    <a:lnTo>
                      <a:pt x="64" y="140"/>
                    </a:lnTo>
                    <a:lnTo>
                      <a:pt x="64" y="140"/>
                    </a:lnTo>
                    <a:lnTo>
                      <a:pt x="68" y="142"/>
                    </a:lnTo>
                    <a:lnTo>
                      <a:pt x="72" y="140"/>
                    </a:lnTo>
                    <a:lnTo>
                      <a:pt x="72" y="140"/>
                    </a:lnTo>
                    <a:lnTo>
                      <a:pt x="78" y="140"/>
                    </a:lnTo>
                    <a:lnTo>
                      <a:pt x="84" y="142"/>
                    </a:lnTo>
                    <a:lnTo>
                      <a:pt x="84" y="142"/>
                    </a:lnTo>
                    <a:lnTo>
                      <a:pt x="90" y="142"/>
                    </a:lnTo>
                    <a:lnTo>
                      <a:pt x="92" y="140"/>
                    </a:lnTo>
                    <a:lnTo>
                      <a:pt x="92" y="140"/>
                    </a:lnTo>
                    <a:lnTo>
                      <a:pt x="94" y="138"/>
                    </a:lnTo>
                    <a:lnTo>
                      <a:pt x="94" y="138"/>
                    </a:lnTo>
                    <a:lnTo>
                      <a:pt x="96" y="134"/>
                    </a:lnTo>
                    <a:lnTo>
                      <a:pt x="100" y="130"/>
                    </a:lnTo>
                    <a:lnTo>
                      <a:pt x="100" y="130"/>
                    </a:lnTo>
                    <a:lnTo>
                      <a:pt x="102" y="128"/>
                    </a:lnTo>
                    <a:lnTo>
                      <a:pt x="102" y="124"/>
                    </a:lnTo>
                    <a:lnTo>
                      <a:pt x="102" y="116"/>
                    </a:lnTo>
                    <a:lnTo>
                      <a:pt x="102" y="116"/>
                    </a:lnTo>
                    <a:lnTo>
                      <a:pt x="100" y="114"/>
                    </a:lnTo>
                    <a:lnTo>
                      <a:pt x="102" y="112"/>
                    </a:lnTo>
                    <a:lnTo>
                      <a:pt x="104" y="110"/>
                    </a:lnTo>
                    <a:lnTo>
                      <a:pt x="104" y="110"/>
                    </a:lnTo>
                    <a:lnTo>
                      <a:pt x="104" y="102"/>
                    </a:lnTo>
                    <a:lnTo>
                      <a:pt x="106" y="94"/>
                    </a:lnTo>
                    <a:lnTo>
                      <a:pt x="106" y="94"/>
                    </a:lnTo>
                    <a:lnTo>
                      <a:pt x="106" y="86"/>
                    </a:lnTo>
                    <a:lnTo>
                      <a:pt x="108" y="80"/>
                    </a:lnTo>
                    <a:lnTo>
                      <a:pt x="108" y="80"/>
                    </a:lnTo>
                    <a:lnTo>
                      <a:pt x="106" y="80"/>
                    </a:lnTo>
                    <a:lnTo>
                      <a:pt x="104" y="80"/>
                    </a:lnTo>
                    <a:lnTo>
                      <a:pt x="100" y="82"/>
                    </a:lnTo>
                    <a:lnTo>
                      <a:pt x="100" y="82"/>
                    </a:lnTo>
                    <a:lnTo>
                      <a:pt x="98" y="82"/>
                    </a:lnTo>
                    <a:lnTo>
                      <a:pt x="98" y="80"/>
                    </a:lnTo>
                    <a:lnTo>
                      <a:pt x="96" y="74"/>
                    </a:lnTo>
                    <a:lnTo>
                      <a:pt x="96" y="74"/>
                    </a:lnTo>
                    <a:lnTo>
                      <a:pt x="96" y="60"/>
                    </a:lnTo>
                    <a:lnTo>
                      <a:pt x="96" y="60"/>
                    </a:lnTo>
                    <a:lnTo>
                      <a:pt x="96" y="56"/>
                    </a:lnTo>
                    <a:lnTo>
                      <a:pt x="94" y="54"/>
                    </a:lnTo>
                    <a:lnTo>
                      <a:pt x="90" y="52"/>
                    </a:lnTo>
                    <a:lnTo>
                      <a:pt x="90" y="52"/>
                    </a:lnTo>
                    <a:lnTo>
                      <a:pt x="88" y="52"/>
                    </a:lnTo>
                    <a:lnTo>
                      <a:pt x="86" y="50"/>
                    </a:lnTo>
                    <a:lnTo>
                      <a:pt x="86" y="48"/>
                    </a:lnTo>
                    <a:lnTo>
                      <a:pt x="84" y="44"/>
                    </a:lnTo>
                    <a:lnTo>
                      <a:pt x="80" y="46"/>
                    </a:lnTo>
                    <a:lnTo>
                      <a:pt x="80" y="46"/>
                    </a:lnTo>
                    <a:lnTo>
                      <a:pt x="72" y="46"/>
                    </a:lnTo>
                    <a:lnTo>
                      <a:pt x="66" y="44"/>
                    </a:lnTo>
                    <a:lnTo>
                      <a:pt x="64" y="42"/>
                    </a:lnTo>
                    <a:lnTo>
                      <a:pt x="64" y="42"/>
                    </a:lnTo>
                    <a:lnTo>
                      <a:pt x="64" y="38"/>
                    </a:lnTo>
                    <a:lnTo>
                      <a:pt x="62" y="34"/>
                    </a:lnTo>
                    <a:lnTo>
                      <a:pt x="62" y="32"/>
                    </a:lnTo>
                    <a:lnTo>
                      <a:pt x="62" y="32"/>
                    </a:lnTo>
                    <a:lnTo>
                      <a:pt x="64" y="24"/>
                    </a:lnTo>
                    <a:lnTo>
                      <a:pt x="62" y="18"/>
                    </a:lnTo>
                    <a:lnTo>
                      <a:pt x="62" y="18"/>
                    </a:lnTo>
                    <a:lnTo>
                      <a:pt x="58" y="12"/>
                    </a:lnTo>
                    <a:lnTo>
                      <a:pt x="56"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1" name="Freeform 177">
                <a:extLst>
                  <a:ext uri="{FF2B5EF4-FFF2-40B4-BE49-F238E27FC236}">
                    <a16:creationId xmlns:a16="http://schemas.microsoft.com/office/drawing/2014/main" id="{29C7A2AB-6FD3-5C40-A9B2-049385679A3B}"/>
                  </a:ext>
                </a:extLst>
              </p:cNvPr>
              <p:cNvSpPr>
                <a:spLocks/>
              </p:cNvSpPr>
              <p:nvPr/>
            </p:nvSpPr>
            <p:spPr bwMode="auto">
              <a:xfrm>
                <a:off x="4277159" y="4095296"/>
                <a:ext cx="129155" cy="260305"/>
              </a:xfrm>
              <a:custGeom>
                <a:avLst/>
                <a:gdLst>
                  <a:gd name="T0" fmla="*/ 22 w 66"/>
                  <a:gd name="T1" fmla="*/ 8 h 130"/>
                  <a:gd name="T2" fmla="*/ 20 w 66"/>
                  <a:gd name="T3" fmla="*/ 10 h 130"/>
                  <a:gd name="T4" fmla="*/ 10 w 66"/>
                  <a:gd name="T5" fmla="*/ 14 h 130"/>
                  <a:gd name="T6" fmla="*/ 10 w 66"/>
                  <a:gd name="T7" fmla="*/ 20 h 130"/>
                  <a:gd name="T8" fmla="*/ 14 w 66"/>
                  <a:gd name="T9" fmla="*/ 26 h 130"/>
                  <a:gd name="T10" fmla="*/ 18 w 66"/>
                  <a:gd name="T11" fmla="*/ 28 h 130"/>
                  <a:gd name="T12" fmla="*/ 16 w 66"/>
                  <a:gd name="T13" fmla="*/ 32 h 130"/>
                  <a:gd name="T14" fmla="*/ 6 w 66"/>
                  <a:gd name="T15" fmla="*/ 34 h 130"/>
                  <a:gd name="T16" fmla="*/ 6 w 66"/>
                  <a:gd name="T17" fmla="*/ 40 h 130"/>
                  <a:gd name="T18" fmla="*/ 12 w 66"/>
                  <a:gd name="T19" fmla="*/ 60 h 130"/>
                  <a:gd name="T20" fmla="*/ 22 w 66"/>
                  <a:gd name="T21" fmla="*/ 62 h 130"/>
                  <a:gd name="T22" fmla="*/ 26 w 66"/>
                  <a:gd name="T23" fmla="*/ 66 h 130"/>
                  <a:gd name="T24" fmla="*/ 28 w 66"/>
                  <a:gd name="T25" fmla="*/ 74 h 130"/>
                  <a:gd name="T26" fmla="*/ 28 w 66"/>
                  <a:gd name="T27" fmla="*/ 76 h 130"/>
                  <a:gd name="T28" fmla="*/ 28 w 66"/>
                  <a:gd name="T29" fmla="*/ 80 h 130"/>
                  <a:gd name="T30" fmla="*/ 28 w 66"/>
                  <a:gd name="T31" fmla="*/ 86 h 130"/>
                  <a:gd name="T32" fmla="*/ 22 w 66"/>
                  <a:gd name="T33" fmla="*/ 100 h 130"/>
                  <a:gd name="T34" fmla="*/ 20 w 66"/>
                  <a:gd name="T35" fmla="*/ 114 h 130"/>
                  <a:gd name="T36" fmla="*/ 24 w 66"/>
                  <a:gd name="T37" fmla="*/ 120 h 130"/>
                  <a:gd name="T38" fmla="*/ 30 w 66"/>
                  <a:gd name="T39" fmla="*/ 126 h 130"/>
                  <a:gd name="T40" fmla="*/ 36 w 66"/>
                  <a:gd name="T41" fmla="*/ 130 h 130"/>
                  <a:gd name="T42" fmla="*/ 40 w 66"/>
                  <a:gd name="T43" fmla="*/ 126 h 130"/>
                  <a:gd name="T44" fmla="*/ 44 w 66"/>
                  <a:gd name="T45" fmla="*/ 126 h 130"/>
                  <a:gd name="T46" fmla="*/ 46 w 66"/>
                  <a:gd name="T47" fmla="*/ 122 h 130"/>
                  <a:gd name="T48" fmla="*/ 48 w 66"/>
                  <a:gd name="T49" fmla="*/ 120 h 130"/>
                  <a:gd name="T50" fmla="*/ 52 w 66"/>
                  <a:gd name="T51" fmla="*/ 118 h 130"/>
                  <a:gd name="T52" fmla="*/ 56 w 66"/>
                  <a:gd name="T53" fmla="*/ 112 h 130"/>
                  <a:gd name="T54" fmla="*/ 56 w 66"/>
                  <a:gd name="T55" fmla="*/ 96 h 130"/>
                  <a:gd name="T56" fmla="*/ 54 w 66"/>
                  <a:gd name="T57" fmla="*/ 92 h 130"/>
                  <a:gd name="T58" fmla="*/ 52 w 66"/>
                  <a:gd name="T59" fmla="*/ 78 h 130"/>
                  <a:gd name="T60" fmla="*/ 50 w 66"/>
                  <a:gd name="T61" fmla="*/ 70 h 130"/>
                  <a:gd name="T62" fmla="*/ 54 w 66"/>
                  <a:gd name="T63" fmla="*/ 66 h 130"/>
                  <a:gd name="T64" fmla="*/ 58 w 66"/>
                  <a:gd name="T65" fmla="*/ 54 h 130"/>
                  <a:gd name="T66" fmla="*/ 66 w 66"/>
                  <a:gd name="T67" fmla="*/ 42 h 130"/>
                  <a:gd name="T68" fmla="*/ 62 w 66"/>
                  <a:gd name="T69" fmla="*/ 32 h 130"/>
                  <a:gd name="T70" fmla="*/ 54 w 66"/>
                  <a:gd name="T71" fmla="*/ 28 h 130"/>
                  <a:gd name="T72" fmla="*/ 50 w 66"/>
                  <a:gd name="T73" fmla="*/ 28 h 130"/>
                  <a:gd name="T74" fmla="*/ 48 w 66"/>
                  <a:gd name="T75" fmla="*/ 26 h 130"/>
                  <a:gd name="T76" fmla="*/ 44 w 66"/>
                  <a:gd name="T77" fmla="*/ 30 h 130"/>
                  <a:gd name="T78" fmla="*/ 40 w 66"/>
                  <a:gd name="T79" fmla="*/ 36 h 130"/>
                  <a:gd name="T80" fmla="*/ 38 w 66"/>
                  <a:gd name="T81" fmla="*/ 36 h 130"/>
                  <a:gd name="T82" fmla="*/ 38 w 66"/>
                  <a:gd name="T83" fmla="*/ 34 h 130"/>
                  <a:gd name="T84" fmla="*/ 38 w 66"/>
                  <a:gd name="T85" fmla="*/ 30 h 130"/>
                  <a:gd name="T86" fmla="*/ 42 w 66"/>
                  <a:gd name="T87" fmla="*/ 28 h 130"/>
                  <a:gd name="T88" fmla="*/ 44 w 66"/>
                  <a:gd name="T89" fmla="*/ 16 h 130"/>
                  <a:gd name="T90" fmla="*/ 28 w 66"/>
                  <a:gd name="T91"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6" h="130">
                    <a:moveTo>
                      <a:pt x="24" y="0"/>
                    </a:moveTo>
                    <a:lnTo>
                      <a:pt x="22" y="8"/>
                    </a:lnTo>
                    <a:lnTo>
                      <a:pt x="22" y="8"/>
                    </a:lnTo>
                    <a:lnTo>
                      <a:pt x="22" y="8"/>
                    </a:lnTo>
                    <a:lnTo>
                      <a:pt x="20" y="10"/>
                    </a:lnTo>
                    <a:lnTo>
                      <a:pt x="20" y="10"/>
                    </a:lnTo>
                    <a:lnTo>
                      <a:pt x="14" y="14"/>
                    </a:lnTo>
                    <a:lnTo>
                      <a:pt x="10" y="14"/>
                    </a:lnTo>
                    <a:lnTo>
                      <a:pt x="10" y="14"/>
                    </a:lnTo>
                    <a:lnTo>
                      <a:pt x="8" y="14"/>
                    </a:lnTo>
                    <a:lnTo>
                      <a:pt x="8" y="16"/>
                    </a:lnTo>
                    <a:lnTo>
                      <a:pt x="10" y="20"/>
                    </a:lnTo>
                    <a:lnTo>
                      <a:pt x="10" y="20"/>
                    </a:lnTo>
                    <a:lnTo>
                      <a:pt x="12" y="22"/>
                    </a:lnTo>
                    <a:lnTo>
                      <a:pt x="14" y="26"/>
                    </a:lnTo>
                    <a:lnTo>
                      <a:pt x="14" y="26"/>
                    </a:lnTo>
                    <a:lnTo>
                      <a:pt x="16" y="26"/>
                    </a:lnTo>
                    <a:lnTo>
                      <a:pt x="18" y="28"/>
                    </a:lnTo>
                    <a:lnTo>
                      <a:pt x="18" y="30"/>
                    </a:lnTo>
                    <a:lnTo>
                      <a:pt x="18" y="30"/>
                    </a:lnTo>
                    <a:lnTo>
                      <a:pt x="16" y="32"/>
                    </a:lnTo>
                    <a:lnTo>
                      <a:pt x="14" y="32"/>
                    </a:lnTo>
                    <a:lnTo>
                      <a:pt x="6" y="34"/>
                    </a:lnTo>
                    <a:lnTo>
                      <a:pt x="6" y="34"/>
                    </a:lnTo>
                    <a:lnTo>
                      <a:pt x="6" y="34"/>
                    </a:lnTo>
                    <a:lnTo>
                      <a:pt x="6" y="36"/>
                    </a:lnTo>
                    <a:lnTo>
                      <a:pt x="6" y="40"/>
                    </a:lnTo>
                    <a:lnTo>
                      <a:pt x="0" y="42"/>
                    </a:lnTo>
                    <a:lnTo>
                      <a:pt x="12" y="60"/>
                    </a:lnTo>
                    <a:lnTo>
                      <a:pt x="12" y="60"/>
                    </a:lnTo>
                    <a:lnTo>
                      <a:pt x="16" y="62"/>
                    </a:lnTo>
                    <a:lnTo>
                      <a:pt x="22" y="62"/>
                    </a:lnTo>
                    <a:lnTo>
                      <a:pt x="22" y="62"/>
                    </a:lnTo>
                    <a:lnTo>
                      <a:pt x="24" y="62"/>
                    </a:lnTo>
                    <a:lnTo>
                      <a:pt x="26" y="64"/>
                    </a:lnTo>
                    <a:lnTo>
                      <a:pt x="26" y="66"/>
                    </a:lnTo>
                    <a:lnTo>
                      <a:pt x="22" y="70"/>
                    </a:lnTo>
                    <a:lnTo>
                      <a:pt x="22" y="70"/>
                    </a:lnTo>
                    <a:lnTo>
                      <a:pt x="28" y="74"/>
                    </a:lnTo>
                    <a:lnTo>
                      <a:pt x="28" y="74"/>
                    </a:lnTo>
                    <a:lnTo>
                      <a:pt x="30" y="74"/>
                    </a:lnTo>
                    <a:lnTo>
                      <a:pt x="28" y="76"/>
                    </a:lnTo>
                    <a:lnTo>
                      <a:pt x="28" y="78"/>
                    </a:lnTo>
                    <a:lnTo>
                      <a:pt x="28" y="80"/>
                    </a:lnTo>
                    <a:lnTo>
                      <a:pt x="28" y="80"/>
                    </a:lnTo>
                    <a:lnTo>
                      <a:pt x="30" y="82"/>
                    </a:lnTo>
                    <a:lnTo>
                      <a:pt x="28" y="86"/>
                    </a:lnTo>
                    <a:lnTo>
                      <a:pt x="28" y="86"/>
                    </a:lnTo>
                    <a:lnTo>
                      <a:pt x="22" y="92"/>
                    </a:lnTo>
                    <a:lnTo>
                      <a:pt x="22" y="92"/>
                    </a:lnTo>
                    <a:lnTo>
                      <a:pt x="22" y="100"/>
                    </a:lnTo>
                    <a:lnTo>
                      <a:pt x="20" y="112"/>
                    </a:lnTo>
                    <a:lnTo>
                      <a:pt x="20" y="112"/>
                    </a:lnTo>
                    <a:lnTo>
                      <a:pt x="20" y="114"/>
                    </a:lnTo>
                    <a:lnTo>
                      <a:pt x="22" y="118"/>
                    </a:lnTo>
                    <a:lnTo>
                      <a:pt x="24" y="120"/>
                    </a:lnTo>
                    <a:lnTo>
                      <a:pt x="24" y="120"/>
                    </a:lnTo>
                    <a:lnTo>
                      <a:pt x="28" y="124"/>
                    </a:lnTo>
                    <a:lnTo>
                      <a:pt x="30" y="124"/>
                    </a:lnTo>
                    <a:lnTo>
                      <a:pt x="30" y="126"/>
                    </a:lnTo>
                    <a:lnTo>
                      <a:pt x="30" y="126"/>
                    </a:lnTo>
                    <a:lnTo>
                      <a:pt x="32" y="130"/>
                    </a:lnTo>
                    <a:lnTo>
                      <a:pt x="36" y="130"/>
                    </a:lnTo>
                    <a:lnTo>
                      <a:pt x="36" y="130"/>
                    </a:lnTo>
                    <a:lnTo>
                      <a:pt x="38" y="128"/>
                    </a:lnTo>
                    <a:lnTo>
                      <a:pt x="40" y="126"/>
                    </a:lnTo>
                    <a:lnTo>
                      <a:pt x="42" y="126"/>
                    </a:lnTo>
                    <a:lnTo>
                      <a:pt x="42" y="126"/>
                    </a:lnTo>
                    <a:lnTo>
                      <a:pt x="44" y="126"/>
                    </a:lnTo>
                    <a:lnTo>
                      <a:pt x="44" y="124"/>
                    </a:lnTo>
                    <a:lnTo>
                      <a:pt x="44" y="122"/>
                    </a:lnTo>
                    <a:lnTo>
                      <a:pt x="46" y="122"/>
                    </a:lnTo>
                    <a:lnTo>
                      <a:pt x="46" y="122"/>
                    </a:lnTo>
                    <a:lnTo>
                      <a:pt x="48" y="120"/>
                    </a:lnTo>
                    <a:lnTo>
                      <a:pt x="48" y="120"/>
                    </a:lnTo>
                    <a:lnTo>
                      <a:pt x="50" y="118"/>
                    </a:lnTo>
                    <a:lnTo>
                      <a:pt x="52" y="118"/>
                    </a:lnTo>
                    <a:lnTo>
                      <a:pt x="52" y="118"/>
                    </a:lnTo>
                    <a:lnTo>
                      <a:pt x="56" y="120"/>
                    </a:lnTo>
                    <a:lnTo>
                      <a:pt x="58" y="120"/>
                    </a:lnTo>
                    <a:lnTo>
                      <a:pt x="56" y="112"/>
                    </a:lnTo>
                    <a:lnTo>
                      <a:pt x="54" y="100"/>
                    </a:lnTo>
                    <a:lnTo>
                      <a:pt x="54" y="100"/>
                    </a:lnTo>
                    <a:lnTo>
                      <a:pt x="56" y="96"/>
                    </a:lnTo>
                    <a:lnTo>
                      <a:pt x="56" y="94"/>
                    </a:lnTo>
                    <a:lnTo>
                      <a:pt x="54" y="92"/>
                    </a:lnTo>
                    <a:lnTo>
                      <a:pt x="54" y="92"/>
                    </a:lnTo>
                    <a:lnTo>
                      <a:pt x="52" y="88"/>
                    </a:lnTo>
                    <a:lnTo>
                      <a:pt x="52" y="88"/>
                    </a:lnTo>
                    <a:lnTo>
                      <a:pt x="52" y="78"/>
                    </a:lnTo>
                    <a:lnTo>
                      <a:pt x="52" y="78"/>
                    </a:lnTo>
                    <a:lnTo>
                      <a:pt x="50" y="72"/>
                    </a:lnTo>
                    <a:lnTo>
                      <a:pt x="50" y="70"/>
                    </a:lnTo>
                    <a:lnTo>
                      <a:pt x="50" y="68"/>
                    </a:lnTo>
                    <a:lnTo>
                      <a:pt x="50" y="68"/>
                    </a:lnTo>
                    <a:lnTo>
                      <a:pt x="54" y="66"/>
                    </a:lnTo>
                    <a:lnTo>
                      <a:pt x="58" y="62"/>
                    </a:lnTo>
                    <a:lnTo>
                      <a:pt x="58" y="62"/>
                    </a:lnTo>
                    <a:lnTo>
                      <a:pt x="58" y="54"/>
                    </a:lnTo>
                    <a:lnTo>
                      <a:pt x="58" y="54"/>
                    </a:lnTo>
                    <a:lnTo>
                      <a:pt x="66" y="42"/>
                    </a:lnTo>
                    <a:lnTo>
                      <a:pt x="66" y="42"/>
                    </a:lnTo>
                    <a:lnTo>
                      <a:pt x="64" y="36"/>
                    </a:lnTo>
                    <a:lnTo>
                      <a:pt x="62" y="32"/>
                    </a:lnTo>
                    <a:lnTo>
                      <a:pt x="62" y="32"/>
                    </a:lnTo>
                    <a:lnTo>
                      <a:pt x="56" y="30"/>
                    </a:lnTo>
                    <a:lnTo>
                      <a:pt x="56" y="30"/>
                    </a:lnTo>
                    <a:lnTo>
                      <a:pt x="54" y="28"/>
                    </a:lnTo>
                    <a:lnTo>
                      <a:pt x="52" y="26"/>
                    </a:lnTo>
                    <a:lnTo>
                      <a:pt x="52" y="26"/>
                    </a:lnTo>
                    <a:lnTo>
                      <a:pt x="50" y="28"/>
                    </a:lnTo>
                    <a:lnTo>
                      <a:pt x="48" y="28"/>
                    </a:lnTo>
                    <a:lnTo>
                      <a:pt x="48" y="28"/>
                    </a:lnTo>
                    <a:lnTo>
                      <a:pt x="48" y="26"/>
                    </a:lnTo>
                    <a:lnTo>
                      <a:pt x="46" y="26"/>
                    </a:lnTo>
                    <a:lnTo>
                      <a:pt x="46" y="26"/>
                    </a:lnTo>
                    <a:lnTo>
                      <a:pt x="44" y="30"/>
                    </a:lnTo>
                    <a:lnTo>
                      <a:pt x="44" y="38"/>
                    </a:lnTo>
                    <a:lnTo>
                      <a:pt x="44" y="38"/>
                    </a:lnTo>
                    <a:lnTo>
                      <a:pt x="40" y="36"/>
                    </a:lnTo>
                    <a:lnTo>
                      <a:pt x="40" y="36"/>
                    </a:lnTo>
                    <a:lnTo>
                      <a:pt x="38" y="36"/>
                    </a:lnTo>
                    <a:lnTo>
                      <a:pt x="38" y="36"/>
                    </a:lnTo>
                    <a:lnTo>
                      <a:pt x="38" y="34"/>
                    </a:lnTo>
                    <a:lnTo>
                      <a:pt x="38" y="34"/>
                    </a:lnTo>
                    <a:lnTo>
                      <a:pt x="38" y="34"/>
                    </a:lnTo>
                    <a:lnTo>
                      <a:pt x="38" y="32"/>
                    </a:lnTo>
                    <a:lnTo>
                      <a:pt x="38" y="30"/>
                    </a:lnTo>
                    <a:lnTo>
                      <a:pt x="38" y="30"/>
                    </a:lnTo>
                    <a:lnTo>
                      <a:pt x="42" y="28"/>
                    </a:lnTo>
                    <a:lnTo>
                      <a:pt x="42" y="28"/>
                    </a:lnTo>
                    <a:lnTo>
                      <a:pt x="42" y="28"/>
                    </a:lnTo>
                    <a:lnTo>
                      <a:pt x="44" y="22"/>
                    </a:lnTo>
                    <a:lnTo>
                      <a:pt x="44" y="16"/>
                    </a:lnTo>
                    <a:lnTo>
                      <a:pt x="44" y="16"/>
                    </a:lnTo>
                    <a:lnTo>
                      <a:pt x="36" y="8"/>
                    </a:lnTo>
                    <a:lnTo>
                      <a:pt x="28" y="0"/>
                    </a:lnTo>
                    <a:lnTo>
                      <a:pt x="28" y="0"/>
                    </a:lnTo>
                    <a:lnTo>
                      <a:pt x="24" y="2"/>
                    </a:lnTo>
                    <a:lnTo>
                      <a:pt x="2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2" name="Freeform 187">
                <a:extLst>
                  <a:ext uri="{FF2B5EF4-FFF2-40B4-BE49-F238E27FC236}">
                    <a16:creationId xmlns:a16="http://schemas.microsoft.com/office/drawing/2014/main" id="{DCEAB041-7BFF-DC49-A8C3-A4A3F2D51ECB}"/>
                  </a:ext>
                </a:extLst>
              </p:cNvPr>
              <p:cNvSpPr>
                <a:spLocks/>
              </p:cNvSpPr>
              <p:nvPr/>
            </p:nvSpPr>
            <p:spPr bwMode="auto">
              <a:xfrm>
                <a:off x="4465021" y="4171385"/>
                <a:ext cx="82189" cy="156184"/>
              </a:xfrm>
              <a:custGeom>
                <a:avLst/>
                <a:gdLst>
                  <a:gd name="T0" fmla="*/ 6 w 42"/>
                  <a:gd name="T1" fmla="*/ 2 h 78"/>
                  <a:gd name="T2" fmla="*/ 6 w 42"/>
                  <a:gd name="T3" fmla="*/ 2 h 78"/>
                  <a:gd name="T4" fmla="*/ 6 w 42"/>
                  <a:gd name="T5" fmla="*/ 4 h 78"/>
                  <a:gd name="T6" fmla="*/ 6 w 42"/>
                  <a:gd name="T7" fmla="*/ 4 h 78"/>
                  <a:gd name="T8" fmla="*/ 6 w 42"/>
                  <a:gd name="T9" fmla="*/ 10 h 78"/>
                  <a:gd name="T10" fmla="*/ 0 w 42"/>
                  <a:gd name="T11" fmla="*/ 20 h 78"/>
                  <a:gd name="T12" fmla="*/ 0 w 42"/>
                  <a:gd name="T13" fmla="*/ 20 h 78"/>
                  <a:gd name="T14" fmla="*/ 0 w 42"/>
                  <a:gd name="T15" fmla="*/ 38 h 78"/>
                  <a:gd name="T16" fmla="*/ 0 w 42"/>
                  <a:gd name="T17" fmla="*/ 38 h 78"/>
                  <a:gd name="T18" fmla="*/ 2 w 42"/>
                  <a:gd name="T19" fmla="*/ 42 h 78"/>
                  <a:gd name="T20" fmla="*/ 4 w 42"/>
                  <a:gd name="T21" fmla="*/ 46 h 78"/>
                  <a:gd name="T22" fmla="*/ 8 w 42"/>
                  <a:gd name="T23" fmla="*/ 50 h 78"/>
                  <a:gd name="T24" fmla="*/ 8 w 42"/>
                  <a:gd name="T25" fmla="*/ 50 h 78"/>
                  <a:gd name="T26" fmla="*/ 8 w 42"/>
                  <a:gd name="T27" fmla="*/ 54 h 78"/>
                  <a:gd name="T28" fmla="*/ 4 w 42"/>
                  <a:gd name="T29" fmla="*/ 60 h 78"/>
                  <a:gd name="T30" fmla="*/ 4 w 42"/>
                  <a:gd name="T31" fmla="*/ 60 h 78"/>
                  <a:gd name="T32" fmla="*/ 0 w 42"/>
                  <a:gd name="T33" fmla="*/ 70 h 78"/>
                  <a:gd name="T34" fmla="*/ 0 w 42"/>
                  <a:gd name="T35" fmla="*/ 70 h 78"/>
                  <a:gd name="T36" fmla="*/ 0 w 42"/>
                  <a:gd name="T37" fmla="*/ 74 h 78"/>
                  <a:gd name="T38" fmla="*/ 4 w 42"/>
                  <a:gd name="T39" fmla="*/ 78 h 78"/>
                  <a:gd name="T40" fmla="*/ 4 w 42"/>
                  <a:gd name="T41" fmla="*/ 78 h 78"/>
                  <a:gd name="T42" fmla="*/ 6 w 42"/>
                  <a:gd name="T43" fmla="*/ 78 h 78"/>
                  <a:gd name="T44" fmla="*/ 8 w 42"/>
                  <a:gd name="T45" fmla="*/ 78 h 78"/>
                  <a:gd name="T46" fmla="*/ 12 w 42"/>
                  <a:gd name="T47" fmla="*/ 76 h 78"/>
                  <a:gd name="T48" fmla="*/ 18 w 42"/>
                  <a:gd name="T49" fmla="*/ 74 h 78"/>
                  <a:gd name="T50" fmla="*/ 24 w 42"/>
                  <a:gd name="T51" fmla="*/ 78 h 78"/>
                  <a:gd name="T52" fmla="*/ 24 w 42"/>
                  <a:gd name="T53" fmla="*/ 78 h 78"/>
                  <a:gd name="T54" fmla="*/ 28 w 42"/>
                  <a:gd name="T55" fmla="*/ 74 h 78"/>
                  <a:gd name="T56" fmla="*/ 32 w 42"/>
                  <a:gd name="T57" fmla="*/ 66 h 78"/>
                  <a:gd name="T58" fmla="*/ 32 w 42"/>
                  <a:gd name="T59" fmla="*/ 66 h 78"/>
                  <a:gd name="T60" fmla="*/ 34 w 42"/>
                  <a:gd name="T61" fmla="*/ 52 h 78"/>
                  <a:gd name="T62" fmla="*/ 38 w 42"/>
                  <a:gd name="T63" fmla="*/ 44 h 78"/>
                  <a:gd name="T64" fmla="*/ 38 w 42"/>
                  <a:gd name="T65" fmla="*/ 44 h 78"/>
                  <a:gd name="T66" fmla="*/ 42 w 42"/>
                  <a:gd name="T67" fmla="*/ 32 h 78"/>
                  <a:gd name="T68" fmla="*/ 42 w 42"/>
                  <a:gd name="T69" fmla="*/ 32 h 78"/>
                  <a:gd name="T70" fmla="*/ 42 w 42"/>
                  <a:gd name="T71" fmla="*/ 28 h 78"/>
                  <a:gd name="T72" fmla="*/ 40 w 42"/>
                  <a:gd name="T73" fmla="*/ 26 h 78"/>
                  <a:gd name="T74" fmla="*/ 40 w 42"/>
                  <a:gd name="T75" fmla="*/ 26 h 78"/>
                  <a:gd name="T76" fmla="*/ 38 w 42"/>
                  <a:gd name="T77" fmla="*/ 26 h 78"/>
                  <a:gd name="T78" fmla="*/ 38 w 42"/>
                  <a:gd name="T79" fmla="*/ 26 h 78"/>
                  <a:gd name="T80" fmla="*/ 34 w 42"/>
                  <a:gd name="T81" fmla="*/ 20 h 78"/>
                  <a:gd name="T82" fmla="*/ 32 w 42"/>
                  <a:gd name="T83" fmla="*/ 20 h 78"/>
                  <a:gd name="T84" fmla="*/ 32 w 42"/>
                  <a:gd name="T85" fmla="*/ 20 h 78"/>
                  <a:gd name="T86" fmla="*/ 30 w 42"/>
                  <a:gd name="T87" fmla="*/ 16 h 78"/>
                  <a:gd name="T88" fmla="*/ 28 w 42"/>
                  <a:gd name="T89" fmla="*/ 10 h 78"/>
                  <a:gd name="T90" fmla="*/ 28 w 42"/>
                  <a:gd name="T91" fmla="*/ 10 h 78"/>
                  <a:gd name="T92" fmla="*/ 16 w 42"/>
                  <a:gd name="T93" fmla="*/ 4 h 78"/>
                  <a:gd name="T94" fmla="*/ 16 w 42"/>
                  <a:gd name="T95" fmla="*/ 4 h 78"/>
                  <a:gd name="T96" fmla="*/ 12 w 42"/>
                  <a:gd name="T97" fmla="*/ 6 h 78"/>
                  <a:gd name="T98" fmla="*/ 8 w 42"/>
                  <a:gd name="T99" fmla="*/ 6 h 78"/>
                  <a:gd name="T100" fmla="*/ 8 w 42"/>
                  <a:gd name="T101" fmla="*/ 6 h 78"/>
                  <a:gd name="T102" fmla="*/ 8 w 42"/>
                  <a:gd name="T103" fmla="*/ 4 h 78"/>
                  <a:gd name="T104" fmla="*/ 6 w 42"/>
                  <a:gd name="T105" fmla="*/ 0 h 78"/>
                  <a:gd name="T106" fmla="*/ 6 w 42"/>
                  <a:gd name="T107"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8">
                    <a:moveTo>
                      <a:pt x="6" y="2"/>
                    </a:moveTo>
                    <a:lnTo>
                      <a:pt x="6" y="2"/>
                    </a:lnTo>
                    <a:lnTo>
                      <a:pt x="6" y="4"/>
                    </a:lnTo>
                    <a:lnTo>
                      <a:pt x="6" y="4"/>
                    </a:lnTo>
                    <a:lnTo>
                      <a:pt x="6" y="10"/>
                    </a:lnTo>
                    <a:lnTo>
                      <a:pt x="0" y="20"/>
                    </a:lnTo>
                    <a:lnTo>
                      <a:pt x="0" y="20"/>
                    </a:lnTo>
                    <a:lnTo>
                      <a:pt x="0" y="38"/>
                    </a:lnTo>
                    <a:lnTo>
                      <a:pt x="0" y="38"/>
                    </a:lnTo>
                    <a:lnTo>
                      <a:pt x="2" y="42"/>
                    </a:lnTo>
                    <a:lnTo>
                      <a:pt x="4" y="46"/>
                    </a:lnTo>
                    <a:lnTo>
                      <a:pt x="8" y="50"/>
                    </a:lnTo>
                    <a:lnTo>
                      <a:pt x="8" y="50"/>
                    </a:lnTo>
                    <a:lnTo>
                      <a:pt x="8" y="54"/>
                    </a:lnTo>
                    <a:lnTo>
                      <a:pt x="4" y="60"/>
                    </a:lnTo>
                    <a:lnTo>
                      <a:pt x="4" y="60"/>
                    </a:lnTo>
                    <a:lnTo>
                      <a:pt x="0" y="70"/>
                    </a:lnTo>
                    <a:lnTo>
                      <a:pt x="0" y="70"/>
                    </a:lnTo>
                    <a:lnTo>
                      <a:pt x="0" y="74"/>
                    </a:lnTo>
                    <a:lnTo>
                      <a:pt x="4" y="78"/>
                    </a:lnTo>
                    <a:lnTo>
                      <a:pt x="4" y="78"/>
                    </a:lnTo>
                    <a:lnTo>
                      <a:pt x="6" y="78"/>
                    </a:lnTo>
                    <a:lnTo>
                      <a:pt x="8" y="78"/>
                    </a:lnTo>
                    <a:lnTo>
                      <a:pt x="12" y="76"/>
                    </a:lnTo>
                    <a:lnTo>
                      <a:pt x="18" y="74"/>
                    </a:lnTo>
                    <a:lnTo>
                      <a:pt x="24" y="78"/>
                    </a:lnTo>
                    <a:lnTo>
                      <a:pt x="24" y="78"/>
                    </a:lnTo>
                    <a:lnTo>
                      <a:pt x="28" y="74"/>
                    </a:lnTo>
                    <a:lnTo>
                      <a:pt x="32" y="66"/>
                    </a:lnTo>
                    <a:lnTo>
                      <a:pt x="32" y="66"/>
                    </a:lnTo>
                    <a:lnTo>
                      <a:pt x="34" y="52"/>
                    </a:lnTo>
                    <a:lnTo>
                      <a:pt x="38" y="44"/>
                    </a:lnTo>
                    <a:lnTo>
                      <a:pt x="38" y="44"/>
                    </a:lnTo>
                    <a:lnTo>
                      <a:pt x="42" y="32"/>
                    </a:lnTo>
                    <a:lnTo>
                      <a:pt x="42" y="32"/>
                    </a:lnTo>
                    <a:lnTo>
                      <a:pt x="42" y="28"/>
                    </a:lnTo>
                    <a:lnTo>
                      <a:pt x="40" y="26"/>
                    </a:lnTo>
                    <a:lnTo>
                      <a:pt x="40" y="26"/>
                    </a:lnTo>
                    <a:lnTo>
                      <a:pt x="38" y="26"/>
                    </a:lnTo>
                    <a:lnTo>
                      <a:pt x="38" y="26"/>
                    </a:lnTo>
                    <a:lnTo>
                      <a:pt x="34" y="20"/>
                    </a:lnTo>
                    <a:lnTo>
                      <a:pt x="32" y="20"/>
                    </a:lnTo>
                    <a:lnTo>
                      <a:pt x="32" y="20"/>
                    </a:lnTo>
                    <a:lnTo>
                      <a:pt x="30" y="16"/>
                    </a:lnTo>
                    <a:lnTo>
                      <a:pt x="28" y="10"/>
                    </a:lnTo>
                    <a:lnTo>
                      <a:pt x="28" y="10"/>
                    </a:lnTo>
                    <a:lnTo>
                      <a:pt x="16" y="4"/>
                    </a:lnTo>
                    <a:lnTo>
                      <a:pt x="16" y="4"/>
                    </a:lnTo>
                    <a:lnTo>
                      <a:pt x="12" y="6"/>
                    </a:lnTo>
                    <a:lnTo>
                      <a:pt x="8" y="6"/>
                    </a:lnTo>
                    <a:lnTo>
                      <a:pt x="8" y="6"/>
                    </a:lnTo>
                    <a:lnTo>
                      <a:pt x="8" y="4"/>
                    </a:lnTo>
                    <a:lnTo>
                      <a:pt x="6"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3" name="Freeform 192">
                <a:extLst>
                  <a:ext uri="{FF2B5EF4-FFF2-40B4-BE49-F238E27FC236}">
                    <a16:creationId xmlns:a16="http://schemas.microsoft.com/office/drawing/2014/main" id="{73584912-C2F0-2C4B-AB0A-3324D5340445}"/>
                  </a:ext>
                </a:extLst>
              </p:cNvPr>
              <p:cNvSpPr>
                <a:spLocks noEditPoints="1"/>
              </p:cNvSpPr>
              <p:nvPr/>
            </p:nvSpPr>
            <p:spPr bwMode="auto">
              <a:xfrm>
                <a:off x="4288900" y="6209780"/>
                <a:ext cx="93930" cy="44051"/>
              </a:xfrm>
              <a:custGeom>
                <a:avLst/>
                <a:gdLst>
                  <a:gd name="T0" fmla="*/ 46 w 48"/>
                  <a:gd name="T1" fmla="*/ 10 h 22"/>
                  <a:gd name="T2" fmla="*/ 42 w 48"/>
                  <a:gd name="T3" fmla="*/ 10 h 22"/>
                  <a:gd name="T4" fmla="*/ 40 w 48"/>
                  <a:gd name="T5" fmla="*/ 10 h 22"/>
                  <a:gd name="T6" fmla="*/ 34 w 48"/>
                  <a:gd name="T7" fmla="*/ 14 h 22"/>
                  <a:gd name="T8" fmla="*/ 30 w 48"/>
                  <a:gd name="T9" fmla="*/ 12 h 22"/>
                  <a:gd name="T10" fmla="*/ 32 w 48"/>
                  <a:gd name="T11" fmla="*/ 18 h 22"/>
                  <a:gd name="T12" fmla="*/ 24 w 48"/>
                  <a:gd name="T13" fmla="*/ 18 h 22"/>
                  <a:gd name="T14" fmla="*/ 22 w 48"/>
                  <a:gd name="T15" fmla="*/ 18 h 22"/>
                  <a:gd name="T16" fmla="*/ 22 w 48"/>
                  <a:gd name="T17" fmla="*/ 22 h 22"/>
                  <a:gd name="T18" fmla="*/ 22 w 48"/>
                  <a:gd name="T19" fmla="*/ 22 h 22"/>
                  <a:gd name="T20" fmla="*/ 22 w 48"/>
                  <a:gd name="T21" fmla="*/ 22 h 22"/>
                  <a:gd name="T22" fmla="*/ 18 w 48"/>
                  <a:gd name="T23" fmla="*/ 20 h 22"/>
                  <a:gd name="T24" fmla="*/ 16 w 48"/>
                  <a:gd name="T25" fmla="*/ 18 h 22"/>
                  <a:gd name="T26" fmla="*/ 18 w 48"/>
                  <a:gd name="T27" fmla="*/ 18 h 22"/>
                  <a:gd name="T28" fmla="*/ 18 w 48"/>
                  <a:gd name="T29" fmla="*/ 16 h 22"/>
                  <a:gd name="T30" fmla="*/ 20 w 48"/>
                  <a:gd name="T31" fmla="*/ 12 h 22"/>
                  <a:gd name="T32" fmla="*/ 24 w 48"/>
                  <a:gd name="T33" fmla="*/ 8 h 22"/>
                  <a:gd name="T34" fmla="*/ 26 w 48"/>
                  <a:gd name="T35" fmla="*/ 8 h 22"/>
                  <a:gd name="T36" fmla="*/ 26 w 48"/>
                  <a:gd name="T37" fmla="*/ 6 h 22"/>
                  <a:gd name="T38" fmla="*/ 26 w 48"/>
                  <a:gd name="T39" fmla="*/ 4 h 22"/>
                  <a:gd name="T40" fmla="*/ 32 w 48"/>
                  <a:gd name="T41" fmla="*/ 0 h 22"/>
                  <a:gd name="T42" fmla="*/ 36 w 48"/>
                  <a:gd name="T43" fmla="*/ 2 h 22"/>
                  <a:gd name="T44" fmla="*/ 34 w 48"/>
                  <a:gd name="T45" fmla="*/ 4 h 22"/>
                  <a:gd name="T46" fmla="*/ 34 w 48"/>
                  <a:gd name="T47" fmla="*/ 4 h 22"/>
                  <a:gd name="T48" fmla="*/ 36 w 48"/>
                  <a:gd name="T49" fmla="*/ 6 h 22"/>
                  <a:gd name="T50" fmla="*/ 40 w 48"/>
                  <a:gd name="T51" fmla="*/ 4 h 22"/>
                  <a:gd name="T52" fmla="*/ 42 w 48"/>
                  <a:gd name="T53" fmla="*/ 2 h 22"/>
                  <a:gd name="T54" fmla="*/ 42 w 48"/>
                  <a:gd name="T55" fmla="*/ 2 h 22"/>
                  <a:gd name="T56" fmla="*/ 42 w 48"/>
                  <a:gd name="T57" fmla="*/ 6 h 22"/>
                  <a:gd name="T58" fmla="*/ 48 w 48"/>
                  <a:gd name="T59" fmla="*/ 8 h 22"/>
                  <a:gd name="T60" fmla="*/ 24 w 48"/>
                  <a:gd name="T61" fmla="*/ 2 h 22"/>
                  <a:gd name="T62" fmla="*/ 14 w 48"/>
                  <a:gd name="T63" fmla="*/ 2 h 22"/>
                  <a:gd name="T64" fmla="*/ 6 w 48"/>
                  <a:gd name="T65" fmla="*/ 0 h 22"/>
                  <a:gd name="T66" fmla="*/ 6 w 48"/>
                  <a:gd name="T67" fmla="*/ 4 h 22"/>
                  <a:gd name="T68" fmla="*/ 4 w 48"/>
                  <a:gd name="T69" fmla="*/ 6 h 22"/>
                  <a:gd name="T70" fmla="*/ 8 w 48"/>
                  <a:gd name="T71" fmla="*/ 6 h 22"/>
                  <a:gd name="T72" fmla="*/ 8 w 48"/>
                  <a:gd name="T73" fmla="*/ 10 h 22"/>
                  <a:gd name="T74" fmla="*/ 2 w 48"/>
                  <a:gd name="T75" fmla="*/ 14 h 22"/>
                  <a:gd name="T76" fmla="*/ 2 w 48"/>
                  <a:gd name="T77" fmla="*/ 20 h 22"/>
                  <a:gd name="T78" fmla="*/ 6 w 48"/>
                  <a:gd name="T79" fmla="*/ 18 h 22"/>
                  <a:gd name="T80" fmla="*/ 6 w 48"/>
                  <a:gd name="T81" fmla="*/ 14 h 22"/>
                  <a:gd name="T82" fmla="*/ 10 w 48"/>
                  <a:gd name="T83" fmla="*/ 14 h 22"/>
                  <a:gd name="T84" fmla="*/ 14 w 48"/>
                  <a:gd name="T85" fmla="*/ 14 h 22"/>
                  <a:gd name="T86" fmla="*/ 18 w 48"/>
                  <a:gd name="T87" fmla="*/ 6 h 22"/>
                  <a:gd name="T88" fmla="*/ 20 w 48"/>
                  <a:gd name="T89"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22">
                    <a:moveTo>
                      <a:pt x="48" y="8"/>
                    </a:moveTo>
                    <a:lnTo>
                      <a:pt x="46" y="10"/>
                    </a:lnTo>
                    <a:lnTo>
                      <a:pt x="46" y="10"/>
                    </a:lnTo>
                    <a:lnTo>
                      <a:pt x="42" y="10"/>
                    </a:lnTo>
                    <a:lnTo>
                      <a:pt x="40" y="8"/>
                    </a:lnTo>
                    <a:lnTo>
                      <a:pt x="40" y="10"/>
                    </a:lnTo>
                    <a:lnTo>
                      <a:pt x="40" y="10"/>
                    </a:lnTo>
                    <a:lnTo>
                      <a:pt x="34" y="14"/>
                    </a:lnTo>
                    <a:lnTo>
                      <a:pt x="30" y="12"/>
                    </a:lnTo>
                    <a:lnTo>
                      <a:pt x="30" y="12"/>
                    </a:lnTo>
                    <a:lnTo>
                      <a:pt x="32" y="18"/>
                    </a:lnTo>
                    <a:lnTo>
                      <a:pt x="32" y="18"/>
                    </a:lnTo>
                    <a:lnTo>
                      <a:pt x="28" y="18"/>
                    </a:lnTo>
                    <a:lnTo>
                      <a:pt x="24" y="18"/>
                    </a:lnTo>
                    <a:lnTo>
                      <a:pt x="24" y="18"/>
                    </a:lnTo>
                    <a:lnTo>
                      <a:pt x="22" y="18"/>
                    </a:lnTo>
                    <a:lnTo>
                      <a:pt x="22" y="20"/>
                    </a:lnTo>
                    <a:lnTo>
                      <a:pt x="22" y="22"/>
                    </a:lnTo>
                    <a:lnTo>
                      <a:pt x="22" y="22"/>
                    </a:lnTo>
                    <a:lnTo>
                      <a:pt x="22" y="22"/>
                    </a:lnTo>
                    <a:lnTo>
                      <a:pt x="22" y="22"/>
                    </a:lnTo>
                    <a:lnTo>
                      <a:pt x="22" y="22"/>
                    </a:lnTo>
                    <a:lnTo>
                      <a:pt x="18" y="20"/>
                    </a:lnTo>
                    <a:lnTo>
                      <a:pt x="18" y="20"/>
                    </a:lnTo>
                    <a:lnTo>
                      <a:pt x="16" y="18"/>
                    </a:lnTo>
                    <a:lnTo>
                      <a:pt x="16" y="18"/>
                    </a:lnTo>
                    <a:lnTo>
                      <a:pt x="18" y="18"/>
                    </a:lnTo>
                    <a:lnTo>
                      <a:pt x="18" y="18"/>
                    </a:lnTo>
                    <a:lnTo>
                      <a:pt x="18" y="16"/>
                    </a:lnTo>
                    <a:lnTo>
                      <a:pt x="18" y="16"/>
                    </a:lnTo>
                    <a:lnTo>
                      <a:pt x="18" y="16"/>
                    </a:lnTo>
                    <a:lnTo>
                      <a:pt x="20" y="12"/>
                    </a:lnTo>
                    <a:lnTo>
                      <a:pt x="24" y="8"/>
                    </a:lnTo>
                    <a:lnTo>
                      <a:pt x="24" y="8"/>
                    </a:lnTo>
                    <a:lnTo>
                      <a:pt x="26" y="8"/>
                    </a:lnTo>
                    <a:lnTo>
                      <a:pt x="26" y="8"/>
                    </a:lnTo>
                    <a:lnTo>
                      <a:pt x="26" y="6"/>
                    </a:lnTo>
                    <a:lnTo>
                      <a:pt x="26" y="6"/>
                    </a:lnTo>
                    <a:lnTo>
                      <a:pt x="26" y="4"/>
                    </a:lnTo>
                    <a:lnTo>
                      <a:pt x="26" y="4"/>
                    </a:lnTo>
                    <a:lnTo>
                      <a:pt x="32" y="0"/>
                    </a:lnTo>
                    <a:lnTo>
                      <a:pt x="32" y="0"/>
                    </a:lnTo>
                    <a:lnTo>
                      <a:pt x="36" y="0"/>
                    </a:lnTo>
                    <a:lnTo>
                      <a:pt x="36" y="2"/>
                    </a:lnTo>
                    <a:lnTo>
                      <a:pt x="36" y="2"/>
                    </a:lnTo>
                    <a:lnTo>
                      <a:pt x="34" y="4"/>
                    </a:lnTo>
                    <a:lnTo>
                      <a:pt x="34" y="4"/>
                    </a:lnTo>
                    <a:lnTo>
                      <a:pt x="34" y="4"/>
                    </a:lnTo>
                    <a:lnTo>
                      <a:pt x="36" y="6"/>
                    </a:lnTo>
                    <a:lnTo>
                      <a:pt x="36" y="6"/>
                    </a:lnTo>
                    <a:lnTo>
                      <a:pt x="40" y="4"/>
                    </a:lnTo>
                    <a:lnTo>
                      <a:pt x="40" y="4"/>
                    </a:lnTo>
                    <a:lnTo>
                      <a:pt x="40" y="2"/>
                    </a:lnTo>
                    <a:lnTo>
                      <a:pt x="42" y="2"/>
                    </a:lnTo>
                    <a:lnTo>
                      <a:pt x="42" y="2"/>
                    </a:lnTo>
                    <a:lnTo>
                      <a:pt x="42" y="2"/>
                    </a:lnTo>
                    <a:lnTo>
                      <a:pt x="42" y="6"/>
                    </a:lnTo>
                    <a:lnTo>
                      <a:pt x="42" y="6"/>
                    </a:lnTo>
                    <a:lnTo>
                      <a:pt x="48" y="8"/>
                    </a:lnTo>
                    <a:lnTo>
                      <a:pt x="48" y="8"/>
                    </a:lnTo>
                    <a:close/>
                    <a:moveTo>
                      <a:pt x="20" y="6"/>
                    </a:moveTo>
                    <a:lnTo>
                      <a:pt x="24" y="2"/>
                    </a:lnTo>
                    <a:lnTo>
                      <a:pt x="24" y="2"/>
                    </a:lnTo>
                    <a:lnTo>
                      <a:pt x="14" y="2"/>
                    </a:lnTo>
                    <a:lnTo>
                      <a:pt x="6" y="0"/>
                    </a:lnTo>
                    <a:lnTo>
                      <a:pt x="6" y="0"/>
                    </a:lnTo>
                    <a:lnTo>
                      <a:pt x="6" y="4"/>
                    </a:lnTo>
                    <a:lnTo>
                      <a:pt x="6" y="4"/>
                    </a:lnTo>
                    <a:lnTo>
                      <a:pt x="6" y="6"/>
                    </a:lnTo>
                    <a:lnTo>
                      <a:pt x="4" y="6"/>
                    </a:lnTo>
                    <a:lnTo>
                      <a:pt x="4" y="6"/>
                    </a:lnTo>
                    <a:lnTo>
                      <a:pt x="8" y="6"/>
                    </a:lnTo>
                    <a:lnTo>
                      <a:pt x="8" y="6"/>
                    </a:lnTo>
                    <a:lnTo>
                      <a:pt x="8" y="10"/>
                    </a:lnTo>
                    <a:lnTo>
                      <a:pt x="8" y="10"/>
                    </a:lnTo>
                    <a:lnTo>
                      <a:pt x="2" y="14"/>
                    </a:lnTo>
                    <a:lnTo>
                      <a:pt x="0" y="16"/>
                    </a:lnTo>
                    <a:lnTo>
                      <a:pt x="2" y="20"/>
                    </a:lnTo>
                    <a:lnTo>
                      <a:pt x="2" y="20"/>
                    </a:lnTo>
                    <a:lnTo>
                      <a:pt x="6" y="18"/>
                    </a:lnTo>
                    <a:lnTo>
                      <a:pt x="6" y="16"/>
                    </a:lnTo>
                    <a:lnTo>
                      <a:pt x="6" y="14"/>
                    </a:lnTo>
                    <a:lnTo>
                      <a:pt x="6" y="14"/>
                    </a:lnTo>
                    <a:lnTo>
                      <a:pt x="10" y="14"/>
                    </a:lnTo>
                    <a:lnTo>
                      <a:pt x="10" y="14"/>
                    </a:lnTo>
                    <a:lnTo>
                      <a:pt x="14" y="14"/>
                    </a:lnTo>
                    <a:lnTo>
                      <a:pt x="14" y="14"/>
                    </a:lnTo>
                    <a:lnTo>
                      <a:pt x="18" y="6"/>
                    </a:lnTo>
                    <a:lnTo>
                      <a:pt x="18" y="6"/>
                    </a:lnTo>
                    <a:lnTo>
                      <a:pt x="20" y="6"/>
                    </a:lnTo>
                    <a:lnTo>
                      <a:pt x="20"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4" name="Freeform 200">
                <a:extLst>
                  <a:ext uri="{FF2B5EF4-FFF2-40B4-BE49-F238E27FC236}">
                    <a16:creationId xmlns:a16="http://schemas.microsoft.com/office/drawing/2014/main" id="{9093E5C8-0FA1-9E48-91D3-DD0037987D6A}"/>
                  </a:ext>
                </a:extLst>
              </p:cNvPr>
              <p:cNvSpPr>
                <a:spLocks/>
              </p:cNvSpPr>
              <p:nvPr/>
            </p:nvSpPr>
            <p:spPr bwMode="auto">
              <a:xfrm>
                <a:off x="3772278" y="4335578"/>
                <a:ext cx="144811" cy="220259"/>
              </a:xfrm>
              <a:custGeom>
                <a:avLst/>
                <a:gdLst>
                  <a:gd name="T0" fmla="*/ 26 w 74"/>
                  <a:gd name="T1" fmla="*/ 0 h 110"/>
                  <a:gd name="T2" fmla="*/ 14 w 74"/>
                  <a:gd name="T3" fmla="*/ 8 h 110"/>
                  <a:gd name="T4" fmla="*/ 14 w 74"/>
                  <a:gd name="T5" fmla="*/ 12 h 110"/>
                  <a:gd name="T6" fmla="*/ 16 w 74"/>
                  <a:gd name="T7" fmla="*/ 20 h 110"/>
                  <a:gd name="T8" fmla="*/ 12 w 74"/>
                  <a:gd name="T9" fmla="*/ 24 h 110"/>
                  <a:gd name="T10" fmla="*/ 10 w 74"/>
                  <a:gd name="T11" fmla="*/ 34 h 110"/>
                  <a:gd name="T12" fmla="*/ 12 w 74"/>
                  <a:gd name="T13" fmla="*/ 40 h 110"/>
                  <a:gd name="T14" fmla="*/ 8 w 74"/>
                  <a:gd name="T15" fmla="*/ 42 h 110"/>
                  <a:gd name="T16" fmla="*/ 6 w 74"/>
                  <a:gd name="T17" fmla="*/ 44 h 110"/>
                  <a:gd name="T18" fmla="*/ 4 w 74"/>
                  <a:gd name="T19" fmla="*/ 44 h 110"/>
                  <a:gd name="T20" fmla="*/ 4 w 74"/>
                  <a:gd name="T21" fmla="*/ 48 h 110"/>
                  <a:gd name="T22" fmla="*/ 6 w 74"/>
                  <a:gd name="T23" fmla="*/ 50 h 110"/>
                  <a:gd name="T24" fmla="*/ 6 w 74"/>
                  <a:gd name="T25" fmla="*/ 54 h 110"/>
                  <a:gd name="T26" fmla="*/ 6 w 74"/>
                  <a:gd name="T27" fmla="*/ 52 h 110"/>
                  <a:gd name="T28" fmla="*/ 4 w 74"/>
                  <a:gd name="T29" fmla="*/ 62 h 110"/>
                  <a:gd name="T30" fmla="*/ 6 w 74"/>
                  <a:gd name="T31" fmla="*/ 62 h 110"/>
                  <a:gd name="T32" fmla="*/ 6 w 74"/>
                  <a:gd name="T33" fmla="*/ 66 h 110"/>
                  <a:gd name="T34" fmla="*/ 4 w 74"/>
                  <a:gd name="T35" fmla="*/ 66 h 110"/>
                  <a:gd name="T36" fmla="*/ 0 w 74"/>
                  <a:gd name="T37" fmla="*/ 70 h 110"/>
                  <a:gd name="T38" fmla="*/ 8 w 74"/>
                  <a:gd name="T39" fmla="*/ 72 h 110"/>
                  <a:gd name="T40" fmla="*/ 14 w 74"/>
                  <a:gd name="T41" fmla="*/ 72 h 110"/>
                  <a:gd name="T42" fmla="*/ 16 w 74"/>
                  <a:gd name="T43" fmla="*/ 72 h 110"/>
                  <a:gd name="T44" fmla="*/ 16 w 74"/>
                  <a:gd name="T45" fmla="*/ 70 h 110"/>
                  <a:gd name="T46" fmla="*/ 18 w 74"/>
                  <a:gd name="T47" fmla="*/ 70 h 110"/>
                  <a:gd name="T48" fmla="*/ 18 w 74"/>
                  <a:gd name="T49" fmla="*/ 74 h 110"/>
                  <a:gd name="T50" fmla="*/ 14 w 74"/>
                  <a:gd name="T51" fmla="*/ 74 h 110"/>
                  <a:gd name="T52" fmla="*/ 12 w 74"/>
                  <a:gd name="T53" fmla="*/ 78 h 110"/>
                  <a:gd name="T54" fmla="*/ 14 w 74"/>
                  <a:gd name="T55" fmla="*/ 78 h 110"/>
                  <a:gd name="T56" fmla="*/ 14 w 74"/>
                  <a:gd name="T57" fmla="*/ 80 h 110"/>
                  <a:gd name="T58" fmla="*/ 6 w 74"/>
                  <a:gd name="T59" fmla="*/ 88 h 110"/>
                  <a:gd name="T60" fmla="*/ 10 w 74"/>
                  <a:gd name="T61" fmla="*/ 94 h 110"/>
                  <a:gd name="T62" fmla="*/ 4 w 74"/>
                  <a:gd name="T63" fmla="*/ 98 h 110"/>
                  <a:gd name="T64" fmla="*/ 10 w 74"/>
                  <a:gd name="T65" fmla="*/ 104 h 110"/>
                  <a:gd name="T66" fmla="*/ 14 w 74"/>
                  <a:gd name="T67" fmla="*/ 102 h 110"/>
                  <a:gd name="T68" fmla="*/ 14 w 74"/>
                  <a:gd name="T69" fmla="*/ 100 h 110"/>
                  <a:gd name="T70" fmla="*/ 18 w 74"/>
                  <a:gd name="T71" fmla="*/ 108 h 110"/>
                  <a:gd name="T72" fmla="*/ 20 w 74"/>
                  <a:gd name="T73" fmla="*/ 110 h 110"/>
                  <a:gd name="T74" fmla="*/ 22 w 74"/>
                  <a:gd name="T75" fmla="*/ 110 h 110"/>
                  <a:gd name="T76" fmla="*/ 26 w 74"/>
                  <a:gd name="T77" fmla="*/ 108 h 110"/>
                  <a:gd name="T78" fmla="*/ 30 w 74"/>
                  <a:gd name="T79" fmla="*/ 104 h 110"/>
                  <a:gd name="T80" fmla="*/ 34 w 74"/>
                  <a:gd name="T81" fmla="*/ 94 h 110"/>
                  <a:gd name="T82" fmla="*/ 38 w 74"/>
                  <a:gd name="T83" fmla="*/ 88 h 110"/>
                  <a:gd name="T84" fmla="*/ 44 w 74"/>
                  <a:gd name="T85" fmla="*/ 80 h 110"/>
                  <a:gd name="T86" fmla="*/ 62 w 74"/>
                  <a:gd name="T87" fmla="*/ 70 h 110"/>
                  <a:gd name="T88" fmla="*/ 68 w 74"/>
                  <a:gd name="T89" fmla="*/ 64 h 110"/>
                  <a:gd name="T90" fmla="*/ 70 w 74"/>
                  <a:gd name="T91" fmla="*/ 52 h 110"/>
                  <a:gd name="T92" fmla="*/ 74 w 74"/>
                  <a:gd name="T93" fmla="*/ 52 h 110"/>
                  <a:gd name="T94" fmla="*/ 72 w 74"/>
                  <a:gd name="T95" fmla="*/ 44 h 110"/>
                  <a:gd name="T96" fmla="*/ 72 w 74"/>
                  <a:gd name="T97" fmla="*/ 34 h 110"/>
                  <a:gd name="T98" fmla="*/ 72 w 74"/>
                  <a:gd name="T99" fmla="*/ 28 h 110"/>
                  <a:gd name="T100" fmla="*/ 68 w 74"/>
                  <a:gd name="T101" fmla="*/ 26 h 110"/>
                  <a:gd name="T102" fmla="*/ 62 w 74"/>
                  <a:gd name="T103" fmla="*/ 22 h 110"/>
                  <a:gd name="T104" fmla="*/ 60 w 74"/>
                  <a:gd name="T105" fmla="*/ 22 h 110"/>
                  <a:gd name="T106" fmla="*/ 46 w 74"/>
                  <a:gd name="T107" fmla="*/ 20 h 110"/>
                  <a:gd name="T108" fmla="*/ 44 w 74"/>
                  <a:gd name="T109" fmla="*/ 20 h 110"/>
                  <a:gd name="T110" fmla="*/ 42 w 74"/>
                  <a:gd name="T111" fmla="*/ 16 h 110"/>
                  <a:gd name="T112" fmla="*/ 40 w 74"/>
                  <a:gd name="T113" fmla="*/ 10 h 110"/>
                  <a:gd name="T114" fmla="*/ 32 w 74"/>
                  <a:gd name="T115" fmla="*/ 6 h 110"/>
                  <a:gd name="T116" fmla="*/ 28 w 74"/>
                  <a:gd name="T117" fmla="*/ 2 h 110"/>
                  <a:gd name="T118" fmla="*/ 26 w 74"/>
                  <a:gd name="T1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4" h="110">
                    <a:moveTo>
                      <a:pt x="26" y="0"/>
                    </a:moveTo>
                    <a:lnTo>
                      <a:pt x="26" y="0"/>
                    </a:lnTo>
                    <a:lnTo>
                      <a:pt x="14" y="8"/>
                    </a:lnTo>
                    <a:lnTo>
                      <a:pt x="14" y="8"/>
                    </a:lnTo>
                    <a:lnTo>
                      <a:pt x="14" y="10"/>
                    </a:lnTo>
                    <a:lnTo>
                      <a:pt x="14" y="12"/>
                    </a:lnTo>
                    <a:lnTo>
                      <a:pt x="14" y="12"/>
                    </a:lnTo>
                    <a:lnTo>
                      <a:pt x="16" y="20"/>
                    </a:lnTo>
                    <a:lnTo>
                      <a:pt x="16" y="20"/>
                    </a:lnTo>
                    <a:lnTo>
                      <a:pt x="12" y="24"/>
                    </a:lnTo>
                    <a:lnTo>
                      <a:pt x="10" y="28"/>
                    </a:lnTo>
                    <a:lnTo>
                      <a:pt x="10" y="34"/>
                    </a:lnTo>
                    <a:lnTo>
                      <a:pt x="12" y="40"/>
                    </a:lnTo>
                    <a:lnTo>
                      <a:pt x="12" y="40"/>
                    </a:lnTo>
                    <a:lnTo>
                      <a:pt x="8" y="40"/>
                    </a:lnTo>
                    <a:lnTo>
                      <a:pt x="8" y="42"/>
                    </a:lnTo>
                    <a:lnTo>
                      <a:pt x="8" y="42"/>
                    </a:lnTo>
                    <a:lnTo>
                      <a:pt x="6" y="44"/>
                    </a:lnTo>
                    <a:lnTo>
                      <a:pt x="4" y="44"/>
                    </a:lnTo>
                    <a:lnTo>
                      <a:pt x="4" y="44"/>
                    </a:lnTo>
                    <a:lnTo>
                      <a:pt x="4" y="48"/>
                    </a:lnTo>
                    <a:lnTo>
                      <a:pt x="4" y="48"/>
                    </a:lnTo>
                    <a:lnTo>
                      <a:pt x="6" y="50"/>
                    </a:lnTo>
                    <a:lnTo>
                      <a:pt x="6" y="50"/>
                    </a:lnTo>
                    <a:lnTo>
                      <a:pt x="6" y="52"/>
                    </a:lnTo>
                    <a:lnTo>
                      <a:pt x="6" y="54"/>
                    </a:lnTo>
                    <a:lnTo>
                      <a:pt x="6" y="52"/>
                    </a:lnTo>
                    <a:lnTo>
                      <a:pt x="6" y="52"/>
                    </a:lnTo>
                    <a:lnTo>
                      <a:pt x="2" y="56"/>
                    </a:lnTo>
                    <a:lnTo>
                      <a:pt x="4" y="62"/>
                    </a:lnTo>
                    <a:lnTo>
                      <a:pt x="6" y="62"/>
                    </a:lnTo>
                    <a:lnTo>
                      <a:pt x="6" y="62"/>
                    </a:lnTo>
                    <a:lnTo>
                      <a:pt x="6" y="66"/>
                    </a:lnTo>
                    <a:lnTo>
                      <a:pt x="6" y="66"/>
                    </a:lnTo>
                    <a:lnTo>
                      <a:pt x="4" y="66"/>
                    </a:lnTo>
                    <a:lnTo>
                      <a:pt x="4" y="66"/>
                    </a:lnTo>
                    <a:lnTo>
                      <a:pt x="0" y="70"/>
                    </a:lnTo>
                    <a:lnTo>
                      <a:pt x="0" y="70"/>
                    </a:lnTo>
                    <a:lnTo>
                      <a:pt x="8" y="72"/>
                    </a:lnTo>
                    <a:lnTo>
                      <a:pt x="8" y="72"/>
                    </a:lnTo>
                    <a:lnTo>
                      <a:pt x="10" y="74"/>
                    </a:lnTo>
                    <a:lnTo>
                      <a:pt x="14" y="72"/>
                    </a:lnTo>
                    <a:lnTo>
                      <a:pt x="14" y="72"/>
                    </a:lnTo>
                    <a:lnTo>
                      <a:pt x="16" y="72"/>
                    </a:lnTo>
                    <a:lnTo>
                      <a:pt x="16" y="70"/>
                    </a:lnTo>
                    <a:lnTo>
                      <a:pt x="16" y="70"/>
                    </a:lnTo>
                    <a:lnTo>
                      <a:pt x="18" y="70"/>
                    </a:lnTo>
                    <a:lnTo>
                      <a:pt x="18" y="70"/>
                    </a:lnTo>
                    <a:lnTo>
                      <a:pt x="18" y="74"/>
                    </a:lnTo>
                    <a:lnTo>
                      <a:pt x="18" y="74"/>
                    </a:lnTo>
                    <a:lnTo>
                      <a:pt x="14" y="74"/>
                    </a:lnTo>
                    <a:lnTo>
                      <a:pt x="14" y="74"/>
                    </a:lnTo>
                    <a:lnTo>
                      <a:pt x="12" y="76"/>
                    </a:lnTo>
                    <a:lnTo>
                      <a:pt x="12" y="78"/>
                    </a:lnTo>
                    <a:lnTo>
                      <a:pt x="12" y="78"/>
                    </a:lnTo>
                    <a:lnTo>
                      <a:pt x="14" y="78"/>
                    </a:lnTo>
                    <a:lnTo>
                      <a:pt x="14" y="78"/>
                    </a:lnTo>
                    <a:lnTo>
                      <a:pt x="14" y="80"/>
                    </a:lnTo>
                    <a:lnTo>
                      <a:pt x="14" y="80"/>
                    </a:lnTo>
                    <a:lnTo>
                      <a:pt x="6" y="88"/>
                    </a:lnTo>
                    <a:lnTo>
                      <a:pt x="8" y="92"/>
                    </a:lnTo>
                    <a:lnTo>
                      <a:pt x="10" y="94"/>
                    </a:lnTo>
                    <a:lnTo>
                      <a:pt x="4" y="98"/>
                    </a:lnTo>
                    <a:lnTo>
                      <a:pt x="4" y="98"/>
                    </a:lnTo>
                    <a:lnTo>
                      <a:pt x="6" y="100"/>
                    </a:lnTo>
                    <a:lnTo>
                      <a:pt x="10" y="104"/>
                    </a:lnTo>
                    <a:lnTo>
                      <a:pt x="10" y="104"/>
                    </a:lnTo>
                    <a:lnTo>
                      <a:pt x="14" y="102"/>
                    </a:lnTo>
                    <a:lnTo>
                      <a:pt x="14" y="100"/>
                    </a:lnTo>
                    <a:lnTo>
                      <a:pt x="14" y="100"/>
                    </a:lnTo>
                    <a:lnTo>
                      <a:pt x="16" y="102"/>
                    </a:lnTo>
                    <a:lnTo>
                      <a:pt x="18" y="108"/>
                    </a:lnTo>
                    <a:lnTo>
                      <a:pt x="18" y="108"/>
                    </a:lnTo>
                    <a:lnTo>
                      <a:pt x="20" y="110"/>
                    </a:lnTo>
                    <a:lnTo>
                      <a:pt x="22" y="110"/>
                    </a:lnTo>
                    <a:lnTo>
                      <a:pt x="22" y="110"/>
                    </a:lnTo>
                    <a:lnTo>
                      <a:pt x="22" y="110"/>
                    </a:lnTo>
                    <a:lnTo>
                      <a:pt x="26" y="108"/>
                    </a:lnTo>
                    <a:lnTo>
                      <a:pt x="28" y="106"/>
                    </a:lnTo>
                    <a:lnTo>
                      <a:pt x="30" y="104"/>
                    </a:lnTo>
                    <a:lnTo>
                      <a:pt x="30" y="104"/>
                    </a:lnTo>
                    <a:lnTo>
                      <a:pt x="34" y="94"/>
                    </a:lnTo>
                    <a:lnTo>
                      <a:pt x="38" y="88"/>
                    </a:lnTo>
                    <a:lnTo>
                      <a:pt x="38" y="88"/>
                    </a:lnTo>
                    <a:lnTo>
                      <a:pt x="44" y="80"/>
                    </a:lnTo>
                    <a:lnTo>
                      <a:pt x="44" y="80"/>
                    </a:lnTo>
                    <a:lnTo>
                      <a:pt x="50" y="76"/>
                    </a:lnTo>
                    <a:lnTo>
                      <a:pt x="62" y="70"/>
                    </a:lnTo>
                    <a:lnTo>
                      <a:pt x="62" y="70"/>
                    </a:lnTo>
                    <a:lnTo>
                      <a:pt x="68" y="64"/>
                    </a:lnTo>
                    <a:lnTo>
                      <a:pt x="70" y="58"/>
                    </a:lnTo>
                    <a:lnTo>
                      <a:pt x="70" y="52"/>
                    </a:lnTo>
                    <a:lnTo>
                      <a:pt x="74" y="52"/>
                    </a:lnTo>
                    <a:lnTo>
                      <a:pt x="74" y="52"/>
                    </a:lnTo>
                    <a:lnTo>
                      <a:pt x="74" y="50"/>
                    </a:lnTo>
                    <a:lnTo>
                      <a:pt x="72" y="44"/>
                    </a:lnTo>
                    <a:lnTo>
                      <a:pt x="72" y="44"/>
                    </a:lnTo>
                    <a:lnTo>
                      <a:pt x="72" y="34"/>
                    </a:lnTo>
                    <a:lnTo>
                      <a:pt x="68" y="32"/>
                    </a:lnTo>
                    <a:lnTo>
                      <a:pt x="72" y="28"/>
                    </a:lnTo>
                    <a:lnTo>
                      <a:pt x="72" y="28"/>
                    </a:lnTo>
                    <a:lnTo>
                      <a:pt x="68" y="26"/>
                    </a:lnTo>
                    <a:lnTo>
                      <a:pt x="62" y="22"/>
                    </a:lnTo>
                    <a:lnTo>
                      <a:pt x="62" y="22"/>
                    </a:lnTo>
                    <a:lnTo>
                      <a:pt x="62" y="20"/>
                    </a:lnTo>
                    <a:lnTo>
                      <a:pt x="60" y="22"/>
                    </a:lnTo>
                    <a:lnTo>
                      <a:pt x="60" y="24"/>
                    </a:lnTo>
                    <a:lnTo>
                      <a:pt x="46" y="20"/>
                    </a:lnTo>
                    <a:lnTo>
                      <a:pt x="46" y="20"/>
                    </a:lnTo>
                    <a:lnTo>
                      <a:pt x="44" y="20"/>
                    </a:lnTo>
                    <a:lnTo>
                      <a:pt x="42" y="16"/>
                    </a:lnTo>
                    <a:lnTo>
                      <a:pt x="42" y="16"/>
                    </a:lnTo>
                    <a:lnTo>
                      <a:pt x="42" y="12"/>
                    </a:lnTo>
                    <a:lnTo>
                      <a:pt x="40" y="10"/>
                    </a:lnTo>
                    <a:lnTo>
                      <a:pt x="40" y="10"/>
                    </a:lnTo>
                    <a:lnTo>
                      <a:pt x="32" y="6"/>
                    </a:lnTo>
                    <a:lnTo>
                      <a:pt x="32" y="6"/>
                    </a:lnTo>
                    <a:lnTo>
                      <a:pt x="28" y="2"/>
                    </a:lnTo>
                    <a:lnTo>
                      <a:pt x="28" y="0"/>
                    </a:lnTo>
                    <a:lnTo>
                      <a:pt x="2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5" name="Freeform 210">
                <a:extLst>
                  <a:ext uri="{FF2B5EF4-FFF2-40B4-BE49-F238E27FC236}">
                    <a16:creationId xmlns:a16="http://schemas.microsoft.com/office/drawing/2014/main" id="{5AB33A7F-18CC-8842-B17A-E760896E612B}"/>
                  </a:ext>
                </a:extLst>
              </p:cNvPr>
              <p:cNvSpPr>
                <a:spLocks/>
              </p:cNvSpPr>
              <p:nvPr/>
            </p:nvSpPr>
            <p:spPr bwMode="auto">
              <a:xfrm>
                <a:off x="3821848" y="3971150"/>
                <a:ext cx="334148" cy="552649"/>
              </a:xfrm>
              <a:custGeom>
                <a:avLst/>
                <a:gdLst>
                  <a:gd name="T0" fmla="*/ 108 w 170"/>
                  <a:gd name="T1" fmla="*/ 8 h 276"/>
                  <a:gd name="T2" fmla="*/ 102 w 170"/>
                  <a:gd name="T3" fmla="*/ 0 h 276"/>
                  <a:gd name="T4" fmla="*/ 94 w 170"/>
                  <a:gd name="T5" fmla="*/ 4 h 276"/>
                  <a:gd name="T6" fmla="*/ 86 w 170"/>
                  <a:gd name="T7" fmla="*/ 14 h 276"/>
                  <a:gd name="T8" fmla="*/ 78 w 170"/>
                  <a:gd name="T9" fmla="*/ 20 h 276"/>
                  <a:gd name="T10" fmla="*/ 64 w 170"/>
                  <a:gd name="T11" fmla="*/ 22 h 276"/>
                  <a:gd name="T12" fmla="*/ 62 w 170"/>
                  <a:gd name="T13" fmla="*/ 30 h 276"/>
                  <a:gd name="T14" fmla="*/ 56 w 170"/>
                  <a:gd name="T15" fmla="*/ 26 h 276"/>
                  <a:gd name="T16" fmla="*/ 50 w 170"/>
                  <a:gd name="T17" fmla="*/ 38 h 276"/>
                  <a:gd name="T18" fmla="*/ 46 w 170"/>
                  <a:gd name="T19" fmla="*/ 46 h 276"/>
                  <a:gd name="T20" fmla="*/ 38 w 170"/>
                  <a:gd name="T21" fmla="*/ 64 h 276"/>
                  <a:gd name="T22" fmla="*/ 32 w 170"/>
                  <a:gd name="T23" fmla="*/ 74 h 276"/>
                  <a:gd name="T24" fmla="*/ 24 w 170"/>
                  <a:gd name="T25" fmla="*/ 70 h 276"/>
                  <a:gd name="T26" fmla="*/ 26 w 170"/>
                  <a:gd name="T27" fmla="*/ 82 h 276"/>
                  <a:gd name="T28" fmla="*/ 24 w 170"/>
                  <a:gd name="T29" fmla="*/ 88 h 276"/>
                  <a:gd name="T30" fmla="*/ 20 w 170"/>
                  <a:gd name="T31" fmla="*/ 114 h 276"/>
                  <a:gd name="T32" fmla="*/ 22 w 170"/>
                  <a:gd name="T33" fmla="*/ 130 h 276"/>
                  <a:gd name="T34" fmla="*/ 18 w 170"/>
                  <a:gd name="T35" fmla="*/ 138 h 276"/>
                  <a:gd name="T36" fmla="*/ 26 w 170"/>
                  <a:gd name="T37" fmla="*/ 144 h 276"/>
                  <a:gd name="T38" fmla="*/ 20 w 170"/>
                  <a:gd name="T39" fmla="*/ 150 h 276"/>
                  <a:gd name="T40" fmla="*/ 8 w 170"/>
                  <a:gd name="T41" fmla="*/ 160 h 276"/>
                  <a:gd name="T42" fmla="*/ 4 w 170"/>
                  <a:gd name="T43" fmla="*/ 164 h 276"/>
                  <a:gd name="T44" fmla="*/ 4 w 170"/>
                  <a:gd name="T45" fmla="*/ 170 h 276"/>
                  <a:gd name="T46" fmla="*/ 0 w 170"/>
                  <a:gd name="T47" fmla="*/ 176 h 276"/>
                  <a:gd name="T48" fmla="*/ 2 w 170"/>
                  <a:gd name="T49" fmla="*/ 184 h 276"/>
                  <a:gd name="T50" fmla="*/ 16 w 170"/>
                  <a:gd name="T51" fmla="*/ 194 h 276"/>
                  <a:gd name="T52" fmla="*/ 34 w 170"/>
                  <a:gd name="T53" fmla="*/ 206 h 276"/>
                  <a:gd name="T54" fmla="*/ 36 w 170"/>
                  <a:gd name="T55" fmla="*/ 204 h 276"/>
                  <a:gd name="T56" fmla="*/ 54 w 170"/>
                  <a:gd name="T57" fmla="*/ 210 h 276"/>
                  <a:gd name="T58" fmla="*/ 62 w 170"/>
                  <a:gd name="T59" fmla="*/ 220 h 276"/>
                  <a:gd name="T60" fmla="*/ 70 w 170"/>
                  <a:gd name="T61" fmla="*/ 230 h 276"/>
                  <a:gd name="T62" fmla="*/ 80 w 170"/>
                  <a:gd name="T63" fmla="*/ 240 h 276"/>
                  <a:gd name="T64" fmla="*/ 90 w 170"/>
                  <a:gd name="T65" fmla="*/ 238 h 276"/>
                  <a:gd name="T66" fmla="*/ 104 w 170"/>
                  <a:gd name="T67" fmla="*/ 242 h 276"/>
                  <a:gd name="T68" fmla="*/ 104 w 170"/>
                  <a:gd name="T69" fmla="*/ 274 h 276"/>
                  <a:gd name="T70" fmla="*/ 128 w 170"/>
                  <a:gd name="T71" fmla="*/ 238 h 276"/>
                  <a:gd name="T72" fmla="*/ 126 w 170"/>
                  <a:gd name="T73" fmla="*/ 212 h 276"/>
                  <a:gd name="T74" fmla="*/ 124 w 170"/>
                  <a:gd name="T75" fmla="*/ 200 h 276"/>
                  <a:gd name="T76" fmla="*/ 134 w 170"/>
                  <a:gd name="T77" fmla="*/ 196 h 276"/>
                  <a:gd name="T78" fmla="*/ 158 w 170"/>
                  <a:gd name="T79" fmla="*/ 186 h 276"/>
                  <a:gd name="T80" fmla="*/ 170 w 170"/>
                  <a:gd name="T81" fmla="*/ 186 h 276"/>
                  <a:gd name="T82" fmla="*/ 164 w 170"/>
                  <a:gd name="T83" fmla="*/ 178 h 276"/>
                  <a:gd name="T84" fmla="*/ 162 w 170"/>
                  <a:gd name="T85" fmla="*/ 172 h 276"/>
                  <a:gd name="T86" fmla="*/ 170 w 170"/>
                  <a:gd name="T87" fmla="*/ 154 h 276"/>
                  <a:gd name="T88" fmla="*/ 150 w 170"/>
                  <a:gd name="T89" fmla="*/ 138 h 276"/>
                  <a:gd name="T90" fmla="*/ 144 w 170"/>
                  <a:gd name="T91" fmla="*/ 128 h 276"/>
                  <a:gd name="T92" fmla="*/ 146 w 170"/>
                  <a:gd name="T93" fmla="*/ 112 h 276"/>
                  <a:gd name="T94" fmla="*/ 122 w 170"/>
                  <a:gd name="T95" fmla="*/ 100 h 276"/>
                  <a:gd name="T96" fmla="*/ 106 w 170"/>
                  <a:gd name="T97" fmla="*/ 98 h 276"/>
                  <a:gd name="T98" fmla="*/ 90 w 170"/>
                  <a:gd name="T99" fmla="*/ 88 h 276"/>
                  <a:gd name="T100" fmla="*/ 84 w 170"/>
                  <a:gd name="T101" fmla="*/ 76 h 276"/>
                  <a:gd name="T102" fmla="*/ 76 w 170"/>
                  <a:gd name="T103" fmla="*/ 64 h 276"/>
                  <a:gd name="T104" fmla="*/ 76 w 170"/>
                  <a:gd name="T105" fmla="*/ 54 h 276"/>
                  <a:gd name="T106" fmla="*/ 76 w 170"/>
                  <a:gd name="T107" fmla="*/ 38 h 276"/>
                  <a:gd name="T108" fmla="*/ 102 w 170"/>
                  <a:gd name="T109" fmla="*/ 1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0" h="276">
                    <a:moveTo>
                      <a:pt x="102" y="10"/>
                    </a:moveTo>
                    <a:lnTo>
                      <a:pt x="102" y="10"/>
                    </a:lnTo>
                    <a:lnTo>
                      <a:pt x="106" y="10"/>
                    </a:lnTo>
                    <a:lnTo>
                      <a:pt x="106" y="10"/>
                    </a:lnTo>
                    <a:lnTo>
                      <a:pt x="108" y="8"/>
                    </a:lnTo>
                    <a:lnTo>
                      <a:pt x="108" y="6"/>
                    </a:lnTo>
                    <a:lnTo>
                      <a:pt x="108" y="6"/>
                    </a:lnTo>
                    <a:lnTo>
                      <a:pt x="104" y="4"/>
                    </a:lnTo>
                    <a:lnTo>
                      <a:pt x="104" y="4"/>
                    </a:lnTo>
                    <a:lnTo>
                      <a:pt x="102" y="0"/>
                    </a:lnTo>
                    <a:lnTo>
                      <a:pt x="102" y="0"/>
                    </a:lnTo>
                    <a:lnTo>
                      <a:pt x="100" y="2"/>
                    </a:lnTo>
                    <a:lnTo>
                      <a:pt x="98" y="2"/>
                    </a:lnTo>
                    <a:lnTo>
                      <a:pt x="98" y="2"/>
                    </a:lnTo>
                    <a:lnTo>
                      <a:pt x="94" y="4"/>
                    </a:lnTo>
                    <a:lnTo>
                      <a:pt x="94" y="4"/>
                    </a:lnTo>
                    <a:lnTo>
                      <a:pt x="94" y="8"/>
                    </a:lnTo>
                    <a:lnTo>
                      <a:pt x="94" y="8"/>
                    </a:lnTo>
                    <a:lnTo>
                      <a:pt x="90" y="12"/>
                    </a:lnTo>
                    <a:lnTo>
                      <a:pt x="86" y="14"/>
                    </a:lnTo>
                    <a:lnTo>
                      <a:pt x="86" y="14"/>
                    </a:lnTo>
                    <a:lnTo>
                      <a:pt x="84" y="14"/>
                    </a:lnTo>
                    <a:lnTo>
                      <a:pt x="82" y="16"/>
                    </a:lnTo>
                    <a:lnTo>
                      <a:pt x="82" y="16"/>
                    </a:lnTo>
                    <a:lnTo>
                      <a:pt x="78" y="20"/>
                    </a:lnTo>
                    <a:lnTo>
                      <a:pt x="72" y="22"/>
                    </a:lnTo>
                    <a:lnTo>
                      <a:pt x="72" y="22"/>
                    </a:lnTo>
                    <a:lnTo>
                      <a:pt x="68" y="22"/>
                    </a:lnTo>
                    <a:lnTo>
                      <a:pt x="64" y="22"/>
                    </a:lnTo>
                    <a:lnTo>
                      <a:pt x="64" y="22"/>
                    </a:lnTo>
                    <a:lnTo>
                      <a:pt x="64" y="24"/>
                    </a:lnTo>
                    <a:lnTo>
                      <a:pt x="62" y="26"/>
                    </a:lnTo>
                    <a:lnTo>
                      <a:pt x="62" y="26"/>
                    </a:lnTo>
                    <a:lnTo>
                      <a:pt x="62" y="30"/>
                    </a:lnTo>
                    <a:lnTo>
                      <a:pt x="62" y="30"/>
                    </a:lnTo>
                    <a:lnTo>
                      <a:pt x="62" y="28"/>
                    </a:lnTo>
                    <a:lnTo>
                      <a:pt x="62" y="28"/>
                    </a:lnTo>
                    <a:lnTo>
                      <a:pt x="60" y="28"/>
                    </a:lnTo>
                    <a:lnTo>
                      <a:pt x="56" y="26"/>
                    </a:lnTo>
                    <a:lnTo>
                      <a:pt x="56" y="26"/>
                    </a:lnTo>
                    <a:lnTo>
                      <a:pt x="54" y="28"/>
                    </a:lnTo>
                    <a:lnTo>
                      <a:pt x="54" y="30"/>
                    </a:lnTo>
                    <a:lnTo>
                      <a:pt x="52" y="32"/>
                    </a:lnTo>
                    <a:lnTo>
                      <a:pt x="52" y="32"/>
                    </a:lnTo>
                    <a:lnTo>
                      <a:pt x="50" y="38"/>
                    </a:lnTo>
                    <a:lnTo>
                      <a:pt x="52" y="44"/>
                    </a:lnTo>
                    <a:lnTo>
                      <a:pt x="52" y="44"/>
                    </a:lnTo>
                    <a:lnTo>
                      <a:pt x="48" y="44"/>
                    </a:lnTo>
                    <a:lnTo>
                      <a:pt x="46" y="46"/>
                    </a:lnTo>
                    <a:lnTo>
                      <a:pt x="46" y="46"/>
                    </a:lnTo>
                    <a:lnTo>
                      <a:pt x="48" y="52"/>
                    </a:lnTo>
                    <a:lnTo>
                      <a:pt x="48" y="52"/>
                    </a:lnTo>
                    <a:lnTo>
                      <a:pt x="42" y="52"/>
                    </a:lnTo>
                    <a:lnTo>
                      <a:pt x="42" y="52"/>
                    </a:lnTo>
                    <a:lnTo>
                      <a:pt x="38" y="64"/>
                    </a:lnTo>
                    <a:lnTo>
                      <a:pt x="36" y="76"/>
                    </a:lnTo>
                    <a:lnTo>
                      <a:pt x="36" y="76"/>
                    </a:lnTo>
                    <a:lnTo>
                      <a:pt x="32" y="76"/>
                    </a:lnTo>
                    <a:lnTo>
                      <a:pt x="32" y="76"/>
                    </a:lnTo>
                    <a:lnTo>
                      <a:pt x="32" y="74"/>
                    </a:lnTo>
                    <a:lnTo>
                      <a:pt x="30" y="72"/>
                    </a:lnTo>
                    <a:lnTo>
                      <a:pt x="28" y="66"/>
                    </a:lnTo>
                    <a:lnTo>
                      <a:pt x="28" y="66"/>
                    </a:lnTo>
                    <a:lnTo>
                      <a:pt x="26" y="66"/>
                    </a:lnTo>
                    <a:lnTo>
                      <a:pt x="24" y="70"/>
                    </a:lnTo>
                    <a:lnTo>
                      <a:pt x="24" y="70"/>
                    </a:lnTo>
                    <a:lnTo>
                      <a:pt x="26" y="72"/>
                    </a:lnTo>
                    <a:lnTo>
                      <a:pt x="28" y="76"/>
                    </a:lnTo>
                    <a:lnTo>
                      <a:pt x="28" y="76"/>
                    </a:lnTo>
                    <a:lnTo>
                      <a:pt x="26" y="82"/>
                    </a:lnTo>
                    <a:lnTo>
                      <a:pt x="24" y="84"/>
                    </a:lnTo>
                    <a:lnTo>
                      <a:pt x="22" y="88"/>
                    </a:lnTo>
                    <a:lnTo>
                      <a:pt x="22" y="88"/>
                    </a:lnTo>
                    <a:lnTo>
                      <a:pt x="24" y="88"/>
                    </a:lnTo>
                    <a:lnTo>
                      <a:pt x="24" y="88"/>
                    </a:lnTo>
                    <a:lnTo>
                      <a:pt x="24" y="100"/>
                    </a:lnTo>
                    <a:lnTo>
                      <a:pt x="24" y="106"/>
                    </a:lnTo>
                    <a:lnTo>
                      <a:pt x="26" y="112"/>
                    </a:lnTo>
                    <a:lnTo>
                      <a:pt x="20" y="114"/>
                    </a:lnTo>
                    <a:lnTo>
                      <a:pt x="20" y="114"/>
                    </a:lnTo>
                    <a:lnTo>
                      <a:pt x="24" y="116"/>
                    </a:lnTo>
                    <a:lnTo>
                      <a:pt x="24" y="116"/>
                    </a:lnTo>
                    <a:lnTo>
                      <a:pt x="22" y="124"/>
                    </a:lnTo>
                    <a:lnTo>
                      <a:pt x="22" y="130"/>
                    </a:lnTo>
                    <a:lnTo>
                      <a:pt x="22" y="130"/>
                    </a:lnTo>
                    <a:lnTo>
                      <a:pt x="18" y="136"/>
                    </a:lnTo>
                    <a:lnTo>
                      <a:pt x="18" y="136"/>
                    </a:lnTo>
                    <a:lnTo>
                      <a:pt x="18" y="136"/>
                    </a:lnTo>
                    <a:lnTo>
                      <a:pt x="18" y="138"/>
                    </a:lnTo>
                    <a:lnTo>
                      <a:pt x="18" y="138"/>
                    </a:lnTo>
                    <a:lnTo>
                      <a:pt x="18" y="140"/>
                    </a:lnTo>
                    <a:lnTo>
                      <a:pt x="22" y="144"/>
                    </a:lnTo>
                    <a:lnTo>
                      <a:pt x="22" y="144"/>
                    </a:lnTo>
                    <a:lnTo>
                      <a:pt x="24" y="144"/>
                    </a:lnTo>
                    <a:lnTo>
                      <a:pt x="26" y="144"/>
                    </a:lnTo>
                    <a:lnTo>
                      <a:pt x="26" y="146"/>
                    </a:lnTo>
                    <a:lnTo>
                      <a:pt x="26" y="146"/>
                    </a:lnTo>
                    <a:lnTo>
                      <a:pt x="22" y="148"/>
                    </a:lnTo>
                    <a:lnTo>
                      <a:pt x="20" y="150"/>
                    </a:lnTo>
                    <a:lnTo>
                      <a:pt x="20" y="150"/>
                    </a:lnTo>
                    <a:lnTo>
                      <a:pt x="18" y="154"/>
                    </a:lnTo>
                    <a:lnTo>
                      <a:pt x="18" y="158"/>
                    </a:lnTo>
                    <a:lnTo>
                      <a:pt x="18" y="158"/>
                    </a:lnTo>
                    <a:lnTo>
                      <a:pt x="14" y="158"/>
                    </a:lnTo>
                    <a:lnTo>
                      <a:pt x="8" y="160"/>
                    </a:lnTo>
                    <a:lnTo>
                      <a:pt x="8" y="160"/>
                    </a:lnTo>
                    <a:lnTo>
                      <a:pt x="6" y="164"/>
                    </a:lnTo>
                    <a:lnTo>
                      <a:pt x="6" y="164"/>
                    </a:lnTo>
                    <a:lnTo>
                      <a:pt x="4" y="164"/>
                    </a:lnTo>
                    <a:lnTo>
                      <a:pt x="4" y="164"/>
                    </a:lnTo>
                    <a:lnTo>
                      <a:pt x="4" y="168"/>
                    </a:lnTo>
                    <a:lnTo>
                      <a:pt x="4" y="168"/>
                    </a:lnTo>
                    <a:lnTo>
                      <a:pt x="4" y="168"/>
                    </a:lnTo>
                    <a:lnTo>
                      <a:pt x="4" y="170"/>
                    </a:lnTo>
                    <a:lnTo>
                      <a:pt x="4" y="170"/>
                    </a:lnTo>
                    <a:lnTo>
                      <a:pt x="6" y="172"/>
                    </a:lnTo>
                    <a:lnTo>
                      <a:pt x="6" y="176"/>
                    </a:lnTo>
                    <a:lnTo>
                      <a:pt x="6" y="176"/>
                    </a:lnTo>
                    <a:lnTo>
                      <a:pt x="4" y="174"/>
                    </a:lnTo>
                    <a:lnTo>
                      <a:pt x="0" y="176"/>
                    </a:lnTo>
                    <a:lnTo>
                      <a:pt x="0" y="176"/>
                    </a:lnTo>
                    <a:lnTo>
                      <a:pt x="0" y="182"/>
                    </a:lnTo>
                    <a:lnTo>
                      <a:pt x="2" y="182"/>
                    </a:lnTo>
                    <a:lnTo>
                      <a:pt x="2" y="182"/>
                    </a:lnTo>
                    <a:lnTo>
                      <a:pt x="2" y="184"/>
                    </a:lnTo>
                    <a:lnTo>
                      <a:pt x="6" y="188"/>
                    </a:lnTo>
                    <a:lnTo>
                      <a:pt x="6" y="188"/>
                    </a:lnTo>
                    <a:lnTo>
                      <a:pt x="14" y="192"/>
                    </a:lnTo>
                    <a:lnTo>
                      <a:pt x="14" y="192"/>
                    </a:lnTo>
                    <a:lnTo>
                      <a:pt x="16" y="194"/>
                    </a:lnTo>
                    <a:lnTo>
                      <a:pt x="16" y="198"/>
                    </a:lnTo>
                    <a:lnTo>
                      <a:pt x="16" y="198"/>
                    </a:lnTo>
                    <a:lnTo>
                      <a:pt x="18" y="202"/>
                    </a:lnTo>
                    <a:lnTo>
                      <a:pt x="20" y="202"/>
                    </a:lnTo>
                    <a:lnTo>
                      <a:pt x="34" y="206"/>
                    </a:lnTo>
                    <a:lnTo>
                      <a:pt x="34" y="206"/>
                    </a:lnTo>
                    <a:lnTo>
                      <a:pt x="34" y="204"/>
                    </a:lnTo>
                    <a:lnTo>
                      <a:pt x="36" y="202"/>
                    </a:lnTo>
                    <a:lnTo>
                      <a:pt x="36" y="204"/>
                    </a:lnTo>
                    <a:lnTo>
                      <a:pt x="36" y="204"/>
                    </a:lnTo>
                    <a:lnTo>
                      <a:pt x="40" y="206"/>
                    </a:lnTo>
                    <a:lnTo>
                      <a:pt x="42" y="208"/>
                    </a:lnTo>
                    <a:lnTo>
                      <a:pt x="48" y="210"/>
                    </a:lnTo>
                    <a:lnTo>
                      <a:pt x="54" y="210"/>
                    </a:lnTo>
                    <a:lnTo>
                      <a:pt x="54" y="210"/>
                    </a:lnTo>
                    <a:lnTo>
                      <a:pt x="54" y="214"/>
                    </a:lnTo>
                    <a:lnTo>
                      <a:pt x="56" y="216"/>
                    </a:lnTo>
                    <a:lnTo>
                      <a:pt x="58" y="216"/>
                    </a:lnTo>
                    <a:lnTo>
                      <a:pt x="58" y="216"/>
                    </a:lnTo>
                    <a:lnTo>
                      <a:pt x="62" y="220"/>
                    </a:lnTo>
                    <a:lnTo>
                      <a:pt x="64" y="224"/>
                    </a:lnTo>
                    <a:lnTo>
                      <a:pt x="64" y="224"/>
                    </a:lnTo>
                    <a:lnTo>
                      <a:pt x="64" y="226"/>
                    </a:lnTo>
                    <a:lnTo>
                      <a:pt x="66" y="228"/>
                    </a:lnTo>
                    <a:lnTo>
                      <a:pt x="70" y="230"/>
                    </a:lnTo>
                    <a:lnTo>
                      <a:pt x="78" y="230"/>
                    </a:lnTo>
                    <a:lnTo>
                      <a:pt x="78" y="236"/>
                    </a:lnTo>
                    <a:lnTo>
                      <a:pt x="78" y="236"/>
                    </a:lnTo>
                    <a:lnTo>
                      <a:pt x="78" y="238"/>
                    </a:lnTo>
                    <a:lnTo>
                      <a:pt x="80" y="240"/>
                    </a:lnTo>
                    <a:lnTo>
                      <a:pt x="82" y="240"/>
                    </a:lnTo>
                    <a:lnTo>
                      <a:pt x="82" y="240"/>
                    </a:lnTo>
                    <a:lnTo>
                      <a:pt x="90" y="242"/>
                    </a:lnTo>
                    <a:lnTo>
                      <a:pt x="90" y="238"/>
                    </a:lnTo>
                    <a:lnTo>
                      <a:pt x="90" y="238"/>
                    </a:lnTo>
                    <a:lnTo>
                      <a:pt x="94" y="238"/>
                    </a:lnTo>
                    <a:lnTo>
                      <a:pt x="98" y="238"/>
                    </a:lnTo>
                    <a:lnTo>
                      <a:pt x="100" y="240"/>
                    </a:lnTo>
                    <a:lnTo>
                      <a:pt x="100" y="240"/>
                    </a:lnTo>
                    <a:lnTo>
                      <a:pt x="104" y="242"/>
                    </a:lnTo>
                    <a:lnTo>
                      <a:pt x="110" y="244"/>
                    </a:lnTo>
                    <a:lnTo>
                      <a:pt x="110" y="244"/>
                    </a:lnTo>
                    <a:lnTo>
                      <a:pt x="114" y="246"/>
                    </a:lnTo>
                    <a:lnTo>
                      <a:pt x="116" y="248"/>
                    </a:lnTo>
                    <a:lnTo>
                      <a:pt x="104" y="274"/>
                    </a:lnTo>
                    <a:lnTo>
                      <a:pt x="110" y="274"/>
                    </a:lnTo>
                    <a:lnTo>
                      <a:pt x="114" y="276"/>
                    </a:lnTo>
                    <a:lnTo>
                      <a:pt x="114" y="276"/>
                    </a:lnTo>
                    <a:lnTo>
                      <a:pt x="128" y="238"/>
                    </a:lnTo>
                    <a:lnTo>
                      <a:pt x="128" y="238"/>
                    </a:lnTo>
                    <a:lnTo>
                      <a:pt x="130" y="232"/>
                    </a:lnTo>
                    <a:lnTo>
                      <a:pt x="132" y="228"/>
                    </a:lnTo>
                    <a:lnTo>
                      <a:pt x="132" y="226"/>
                    </a:lnTo>
                    <a:lnTo>
                      <a:pt x="132" y="226"/>
                    </a:lnTo>
                    <a:lnTo>
                      <a:pt x="126" y="212"/>
                    </a:lnTo>
                    <a:lnTo>
                      <a:pt x="122" y="210"/>
                    </a:lnTo>
                    <a:lnTo>
                      <a:pt x="122" y="204"/>
                    </a:lnTo>
                    <a:lnTo>
                      <a:pt x="130" y="204"/>
                    </a:lnTo>
                    <a:lnTo>
                      <a:pt x="132" y="202"/>
                    </a:lnTo>
                    <a:lnTo>
                      <a:pt x="124" y="200"/>
                    </a:lnTo>
                    <a:lnTo>
                      <a:pt x="126" y="194"/>
                    </a:lnTo>
                    <a:lnTo>
                      <a:pt x="126" y="194"/>
                    </a:lnTo>
                    <a:lnTo>
                      <a:pt x="128" y="196"/>
                    </a:lnTo>
                    <a:lnTo>
                      <a:pt x="134" y="196"/>
                    </a:lnTo>
                    <a:lnTo>
                      <a:pt x="134" y="196"/>
                    </a:lnTo>
                    <a:lnTo>
                      <a:pt x="148" y="196"/>
                    </a:lnTo>
                    <a:lnTo>
                      <a:pt x="148" y="192"/>
                    </a:lnTo>
                    <a:lnTo>
                      <a:pt x="152" y="194"/>
                    </a:lnTo>
                    <a:lnTo>
                      <a:pt x="156" y="194"/>
                    </a:lnTo>
                    <a:lnTo>
                      <a:pt x="158" y="186"/>
                    </a:lnTo>
                    <a:lnTo>
                      <a:pt x="164" y="188"/>
                    </a:lnTo>
                    <a:lnTo>
                      <a:pt x="164" y="194"/>
                    </a:lnTo>
                    <a:lnTo>
                      <a:pt x="168" y="194"/>
                    </a:lnTo>
                    <a:lnTo>
                      <a:pt x="170" y="186"/>
                    </a:lnTo>
                    <a:lnTo>
                      <a:pt x="170" y="186"/>
                    </a:lnTo>
                    <a:lnTo>
                      <a:pt x="166" y="182"/>
                    </a:lnTo>
                    <a:lnTo>
                      <a:pt x="166" y="182"/>
                    </a:lnTo>
                    <a:lnTo>
                      <a:pt x="166" y="176"/>
                    </a:lnTo>
                    <a:lnTo>
                      <a:pt x="166" y="176"/>
                    </a:lnTo>
                    <a:lnTo>
                      <a:pt x="164" y="178"/>
                    </a:lnTo>
                    <a:lnTo>
                      <a:pt x="164" y="178"/>
                    </a:lnTo>
                    <a:lnTo>
                      <a:pt x="162" y="178"/>
                    </a:lnTo>
                    <a:lnTo>
                      <a:pt x="160" y="176"/>
                    </a:lnTo>
                    <a:lnTo>
                      <a:pt x="162" y="172"/>
                    </a:lnTo>
                    <a:lnTo>
                      <a:pt x="162" y="172"/>
                    </a:lnTo>
                    <a:lnTo>
                      <a:pt x="164" y="170"/>
                    </a:lnTo>
                    <a:lnTo>
                      <a:pt x="168" y="164"/>
                    </a:lnTo>
                    <a:lnTo>
                      <a:pt x="168" y="164"/>
                    </a:lnTo>
                    <a:lnTo>
                      <a:pt x="170" y="154"/>
                    </a:lnTo>
                    <a:lnTo>
                      <a:pt x="170" y="154"/>
                    </a:lnTo>
                    <a:lnTo>
                      <a:pt x="164" y="152"/>
                    </a:lnTo>
                    <a:lnTo>
                      <a:pt x="158" y="146"/>
                    </a:lnTo>
                    <a:lnTo>
                      <a:pt x="158" y="146"/>
                    </a:lnTo>
                    <a:lnTo>
                      <a:pt x="154" y="142"/>
                    </a:lnTo>
                    <a:lnTo>
                      <a:pt x="150" y="138"/>
                    </a:lnTo>
                    <a:lnTo>
                      <a:pt x="150" y="138"/>
                    </a:lnTo>
                    <a:lnTo>
                      <a:pt x="146" y="134"/>
                    </a:lnTo>
                    <a:lnTo>
                      <a:pt x="144" y="132"/>
                    </a:lnTo>
                    <a:lnTo>
                      <a:pt x="144" y="128"/>
                    </a:lnTo>
                    <a:lnTo>
                      <a:pt x="144" y="128"/>
                    </a:lnTo>
                    <a:lnTo>
                      <a:pt x="142" y="124"/>
                    </a:lnTo>
                    <a:lnTo>
                      <a:pt x="144" y="122"/>
                    </a:lnTo>
                    <a:lnTo>
                      <a:pt x="146" y="120"/>
                    </a:lnTo>
                    <a:lnTo>
                      <a:pt x="146" y="112"/>
                    </a:lnTo>
                    <a:lnTo>
                      <a:pt x="146" y="112"/>
                    </a:lnTo>
                    <a:lnTo>
                      <a:pt x="138" y="110"/>
                    </a:lnTo>
                    <a:lnTo>
                      <a:pt x="138" y="110"/>
                    </a:lnTo>
                    <a:lnTo>
                      <a:pt x="128" y="112"/>
                    </a:lnTo>
                    <a:lnTo>
                      <a:pt x="128" y="112"/>
                    </a:lnTo>
                    <a:lnTo>
                      <a:pt x="122" y="100"/>
                    </a:lnTo>
                    <a:lnTo>
                      <a:pt x="122" y="100"/>
                    </a:lnTo>
                    <a:lnTo>
                      <a:pt x="118" y="98"/>
                    </a:lnTo>
                    <a:lnTo>
                      <a:pt x="112" y="98"/>
                    </a:lnTo>
                    <a:lnTo>
                      <a:pt x="112" y="98"/>
                    </a:lnTo>
                    <a:lnTo>
                      <a:pt x="106" y="98"/>
                    </a:lnTo>
                    <a:lnTo>
                      <a:pt x="102" y="98"/>
                    </a:lnTo>
                    <a:lnTo>
                      <a:pt x="92" y="96"/>
                    </a:lnTo>
                    <a:lnTo>
                      <a:pt x="92" y="96"/>
                    </a:lnTo>
                    <a:lnTo>
                      <a:pt x="92" y="94"/>
                    </a:lnTo>
                    <a:lnTo>
                      <a:pt x="90" y="88"/>
                    </a:lnTo>
                    <a:lnTo>
                      <a:pt x="90" y="88"/>
                    </a:lnTo>
                    <a:lnTo>
                      <a:pt x="86" y="82"/>
                    </a:lnTo>
                    <a:lnTo>
                      <a:pt x="84" y="78"/>
                    </a:lnTo>
                    <a:lnTo>
                      <a:pt x="84" y="78"/>
                    </a:lnTo>
                    <a:lnTo>
                      <a:pt x="84" y="76"/>
                    </a:lnTo>
                    <a:lnTo>
                      <a:pt x="86" y="76"/>
                    </a:lnTo>
                    <a:lnTo>
                      <a:pt x="88" y="74"/>
                    </a:lnTo>
                    <a:lnTo>
                      <a:pt x="82" y="62"/>
                    </a:lnTo>
                    <a:lnTo>
                      <a:pt x="76" y="64"/>
                    </a:lnTo>
                    <a:lnTo>
                      <a:pt x="76" y="64"/>
                    </a:lnTo>
                    <a:lnTo>
                      <a:pt x="74" y="64"/>
                    </a:lnTo>
                    <a:lnTo>
                      <a:pt x="74" y="62"/>
                    </a:lnTo>
                    <a:lnTo>
                      <a:pt x="74" y="58"/>
                    </a:lnTo>
                    <a:lnTo>
                      <a:pt x="74" y="58"/>
                    </a:lnTo>
                    <a:lnTo>
                      <a:pt x="76" y="54"/>
                    </a:lnTo>
                    <a:lnTo>
                      <a:pt x="76" y="52"/>
                    </a:lnTo>
                    <a:lnTo>
                      <a:pt x="76" y="46"/>
                    </a:lnTo>
                    <a:lnTo>
                      <a:pt x="76" y="46"/>
                    </a:lnTo>
                    <a:lnTo>
                      <a:pt x="78" y="40"/>
                    </a:lnTo>
                    <a:lnTo>
                      <a:pt x="76" y="38"/>
                    </a:lnTo>
                    <a:lnTo>
                      <a:pt x="82" y="36"/>
                    </a:lnTo>
                    <a:lnTo>
                      <a:pt x="88" y="22"/>
                    </a:lnTo>
                    <a:lnTo>
                      <a:pt x="94" y="12"/>
                    </a:lnTo>
                    <a:lnTo>
                      <a:pt x="94" y="12"/>
                    </a:lnTo>
                    <a:lnTo>
                      <a:pt x="102" y="10"/>
                    </a:lnTo>
                    <a:lnTo>
                      <a:pt x="102"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6" name="Freeform 215">
                <a:extLst>
                  <a:ext uri="{FF2B5EF4-FFF2-40B4-BE49-F238E27FC236}">
                    <a16:creationId xmlns:a16="http://schemas.microsoft.com/office/drawing/2014/main" id="{953FDFCD-03E8-2541-98E3-3CB60644555F}"/>
                  </a:ext>
                </a:extLst>
              </p:cNvPr>
              <p:cNvSpPr>
                <a:spLocks noEditPoints="1"/>
              </p:cNvSpPr>
              <p:nvPr/>
            </p:nvSpPr>
            <p:spPr bwMode="auto">
              <a:xfrm>
                <a:off x="3921189" y="4972327"/>
                <a:ext cx="222164" cy="1405650"/>
              </a:xfrm>
              <a:custGeom>
                <a:avLst/>
                <a:gdLst>
                  <a:gd name="T0" fmla="*/ 92 w 114"/>
                  <a:gd name="T1" fmla="*/ 688 h 702"/>
                  <a:gd name="T2" fmla="*/ 62 w 114"/>
                  <a:gd name="T3" fmla="*/ 690 h 702"/>
                  <a:gd name="T4" fmla="*/ 42 w 114"/>
                  <a:gd name="T5" fmla="*/ 686 h 702"/>
                  <a:gd name="T6" fmla="*/ 52 w 114"/>
                  <a:gd name="T7" fmla="*/ 678 h 702"/>
                  <a:gd name="T8" fmla="*/ 56 w 114"/>
                  <a:gd name="T9" fmla="*/ 668 h 702"/>
                  <a:gd name="T10" fmla="*/ 74 w 114"/>
                  <a:gd name="T11" fmla="*/ 680 h 702"/>
                  <a:gd name="T12" fmla="*/ 62 w 114"/>
                  <a:gd name="T13" fmla="*/ 660 h 702"/>
                  <a:gd name="T14" fmla="*/ 82 w 114"/>
                  <a:gd name="T15" fmla="*/ 646 h 702"/>
                  <a:gd name="T16" fmla="*/ 112 w 114"/>
                  <a:gd name="T17" fmla="*/ 102 h 702"/>
                  <a:gd name="T18" fmla="*/ 98 w 114"/>
                  <a:gd name="T19" fmla="*/ 142 h 702"/>
                  <a:gd name="T20" fmla="*/ 88 w 114"/>
                  <a:gd name="T21" fmla="*/ 178 h 702"/>
                  <a:gd name="T22" fmla="*/ 74 w 114"/>
                  <a:gd name="T23" fmla="*/ 236 h 702"/>
                  <a:gd name="T24" fmla="*/ 70 w 114"/>
                  <a:gd name="T25" fmla="*/ 296 h 702"/>
                  <a:gd name="T26" fmla="*/ 58 w 114"/>
                  <a:gd name="T27" fmla="*/ 332 h 702"/>
                  <a:gd name="T28" fmla="*/ 54 w 114"/>
                  <a:gd name="T29" fmla="*/ 366 h 702"/>
                  <a:gd name="T30" fmla="*/ 44 w 114"/>
                  <a:gd name="T31" fmla="*/ 416 h 702"/>
                  <a:gd name="T32" fmla="*/ 48 w 114"/>
                  <a:gd name="T33" fmla="*/ 458 h 702"/>
                  <a:gd name="T34" fmla="*/ 50 w 114"/>
                  <a:gd name="T35" fmla="*/ 490 h 702"/>
                  <a:gd name="T36" fmla="*/ 48 w 114"/>
                  <a:gd name="T37" fmla="*/ 514 h 702"/>
                  <a:gd name="T38" fmla="*/ 40 w 114"/>
                  <a:gd name="T39" fmla="*/ 552 h 702"/>
                  <a:gd name="T40" fmla="*/ 28 w 114"/>
                  <a:gd name="T41" fmla="*/ 594 h 702"/>
                  <a:gd name="T42" fmla="*/ 36 w 114"/>
                  <a:gd name="T43" fmla="*/ 612 h 702"/>
                  <a:gd name="T44" fmla="*/ 78 w 114"/>
                  <a:gd name="T45" fmla="*/ 638 h 702"/>
                  <a:gd name="T46" fmla="*/ 54 w 114"/>
                  <a:gd name="T47" fmla="*/ 668 h 702"/>
                  <a:gd name="T48" fmla="*/ 36 w 114"/>
                  <a:gd name="T49" fmla="*/ 662 h 702"/>
                  <a:gd name="T50" fmla="*/ 34 w 114"/>
                  <a:gd name="T51" fmla="*/ 674 h 702"/>
                  <a:gd name="T52" fmla="*/ 26 w 114"/>
                  <a:gd name="T53" fmla="*/ 666 h 702"/>
                  <a:gd name="T54" fmla="*/ 26 w 114"/>
                  <a:gd name="T55" fmla="*/ 652 h 702"/>
                  <a:gd name="T56" fmla="*/ 36 w 114"/>
                  <a:gd name="T57" fmla="*/ 632 h 702"/>
                  <a:gd name="T58" fmla="*/ 24 w 114"/>
                  <a:gd name="T59" fmla="*/ 634 h 702"/>
                  <a:gd name="T60" fmla="*/ 14 w 114"/>
                  <a:gd name="T61" fmla="*/ 648 h 702"/>
                  <a:gd name="T62" fmla="*/ 10 w 114"/>
                  <a:gd name="T63" fmla="*/ 644 h 702"/>
                  <a:gd name="T64" fmla="*/ 14 w 114"/>
                  <a:gd name="T65" fmla="*/ 630 h 702"/>
                  <a:gd name="T66" fmla="*/ 20 w 114"/>
                  <a:gd name="T67" fmla="*/ 618 h 702"/>
                  <a:gd name="T68" fmla="*/ 18 w 114"/>
                  <a:gd name="T69" fmla="*/ 602 h 702"/>
                  <a:gd name="T70" fmla="*/ 16 w 114"/>
                  <a:gd name="T71" fmla="*/ 586 h 702"/>
                  <a:gd name="T72" fmla="*/ 16 w 114"/>
                  <a:gd name="T73" fmla="*/ 568 h 702"/>
                  <a:gd name="T74" fmla="*/ 18 w 114"/>
                  <a:gd name="T75" fmla="*/ 546 h 702"/>
                  <a:gd name="T76" fmla="*/ 6 w 114"/>
                  <a:gd name="T77" fmla="*/ 530 h 702"/>
                  <a:gd name="T78" fmla="*/ 0 w 114"/>
                  <a:gd name="T79" fmla="*/ 532 h 702"/>
                  <a:gd name="T80" fmla="*/ 16 w 114"/>
                  <a:gd name="T81" fmla="*/ 516 h 702"/>
                  <a:gd name="T82" fmla="*/ 22 w 114"/>
                  <a:gd name="T83" fmla="*/ 522 h 702"/>
                  <a:gd name="T84" fmla="*/ 26 w 114"/>
                  <a:gd name="T85" fmla="*/ 486 h 702"/>
                  <a:gd name="T86" fmla="*/ 38 w 114"/>
                  <a:gd name="T87" fmla="*/ 470 h 702"/>
                  <a:gd name="T88" fmla="*/ 38 w 114"/>
                  <a:gd name="T89" fmla="*/ 454 h 702"/>
                  <a:gd name="T90" fmla="*/ 32 w 114"/>
                  <a:gd name="T91" fmla="*/ 432 h 702"/>
                  <a:gd name="T92" fmla="*/ 32 w 114"/>
                  <a:gd name="T93" fmla="*/ 384 h 702"/>
                  <a:gd name="T94" fmla="*/ 28 w 114"/>
                  <a:gd name="T95" fmla="*/ 360 h 702"/>
                  <a:gd name="T96" fmla="*/ 36 w 114"/>
                  <a:gd name="T97" fmla="*/ 338 h 702"/>
                  <a:gd name="T98" fmla="*/ 44 w 114"/>
                  <a:gd name="T99" fmla="*/ 302 h 702"/>
                  <a:gd name="T100" fmla="*/ 58 w 114"/>
                  <a:gd name="T101" fmla="*/ 244 h 702"/>
                  <a:gd name="T102" fmla="*/ 54 w 114"/>
                  <a:gd name="T103" fmla="*/ 200 h 702"/>
                  <a:gd name="T104" fmla="*/ 64 w 114"/>
                  <a:gd name="T105" fmla="*/ 166 h 702"/>
                  <a:gd name="T106" fmla="*/ 66 w 114"/>
                  <a:gd name="T107" fmla="*/ 134 h 702"/>
                  <a:gd name="T108" fmla="*/ 66 w 114"/>
                  <a:gd name="T109" fmla="*/ 98 h 702"/>
                  <a:gd name="T110" fmla="*/ 72 w 114"/>
                  <a:gd name="T111" fmla="*/ 58 h 702"/>
                  <a:gd name="T112" fmla="*/ 74 w 114"/>
                  <a:gd name="T113" fmla="*/ 4 h 702"/>
                  <a:gd name="T114" fmla="*/ 94 w 114"/>
                  <a:gd name="T115" fmla="*/ 42 h 702"/>
                  <a:gd name="T116" fmla="*/ 114 w 114"/>
                  <a:gd name="T117" fmla="*/ 9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4" h="702">
                    <a:moveTo>
                      <a:pt x="106" y="690"/>
                    </a:moveTo>
                    <a:lnTo>
                      <a:pt x="108" y="690"/>
                    </a:lnTo>
                    <a:lnTo>
                      <a:pt x="108" y="690"/>
                    </a:lnTo>
                    <a:lnTo>
                      <a:pt x="104" y="696"/>
                    </a:lnTo>
                    <a:lnTo>
                      <a:pt x="100" y="702"/>
                    </a:lnTo>
                    <a:lnTo>
                      <a:pt x="100" y="702"/>
                    </a:lnTo>
                    <a:lnTo>
                      <a:pt x="100" y="696"/>
                    </a:lnTo>
                    <a:lnTo>
                      <a:pt x="100" y="696"/>
                    </a:lnTo>
                    <a:lnTo>
                      <a:pt x="94" y="694"/>
                    </a:lnTo>
                    <a:lnTo>
                      <a:pt x="94" y="694"/>
                    </a:lnTo>
                    <a:lnTo>
                      <a:pt x="94" y="692"/>
                    </a:lnTo>
                    <a:lnTo>
                      <a:pt x="92" y="688"/>
                    </a:lnTo>
                    <a:lnTo>
                      <a:pt x="92" y="688"/>
                    </a:lnTo>
                    <a:lnTo>
                      <a:pt x="80" y="692"/>
                    </a:lnTo>
                    <a:lnTo>
                      <a:pt x="78" y="694"/>
                    </a:lnTo>
                    <a:lnTo>
                      <a:pt x="78" y="694"/>
                    </a:lnTo>
                    <a:lnTo>
                      <a:pt x="74" y="694"/>
                    </a:lnTo>
                    <a:lnTo>
                      <a:pt x="68" y="694"/>
                    </a:lnTo>
                    <a:lnTo>
                      <a:pt x="68" y="694"/>
                    </a:lnTo>
                    <a:lnTo>
                      <a:pt x="68" y="692"/>
                    </a:lnTo>
                    <a:lnTo>
                      <a:pt x="68" y="692"/>
                    </a:lnTo>
                    <a:lnTo>
                      <a:pt x="70" y="692"/>
                    </a:lnTo>
                    <a:lnTo>
                      <a:pt x="70" y="690"/>
                    </a:lnTo>
                    <a:lnTo>
                      <a:pt x="66" y="688"/>
                    </a:lnTo>
                    <a:lnTo>
                      <a:pt x="66" y="688"/>
                    </a:lnTo>
                    <a:lnTo>
                      <a:pt x="62" y="690"/>
                    </a:lnTo>
                    <a:lnTo>
                      <a:pt x="58" y="690"/>
                    </a:lnTo>
                    <a:lnTo>
                      <a:pt x="58" y="690"/>
                    </a:lnTo>
                    <a:lnTo>
                      <a:pt x="58" y="686"/>
                    </a:lnTo>
                    <a:lnTo>
                      <a:pt x="58" y="686"/>
                    </a:lnTo>
                    <a:lnTo>
                      <a:pt x="50" y="686"/>
                    </a:lnTo>
                    <a:lnTo>
                      <a:pt x="50" y="684"/>
                    </a:lnTo>
                    <a:lnTo>
                      <a:pt x="50" y="684"/>
                    </a:lnTo>
                    <a:lnTo>
                      <a:pt x="46" y="684"/>
                    </a:lnTo>
                    <a:lnTo>
                      <a:pt x="46" y="686"/>
                    </a:lnTo>
                    <a:lnTo>
                      <a:pt x="46" y="686"/>
                    </a:lnTo>
                    <a:lnTo>
                      <a:pt x="46" y="688"/>
                    </a:lnTo>
                    <a:lnTo>
                      <a:pt x="46" y="688"/>
                    </a:lnTo>
                    <a:lnTo>
                      <a:pt x="42" y="686"/>
                    </a:lnTo>
                    <a:lnTo>
                      <a:pt x="42" y="686"/>
                    </a:lnTo>
                    <a:lnTo>
                      <a:pt x="42" y="684"/>
                    </a:lnTo>
                    <a:lnTo>
                      <a:pt x="42" y="684"/>
                    </a:lnTo>
                    <a:lnTo>
                      <a:pt x="44" y="684"/>
                    </a:lnTo>
                    <a:lnTo>
                      <a:pt x="44" y="682"/>
                    </a:lnTo>
                    <a:lnTo>
                      <a:pt x="44" y="682"/>
                    </a:lnTo>
                    <a:lnTo>
                      <a:pt x="56" y="680"/>
                    </a:lnTo>
                    <a:lnTo>
                      <a:pt x="56" y="680"/>
                    </a:lnTo>
                    <a:lnTo>
                      <a:pt x="56" y="678"/>
                    </a:lnTo>
                    <a:lnTo>
                      <a:pt x="56" y="676"/>
                    </a:lnTo>
                    <a:lnTo>
                      <a:pt x="56" y="676"/>
                    </a:lnTo>
                    <a:lnTo>
                      <a:pt x="52" y="678"/>
                    </a:lnTo>
                    <a:lnTo>
                      <a:pt x="52" y="678"/>
                    </a:lnTo>
                    <a:lnTo>
                      <a:pt x="48" y="678"/>
                    </a:lnTo>
                    <a:lnTo>
                      <a:pt x="46" y="676"/>
                    </a:lnTo>
                    <a:lnTo>
                      <a:pt x="44" y="670"/>
                    </a:lnTo>
                    <a:lnTo>
                      <a:pt x="44" y="670"/>
                    </a:lnTo>
                    <a:lnTo>
                      <a:pt x="50" y="670"/>
                    </a:lnTo>
                    <a:lnTo>
                      <a:pt x="50" y="670"/>
                    </a:lnTo>
                    <a:lnTo>
                      <a:pt x="50" y="674"/>
                    </a:lnTo>
                    <a:lnTo>
                      <a:pt x="50" y="674"/>
                    </a:lnTo>
                    <a:lnTo>
                      <a:pt x="54" y="672"/>
                    </a:lnTo>
                    <a:lnTo>
                      <a:pt x="54" y="674"/>
                    </a:lnTo>
                    <a:lnTo>
                      <a:pt x="54" y="674"/>
                    </a:lnTo>
                    <a:lnTo>
                      <a:pt x="56" y="668"/>
                    </a:lnTo>
                    <a:lnTo>
                      <a:pt x="56" y="668"/>
                    </a:lnTo>
                    <a:lnTo>
                      <a:pt x="60" y="668"/>
                    </a:lnTo>
                    <a:lnTo>
                      <a:pt x="60" y="668"/>
                    </a:lnTo>
                    <a:lnTo>
                      <a:pt x="60" y="676"/>
                    </a:lnTo>
                    <a:lnTo>
                      <a:pt x="64" y="678"/>
                    </a:lnTo>
                    <a:lnTo>
                      <a:pt x="64" y="678"/>
                    </a:lnTo>
                    <a:lnTo>
                      <a:pt x="62" y="682"/>
                    </a:lnTo>
                    <a:lnTo>
                      <a:pt x="66" y="682"/>
                    </a:lnTo>
                    <a:lnTo>
                      <a:pt x="66" y="682"/>
                    </a:lnTo>
                    <a:lnTo>
                      <a:pt x="66" y="678"/>
                    </a:lnTo>
                    <a:lnTo>
                      <a:pt x="72" y="678"/>
                    </a:lnTo>
                    <a:lnTo>
                      <a:pt x="72" y="678"/>
                    </a:lnTo>
                    <a:lnTo>
                      <a:pt x="74" y="680"/>
                    </a:lnTo>
                    <a:lnTo>
                      <a:pt x="74" y="680"/>
                    </a:lnTo>
                    <a:lnTo>
                      <a:pt x="78" y="680"/>
                    </a:lnTo>
                    <a:lnTo>
                      <a:pt x="78" y="680"/>
                    </a:lnTo>
                    <a:lnTo>
                      <a:pt x="72" y="674"/>
                    </a:lnTo>
                    <a:lnTo>
                      <a:pt x="72" y="674"/>
                    </a:lnTo>
                    <a:lnTo>
                      <a:pt x="66" y="674"/>
                    </a:lnTo>
                    <a:lnTo>
                      <a:pt x="66" y="674"/>
                    </a:lnTo>
                    <a:lnTo>
                      <a:pt x="64" y="670"/>
                    </a:lnTo>
                    <a:lnTo>
                      <a:pt x="64" y="666"/>
                    </a:lnTo>
                    <a:lnTo>
                      <a:pt x="64" y="666"/>
                    </a:lnTo>
                    <a:lnTo>
                      <a:pt x="74" y="660"/>
                    </a:lnTo>
                    <a:lnTo>
                      <a:pt x="74" y="660"/>
                    </a:lnTo>
                    <a:lnTo>
                      <a:pt x="64" y="660"/>
                    </a:lnTo>
                    <a:lnTo>
                      <a:pt x="62" y="660"/>
                    </a:lnTo>
                    <a:lnTo>
                      <a:pt x="62" y="658"/>
                    </a:lnTo>
                    <a:lnTo>
                      <a:pt x="62" y="654"/>
                    </a:lnTo>
                    <a:lnTo>
                      <a:pt x="62" y="646"/>
                    </a:lnTo>
                    <a:lnTo>
                      <a:pt x="62" y="646"/>
                    </a:lnTo>
                    <a:lnTo>
                      <a:pt x="64" y="646"/>
                    </a:lnTo>
                    <a:lnTo>
                      <a:pt x="68" y="646"/>
                    </a:lnTo>
                    <a:lnTo>
                      <a:pt x="68" y="646"/>
                    </a:lnTo>
                    <a:lnTo>
                      <a:pt x="68" y="646"/>
                    </a:lnTo>
                    <a:lnTo>
                      <a:pt x="72" y="648"/>
                    </a:lnTo>
                    <a:lnTo>
                      <a:pt x="72" y="648"/>
                    </a:lnTo>
                    <a:lnTo>
                      <a:pt x="78" y="642"/>
                    </a:lnTo>
                    <a:lnTo>
                      <a:pt x="78" y="642"/>
                    </a:lnTo>
                    <a:lnTo>
                      <a:pt x="82" y="646"/>
                    </a:lnTo>
                    <a:lnTo>
                      <a:pt x="82" y="646"/>
                    </a:lnTo>
                    <a:lnTo>
                      <a:pt x="86" y="644"/>
                    </a:lnTo>
                    <a:lnTo>
                      <a:pt x="90" y="690"/>
                    </a:lnTo>
                    <a:lnTo>
                      <a:pt x="90" y="690"/>
                    </a:lnTo>
                    <a:lnTo>
                      <a:pt x="94" y="688"/>
                    </a:lnTo>
                    <a:lnTo>
                      <a:pt x="100" y="688"/>
                    </a:lnTo>
                    <a:lnTo>
                      <a:pt x="100" y="688"/>
                    </a:lnTo>
                    <a:lnTo>
                      <a:pt x="96" y="688"/>
                    </a:lnTo>
                    <a:lnTo>
                      <a:pt x="98" y="688"/>
                    </a:lnTo>
                    <a:lnTo>
                      <a:pt x="106" y="690"/>
                    </a:lnTo>
                    <a:lnTo>
                      <a:pt x="106" y="690"/>
                    </a:lnTo>
                    <a:close/>
                    <a:moveTo>
                      <a:pt x="112" y="102"/>
                    </a:moveTo>
                    <a:lnTo>
                      <a:pt x="112" y="102"/>
                    </a:lnTo>
                    <a:lnTo>
                      <a:pt x="112" y="106"/>
                    </a:lnTo>
                    <a:lnTo>
                      <a:pt x="108" y="106"/>
                    </a:lnTo>
                    <a:lnTo>
                      <a:pt x="106" y="108"/>
                    </a:lnTo>
                    <a:lnTo>
                      <a:pt x="104" y="110"/>
                    </a:lnTo>
                    <a:lnTo>
                      <a:pt x="104" y="110"/>
                    </a:lnTo>
                    <a:lnTo>
                      <a:pt x="102" y="114"/>
                    </a:lnTo>
                    <a:lnTo>
                      <a:pt x="98" y="116"/>
                    </a:lnTo>
                    <a:lnTo>
                      <a:pt x="96" y="116"/>
                    </a:lnTo>
                    <a:lnTo>
                      <a:pt x="94" y="118"/>
                    </a:lnTo>
                    <a:lnTo>
                      <a:pt x="94" y="118"/>
                    </a:lnTo>
                    <a:lnTo>
                      <a:pt x="94" y="134"/>
                    </a:lnTo>
                    <a:lnTo>
                      <a:pt x="94" y="134"/>
                    </a:lnTo>
                    <a:lnTo>
                      <a:pt x="98" y="142"/>
                    </a:lnTo>
                    <a:lnTo>
                      <a:pt x="98" y="144"/>
                    </a:lnTo>
                    <a:lnTo>
                      <a:pt x="96" y="146"/>
                    </a:lnTo>
                    <a:lnTo>
                      <a:pt x="96" y="146"/>
                    </a:lnTo>
                    <a:lnTo>
                      <a:pt x="94" y="148"/>
                    </a:lnTo>
                    <a:lnTo>
                      <a:pt x="94" y="150"/>
                    </a:lnTo>
                    <a:lnTo>
                      <a:pt x="96" y="154"/>
                    </a:lnTo>
                    <a:lnTo>
                      <a:pt x="96" y="154"/>
                    </a:lnTo>
                    <a:lnTo>
                      <a:pt x="96" y="160"/>
                    </a:lnTo>
                    <a:lnTo>
                      <a:pt x="94" y="166"/>
                    </a:lnTo>
                    <a:lnTo>
                      <a:pt x="94" y="166"/>
                    </a:lnTo>
                    <a:lnTo>
                      <a:pt x="90" y="172"/>
                    </a:lnTo>
                    <a:lnTo>
                      <a:pt x="88" y="178"/>
                    </a:lnTo>
                    <a:lnTo>
                      <a:pt x="88" y="178"/>
                    </a:lnTo>
                    <a:lnTo>
                      <a:pt x="86" y="182"/>
                    </a:lnTo>
                    <a:lnTo>
                      <a:pt x="84" y="184"/>
                    </a:lnTo>
                    <a:lnTo>
                      <a:pt x="82" y="186"/>
                    </a:lnTo>
                    <a:lnTo>
                      <a:pt x="80" y="192"/>
                    </a:lnTo>
                    <a:lnTo>
                      <a:pt x="80" y="192"/>
                    </a:lnTo>
                    <a:lnTo>
                      <a:pt x="78" y="210"/>
                    </a:lnTo>
                    <a:lnTo>
                      <a:pt x="78" y="210"/>
                    </a:lnTo>
                    <a:lnTo>
                      <a:pt x="78" y="218"/>
                    </a:lnTo>
                    <a:lnTo>
                      <a:pt x="78" y="224"/>
                    </a:lnTo>
                    <a:lnTo>
                      <a:pt x="78" y="224"/>
                    </a:lnTo>
                    <a:lnTo>
                      <a:pt x="76" y="228"/>
                    </a:lnTo>
                    <a:lnTo>
                      <a:pt x="74" y="236"/>
                    </a:lnTo>
                    <a:lnTo>
                      <a:pt x="74" y="236"/>
                    </a:lnTo>
                    <a:lnTo>
                      <a:pt x="74" y="244"/>
                    </a:lnTo>
                    <a:lnTo>
                      <a:pt x="74" y="250"/>
                    </a:lnTo>
                    <a:lnTo>
                      <a:pt x="74" y="250"/>
                    </a:lnTo>
                    <a:lnTo>
                      <a:pt x="74" y="258"/>
                    </a:lnTo>
                    <a:lnTo>
                      <a:pt x="74" y="262"/>
                    </a:lnTo>
                    <a:lnTo>
                      <a:pt x="74" y="262"/>
                    </a:lnTo>
                    <a:lnTo>
                      <a:pt x="70" y="268"/>
                    </a:lnTo>
                    <a:lnTo>
                      <a:pt x="72" y="274"/>
                    </a:lnTo>
                    <a:lnTo>
                      <a:pt x="72" y="274"/>
                    </a:lnTo>
                    <a:lnTo>
                      <a:pt x="72" y="280"/>
                    </a:lnTo>
                    <a:lnTo>
                      <a:pt x="72" y="286"/>
                    </a:lnTo>
                    <a:lnTo>
                      <a:pt x="72" y="286"/>
                    </a:lnTo>
                    <a:lnTo>
                      <a:pt x="70" y="296"/>
                    </a:lnTo>
                    <a:lnTo>
                      <a:pt x="66" y="306"/>
                    </a:lnTo>
                    <a:lnTo>
                      <a:pt x="66" y="306"/>
                    </a:lnTo>
                    <a:lnTo>
                      <a:pt x="64" y="312"/>
                    </a:lnTo>
                    <a:lnTo>
                      <a:pt x="66" y="316"/>
                    </a:lnTo>
                    <a:lnTo>
                      <a:pt x="66" y="316"/>
                    </a:lnTo>
                    <a:lnTo>
                      <a:pt x="66" y="322"/>
                    </a:lnTo>
                    <a:lnTo>
                      <a:pt x="66" y="326"/>
                    </a:lnTo>
                    <a:lnTo>
                      <a:pt x="66" y="326"/>
                    </a:lnTo>
                    <a:lnTo>
                      <a:pt x="64" y="328"/>
                    </a:lnTo>
                    <a:lnTo>
                      <a:pt x="62" y="328"/>
                    </a:lnTo>
                    <a:lnTo>
                      <a:pt x="60" y="328"/>
                    </a:lnTo>
                    <a:lnTo>
                      <a:pt x="60" y="328"/>
                    </a:lnTo>
                    <a:lnTo>
                      <a:pt x="58" y="332"/>
                    </a:lnTo>
                    <a:lnTo>
                      <a:pt x="56" y="334"/>
                    </a:lnTo>
                    <a:lnTo>
                      <a:pt x="54" y="338"/>
                    </a:lnTo>
                    <a:lnTo>
                      <a:pt x="54" y="338"/>
                    </a:lnTo>
                    <a:lnTo>
                      <a:pt x="54" y="344"/>
                    </a:lnTo>
                    <a:lnTo>
                      <a:pt x="54" y="352"/>
                    </a:lnTo>
                    <a:lnTo>
                      <a:pt x="54" y="352"/>
                    </a:lnTo>
                    <a:lnTo>
                      <a:pt x="54" y="354"/>
                    </a:lnTo>
                    <a:lnTo>
                      <a:pt x="56" y="356"/>
                    </a:lnTo>
                    <a:lnTo>
                      <a:pt x="58" y="362"/>
                    </a:lnTo>
                    <a:lnTo>
                      <a:pt x="58" y="362"/>
                    </a:lnTo>
                    <a:lnTo>
                      <a:pt x="56" y="364"/>
                    </a:lnTo>
                    <a:lnTo>
                      <a:pt x="56" y="364"/>
                    </a:lnTo>
                    <a:lnTo>
                      <a:pt x="54" y="366"/>
                    </a:lnTo>
                    <a:lnTo>
                      <a:pt x="54" y="366"/>
                    </a:lnTo>
                    <a:lnTo>
                      <a:pt x="50" y="376"/>
                    </a:lnTo>
                    <a:lnTo>
                      <a:pt x="48" y="386"/>
                    </a:lnTo>
                    <a:lnTo>
                      <a:pt x="48" y="386"/>
                    </a:lnTo>
                    <a:lnTo>
                      <a:pt x="48" y="392"/>
                    </a:lnTo>
                    <a:lnTo>
                      <a:pt x="44" y="396"/>
                    </a:lnTo>
                    <a:lnTo>
                      <a:pt x="44" y="396"/>
                    </a:lnTo>
                    <a:lnTo>
                      <a:pt x="42" y="400"/>
                    </a:lnTo>
                    <a:lnTo>
                      <a:pt x="44" y="402"/>
                    </a:lnTo>
                    <a:lnTo>
                      <a:pt x="44" y="406"/>
                    </a:lnTo>
                    <a:lnTo>
                      <a:pt x="46" y="410"/>
                    </a:lnTo>
                    <a:lnTo>
                      <a:pt x="46" y="410"/>
                    </a:lnTo>
                    <a:lnTo>
                      <a:pt x="44" y="416"/>
                    </a:lnTo>
                    <a:lnTo>
                      <a:pt x="44" y="420"/>
                    </a:lnTo>
                    <a:lnTo>
                      <a:pt x="46" y="422"/>
                    </a:lnTo>
                    <a:lnTo>
                      <a:pt x="46" y="422"/>
                    </a:lnTo>
                    <a:lnTo>
                      <a:pt x="50" y="422"/>
                    </a:lnTo>
                    <a:lnTo>
                      <a:pt x="50" y="426"/>
                    </a:lnTo>
                    <a:lnTo>
                      <a:pt x="50" y="426"/>
                    </a:lnTo>
                    <a:lnTo>
                      <a:pt x="50" y="438"/>
                    </a:lnTo>
                    <a:lnTo>
                      <a:pt x="50" y="438"/>
                    </a:lnTo>
                    <a:lnTo>
                      <a:pt x="46" y="446"/>
                    </a:lnTo>
                    <a:lnTo>
                      <a:pt x="46" y="450"/>
                    </a:lnTo>
                    <a:lnTo>
                      <a:pt x="46" y="452"/>
                    </a:lnTo>
                    <a:lnTo>
                      <a:pt x="46" y="452"/>
                    </a:lnTo>
                    <a:lnTo>
                      <a:pt x="48" y="458"/>
                    </a:lnTo>
                    <a:lnTo>
                      <a:pt x="50" y="460"/>
                    </a:lnTo>
                    <a:lnTo>
                      <a:pt x="50" y="462"/>
                    </a:lnTo>
                    <a:lnTo>
                      <a:pt x="50" y="462"/>
                    </a:lnTo>
                    <a:lnTo>
                      <a:pt x="50" y="466"/>
                    </a:lnTo>
                    <a:lnTo>
                      <a:pt x="50" y="472"/>
                    </a:lnTo>
                    <a:lnTo>
                      <a:pt x="50" y="472"/>
                    </a:lnTo>
                    <a:lnTo>
                      <a:pt x="52" y="478"/>
                    </a:lnTo>
                    <a:lnTo>
                      <a:pt x="52" y="480"/>
                    </a:lnTo>
                    <a:lnTo>
                      <a:pt x="52" y="482"/>
                    </a:lnTo>
                    <a:lnTo>
                      <a:pt x="52" y="482"/>
                    </a:lnTo>
                    <a:lnTo>
                      <a:pt x="50" y="486"/>
                    </a:lnTo>
                    <a:lnTo>
                      <a:pt x="50" y="490"/>
                    </a:lnTo>
                    <a:lnTo>
                      <a:pt x="50" y="490"/>
                    </a:lnTo>
                    <a:lnTo>
                      <a:pt x="52" y="494"/>
                    </a:lnTo>
                    <a:lnTo>
                      <a:pt x="52" y="494"/>
                    </a:lnTo>
                    <a:lnTo>
                      <a:pt x="50" y="496"/>
                    </a:lnTo>
                    <a:lnTo>
                      <a:pt x="50" y="496"/>
                    </a:lnTo>
                    <a:lnTo>
                      <a:pt x="48" y="496"/>
                    </a:lnTo>
                    <a:lnTo>
                      <a:pt x="48" y="498"/>
                    </a:lnTo>
                    <a:lnTo>
                      <a:pt x="46" y="502"/>
                    </a:lnTo>
                    <a:lnTo>
                      <a:pt x="46" y="502"/>
                    </a:lnTo>
                    <a:lnTo>
                      <a:pt x="46" y="502"/>
                    </a:lnTo>
                    <a:lnTo>
                      <a:pt x="46" y="504"/>
                    </a:lnTo>
                    <a:lnTo>
                      <a:pt x="48" y="510"/>
                    </a:lnTo>
                    <a:lnTo>
                      <a:pt x="48" y="510"/>
                    </a:lnTo>
                    <a:lnTo>
                      <a:pt x="48" y="514"/>
                    </a:lnTo>
                    <a:lnTo>
                      <a:pt x="48" y="520"/>
                    </a:lnTo>
                    <a:lnTo>
                      <a:pt x="48" y="520"/>
                    </a:lnTo>
                    <a:lnTo>
                      <a:pt x="46" y="526"/>
                    </a:lnTo>
                    <a:lnTo>
                      <a:pt x="46" y="532"/>
                    </a:lnTo>
                    <a:lnTo>
                      <a:pt x="46" y="532"/>
                    </a:lnTo>
                    <a:lnTo>
                      <a:pt x="46" y="536"/>
                    </a:lnTo>
                    <a:lnTo>
                      <a:pt x="46" y="538"/>
                    </a:lnTo>
                    <a:lnTo>
                      <a:pt x="46" y="538"/>
                    </a:lnTo>
                    <a:lnTo>
                      <a:pt x="42" y="542"/>
                    </a:lnTo>
                    <a:lnTo>
                      <a:pt x="42" y="542"/>
                    </a:lnTo>
                    <a:lnTo>
                      <a:pt x="40" y="548"/>
                    </a:lnTo>
                    <a:lnTo>
                      <a:pt x="40" y="552"/>
                    </a:lnTo>
                    <a:lnTo>
                      <a:pt x="40" y="552"/>
                    </a:lnTo>
                    <a:lnTo>
                      <a:pt x="42" y="558"/>
                    </a:lnTo>
                    <a:lnTo>
                      <a:pt x="38" y="562"/>
                    </a:lnTo>
                    <a:lnTo>
                      <a:pt x="38" y="562"/>
                    </a:lnTo>
                    <a:lnTo>
                      <a:pt x="32" y="566"/>
                    </a:lnTo>
                    <a:lnTo>
                      <a:pt x="30" y="568"/>
                    </a:lnTo>
                    <a:lnTo>
                      <a:pt x="30" y="570"/>
                    </a:lnTo>
                    <a:lnTo>
                      <a:pt x="30" y="570"/>
                    </a:lnTo>
                    <a:lnTo>
                      <a:pt x="32" y="578"/>
                    </a:lnTo>
                    <a:lnTo>
                      <a:pt x="30" y="582"/>
                    </a:lnTo>
                    <a:lnTo>
                      <a:pt x="30" y="582"/>
                    </a:lnTo>
                    <a:lnTo>
                      <a:pt x="28" y="588"/>
                    </a:lnTo>
                    <a:lnTo>
                      <a:pt x="28" y="594"/>
                    </a:lnTo>
                    <a:lnTo>
                      <a:pt x="28" y="594"/>
                    </a:lnTo>
                    <a:lnTo>
                      <a:pt x="28" y="600"/>
                    </a:lnTo>
                    <a:lnTo>
                      <a:pt x="28" y="602"/>
                    </a:lnTo>
                    <a:lnTo>
                      <a:pt x="30" y="602"/>
                    </a:lnTo>
                    <a:lnTo>
                      <a:pt x="30" y="602"/>
                    </a:lnTo>
                    <a:lnTo>
                      <a:pt x="32" y="602"/>
                    </a:lnTo>
                    <a:lnTo>
                      <a:pt x="34" y="600"/>
                    </a:lnTo>
                    <a:lnTo>
                      <a:pt x="36" y="600"/>
                    </a:lnTo>
                    <a:lnTo>
                      <a:pt x="38" y="600"/>
                    </a:lnTo>
                    <a:lnTo>
                      <a:pt x="38" y="600"/>
                    </a:lnTo>
                    <a:lnTo>
                      <a:pt x="40" y="606"/>
                    </a:lnTo>
                    <a:lnTo>
                      <a:pt x="38" y="610"/>
                    </a:lnTo>
                    <a:lnTo>
                      <a:pt x="38" y="610"/>
                    </a:lnTo>
                    <a:lnTo>
                      <a:pt x="36" y="612"/>
                    </a:lnTo>
                    <a:lnTo>
                      <a:pt x="36" y="614"/>
                    </a:lnTo>
                    <a:lnTo>
                      <a:pt x="38" y="620"/>
                    </a:lnTo>
                    <a:lnTo>
                      <a:pt x="38" y="620"/>
                    </a:lnTo>
                    <a:lnTo>
                      <a:pt x="46" y="628"/>
                    </a:lnTo>
                    <a:lnTo>
                      <a:pt x="50" y="634"/>
                    </a:lnTo>
                    <a:lnTo>
                      <a:pt x="50" y="634"/>
                    </a:lnTo>
                    <a:lnTo>
                      <a:pt x="68" y="632"/>
                    </a:lnTo>
                    <a:lnTo>
                      <a:pt x="68" y="632"/>
                    </a:lnTo>
                    <a:lnTo>
                      <a:pt x="92" y="634"/>
                    </a:lnTo>
                    <a:lnTo>
                      <a:pt x="92" y="636"/>
                    </a:lnTo>
                    <a:lnTo>
                      <a:pt x="92" y="636"/>
                    </a:lnTo>
                    <a:lnTo>
                      <a:pt x="82" y="636"/>
                    </a:lnTo>
                    <a:lnTo>
                      <a:pt x="78" y="638"/>
                    </a:lnTo>
                    <a:lnTo>
                      <a:pt x="76" y="644"/>
                    </a:lnTo>
                    <a:lnTo>
                      <a:pt x="76" y="644"/>
                    </a:lnTo>
                    <a:lnTo>
                      <a:pt x="58" y="644"/>
                    </a:lnTo>
                    <a:lnTo>
                      <a:pt x="58" y="644"/>
                    </a:lnTo>
                    <a:lnTo>
                      <a:pt x="60" y="648"/>
                    </a:lnTo>
                    <a:lnTo>
                      <a:pt x="60" y="648"/>
                    </a:lnTo>
                    <a:lnTo>
                      <a:pt x="56" y="654"/>
                    </a:lnTo>
                    <a:lnTo>
                      <a:pt x="56" y="654"/>
                    </a:lnTo>
                    <a:lnTo>
                      <a:pt x="58" y="660"/>
                    </a:lnTo>
                    <a:lnTo>
                      <a:pt x="56" y="666"/>
                    </a:lnTo>
                    <a:lnTo>
                      <a:pt x="56" y="666"/>
                    </a:lnTo>
                    <a:lnTo>
                      <a:pt x="54" y="668"/>
                    </a:lnTo>
                    <a:lnTo>
                      <a:pt x="54" y="668"/>
                    </a:lnTo>
                    <a:lnTo>
                      <a:pt x="48" y="666"/>
                    </a:lnTo>
                    <a:lnTo>
                      <a:pt x="48" y="666"/>
                    </a:lnTo>
                    <a:lnTo>
                      <a:pt x="44" y="664"/>
                    </a:lnTo>
                    <a:lnTo>
                      <a:pt x="44" y="662"/>
                    </a:lnTo>
                    <a:lnTo>
                      <a:pt x="44" y="656"/>
                    </a:lnTo>
                    <a:lnTo>
                      <a:pt x="44" y="656"/>
                    </a:lnTo>
                    <a:lnTo>
                      <a:pt x="40" y="658"/>
                    </a:lnTo>
                    <a:lnTo>
                      <a:pt x="40" y="658"/>
                    </a:lnTo>
                    <a:lnTo>
                      <a:pt x="40" y="662"/>
                    </a:lnTo>
                    <a:lnTo>
                      <a:pt x="40" y="662"/>
                    </a:lnTo>
                    <a:lnTo>
                      <a:pt x="34" y="658"/>
                    </a:lnTo>
                    <a:lnTo>
                      <a:pt x="32" y="658"/>
                    </a:lnTo>
                    <a:lnTo>
                      <a:pt x="36" y="662"/>
                    </a:lnTo>
                    <a:lnTo>
                      <a:pt x="36" y="662"/>
                    </a:lnTo>
                    <a:lnTo>
                      <a:pt x="42" y="666"/>
                    </a:lnTo>
                    <a:lnTo>
                      <a:pt x="42" y="666"/>
                    </a:lnTo>
                    <a:lnTo>
                      <a:pt x="40" y="670"/>
                    </a:lnTo>
                    <a:lnTo>
                      <a:pt x="42" y="674"/>
                    </a:lnTo>
                    <a:lnTo>
                      <a:pt x="42" y="674"/>
                    </a:lnTo>
                    <a:lnTo>
                      <a:pt x="42" y="674"/>
                    </a:lnTo>
                    <a:lnTo>
                      <a:pt x="38" y="676"/>
                    </a:lnTo>
                    <a:lnTo>
                      <a:pt x="38" y="676"/>
                    </a:lnTo>
                    <a:lnTo>
                      <a:pt x="38" y="674"/>
                    </a:lnTo>
                    <a:lnTo>
                      <a:pt x="38" y="674"/>
                    </a:lnTo>
                    <a:lnTo>
                      <a:pt x="36" y="674"/>
                    </a:lnTo>
                    <a:lnTo>
                      <a:pt x="34" y="674"/>
                    </a:lnTo>
                    <a:lnTo>
                      <a:pt x="34" y="674"/>
                    </a:lnTo>
                    <a:lnTo>
                      <a:pt x="32" y="672"/>
                    </a:lnTo>
                    <a:lnTo>
                      <a:pt x="32" y="672"/>
                    </a:lnTo>
                    <a:lnTo>
                      <a:pt x="32" y="670"/>
                    </a:lnTo>
                    <a:lnTo>
                      <a:pt x="32" y="668"/>
                    </a:lnTo>
                    <a:lnTo>
                      <a:pt x="32" y="668"/>
                    </a:lnTo>
                    <a:lnTo>
                      <a:pt x="30" y="668"/>
                    </a:lnTo>
                    <a:lnTo>
                      <a:pt x="28" y="670"/>
                    </a:lnTo>
                    <a:lnTo>
                      <a:pt x="28" y="668"/>
                    </a:lnTo>
                    <a:lnTo>
                      <a:pt x="28" y="668"/>
                    </a:lnTo>
                    <a:lnTo>
                      <a:pt x="26" y="668"/>
                    </a:lnTo>
                    <a:lnTo>
                      <a:pt x="26" y="666"/>
                    </a:lnTo>
                    <a:lnTo>
                      <a:pt x="26" y="666"/>
                    </a:lnTo>
                    <a:lnTo>
                      <a:pt x="24" y="666"/>
                    </a:lnTo>
                    <a:lnTo>
                      <a:pt x="24" y="666"/>
                    </a:lnTo>
                    <a:lnTo>
                      <a:pt x="24" y="662"/>
                    </a:lnTo>
                    <a:lnTo>
                      <a:pt x="24" y="662"/>
                    </a:lnTo>
                    <a:lnTo>
                      <a:pt x="26" y="654"/>
                    </a:lnTo>
                    <a:lnTo>
                      <a:pt x="30" y="654"/>
                    </a:lnTo>
                    <a:lnTo>
                      <a:pt x="30" y="654"/>
                    </a:lnTo>
                    <a:lnTo>
                      <a:pt x="30" y="656"/>
                    </a:lnTo>
                    <a:lnTo>
                      <a:pt x="32" y="656"/>
                    </a:lnTo>
                    <a:lnTo>
                      <a:pt x="32" y="654"/>
                    </a:lnTo>
                    <a:lnTo>
                      <a:pt x="32" y="654"/>
                    </a:lnTo>
                    <a:lnTo>
                      <a:pt x="30" y="652"/>
                    </a:lnTo>
                    <a:lnTo>
                      <a:pt x="26" y="652"/>
                    </a:lnTo>
                    <a:lnTo>
                      <a:pt x="26" y="652"/>
                    </a:lnTo>
                    <a:lnTo>
                      <a:pt x="24" y="644"/>
                    </a:lnTo>
                    <a:lnTo>
                      <a:pt x="22" y="636"/>
                    </a:lnTo>
                    <a:lnTo>
                      <a:pt x="22" y="636"/>
                    </a:lnTo>
                    <a:lnTo>
                      <a:pt x="26" y="636"/>
                    </a:lnTo>
                    <a:lnTo>
                      <a:pt x="30" y="636"/>
                    </a:lnTo>
                    <a:lnTo>
                      <a:pt x="30" y="636"/>
                    </a:lnTo>
                    <a:lnTo>
                      <a:pt x="30" y="638"/>
                    </a:lnTo>
                    <a:lnTo>
                      <a:pt x="32" y="638"/>
                    </a:lnTo>
                    <a:lnTo>
                      <a:pt x="32" y="638"/>
                    </a:lnTo>
                    <a:lnTo>
                      <a:pt x="34" y="632"/>
                    </a:lnTo>
                    <a:lnTo>
                      <a:pt x="36" y="632"/>
                    </a:lnTo>
                    <a:lnTo>
                      <a:pt x="36" y="632"/>
                    </a:lnTo>
                    <a:lnTo>
                      <a:pt x="40" y="628"/>
                    </a:lnTo>
                    <a:lnTo>
                      <a:pt x="40" y="626"/>
                    </a:lnTo>
                    <a:lnTo>
                      <a:pt x="40" y="626"/>
                    </a:lnTo>
                    <a:lnTo>
                      <a:pt x="38" y="628"/>
                    </a:lnTo>
                    <a:lnTo>
                      <a:pt x="36" y="628"/>
                    </a:lnTo>
                    <a:lnTo>
                      <a:pt x="36" y="628"/>
                    </a:lnTo>
                    <a:lnTo>
                      <a:pt x="34" y="624"/>
                    </a:lnTo>
                    <a:lnTo>
                      <a:pt x="34" y="624"/>
                    </a:lnTo>
                    <a:lnTo>
                      <a:pt x="30" y="630"/>
                    </a:lnTo>
                    <a:lnTo>
                      <a:pt x="26" y="634"/>
                    </a:lnTo>
                    <a:lnTo>
                      <a:pt x="26" y="634"/>
                    </a:lnTo>
                    <a:lnTo>
                      <a:pt x="24" y="634"/>
                    </a:lnTo>
                    <a:lnTo>
                      <a:pt x="24" y="634"/>
                    </a:lnTo>
                    <a:lnTo>
                      <a:pt x="24" y="628"/>
                    </a:lnTo>
                    <a:lnTo>
                      <a:pt x="24" y="628"/>
                    </a:lnTo>
                    <a:lnTo>
                      <a:pt x="18" y="632"/>
                    </a:lnTo>
                    <a:lnTo>
                      <a:pt x="18" y="632"/>
                    </a:lnTo>
                    <a:lnTo>
                      <a:pt x="18" y="632"/>
                    </a:lnTo>
                    <a:lnTo>
                      <a:pt x="16" y="632"/>
                    </a:lnTo>
                    <a:lnTo>
                      <a:pt x="16" y="632"/>
                    </a:lnTo>
                    <a:lnTo>
                      <a:pt x="20" y="638"/>
                    </a:lnTo>
                    <a:lnTo>
                      <a:pt x="20" y="648"/>
                    </a:lnTo>
                    <a:lnTo>
                      <a:pt x="20" y="648"/>
                    </a:lnTo>
                    <a:lnTo>
                      <a:pt x="12" y="646"/>
                    </a:lnTo>
                    <a:lnTo>
                      <a:pt x="12" y="646"/>
                    </a:lnTo>
                    <a:lnTo>
                      <a:pt x="14" y="648"/>
                    </a:lnTo>
                    <a:lnTo>
                      <a:pt x="14" y="648"/>
                    </a:lnTo>
                    <a:lnTo>
                      <a:pt x="16" y="648"/>
                    </a:lnTo>
                    <a:lnTo>
                      <a:pt x="16" y="648"/>
                    </a:lnTo>
                    <a:lnTo>
                      <a:pt x="24" y="654"/>
                    </a:lnTo>
                    <a:lnTo>
                      <a:pt x="24" y="656"/>
                    </a:lnTo>
                    <a:lnTo>
                      <a:pt x="22" y="656"/>
                    </a:lnTo>
                    <a:lnTo>
                      <a:pt x="22" y="656"/>
                    </a:lnTo>
                    <a:lnTo>
                      <a:pt x="18" y="656"/>
                    </a:lnTo>
                    <a:lnTo>
                      <a:pt x="16" y="656"/>
                    </a:lnTo>
                    <a:lnTo>
                      <a:pt x="16" y="656"/>
                    </a:lnTo>
                    <a:lnTo>
                      <a:pt x="8" y="648"/>
                    </a:lnTo>
                    <a:lnTo>
                      <a:pt x="8" y="648"/>
                    </a:lnTo>
                    <a:lnTo>
                      <a:pt x="10" y="644"/>
                    </a:lnTo>
                    <a:lnTo>
                      <a:pt x="10" y="644"/>
                    </a:lnTo>
                    <a:lnTo>
                      <a:pt x="6" y="640"/>
                    </a:lnTo>
                    <a:lnTo>
                      <a:pt x="4" y="638"/>
                    </a:lnTo>
                    <a:lnTo>
                      <a:pt x="4" y="638"/>
                    </a:lnTo>
                    <a:lnTo>
                      <a:pt x="2" y="632"/>
                    </a:lnTo>
                    <a:lnTo>
                      <a:pt x="2" y="632"/>
                    </a:lnTo>
                    <a:lnTo>
                      <a:pt x="2" y="630"/>
                    </a:lnTo>
                    <a:lnTo>
                      <a:pt x="4" y="628"/>
                    </a:lnTo>
                    <a:lnTo>
                      <a:pt x="8" y="626"/>
                    </a:lnTo>
                    <a:lnTo>
                      <a:pt x="8" y="626"/>
                    </a:lnTo>
                    <a:lnTo>
                      <a:pt x="12" y="630"/>
                    </a:lnTo>
                    <a:lnTo>
                      <a:pt x="12" y="630"/>
                    </a:lnTo>
                    <a:lnTo>
                      <a:pt x="14" y="630"/>
                    </a:lnTo>
                    <a:lnTo>
                      <a:pt x="14" y="630"/>
                    </a:lnTo>
                    <a:lnTo>
                      <a:pt x="14" y="628"/>
                    </a:lnTo>
                    <a:lnTo>
                      <a:pt x="14" y="628"/>
                    </a:lnTo>
                    <a:lnTo>
                      <a:pt x="16" y="628"/>
                    </a:lnTo>
                    <a:lnTo>
                      <a:pt x="20" y="628"/>
                    </a:lnTo>
                    <a:lnTo>
                      <a:pt x="20" y="628"/>
                    </a:lnTo>
                    <a:lnTo>
                      <a:pt x="20" y="624"/>
                    </a:lnTo>
                    <a:lnTo>
                      <a:pt x="20" y="624"/>
                    </a:lnTo>
                    <a:lnTo>
                      <a:pt x="24" y="624"/>
                    </a:lnTo>
                    <a:lnTo>
                      <a:pt x="24" y="624"/>
                    </a:lnTo>
                    <a:lnTo>
                      <a:pt x="22" y="620"/>
                    </a:lnTo>
                    <a:lnTo>
                      <a:pt x="22" y="620"/>
                    </a:lnTo>
                    <a:lnTo>
                      <a:pt x="20" y="618"/>
                    </a:lnTo>
                    <a:lnTo>
                      <a:pt x="18" y="616"/>
                    </a:lnTo>
                    <a:lnTo>
                      <a:pt x="18" y="616"/>
                    </a:lnTo>
                    <a:lnTo>
                      <a:pt x="18" y="614"/>
                    </a:lnTo>
                    <a:lnTo>
                      <a:pt x="18" y="612"/>
                    </a:lnTo>
                    <a:lnTo>
                      <a:pt x="18" y="612"/>
                    </a:lnTo>
                    <a:lnTo>
                      <a:pt x="24" y="608"/>
                    </a:lnTo>
                    <a:lnTo>
                      <a:pt x="24" y="608"/>
                    </a:lnTo>
                    <a:lnTo>
                      <a:pt x="22" y="608"/>
                    </a:lnTo>
                    <a:lnTo>
                      <a:pt x="22" y="608"/>
                    </a:lnTo>
                    <a:lnTo>
                      <a:pt x="18" y="606"/>
                    </a:lnTo>
                    <a:lnTo>
                      <a:pt x="18" y="606"/>
                    </a:lnTo>
                    <a:lnTo>
                      <a:pt x="18" y="602"/>
                    </a:lnTo>
                    <a:lnTo>
                      <a:pt x="18" y="602"/>
                    </a:lnTo>
                    <a:lnTo>
                      <a:pt x="20" y="602"/>
                    </a:lnTo>
                    <a:lnTo>
                      <a:pt x="22" y="602"/>
                    </a:lnTo>
                    <a:lnTo>
                      <a:pt x="20" y="602"/>
                    </a:lnTo>
                    <a:lnTo>
                      <a:pt x="20" y="602"/>
                    </a:lnTo>
                    <a:lnTo>
                      <a:pt x="16" y="600"/>
                    </a:lnTo>
                    <a:lnTo>
                      <a:pt x="12" y="600"/>
                    </a:lnTo>
                    <a:lnTo>
                      <a:pt x="12" y="600"/>
                    </a:lnTo>
                    <a:lnTo>
                      <a:pt x="12" y="594"/>
                    </a:lnTo>
                    <a:lnTo>
                      <a:pt x="12" y="594"/>
                    </a:lnTo>
                    <a:lnTo>
                      <a:pt x="16" y="590"/>
                    </a:lnTo>
                    <a:lnTo>
                      <a:pt x="16" y="590"/>
                    </a:lnTo>
                    <a:lnTo>
                      <a:pt x="16" y="586"/>
                    </a:lnTo>
                    <a:lnTo>
                      <a:pt x="16" y="586"/>
                    </a:lnTo>
                    <a:lnTo>
                      <a:pt x="18" y="584"/>
                    </a:lnTo>
                    <a:lnTo>
                      <a:pt x="20" y="584"/>
                    </a:lnTo>
                    <a:lnTo>
                      <a:pt x="20" y="582"/>
                    </a:lnTo>
                    <a:lnTo>
                      <a:pt x="20" y="582"/>
                    </a:lnTo>
                    <a:lnTo>
                      <a:pt x="22" y="576"/>
                    </a:lnTo>
                    <a:lnTo>
                      <a:pt x="22" y="576"/>
                    </a:lnTo>
                    <a:lnTo>
                      <a:pt x="18" y="578"/>
                    </a:lnTo>
                    <a:lnTo>
                      <a:pt x="18" y="578"/>
                    </a:lnTo>
                    <a:lnTo>
                      <a:pt x="18" y="580"/>
                    </a:lnTo>
                    <a:lnTo>
                      <a:pt x="18" y="580"/>
                    </a:lnTo>
                    <a:lnTo>
                      <a:pt x="16" y="580"/>
                    </a:lnTo>
                    <a:lnTo>
                      <a:pt x="16" y="580"/>
                    </a:lnTo>
                    <a:lnTo>
                      <a:pt x="16" y="568"/>
                    </a:lnTo>
                    <a:lnTo>
                      <a:pt x="18" y="568"/>
                    </a:lnTo>
                    <a:lnTo>
                      <a:pt x="18" y="568"/>
                    </a:lnTo>
                    <a:lnTo>
                      <a:pt x="16" y="564"/>
                    </a:lnTo>
                    <a:lnTo>
                      <a:pt x="16" y="564"/>
                    </a:lnTo>
                    <a:lnTo>
                      <a:pt x="16" y="556"/>
                    </a:lnTo>
                    <a:lnTo>
                      <a:pt x="16" y="548"/>
                    </a:lnTo>
                    <a:lnTo>
                      <a:pt x="16" y="548"/>
                    </a:lnTo>
                    <a:lnTo>
                      <a:pt x="20" y="550"/>
                    </a:lnTo>
                    <a:lnTo>
                      <a:pt x="20" y="550"/>
                    </a:lnTo>
                    <a:lnTo>
                      <a:pt x="20" y="548"/>
                    </a:lnTo>
                    <a:lnTo>
                      <a:pt x="22" y="546"/>
                    </a:lnTo>
                    <a:lnTo>
                      <a:pt x="22" y="546"/>
                    </a:lnTo>
                    <a:lnTo>
                      <a:pt x="18" y="546"/>
                    </a:lnTo>
                    <a:lnTo>
                      <a:pt x="18" y="546"/>
                    </a:lnTo>
                    <a:lnTo>
                      <a:pt x="20" y="542"/>
                    </a:lnTo>
                    <a:lnTo>
                      <a:pt x="20" y="538"/>
                    </a:lnTo>
                    <a:lnTo>
                      <a:pt x="18" y="530"/>
                    </a:lnTo>
                    <a:lnTo>
                      <a:pt x="18" y="530"/>
                    </a:lnTo>
                    <a:lnTo>
                      <a:pt x="12" y="530"/>
                    </a:lnTo>
                    <a:lnTo>
                      <a:pt x="12" y="530"/>
                    </a:lnTo>
                    <a:lnTo>
                      <a:pt x="12" y="534"/>
                    </a:lnTo>
                    <a:lnTo>
                      <a:pt x="12" y="534"/>
                    </a:lnTo>
                    <a:lnTo>
                      <a:pt x="6" y="532"/>
                    </a:lnTo>
                    <a:lnTo>
                      <a:pt x="6" y="532"/>
                    </a:lnTo>
                    <a:lnTo>
                      <a:pt x="6" y="530"/>
                    </a:lnTo>
                    <a:lnTo>
                      <a:pt x="6" y="530"/>
                    </a:lnTo>
                    <a:lnTo>
                      <a:pt x="6" y="528"/>
                    </a:lnTo>
                    <a:lnTo>
                      <a:pt x="6" y="528"/>
                    </a:lnTo>
                    <a:lnTo>
                      <a:pt x="8" y="528"/>
                    </a:lnTo>
                    <a:lnTo>
                      <a:pt x="8" y="526"/>
                    </a:lnTo>
                    <a:lnTo>
                      <a:pt x="8" y="526"/>
                    </a:lnTo>
                    <a:lnTo>
                      <a:pt x="6" y="526"/>
                    </a:lnTo>
                    <a:lnTo>
                      <a:pt x="6" y="528"/>
                    </a:lnTo>
                    <a:lnTo>
                      <a:pt x="6" y="528"/>
                    </a:lnTo>
                    <a:lnTo>
                      <a:pt x="2" y="528"/>
                    </a:lnTo>
                    <a:lnTo>
                      <a:pt x="2" y="528"/>
                    </a:lnTo>
                    <a:lnTo>
                      <a:pt x="2" y="532"/>
                    </a:lnTo>
                    <a:lnTo>
                      <a:pt x="0" y="532"/>
                    </a:lnTo>
                    <a:lnTo>
                      <a:pt x="0" y="532"/>
                    </a:lnTo>
                    <a:lnTo>
                      <a:pt x="0" y="526"/>
                    </a:lnTo>
                    <a:lnTo>
                      <a:pt x="0" y="526"/>
                    </a:lnTo>
                    <a:lnTo>
                      <a:pt x="6" y="522"/>
                    </a:lnTo>
                    <a:lnTo>
                      <a:pt x="6" y="522"/>
                    </a:lnTo>
                    <a:lnTo>
                      <a:pt x="2" y="518"/>
                    </a:lnTo>
                    <a:lnTo>
                      <a:pt x="6" y="516"/>
                    </a:lnTo>
                    <a:lnTo>
                      <a:pt x="8" y="514"/>
                    </a:lnTo>
                    <a:lnTo>
                      <a:pt x="8" y="514"/>
                    </a:lnTo>
                    <a:lnTo>
                      <a:pt x="12" y="514"/>
                    </a:lnTo>
                    <a:lnTo>
                      <a:pt x="12" y="514"/>
                    </a:lnTo>
                    <a:lnTo>
                      <a:pt x="12" y="520"/>
                    </a:lnTo>
                    <a:lnTo>
                      <a:pt x="12" y="520"/>
                    </a:lnTo>
                    <a:lnTo>
                      <a:pt x="16" y="516"/>
                    </a:lnTo>
                    <a:lnTo>
                      <a:pt x="16" y="516"/>
                    </a:lnTo>
                    <a:lnTo>
                      <a:pt x="16" y="520"/>
                    </a:lnTo>
                    <a:lnTo>
                      <a:pt x="16" y="520"/>
                    </a:lnTo>
                    <a:lnTo>
                      <a:pt x="14" y="520"/>
                    </a:lnTo>
                    <a:lnTo>
                      <a:pt x="16" y="520"/>
                    </a:lnTo>
                    <a:lnTo>
                      <a:pt x="18" y="520"/>
                    </a:lnTo>
                    <a:lnTo>
                      <a:pt x="18" y="520"/>
                    </a:lnTo>
                    <a:lnTo>
                      <a:pt x="18" y="518"/>
                    </a:lnTo>
                    <a:lnTo>
                      <a:pt x="18" y="518"/>
                    </a:lnTo>
                    <a:lnTo>
                      <a:pt x="22" y="518"/>
                    </a:lnTo>
                    <a:lnTo>
                      <a:pt x="22" y="518"/>
                    </a:lnTo>
                    <a:lnTo>
                      <a:pt x="22" y="520"/>
                    </a:lnTo>
                    <a:lnTo>
                      <a:pt x="22" y="522"/>
                    </a:lnTo>
                    <a:lnTo>
                      <a:pt x="22" y="522"/>
                    </a:lnTo>
                    <a:lnTo>
                      <a:pt x="24" y="520"/>
                    </a:lnTo>
                    <a:lnTo>
                      <a:pt x="26" y="520"/>
                    </a:lnTo>
                    <a:lnTo>
                      <a:pt x="26" y="520"/>
                    </a:lnTo>
                    <a:lnTo>
                      <a:pt x="26" y="514"/>
                    </a:lnTo>
                    <a:lnTo>
                      <a:pt x="26" y="506"/>
                    </a:lnTo>
                    <a:lnTo>
                      <a:pt x="30" y="504"/>
                    </a:lnTo>
                    <a:lnTo>
                      <a:pt x="30" y="504"/>
                    </a:lnTo>
                    <a:lnTo>
                      <a:pt x="28" y="502"/>
                    </a:lnTo>
                    <a:lnTo>
                      <a:pt x="26" y="502"/>
                    </a:lnTo>
                    <a:lnTo>
                      <a:pt x="26" y="502"/>
                    </a:lnTo>
                    <a:lnTo>
                      <a:pt x="28" y="494"/>
                    </a:lnTo>
                    <a:lnTo>
                      <a:pt x="26" y="486"/>
                    </a:lnTo>
                    <a:lnTo>
                      <a:pt x="30" y="484"/>
                    </a:lnTo>
                    <a:lnTo>
                      <a:pt x="30" y="484"/>
                    </a:lnTo>
                    <a:lnTo>
                      <a:pt x="26" y="480"/>
                    </a:lnTo>
                    <a:lnTo>
                      <a:pt x="26" y="480"/>
                    </a:lnTo>
                    <a:lnTo>
                      <a:pt x="34" y="480"/>
                    </a:lnTo>
                    <a:lnTo>
                      <a:pt x="34" y="480"/>
                    </a:lnTo>
                    <a:lnTo>
                      <a:pt x="32" y="478"/>
                    </a:lnTo>
                    <a:lnTo>
                      <a:pt x="30" y="478"/>
                    </a:lnTo>
                    <a:lnTo>
                      <a:pt x="30" y="478"/>
                    </a:lnTo>
                    <a:lnTo>
                      <a:pt x="30" y="474"/>
                    </a:lnTo>
                    <a:lnTo>
                      <a:pt x="30" y="474"/>
                    </a:lnTo>
                    <a:lnTo>
                      <a:pt x="38" y="470"/>
                    </a:lnTo>
                    <a:lnTo>
                      <a:pt x="38" y="470"/>
                    </a:lnTo>
                    <a:lnTo>
                      <a:pt x="34" y="466"/>
                    </a:lnTo>
                    <a:lnTo>
                      <a:pt x="34" y="466"/>
                    </a:lnTo>
                    <a:lnTo>
                      <a:pt x="34" y="462"/>
                    </a:lnTo>
                    <a:lnTo>
                      <a:pt x="32" y="462"/>
                    </a:lnTo>
                    <a:lnTo>
                      <a:pt x="32" y="462"/>
                    </a:lnTo>
                    <a:lnTo>
                      <a:pt x="32" y="458"/>
                    </a:lnTo>
                    <a:lnTo>
                      <a:pt x="34" y="456"/>
                    </a:lnTo>
                    <a:lnTo>
                      <a:pt x="34" y="456"/>
                    </a:lnTo>
                    <a:lnTo>
                      <a:pt x="36" y="454"/>
                    </a:lnTo>
                    <a:lnTo>
                      <a:pt x="36" y="454"/>
                    </a:lnTo>
                    <a:lnTo>
                      <a:pt x="36" y="454"/>
                    </a:lnTo>
                    <a:lnTo>
                      <a:pt x="36" y="456"/>
                    </a:lnTo>
                    <a:lnTo>
                      <a:pt x="38" y="454"/>
                    </a:lnTo>
                    <a:lnTo>
                      <a:pt x="38" y="454"/>
                    </a:lnTo>
                    <a:lnTo>
                      <a:pt x="36" y="434"/>
                    </a:lnTo>
                    <a:lnTo>
                      <a:pt x="36" y="434"/>
                    </a:lnTo>
                    <a:lnTo>
                      <a:pt x="40" y="432"/>
                    </a:lnTo>
                    <a:lnTo>
                      <a:pt x="40" y="432"/>
                    </a:lnTo>
                    <a:lnTo>
                      <a:pt x="40" y="430"/>
                    </a:lnTo>
                    <a:lnTo>
                      <a:pt x="38" y="430"/>
                    </a:lnTo>
                    <a:lnTo>
                      <a:pt x="38" y="430"/>
                    </a:lnTo>
                    <a:lnTo>
                      <a:pt x="36" y="424"/>
                    </a:lnTo>
                    <a:lnTo>
                      <a:pt x="36" y="424"/>
                    </a:lnTo>
                    <a:lnTo>
                      <a:pt x="32" y="428"/>
                    </a:lnTo>
                    <a:lnTo>
                      <a:pt x="32" y="428"/>
                    </a:lnTo>
                    <a:lnTo>
                      <a:pt x="32" y="432"/>
                    </a:lnTo>
                    <a:lnTo>
                      <a:pt x="32" y="432"/>
                    </a:lnTo>
                    <a:lnTo>
                      <a:pt x="26" y="432"/>
                    </a:lnTo>
                    <a:lnTo>
                      <a:pt x="26" y="432"/>
                    </a:lnTo>
                    <a:lnTo>
                      <a:pt x="26" y="424"/>
                    </a:lnTo>
                    <a:lnTo>
                      <a:pt x="24" y="418"/>
                    </a:lnTo>
                    <a:lnTo>
                      <a:pt x="24" y="418"/>
                    </a:lnTo>
                    <a:lnTo>
                      <a:pt x="26" y="408"/>
                    </a:lnTo>
                    <a:lnTo>
                      <a:pt x="26" y="408"/>
                    </a:lnTo>
                    <a:lnTo>
                      <a:pt x="30" y="396"/>
                    </a:lnTo>
                    <a:lnTo>
                      <a:pt x="30" y="396"/>
                    </a:lnTo>
                    <a:lnTo>
                      <a:pt x="32" y="396"/>
                    </a:lnTo>
                    <a:lnTo>
                      <a:pt x="32" y="396"/>
                    </a:lnTo>
                    <a:lnTo>
                      <a:pt x="32" y="384"/>
                    </a:lnTo>
                    <a:lnTo>
                      <a:pt x="30" y="376"/>
                    </a:lnTo>
                    <a:lnTo>
                      <a:pt x="30" y="376"/>
                    </a:lnTo>
                    <a:lnTo>
                      <a:pt x="30" y="374"/>
                    </a:lnTo>
                    <a:lnTo>
                      <a:pt x="32" y="374"/>
                    </a:lnTo>
                    <a:lnTo>
                      <a:pt x="32" y="374"/>
                    </a:lnTo>
                    <a:lnTo>
                      <a:pt x="30" y="372"/>
                    </a:lnTo>
                    <a:lnTo>
                      <a:pt x="30" y="372"/>
                    </a:lnTo>
                    <a:lnTo>
                      <a:pt x="30" y="368"/>
                    </a:lnTo>
                    <a:lnTo>
                      <a:pt x="30" y="368"/>
                    </a:lnTo>
                    <a:lnTo>
                      <a:pt x="30" y="366"/>
                    </a:lnTo>
                    <a:lnTo>
                      <a:pt x="32" y="362"/>
                    </a:lnTo>
                    <a:lnTo>
                      <a:pt x="32" y="362"/>
                    </a:lnTo>
                    <a:lnTo>
                      <a:pt x="28" y="360"/>
                    </a:lnTo>
                    <a:lnTo>
                      <a:pt x="28" y="360"/>
                    </a:lnTo>
                    <a:lnTo>
                      <a:pt x="28" y="356"/>
                    </a:lnTo>
                    <a:lnTo>
                      <a:pt x="30" y="354"/>
                    </a:lnTo>
                    <a:lnTo>
                      <a:pt x="30" y="354"/>
                    </a:lnTo>
                    <a:lnTo>
                      <a:pt x="26" y="350"/>
                    </a:lnTo>
                    <a:lnTo>
                      <a:pt x="26" y="350"/>
                    </a:lnTo>
                    <a:lnTo>
                      <a:pt x="30" y="348"/>
                    </a:lnTo>
                    <a:lnTo>
                      <a:pt x="30" y="348"/>
                    </a:lnTo>
                    <a:lnTo>
                      <a:pt x="34" y="348"/>
                    </a:lnTo>
                    <a:lnTo>
                      <a:pt x="34" y="348"/>
                    </a:lnTo>
                    <a:lnTo>
                      <a:pt x="32" y="342"/>
                    </a:lnTo>
                    <a:lnTo>
                      <a:pt x="34" y="340"/>
                    </a:lnTo>
                    <a:lnTo>
                      <a:pt x="36" y="338"/>
                    </a:lnTo>
                    <a:lnTo>
                      <a:pt x="38" y="336"/>
                    </a:lnTo>
                    <a:lnTo>
                      <a:pt x="38" y="336"/>
                    </a:lnTo>
                    <a:lnTo>
                      <a:pt x="38" y="330"/>
                    </a:lnTo>
                    <a:lnTo>
                      <a:pt x="38" y="330"/>
                    </a:lnTo>
                    <a:lnTo>
                      <a:pt x="42" y="326"/>
                    </a:lnTo>
                    <a:lnTo>
                      <a:pt x="42" y="326"/>
                    </a:lnTo>
                    <a:lnTo>
                      <a:pt x="42" y="320"/>
                    </a:lnTo>
                    <a:lnTo>
                      <a:pt x="42" y="314"/>
                    </a:lnTo>
                    <a:lnTo>
                      <a:pt x="42" y="314"/>
                    </a:lnTo>
                    <a:lnTo>
                      <a:pt x="42" y="312"/>
                    </a:lnTo>
                    <a:lnTo>
                      <a:pt x="40" y="308"/>
                    </a:lnTo>
                    <a:lnTo>
                      <a:pt x="40" y="308"/>
                    </a:lnTo>
                    <a:lnTo>
                      <a:pt x="44" y="302"/>
                    </a:lnTo>
                    <a:lnTo>
                      <a:pt x="48" y="296"/>
                    </a:lnTo>
                    <a:lnTo>
                      <a:pt x="48" y="296"/>
                    </a:lnTo>
                    <a:lnTo>
                      <a:pt x="48" y="286"/>
                    </a:lnTo>
                    <a:lnTo>
                      <a:pt x="48" y="286"/>
                    </a:lnTo>
                    <a:lnTo>
                      <a:pt x="52" y="280"/>
                    </a:lnTo>
                    <a:lnTo>
                      <a:pt x="52" y="280"/>
                    </a:lnTo>
                    <a:lnTo>
                      <a:pt x="52" y="278"/>
                    </a:lnTo>
                    <a:lnTo>
                      <a:pt x="52" y="276"/>
                    </a:lnTo>
                    <a:lnTo>
                      <a:pt x="52" y="276"/>
                    </a:lnTo>
                    <a:lnTo>
                      <a:pt x="52" y="270"/>
                    </a:lnTo>
                    <a:lnTo>
                      <a:pt x="56" y="266"/>
                    </a:lnTo>
                    <a:lnTo>
                      <a:pt x="56" y="266"/>
                    </a:lnTo>
                    <a:lnTo>
                      <a:pt x="58" y="244"/>
                    </a:lnTo>
                    <a:lnTo>
                      <a:pt x="58" y="244"/>
                    </a:lnTo>
                    <a:lnTo>
                      <a:pt x="56" y="238"/>
                    </a:lnTo>
                    <a:lnTo>
                      <a:pt x="54" y="234"/>
                    </a:lnTo>
                    <a:lnTo>
                      <a:pt x="54" y="234"/>
                    </a:lnTo>
                    <a:lnTo>
                      <a:pt x="54" y="228"/>
                    </a:lnTo>
                    <a:lnTo>
                      <a:pt x="56" y="224"/>
                    </a:lnTo>
                    <a:lnTo>
                      <a:pt x="56" y="224"/>
                    </a:lnTo>
                    <a:lnTo>
                      <a:pt x="58" y="224"/>
                    </a:lnTo>
                    <a:lnTo>
                      <a:pt x="58" y="224"/>
                    </a:lnTo>
                    <a:lnTo>
                      <a:pt x="58" y="210"/>
                    </a:lnTo>
                    <a:lnTo>
                      <a:pt x="58" y="210"/>
                    </a:lnTo>
                    <a:lnTo>
                      <a:pt x="56" y="204"/>
                    </a:lnTo>
                    <a:lnTo>
                      <a:pt x="54" y="200"/>
                    </a:lnTo>
                    <a:lnTo>
                      <a:pt x="54" y="196"/>
                    </a:lnTo>
                    <a:lnTo>
                      <a:pt x="54" y="196"/>
                    </a:lnTo>
                    <a:lnTo>
                      <a:pt x="58" y="188"/>
                    </a:lnTo>
                    <a:lnTo>
                      <a:pt x="58" y="188"/>
                    </a:lnTo>
                    <a:lnTo>
                      <a:pt x="58" y="182"/>
                    </a:lnTo>
                    <a:lnTo>
                      <a:pt x="58" y="178"/>
                    </a:lnTo>
                    <a:lnTo>
                      <a:pt x="58" y="178"/>
                    </a:lnTo>
                    <a:lnTo>
                      <a:pt x="60" y="178"/>
                    </a:lnTo>
                    <a:lnTo>
                      <a:pt x="60" y="178"/>
                    </a:lnTo>
                    <a:lnTo>
                      <a:pt x="60" y="172"/>
                    </a:lnTo>
                    <a:lnTo>
                      <a:pt x="60" y="168"/>
                    </a:lnTo>
                    <a:lnTo>
                      <a:pt x="64" y="166"/>
                    </a:lnTo>
                    <a:lnTo>
                      <a:pt x="64" y="166"/>
                    </a:lnTo>
                    <a:lnTo>
                      <a:pt x="64" y="162"/>
                    </a:lnTo>
                    <a:lnTo>
                      <a:pt x="64" y="162"/>
                    </a:lnTo>
                    <a:lnTo>
                      <a:pt x="64" y="158"/>
                    </a:lnTo>
                    <a:lnTo>
                      <a:pt x="64" y="158"/>
                    </a:lnTo>
                    <a:lnTo>
                      <a:pt x="64" y="150"/>
                    </a:lnTo>
                    <a:lnTo>
                      <a:pt x="64" y="150"/>
                    </a:lnTo>
                    <a:lnTo>
                      <a:pt x="66" y="150"/>
                    </a:lnTo>
                    <a:lnTo>
                      <a:pt x="66" y="150"/>
                    </a:lnTo>
                    <a:lnTo>
                      <a:pt x="64" y="148"/>
                    </a:lnTo>
                    <a:lnTo>
                      <a:pt x="64" y="148"/>
                    </a:lnTo>
                    <a:lnTo>
                      <a:pt x="68" y="138"/>
                    </a:lnTo>
                    <a:lnTo>
                      <a:pt x="68" y="138"/>
                    </a:lnTo>
                    <a:lnTo>
                      <a:pt x="66" y="134"/>
                    </a:lnTo>
                    <a:lnTo>
                      <a:pt x="66" y="132"/>
                    </a:lnTo>
                    <a:lnTo>
                      <a:pt x="66" y="132"/>
                    </a:lnTo>
                    <a:lnTo>
                      <a:pt x="64" y="124"/>
                    </a:lnTo>
                    <a:lnTo>
                      <a:pt x="66" y="118"/>
                    </a:lnTo>
                    <a:lnTo>
                      <a:pt x="68" y="108"/>
                    </a:lnTo>
                    <a:lnTo>
                      <a:pt x="68" y="108"/>
                    </a:lnTo>
                    <a:lnTo>
                      <a:pt x="68" y="106"/>
                    </a:lnTo>
                    <a:lnTo>
                      <a:pt x="70" y="106"/>
                    </a:lnTo>
                    <a:lnTo>
                      <a:pt x="70" y="106"/>
                    </a:lnTo>
                    <a:lnTo>
                      <a:pt x="70" y="102"/>
                    </a:lnTo>
                    <a:lnTo>
                      <a:pt x="70" y="102"/>
                    </a:lnTo>
                    <a:lnTo>
                      <a:pt x="66" y="100"/>
                    </a:lnTo>
                    <a:lnTo>
                      <a:pt x="66" y="98"/>
                    </a:lnTo>
                    <a:lnTo>
                      <a:pt x="66" y="94"/>
                    </a:lnTo>
                    <a:lnTo>
                      <a:pt x="70" y="94"/>
                    </a:lnTo>
                    <a:lnTo>
                      <a:pt x="70" y="94"/>
                    </a:lnTo>
                    <a:lnTo>
                      <a:pt x="70" y="82"/>
                    </a:lnTo>
                    <a:lnTo>
                      <a:pt x="70" y="70"/>
                    </a:lnTo>
                    <a:lnTo>
                      <a:pt x="72" y="70"/>
                    </a:lnTo>
                    <a:lnTo>
                      <a:pt x="72" y="70"/>
                    </a:lnTo>
                    <a:lnTo>
                      <a:pt x="72" y="64"/>
                    </a:lnTo>
                    <a:lnTo>
                      <a:pt x="74" y="64"/>
                    </a:lnTo>
                    <a:lnTo>
                      <a:pt x="74" y="64"/>
                    </a:lnTo>
                    <a:lnTo>
                      <a:pt x="74" y="60"/>
                    </a:lnTo>
                    <a:lnTo>
                      <a:pt x="72" y="58"/>
                    </a:lnTo>
                    <a:lnTo>
                      <a:pt x="72" y="58"/>
                    </a:lnTo>
                    <a:lnTo>
                      <a:pt x="74" y="50"/>
                    </a:lnTo>
                    <a:lnTo>
                      <a:pt x="74" y="44"/>
                    </a:lnTo>
                    <a:lnTo>
                      <a:pt x="74" y="44"/>
                    </a:lnTo>
                    <a:lnTo>
                      <a:pt x="74" y="30"/>
                    </a:lnTo>
                    <a:lnTo>
                      <a:pt x="72" y="18"/>
                    </a:lnTo>
                    <a:lnTo>
                      <a:pt x="72" y="18"/>
                    </a:lnTo>
                    <a:lnTo>
                      <a:pt x="72" y="10"/>
                    </a:lnTo>
                    <a:lnTo>
                      <a:pt x="72" y="10"/>
                    </a:lnTo>
                    <a:lnTo>
                      <a:pt x="70" y="8"/>
                    </a:lnTo>
                    <a:lnTo>
                      <a:pt x="70" y="8"/>
                    </a:lnTo>
                    <a:lnTo>
                      <a:pt x="72" y="8"/>
                    </a:lnTo>
                    <a:lnTo>
                      <a:pt x="74" y="4"/>
                    </a:lnTo>
                    <a:lnTo>
                      <a:pt x="74" y="4"/>
                    </a:lnTo>
                    <a:lnTo>
                      <a:pt x="76" y="0"/>
                    </a:lnTo>
                    <a:lnTo>
                      <a:pt x="78" y="0"/>
                    </a:lnTo>
                    <a:lnTo>
                      <a:pt x="78" y="0"/>
                    </a:lnTo>
                    <a:lnTo>
                      <a:pt x="80" y="6"/>
                    </a:lnTo>
                    <a:lnTo>
                      <a:pt x="82" y="12"/>
                    </a:lnTo>
                    <a:lnTo>
                      <a:pt x="84" y="14"/>
                    </a:lnTo>
                    <a:lnTo>
                      <a:pt x="84" y="14"/>
                    </a:lnTo>
                    <a:lnTo>
                      <a:pt x="88" y="20"/>
                    </a:lnTo>
                    <a:lnTo>
                      <a:pt x="90" y="22"/>
                    </a:lnTo>
                    <a:lnTo>
                      <a:pt x="90" y="22"/>
                    </a:lnTo>
                    <a:lnTo>
                      <a:pt x="94" y="36"/>
                    </a:lnTo>
                    <a:lnTo>
                      <a:pt x="94" y="36"/>
                    </a:lnTo>
                    <a:lnTo>
                      <a:pt x="94" y="42"/>
                    </a:lnTo>
                    <a:lnTo>
                      <a:pt x="98" y="48"/>
                    </a:lnTo>
                    <a:lnTo>
                      <a:pt x="98" y="48"/>
                    </a:lnTo>
                    <a:lnTo>
                      <a:pt x="98" y="52"/>
                    </a:lnTo>
                    <a:lnTo>
                      <a:pt x="98" y="56"/>
                    </a:lnTo>
                    <a:lnTo>
                      <a:pt x="98" y="62"/>
                    </a:lnTo>
                    <a:lnTo>
                      <a:pt x="100" y="74"/>
                    </a:lnTo>
                    <a:lnTo>
                      <a:pt x="108" y="78"/>
                    </a:lnTo>
                    <a:lnTo>
                      <a:pt x="108" y="78"/>
                    </a:lnTo>
                    <a:lnTo>
                      <a:pt x="108" y="82"/>
                    </a:lnTo>
                    <a:lnTo>
                      <a:pt x="108" y="86"/>
                    </a:lnTo>
                    <a:lnTo>
                      <a:pt x="110" y="88"/>
                    </a:lnTo>
                    <a:lnTo>
                      <a:pt x="110" y="88"/>
                    </a:lnTo>
                    <a:lnTo>
                      <a:pt x="114" y="92"/>
                    </a:lnTo>
                    <a:lnTo>
                      <a:pt x="114" y="94"/>
                    </a:lnTo>
                    <a:lnTo>
                      <a:pt x="112" y="102"/>
                    </a:lnTo>
                    <a:lnTo>
                      <a:pt x="112" y="10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7" name="Freeform 245">
                <a:extLst>
                  <a:ext uri="{FF2B5EF4-FFF2-40B4-BE49-F238E27FC236}">
                    <a16:creationId xmlns:a16="http://schemas.microsoft.com/office/drawing/2014/main" id="{266B4660-F404-4F47-9891-A200B13B6C65}"/>
                  </a:ext>
                </a:extLst>
              </p:cNvPr>
              <p:cNvSpPr>
                <a:spLocks/>
              </p:cNvSpPr>
              <p:nvPr/>
            </p:nvSpPr>
            <p:spPr bwMode="auto">
              <a:xfrm>
                <a:off x="4484726" y="4431691"/>
                <a:ext cx="14449" cy="16019"/>
              </a:xfrm>
              <a:custGeom>
                <a:avLst/>
                <a:gdLst>
                  <a:gd name="T0" fmla="*/ 6 w 8"/>
                  <a:gd name="T1" fmla="*/ 0 h 8"/>
                  <a:gd name="T2" fmla="*/ 6 w 8"/>
                  <a:gd name="T3" fmla="*/ 0 h 8"/>
                  <a:gd name="T4" fmla="*/ 8 w 8"/>
                  <a:gd name="T5" fmla="*/ 0 h 8"/>
                  <a:gd name="T6" fmla="*/ 8 w 8"/>
                  <a:gd name="T7" fmla="*/ 2 h 8"/>
                  <a:gd name="T8" fmla="*/ 8 w 8"/>
                  <a:gd name="T9" fmla="*/ 2 h 8"/>
                  <a:gd name="T10" fmla="*/ 2 w 8"/>
                  <a:gd name="T11" fmla="*/ 4 h 8"/>
                  <a:gd name="T12" fmla="*/ 2 w 8"/>
                  <a:gd name="T13" fmla="*/ 4 h 8"/>
                  <a:gd name="T14" fmla="*/ 2 w 8"/>
                  <a:gd name="T15" fmla="*/ 6 h 8"/>
                  <a:gd name="T16" fmla="*/ 0 w 8"/>
                  <a:gd name="T17" fmla="*/ 8 h 8"/>
                  <a:gd name="T18" fmla="*/ 0 w 8"/>
                  <a:gd name="T19" fmla="*/ 8 h 8"/>
                  <a:gd name="T20" fmla="*/ 0 w 8"/>
                  <a:gd name="T21" fmla="*/ 8 h 8"/>
                  <a:gd name="T22" fmla="*/ 0 w 8"/>
                  <a:gd name="T23" fmla="*/ 6 h 8"/>
                  <a:gd name="T24" fmla="*/ 2 w 8"/>
                  <a:gd name="T25" fmla="*/ 4 h 8"/>
                  <a:gd name="T26" fmla="*/ 6 w 8"/>
                  <a:gd name="T27" fmla="*/ 0 h 8"/>
                  <a:gd name="T28" fmla="*/ 6 w 8"/>
                  <a:gd name="T2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6" y="0"/>
                    </a:moveTo>
                    <a:lnTo>
                      <a:pt x="6" y="0"/>
                    </a:lnTo>
                    <a:lnTo>
                      <a:pt x="8" y="0"/>
                    </a:lnTo>
                    <a:lnTo>
                      <a:pt x="8" y="2"/>
                    </a:lnTo>
                    <a:lnTo>
                      <a:pt x="8" y="2"/>
                    </a:lnTo>
                    <a:lnTo>
                      <a:pt x="2" y="4"/>
                    </a:lnTo>
                    <a:lnTo>
                      <a:pt x="2" y="4"/>
                    </a:lnTo>
                    <a:lnTo>
                      <a:pt x="2" y="6"/>
                    </a:lnTo>
                    <a:lnTo>
                      <a:pt x="0" y="8"/>
                    </a:lnTo>
                    <a:lnTo>
                      <a:pt x="0" y="8"/>
                    </a:lnTo>
                    <a:lnTo>
                      <a:pt x="0" y="8"/>
                    </a:lnTo>
                    <a:lnTo>
                      <a:pt x="0" y="6"/>
                    </a:lnTo>
                    <a:lnTo>
                      <a:pt x="2" y="4"/>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8" name="Freeform 246">
                <a:extLst>
                  <a:ext uri="{FF2B5EF4-FFF2-40B4-BE49-F238E27FC236}">
                    <a16:creationId xmlns:a16="http://schemas.microsoft.com/office/drawing/2014/main" id="{A0C50C9A-F6FA-8948-9851-65BBA4090677}"/>
                  </a:ext>
                </a:extLst>
              </p:cNvPr>
              <p:cNvSpPr>
                <a:spLocks/>
              </p:cNvSpPr>
              <p:nvPr/>
            </p:nvSpPr>
            <p:spPr bwMode="auto">
              <a:xfrm>
                <a:off x="4569618" y="4427685"/>
                <a:ext cx="1806" cy="4005"/>
              </a:xfrm>
              <a:custGeom>
                <a:avLst/>
                <a:gdLst>
                  <a:gd name="T0" fmla="*/ 0 h 2"/>
                  <a:gd name="T1" fmla="*/ 0 h 2"/>
                  <a:gd name="T2" fmla="*/ 2 h 2"/>
                  <a:gd name="T3" fmla="*/ 2 h 2"/>
                  <a:gd name="T4" fmla="*/ 2 h 2"/>
                  <a:gd name="T5" fmla="*/ 2 h 2"/>
                  <a:gd name="T6" fmla="*/ 0 h 2"/>
                  <a:gd name="T7" fmla="*/ 0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0"/>
                    </a:moveTo>
                    <a:lnTo>
                      <a:pt x="0" y="0"/>
                    </a:lnTo>
                    <a:lnTo>
                      <a:pt x="0" y="2"/>
                    </a:lnTo>
                    <a:lnTo>
                      <a:pt x="0" y="2"/>
                    </a:lnTo>
                    <a:lnTo>
                      <a:pt x="0" y="2"/>
                    </a:lnTo>
                    <a:lnTo>
                      <a:pt x="0"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19" name="Freeform 247">
                <a:extLst>
                  <a:ext uri="{FF2B5EF4-FFF2-40B4-BE49-F238E27FC236}">
                    <a16:creationId xmlns:a16="http://schemas.microsoft.com/office/drawing/2014/main" id="{D9C8E6DC-BD4E-2B47-8E44-08762F925AD7}"/>
                  </a:ext>
                </a:extLst>
              </p:cNvPr>
              <p:cNvSpPr>
                <a:spLocks/>
              </p:cNvSpPr>
              <p:nvPr/>
            </p:nvSpPr>
            <p:spPr bwMode="auto">
              <a:xfrm>
                <a:off x="4432346" y="4451714"/>
                <a:ext cx="46961" cy="8009"/>
              </a:xfrm>
              <a:custGeom>
                <a:avLst/>
                <a:gdLst>
                  <a:gd name="T0" fmla="*/ 24 w 24"/>
                  <a:gd name="T1" fmla="*/ 0 h 4"/>
                  <a:gd name="T2" fmla="*/ 24 w 24"/>
                  <a:gd name="T3" fmla="*/ 4 h 4"/>
                  <a:gd name="T4" fmla="*/ 24 w 24"/>
                  <a:gd name="T5" fmla="*/ 4 h 4"/>
                  <a:gd name="T6" fmla="*/ 12 w 24"/>
                  <a:gd name="T7" fmla="*/ 2 h 4"/>
                  <a:gd name="T8" fmla="*/ 0 w 24"/>
                  <a:gd name="T9" fmla="*/ 4 h 4"/>
                  <a:gd name="T10" fmla="*/ 2 w 24"/>
                  <a:gd name="T11" fmla="*/ 0 h 4"/>
                  <a:gd name="T12" fmla="*/ 2 w 24"/>
                  <a:gd name="T13" fmla="*/ 0 h 4"/>
                  <a:gd name="T14" fmla="*/ 12 w 24"/>
                  <a:gd name="T15" fmla="*/ 2 h 4"/>
                  <a:gd name="T16" fmla="*/ 18 w 24"/>
                  <a:gd name="T17" fmla="*/ 2 h 4"/>
                  <a:gd name="T18" fmla="*/ 22 w 24"/>
                  <a:gd name="T19" fmla="*/ 2 h 4"/>
                  <a:gd name="T20" fmla="*/ 22 w 24"/>
                  <a:gd name="T21" fmla="*/ 2 h 4"/>
                  <a:gd name="T22" fmla="*/ 24 w 24"/>
                  <a:gd name="T23" fmla="*/ 0 h 4"/>
                  <a:gd name="T24" fmla="*/ 24 w 24"/>
                  <a:gd name="T25"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
                    <a:moveTo>
                      <a:pt x="24" y="0"/>
                    </a:moveTo>
                    <a:lnTo>
                      <a:pt x="24" y="4"/>
                    </a:lnTo>
                    <a:lnTo>
                      <a:pt x="24" y="4"/>
                    </a:lnTo>
                    <a:lnTo>
                      <a:pt x="12" y="2"/>
                    </a:lnTo>
                    <a:lnTo>
                      <a:pt x="0" y="4"/>
                    </a:lnTo>
                    <a:lnTo>
                      <a:pt x="2" y="0"/>
                    </a:lnTo>
                    <a:lnTo>
                      <a:pt x="2" y="0"/>
                    </a:lnTo>
                    <a:lnTo>
                      <a:pt x="12" y="2"/>
                    </a:lnTo>
                    <a:lnTo>
                      <a:pt x="18" y="2"/>
                    </a:lnTo>
                    <a:lnTo>
                      <a:pt x="22" y="2"/>
                    </a:lnTo>
                    <a:lnTo>
                      <a:pt x="22" y="2"/>
                    </a:lnTo>
                    <a:lnTo>
                      <a:pt x="24" y="0"/>
                    </a:lnTo>
                    <a:lnTo>
                      <a:pt x="2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0" name="Freeform 248">
                <a:extLst>
                  <a:ext uri="{FF2B5EF4-FFF2-40B4-BE49-F238E27FC236}">
                    <a16:creationId xmlns:a16="http://schemas.microsoft.com/office/drawing/2014/main" id="{EE458EF4-C567-C448-979A-3489319D6CBD}"/>
                  </a:ext>
                </a:extLst>
              </p:cNvPr>
              <p:cNvSpPr>
                <a:spLocks/>
              </p:cNvSpPr>
              <p:nvPr/>
            </p:nvSpPr>
            <p:spPr bwMode="auto">
              <a:xfrm>
                <a:off x="3944670" y="4215436"/>
                <a:ext cx="1047598" cy="1313543"/>
              </a:xfrm>
              <a:custGeom>
                <a:avLst/>
                <a:gdLst>
                  <a:gd name="T0" fmla="*/ 386 w 536"/>
                  <a:gd name="T1" fmla="*/ 490 h 656"/>
                  <a:gd name="T2" fmla="*/ 406 w 536"/>
                  <a:gd name="T3" fmla="*/ 478 h 656"/>
                  <a:gd name="T4" fmla="*/ 436 w 536"/>
                  <a:gd name="T5" fmla="*/ 470 h 656"/>
                  <a:gd name="T6" fmla="*/ 442 w 536"/>
                  <a:gd name="T7" fmla="*/ 444 h 656"/>
                  <a:gd name="T8" fmla="*/ 460 w 536"/>
                  <a:gd name="T9" fmla="*/ 414 h 656"/>
                  <a:gd name="T10" fmla="*/ 476 w 536"/>
                  <a:gd name="T11" fmla="*/ 360 h 656"/>
                  <a:gd name="T12" fmla="*/ 476 w 536"/>
                  <a:gd name="T13" fmla="*/ 304 h 656"/>
                  <a:gd name="T14" fmla="*/ 496 w 536"/>
                  <a:gd name="T15" fmla="*/ 286 h 656"/>
                  <a:gd name="T16" fmla="*/ 526 w 536"/>
                  <a:gd name="T17" fmla="*/ 246 h 656"/>
                  <a:gd name="T18" fmla="*/ 534 w 536"/>
                  <a:gd name="T19" fmla="*/ 202 h 656"/>
                  <a:gd name="T20" fmla="*/ 514 w 536"/>
                  <a:gd name="T21" fmla="*/ 168 h 656"/>
                  <a:gd name="T22" fmla="*/ 498 w 536"/>
                  <a:gd name="T23" fmla="*/ 162 h 656"/>
                  <a:gd name="T24" fmla="*/ 450 w 536"/>
                  <a:gd name="T25" fmla="*/ 134 h 656"/>
                  <a:gd name="T26" fmla="*/ 408 w 536"/>
                  <a:gd name="T27" fmla="*/ 134 h 656"/>
                  <a:gd name="T28" fmla="*/ 400 w 536"/>
                  <a:gd name="T29" fmla="*/ 116 h 656"/>
                  <a:gd name="T30" fmla="*/ 384 w 536"/>
                  <a:gd name="T31" fmla="*/ 104 h 656"/>
                  <a:gd name="T32" fmla="*/ 354 w 536"/>
                  <a:gd name="T33" fmla="*/ 106 h 656"/>
                  <a:gd name="T34" fmla="*/ 332 w 536"/>
                  <a:gd name="T35" fmla="*/ 110 h 656"/>
                  <a:gd name="T36" fmla="*/ 350 w 536"/>
                  <a:gd name="T37" fmla="*/ 96 h 656"/>
                  <a:gd name="T38" fmla="*/ 336 w 536"/>
                  <a:gd name="T39" fmla="*/ 80 h 656"/>
                  <a:gd name="T40" fmla="*/ 318 w 536"/>
                  <a:gd name="T41" fmla="*/ 104 h 656"/>
                  <a:gd name="T42" fmla="*/ 306 w 536"/>
                  <a:gd name="T43" fmla="*/ 106 h 656"/>
                  <a:gd name="T44" fmla="*/ 304 w 536"/>
                  <a:gd name="T45" fmla="*/ 102 h 656"/>
                  <a:gd name="T46" fmla="*/ 320 w 536"/>
                  <a:gd name="T47" fmla="*/ 74 h 656"/>
                  <a:gd name="T48" fmla="*/ 332 w 536"/>
                  <a:gd name="T49" fmla="*/ 64 h 656"/>
                  <a:gd name="T50" fmla="*/ 330 w 536"/>
                  <a:gd name="T51" fmla="*/ 50 h 656"/>
                  <a:gd name="T52" fmla="*/ 312 w 536"/>
                  <a:gd name="T53" fmla="*/ 12 h 656"/>
                  <a:gd name="T54" fmla="*/ 270 w 536"/>
                  <a:gd name="T55" fmla="*/ 56 h 656"/>
                  <a:gd name="T56" fmla="*/ 222 w 536"/>
                  <a:gd name="T57" fmla="*/ 58 h 656"/>
                  <a:gd name="T58" fmla="*/ 202 w 536"/>
                  <a:gd name="T59" fmla="*/ 70 h 656"/>
                  <a:gd name="T60" fmla="*/ 198 w 536"/>
                  <a:gd name="T61" fmla="*/ 26 h 656"/>
                  <a:gd name="T62" fmla="*/ 192 w 536"/>
                  <a:gd name="T63" fmla="*/ 2 h 656"/>
                  <a:gd name="T64" fmla="*/ 164 w 536"/>
                  <a:gd name="T65" fmla="*/ 20 h 656"/>
                  <a:gd name="T66" fmla="*/ 136 w 536"/>
                  <a:gd name="T67" fmla="*/ 20 h 656"/>
                  <a:gd name="T68" fmla="*/ 130 w 536"/>
                  <a:gd name="T69" fmla="*/ 46 h 656"/>
                  <a:gd name="T70" fmla="*/ 142 w 536"/>
                  <a:gd name="T71" fmla="*/ 56 h 656"/>
                  <a:gd name="T72" fmla="*/ 106 w 536"/>
                  <a:gd name="T73" fmla="*/ 72 h 656"/>
                  <a:gd name="T74" fmla="*/ 68 w 536"/>
                  <a:gd name="T75" fmla="*/ 82 h 656"/>
                  <a:gd name="T76" fmla="*/ 48 w 536"/>
                  <a:gd name="T77" fmla="*/ 158 h 656"/>
                  <a:gd name="T78" fmla="*/ 6 w 536"/>
                  <a:gd name="T79" fmla="*/ 194 h 656"/>
                  <a:gd name="T80" fmla="*/ 4 w 536"/>
                  <a:gd name="T81" fmla="*/ 224 h 656"/>
                  <a:gd name="T82" fmla="*/ 46 w 536"/>
                  <a:gd name="T83" fmla="*/ 240 h 656"/>
                  <a:gd name="T84" fmla="*/ 74 w 536"/>
                  <a:gd name="T85" fmla="*/ 284 h 656"/>
                  <a:gd name="T86" fmla="*/ 116 w 536"/>
                  <a:gd name="T87" fmla="*/ 274 h 656"/>
                  <a:gd name="T88" fmla="*/ 148 w 536"/>
                  <a:gd name="T89" fmla="*/ 296 h 656"/>
                  <a:gd name="T90" fmla="*/ 186 w 536"/>
                  <a:gd name="T91" fmla="*/ 316 h 656"/>
                  <a:gd name="T92" fmla="*/ 210 w 536"/>
                  <a:gd name="T93" fmla="*/ 364 h 656"/>
                  <a:gd name="T94" fmla="*/ 218 w 536"/>
                  <a:gd name="T95" fmla="*/ 416 h 656"/>
                  <a:gd name="T96" fmla="*/ 246 w 536"/>
                  <a:gd name="T97" fmla="*/ 452 h 656"/>
                  <a:gd name="T98" fmla="*/ 260 w 536"/>
                  <a:gd name="T99" fmla="*/ 486 h 656"/>
                  <a:gd name="T100" fmla="*/ 270 w 536"/>
                  <a:gd name="T101" fmla="*/ 514 h 656"/>
                  <a:gd name="T102" fmla="*/ 260 w 536"/>
                  <a:gd name="T103" fmla="*/ 550 h 656"/>
                  <a:gd name="T104" fmla="*/ 234 w 536"/>
                  <a:gd name="T105" fmla="*/ 584 h 656"/>
                  <a:gd name="T106" fmla="*/ 262 w 536"/>
                  <a:gd name="T107" fmla="*/ 620 h 656"/>
                  <a:gd name="T108" fmla="*/ 288 w 536"/>
                  <a:gd name="T109" fmla="*/ 650 h 656"/>
                  <a:gd name="T110" fmla="*/ 306 w 536"/>
                  <a:gd name="T111" fmla="*/ 614 h 656"/>
                  <a:gd name="T112" fmla="*/ 314 w 536"/>
                  <a:gd name="T113" fmla="*/ 620 h 656"/>
                  <a:gd name="T114" fmla="*/ 340 w 536"/>
                  <a:gd name="T115" fmla="*/ 576 h 656"/>
                  <a:gd name="T116" fmla="*/ 342 w 536"/>
                  <a:gd name="T117" fmla="*/ 542 h 656"/>
                  <a:gd name="T118" fmla="*/ 342 w 536"/>
                  <a:gd name="T119" fmla="*/ 518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6" h="656">
                    <a:moveTo>
                      <a:pt x="342" y="516"/>
                    </a:moveTo>
                    <a:lnTo>
                      <a:pt x="342" y="516"/>
                    </a:lnTo>
                    <a:lnTo>
                      <a:pt x="350" y="512"/>
                    </a:lnTo>
                    <a:lnTo>
                      <a:pt x="356" y="508"/>
                    </a:lnTo>
                    <a:lnTo>
                      <a:pt x="356" y="508"/>
                    </a:lnTo>
                    <a:lnTo>
                      <a:pt x="360" y="504"/>
                    </a:lnTo>
                    <a:lnTo>
                      <a:pt x="360" y="504"/>
                    </a:lnTo>
                    <a:lnTo>
                      <a:pt x="366" y="502"/>
                    </a:lnTo>
                    <a:lnTo>
                      <a:pt x="372" y="500"/>
                    </a:lnTo>
                    <a:lnTo>
                      <a:pt x="372" y="500"/>
                    </a:lnTo>
                    <a:lnTo>
                      <a:pt x="374" y="496"/>
                    </a:lnTo>
                    <a:lnTo>
                      <a:pt x="374" y="492"/>
                    </a:lnTo>
                    <a:lnTo>
                      <a:pt x="374" y="492"/>
                    </a:lnTo>
                    <a:lnTo>
                      <a:pt x="380" y="490"/>
                    </a:lnTo>
                    <a:lnTo>
                      <a:pt x="386" y="490"/>
                    </a:lnTo>
                    <a:lnTo>
                      <a:pt x="386" y="490"/>
                    </a:lnTo>
                    <a:lnTo>
                      <a:pt x="388" y="488"/>
                    </a:lnTo>
                    <a:lnTo>
                      <a:pt x="388" y="488"/>
                    </a:lnTo>
                    <a:lnTo>
                      <a:pt x="392" y="486"/>
                    </a:lnTo>
                    <a:lnTo>
                      <a:pt x="398" y="486"/>
                    </a:lnTo>
                    <a:lnTo>
                      <a:pt x="398" y="486"/>
                    </a:lnTo>
                    <a:lnTo>
                      <a:pt x="396" y="480"/>
                    </a:lnTo>
                    <a:lnTo>
                      <a:pt x="396" y="480"/>
                    </a:lnTo>
                    <a:lnTo>
                      <a:pt x="398" y="480"/>
                    </a:lnTo>
                    <a:lnTo>
                      <a:pt x="398" y="480"/>
                    </a:lnTo>
                    <a:lnTo>
                      <a:pt x="402" y="476"/>
                    </a:lnTo>
                    <a:lnTo>
                      <a:pt x="402" y="476"/>
                    </a:lnTo>
                    <a:lnTo>
                      <a:pt x="404" y="478"/>
                    </a:lnTo>
                    <a:lnTo>
                      <a:pt x="406" y="478"/>
                    </a:lnTo>
                    <a:lnTo>
                      <a:pt x="406" y="478"/>
                    </a:lnTo>
                    <a:lnTo>
                      <a:pt x="410" y="474"/>
                    </a:lnTo>
                    <a:lnTo>
                      <a:pt x="410" y="474"/>
                    </a:lnTo>
                    <a:lnTo>
                      <a:pt x="414" y="474"/>
                    </a:lnTo>
                    <a:lnTo>
                      <a:pt x="420" y="474"/>
                    </a:lnTo>
                    <a:lnTo>
                      <a:pt x="420" y="474"/>
                    </a:lnTo>
                    <a:lnTo>
                      <a:pt x="420" y="470"/>
                    </a:lnTo>
                    <a:lnTo>
                      <a:pt x="420" y="470"/>
                    </a:lnTo>
                    <a:lnTo>
                      <a:pt x="422" y="470"/>
                    </a:lnTo>
                    <a:lnTo>
                      <a:pt x="422" y="472"/>
                    </a:lnTo>
                    <a:lnTo>
                      <a:pt x="422" y="472"/>
                    </a:lnTo>
                    <a:lnTo>
                      <a:pt x="424" y="474"/>
                    </a:lnTo>
                    <a:lnTo>
                      <a:pt x="424" y="474"/>
                    </a:lnTo>
                    <a:lnTo>
                      <a:pt x="432" y="474"/>
                    </a:lnTo>
                    <a:lnTo>
                      <a:pt x="432" y="474"/>
                    </a:lnTo>
                    <a:lnTo>
                      <a:pt x="436" y="470"/>
                    </a:lnTo>
                    <a:lnTo>
                      <a:pt x="436" y="470"/>
                    </a:lnTo>
                    <a:lnTo>
                      <a:pt x="436" y="464"/>
                    </a:lnTo>
                    <a:lnTo>
                      <a:pt x="442" y="460"/>
                    </a:lnTo>
                    <a:lnTo>
                      <a:pt x="442" y="460"/>
                    </a:lnTo>
                    <a:lnTo>
                      <a:pt x="442" y="458"/>
                    </a:lnTo>
                    <a:lnTo>
                      <a:pt x="444" y="456"/>
                    </a:lnTo>
                    <a:lnTo>
                      <a:pt x="442" y="456"/>
                    </a:lnTo>
                    <a:lnTo>
                      <a:pt x="442" y="456"/>
                    </a:lnTo>
                    <a:lnTo>
                      <a:pt x="442" y="448"/>
                    </a:lnTo>
                    <a:lnTo>
                      <a:pt x="442" y="448"/>
                    </a:lnTo>
                    <a:lnTo>
                      <a:pt x="440" y="448"/>
                    </a:lnTo>
                    <a:lnTo>
                      <a:pt x="442" y="448"/>
                    </a:lnTo>
                    <a:lnTo>
                      <a:pt x="442" y="448"/>
                    </a:lnTo>
                    <a:lnTo>
                      <a:pt x="442" y="444"/>
                    </a:lnTo>
                    <a:lnTo>
                      <a:pt x="442" y="444"/>
                    </a:lnTo>
                    <a:lnTo>
                      <a:pt x="446" y="442"/>
                    </a:lnTo>
                    <a:lnTo>
                      <a:pt x="446" y="442"/>
                    </a:lnTo>
                    <a:lnTo>
                      <a:pt x="446" y="438"/>
                    </a:lnTo>
                    <a:lnTo>
                      <a:pt x="446" y="434"/>
                    </a:lnTo>
                    <a:lnTo>
                      <a:pt x="446" y="434"/>
                    </a:lnTo>
                    <a:lnTo>
                      <a:pt x="450" y="430"/>
                    </a:lnTo>
                    <a:lnTo>
                      <a:pt x="454" y="426"/>
                    </a:lnTo>
                    <a:lnTo>
                      <a:pt x="454" y="426"/>
                    </a:lnTo>
                    <a:lnTo>
                      <a:pt x="454" y="422"/>
                    </a:lnTo>
                    <a:lnTo>
                      <a:pt x="454" y="422"/>
                    </a:lnTo>
                    <a:lnTo>
                      <a:pt x="456" y="420"/>
                    </a:lnTo>
                    <a:lnTo>
                      <a:pt x="456" y="420"/>
                    </a:lnTo>
                    <a:lnTo>
                      <a:pt x="456" y="418"/>
                    </a:lnTo>
                    <a:lnTo>
                      <a:pt x="456" y="418"/>
                    </a:lnTo>
                    <a:lnTo>
                      <a:pt x="460" y="414"/>
                    </a:lnTo>
                    <a:lnTo>
                      <a:pt x="466" y="410"/>
                    </a:lnTo>
                    <a:lnTo>
                      <a:pt x="466" y="410"/>
                    </a:lnTo>
                    <a:lnTo>
                      <a:pt x="466" y="402"/>
                    </a:lnTo>
                    <a:lnTo>
                      <a:pt x="466" y="392"/>
                    </a:lnTo>
                    <a:lnTo>
                      <a:pt x="466" y="392"/>
                    </a:lnTo>
                    <a:lnTo>
                      <a:pt x="470" y="388"/>
                    </a:lnTo>
                    <a:lnTo>
                      <a:pt x="474" y="384"/>
                    </a:lnTo>
                    <a:lnTo>
                      <a:pt x="474" y="384"/>
                    </a:lnTo>
                    <a:lnTo>
                      <a:pt x="472" y="376"/>
                    </a:lnTo>
                    <a:lnTo>
                      <a:pt x="470" y="370"/>
                    </a:lnTo>
                    <a:lnTo>
                      <a:pt x="472" y="366"/>
                    </a:lnTo>
                    <a:lnTo>
                      <a:pt x="472" y="366"/>
                    </a:lnTo>
                    <a:lnTo>
                      <a:pt x="476" y="364"/>
                    </a:lnTo>
                    <a:lnTo>
                      <a:pt x="476" y="364"/>
                    </a:lnTo>
                    <a:lnTo>
                      <a:pt x="476" y="360"/>
                    </a:lnTo>
                    <a:lnTo>
                      <a:pt x="476" y="354"/>
                    </a:lnTo>
                    <a:lnTo>
                      <a:pt x="476" y="354"/>
                    </a:lnTo>
                    <a:lnTo>
                      <a:pt x="476" y="350"/>
                    </a:lnTo>
                    <a:lnTo>
                      <a:pt x="478" y="346"/>
                    </a:lnTo>
                    <a:lnTo>
                      <a:pt x="476" y="340"/>
                    </a:lnTo>
                    <a:lnTo>
                      <a:pt x="476" y="340"/>
                    </a:lnTo>
                    <a:lnTo>
                      <a:pt x="474" y="328"/>
                    </a:lnTo>
                    <a:lnTo>
                      <a:pt x="476" y="318"/>
                    </a:lnTo>
                    <a:lnTo>
                      <a:pt x="476" y="318"/>
                    </a:lnTo>
                    <a:lnTo>
                      <a:pt x="472" y="316"/>
                    </a:lnTo>
                    <a:lnTo>
                      <a:pt x="472" y="316"/>
                    </a:lnTo>
                    <a:lnTo>
                      <a:pt x="476" y="312"/>
                    </a:lnTo>
                    <a:lnTo>
                      <a:pt x="476" y="312"/>
                    </a:lnTo>
                    <a:lnTo>
                      <a:pt x="476" y="308"/>
                    </a:lnTo>
                    <a:lnTo>
                      <a:pt x="476" y="304"/>
                    </a:lnTo>
                    <a:lnTo>
                      <a:pt x="476" y="304"/>
                    </a:lnTo>
                    <a:lnTo>
                      <a:pt x="478" y="302"/>
                    </a:lnTo>
                    <a:lnTo>
                      <a:pt x="480" y="300"/>
                    </a:lnTo>
                    <a:lnTo>
                      <a:pt x="480" y="300"/>
                    </a:lnTo>
                    <a:lnTo>
                      <a:pt x="480" y="292"/>
                    </a:lnTo>
                    <a:lnTo>
                      <a:pt x="480" y="292"/>
                    </a:lnTo>
                    <a:lnTo>
                      <a:pt x="486" y="294"/>
                    </a:lnTo>
                    <a:lnTo>
                      <a:pt x="488" y="298"/>
                    </a:lnTo>
                    <a:lnTo>
                      <a:pt x="488" y="298"/>
                    </a:lnTo>
                    <a:lnTo>
                      <a:pt x="492" y="292"/>
                    </a:lnTo>
                    <a:lnTo>
                      <a:pt x="492" y="292"/>
                    </a:lnTo>
                    <a:lnTo>
                      <a:pt x="492" y="288"/>
                    </a:lnTo>
                    <a:lnTo>
                      <a:pt x="492" y="288"/>
                    </a:lnTo>
                    <a:lnTo>
                      <a:pt x="496" y="286"/>
                    </a:lnTo>
                    <a:lnTo>
                      <a:pt x="496" y="286"/>
                    </a:lnTo>
                    <a:lnTo>
                      <a:pt x="496" y="282"/>
                    </a:lnTo>
                    <a:lnTo>
                      <a:pt x="498" y="278"/>
                    </a:lnTo>
                    <a:lnTo>
                      <a:pt x="498" y="278"/>
                    </a:lnTo>
                    <a:lnTo>
                      <a:pt x="500" y="274"/>
                    </a:lnTo>
                    <a:lnTo>
                      <a:pt x="502" y="270"/>
                    </a:lnTo>
                    <a:lnTo>
                      <a:pt x="502" y="270"/>
                    </a:lnTo>
                    <a:lnTo>
                      <a:pt x="504" y="264"/>
                    </a:lnTo>
                    <a:lnTo>
                      <a:pt x="504" y="264"/>
                    </a:lnTo>
                    <a:lnTo>
                      <a:pt x="514" y="254"/>
                    </a:lnTo>
                    <a:lnTo>
                      <a:pt x="514" y="254"/>
                    </a:lnTo>
                    <a:lnTo>
                      <a:pt x="518" y="254"/>
                    </a:lnTo>
                    <a:lnTo>
                      <a:pt x="518" y="254"/>
                    </a:lnTo>
                    <a:lnTo>
                      <a:pt x="520" y="250"/>
                    </a:lnTo>
                    <a:lnTo>
                      <a:pt x="520" y="250"/>
                    </a:lnTo>
                    <a:lnTo>
                      <a:pt x="526" y="246"/>
                    </a:lnTo>
                    <a:lnTo>
                      <a:pt x="526" y="246"/>
                    </a:lnTo>
                    <a:lnTo>
                      <a:pt x="526" y="242"/>
                    </a:lnTo>
                    <a:lnTo>
                      <a:pt x="526" y="242"/>
                    </a:lnTo>
                    <a:lnTo>
                      <a:pt x="528" y="240"/>
                    </a:lnTo>
                    <a:lnTo>
                      <a:pt x="528" y="240"/>
                    </a:lnTo>
                    <a:lnTo>
                      <a:pt x="534" y="226"/>
                    </a:lnTo>
                    <a:lnTo>
                      <a:pt x="536" y="224"/>
                    </a:lnTo>
                    <a:lnTo>
                      <a:pt x="536" y="224"/>
                    </a:lnTo>
                    <a:lnTo>
                      <a:pt x="536" y="218"/>
                    </a:lnTo>
                    <a:lnTo>
                      <a:pt x="536" y="214"/>
                    </a:lnTo>
                    <a:lnTo>
                      <a:pt x="536" y="214"/>
                    </a:lnTo>
                    <a:lnTo>
                      <a:pt x="536" y="210"/>
                    </a:lnTo>
                    <a:lnTo>
                      <a:pt x="536" y="204"/>
                    </a:lnTo>
                    <a:lnTo>
                      <a:pt x="534" y="202"/>
                    </a:lnTo>
                    <a:lnTo>
                      <a:pt x="534" y="202"/>
                    </a:lnTo>
                    <a:lnTo>
                      <a:pt x="534" y="198"/>
                    </a:lnTo>
                    <a:lnTo>
                      <a:pt x="534" y="192"/>
                    </a:lnTo>
                    <a:lnTo>
                      <a:pt x="534" y="192"/>
                    </a:lnTo>
                    <a:lnTo>
                      <a:pt x="532" y="188"/>
                    </a:lnTo>
                    <a:lnTo>
                      <a:pt x="528" y="186"/>
                    </a:lnTo>
                    <a:lnTo>
                      <a:pt x="528" y="186"/>
                    </a:lnTo>
                    <a:lnTo>
                      <a:pt x="528" y="182"/>
                    </a:lnTo>
                    <a:lnTo>
                      <a:pt x="528" y="182"/>
                    </a:lnTo>
                    <a:lnTo>
                      <a:pt x="526" y="182"/>
                    </a:lnTo>
                    <a:lnTo>
                      <a:pt x="526" y="182"/>
                    </a:lnTo>
                    <a:lnTo>
                      <a:pt x="524" y="172"/>
                    </a:lnTo>
                    <a:lnTo>
                      <a:pt x="522" y="170"/>
                    </a:lnTo>
                    <a:lnTo>
                      <a:pt x="518" y="168"/>
                    </a:lnTo>
                    <a:lnTo>
                      <a:pt x="518" y="168"/>
                    </a:lnTo>
                    <a:lnTo>
                      <a:pt x="514" y="168"/>
                    </a:lnTo>
                    <a:lnTo>
                      <a:pt x="512" y="170"/>
                    </a:lnTo>
                    <a:lnTo>
                      <a:pt x="512" y="170"/>
                    </a:lnTo>
                    <a:lnTo>
                      <a:pt x="512" y="166"/>
                    </a:lnTo>
                    <a:lnTo>
                      <a:pt x="512" y="166"/>
                    </a:lnTo>
                    <a:lnTo>
                      <a:pt x="510" y="164"/>
                    </a:lnTo>
                    <a:lnTo>
                      <a:pt x="510" y="164"/>
                    </a:lnTo>
                    <a:lnTo>
                      <a:pt x="506" y="164"/>
                    </a:lnTo>
                    <a:lnTo>
                      <a:pt x="504" y="164"/>
                    </a:lnTo>
                    <a:lnTo>
                      <a:pt x="502" y="168"/>
                    </a:lnTo>
                    <a:lnTo>
                      <a:pt x="502" y="168"/>
                    </a:lnTo>
                    <a:lnTo>
                      <a:pt x="502" y="166"/>
                    </a:lnTo>
                    <a:lnTo>
                      <a:pt x="502" y="164"/>
                    </a:lnTo>
                    <a:lnTo>
                      <a:pt x="502" y="164"/>
                    </a:lnTo>
                    <a:lnTo>
                      <a:pt x="498" y="162"/>
                    </a:lnTo>
                    <a:lnTo>
                      <a:pt x="498" y="162"/>
                    </a:lnTo>
                    <a:lnTo>
                      <a:pt x="498" y="160"/>
                    </a:lnTo>
                    <a:lnTo>
                      <a:pt x="492" y="152"/>
                    </a:lnTo>
                    <a:lnTo>
                      <a:pt x="492" y="152"/>
                    </a:lnTo>
                    <a:lnTo>
                      <a:pt x="490" y="152"/>
                    </a:lnTo>
                    <a:lnTo>
                      <a:pt x="490" y="152"/>
                    </a:lnTo>
                    <a:lnTo>
                      <a:pt x="482" y="146"/>
                    </a:lnTo>
                    <a:lnTo>
                      <a:pt x="476" y="140"/>
                    </a:lnTo>
                    <a:lnTo>
                      <a:pt x="476" y="140"/>
                    </a:lnTo>
                    <a:lnTo>
                      <a:pt x="468" y="138"/>
                    </a:lnTo>
                    <a:lnTo>
                      <a:pt x="468" y="138"/>
                    </a:lnTo>
                    <a:lnTo>
                      <a:pt x="464" y="134"/>
                    </a:lnTo>
                    <a:lnTo>
                      <a:pt x="464" y="134"/>
                    </a:lnTo>
                    <a:lnTo>
                      <a:pt x="456" y="134"/>
                    </a:lnTo>
                    <a:lnTo>
                      <a:pt x="450" y="134"/>
                    </a:lnTo>
                    <a:lnTo>
                      <a:pt x="450" y="134"/>
                    </a:lnTo>
                    <a:lnTo>
                      <a:pt x="440" y="130"/>
                    </a:lnTo>
                    <a:lnTo>
                      <a:pt x="436" y="130"/>
                    </a:lnTo>
                    <a:lnTo>
                      <a:pt x="432" y="132"/>
                    </a:lnTo>
                    <a:lnTo>
                      <a:pt x="432" y="132"/>
                    </a:lnTo>
                    <a:lnTo>
                      <a:pt x="430" y="128"/>
                    </a:lnTo>
                    <a:lnTo>
                      <a:pt x="426" y="124"/>
                    </a:lnTo>
                    <a:lnTo>
                      <a:pt x="426" y="124"/>
                    </a:lnTo>
                    <a:lnTo>
                      <a:pt x="422" y="124"/>
                    </a:lnTo>
                    <a:lnTo>
                      <a:pt x="420" y="126"/>
                    </a:lnTo>
                    <a:lnTo>
                      <a:pt x="420" y="126"/>
                    </a:lnTo>
                    <a:lnTo>
                      <a:pt x="416" y="124"/>
                    </a:lnTo>
                    <a:lnTo>
                      <a:pt x="416" y="124"/>
                    </a:lnTo>
                    <a:lnTo>
                      <a:pt x="414" y="130"/>
                    </a:lnTo>
                    <a:lnTo>
                      <a:pt x="412" y="132"/>
                    </a:lnTo>
                    <a:lnTo>
                      <a:pt x="408" y="134"/>
                    </a:lnTo>
                    <a:lnTo>
                      <a:pt x="408" y="134"/>
                    </a:lnTo>
                    <a:lnTo>
                      <a:pt x="406" y="132"/>
                    </a:lnTo>
                    <a:lnTo>
                      <a:pt x="406" y="130"/>
                    </a:lnTo>
                    <a:lnTo>
                      <a:pt x="408" y="126"/>
                    </a:lnTo>
                    <a:lnTo>
                      <a:pt x="408" y="126"/>
                    </a:lnTo>
                    <a:lnTo>
                      <a:pt x="404" y="124"/>
                    </a:lnTo>
                    <a:lnTo>
                      <a:pt x="404" y="124"/>
                    </a:lnTo>
                    <a:lnTo>
                      <a:pt x="406" y="122"/>
                    </a:lnTo>
                    <a:lnTo>
                      <a:pt x="406" y="122"/>
                    </a:lnTo>
                    <a:lnTo>
                      <a:pt x="404" y="118"/>
                    </a:lnTo>
                    <a:lnTo>
                      <a:pt x="404" y="116"/>
                    </a:lnTo>
                    <a:lnTo>
                      <a:pt x="404" y="116"/>
                    </a:lnTo>
                    <a:lnTo>
                      <a:pt x="402" y="116"/>
                    </a:lnTo>
                    <a:lnTo>
                      <a:pt x="402" y="116"/>
                    </a:lnTo>
                    <a:lnTo>
                      <a:pt x="400" y="116"/>
                    </a:lnTo>
                    <a:lnTo>
                      <a:pt x="400" y="116"/>
                    </a:lnTo>
                    <a:lnTo>
                      <a:pt x="400" y="114"/>
                    </a:lnTo>
                    <a:lnTo>
                      <a:pt x="402" y="112"/>
                    </a:lnTo>
                    <a:lnTo>
                      <a:pt x="402" y="112"/>
                    </a:lnTo>
                    <a:lnTo>
                      <a:pt x="400" y="110"/>
                    </a:lnTo>
                    <a:lnTo>
                      <a:pt x="400" y="108"/>
                    </a:lnTo>
                    <a:lnTo>
                      <a:pt x="400" y="108"/>
                    </a:lnTo>
                    <a:lnTo>
                      <a:pt x="394" y="108"/>
                    </a:lnTo>
                    <a:lnTo>
                      <a:pt x="394" y="108"/>
                    </a:lnTo>
                    <a:lnTo>
                      <a:pt x="390" y="112"/>
                    </a:lnTo>
                    <a:lnTo>
                      <a:pt x="390" y="112"/>
                    </a:lnTo>
                    <a:lnTo>
                      <a:pt x="392" y="106"/>
                    </a:lnTo>
                    <a:lnTo>
                      <a:pt x="392" y="106"/>
                    </a:lnTo>
                    <a:lnTo>
                      <a:pt x="384" y="104"/>
                    </a:lnTo>
                    <a:lnTo>
                      <a:pt x="384" y="104"/>
                    </a:lnTo>
                    <a:lnTo>
                      <a:pt x="384" y="100"/>
                    </a:lnTo>
                    <a:lnTo>
                      <a:pt x="384" y="100"/>
                    </a:lnTo>
                    <a:lnTo>
                      <a:pt x="382" y="100"/>
                    </a:lnTo>
                    <a:lnTo>
                      <a:pt x="380" y="102"/>
                    </a:lnTo>
                    <a:lnTo>
                      <a:pt x="380" y="102"/>
                    </a:lnTo>
                    <a:lnTo>
                      <a:pt x="376" y="98"/>
                    </a:lnTo>
                    <a:lnTo>
                      <a:pt x="374" y="96"/>
                    </a:lnTo>
                    <a:lnTo>
                      <a:pt x="370" y="94"/>
                    </a:lnTo>
                    <a:lnTo>
                      <a:pt x="370" y="94"/>
                    </a:lnTo>
                    <a:lnTo>
                      <a:pt x="364" y="94"/>
                    </a:lnTo>
                    <a:lnTo>
                      <a:pt x="358" y="96"/>
                    </a:lnTo>
                    <a:lnTo>
                      <a:pt x="350" y="102"/>
                    </a:lnTo>
                    <a:lnTo>
                      <a:pt x="350" y="102"/>
                    </a:lnTo>
                    <a:lnTo>
                      <a:pt x="354" y="106"/>
                    </a:lnTo>
                    <a:lnTo>
                      <a:pt x="354" y="106"/>
                    </a:lnTo>
                    <a:lnTo>
                      <a:pt x="348" y="106"/>
                    </a:lnTo>
                    <a:lnTo>
                      <a:pt x="344" y="112"/>
                    </a:lnTo>
                    <a:lnTo>
                      <a:pt x="344" y="112"/>
                    </a:lnTo>
                    <a:lnTo>
                      <a:pt x="344" y="114"/>
                    </a:lnTo>
                    <a:lnTo>
                      <a:pt x="342" y="114"/>
                    </a:lnTo>
                    <a:lnTo>
                      <a:pt x="340" y="114"/>
                    </a:lnTo>
                    <a:lnTo>
                      <a:pt x="342" y="112"/>
                    </a:lnTo>
                    <a:lnTo>
                      <a:pt x="342" y="112"/>
                    </a:lnTo>
                    <a:lnTo>
                      <a:pt x="334" y="114"/>
                    </a:lnTo>
                    <a:lnTo>
                      <a:pt x="324" y="114"/>
                    </a:lnTo>
                    <a:lnTo>
                      <a:pt x="324" y="114"/>
                    </a:lnTo>
                    <a:lnTo>
                      <a:pt x="320" y="108"/>
                    </a:lnTo>
                    <a:lnTo>
                      <a:pt x="320" y="108"/>
                    </a:lnTo>
                    <a:lnTo>
                      <a:pt x="326" y="112"/>
                    </a:lnTo>
                    <a:lnTo>
                      <a:pt x="332" y="110"/>
                    </a:lnTo>
                    <a:lnTo>
                      <a:pt x="332" y="110"/>
                    </a:lnTo>
                    <a:lnTo>
                      <a:pt x="340" y="112"/>
                    </a:lnTo>
                    <a:lnTo>
                      <a:pt x="340" y="112"/>
                    </a:lnTo>
                    <a:lnTo>
                      <a:pt x="340" y="110"/>
                    </a:lnTo>
                    <a:lnTo>
                      <a:pt x="340" y="110"/>
                    </a:lnTo>
                    <a:lnTo>
                      <a:pt x="344" y="108"/>
                    </a:lnTo>
                    <a:lnTo>
                      <a:pt x="344" y="106"/>
                    </a:lnTo>
                    <a:lnTo>
                      <a:pt x="344" y="106"/>
                    </a:lnTo>
                    <a:lnTo>
                      <a:pt x="348" y="106"/>
                    </a:lnTo>
                    <a:lnTo>
                      <a:pt x="348" y="106"/>
                    </a:lnTo>
                    <a:lnTo>
                      <a:pt x="348" y="104"/>
                    </a:lnTo>
                    <a:lnTo>
                      <a:pt x="348" y="100"/>
                    </a:lnTo>
                    <a:lnTo>
                      <a:pt x="350" y="100"/>
                    </a:lnTo>
                    <a:lnTo>
                      <a:pt x="350" y="100"/>
                    </a:lnTo>
                    <a:lnTo>
                      <a:pt x="350" y="96"/>
                    </a:lnTo>
                    <a:lnTo>
                      <a:pt x="350" y="92"/>
                    </a:lnTo>
                    <a:lnTo>
                      <a:pt x="350" y="92"/>
                    </a:lnTo>
                    <a:lnTo>
                      <a:pt x="350" y="90"/>
                    </a:lnTo>
                    <a:lnTo>
                      <a:pt x="350" y="88"/>
                    </a:lnTo>
                    <a:lnTo>
                      <a:pt x="350" y="86"/>
                    </a:lnTo>
                    <a:lnTo>
                      <a:pt x="350" y="84"/>
                    </a:lnTo>
                    <a:lnTo>
                      <a:pt x="350" y="84"/>
                    </a:lnTo>
                    <a:lnTo>
                      <a:pt x="340" y="84"/>
                    </a:lnTo>
                    <a:lnTo>
                      <a:pt x="340" y="84"/>
                    </a:lnTo>
                    <a:lnTo>
                      <a:pt x="340" y="84"/>
                    </a:lnTo>
                    <a:lnTo>
                      <a:pt x="342" y="82"/>
                    </a:lnTo>
                    <a:lnTo>
                      <a:pt x="340" y="80"/>
                    </a:lnTo>
                    <a:lnTo>
                      <a:pt x="340" y="78"/>
                    </a:lnTo>
                    <a:lnTo>
                      <a:pt x="340" y="78"/>
                    </a:lnTo>
                    <a:lnTo>
                      <a:pt x="336" y="80"/>
                    </a:lnTo>
                    <a:lnTo>
                      <a:pt x="332" y="82"/>
                    </a:lnTo>
                    <a:lnTo>
                      <a:pt x="330" y="86"/>
                    </a:lnTo>
                    <a:lnTo>
                      <a:pt x="330" y="86"/>
                    </a:lnTo>
                    <a:lnTo>
                      <a:pt x="326" y="86"/>
                    </a:lnTo>
                    <a:lnTo>
                      <a:pt x="324" y="88"/>
                    </a:lnTo>
                    <a:lnTo>
                      <a:pt x="324" y="88"/>
                    </a:lnTo>
                    <a:lnTo>
                      <a:pt x="322" y="94"/>
                    </a:lnTo>
                    <a:lnTo>
                      <a:pt x="322" y="94"/>
                    </a:lnTo>
                    <a:lnTo>
                      <a:pt x="320" y="94"/>
                    </a:lnTo>
                    <a:lnTo>
                      <a:pt x="318" y="96"/>
                    </a:lnTo>
                    <a:lnTo>
                      <a:pt x="318" y="96"/>
                    </a:lnTo>
                    <a:lnTo>
                      <a:pt x="318" y="102"/>
                    </a:lnTo>
                    <a:lnTo>
                      <a:pt x="320" y="106"/>
                    </a:lnTo>
                    <a:lnTo>
                      <a:pt x="318" y="104"/>
                    </a:lnTo>
                    <a:lnTo>
                      <a:pt x="318" y="104"/>
                    </a:lnTo>
                    <a:lnTo>
                      <a:pt x="316" y="100"/>
                    </a:lnTo>
                    <a:lnTo>
                      <a:pt x="316" y="100"/>
                    </a:lnTo>
                    <a:lnTo>
                      <a:pt x="312" y="104"/>
                    </a:lnTo>
                    <a:lnTo>
                      <a:pt x="312" y="104"/>
                    </a:lnTo>
                    <a:lnTo>
                      <a:pt x="308" y="104"/>
                    </a:lnTo>
                    <a:lnTo>
                      <a:pt x="308" y="104"/>
                    </a:lnTo>
                    <a:lnTo>
                      <a:pt x="308" y="110"/>
                    </a:lnTo>
                    <a:lnTo>
                      <a:pt x="308" y="116"/>
                    </a:lnTo>
                    <a:lnTo>
                      <a:pt x="308" y="116"/>
                    </a:lnTo>
                    <a:lnTo>
                      <a:pt x="306" y="122"/>
                    </a:lnTo>
                    <a:lnTo>
                      <a:pt x="306" y="122"/>
                    </a:lnTo>
                    <a:lnTo>
                      <a:pt x="306" y="116"/>
                    </a:lnTo>
                    <a:lnTo>
                      <a:pt x="306" y="116"/>
                    </a:lnTo>
                    <a:lnTo>
                      <a:pt x="306" y="110"/>
                    </a:lnTo>
                    <a:lnTo>
                      <a:pt x="306" y="106"/>
                    </a:lnTo>
                    <a:lnTo>
                      <a:pt x="306" y="106"/>
                    </a:lnTo>
                    <a:lnTo>
                      <a:pt x="306" y="102"/>
                    </a:lnTo>
                    <a:lnTo>
                      <a:pt x="306" y="102"/>
                    </a:lnTo>
                    <a:lnTo>
                      <a:pt x="300" y="102"/>
                    </a:lnTo>
                    <a:lnTo>
                      <a:pt x="300" y="102"/>
                    </a:lnTo>
                    <a:lnTo>
                      <a:pt x="296" y="106"/>
                    </a:lnTo>
                    <a:lnTo>
                      <a:pt x="292" y="108"/>
                    </a:lnTo>
                    <a:lnTo>
                      <a:pt x="292" y="108"/>
                    </a:lnTo>
                    <a:lnTo>
                      <a:pt x="284" y="108"/>
                    </a:lnTo>
                    <a:lnTo>
                      <a:pt x="284" y="108"/>
                    </a:lnTo>
                    <a:lnTo>
                      <a:pt x="292" y="104"/>
                    </a:lnTo>
                    <a:lnTo>
                      <a:pt x="300" y="102"/>
                    </a:lnTo>
                    <a:lnTo>
                      <a:pt x="300" y="102"/>
                    </a:lnTo>
                    <a:lnTo>
                      <a:pt x="304" y="102"/>
                    </a:lnTo>
                    <a:lnTo>
                      <a:pt x="304" y="102"/>
                    </a:lnTo>
                    <a:lnTo>
                      <a:pt x="304" y="98"/>
                    </a:lnTo>
                    <a:lnTo>
                      <a:pt x="306" y="94"/>
                    </a:lnTo>
                    <a:lnTo>
                      <a:pt x="306" y="94"/>
                    </a:lnTo>
                    <a:lnTo>
                      <a:pt x="308" y="90"/>
                    </a:lnTo>
                    <a:lnTo>
                      <a:pt x="310" y="86"/>
                    </a:lnTo>
                    <a:lnTo>
                      <a:pt x="310" y="86"/>
                    </a:lnTo>
                    <a:lnTo>
                      <a:pt x="310" y="82"/>
                    </a:lnTo>
                    <a:lnTo>
                      <a:pt x="310" y="82"/>
                    </a:lnTo>
                    <a:lnTo>
                      <a:pt x="316" y="78"/>
                    </a:lnTo>
                    <a:lnTo>
                      <a:pt x="316" y="78"/>
                    </a:lnTo>
                    <a:lnTo>
                      <a:pt x="318" y="76"/>
                    </a:lnTo>
                    <a:lnTo>
                      <a:pt x="320" y="74"/>
                    </a:lnTo>
                    <a:lnTo>
                      <a:pt x="320" y="74"/>
                    </a:lnTo>
                    <a:lnTo>
                      <a:pt x="320" y="74"/>
                    </a:lnTo>
                    <a:lnTo>
                      <a:pt x="320" y="74"/>
                    </a:lnTo>
                    <a:lnTo>
                      <a:pt x="320" y="76"/>
                    </a:lnTo>
                    <a:lnTo>
                      <a:pt x="320" y="76"/>
                    </a:lnTo>
                    <a:lnTo>
                      <a:pt x="320" y="82"/>
                    </a:lnTo>
                    <a:lnTo>
                      <a:pt x="320" y="82"/>
                    </a:lnTo>
                    <a:lnTo>
                      <a:pt x="326" y="82"/>
                    </a:lnTo>
                    <a:lnTo>
                      <a:pt x="328" y="82"/>
                    </a:lnTo>
                    <a:lnTo>
                      <a:pt x="330" y="80"/>
                    </a:lnTo>
                    <a:lnTo>
                      <a:pt x="330" y="80"/>
                    </a:lnTo>
                    <a:lnTo>
                      <a:pt x="328" y="78"/>
                    </a:lnTo>
                    <a:lnTo>
                      <a:pt x="328" y="78"/>
                    </a:lnTo>
                    <a:lnTo>
                      <a:pt x="328" y="72"/>
                    </a:lnTo>
                    <a:lnTo>
                      <a:pt x="330" y="74"/>
                    </a:lnTo>
                    <a:lnTo>
                      <a:pt x="330" y="74"/>
                    </a:lnTo>
                    <a:lnTo>
                      <a:pt x="332" y="64"/>
                    </a:lnTo>
                    <a:lnTo>
                      <a:pt x="332" y="64"/>
                    </a:lnTo>
                    <a:lnTo>
                      <a:pt x="328" y="64"/>
                    </a:lnTo>
                    <a:lnTo>
                      <a:pt x="328" y="64"/>
                    </a:lnTo>
                    <a:lnTo>
                      <a:pt x="324" y="68"/>
                    </a:lnTo>
                    <a:lnTo>
                      <a:pt x="324" y="68"/>
                    </a:lnTo>
                    <a:lnTo>
                      <a:pt x="326" y="68"/>
                    </a:lnTo>
                    <a:lnTo>
                      <a:pt x="326" y="70"/>
                    </a:lnTo>
                    <a:lnTo>
                      <a:pt x="326" y="70"/>
                    </a:lnTo>
                    <a:lnTo>
                      <a:pt x="322" y="70"/>
                    </a:lnTo>
                    <a:lnTo>
                      <a:pt x="322" y="70"/>
                    </a:lnTo>
                    <a:lnTo>
                      <a:pt x="326" y="64"/>
                    </a:lnTo>
                    <a:lnTo>
                      <a:pt x="326" y="62"/>
                    </a:lnTo>
                    <a:lnTo>
                      <a:pt x="322" y="60"/>
                    </a:lnTo>
                    <a:lnTo>
                      <a:pt x="322" y="60"/>
                    </a:lnTo>
                    <a:lnTo>
                      <a:pt x="328" y="56"/>
                    </a:lnTo>
                    <a:lnTo>
                      <a:pt x="330" y="50"/>
                    </a:lnTo>
                    <a:lnTo>
                      <a:pt x="330" y="50"/>
                    </a:lnTo>
                    <a:lnTo>
                      <a:pt x="320" y="50"/>
                    </a:lnTo>
                    <a:lnTo>
                      <a:pt x="320" y="50"/>
                    </a:lnTo>
                    <a:lnTo>
                      <a:pt x="322" y="44"/>
                    </a:lnTo>
                    <a:lnTo>
                      <a:pt x="320" y="38"/>
                    </a:lnTo>
                    <a:lnTo>
                      <a:pt x="320" y="38"/>
                    </a:lnTo>
                    <a:lnTo>
                      <a:pt x="318" y="36"/>
                    </a:lnTo>
                    <a:lnTo>
                      <a:pt x="318" y="36"/>
                    </a:lnTo>
                    <a:lnTo>
                      <a:pt x="318" y="30"/>
                    </a:lnTo>
                    <a:lnTo>
                      <a:pt x="318" y="26"/>
                    </a:lnTo>
                    <a:lnTo>
                      <a:pt x="318" y="26"/>
                    </a:lnTo>
                    <a:lnTo>
                      <a:pt x="312" y="16"/>
                    </a:lnTo>
                    <a:lnTo>
                      <a:pt x="312" y="16"/>
                    </a:lnTo>
                    <a:lnTo>
                      <a:pt x="312" y="12"/>
                    </a:lnTo>
                    <a:lnTo>
                      <a:pt x="312" y="12"/>
                    </a:lnTo>
                    <a:lnTo>
                      <a:pt x="308" y="10"/>
                    </a:lnTo>
                    <a:lnTo>
                      <a:pt x="304" y="22"/>
                    </a:lnTo>
                    <a:lnTo>
                      <a:pt x="300" y="30"/>
                    </a:lnTo>
                    <a:lnTo>
                      <a:pt x="300" y="30"/>
                    </a:lnTo>
                    <a:lnTo>
                      <a:pt x="298" y="44"/>
                    </a:lnTo>
                    <a:lnTo>
                      <a:pt x="298" y="44"/>
                    </a:lnTo>
                    <a:lnTo>
                      <a:pt x="294" y="52"/>
                    </a:lnTo>
                    <a:lnTo>
                      <a:pt x="290" y="56"/>
                    </a:lnTo>
                    <a:lnTo>
                      <a:pt x="284" y="52"/>
                    </a:lnTo>
                    <a:lnTo>
                      <a:pt x="278" y="54"/>
                    </a:lnTo>
                    <a:lnTo>
                      <a:pt x="278" y="54"/>
                    </a:lnTo>
                    <a:lnTo>
                      <a:pt x="274" y="56"/>
                    </a:lnTo>
                    <a:lnTo>
                      <a:pt x="272" y="56"/>
                    </a:lnTo>
                    <a:lnTo>
                      <a:pt x="270" y="56"/>
                    </a:lnTo>
                    <a:lnTo>
                      <a:pt x="270" y="56"/>
                    </a:lnTo>
                    <a:lnTo>
                      <a:pt x="266" y="52"/>
                    </a:lnTo>
                    <a:lnTo>
                      <a:pt x="266" y="48"/>
                    </a:lnTo>
                    <a:lnTo>
                      <a:pt x="260" y="48"/>
                    </a:lnTo>
                    <a:lnTo>
                      <a:pt x="258" y="46"/>
                    </a:lnTo>
                    <a:lnTo>
                      <a:pt x="254" y="48"/>
                    </a:lnTo>
                    <a:lnTo>
                      <a:pt x="244" y="44"/>
                    </a:lnTo>
                    <a:lnTo>
                      <a:pt x="242" y="52"/>
                    </a:lnTo>
                    <a:lnTo>
                      <a:pt x="246" y="56"/>
                    </a:lnTo>
                    <a:lnTo>
                      <a:pt x="244" y="62"/>
                    </a:lnTo>
                    <a:lnTo>
                      <a:pt x="234" y="58"/>
                    </a:lnTo>
                    <a:lnTo>
                      <a:pt x="228" y="60"/>
                    </a:lnTo>
                    <a:lnTo>
                      <a:pt x="228" y="60"/>
                    </a:lnTo>
                    <a:lnTo>
                      <a:pt x="226" y="60"/>
                    </a:lnTo>
                    <a:lnTo>
                      <a:pt x="222" y="58"/>
                    </a:lnTo>
                    <a:lnTo>
                      <a:pt x="222" y="58"/>
                    </a:lnTo>
                    <a:lnTo>
                      <a:pt x="220" y="58"/>
                    </a:lnTo>
                    <a:lnTo>
                      <a:pt x="218" y="60"/>
                    </a:lnTo>
                    <a:lnTo>
                      <a:pt x="218" y="60"/>
                    </a:lnTo>
                    <a:lnTo>
                      <a:pt x="216" y="62"/>
                    </a:lnTo>
                    <a:lnTo>
                      <a:pt x="216" y="62"/>
                    </a:lnTo>
                    <a:lnTo>
                      <a:pt x="214" y="62"/>
                    </a:lnTo>
                    <a:lnTo>
                      <a:pt x="214" y="64"/>
                    </a:lnTo>
                    <a:lnTo>
                      <a:pt x="214" y="66"/>
                    </a:lnTo>
                    <a:lnTo>
                      <a:pt x="212" y="66"/>
                    </a:lnTo>
                    <a:lnTo>
                      <a:pt x="212" y="66"/>
                    </a:lnTo>
                    <a:lnTo>
                      <a:pt x="210" y="66"/>
                    </a:lnTo>
                    <a:lnTo>
                      <a:pt x="208" y="68"/>
                    </a:lnTo>
                    <a:lnTo>
                      <a:pt x="206" y="70"/>
                    </a:lnTo>
                    <a:lnTo>
                      <a:pt x="206" y="70"/>
                    </a:lnTo>
                    <a:lnTo>
                      <a:pt x="202" y="70"/>
                    </a:lnTo>
                    <a:lnTo>
                      <a:pt x="200" y="66"/>
                    </a:lnTo>
                    <a:lnTo>
                      <a:pt x="200" y="66"/>
                    </a:lnTo>
                    <a:lnTo>
                      <a:pt x="200" y="64"/>
                    </a:lnTo>
                    <a:lnTo>
                      <a:pt x="198" y="64"/>
                    </a:lnTo>
                    <a:lnTo>
                      <a:pt x="194" y="60"/>
                    </a:lnTo>
                    <a:lnTo>
                      <a:pt x="194" y="60"/>
                    </a:lnTo>
                    <a:lnTo>
                      <a:pt x="192" y="58"/>
                    </a:lnTo>
                    <a:lnTo>
                      <a:pt x="190" y="54"/>
                    </a:lnTo>
                    <a:lnTo>
                      <a:pt x="190" y="52"/>
                    </a:lnTo>
                    <a:lnTo>
                      <a:pt x="190" y="52"/>
                    </a:lnTo>
                    <a:lnTo>
                      <a:pt x="192" y="40"/>
                    </a:lnTo>
                    <a:lnTo>
                      <a:pt x="192" y="32"/>
                    </a:lnTo>
                    <a:lnTo>
                      <a:pt x="192" y="32"/>
                    </a:lnTo>
                    <a:lnTo>
                      <a:pt x="198" y="26"/>
                    </a:lnTo>
                    <a:lnTo>
                      <a:pt x="198" y="26"/>
                    </a:lnTo>
                    <a:lnTo>
                      <a:pt x="200" y="22"/>
                    </a:lnTo>
                    <a:lnTo>
                      <a:pt x="198" y="20"/>
                    </a:lnTo>
                    <a:lnTo>
                      <a:pt x="198" y="20"/>
                    </a:lnTo>
                    <a:lnTo>
                      <a:pt x="198" y="18"/>
                    </a:lnTo>
                    <a:lnTo>
                      <a:pt x="198" y="16"/>
                    </a:lnTo>
                    <a:lnTo>
                      <a:pt x="200" y="14"/>
                    </a:lnTo>
                    <a:lnTo>
                      <a:pt x="198" y="14"/>
                    </a:lnTo>
                    <a:lnTo>
                      <a:pt x="198" y="14"/>
                    </a:lnTo>
                    <a:lnTo>
                      <a:pt x="192" y="10"/>
                    </a:lnTo>
                    <a:lnTo>
                      <a:pt x="196" y="6"/>
                    </a:lnTo>
                    <a:lnTo>
                      <a:pt x="196" y="6"/>
                    </a:lnTo>
                    <a:lnTo>
                      <a:pt x="196" y="4"/>
                    </a:lnTo>
                    <a:lnTo>
                      <a:pt x="194" y="2"/>
                    </a:lnTo>
                    <a:lnTo>
                      <a:pt x="192" y="2"/>
                    </a:lnTo>
                    <a:lnTo>
                      <a:pt x="192" y="2"/>
                    </a:lnTo>
                    <a:lnTo>
                      <a:pt x="186" y="2"/>
                    </a:lnTo>
                    <a:lnTo>
                      <a:pt x="182" y="0"/>
                    </a:lnTo>
                    <a:lnTo>
                      <a:pt x="182" y="4"/>
                    </a:lnTo>
                    <a:lnTo>
                      <a:pt x="182" y="10"/>
                    </a:lnTo>
                    <a:lnTo>
                      <a:pt x="182" y="10"/>
                    </a:lnTo>
                    <a:lnTo>
                      <a:pt x="174" y="10"/>
                    </a:lnTo>
                    <a:lnTo>
                      <a:pt x="174" y="10"/>
                    </a:lnTo>
                    <a:lnTo>
                      <a:pt x="174" y="12"/>
                    </a:lnTo>
                    <a:lnTo>
                      <a:pt x="172" y="12"/>
                    </a:lnTo>
                    <a:lnTo>
                      <a:pt x="170" y="14"/>
                    </a:lnTo>
                    <a:lnTo>
                      <a:pt x="170" y="16"/>
                    </a:lnTo>
                    <a:lnTo>
                      <a:pt x="170" y="16"/>
                    </a:lnTo>
                    <a:lnTo>
                      <a:pt x="166" y="18"/>
                    </a:lnTo>
                    <a:lnTo>
                      <a:pt x="166" y="20"/>
                    </a:lnTo>
                    <a:lnTo>
                      <a:pt x="164" y="20"/>
                    </a:lnTo>
                    <a:lnTo>
                      <a:pt x="164" y="20"/>
                    </a:lnTo>
                    <a:lnTo>
                      <a:pt x="156" y="18"/>
                    </a:lnTo>
                    <a:lnTo>
                      <a:pt x="156" y="18"/>
                    </a:lnTo>
                    <a:lnTo>
                      <a:pt x="154" y="18"/>
                    </a:lnTo>
                    <a:lnTo>
                      <a:pt x="152" y="20"/>
                    </a:lnTo>
                    <a:lnTo>
                      <a:pt x="152" y="20"/>
                    </a:lnTo>
                    <a:lnTo>
                      <a:pt x="150" y="22"/>
                    </a:lnTo>
                    <a:lnTo>
                      <a:pt x="152" y="24"/>
                    </a:lnTo>
                    <a:lnTo>
                      <a:pt x="152" y="24"/>
                    </a:lnTo>
                    <a:lnTo>
                      <a:pt x="152" y="24"/>
                    </a:lnTo>
                    <a:lnTo>
                      <a:pt x="150" y="24"/>
                    </a:lnTo>
                    <a:lnTo>
                      <a:pt x="144" y="22"/>
                    </a:lnTo>
                    <a:lnTo>
                      <a:pt x="144" y="22"/>
                    </a:lnTo>
                    <a:lnTo>
                      <a:pt x="140" y="20"/>
                    </a:lnTo>
                    <a:lnTo>
                      <a:pt x="136" y="20"/>
                    </a:lnTo>
                    <a:lnTo>
                      <a:pt x="136" y="20"/>
                    </a:lnTo>
                    <a:lnTo>
                      <a:pt x="132" y="20"/>
                    </a:lnTo>
                    <a:lnTo>
                      <a:pt x="126" y="18"/>
                    </a:lnTo>
                    <a:lnTo>
                      <a:pt x="126" y="18"/>
                    </a:lnTo>
                    <a:lnTo>
                      <a:pt x="122" y="18"/>
                    </a:lnTo>
                    <a:lnTo>
                      <a:pt x="124" y="20"/>
                    </a:lnTo>
                    <a:lnTo>
                      <a:pt x="124" y="20"/>
                    </a:lnTo>
                    <a:lnTo>
                      <a:pt x="126" y="20"/>
                    </a:lnTo>
                    <a:lnTo>
                      <a:pt x="126" y="22"/>
                    </a:lnTo>
                    <a:lnTo>
                      <a:pt x="128" y="26"/>
                    </a:lnTo>
                    <a:lnTo>
                      <a:pt x="128" y="26"/>
                    </a:lnTo>
                    <a:lnTo>
                      <a:pt x="130" y="34"/>
                    </a:lnTo>
                    <a:lnTo>
                      <a:pt x="130" y="34"/>
                    </a:lnTo>
                    <a:lnTo>
                      <a:pt x="130" y="40"/>
                    </a:lnTo>
                    <a:lnTo>
                      <a:pt x="130" y="46"/>
                    </a:lnTo>
                    <a:lnTo>
                      <a:pt x="130" y="46"/>
                    </a:lnTo>
                    <a:lnTo>
                      <a:pt x="132" y="48"/>
                    </a:lnTo>
                    <a:lnTo>
                      <a:pt x="134" y="50"/>
                    </a:lnTo>
                    <a:lnTo>
                      <a:pt x="134" y="50"/>
                    </a:lnTo>
                    <a:lnTo>
                      <a:pt x="138" y="50"/>
                    </a:lnTo>
                    <a:lnTo>
                      <a:pt x="144" y="48"/>
                    </a:lnTo>
                    <a:lnTo>
                      <a:pt x="144" y="48"/>
                    </a:lnTo>
                    <a:lnTo>
                      <a:pt x="146" y="50"/>
                    </a:lnTo>
                    <a:lnTo>
                      <a:pt x="148" y="50"/>
                    </a:lnTo>
                    <a:lnTo>
                      <a:pt x="150" y="54"/>
                    </a:lnTo>
                    <a:lnTo>
                      <a:pt x="150" y="54"/>
                    </a:lnTo>
                    <a:lnTo>
                      <a:pt x="148" y="54"/>
                    </a:lnTo>
                    <a:lnTo>
                      <a:pt x="144" y="56"/>
                    </a:lnTo>
                    <a:lnTo>
                      <a:pt x="144" y="56"/>
                    </a:lnTo>
                    <a:lnTo>
                      <a:pt x="142" y="56"/>
                    </a:lnTo>
                    <a:lnTo>
                      <a:pt x="140" y="60"/>
                    </a:lnTo>
                    <a:lnTo>
                      <a:pt x="138" y="62"/>
                    </a:lnTo>
                    <a:lnTo>
                      <a:pt x="136" y="64"/>
                    </a:lnTo>
                    <a:lnTo>
                      <a:pt x="136" y="64"/>
                    </a:lnTo>
                    <a:lnTo>
                      <a:pt x="134" y="66"/>
                    </a:lnTo>
                    <a:lnTo>
                      <a:pt x="130" y="68"/>
                    </a:lnTo>
                    <a:lnTo>
                      <a:pt x="130" y="68"/>
                    </a:lnTo>
                    <a:lnTo>
                      <a:pt x="128" y="68"/>
                    </a:lnTo>
                    <a:lnTo>
                      <a:pt x="126" y="70"/>
                    </a:lnTo>
                    <a:lnTo>
                      <a:pt x="124" y="72"/>
                    </a:lnTo>
                    <a:lnTo>
                      <a:pt x="122" y="74"/>
                    </a:lnTo>
                    <a:lnTo>
                      <a:pt x="122" y="74"/>
                    </a:lnTo>
                    <a:lnTo>
                      <a:pt x="116" y="76"/>
                    </a:lnTo>
                    <a:lnTo>
                      <a:pt x="114" y="78"/>
                    </a:lnTo>
                    <a:lnTo>
                      <a:pt x="106" y="72"/>
                    </a:lnTo>
                    <a:lnTo>
                      <a:pt x="102" y="72"/>
                    </a:lnTo>
                    <a:lnTo>
                      <a:pt x="102" y="66"/>
                    </a:lnTo>
                    <a:lnTo>
                      <a:pt x="96" y="64"/>
                    </a:lnTo>
                    <a:lnTo>
                      <a:pt x="94" y="72"/>
                    </a:lnTo>
                    <a:lnTo>
                      <a:pt x="90" y="72"/>
                    </a:lnTo>
                    <a:lnTo>
                      <a:pt x="86" y="70"/>
                    </a:lnTo>
                    <a:lnTo>
                      <a:pt x="86" y="74"/>
                    </a:lnTo>
                    <a:lnTo>
                      <a:pt x="86" y="74"/>
                    </a:lnTo>
                    <a:lnTo>
                      <a:pt x="72" y="74"/>
                    </a:lnTo>
                    <a:lnTo>
                      <a:pt x="72" y="74"/>
                    </a:lnTo>
                    <a:lnTo>
                      <a:pt x="66" y="74"/>
                    </a:lnTo>
                    <a:lnTo>
                      <a:pt x="64" y="72"/>
                    </a:lnTo>
                    <a:lnTo>
                      <a:pt x="62" y="78"/>
                    </a:lnTo>
                    <a:lnTo>
                      <a:pt x="70" y="80"/>
                    </a:lnTo>
                    <a:lnTo>
                      <a:pt x="68" y="82"/>
                    </a:lnTo>
                    <a:lnTo>
                      <a:pt x="60" y="82"/>
                    </a:lnTo>
                    <a:lnTo>
                      <a:pt x="60" y="88"/>
                    </a:lnTo>
                    <a:lnTo>
                      <a:pt x="64" y="90"/>
                    </a:lnTo>
                    <a:lnTo>
                      <a:pt x="64" y="90"/>
                    </a:lnTo>
                    <a:lnTo>
                      <a:pt x="70" y="104"/>
                    </a:lnTo>
                    <a:lnTo>
                      <a:pt x="70" y="104"/>
                    </a:lnTo>
                    <a:lnTo>
                      <a:pt x="70" y="106"/>
                    </a:lnTo>
                    <a:lnTo>
                      <a:pt x="68" y="110"/>
                    </a:lnTo>
                    <a:lnTo>
                      <a:pt x="66" y="116"/>
                    </a:lnTo>
                    <a:lnTo>
                      <a:pt x="66" y="116"/>
                    </a:lnTo>
                    <a:lnTo>
                      <a:pt x="52" y="154"/>
                    </a:lnTo>
                    <a:lnTo>
                      <a:pt x="52" y="154"/>
                    </a:lnTo>
                    <a:lnTo>
                      <a:pt x="52" y="156"/>
                    </a:lnTo>
                    <a:lnTo>
                      <a:pt x="50" y="158"/>
                    </a:lnTo>
                    <a:lnTo>
                      <a:pt x="48" y="158"/>
                    </a:lnTo>
                    <a:lnTo>
                      <a:pt x="48" y="158"/>
                    </a:lnTo>
                    <a:lnTo>
                      <a:pt x="38" y="160"/>
                    </a:lnTo>
                    <a:lnTo>
                      <a:pt x="38" y="160"/>
                    </a:lnTo>
                    <a:lnTo>
                      <a:pt x="32" y="162"/>
                    </a:lnTo>
                    <a:lnTo>
                      <a:pt x="26" y="164"/>
                    </a:lnTo>
                    <a:lnTo>
                      <a:pt x="26" y="164"/>
                    </a:lnTo>
                    <a:lnTo>
                      <a:pt x="18" y="170"/>
                    </a:lnTo>
                    <a:lnTo>
                      <a:pt x="14" y="174"/>
                    </a:lnTo>
                    <a:lnTo>
                      <a:pt x="14" y="174"/>
                    </a:lnTo>
                    <a:lnTo>
                      <a:pt x="12" y="180"/>
                    </a:lnTo>
                    <a:lnTo>
                      <a:pt x="10" y="186"/>
                    </a:lnTo>
                    <a:lnTo>
                      <a:pt x="10" y="186"/>
                    </a:lnTo>
                    <a:lnTo>
                      <a:pt x="8" y="190"/>
                    </a:lnTo>
                    <a:lnTo>
                      <a:pt x="6" y="194"/>
                    </a:lnTo>
                    <a:lnTo>
                      <a:pt x="6" y="194"/>
                    </a:lnTo>
                    <a:lnTo>
                      <a:pt x="6" y="202"/>
                    </a:lnTo>
                    <a:lnTo>
                      <a:pt x="6" y="202"/>
                    </a:lnTo>
                    <a:lnTo>
                      <a:pt x="4" y="200"/>
                    </a:lnTo>
                    <a:lnTo>
                      <a:pt x="2" y="200"/>
                    </a:lnTo>
                    <a:lnTo>
                      <a:pt x="0" y="202"/>
                    </a:lnTo>
                    <a:lnTo>
                      <a:pt x="0" y="202"/>
                    </a:lnTo>
                    <a:lnTo>
                      <a:pt x="2" y="206"/>
                    </a:lnTo>
                    <a:lnTo>
                      <a:pt x="2" y="210"/>
                    </a:lnTo>
                    <a:lnTo>
                      <a:pt x="4" y="210"/>
                    </a:lnTo>
                    <a:lnTo>
                      <a:pt x="4" y="210"/>
                    </a:lnTo>
                    <a:lnTo>
                      <a:pt x="4" y="212"/>
                    </a:lnTo>
                    <a:lnTo>
                      <a:pt x="6" y="214"/>
                    </a:lnTo>
                    <a:lnTo>
                      <a:pt x="6" y="218"/>
                    </a:lnTo>
                    <a:lnTo>
                      <a:pt x="4" y="224"/>
                    </a:lnTo>
                    <a:lnTo>
                      <a:pt x="4" y="224"/>
                    </a:lnTo>
                    <a:lnTo>
                      <a:pt x="6" y="226"/>
                    </a:lnTo>
                    <a:lnTo>
                      <a:pt x="10" y="228"/>
                    </a:lnTo>
                    <a:lnTo>
                      <a:pt x="12" y="230"/>
                    </a:lnTo>
                    <a:lnTo>
                      <a:pt x="12" y="230"/>
                    </a:lnTo>
                    <a:lnTo>
                      <a:pt x="14" y="234"/>
                    </a:lnTo>
                    <a:lnTo>
                      <a:pt x="16" y="236"/>
                    </a:lnTo>
                    <a:lnTo>
                      <a:pt x="20" y="238"/>
                    </a:lnTo>
                    <a:lnTo>
                      <a:pt x="20" y="240"/>
                    </a:lnTo>
                    <a:lnTo>
                      <a:pt x="20" y="240"/>
                    </a:lnTo>
                    <a:lnTo>
                      <a:pt x="22" y="244"/>
                    </a:lnTo>
                    <a:lnTo>
                      <a:pt x="24" y="246"/>
                    </a:lnTo>
                    <a:lnTo>
                      <a:pt x="36" y="246"/>
                    </a:lnTo>
                    <a:lnTo>
                      <a:pt x="36" y="246"/>
                    </a:lnTo>
                    <a:lnTo>
                      <a:pt x="46" y="240"/>
                    </a:lnTo>
                    <a:lnTo>
                      <a:pt x="46" y="240"/>
                    </a:lnTo>
                    <a:lnTo>
                      <a:pt x="48" y="238"/>
                    </a:lnTo>
                    <a:lnTo>
                      <a:pt x="48" y="240"/>
                    </a:lnTo>
                    <a:lnTo>
                      <a:pt x="48" y="242"/>
                    </a:lnTo>
                    <a:lnTo>
                      <a:pt x="46" y="282"/>
                    </a:lnTo>
                    <a:lnTo>
                      <a:pt x="60" y="288"/>
                    </a:lnTo>
                    <a:lnTo>
                      <a:pt x="60" y="288"/>
                    </a:lnTo>
                    <a:lnTo>
                      <a:pt x="62" y="288"/>
                    </a:lnTo>
                    <a:lnTo>
                      <a:pt x="66" y="288"/>
                    </a:lnTo>
                    <a:lnTo>
                      <a:pt x="66" y="288"/>
                    </a:lnTo>
                    <a:lnTo>
                      <a:pt x="70" y="290"/>
                    </a:lnTo>
                    <a:lnTo>
                      <a:pt x="72" y="288"/>
                    </a:lnTo>
                    <a:lnTo>
                      <a:pt x="74" y="288"/>
                    </a:lnTo>
                    <a:lnTo>
                      <a:pt x="74" y="286"/>
                    </a:lnTo>
                    <a:lnTo>
                      <a:pt x="74" y="286"/>
                    </a:lnTo>
                    <a:lnTo>
                      <a:pt x="74" y="284"/>
                    </a:lnTo>
                    <a:lnTo>
                      <a:pt x="76" y="282"/>
                    </a:lnTo>
                    <a:lnTo>
                      <a:pt x="76" y="282"/>
                    </a:lnTo>
                    <a:lnTo>
                      <a:pt x="82" y="280"/>
                    </a:lnTo>
                    <a:lnTo>
                      <a:pt x="82" y="280"/>
                    </a:lnTo>
                    <a:lnTo>
                      <a:pt x="86" y="272"/>
                    </a:lnTo>
                    <a:lnTo>
                      <a:pt x="90" y="268"/>
                    </a:lnTo>
                    <a:lnTo>
                      <a:pt x="96" y="264"/>
                    </a:lnTo>
                    <a:lnTo>
                      <a:pt x="96" y="264"/>
                    </a:lnTo>
                    <a:lnTo>
                      <a:pt x="104" y="262"/>
                    </a:lnTo>
                    <a:lnTo>
                      <a:pt x="112" y="260"/>
                    </a:lnTo>
                    <a:lnTo>
                      <a:pt x="118" y="260"/>
                    </a:lnTo>
                    <a:lnTo>
                      <a:pt x="120" y="264"/>
                    </a:lnTo>
                    <a:lnTo>
                      <a:pt x="120" y="264"/>
                    </a:lnTo>
                    <a:lnTo>
                      <a:pt x="118" y="270"/>
                    </a:lnTo>
                    <a:lnTo>
                      <a:pt x="116" y="274"/>
                    </a:lnTo>
                    <a:lnTo>
                      <a:pt x="116" y="278"/>
                    </a:lnTo>
                    <a:lnTo>
                      <a:pt x="116" y="278"/>
                    </a:lnTo>
                    <a:lnTo>
                      <a:pt x="118" y="282"/>
                    </a:lnTo>
                    <a:lnTo>
                      <a:pt x="122" y="286"/>
                    </a:lnTo>
                    <a:lnTo>
                      <a:pt x="122" y="286"/>
                    </a:lnTo>
                    <a:lnTo>
                      <a:pt x="128" y="288"/>
                    </a:lnTo>
                    <a:lnTo>
                      <a:pt x="128" y="288"/>
                    </a:lnTo>
                    <a:lnTo>
                      <a:pt x="130" y="288"/>
                    </a:lnTo>
                    <a:lnTo>
                      <a:pt x="132" y="286"/>
                    </a:lnTo>
                    <a:lnTo>
                      <a:pt x="134" y="286"/>
                    </a:lnTo>
                    <a:lnTo>
                      <a:pt x="138" y="288"/>
                    </a:lnTo>
                    <a:lnTo>
                      <a:pt x="138" y="288"/>
                    </a:lnTo>
                    <a:lnTo>
                      <a:pt x="142" y="292"/>
                    </a:lnTo>
                    <a:lnTo>
                      <a:pt x="148" y="296"/>
                    </a:lnTo>
                    <a:lnTo>
                      <a:pt x="148" y="296"/>
                    </a:lnTo>
                    <a:lnTo>
                      <a:pt x="152" y="300"/>
                    </a:lnTo>
                    <a:lnTo>
                      <a:pt x="154" y="302"/>
                    </a:lnTo>
                    <a:lnTo>
                      <a:pt x="154" y="302"/>
                    </a:lnTo>
                    <a:lnTo>
                      <a:pt x="158" y="306"/>
                    </a:lnTo>
                    <a:lnTo>
                      <a:pt x="162" y="308"/>
                    </a:lnTo>
                    <a:lnTo>
                      <a:pt x="164" y="308"/>
                    </a:lnTo>
                    <a:lnTo>
                      <a:pt x="164" y="308"/>
                    </a:lnTo>
                    <a:lnTo>
                      <a:pt x="170" y="310"/>
                    </a:lnTo>
                    <a:lnTo>
                      <a:pt x="174" y="310"/>
                    </a:lnTo>
                    <a:lnTo>
                      <a:pt x="174" y="310"/>
                    </a:lnTo>
                    <a:lnTo>
                      <a:pt x="180" y="310"/>
                    </a:lnTo>
                    <a:lnTo>
                      <a:pt x="182" y="310"/>
                    </a:lnTo>
                    <a:lnTo>
                      <a:pt x="184" y="310"/>
                    </a:lnTo>
                    <a:lnTo>
                      <a:pt x="184" y="310"/>
                    </a:lnTo>
                    <a:lnTo>
                      <a:pt x="186" y="316"/>
                    </a:lnTo>
                    <a:lnTo>
                      <a:pt x="188" y="322"/>
                    </a:lnTo>
                    <a:lnTo>
                      <a:pt x="188" y="322"/>
                    </a:lnTo>
                    <a:lnTo>
                      <a:pt x="192" y="332"/>
                    </a:lnTo>
                    <a:lnTo>
                      <a:pt x="192" y="332"/>
                    </a:lnTo>
                    <a:lnTo>
                      <a:pt x="186" y="338"/>
                    </a:lnTo>
                    <a:lnTo>
                      <a:pt x="186" y="338"/>
                    </a:lnTo>
                    <a:lnTo>
                      <a:pt x="186" y="344"/>
                    </a:lnTo>
                    <a:lnTo>
                      <a:pt x="188" y="348"/>
                    </a:lnTo>
                    <a:lnTo>
                      <a:pt x="188" y="348"/>
                    </a:lnTo>
                    <a:lnTo>
                      <a:pt x="190" y="354"/>
                    </a:lnTo>
                    <a:lnTo>
                      <a:pt x="192" y="356"/>
                    </a:lnTo>
                    <a:lnTo>
                      <a:pt x="212" y="356"/>
                    </a:lnTo>
                    <a:lnTo>
                      <a:pt x="212" y="356"/>
                    </a:lnTo>
                    <a:lnTo>
                      <a:pt x="210" y="358"/>
                    </a:lnTo>
                    <a:lnTo>
                      <a:pt x="210" y="364"/>
                    </a:lnTo>
                    <a:lnTo>
                      <a:pt x="210" y="364"/>
                    </a:lnTo>
                    <a:lnTo>
                      <a:pt x="212" y="370"/>
                    </a:lnTo>
                    <a:lnTo>
                      <a:pt x="216" y="374"/>
                    </a:lnTo>
                    <a:lnTo>
                      <a:pt x="216" y="374"/>
                    </a:lnTo>
                    <a:lnTo>
                      <a:pt x="220" y="378"/>
                    </a:lnTo>
                    <a:lnTo>
                      <a:pt x="222" y="382"/>
                    </a:lnTo>
                    <a:lnTo>
                      <a:pt x="222" y="382"/>
                    </a:lnTo>
                    <a:lnTo>
                      <a:pt x="222" y="386"/>
                    </a:lnTo>
                    <a:lnTo>
                      <a:pt x="222" y="390"/>
                    </a:lnTo>
                    <a:lnTo>
                      <a:pt x="222" y="390"/>
                    </a:lnTo>
                    <a:lnTo>
                      <a:pt x="220" y="400"/>
                    </a:lnTo>
                    <a:lnTo>
                      <a:pt x="218" y="408"/>
                    </a:lnTo>
                    <a:lnTo>
                      <a:pt x="220" y="412"/>
                    </a:lnTo>
                    <a:lnTo>
                      <a:pt x="216" y="414"/>
                    </a:lnTo>
                    <a:lnTo>
                      <a:pt x="218" y="416"/>
                    </a:lnTo>
                    <a:lnTo>
                      <a:pt x="218" y="416"/>
                    </a:lnTo>
                    <a:lnTo>
                      <a:pt x="222" y="422"/>
                    </a:lnTo>
                    <a:lnTo>
                      <a:pt x="222" y="422"/>
                    </a:lnTo>
                    <a:lnTo>
                      <a:pt x="224" y="428"/>
                    </a:lnTo>
                    <a:lnTo>
                      <a:pt x="222" y="436"/>
                    </a:lnTo>
                    <a:lnTo>
                      <a:pt x="222" y="436"/>
                    </a:lnTo>
                    <a:lnTo>
                      <a:pt x="222" y="438"/>
                    </a:lnTo>
                    <a:lnTo>
                      <a:pt x="224" y="442"/>
                    </a:lnTo>
                    <a:lnTo>
                      <a:pt x="224" y="446"/>
                    </a:lnTo>
                    <a:lnTo>
                      <a:pt x="224" y="446"/>
                    </a:lnTo>
                    <a:lnTo>
                      <a:pt x="226" y="448"/>
                    </a:lnTo>
                    <a:lnTo>
                      <a:pt x="232" y="450"/>
                    </a:lnTo>
                    <a:lnTo>
                      <a:pt x="240" y="450"/>
                    </a:lnTo>
                    <a:lnTo>
                      <a:pt x="244" y="448"/>
                    </a:lnTo>
                    <a:lnTo>
                      <a:pt x="246" y="452"/>
                    </a:lnTo>
                    <a:lnTo>
                      <a:pt x="246" y="452"/>
                    </a:lnTo>
                    <a:lnTo>
                      <a:pt x="246" y="454"/>
                    </a:lnTo>
                    <a:lnTo>
                      <a:pt x="248" y="456"/>
                    </a:lnTo>
                    <a:lnTo>
                      <a:pt x="250" y="456"/>
                    </a:lnTo>
                    <a:lnTo>
                      <a:pt x="250" y="456"/>
                    </a:lnTo>
                    <a:lnTo>
                      <a:pt x="254" y="458"/>
                    </a:lnTo>
                    <a:lnTo>
                      <a:pt x="256" y="460"/>
                    </a:lnTo>
                    <a:lnTo>
                      <a:pt x="256" y="464"/>
                    </a:lnTo>
                    <a:lnTo>
                      <a:pt x="256" y="464"/>
                    </a:lnTo>
                    <a:lnTo>
                      <a:pt x="256" y="478"/>
                    </a:lnTo>
                    <a:lnTo>
                      <a:pt x="256" y="478"/>
                    </a:lnTo>
                    <a:lnTo>
                      <a:pt x="258" y="484"/>
                    </a:lnTo>
                    <a:lnTo>
                      <a:pt x="258" y="486"/>
                    </a:lnTo>
                    <a:lnTo>
                      <a:pt x="260" y="486"/>
                    </a:lnTo>
                    <a:lnTo>
                      <a:pt x="260" y="486"/>
                    </a:lnTo>
                    <a:lnTo>
                      <a:pt x="264" y="484"/>
                    </a:lnTo>
                    <a:lnTo>
                      <a:pt x="266" y="484"/>
                    </a:lnTo>
                    <a:lnTo>
                      <a:pt x="268" y="484"/>
                    </a:lnTo>
                    <a:lnTo>
                      <a:pt x="268" y="484"/>
                    </a:lnTo>
                    <a:lnTo>
                      <a:pt x="266" y="490"/>
                    </a:lnTo>
                    <a:lnTo>
                      <a:pt x="266" y="498"/>
                    </a:lnTo>
                    <a:lnTo>
                      <a:pt x="266" y="498"/>
                    </a:lnTo>
                    <a:lnTo>
                      <a:pt x="264" y="506"/>
                    </a:lnTo>
                    <a:lnTo>
                      <a:pt x="264" y="514"/>
                    </a:lnTo>
                    <a:lnTo>
                      <a:pt x="264" y="514"/>
                    </a:lnTo>
                    <a:lnTo>
                      <a:pt x="268" y="516"/>
                    </a:lnTo>
                    <a:lnTo>
                      <a:pt x="270" y="516"/>
                    </a:lnTo>
                    <a:lnTo>
                      <a:pt x="270" y="516"/>
                    </a:lnTo>
                    <a:lnTo>
                      <a:pt x="270" y="516"/>
                    </a:lnTo>
                    <a:lnTo>
                      <a:pt x="270" y="514"/>
                    </a:lnTo>
                    <a:lnTo>
                      <a:pt x="272" y="514"/>
                    </a:lnTo>
                    <a:lnTo>
                      <a:pt x="276" y="514"/>
                    </a:lnTo>
                    <a:lnTo>
                      <a:pt x="276" y="514"/>
                    </a:lnTo>
                    <a:lnTo>
                      <a:pt x="276" y="526"/>
                    </a:lnTo>
                    <a:lnTo>
                      <a:pt x="276" y="526"/>
                    </a:lnTo>
                    <a:lnTo>
                      <a:pt x="276" y="540"/>
                    </a:lnTo>
                    <a:lnTo>
                      <a:pt x="276" y="540"/>
                    </a:lnTo>
                    <a:lnTo>
                      <a:pt x="276" y="542"/>
                    </a:lnTo>
                    <a:lnTo>
                      <a:pt x="276" y="542"/>
                    </a:lnTo>
                    <a:lnTo>
                      <a:pt x="272" y="546"/>
                    </a:lnTo>
                    <a:lnTo>
                      <a:pt x="272" y="546"/>
                    </a:lnTo>
                    <a:lnTo>
                      <a:pt x="270" y="546"/>
                    </a:lnTo>
                    <a:lnTo>
                      <a:pt x="266" y="548"/>
                    </a:lnTo>
                    <a:lnTo>
                      <a:pt x="262" y="548"/>
                    </a:lnTo>
                    <a:lnTo>
                      <a:pt x="260" y="550"/>
                    </a:lnTo>
                    <a:lnTo>
                      <a:pt x="260" y="550"/>
                    </a:lnTo>
                    <a:lnTo>
                      <a:pt x="258" y="556"/>
                    </a:lnTo>
                    <a:lnTo>
                      <a:pt x="254" y="560"/>
                    </a:lnTo>
                    <a:lnTo>
                      <a:pt x="254" y="560"/>
                    </a:lnTo>
                    <a:lnTo>
                      <a:pt x="250" y="562"/>
                    </a:lnTo>
                    <a:lnTo>
                      <a:pt x="248" y="566"/>
                    </a:lnTo>
                    <a:lnTo>
                      <a:pt x="248" y="566"/>
                    </a:lnTo>
                    <a:lnTo>
                      <a:pt x="246" y="568"/>
                    </a:lnTo>
                    <a:lnTo>
                      <a:pt x="242" y="568"/>
                    </a:lnTo>
                    <a:lnTo>
                      <a:pt x="240" y="570"/>
                    </a:lnTo>
                    <a:lnTo>
                      <a:pt x="238" y="572"/>
                    </a:lnTo>
                    <a:lnTo>
                      <a:pt x="238" y="572"/>
                    </a:lnTo>
                    <a:lnTo>
                      <a:pt x="238" y="578"/>
                    </a:lnTo>
                    <a:lnTo>
                      <a:pt x="234" y="584"/>
                    </a:lnTo>
                    <a:lnTo>
                      <a:pt x="234" y="584"/>
                    </a:lnTo>
                    <a:lnTo>
                      <a:pt x="230" y="586"/>
                    </a:lnTo>
                    <a:lnTo>
                      <a:pt x="228" y="590"/>
                    </a:lnTo>
                    <a:lnTo>
                      <a:pt x="228" y="590"/>
                    </a:lnTo>
                    <a:lnTo>
                      <a:pt x="226" y="600"/>
                    </a:lnTo>
                    <a:lnTo>
                      <a:pt x="236" y="596"/>
                    </a:lnTo>
                    <a:lnTo>
                      <a:pt x="246" y="604"/>
                    </a:lnTo>
                    <a:lnTo>
                      <a:pt x="246" y="604"/>
                    </a:lnTo>
                    <a:lnTo>
                      <a:pt x="250" y="612"/>
                    </a:lnTo>
                    <a:lnTo>
                      <a:pt x="250" y="612"/>
                    </a:lnTo>
                    <a:lnTo>
                      <a:pt x="252" y="614"/>
                    </a:lnTo>
                    <a:lnTo>
                      <a:pt x="254" y="614"/>
                    </a:lnTo>
                    <a:lnTo>
                      <a:pt x="256" y="614"/>
                    </a:lnTo>
                    <a:lnTo>
                      <a:pt x="258" y="616"/>
                    </a:lnTo>
                    <a:lnTo>
                      <a:pt x="258" y="616"/>
                    </a:lnTo>
                    <a:lnTo>
                      <a:pt x="262" y="620"/>
                    </a:lnTo>
                    <a:lnTo>
                      <a:pt x="266" y="624"/>
                    </a:lnTo>
                    <a:lnTo>
                      <a:pt x="266" y="624"/>
                    </a:lnTo>
                    <a:lnTo>
                      <a:pt x="272" y="626"/>
                    </a:lnTo>
                    <a:lnTo>
                      <a:pt x="274" y="628"/>
                    </a:lnTo>
                    <a:lnTo>
                      <a:pt x="276" y="630"/>
                    </a:lnTo>
                    <a:lnTo>
                      <a:pt x="276" y="630"/>
                    </a:lnTo>
                    <a:lnTo>
                      <a:pt x="278" y="634"/>
                    </a:lnTo>
                    <a:lnTo>
                      <a:pt x="282" y="638"/>
                    </a:lnTo>
                    <a:lnTo>
                      <a:pt x="282" y="638"/>
                    </a:lnTo>
                    <a:lnTo>
                      <a:pt x="286" y="642"/>
                    </a:lnTo>
                    <a:lnTo>
                      <a:pt x="288" y="642"/>
                    </a:lnTo>
                    <a:lnTo>
                      <a:pt x="282" y="652"/>
                    </a:lnTo>
                    <a:lnTo>
                      <a:pt x="282" y="656"/>
                    </a:lnTo>
                    <a:lnTo>
                      <a:pt x="282" y="656"/>
                    </a:lnTo>
                    <a:lnTo>
                      <a:pt x="288" y="650"/>
                    </a:lnTo>
                    <a:lnTo>
                      <a:pt x="292" y="646"/>
                    </a:lnTo>
                    <a:lnTo>
                      <a:pt x="292" y="646"/>
                    </a:lnTo>
                    <a:lnTo>
                      <a:pt x="290" y="640"/>
                    </a:lnTo>
                    <a:lnTo>
                      <a:pt x="288" y="636"/>
                    </a:lnTo>
                    <a:lnTo>
                      <a:pt x="288" y="636"/>
                    </a:lnTo>
                    <a:lnTo>
                      <a:pt x="294" y="630"/>
                    </a:lnTo>
                    <a:lnTo>
                      <a:pt x="298" y="624"/>
                    </a:lnTo>
                    <a:lnTo>
                      <a:pt x="298" y="624"/>
                    </a:lnTo>
                    <a:lnTo>
                      <a:pt x="298" y="620"/>
                    </a:lnTo>
                    <a:lnTo>
                      <a:pt x="298" y="620"/>
                    </a:lnTo>
                    <a:lnTo>
                      <a:pt x="300" y="618"/>
                    </a:lnTo>
                    <a:lnTo>
                      <a:pt x="304" y="618"/>
                    </a:lnTo>
                    <a:lnTo>
                      <a:pt x="304" y="616"/>
                    </a:lnTo>
                    <a:lnTo>
                      <a:pt x="304" y="616"/>
                    </a:lnTo>
                    <a:lnTo>
                      <a:pt x="306" y="614"/>
                    </a:lnTo>
                    <a:lnTo>
                      <a:pt x="308" y="610"/>
                    </a:lnTo>
                    <a:lnTo>
                      <a:pt x="308" y="602"/>
                    </a:lnTo>
                    <a:lnTo>
                      <a:pt x="308" y="602"/>
                    </a:lnTo>
                    <a:lnTo>
                      <a:pt x="312" y="604"/>
                    </a:lnTo>
                    <a:lnTo>
                      <a:pt x="312" y="606"/>
                    </a:lnTo>
                    <a:lnTo>
                      <a:pt x="312" y="606"/>
                    </a:lnTo>
                    <a:lnTo>
                      <a:pt x="316" y="606"/>
                    </a:lnTo>
                    <a:lnTo>
                      <a:pt x="316" y="606"/>
                    </a:lnTo>
                    <a:lnTo>
                      <a:pt x="316" y="604"/>
                    </a:lnTo>
                    <a:lnTo>
                      <a:pt x="318" y="604"/>
                    </a:lnTo>
                    <a:lnTo>
                      <a:pt x="318" y="604"/>
                    </a:lnTo>
                    <a:lnTo>
                      <a:pt x="318" y="608"/>
                    </a:lnTo>
                    <a:lnTo>
                      <a:pt x="318" y="608"/>
                    </a:lnTo>
                    <a:lnTo>
                      <a:pt x="316" y="614"/>
                    </a:lnTo>
                    <a:lnTo>
                      <a:pt x="314" y="620"/>
                    </a:lnTo>
                    <a:lnTo>
                      <a:pt x="314" y="620"/>
                    </a:lnTo>
                    <a:lnTo>
                      <a:pt x="312" y="622"/>
                    </a:lnTo>
                    <a:lnTo>
                      <a:pt x="312" y="622"/>
                    </a:lnTo>
                    <a:lnTo>
                      <a:pt x="312" y="626"/>
                    </a:lnTo>
                    <a:lnTo>
                      <a:pt x="314" y="624"/>
                    </a:lnTo>
                    <a:lnTo>
                      <a:pt x="318" y="618"/>
                    </a:lnTo>
                    <a:lnTo>
                      <a:pt x="318" y="618"/>
                    </a:lnTo>
                    <a:lnTo>
                      <a:pt x="324" y="602"/>
                    </a:lnTo>
                    <a:lnTo>
                      <a:pt x="324" y="602"/>
                    </a:lnTo>
                    <a:lnTo>
                      <a:pt x="326" y="594"/>
                    </a:lnTo>
                    <a:lnTo>
                      <a:pt x="330" y="586"/>
                    </a:lnTo>
                    <a:lnTo>
                      <a:pt x="330" y="586"/>
                    </a:lnTo>
                    <a:lnTo>
                      <a:pt x="338" y="576"/>
                    </a:lnTo>
                    <a:lnTo>
                      <a:pt x="338" y="576"/>
                    </a:lnTo>
                    <a:lnTo>
                      <a:pt x="340" y="576"/>
                    </a:lnTo>
                    <a:lnTo>
                      <a:pt x="342" y="576"/>
                    </a:lnTo>
                    <a:lnTo>
                      <a:pt x="342" y="576"/>
                    </a:lnTo>
                    <a:lnTo>
                      <a:pt x="342" y="572"/>
                    </a:lnTo>
                    <a:lnTo>
                      <a:pt x="342" y="570"/>
                    </a:lnTo>
                    <a:lnTo>
                      <a:pt x="342" y="570"/>
                    </a:lnTo>
                    <a:lnTo>
                      <a:pt x="344" y="568"/>
                    </a:lnTo>
                    <a:lnTo>
                      <a:pt x="344" y="568"/>
                    </a:lnTo>
                    <a:lnTo>
                      <a:pt x="344" y="564"/>
                    </a:lnTo>
                    <a:lnTo>
                      <a:pt x="344" y="560"/>
                    </a:lnTo>
                    <a:lnTo>
                      <a:pt x="344" y="548"/>
                    </a:lnTo>
                    <a:lnTo>
                      <a:pt x="344" y="548"/>
                    </a:lnTo>
                    <a:lnTo>
                      <a:pt x="342" y="546"/>
                    </a:lnTo>
                    <a:lnTo>
                      <a:pt x="342" y="546"/>
                    </a:lnTo>
                    <a:lnTo>
                      <a:pt x="342" y="544"/>
                    </a:lnTo>
                    <a:lnTo>
                      <a:pt x="342" y="542"/>
                    </a:lnTo>
                    <a:lnTo>
                      <a:pt x="340" y="542"/>
                    </a:lnTo>
                    <a:lnTo>
                      <a:pt x="340" y="542"/>
                    </a:lnTo>
                    <a:lnTo>
                      <a:pt x="340" y="538"/>
                    </a:lnTo>
                    <a:lnTo>
                      <a:pt x="340" y="538"/>
                    </a:lnTo>
                    <a:lnTo>
                      <a:pt x="342" y="538"/>
                    </a:lnTo>
                    <a:lnTo>
                      <a:pt x="342" y="536"/>
                    </a:lnTo>
                    <a:lnTo>
                      <a:pt x="342" y="536"/>
                    </a:lnTo>
                    <a:lnTo>
                      <a:pt x="342" y="528"/>
                    </a:lnTo>
                    <a:lnTo>
                      <a:pt x="342" y="528"/>
                    </a:lnTo>
                    <a:lnTo>
                      <a:pt x="340" y="528"/>
                    </a:lnTo>
                    <a:lnTo>
                      <a:pt x="340" y="526"/>
                    </a:lnTo>
                    <a:lnTo>
                      <a:pt x="340" y="526"/>
                    </a:lnTo>
                    <a:lnTo>
                      <a:pt x="342" y="522"/>
                    </a:lnTo>
                    <a:lnTo>
                      <a:pt x="342" y="522"/>
                    </a:lnTo>
                    <a:lnTo>
                      <a:pt x="342" y="518"/>
                    </a:lnTo>
                    <a:lnTo>
                      <a:pt x="342" y="516"/>
                    </a:lnTo>
                    <a:lnTo>
                      <a:pt x="342" y="5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1" name="Freeform 251">
                <a:extLst>
                  <a:ext uri="{FF2B5EF4-FFF2-40B4-BE49-F238E27FC236}">
                    <a16:creationId xmlns:a16="http://schemas.microsoft.com/office/drawing/2014/main" id="{94DCE590-6928-434C-A26F-0CDA96B79878}"/>
                  </a:ext>
                </a:extLst>
              </p:cNvPr>
              <p:cNvSpPr>
                <a:spLocks/>
              </p:cNvSpPr>
              <p:nvPr/>
            </p:nvSpPr>
            <p:spPr bwMode="auto">
              <a:xfrm>
                <a:off x="4062074" y="4736048"/>
                <a:ext cx="316085" cy="400470"/>
              </a:xfrm>
              <a:custGeom>
                <a:avLst/>
                <a:gdLst>
                  <a:gd name="T0" fmla="*/ 12 w 162"/>
                  <a:gd name="T1" fmla="*/ 86 h 200"/>
                  <a:gd name="T2" fmla="*/ 14 w 162"/>
                  <a:gd name="T3" fmla="*/ 92 h 200"/>
                  <a:gd name="T4" fmla="*/ 12 w 162"/>
                  <a:gd name="T5" fmla="*/ 92 h 200"/>
                  <a:gd name="T6" fmla="*/ 10 w 162"/>
                  <a:gd name="T7" fmla="*/ 90 h 200"/>
                  <a:gd name="T8" fmla="*/ 10 w 162"/>
                  <a:gd name="T9" fmla="*/ 98 h 200"/>
                  <a:gd name="T10" fmla="*/ 4 w 162"/>
                  <a:gd name="T11" fmla="*/ 118 h 200"/>
                  <a:gd name="T12" fmla="*/ 10 w 162"/>
                  <a:gd name="T13" fmla="*/ 130 h 200"/>
                  <a:gd name="T14" fmla="*/ 16 w 162"/>
                  <a:gd name="T15" fmla="*/ 138 h 200"/>
                  <a:gd name="T16" fmla="*/ 22 w 162"/>
                  <a:gd name="T17" fmla="*/ 154 h 200"/>
                  <a:gd name="T18" fmla="*/ 26 w 162"/>
                  <a:gd name="T19" fmla="*/ 166 h 200"/>
                  <a:gd name="T20" fmla="*/ 26 w 162"/>
                  <a:gd name="T21" fmla="*/ 174 h 200"/>
                  <a:gd name="T22" fmla="*/ 36 w 162"/>
                  <a:gd name="T23" fmla="*/ 196 h 200"/>
                  <a:gd name="T24" fmla="*/ 50 w 162"/>
                  <a:gd name="T25" fmla="*/ 190 h 200"/>
                  <a:gd name="T26" fmla="*/ 66 w 162"/>
                  <a:gd name="T27" fmla="*/ 190 h 200"/>
                  <a:gd name="T28" fmla="*/ 72 w 162"/>
                  <a:gd name="T29" fmla="*/ 200 h 200"/>
                  <a:gd name="T30" fmla="*/ 76 w 162"/>
                  <a:gd name="T31" fmla="*/ 192 h 200"/>
                  <a:gd name="T32" fmla="*/ 82 w 162"/>
                  <a:gd name="T33" fmla="*/ 190 h 200"/>
                  <a:gd name="T34" fmla="*/ 110 w 162"/>
                  <a:gd name="T35" fmla="*/ 166 h 200"/>
                  <a:gd name="T36" fmla="*/ 114 w 162"/>
                  <a:gd name="T37" fmla="*/ 156 h 200"/>
                  <a:gd name="T38" fmla="*/ 122 w 162"/>
                  <a:gd name="T39" fmla="*/ 144 h 200"/>
                  <a:gd name="T40" fmla="*/ 156 w 162"/>
                  <a:gd name="T41" fmla="*/ 154 h 200"/>
                  <a:gd name="T42" fmla="*/ 158 w 162"/>
                  <a:gd name="T43" fmla="*/ 148 h 200"/>
                  <a:gd name="T44" fmla="*/ 162 w 162"/>
                  <a:gd name="T45" fmla="*/ 130 h 200"/>
                  <a:gd name="T46" fmla="*/ 162 w 162"/>
                  <a:gd name="T47" fmla="*/ 122 h 200"/>
                  <a:gd name="T48" fmla="*/ 156 w 162"/>
                  <a:gd name="T49" fmla="*/ 114 h 200"/>
                  <a:gd name="T50" fmla="*/ 150 w 162"/>
                  <a:gd name="T51" fmla="*/ 104 h 200"/>
                  <a:gd name="T52" fmla="*/ 132 w 162"/>
                  <a:gd name="T53" fmla="*/ 96 h 200"/>
                  <a:gd name="T54" fmla="*/ 128 w 162"/>
                  <a:gd name="T55" fmla="*/ 88 h 200"/>
                  <a:gd name="T56" fmla="*/ 126 w 162"/>
                  <a:gd name="T57" fmla="*/ 78 h 200"/>
                  <a:gd name="T58" fmla="*/ 132 w 162"/>
                  <a:gd name="T59" fmla="*/ 72 h 200"/>
                  <a:gd name="T60" fmla="*/ 126 w 162"/>
                  <a:gd name="T61" fmla="*/ 56 h 200"/>
                  <a:gd name="T62" fmla="*/ 122 w 162"/>
                  <a:gd name="T63" fmla="*/ 50 h 200"/>
                  <a:gd name="T64" fmla="*/ 114 w 162"/>
                  <a:gd name="T65" fmla="*/ 50 h 200"/>
                  <a:gd name="T66" fmla="*/ 104 w 162"/>
                  <a:gd name="T67" fmla="*/ 48 h 200"/>
                  <a:gd name="T68" fmla="*/ 94 w 162"/>
                  <a:gd name="T69" fmla="*/ 42 h 200"/>
                  <a:gd name="T70" fmla="*/ 88 w 162"/>
                  <a:gd name="T71" fmla="*/ 36 h 200"/>
                  <a:gd name="T72" fmla="*/ 78 w 162"/>
                  <a:gd name="T73" fmla="*/ 28 h 200"/>
                  <a:gd name="T74" fmla="*/ 72 w 162"/>
                  <a:gd name="T75" fmla="*/ 26 h 200"/>
                  <a:gd name="T76" fmla="*/ 68 w 162"/>
                  <a:gd name="T77" fmla="*/ 28 h 200"/>
                  <a:gd name="T78" fmla="*/ 58 w 162"/>
                  <a:gd name="T79" fmla="*/ 22 h 200"/>
                  <a:gd name="T80" fmla="*/ 56 w 162"/>
                  <a:gd name="T81" fmla="*/ 14 h 200"/>
                  <a:gd name="T82" fmla="*/ 58 w 162"/>
                  <a:gd name="T83" fmla="*/ 0 h 200"/>
                  <a:gd name="T84" fmla="*/ 44 w 162"/>
                  <a:gd name="T85" fmla="*/ 2 h 200"/>
                  <a:gd name="T86" fmla="*/ 30 w 162"/>
                  <a:gd name="T87" fmla="*/ 8 h 200"/>
                  <a:gd name="T88" fmla="*/ 16 w 162"/>
                  <a:gd name="T89" fmla="*/ 22 h 200"/>
                  <a:gd name="T90" fmla="*/ 14 w 162"/>
                  <a:gd name="T91" fmla="*/ 24 h 200"/>
                  <a:gd name="T92" fmla="*/ 14 w 162"/>
                  <a:gd name="T93" fmla="*/ 28 h 200"/>
                  <a:gd name="T94" fmla="*/ 6 w 162"/>
                  <a:gd name="T95" fmla="*/ 28 h 200"/>
                  <a:gd name="T96" fmla="*/ 0 w 162"/>
                  <a:gd name="T97" fmla="*/ 28 h 200"/>
                  <a:gd name="T98" fmla="*/ 4 w 162"/>
                  <a:gd name="T99" fmla="*/ 54 h 200"/>
                  <a:gd name="T100" fmla="*/ 4 w 162"/>
                  <a:gd name="T101" fmla="*/ 66 h 200"/>
                  <a:gd name="T102" fmla="*/ 6 w 162"/>
                  <a:gd name="T103" fmla="*/ 76 h 200"/>
                  <a:gd name="T104" fmla="*/ 8 w 162"/>
                  <a:gd name="T105" fmla="*/ 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2" h="200">
                    <a:moveTo>
                      <a:pt x="10" y="86"/>
                    </a:moveTo>
                    <a:lnTo>
                      <a:pt x="10" y="86"/>
                    </a:lnTo>
                    <a:lnTo>
                      <a:pt x="12" y="86"/>
                    </a:lnTo>
                    <a:lnTo>
                      <a:pt x="12" y="86"/>
                    </a:lnTo>
                    <a:lnTo>
                      <a:pt x="14" y="90"/>
                    </a:lnTo>
                    <a:lnTo>
                      <a:pt x="14" y="92"/>
                    </a:lnTo>
                    <a:lnTo>
                      <a:pt x="14" y="92"/>
                    </a:lnTo>
                    <a:lnTo>
                      <a:pt x="12" y="92"/>
                    </a:lnTo>
                    <a:lnTo>
                      <a:pt x="12" y="92"/>
                    </a:lnTo>
                    <a:lnTo>
                      <a:pt x="10" y="90"/>
                    </a:lnTo>
                    <a:lnTo>
                      <a:pt x="10" y="90"/>
                    </a:lnTo>
                    <a:lnTo>
                      <a:pt x="10" y="90"/>
                    </a:lnTo>
                    <a:lnTo>
                      <a:pt x="10" y="94"/>
                    </a:lnTo>
                    <a:lnTo>
                      <a:pt x="12" y="96"/>
                    </a:lnTo>
                    <a:lnTo>
                      <a:pt x="10" y="98"/>
                    </a:lnTo>
                    <a:lnTo>
                      <a:pt x="10" y="98"/>
                    </a:lnTo>
                    <a:lnTo>
                      <a:pt x="2" y="110"/>
                    </a:lnTo>
                    <a:lnTo>
                      <a:pt x="4" y="118"/>
                    </a:lnTo>
                    <a:lnTo>
                      <a:pt x="4" y="118"/>
                    </a:lnTo>
                    <a:lnTo>
                      <a:pt x="8" y="124"/>
                    </a:lnTo>
                    <a:lnTo>
                      <a:pt x="10" y="130"/>
                    </a:lnTo>
                    <a:lnTo>
                      <a:pt x="12" y="132"/>
                    </a:lnTo>
                    <a:lnTo>
                      <a:pt x="12" y="132"/>
                    </a:lnTo>
                    <a:lnTo>
                      <a:pt x="16" y="138"/>
                    </a:lnTo>
                    <a:lnTo>
                      <a:pt x="18" y="140"/>
                    </a:lnTo>
                    <a:lnTo>
                      <a:pt x="18" y="140"/>
                    </a:lnTo>
                    <a:lnTo>
                      <a:pt x="22" y="154"/>
                    </a:lnTo>
                    <a:lnTo>
                      <a:pt x="22" y="154"/>
                    </a:lnTo>
                    <a:lnTo>
                      <a:pt x="22" y="160"/>
                    </a:lnTo>
                    <a:lnTo>
                      <a:pt x="26" y="166"/>
                    </a:lnTo>
                    <a:lnTo>
                      <a:pt x="26" y="166"/>
                    </a:lnTo>
                    <a:lnTo>
                      <a:pt x="26" y="170"/>
                    </a:lnTo>
                    <a:lnTo>
                      <a:pt x="26" y="174"/>
                    </a:lnTo>
                    <a:lnTo>
                      <a:pt x="26" y="180"/>
                    </a:lnTo>
                    <a:lnTo>
                      <a:pt x="28" y="192"/>
                    </a:lnTo>
                    <a:lnTo>
                      <a:pt x="36" y="196"/>
                    </a:lnTo>
                    <a:lnTo>
                      <a:pt x="46" y="188"/>
                    </a:lnTo>
                    <a:lnTo>
                      <a:pt x="46" y="188"/>
                    </a:lnTo>
                    <a:lnTo>
                      <a:pt x="50" y="190"/>
                    </a:lnTo>
                    <a:lnTo>
                      <a:pt x="58" y="190"/>
                    </a:lnTo>
                    <a:lnTo>
                      <a:pt x="66" y="190"/>
                    </a:lnTo>
                    <a:lnTo>
                      <a:pt x="66" y="190"/>
                    </a:lnTo>
                    <a:lnTo>
                      <a:pt x="72" y="198"/>
                    </a:lnTo>
                    <a:lnTo>
                      <a:pt x="72" y="198"/>
                    </a:lnTo>
                    <a:lnTo>
                      <a:pt x="72" y="200"/>
                    </a:lnTo>
                    <a:lnTo>
                      <a:pt x="72" y="200"/>
                    </a:lnTo>
                    <a:lnTo>
                      <a:pt x="76" y="192"/>
                    </a:lnTo>
                    <a:lnTo>
                      <a:pt x="76" y="192"/>
                    </a:lnTo>
                    <a:lnTo>
                      <a:pt x="78" y="190"/>
                    </a:lnTo>
                    <a:lnTo>
                      <a:pt x="80" y="188"/>
                    </a:lnTo>
                    <a:lnTo>
                      <a:pt x="82" y="190"/>
                    </a:lnTo>
                    <a:lnTo>
                      <a:pt x="100" y="190"/>
                    </a:lnTo>
                    <a:lnTo>
                      <a:pt x="110" y="172"/>
                    </a:lnTo>
                    <a:lnTo>
                      <a:pt x="110" y="166"/>
                    </a:lnTo>
                    <a:lnTo>
                      <a:pt x="110" y="166"/>
                    </a:lnTo>
                    <a:lnTo>
                      <a:pt x="112" y="162"/>
                    </a:lnTo>
                    <a:lnTo>
                      <a:pt x="114" y="156"/>
                    </a:lnTo>
                    <a:lnTo>
                      <a:pt x="114" y="156"/>
                    </a:lnTo>
                    <a:lnTo>
                      <a:pt x="118" y="150"/>
                    </a:lnTo>
                    <a:lnTo>
                      <a:pt x="122" y="144"/>
                    </a:lnTo>
                    <a:lnTo>
                      <a:pt x="138" y="144"/>
                    </a:lnTo>
                    <a:lnTo>
                      <a:pt x="150" y="146"/>
                    </a:lnTo>
                    <a:lnTo>
                      <a:pt x="156" y="154"/>
                    </a:lnTo>
                    <a:lnTo>
                      <a:pt x="160" y="152"/>
                    </a:lnTo>
                    <a:lnTo>
                      <a:pt x="158" y="148"/>
                    </a:lnTo>
                    <a:lnTo>
                      <a:pt x="158" y="148"/>
                    </a:lnTo>
                    <a:lnTo>
                      <a:pt x="160" y="140"/>
                    </a:lnTo>
                    <a:lnTo>
                      <a:pt x="162" y="130"/>
                    </a:lnTo>
                    <a:lnTo>
                      <a:pt x="162" y="130"/>
                    </a:lnTo>
                    <a:lnTo>
                      <a:pt x="162" y="126"/>
                    </a:lnTo>
                    <a:lnTo>
                      <a:pt x="162" y="122"/>
                    </a:lnTo>
                    <a:lnTo>
                      <a:pt x="162" y="122"/>
                    </a:lnTo>
                    <a:lnTo>
                      <a:pt x="160" y="118"/>
                    </a:lnTo>
                    <a:lnTo>
                      <a:pt x="156" y="114"/>
                    </a:lnTo>
                    <a:lnTo>
                      <a:pt x="156" y="114"/>
                    </a:lnTo>
                    <a:lnTo>
                      <a:pt x="152" y="110"/>
                    </a:lnTo>
                    <a:lnTo>
                      <a:pt x="150" y="104"/>
                    </a:lnTo>
                    <a:lnTo>
                      <a:pt x="150" y="104"/>
                    </a:lnTo>
                    <a:lnTo>
                      <a:pt x="150" y="98"/>
                    </a:lnTo>
                    <a:lnTo>
                      <a:pt x="152" y="96"/>
                    </a:lnTo>
                    <a:lnTo>
                      <a:pt x="132" y="96"/>
                    </a:lnTo>
                    <a:lnTo>
                      <a:pt x="132" y="96"/>
                    </a:lnTo>
                    <a:lnTo>
                      <a:pt x="130" y="94"/>
                    </a:lnTo>
                    <a:lnTo>
                      <a:pt x="128" y="88"/>
                    </a:lnTo>
                    <a:lnTo>
                      <a:pt x="128" y="88"/>
                    </a:lnTo>
                    <a:lnTo>
                      <a:pt x="126" y="84"/>
                    </a:lnTo>
                    <a:lnTo>
                      <a:pt x="126" y="78"/>
                    </a:lnTo>
                    <a:lnTo>
                      <a:pt x="126" y="78"/>
                    </a:lnTo>
                    <a:lnTo>
                      <a:pt x="132" y="72"/>
                    </a:lnTo>
                    <a:lnTo>
                      <a:pt x="132" y="72"/>
                    </a:lnTo>
                    <a:lnTo>
                      <a:pt x="128" y="62"/>
                    </a:lnTo>
                    <a:lnTo>
                      <a:pt x="128" y="62"/>
                    </a:lnTo>
                    <a:lnTo>
                      <a:pt x="126" y="56"/>
                    </a:lnTo>
                    <a:lnTo>
                      <a:pt x="124" y="50"/>
                    </a:lnTo>
                    <a:lnTo>
                      <a:pt x="124" y="50"/>
                    </a:lnTo>
                    <a:lnTo>
                      <a:pt x="122" y="50"/>
                    </a:lnTo>
                    <a:lnTo>
                      <a:pt x="120" y="50"/>
                    </a:lnTo>
                    <a:lnTo>
                      <a:pt x="114" y="50"/>
                    </a:lnTo>
                    <a:lnTo>
                      <a:pt x="114" y="50"/>
                    </a:lnTo>
                    <a:lnTo>
                      <a:pt x="110" y="50"/>
                    </a:lnTo>
                    <a:lnTo>
                      <a:pt x="104" y="48"/>
                    </a:lnTo>
                    <a:lnTo>
                      <a:pt x="104" y="48"/>
                    </a:lnTo>
                    <a:lnTo>
                      <a:pt x="102" y="48"/>
                    </a:lnTo>
                    <a:lnTo>
                      <a:pt x="98" y="46"/>
                    </a:lnTo>
                    <a:lnTo>
                      <a:pt x="94" y="42"/>
                    </a:lnTo>
                    <a:lnTo>
                      <a:pt x="94" y="42"/>
                    </a:lnTo>
                    <a:lnTo>
                      <a:pt x="92" y="40"/>
                    </a:lnTo>
                    <a:lnTo>
                      <a:pt x="88" y="36"/>
                    </a:lnTo>
                    <a:lnTo>
                      <a:pt x="88" y="36"/>
                    </a:lnTo>
                    <a:lnTo>
                      <a:pt x="82" y="32"/>
                    </a:lnTo>
                    <a:lnTo>
                      <a:pt x="78" y="28"/>
                    </a:lnTo>
                    <a:lnTo>
                      <a:pt x="78" y="28"/>
                    </a:lnTo>
                    <a:lnTo>
                      <a:pt x="74" y="26"/>
                    </a:lnTo>
                    <a:lnTo>
                      <a:pt x="72" y="26"/>
                    </a:lnTo>
                    <a:lnTo>
                      <a:pt x="70" y="28"/>
                    </a:lnTo>
                    <a:lnTo>
                      <a:pt x="68" y="28"/>
                    </a:lnTo>
                    <a:lnTo>
                      <a:pt x="68" y="28"/>
                    </a:lnTo>
                    <a:lnTo>
                      <a:pt x="62" y="26"/>
                    </a:lnTo>
                    <a:lnTo>
                      <a:pt x="62" y="26"/>
                    </a:lnTo>
                    <a:lnTo>
                      <a:pt x="58" y="22"/>
                    </a:lnTo>
                    <a:lnTo>
                      <a:pt x="56" y="18"/>
                    </a:lnTo>
                    <a:lnTo>
                      <a:pt x="56" y="18"/>
                    </a:lnTo>
                    <a:lnTo>
                      <a:pt x="56" y="14"/>
                    </a:lnTo>
                    <a:lnTo>
                      <a:pt x="58" y="10"/>
                    </a:lnTo>
                    <a:lnTo>
                      <a:pt x="60" y="4"/>
                    </a:lnTo>
                    <a:lnTo>
                      <a:pt x="58" y="0"/>
                    </a:lnTo>
                    <a:lnTo>
                      <a:pt x="52" y="0"/>
                    </a:lnTo>
                    <a:lnTo>
                      <a:pt x="52" y="0"/>
                    </a:lnTo>
                    <a:lnTo>
                      <a:pt x="44" y="2"/>
                    </a:lnTo>
                    <a:lnTo>
                      <a:pt x="36" y="4"/>
                    </a:lnTo>
                    <a:lnTo>
                      <a:pt x="36" y="4"/>
                    </a:lnTo>
                    <a:lnTo>
                      <a:pt x="30" y="8"/>
                    </a:lnTo>
                    <a:lnTo>
                      <a:pt x="26" y="12"/>
                    </a:lnTo>
                    <a:lnTo>
                      <a:pt x="22" y="20"/>
                    </a:lnTo>
                    <a:lnTo>
                      <a:pt x="16" y="22"/>
                    </a:lnTo>
                    <a:lnTo>
                      <a:pt x="16" y="22"/>
                    </a:lnTo>
                    <a:lnTo>
                      <a:pt x="16" y="22"/>
                    </a:lnTo>
                    <a:lnTo>
                      <a:pt x="14" y="24"/>
                    </a:lnTo>
                    <a:lnTo>
                      <a:pt x="14" y="26"/>
                    </a:lnTo>
                    <a:lnTo>
                      <a:pt x="14" y="26"/>
                    </a:lnTo>
                    <a:lnTo>
                      <a:pt x="14" y="28"/>
                    </a:lnTo>
                    <a:lnTo>
                      <a:pt x="12" y="28"/>
                    </a:lnTo>
                    <a:lnTo>
                      <a:pt x="10" y="30"/>
                    </a:lnTo>
                    <a:lnTo>
                      <a:pt x="6" y="28"/>
                    </a:lnTo>
                    <a:lnTo>
                      <a:pt x="6" y="28"/>
                    </a:lnTo>
                    <a:lnTo>
                      <a:pt x="2" y="28"/>
                    </a:lnTo>
                    <a:lnTo>
                      <a:pt x="0" y="28"/>
                    </a:lnTo>
                    <a:lnTo>
                      <a:pt x="8" y="44"/>
                    </a:lnTo>
                    <a:lnTo>
                      <a:pt x="4" y="54"/>
                    </a:lnTo>
                    <a:lnTo>
                      <a:pt x="4" y="54"/>
                    </a:lnTo>
                    <a:lnTo>
                      <a:pt x="4" y="60"/>
                    </a:lnTo>
                    <a:lnTo>
                      <a:pt x="4" y="66"/>
                    </a:lnTo>
                    <a:lnTo>
                      <a:pt x="4" y="66"/>
                    </a:lnTo>
                    <a:lnTo>
                      <a:pt x="8" y="74"/>
                    </a:lnTo>
                    <a:lnTo>
                      <a:pt x="8" y="74"/>
                    </a:lnTo>
                    <a:lnTo>
                      <a:pt x="6" y="76"/>
                    </a:lnTo>
                    <a:lnTo>
                      <a:pt x="6" y="80"/>
                    </a:lnTo>
                    <a:lnTo>
                      <a:pt x="6" y="80"/>
                    </a:lnTo>
                    <a:lnTo>
                      <a:pt x="8" y="84"/>
                    </a:lnTo>
                    <a:lnTo>
                      <a:pt x="8" y="86"/>
                    </a:lnTo>
                    <a:lnTo>
                      <a:pt x="10" y="8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2" name="Freeform 262">
                <a:extLst>
                  <a:ext uri="{FF2B5EF4-FFF2-40B4-BE49-F238E27FC236}">
                    <a16:creationId xmlns:a16="http://schemas.microsoft.com/office/drawing/2014/main" id="{2165D50B-974C-1140-A741-9515F4DA509F}"/>
                  </a:ext>
                </a:extLst>
              </p:cNvPr>
              <p:cNvSpPr>
                <a:spLocks noEditPoints="1"/>
              </p:cNvSpPr>
              <p:nvPr/>
            </p:nvSpPr>
            <p:spPr bwMode="auto">
              <a:xfrm>
                <a:off x="3975377" y="5112491"/>
                <a:ext cx="509349" cy="1245463"/>
              </a:xfrm>
              <a:custGeom>
                <a:avLst/>
                <a:gdLst>
                  <a:gd name="T0" fmla="*/ 116 w 260"/>
                  <a:gd name="T1" fmla="*/ 10 h 622"/>
                  <a:gd name="T2" fmla="*/ 80 w 260"/>
                  <a:gd name="T3" fmla="*/ 16 h 622"/>
                  <a:gd name="T4" fmla="*/ 76 w 260"/>
                  <a:gd name="T5" fmla="*/ 40 h 622"/>
                  <a:gd name="T6" fmla="*/ 70 w 260"/>
                  <a:gd name="T7" fmla="*/ 74 h 622"/>
                  <a:gd name="T8" fmla="*/ 62 w 260"/>
                  <a:gd name="T9" fmla="*/ 102 h 622"/>
                  <a:gd name="T10" fmla="*/ 50 w 260"/>
                  <a:gd name="T11" fmla="*/ 148 h 622"/>
                  <a:gd name="T12" fmla="*/ 46 w 260"/>
                  <a:gd name="T13" fmla="*/ 192 h 622"/>
                  <a:gd name="T14" fmla="*/ 38 w 260"/>
                  <a:gd name="T15" fmla="*/ 236 h 622"/>
                  <a:gd name="T16" fmla="*/ 32 w 260"/>
                  <a:gd name="T17" fmla="*/ 258 h 622"/>
                  <a:gd name="T18" fmla="*/ 30 w 260"/>
                  <a:gd name="T19" fmla="*/ 292 h 622"/>
                  <a:gd name="T20" fmla="*/ 16 w 260"/>
                  <a:gd name="T21" fmla="*/ 326 h 622"/>
                  <a:gd name="T22" fmla="*/ 18 w 260"/>
                  <a:gd name="T23" fmla="*/ 352 h 622"/>
                  <a:gd name="T24" fmla="*/ 20 w 260"/>
                  <a:gd name="T25" fmla="*/ 388 h 622"/>
                  <a:gd name="T26" fmla="*/ 24 w 260"/>
                  <a:gd name="T27" fmla="*/ 412 h 622"/>
                  <a:gd name="T28" fmla="*/ 18 w 260"/>
                  <a:gd name="T29" fmla="*/ 432 h 622"/>
                  <a:gd name="T30" fmla="*/ 18 w 260"/>
                  <a:gd name="T31" fmla="*/ 462 h 622"/>
                  <a:gd name="T32" fmla="*/ 14 w 260"/>
                  <a:gd name="T33" fmla="*/ 488 h 622"/>
                  <a:gd name="T34" fmla="*/ 0 w 260"/>
                  <a:gd name="T35" fmla="*/ 518 h 622"/>
                  <a:gd name="T36" fmla="*/ 10 w 260"/>
                  <a:gd name="T37" fmla="*/ 530 h 622"/>
                  <a:gd name="T38" fmla="*/ 22 w 260"/>
                  <a:gd name="T39" fmla="*/ 564 h 622"/>
                  <a:gd name="T40" fmla="*/ 56 w 260"/>
                  <a:gd name="T41" fmla="*/ 554 h 622"/>
                  <a:gd name="T42" fmla="*/ 58 w 260"/>
                  <a:gd name="T43" fmla="*/ 534 h 622"/>
                  <a:gd name="T44" fmla="*/ 58 w 260"/>
                  <a:gd name="T45" fmla="*/ 520 h 622"/>
                  <a:gd name="T46" fmla="*/ 76 w 260"/>
                  <a:gd name="T47" fmla="*/ 520 h 622"/>
                  <a:gd name="T48" fmla="*/ 82 w 260"/>
                  <a:gd name="T49" fmla="*/ 500 h 622"/>
                  <a:gd name="T50" fmla="*/ 102 w 260"/>
                  <a:gd name="T51" fmla="*/ 482 h 622"/>
                  <a:gd name="T52" fmla="*/ 92 w 260"/>
                  <a:gd name="T53" fmla="*/ 464 h 622"/>
                  <a:gd name="T54" fmla="*/ 74 w 260"/>
                  <a:gd name="T55" fmla="*/ 444 h 622"/>
                  <a:gd name="T56" fmla="*/ 104 w 260"/>
                  <a:gd name="T57" fmla="*/ 424 h 622"/>
                  <a:gd name="T58" fmla="*/ 108 w 260"/>
                  <a:gd name="T59" fmla="*/ 402 h 622"/>
                  <a:gd name="T60" fmla="*/ 112 w 260"/>
                  <a:gd name="T61" fmla="*/ 378 h 622"/>
                  <a:gd name="T62" fmla="*/ 124 w 260"/>
                  <a:gd name="T63" fmla="*/ 382 h 622"/>
                  <a:gd name="T64" fmla="*/ 124 w 260"/>
                  <a:gd name="T65" fmla="*/ 368 h 622"/>
                  <a:gd name="T66" fmla="*/ 114 w 260"/>
                  <a:gd name="T67" fmla="*/ 358 h 622"/>
                  <a:gd name="T68" fmla="*/ 112 w 260"/>
                  <a:gd name="T69" fmla="*/ 344 h 622"/>
                  <a:gd name="T70" fmla="*/ 132 w 260"/>
                  <a:gd name="T71" fmla="*/ 352 h 622"/>
                  <a:gd name="T72" fmla="*/ 148 w 260"/>
                  <a:gd name="T73" fmla="*/ 336 h 622"/>
                  <a:gd name="T74" fmla="*/ 144 w 260"/>
                  <a:gd name="T75" fmla="*/ 310 h 622"/>
                  <a:gd name="T76" fmla="*/ 152 w 260"/>
                  <a:gd name="T77" fmla="*/ 306 h 622"/>
                  <a:gd name="T78" fmla="*/ 188 w 260"/>
                  <a:gd name="T79" fmla="*/ 300 h 622"/>
                  <a:gd name="T80" fmla="*/ 222 w 260"/>
                  <a:gd name="T81" fmla="*/ 258 h 622"/>
                  <a:gd name="T82" fmla="*/ 210 w 260"/>
                  <a:gd name="T83" fmla="*/ 250 h 622"/>
                  <a:gd name="T84" fmla="*/ 200 w 260"/>
                  <a:gd name="T85" fmla="*/ 230 h 622"/>
                  <a:gd name="T86" fmla="*/ 194 w 260"/>
                  <a:gd name="T87" fmla="*/ 212 h 622"/>
                  <a:gd name="T88" fmla="*/ 202 w 260"/>
                  <a:gd name="T89" fmla="*/ 180 h 622"/>
                  <a:gd name="T90" fmla="*/ 208 w 260"/>
                  <a:gd name="T91" fmla="*/ 154 h 622"/>
                  <a:gd name="T92" fmla="*/ 222 w 260"/>
                  <a:gd name="T93" fmla="*/ 124 h 622"/>
                  <a:gd name="T94" fmla="*/ 244 w 260"/>
                  <a:gd name="T95" fmla="*/ 102 h 622"/>
                  <a:gd name="T96" fmla="*/ 260 w 260"/>
                  <a:gd name="T97" fmla="*/ 92 h 622"/>
                  <a:gd name="T98" fmla="*/ 252 w 260"/>
                  <a:gd name="T99" fmla="*/ 68 h 622"/>
                  <a:gd name="T100" fmla="*/ 244 w 260"/>
                  <a:gd name="T101" fmla="*/ 86 h 622"/>
                  <a:gd name="T102" fmla="*/ 216 w 260"/>
                  <a:gd name="T103" fmla="*/ 96 h 622"/>
                  <a:gd name="T104" fmla="*/ 194 w 260"/>
                  <a:gd name="T105" fmla="*/ 94 h 622"/>
                  <a:gd name="T106" fmla="*/ 204 w 260"/>
                  <a:gd name="T107" fmla="*/ 60 h 622"/>
                  <a:gd name="T108" fmla="*/ 180 w 260"/>
                  <a:gd name="T109" fmla="*/ 42 h 622"/>
                  <a:gd name="T110" fmla="*/ 162 w 260"/>
                  <a:gd name="T111" fmla="*/ 20 h 622"/>
                  <a:gd name="T112" fmla="*/ 80 w 260"/>
                  <a:gd name="T113" fmla="*/ 620 h 622"/>
                  <a:gd name="T114" fmla="*/ 102 w 260"/>
                  <a:gd name="T115" fmla="*/ 620 h 622"/>
                  <a:gd name="T116" fmla="*/ 80 w 260"/>
                  <a:gd name="T117" fmla="*/ 606 h 622"/>
                  <a:gd name="T118" fmla="*/ 62 w 260"/>
                  <a:gd name="T119" fmla="*/ 586 h 622"/>
                  <a:gd name="T120" fmla="*/ 60 w 260"/>
                  <a:gd name="T121" fmla="*/ 574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622">
                    <a:moveTo>
                      <a:pt x="144" y="2"/>
                    </a:moveTo>
                    <a:lnTo>
                      <a:pt x="126" y="2"/>
                    </a:lnTo>
                    <a:lnTo>
                      <a:pt x="126" y="2"/>
                    </a:lnTo>
                    <a:lnTo>
                      <a:pt x="124" y="0"/>
                    </a:lnTo>
                    <a:lnTo>
                      <a:pt x="122" y="2"/>
                    </a:lnTo>
                    <a:lnTo>
                      <a:pt x="120" y="4"/>
                    </a:lnTo>
                    <a:lnTo>
                      <a:pt x="120" y="4"/>
                    </a:lnTo>
                    <a:lnTo>
                      <a:pt x="116" y="12"/>
                    </a:lnTo>
                    <a:lnTo>
                      <a:pt x="116" y="12"/>
                    </a:lnTo>
                    <a:lnTo>
                      <a:pt x="116" y="10"/>
                    </a:lnTo>
                    <a:lnTo>
                      <a:pt x="116" y="10"/>
                    </a:lnTo>
                    <a:lnTo>
                      <a:pt x="110" y="2"/>
                    </a:lnTo>
                    <a:lnTo>
                      <a:pt x="102" y="2"/>
                    </a:lnTo>
                    <a:lnTo>
                      <a:pt x="102" y="2"/>
                    </a:lnTo>
                    <a:lnTo>
                      <a:pt x="94" y="2"/>
                    </a:lnTo>
                    <a:lnTo>
                      <a:pt x="90" y="0"/>
                    </a:lnTo>
                    <a:lnTo>
                      <a:pt x="80" y="8"/>
                    </a:lnTo>
                    <a:lnTo>
                      <a:pt x="80" y="8"/>
                    </a:lnTo>
                    <a:lnTo>
                      <a:pt x="80" y="12"/>
                    </a:lnTo>
                    <a:lnTo>
                      <a:pt x="80" y="16"/>
                    </a:lnTo>
                    <a:lnTo>
                      <a:pt x="82" y="18"/>
                    </a:lnTo>
                    <a:lnTo>
                      <a:pt x="82" y="18"/>
                    </a:lnTo>
                    <a:lnTo>
                      <a:pt x="86" y="22"/>
                    </a:lnTo>
                    <a:lnTo>
                      <a:pt x="86" y="24"/>
                    </a:lnTo>
                    <a:lnTo>
                      <a:pt x="84" y="32"/>
                    </a:lnTo>
                    <a:lnTo>
                      <a:pt x="84" y="32"/>
                    </a:lnTo>
                    <a:lnTo>
                      <a:pt x="84" y="36"/>
                    </a:lnTo>
                    <a:lnTo>
                      <a:pt x="80" y="36"/>
                    </a:lnTo>
                    <a:lnTo>
                      <a:pt x="78" y="38"/>
                    </a:lnTo>
                    <a:lnTo>
                      <a:pt x="76" y="40"/>
                    </a:lnTo>
                    <a:lnTo>
                      <a:pt x="76" y="40"/>
                    </a:lnTo>
                    <a:lnTo>
                      <a:pt x="74" y="44"/>
                    </a:lnTo>
                    <a:lnTo>
                      <a:pt x="70" y="46"/>
                    </a:lnTo>
                    <a:lnTo>
                      <a:pt x="68" y="46"/>
                    </a:lnTo>
                    <a:lnTo>
                      <a:pt x="66" y="48"/>
                    </a:lnTo>
                    <a:lnTo>
                      <a:pt x="66" y="48"/>
                    </a:lnTo>
                    <a:lnTo>
                      <a:pt x="66" y="64"/>
                    </a:lnTo>
                    <a:lnTo>
                      <a:pt x="66" y="64"/>
                    </a:lnTo>
                    <a:lnTo>
                      <a:pt x="70" y="72"/>
                    </a:lnTo>
                    <a:lnTo>
                      <a:pt x="70" y="74"/>
                    </a:lnTo>
                    <a:lnTo>
                      <a:pt x="68" y="76"/>
                    </a:lnTo>
                    <a:lnTo>
                      <a:pt x="68" y="76"/>
                    </a:lnTo>
                    <a:lnTo>
                      <a:pt x="66" y="78"/>
                    </a:lnTo>
                    <a:lnTo>
                      <a:pt x="66" y="80"/>
                    </a:lnTo>
                    <a:lnTo>
                      <a:pt x="68" y="84"/>
                    </a:lnTo>
                    <a:lnTo>
                      <a:pt x="68" y="84"/>
                    </a:lnTo>
                    <a:lnTo>
                      <a:pt x="68" y="90"/>
                    </a:lnTo>
                    <a:lnTo>
                      <a:pt x="66" y="96"/>
                    </a:lnTo>
                    <a:lnTo>
                      <a:pt x="66" y="96"/>
                    </a:lnTo>
                    <a:lnTo>
                      <a:pt x="62" y="102"/>
                    </a:lnTo>
                    <a:lnTo>
                      <a:pt x="60" y="108"/>
                    </a:lnTo>
                    <a:lnTo>
                      <a:pt x="60" y="108"/>
                    </a:lnTo>
                    <a:lnTo>
                      <a:pt x="58" y="112"/>
                    </a:lnTo>
                    <a:lnTo>
                      <a:pt x="56" y="114"/>
                    </a:lnTo>
                    <a:lnTo>
                      <a:pt x="54" y="116"/>
                    </a:lnTo>
                    <a:lnTo>
                      <a:pt x="52" y="122"/>
                    </a:lnTo>
                    <a:lnTo>
                      <a:pt x="52" y="122"/>
                    </a:lnTo>
                    <a:lnTo>
                      <a:pt x="50" y="140"/>
                    </a:lnTo>
                    <a:lnTo>
                      <a:pt x="50" y="140"/>
                    </a:lnTo>
                    <a:lnTo>
                      <a:pt x="50" y="148"/>
                    </a:lnTo>
                    <a:lnTo>
                      <a:pt x="50" y="154"/>
                    </a:lnTo>
                    <a:lnTo>
                      <a:pt x="50" y="154"/>
                    </a:lnTo>
                    <a:lnTo>
                      <a:pt x="48" y="158"/>
                    </a:lnTo>
                    <a:lnTo>
                      <a:pt x="46" y="166"/>
                    </a:lnTo>
                    <a:lnTo>
                      <a:pt x="46" y="166"/>
                    </a:lnTo>
                    <a:lnTo>
                      <a:pt x="46" y="174"/>
                    </a:lnTo>
                    <a:lnTo>
                      <a:pt x="46" y="180"/>
                    </a:lnTo>
                    <a:lnTo>
                      <a:pt x="46" y="180"/>
                    </a:lnTo>
                    <a:lnTo>
                      <a:pt x="46" y="188"/>
                    </a:lnTo>
                    <a:lnTo>
                      <a:pt x="46" y="192"/>
                    </a:lnTo>
                    <a:lnTo>
                      <a:pt x="46" y="192"/>
                    </a:lnTo>
                    <a:lnTo>
                      <a:pt x="42" y="198"/>
                    </a:lnTo>
                    <a:lnTo>
                      <a:pt x="44" y="204"/>
                    </a:lnTo>
                    <a:lnTo>
                      <a:pt x="44" y="204"/>
                    </a:lnTo>
                    <a:lnTo>
                      <a:pt x="44" y="210"/>
                    </a:lnTo>
                    <a:lnTo>
                      <a:pt x="44" y="216"/>
                    </a:lnTo>
                    <a:lnTo>
                      <a:pt x="44" y="216"/>
                    </a:lnTo>
                    <a:lnTo>
                      <a:pt x="42" y="226"/>
                    </a:lnTo>
                    <a:lnTo>
                      <a:pt x="38" y="236"/>
                    </a:lnTo>
                    <a:lnTo>
                      <a:pt x="38" y="236"/>
                    </a:lnTo>
                    <a:lnTo>
                      <a:pt x="36" y="242"/>
                    </a:lnTo>
                    <a:lnTo>
                      <a:pt x="38" y="246"/>
                    </a:lnTo>
                    <a:lnTo>
                      <a:pt x="38" y="246"/>
                    </a:lnTo>
                    <a:lnTo>
                      <a:pt x="38" y="252"/>
                    </a:lnTo>
                    <a:lnTo>
                      <a:pt x="38" y="256"/>
                    </a:lnTo>
                    <a:lnTo>
                      <a:pt x="38" y="256"/>
                    </a:lnTo>
                    <a:lnTo>
                      <a:pt x="36" y="258"/>
                    </a:lnTo>
                    <a:lnTo>
                      <a:pt x="34" y="258"/>
                    </a:lnTo>
                    <a:lnTo>
                      <a:pt x="32" y="258"/>
                    </a:lnTo>
                    <a:lnTo>
                      <a:pt x="32" y="258"/>
                    </a:lnTo>
                    <a:lnTo>
                      <a:pt x="30" y="262"/>
                    </a:lnTo>
                    <a:lnTo>
                      <a:pt x="28" y="264"/>
                    </a:lnTo>
                    <a:lnTo>
                      <a:pt x="26" y="268"/>
                    </a:lnTo>
                    <a:lnTo>
                      <a:pt x="26" y="268"/>
                    </a:lnTo>
                    <a:lnTo>
                      <a:pt x="26" y="274"/>
                    </a:lnTo>
                    <a:lnTo>
                      <a:pt x="26" y="282"/>
                    </a:lnTo>
                    <a:lnTo>
                      <a:pt x="26" y="282"/>
                    </a:lnTo>
                    <a:lnTo>
                      <a:pt x="26" y="284"/>
                    </a:lnTo>
                    <a:lnTo>
                      <a:pt x="28" y="286"/>
                    </a:lnTo>
                    <a:lnTo>
                      <a:pt x="30" y="292"/>
                    </a:lnTo>
                    <a:lnTo>
                      <a:pt x="30" y="292"/>
                    </a:lnTo>
                    <a:lnTo>
                      <a:pt x="28" y="294"/>
                    </a:lnTo>
                    <a:lnTo>
                      <a:pt x="28" y="294"/>
                    </a:lnTo>
                    <a:lnTo>
                      <a:pt x="26" y="296"/>
                    </a:lnTo>
                    <a:lnTo>
                      <a:pt x="26" y="296"/>
                    </a:lnTo>
                    <a:lnTo>
                      <a:pt x="22" y="306"/>
                    </a:lnTo>
                    <a:lnTo>
                      <a:pt x="20" y="316"/>
                    </a:lnTo>
                    <a:lnTo>
                      <a:pt x="20" y="316"/>
                    </a:lnTo>
                    <a:lnTo>
                      <a:pt x="20" y="322"/>
                    </a:lnTo>
                    <a:lnTo>
                      <a:pt x="16" y="326"/>
                    </a:lnTo>
                    <a:lnTo>
                      <a:pt x="16" y="326"/>
                    </a:lnTo>
                    <a:lnTo>
                      <a:pt x="14" y="330"/>
                    </a:lnTo>
                    <a:lnTo>
                      <a:pt x="16" y="332"/>
                    </a:lnTo>
                    <a:lnTo>
                      <a:pt x="16" y="336"/>
                    </a:lnTo>
                    <a:lnTo>
                      <a:pt x="18" y="340"/>
                    </a:lnTo>
                    <a:lnTo>
                      <a:pt x="18" y="340"/>
                    </a:lnTo>
                    <a:lnTo>
                      <a:pt x="16" y="346"/>
                    </a:lnTo>
                    <a:lnTo>
                      <a:pt x="16" y="350"/>
                    </a:lnTo>
                    <a:lnTo>
                      <a:pt x="18" y="352"/>
                    </a:lnTo>
                    <a:lnTo>
                      <a:pt x="18" y="352"/>
                    </a:lnTo>
                    <a:lnTo>
                      <a:pt x="22" y="352"/>
                    </a:lnTo>
                    <a:lnTo>
                      <a:pt x="22" y="356"/>
                    </a:lnTo>
                    <a:lnTo>
                      <a:pt x="22" y="356"/>
                    </a:lnTo>
                    <a:lnTo>
                      <a:pt x="22" y="368"/>
                    </a:lnTo>
                    <a:lnTo>
                      <a:pt x="22" y="368"/>
                    </a:lnTo>
                    <a:lnTo>
                      <a:pt x="18" y="376"/>
                    </a:lnTo>
                    <a:lnTo>
                      <a:pt x="18" y="380"/>
                    </a:lnTo>
                    <a:lnTo>
                      <a:pt x="18" y="382"/>
                    </a:lnTo>
                    <a:lnTo>
                      <a:pt x="18" y="382"/>
                    </a:lnTo>
                    <a:lnTo>
                      <a:pt x="20" y="388"/>
                    </a:lnTo>
                    <a:lnTo>
                      <a:pt x="22" y="390"/>
                    </a:lnTo>
                    <a:lnTo>
                      <a:pt x="22" y="392"/>
                    </a:lnTo>
                    <a:lnTo>
                      <a:pt x="22" y="392"/>
                    </a:lnTo>
                    <a:lnTo>
                      <a:pt x="22" y="396"/>
                    </a:lnTo>
                    <a:lnTo>
                      <a:pt x="22" y="402"/>
                    </a:lnTo>
                    <a:lnTo>
                      <a:pt x="22" y="402"/>
                    </a:lnTo>
                    <a:lnTo>
                      <a:pt x="24" y="408"/>
                    </a:lnTo>
                    <a:lnTo>
                      <a:pt x="24" y="410"/>
                    </a:lnTo>
                    <a:lnTo>
                      <a:pt x="24" y="412"/>
                    </a:lnTo>
                    <a:lnTo>
                      <a:pt x="24" y="412"/>
                    </a:lnTo>
                    <a:lnTo>
                      <a:pt x="22" y="416"/>
                    </a:lnTo>
                    <a:lnTo>
                      <a:pt x="22" y="420"/>
                    </a:lnTo>
                    <a:lnTo>
                      <a:pt x="22" y="420"/>
                    </a:lnTo>
                    <a:lnTo>
                      <a:pt x="24" y="424"/>
                    </a:lnTo>
                    <a:lnTo>
                      <a:pt x="24" y="424"/>
                    </a:lnTo>
                    <a:lnTo>
                      <a:pt x="22" y="426"/>
                    </a:lnTo>
                    <a:lnTo>
                      <a:pt x="22" y="426"/>
                    </a:lnTo>
                    <a:lnTo>
                      <a:pt x="20" y="426"/>
                    </a:lnTo>
                    <a:lnTo>
                      <a:pt x="20" y="428"/>
                    </a:lnTo>
                    <a:lnTo>
                      <a:pt x="18" y="432"/>
                    </a:lnTo>
                    <a:lnTo>
                      <a:pt x="18" y="432"/>
                    </a:lnTo>
                    <a:lnTo>
                      <a:pt x="18" y="432"/>
                    </a:lnTo>
                    <a:lnTo>
                      <a:pt x="18" y="434"/>
                    </a:lnTo>
                    <a:lnTo>
                      <a:pt x="20" y="440"/>
                    </a:lnTo>
                    <a:lnTo>
                      <a:pt x="20" y="440"/>
                    </a:lnTo>
                    <a:lnTo>
                      <a:pt x="20" y="444"/>
                    </a:lnTo>
                    <a:lnTo>
                      <a:pt x="20" y="450"/>
                    </a:lnTo>
                    <a:lnTo>
                      <a:pt x="20" y="450"/>
                    </a:lnTo>
                    <a:lnTo>
                      <a:pt x="18" y="456"/>
                    </a:lnTo>
                    <a:lnTo>
                      <a:pt x="18" y="462"/>
                    </a:lnTo>
                    <a:lnTo>
                      <a:pt x="18" y="462"/>
                    </a:lnTo>
                    <a:lnTo>
                      <a:pt x="18" y="466"/>
                    </a:lnTo>
                    <a:lnTo>
                      <a:pt x="18" y="468"/>
                    </a:lnTo>
                    <a:lnTo>
                      <a:pt x="18" y="468"/>
                    </a:lnTo>
                    <a:lnTo>
                      <a:pt x="14" y="472"/>
                    </a:lnTo>
                    <a:lnTo>
                      <a:pt x="14" y="472"/>
                    </a:lnTo>
                    <a:lnTo>
                      <a:pt x="12" y="478"/>
                    </a:lnTo>
                    <a:lnTo>
                      <a:pt x="12" y="482"/>
                    </a:lnTo>
                    <a:lnTo>
                      <a:pt x="12" y="482"/>
                    </a:lnTo>
                    <a:lnTo>
                      <a:pt x="14" y="488"/>
                    </a:lnTo>
                    <a:lnTo>
                      <a:pt x="10" y="492"/>
                    </a:lnTo>
                    <a:lnTo>
                      <a:pt x="10" y="492"/>
                    </a:lnTo>
                    <a:lnTo>
                      <a:pt x="4" y="496"/>
                    </a:lnTo>
                    <a:lnTo>
                      <a:pt x="2" y="498"/>
                    </a:lnTo>
                    <a:lnTo>
                      <a:pt x="2" y="500"/>
                    </a:lnTo>
                    <a:lnTo>
                      <a:pt x="2" y="500"/>
                    </a:lnTo>
                    <a:lnTo>
                      <a:pt x="4" y="508"/>
                    </a:lnTo>
                    <a:lnTo>
                      <a:pt x="2" y="512"/>
                    </a:lnTo>
                    <a:lnTo>
                      <a:pt x="2" y="512"/>
                    </a:lnTo>
                    <a:lnTo>
                      <a:pt x="0" y="518"/>
                    </a:lnTo>
                    <a:lnTo>
                      <a:pt x="0" y="524"/>
                    </a:lnTo>
                    <a:lnTo>
                      <a:pt x="0" y="524"/>
                    </a:lnTo>
                    <a:lnTo>
                      <a:pt x="0" y="530"/>
                    </a:lnTo>
                    <a:lnTo>
                      <a:pt x="0" y="532"/>
                    </a:lnTo>
                    <a:lnTo>
                      <a:pt x="2" y="532"/>
                    </a:lnTo>
                    <a:lnTo>
                      <a:pt x="2" y="532"/>
                    </a:lnTo>
                    <a:lnTo>
                      <a:pt x="4" y="532"/>
                    </a:lnTo>
                    <a:lnTo>
                      <a:pt x="6" y="530"/>
                    </a:lnTo>
                    <a:lnTo>
                      <a:pt x="8" y="530"/>
                    </a:lnTo>
                    <a:lnTo>
                      <a:pt x="10" y="530"/>
                    </a:lnTo>
                    <a:lnTo>
                      <a:pt x="10" y="530"/>
                    </a:lnTo>
                    <a:lnTo>
                      <a:pt x="12" y="536"/>
                    </a:lnTo>
                    <a:lnTo>
                      <a:pt x="10" y="540"/>
                    </a:lnTo>
                    <a:lnTo>
                      <a:pt x="10" y="540"/>
                    </a:lnTo>
                    <a:lnTo>
                      <a:pt x="8" y="542"/>
                    </a:lnTo>
                    <a:lnTo>
                      <a:pt x="8" y="544"/>
                    </a:lnTo>
                    <a:lnTo>
                      <a:pt x="10" y="550"/>
                    </a:lnTo>
                    <a:lnTo>
                      <a:pt x="10" y="550"/>
                    </a:lnTo>
                    <a:lnTo>
                      <a:pt x="18" y="558"/>
                    </a:lnTo>
                    <a:lnTo>
                      <a:pt x="22" y="564"/>
                    </a:lnTo>
                    <a:lnTo>
                      <a:pt x="22" y="564"/>
                    </a:lnTo>
                    <a:lnTo>
                      <a:pt x="40" y="562"/>
                    </a:lnTo>
                    <a:lnTo>
                      <a:pt x="40" y="562"/>
                    </a:lnTo>
                    <a:lnTo>
                      <a:pt x="64" y="564"/>
                    </a:lnTo>
                    <a:lnTo>
                      <a:pt x="64" y="564"/>
                    </a:lnTo>
                    <a:lnTo>
                      <a:pt x="60" y="556"/>
                    </a:lnTo>
                    <a:lnTo>
                      <a:pt x="60" y="556"/>
                    </a:lnTo>
                    <a:lnTo>
                      <a:pt x="52" y="556"/>
                    </a:lnTo>
                    <a:lnTo>
                      <a:pt x="52" y="556"/>
                    </a:lnTo>
                    <a:lnTo>
                      <a:pt x="56" y="554"/>
                    </a:lnTo>
                    <a:lnTo>
                      <a:pt x="56" y="552"/>
                    </a:lnTo>
                    <a:lnTo>
                      <a:pt x="54" y="544"/>
                    </a:lnTo>
                    <a:lnTo>
                      <a:pt x="54" y="544"/>
                    </a:lnTo>
                    <a:lnTo>
                      <a:pt x="52" y="546"/>
                    </a:lnTo>
                    <a:lnTo>
                      <a:pt x="52" y="544"/>
                    </a:lnTo>
                    <a:lnTo>
                      <a:pt x="52" y="544"/>
                    </a:lnTo>
                    <a:lnTo>
                      <a:pt x="56" y="542"/>
                    </a:lnTo>
                    <a:lnTo>
                      <a:pt x="56" y="542"/>
                    </a:lnTo>
                    <a:lnTo>
                      <a:pt x="56" y="536"/>
                    </a:lnTo>
                    <a:lnTo>
                      <a:pt x="58" y="534"/>
                    </a:lnTo>
                    <a:lnTo>
                      <a:pt x="60" y="534"/>
                    </a:lnTo>
                    <a:lnTo>
                      <a:pt x="60" y="532"/>
                    </a:lnTo>
                    <a:lnTo>
                      <a:pt x="60" y="532"/>
                    </a:lnTo>
                    <a:lnTo>
                      <a:pt x="64" y="532"/>
                    </a:lnTo>
                    <a:lnTo>
                      <a:pt x="64" y="532"/>
                    </a:lnTo>
                    <a:lnTo>
                      <a:pt x="64" y="528"/>
                    </a:lnTo>
                    <a:lnTo>
                      <a:pt x="64" y="528"/>
                    </a:lnTo>
                    <a:lnTo>
                      <a:pt x="58" y="524"/>
                    </a:lnTo>
                    <a:lnTo>
                      <a:pt x="58" y="524"/>
                    </a:lnTo>
                    <a:lnTo>
                      <a:pt x="58" y="520"/>
                    </a:lnTo>
                    <a:lnTo>
                      <a:pt x="58" y="520"/>
                    </a:lnTo>
                    <a:lnTo>
                      <a:pt x="60" y="518"/>
                    </a:lnTo>
                    <a:lnTo>
                      <a:pt x="60" y="518"/>
                    </a:lnTo>
                    <a:lnTo>
                      <a:pt x="64" y="520"/>
                    </a:lnTo>
                    <a:lnTo>
                      <a:pt x="64" y="520"/>
                    </a:lnTo>
                    <a:lnTo>
                      <a:pt x="66" y="526"/>
                    </a:lnTo>
                    <a:lnTo>
                      <a:pt x="66" y="526"/>
                    </a:lnTo>
                    <a:lnTo>
                      <a:pt x="72" y="524"/>
                    </a:lnTo>
                    <a:lnTo>
                      <a:pt x="76" y="520"/>
                    </a:lnTo>
                    <a:lnTo>
                      <a:pt x="76" y="520"/>
                    </a:lnTo>
                    <a:lnTo>
                      <a:pt x="76" y="516"/>
                    </a:lnTo>
                    <a:lnTo>
                      <a:pt x="76" y="514"/>
                    </a:lnTo>
                    <a:lnTo>
                      <a:pt x="76" y="512"/>
                    </a:lnTo>
                    <a:lnTo>
                      <a:pt x="76" y="512"/>
                    </a:lnTo>
                    <a:lnTo>
                      <a:pt x="74" y="512"/>
                    </a:lnTo>
                    <a:lnTo>
                      <a:pt x="72" y="512"/>
                    </a:lnTo>
                    <a:lnTo>
                      <a:pt x="72" y="510"/>
                    </a:lnTo>
                    <a:lnTo>
                      <a:pt x="72" y="510"/>
                    </a:lnTo>
                    <a:lnTo>
                      <a:pt x="76" y="506"/>
                    </a:lnTo>
                    <a:lnTo>
                      <a:pt x="82" y="500"/>
                    </a:lnTo>
                    <a:lnTo>
                      <a:pt x="82" y="500"/>
                    </a:lnTo>
                    <a:lnTo>
                      <a:pt x="82" y="496"/>
                    </a:lnTo>
                    <a:lnTo>
                      <a:pt x="82" y="496"/>
                    </a:lnTo>
                    <a:lnTo>
                      <a:pt x="86" y="496"/>
                    </a:lnTo>
                    <a:lnTo>
                      <a:pt x="86" y="496"/>
                    </a:lnTo>
                    <a:lnTo>
                      <a:pt x="90" y="490"/>
                    </a:lnTo>
                    <a:lnTo>
                      <a:pt x="90" y="490"/>
                    </a:lnTo>
                    <a:lnTo>
                      <a:pt x="92" y="490"/>
                    </a:lnTo>
                    <a:lnTo>
                      <a:pt x="92" y="490"/>
                    </a:lnTo>
                    <a:lnTo>
                      <a:pt x="102" y="482"/>
                    </a:lnTo>
                    <a:lnTo>
                      <a:pt x="102" y="482"/>
                    </a:lnTo>
                    <a:lnTo>
                      <a:pt x="96" y="478"/>
                    </a:lnTo>
                    <a:lnTo>
                      <a:pt x="96" y="478"/>
                    </a:lnTo>
                    <a:lnTo>
                      <a:pt x="96" y="478"/>
                    </a:lnTo>
                    <a:lnTo>
                      <a:pt x="98" y="476"/>
                    </a:lnTo>
                    <a:lnTo>
                      <a:pt x="98" y="472"/>
                    </a:lnTo>
                    <a:lnTo>
                      <a:pt x="98" y="466"/>
                    </a:lnTo>
                    <a:lnTo>
                      <a:pt x="98" y="466"/>
                    </a:lnTo>
                    <a:lnTo>
                      <a:pt x="96" y="464"/>
                    </a:lnTo>
                    <a:lnTo>
                      <a:pt x="92" y="464"/>
                    </a:lnTo>
                    <a:lnTo>
                      <a:pt x="86" y="464"/>
                    </a:lnTo>
                    <a:lnTo>
                      <a:pt x="86" y="464"/>
                    </a:lnTo>
                    <a:lnTo>
                      <a:pt x="84" y="458"/>
                    </a:lnTo>
                    <a:lnTo>
                      <a:pt x="84" y="458"/>
                    </a:lnTo>
                    <a:lnTo>
                      <a:pt x="80" y="456"/>
                    </a:lnTo>
                    <a:lnTo>
                      <a:pt x="80" y="456"/>
                    </a:lnTo>
                    <a:lnTo>
                      <a:pt x="78" y="454"/>
                    </a:lnTo>
                    <a:lnTo>
                      <a:pt x="76" y="450"/>
                    </a:lnTo>
                    <a:lnTo>
                      <a:pt x="76" y="450"/>
                    </a:lnTo>
                    <a:lnTo>
                      <a:pt x="74" y="444"/>
                    </a:lnTo>
                    <a:lnTo>
                      <a:pt x="78" y="440"/>
                    </a:lnTo>
                    <a:lnTo>
                      <a:pt x="80" y="440"/>
                    </a:lnTo>
                    <a:lnTo>
                      <a:pt x="80" y="440"/>
                    </a:lnTo>
                    <a:lnTo>
                      <a:pt x="80" y="436"/>
                    </a:lnTo>
                    <a:lnTo>
                      <a:pt x="80" y="436"/>
                    </a:lnTo>
                    <a:lnTo>
                      <a:pt x="86" y="432"/>
                    </a:lnTo>
                    <a:lnTo>
                      <a:pt x="86" y="432"/>
                    </a:lnTo>
                    <a:lnTo>
                      <a:pt x="92" y="424"/>
                    </a:lnTo>
                    <a:lnTo>
                      <a:pt x="96" y="424"/>
                    </a:lnTo>
                    <a:lnTo>
                      <a:pt x="104" y="424"/>
                    </a:lnTo>
                    <a:lnTo>
                      <a:pt x="104" y="424"/>
                    </a:lnTo>
                    <a:lnTo>
                      <a:pt x="104" y="418"/>
                    </a:lnTo>
                    <a:lnTo>
                      <a:pt x="104" y="418"/>
                    </a:lnTo>
                    <a:lnTo>
                      <a:pt x="102" y="418"/>
                    </a:lnTo>
                    <a:lnTo>
                      <a:pt x="102" y="414"/>
                    </a:lnTo>
                    <a:lnTo>
                      <a:pt x="108" y="410"/>
                    </a:lnTo>
                    <a:lnTo>
                      <a:pt x="108" y="410"/>
                    </a:lnTo>
                    <a:lnTo>
                      <a:pt x="108" y="404"/>
                    </a:lnTo>
                    <a:lnTo>
                      <a:pt x="108" y="402"/>
                    </a:lnTo>
                    <a:lnTo>
                      <a:pt x="108" y="402"/>
                    </a:lnTo>
                    <a:lnTo>
                      <a:pt x="110" y="392"/>
                    </a:lnTo>
                    <a:lnTo>
                      <a:pt x="112" y="386"/>
                    </a:lnTo>
                    <a:lnTo>
                      <a:pt x="114" y="384"/>
                    </a:lnTo>
                    <a:lnTo>
                      <a:pt x="114" y="384"/>
                    </a:lnTo>
                    <a:lnTo>
                      <a:pt x="120" y="382"/>
                    </a:lnTo>
                    <a:lnTo>
                      <a:pt x="120" y="382"/>
                    </a:lnTo>
                    <a:lnTo>
                      <a:pt x="120" y="378"/>
                    </a:lnTo>
                    <a:lnTo>
                      <a:pt x="120" y="378"/>
                    </a:lnTo>
                    <a:lnTo>
                      <a:pt x="112" y="378"/>
                    </a:lnTo>
                    <a:lnTo>
                      <a:pt x="112" y="378"/>
                    </a:lnTo>
                    <a:lnTo>
                      <a:pt x="112" y="378"/>
                    </a:lnTo>
                    <a:lnTo>
                      <a:pt x="112" y="378"/>
                    </a:lnTo>
                    <a:lnTo>
                      <a:pt x="112" y="378"/>
                    </a:lnTo>
                    <a:lnTo>
                      <a:pt x="116" y="376"/>
                    </a:lnTo>
                    <a:lnTo>
                      <a:pt x="122" y="376"/>
                    </a:lnTo>
                    <a:lnTo>
                      <a:pt x="122" y="376"/>
                    </a:lnTo>
                    <a:lnTo>
                      <a:pt x="124" y="378"/>
                    </a:lnTo>
                    <a:lnTo>
                      <a:pt x="124" y="378"/>
                    </a:lnTo>
                    <a:lnTo>
                      <a:pt x="124" y="382"/>
                    </a:lnTo>
                    <a:lnTo>
                      <a:pt x="124" y="382"/>
                    </a:lnTo>
                    <a:lnTo>
                      <a:pt x="128" y="380"/>
                    </a:lnTo>
                    <a:lnTo>
                      <a:pt x="130" y="378"/>
                    </a:lnTo>
                    <a:lnTo>
                      <a:pt x="132" y="376"/>
                    </a:lnTo>
                    <a:lnTo>
                      <a:pt x="132" y="376"/>
                    </a:lnTo>
                    <a:lnTo>
                      <a:pt x="132" y="372"/>
                    </a:lnTo>
                    <a:lnTo>
                      <a:pt x="132" y="372"/>
                    </a:lnTo>
                    <a:lnTo>
                      <a:pt x="130" y="370"/>
                    </a:lnTo>
                    <a:lnTo>
                      <a:pt x="130" y="368"/>
                    </a:lnTo>
                    <a:lnTo>
                      <a:pt x="130" y="368"/>
                    </a:lnTo>
                    <a:lnTo>
                      <a:pt x="124" y="368"/>
                    </a:lnTo>
                    <a:lnTo>
                      <a:pt x="124" y="368"/>
                    </a:lnTo>
                    <a:lnTo>
                      <a:pt x="124" y="372"/>
                    </a:lnTo>
                    <a:lnTo>
                      <a:pt x="124" y="372"/>
                    </a:lnTo>
                    <a:lnTo>
                      <a:pt x="122" y="372"/>
                    </a:lnTo>
                    <a:lnTo>
                      <a:pt x="122" y="372"/>
                    </a:lnTo>
                    <a:lnTo>
                      <a:pt x="116" y="368"/>
                    </a:lnTo>
                    <a:lnTo>
                      <a:pt x="116" y="368"/>
                    </a:lnTo>
                    <a:lnTo>
                      <a:pt x="114" y="368"/>
                    </a:lnTo>
                    <a:lnTo>
                      <a:pt x="114" y="368"/>
                    </a:lnTo>
                    <a:lnTo>
                      <a:pt x="114" y="358"/>
                    </a:lnTo>
                    <a:lnTo>
                      <a:pt x="114" y="358"/>
                    </a:lnTo>
                    <a:lnTo>
                      <a:pt x="108" y="358"/>
                    </a:lnTo>
                    <a:lnTo>
                      <a:pt x="108" y="358"/>
                    </a:lnTo>
                    <a:lnTo>
                      <a:pt x="108" y="356"/>
                    </a:lnTo>
                    <a:lnTo>
                      <a:pt x="108" y="354"/>
                    </a:lnTo>
                    <a:lnTo>
                      <a:pt x="108" y="354"/>
                    </a:lnTo>
                    <a:lnTo>
                      <a:pt x="110" y="352"/>
                    </a:lnTo>
                    <a:lnTo>
                      <a:pt x="110" y="350"/>
                    </a:lnTo>
                    <a:lnTo>
                      <a:pt x="112" y="344"/>
                    </a:lnTo>
                    <a:lnTo>
                      <a:pt x="112" y="344"/>
                    </a:lnTo>
                    <a:lnTo>
                      <a:pt x="114" y="342"/>
                    </a:lnTo>
                    <a:lnTo>
                      <a:pt x="116" y="342"/>
                    </a:lnTo>
                    <a:lnTo>
                      <a:pt x="116" y="342"/>
                    </a:lnTo>
                    <a:lnTo>
                      <a:pt x="116" y="344"/>
                    </a:lnTo>
                    <a:lnTo>
                      <a:pt x="116" y="344"/>
                    </a:lnTo>
                    <a:lnTo>
                      <a:pt x="120" y="344"/>
                    </a:lnTo>
                    <a:lnTo>
                      <a:pt x="120" y="344"/>
                    </a:lnTo>
                    <a:lnTo>
                      <a:pt x="124" y="350"/>
                    </a:lnTo>
                    <a:lnTo>
                      <a:pt x="126" y="352"/>
                    </a:lnTo>
                    <a:lnTo>
                      <a:pt x="132" y="352"/>
                    </a:lnTo>
                    <a:lnTo>
                      <a:pt x="132" y="352"/>
                    </a:lnTo>
                    <a:lnTo>
                      <a:pt x="136" y="350"/>
                    </a:lnTo>
                    <a:lnTo>
                      <a:pt x="140" y="348"/>
                    </a:lnTo>
                    <a:lnTo>
                      <a:pt x="140" y="348"/>
                    </a:lnTo>
                    <a:lnTo>
                      <a:pt x="140" y="346"/>
                    </a:lnTo>
                    <a:lnTo>
                      <a:pt x="140" y="346"/>
                    </a:lnTo>
                    <a:lnTo>
                      <a:pt x="144" y="344"/>
                    </a:lnTo>
                    <a:lnTo>
                      <a:pt x="146" y="342"/>
                    </a:lnTo>
                    <a:lnTo>
                      <a:pt x="146" y="342"/>
                    </a:lnTo>
                    <a:lnTo>
                      <a:pt x="148" y="336"/>
                    </a:lnTo>
                    <a:lnTo>
                      <a:pt x="146" y="332"/>
                    </a:lnTo>
                    <a:lnTo>
                      <a:pt x="146" y="326"/>
                    </a:lnTo>
                    <a:lnTo>
                      <a:pt x="146" y="322"/>
                    </a:lnTo>
                    <a:lnTo>
                      <a:pt x="148" y="322"/>
                    </a:lnTo>
                    <a:lnTo>
                      <a:pt x="148" y="322"/>
                    </a:lnTo>
                    <a:lnTo>
                      <a:pt x="150" y="314"/>
                    </a:lnTo>
                    <a:lnTo>
                      <a:pt x="150" y="314"/>
                    </a:lnTo>
                    <a:lnTo>
                      <a:pt x="146" y="314"/>
                    </a:lnTo>
                    <a:lnTo>
                      <a:pt x="144" y="310"/>
                    </a:lnTo>
                    <a:lnTo>
                      <a:pt x="144" y="310"/>
                    </a:lnTo>
                    <a:lnTo>
                      <a:pt x="144" y="306"/>
                    </a:lnTo>
                    <a:lnTo>
                      <a:pt x="144" y="306"/>
                    </a:lnTo>
                    <a:lnTo>
                      <a:pt x="144" y="304"/>
                    </a:lnTo>
                    <a:lnTo>
                      <a:pt x="146" y="304"/>
                    </a:lnTo>
                    <a:lnTo>
                      <a:pt x="148" y="304"/>
                    </a:lnTo>
                    <a:lnTo>
                      <a:pt x="152" y="310"/>
                    </a:lnTo>
                    <a:lnTo>
                      <a:pt x="152" y="310"/>
                    </a:lnTo>
                    <a:lnTo>
                      <a:pt x="154" y="308"/>
                    </a:lnTo>
                    <a:lnTo>
                      <a:pt x="154" y="308"/>
                    </a:lnTo>
                    <a:lnTo>
                      <a:pt x="152" y="306"/>
                    </a:lnTo>
                    <a:lnTo>
                      <a:pt x="152" y="306"/>
                    </a:lnTo>
                    <a:lnTo>
                      <a:pt x="156" y="306"/>
                    </a:lnTo>
                    <a:lnTo>
                      <a:pt x="156" y="306"/>
                    </a:lnTo>
                    <a:lnTo>
                      <a:pt x="166" y="304"/>
                    </a:lnTo>
                    <a:lnTo>
                      <a:pt x="166" y="304"/>
                    </a:lnTo>
                    <a:lnTo>
                      <a:pt x="178" y="304"/>
                    </a:lnTo>
                    <a:lnTo>
                      <a:pt x="178" y="304"/>
                    </a:lnTo>
                    <a:lnTo>
                      <a:pt x="188" y="302"/>
                    </a:lnTo>
                    <a:lnTo>
                      <a:pt x="188" y="302"/>
                    </a:lnTo>
                    <a:lnTo>
                      <a:pt x="188" y="300"/>
                    </a:lnTo>
                    <a:lnTo>
                      <a:pt x="188" y="300"/>
                    </a:lnTo>
                    <a:lnTo>
                      <a:pt x="196" y="298"/>
                    </a:lnTo>
                    <a:lnTo>
                      <a:pt x="202" y="296"/>
                    </a:lnTo>
                    <a:lnTo>
                      <a:pt x="202" y="296"/>
                    </a:lnTo>
                    <a:lnTo>
                      <a:pt x="208" y="290"/>
                    </a:lnTo>
                    <a:lnTo>
                      <a:pt x="214" y="280"/>
                    </a:lnTo>
                    <a:lnTo>
                      <a:pt x="220" y="270"/>
                    </a:lnTo>
                    <a:lnTo>
                      <a:pt x="222" y="260"/>
                    </a:lnTo>
                    <a:lnTo>
                      <a:pt x="222" y="260"/>
                    </a:lnTo>
                    <a:lnTo>
                      <a:pt x="222" y="258"/>
                    </a:lnTo>
                    <a:lnTo>
                      <a:pt x="222" y="258"/>
                    </a:lnTo>
                    <a:lnTo>
                      <a:pt x="218" y="258"/>
                    </a:lnTo>
                    <a:lnTo>
                      <a:pt x="214" y="256"/>
                    </a:lnTo>
                    <a:lnTo>
                      <a:pt x="214" y="256"/>
                    </a:lnTo>
                    <a:lnTo>
                      <a:pt x="214" y="256"/>
                    </a:lnTo>
                    <a:lnTo>
                      <a:pt x="214" y="254"/>
                    </a:lnTo>
                    <a:lnTo>
                      <a:pt x="214" y="254"/>
                    </a:lnTo>
                    <a:lnTo>
                      <a:pt x="212" y="254"/>
                    </a:lnTo>
                    <a:lnTo>
                      <a:pt x="212" y="254"/>
                    </a:lnTo>
                    <a:lnTo>
                      <a:pt x="210" y="250"/>
                    </a:lnTo>
                    <a:lnTo>
                      <a:pt x="210" y="246"/>
                    </a:lnTo>
                    <a:lnTo>
                      <a:pt x="210" y="246"/>
                    </a:lnTo>
                    <a:lnTo>
                      <a:pt x="214" y="244"/>
                    </a:lnTo>
                    <a:lnTo>
                      <a:pt x="214" y="244"/>
                    </a:lnTo>
                    <a:lnTo>
                      <a:pt x="214" y="242"/>
                    </a:lnTo>
                    <a:lnTo>
                      <a:pt x="214" y="242"/>
                    </a:lnTo>
                    <a:lnTo>
                      <a:pt x="208" y="234"/>
                    </a:lnTo>
                    <a:lnTo>
                      <a:pt x="208" y="234"/>
                    </a:lnTo>
                    <a:lnTo>
                      <a:pt x="204" y="232"/>
                    </a:lnTo>
                    <a:lnTo>
                      <a:pt x="200" y="230"/>
                    </a:lnTo>
                    <a:lnTo>
                      <a:pt x="200" y="230"/>
                    </a:lnTo>
                    <a:lnTo>
                      <a:pt x="200" y="226"/>
                    </a:lnTo>
                    <a:lnTo>
                      <a:pt x="198" y="224"/>
                    </a:lnTo>
                    <a:lnTo>
                      <a:pt x="196" y="222"/>
                    </a:lnTo>
                    <a:lnTo>
                      <a:pt x="196" y="222"/>
                    </a:lnTo>
                    <a:lnTo>
                      <a:pt x="196" y="220"/>
                    </a:lnTo>
                    <a:lnTo>
                      <a:pt x="196" y="218"/>
                    </a:lnTo>
                    <a:lnTo>
                      <a:pt x="196" y="218"/>
                    </a:lnTo>
                    <a:lnTo>
                      <a:pt x="196" y="216"/>
                    </a:lnTo>
                    <a:lnTo>
                      <a:pt x="194" y="212"/>
                    </a:lnTo>
                    <a:lnTo>
                      <a:pt x="198" y="212"/>
                    </a:lnTo>
                    <a:lnTo>
                      <a:pt x="198" y="212"/>
                    </a:lnTo>
                    <a:lnTo>
                      <a:pt x="198" y="196"/>
                    </a:lnTo>
                    <a:lnTo>
                      <a:pt x="200" y="196"/>
                    </a:lnTo>
                    <a:lnTo>
                      <a:pt x="200" y="196"/>
                    </a:lnTo>
                    <a:lnTo>
                      <a:pt x="200" y="192"/>
                    </a:lnTo>
                    <a:lnTo>
                      <a:pt x="200" y="184"/>
                    </a:lnTo>
                    <a:lnTo>
                      <a:pt x="200" y="184"/>
                    </a:lnTo>
                    <a:lnTo>
                      <a:pt x="200" y="182"/>
                    </a:lnTo>
                    <a:lnTo>
                      <a:pt x="202" y="180"/>
                    </a:lnTo>
                    <a:lnTo>
                      <a:pt x="202" y="176"/>
                    </a:lnTo>
                    <a:lnTo>
                      <a:pt x="202" y="172"/>
                    </a:lnTo>
                    <a:lnTo>
                      <a:pt x="202" y="172"/>
                    </a:lnTo>
                    <a:lnTo>
                      <a:pt x="204" y="170"/>
                    </a:lnTo>
                    <a:lnTo>
                      <a:pt x="204" y="168"/>
                    </a:lnTo>
                    <a:lnTo>
                      <a:pt x="206" y="166"/>
                    </a:lnTo>
                    <a:lnTo>
                      <a:pt x="206" y="162"/>
                    </a:lnTo>
                    <a:lnTo>
                      <a:pt x="206" y="162"/>
                    </a:lnTo>
                    <a:lnTo>
                      <a:pt x="206" y="158"/>
                    </a:lnTo>
                    <a:lnTo>
                      <a:pt x="208" y="154"/>
                    </a:lnTo>
                    <a:lnTo>
                      <a:pt x="210" y="152"/>
                    </a:lnTo>
                    <a:lnTo>
                      <a:pt x="210" y="152"/>
                    </a:lnTo>
                    <a:lnTo>
                      <a:pt x="212" y="142"/>
                    </a:lnTo>
                    <a:lnTo>
                      <a:pt x="212" y="142"/>
                    </a:lnTo>
                    <a:lnTo>
                      <a:pt x="214" y="138"/>
                    </a:lnTo>
                    <a:lnTo>
                      <a:pt x="218" y="136"/>
                    </a:lnTo>
                    <a:lnTo>
                      <a:pt x="218" y="136"/>
                    </a:lnTo>
                    <a:lnTo>
                      <a:pt x="222" y="130"/>
                    </a:lnTo>
                    <a:lnTo>
                      <a:pt x="222" y="124"/>
                    </a:lnTo>
                    <a:lnTo>
                      <a:pt x="222" y="124"/>
                    </a:lnTo>
                    <a:lnTo>
                      <a:pt x="224" y="122"/>
                    </a:lnTo>
                    <a:lnTo>
                      <a:pt x="226" y="120"/>
                    </a:lnTo>
                    <a:lnTo>
                      <a:pt x="230" y="120"/>
                    </a:lnTo>
                    <a:lnTo>
                      <a:pt x="232" y="118"/>
                    </a:lnTo>
                    <a:lnTo>
                      <a:pt x="232" y="118"/>
                    </a:lnTo>
                    <a:lnTo>
                      <a:pt x="234" y="114"/>
                    </a:lnTo>
                    <a:lnTo>
                      <a:pt x="238" y="112"/>
                    </a:lnTo>
                    <a:lnTo>
                      <a:pt x="238" y="112"/>
                    </a:lnTo>
                    <a:lnTo>
                      <a:pt x="242" y="108"/>
                    </a:lnTo>
                    <a:lnTo>
                      <a:pt x="244" y="102"/>
                    </a:lnTo>
                    <a:lnTo>
                      <a:pt x="244" y="102"/>
                    </a:lnTo>
                    <a:lnTo>
                      <a:pt x="246" y="100"/>
                    </a:lnTo>
                    <a:lnTo>
                      <a:pt x="250" y="100"/>
                    </a:lnTo>
                    <a:lnTo>
                      <a:pt x="254" y="98"/>
                    </a:lnTo>
                    <a:lnTo>
                      <a:pt x="256" y="98"/>
                    </a:lnTo>
                    <a:lnTo>
                      <a:pt x="256" y="98"/>
                    </a:lnTo>
                    <a:lnTo>
                      <a:pt x="260" y="94"/>
                    </a:lnTo>
                    <a:lnTo>
                      <a:pt x="260" y="94"/>
                    </a:lnTo>
                    <a:lnTo>
                      <a:pt x="260" y="92"/>
                    </a:lnTo>
                    <a:lnTo>
                      <a:pt x="260" y="92"/>
                    </a:lnTo>
                    <a:lnTo>
                      <a:pt x="260" y="78"/>
                    </a:lnTo>
                    <a:lnTo>
                      <a:pt x="260" y="78"/>
                    </a:lnTo>
                    <a:lnTo>
                      <a:pt x="260" y="66"/>
                    </a:lnTo>
                    <a:lnTo>
                      <a:pt x="260" y="66"/>
                    </a:lnTo>
                    <a:lnTo>
                      <a:pt x="256" y="66"/>
                    </a:lnTo>
                    <a:lnTo>
                      <a:pt x="254" y="66"/>
                    </a:lnTo>
                    <a:lnTo>
                      <a:pt x="254" y="68"/>
                    </a:lnTo>
                    <a:lnTo>
                      <a:pt x="254" y="68"/>
                    </a:lnTo>
                    <a:lnTo>
                      <a:pt x="254" y="68"/>
                    </a:lnTo>
                    <a:lnTo>
                      <a:pt x="252" y="68"/>
                    </a:lnTo>
                    <a:lnTo>
                      <a:pt x="248" y="66"/>
                    </a:lnTo>
                    <a:lnTo>
                      <a:pt x="248" y="66"/>
                    </a:lnTo>
                    <a:lnTo>
                      <a:pt x="246" y="68"/>
                    </a:lnTo>
                    <a:lnTo>
                      <a:pt x="244" y="70"/>
                    </a:lnTo>
                    <a:lnTo>
                      <a:pt x="246" y="72"/>
                    </a:lnTo>
                    <a:lnTo>
                      <a:pt x="246" y="72"/>
                    </a:lnTo>
                    <a:lnTo>
                      <a:pt x="246" y="80"/>
                    </a:lnTo>
                    <a:lnTo>
                      <a:pt x="246" y="84"/>
                    </a:lnTo>
                    <a:lnTo>
                      <a:pt x="244" y="86"/>
                    </a:lnTo>
                    <a:lnTo>
                      <a:pt x="244" y="86"/>
                    </a:lnTo>
                    <a:lnTo>
                      <a:pt x="240" y="90"/>
                    </a:lnTo>
                    <a:lnTo>
                      <a:pt x="238" y="94"/>
                    </a:lnTo>
                    <a:lnTo>
                      <a:pt x="238" y="94"/>
                    </a:lnTo>
                    <a:lnTo>
                      <a:pt x="236" y="96"/>
                    </a:lnTo>
                    <a:lnTo>
                      <a:pt x="236" y="96"/>
                    </a:lnTo>
                    <a:lnTo>
                      <a:pt x="234" y="98"/>
                    </a:lnTo>
                    <a:lnTo>
                      <a:pt x="228" y="98"/>
                    </a:lnTo>
                    <a:lnTo>
                      <a:pt x="228" y="98"/>
                    </a:lnTo>
                    <a:lnTo>
                      <a:pt x="222" y="96"/>
                    </a:lnTo>
                    <a:lnTo>
                      <a:pt x="216" y="96"/>
                    </a:lnTo>
                    <a:lnTo>
                      <a:pt x="216" y="96"/>
                    </a:lnTo>
                    <a:lnTo>
                      <a:pt x="212" y="98"/>
                    </a:lnTo>
                    <a:lnTo>
                      <a:pt x="208" y="96"/>
                    </a:lnTo>
                    <a:lnTo>
                      <a:pt x="208" y="96"/>
                    </a:lnTo>
                    <a:lnTo>
                      <a:pt x="202" y="94"/>
                    </a:lnTo>
                    <a:lnTo>
                      <a:pt x="198" y="94"/>
                    </a:lnTo>
                    <a:lnTo>
                      <a:pt x="198" y="94"/>
                    </a:lnTo>
                    <a:lnTo>
                      <a:pt x="194" y="94"/>
                    </a:lnTo>
                    <a:lnTo>
                      <a:pt x="194" y="94"/>
                    </a:lnTo>
                    <a:lnTo>
                      <a:pt x="194" y="94"/>
                    </a:lnTo>
                    <a:lnTo>
                      <a:pt x="194" y="90"/>
                    </a:lnTo>
                    <a:lnTo>
                      <a:pt x="198" y="84"/>
                    </a:lnTo>
                    <a:lnTo>
                      <a:pt x="198" y="84"/>
                    </a:lnTo>
                    <a:lnTo>
                      <a:pt x="202" y="78"/>
                    </a:lnTo>
                    <a:lnTo>
                      <a:pt x="204" y="70"/>
                    </a:lnTo>
                    <a:lnTo>
                      <a:pt x="204" y="70"/>
                    </a:lnTo>
                    <a:lnTo>
                      <a:pt x="206" y="64"/>
                    </a:lnTo>
                    <a:lnTo>
                      <a:pt x="206" y="62"/>
                    </a:lnTo>
                    <a:lnTo>
                      <a:pt x="204" y="60"/>
                    </a:lnTo>
                    <a:lnTo>
                      <a:pt x="204" y="60"/>
                    </a:lnTo>
                    <a:lnTo>
                      <a:pt x="198" y="54"/>
                    </a:lnTo>
                    <a:lnTo>
                      <a:pt x="196" y="50"/>
                    </a:lnTo>
                    <a:lnTo>
                      <a:pt x="196" y="50"/>
                    </a:lnTo>
                    <a:lnTo>
                      <a:pt x="190" y="46"/>
                    </a:lnTo>
                    <a:lnTo>
                      <a:pt x="190" y="46"/>
                    </a:lnTo>
                    <a:lnTo>
                      <a:pt x="188" y="44"/>
                    </a:lnTo>
                    <a:lnTo>
                      <a:pt x="186" y="44"/>
                    </a:lnTo>
                    <a:lnTo>
                      <a:pt x="184" y="44"/>
                    </a:lnTo>
                    <a:lnTo>
                      <a:pt x="180" y="42"/>
                    </a:lnTo>
                    <a:lnTo>
                      <a:pt x="180" y="42"/>
                    </a:lnTo>
                    <a:lnTo>
                      <a:pt x="178" y="36"/>
                    </a:lnTo>
                    <a:lnTo>
                      <a:pt x="172" y="36"/>
                    </a:lnTo>
                    <a:lnTo>
                      <a:pt x="172" y="36"/>
                    </a:lnTo>
                    <a:lnTo>
                      <a:pt x="170" y="34"/>
                    </a:lnTo>
                    <a:lnTo>
                      <a:pt x="170" y="32"/>
                    </a:lnTo>
                    <a:lnTo>
                      <a:pt x="166" y="26"/>
                    </a:lnTo>
                    <a:lnTo>
                      <a:pt x="166" y="26"/>
                    </a:lnTo>
                    <a:lnTo>
                      <a:pt x="164" y="22"/>
                    </a:lnTo>
                    <a:lnTo>
                      <a:pt x="162" y="20"/>
                    </a:lnTo>
                    <a:lnTo>
                      <a:pt x="162" y="20"/>
                    </a:lnTo>
                    <a:lnTo>
                      <a:pt x="158" y="18"/>
                    </a:lnTo>
                    <a:lnTo>
                      <a:pt x="156" y="14"/>
                    </a:lnTo>
                    <a:lnTo>
                      <a:pt x="156" y="14"/>
                    </a:lnTo>
                    <a:lnTo>
                      <a:pt x="152" y="8"/>
                    </a:lnTo>
                    <a:lnTo>
                      <a:pt x="144" y="2"/>
                    </a:lnTo>
                    <a:close/>
                    <a:moveTo>
                      <a:pt x="72" y="618"/>
                    </a:moveTo>
                    <a:lnTo>
                      <a:pt x="74" y="618"/>
                    </a:lnTo>
                    <a:lnTo>
                      <a:pt x="74" y="618"/>
                    </a:lnTo>
                    <a:lnTo>
                      <a:pt x="78" y="618"/>
                    </a:lnTo>
                    <a:lnTo>
                      <a:pt x="80" y="620"/>
                    </a:lnTo>
                    <a:lnTo>
                      <a:pt x="80" y="618"/>
                    </a:lnTo>
                    <a:lnTo>
                      <a:pt x="80" y="618"/>
                    </a:lnTo>
                    <a:lnTo>
                      <a:pt x="84" y="622"/>
                    </a:lnTo>
                    <a:lnTo>
                      <a:pt x="84" y="622"/>
                    </a:lnTo>
                    <a:lnTo>
                      <a:pt x="92" y="620"/>
                    </a:lnTo>
                    <a:lnTo>
                      <a:pt x="92" y="618"/>
                    </a:lnTo>
                    <a:lnTo>
                      <a:pt x="92" y="618"/>
                    </a:lnTo>
                    <a:lnTo>
                      <a:pt x="102" y="618"/>
                    </a:lnTo>
                    <a:lnTo>
                      <a:pt x="102" y="618"/>
                    </a:lnTo>
                    <a:lnTo>
                      <a:pt x="102" y="620"/>
                    </a:lnTo>
                    <a:lnTo>
                      <a:pt x="102" y="620"/>
                    </a:lnTo>
                    <a:lnTo>
                      <a:pt x="102" y="620"/>
                    </a:lnTo>
                    <a:lnTo>
                      <a:pt x="106" y="616"/>
                    </a:lnTo>
                    <a:lnTo>
                      <a:pt x="106" y="616"/>
                    </a:lnTo>
                    <a:lnTo>
                      <a:pt x="92" y="612"/>
                    </a:lnTo>
                    <a:lnTo>
                      <a:pt x="92" y="612"/>
                    </a:lnTo>
                    <a:lnTo>
                      <a:pt x="86" y="612"/>
                    </a:lnTo>
                    <a:lnTo>
                      <a:pt x="86" y="612"/>
                    </a:lnTo>
                    <a:lnTo>
                      <a:pt x="82" y="608"/>
                    </a:lnTo>
                    <a:lnTo>
                      <a:pt x="80" y="606"/>
                    </a:lnTo>
                    <a:lnTo>
                      <a:pt x="80" y="606"/>
                    </a:lnTo>
                    <a:lnTo>
                      <a:pt x="76" y="604"/>
                    </a:lnTo>
                    <a:lnTo>
                      <a:pt x="76" y="604"/>
                    </a:lnTo>
                    <a:lnTo>
                      <a:pt x="74" y="600"/>
                    </a:lnTo>
                    <a:lnTo>
                      <a:pt x="74" y="598"/>
                    </a:lnTo>
                    <a:lnTo>
                      <a:pt x="74" y="598"/>
                    </a:lnTo>
                    <a:lnTo>
                      <a:pt x="70" y="596"/>
                    </a:lnTo>
                    <a:lnTo>
                      <a:pt x="70" y="596"/>
                    </a:lnTo>
                    <a:lnTo>
                      <a:pt x="66" y="592"/>
                    </a:lnTo>
                    <a:lnTo>
                      <a:pt x="62" y="586"/>
                    </a:lnTo>
                    <a:lnTo>
                      <a:pt x="62" y="586"/>
                    </a:lnTo>
                    <a:lnTo>
                      <a:pt x="62" y="586"/>
                    </a:lnTo>
                    <a:lnTo>
                      <a:pt x="62" y="584"/>
                    </a:lnTo>
                    <a:lnTo>
                      <a:pt x="64" y="582"/>
                    </a:lnTo>
                    <a:lnTo>
                      <a:pt x="64" y="582"/>
                    </a:lnTo>
                    <a:lnTo>
                      <a:pt x="60" y="574"/>
                    </a:lnTo>
                    <a:lnTo>
                      <a:pt x="60" y="574"/>
                    </a:lnTo>
                    <a:lnTo>
                      <a:pt x="60" y="574"/>
                    </a:lnTo>
                    <a:lnTo>
                      <a:pt x="60" y="574"/>
                    </a:lnTo>
                    <a:lnTo>
                      <a:pt x="60" y="574"/>
                    </a:lnTo>
                    <a:lnTo>
                      <a:pt x="58" y="574"/>
                    </a:lnTo>
                    <a:lnTo>
                      <a:pt x="62" y="620"/>
                    </a:lnTo>
                    <a:lnTo>
                      <a:pt x="62" y="620"/>
                    </a:lnTo>
                    <a:lnTo>
                      <a:pt x="66" y="618"/>
                    </a:lnTo>
                    <a:lnTo>
                      <a:pt x="72" y="618"/>
                    </a:lnTo>
                    <a:lnTo>
                      <a:pt x="72" y="6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23" name="Group 622">
              <a:extLst>
                <a:ext uri="{FF2B5EF4-FFF2-40B4-BE49-F238E27FC236}">
                  <a16:creationId xmlns:a16="http://schemas.microsoft.com/office/drawing/2014/main" id="{959DF80E-476E-4345-AA37-F2D14C38F1C1}"/>
                </a:ext>
              </a:extLst>
            </p:cNvPr>
            <p:cNvGrpSpPr/>
            <p:nvPr/>
          </p:nvGrpSpPr>
          <p:grpSpPr>
            <a:xfrm>
              <a:off x="6305983" y="3109623"/>
              <a:ext cx="1786601" cy="2393248"/>
              <a:chOff x="5439558" y="3106134"/>
              <a:chExt cx="1802307" cy="2458890"/>
            </a:xfrm>
            <a:solidFill>
              <a:schemeClr val="bg2"/>
            </a:solidFill>
          </p:grpSpPr>
          <p:sp>
            <p:nvSpPr>
              <p:cNvPr id="624" name="Freeform 288">
                <a:extLst>
                  <a:ext uri="{FF2B5EF4-FFF2-40B4-BE49-F238E27FC236}">
                    <a16:creationId xmlns:a16="http://schemas.microsoft.com/office/drawing/2014/main" id="{BDB004CC-477C-3841-813F-0E8AF536B5B9}"/>
                  </a:ext>
                </a:extLst>
              </p:cNvPr>
              <p:cNvSpPr>
                <a:spLocks/>
              </p:cNvSpPr>
              <p:nvPr/>
            </p:nvSpPr>
            <p:spPr bwMode="auto">
              <a:xfrm>
                <a:off x="6556950" y="4896238"/>
                <a:ext cx="203518" cy="240282"/>
              </a:xfrm>
              <a:custGeom>
                <a:avLst/>
                <a:gdLst>
                  <a:gd name="T0" fmla="*/ 70 w 104"/>
                  <a:gd name="T1" fmla="*/ 10 h 120"/>
                  <a:gd name="T2" fmla="*/ 84 w 104"/>
                  <a:gd name="T3" fmla="*/ 14 h 120"/>
                  <a:gd name="T4" fmla="*/ 92 w 104"/>
                  <a:gd name="T5" fmla="*/ 18 h 120"/>
                  <a:gd name="T6" fmla="*/ 100 w 104"/>
                  <a:gd name="T7" fmla="*/ 24 h 120"/>
                  <a:gd name="T8" fmla="*/ 102 w 104"/>
                  <a:gd name="T9" fmla="*/ 30 h 120"/>
                  <a:gd name="T10" fmla="*/ 98 w 104"/>
                  <a:gd name="T11" fmla="*/ 36 h 120"/>
                  <a:gd name="T12" fmla="*/ 100 w 104"/>
                  <a:gd name="T13" fmla="*/ 48 h 120"/>
                  <a:gd name="T14" fmla="*/ 100 w 104"/>
                  <a:gd name="T15" fmla="*/ 60 h 120"/>
                  <a:gd name="T16" fmla="*/ 98 w 104"/>
                  <a:gd name="T17" fmla="*/ 64 h 120"/>
                  <a:gd name="T18" fmla="*/ 100 w 104"/>
                  <a:gd name="T19" fmla="*/ 68 h 120"/>
                  <a:gd name="T20" fmla="*/ 98 w 104"/>
                  <a:gd name="T21" fmla="*/ 74 h 120"/>
                  <a:gd name="T22" fmla="*/ 98 w 104"/>
                  <a:gd name="T23" fmla="*/ 80 h 120"/>
                  <a:gd name="T24" fmla="*/ 100 w 104"/>
                  <a:gd name="T25" fmla="*/ 90 h 120"/>
                  <a:gd name="T26" fmla="*/ 98 w 104"/>
                  <a:gd name="T27" fmla="*/ 94 h 120"/>
                  <a:gd name="T28" fmla="*/ 100 w 104"/>
                  <a:gd name="T29" fmla="*/ 96 h 120"/>
                  <a:gd name="T30" fmla="*/ 102 w 104"/>
                  <a:gd name="T31" fmla="*/ 98 h 120"/>
                  <a:gd name="T32" fmla="*/ 86 w 104"/>
                  <a:gd name="T33" fmla="*/ 120 h 120"/>
                  <a:gd name="T34" fmla="*/ 78 w 104"/>
                  <a:gd name="T35" fmla="*/ 118 h 120"/>
                  <a:gd name="T36" fmla="*/ 72 w 104"/>
                  <a:gd name="T37" fmla="*/ 116 h 120"/>
                  <a:gd name="T38" fmla="*/ 64 w 104"/>
                  <a:gd name="T39" fmla="*/ 116 h 120"/>
                  <a:gd name="T40" fmla="*/ 58 w 104"/>
                  <a:gd name="T41" fmla="*/ 116 h 120"/>
                  <a:gd name="T42" fmla="*/ 52 w 104"/>
                  <a:gd name="T43" fmla="*/ 112 h 120"/>
                  <a:gd name="T44" fmla="*/ 50 w 104"/>
                  <a:gd name="T45" fmla="*/ 110 h 120"/>
                  <a:gd name="T46" fmla="*/ 46 w 104"/>
                  <a:gd name="T47" fmla="*/ 110 h 120"/>
                  <a:gd name="T48" fmla="*/ 42 w 104"/>
                  <a:gd name="T49" fmla="*/ 106 h 120"/>
                  <a:gd name="T50" fmla="*/ 42 w 104"/>
                  <a:gd name="T51" fmla="*/ 96 h 120"/>
                  <a:gd name="T52" fmla="*/ 40 w 104"/>
                  <a:gd name="T53" fmla="*/ 94 h 120"/>
                  <a:gd name="T54" fmla="*/ 38 w 104"/>
                  <a:gd name="T55" fmla="*/ 92 h 120"/>
                  <a:gd name="T56" fmla="*/ 34 w 104"/>
                  <a:gd name="T57" fmla="*/ 86 h 120"/>
                  <a:gd name="T58" fmla="*/ 28 w 104"/>
                  <a:gd name="T59" fmla="*/ 78 h 120"/>
                  <a:gd name="T60" fmla="*/ 24 w 104"/>
                  <a:gd name="T61" fmla="*/ 74 h 120"/>
                  <a:gd name="T62" fmla="*/ 22 w 104"/>
                  <a:gd name="T63" fmla="*/ 74 h 120"/>
                  <a:gd name="T64" fmla="*/ 18 w 104"/>
                  <a:gd name="T65" fmla="*/ 74 h 120"/>
                  <a:gd name="T66" fmla="*/ 16 w 104"/>
                  <a:gd name="T67" fmla="*/ 70 h 120"/>
                  <a:gd name="T68" fmla="*/ 8 w 104"/>
                  <a:gd name="T69" fmla="*/ 60 h 120"/>
                  <a:gd name="T70" fmla="*/ 6 w 104"/>
                  <a:gd name="T71" fmla="*/ 54 h 120"/>
                  <a:gd name="T72" fmla="*/ 2 w 104"/>
                  <a:gd name="T73" fmla="*/ 50 h 120"/>
                  <a:gd name="T74" fmla="*/ 0 w 104"/>
                  <a:gd name="T75" fmla="*/ 44 h 120"/>
                  <a:gd name="T76" fmla="*/ 8 w 104"/>
                  <a:gd name="T77" fmla="*/ 44 h 120"/>
                  <a:gd name="T78" fmla="*/ 14 w 104"/>
                  <a:gd name="T79" fmla="*/ 44 h 120"/>
                  <a:gd name="T80" fmla="*/ 18 w 104"/>
                  <a:gd name="T81" fmla="*/ 42 h 120"/>
                  <a:gd name="T82" fmla="*/ 32 w 104"/>
                  <a:gd name="T83" fmla="*/ 40 h 120"/>
                  <a:gd name="T84" fmla="*/ 40 w 104"/>
                  <a:gd name="T85" fmla="*/ 38 h 120"/>
                  <a:gd name="T86" fmla="*/ 42 w 104"/>
                  <a:gd name="T87" fmla="*/ 26 h 120"/>
                  <a:gd name="T88" fmla="*/ 44 w 104"/>
                  <a:gd name="T89" fmla="*/ 22 h 120"/>
                  <a:gd name="T90" fmla="*/ 50 w 104"/>
                  <a:gd name="T91" fmla="*/ 18 h 120"/>
                  <a:gd name="T92" fmla="*/ 52 w 104"/>
                  <a:gd name="T93" fmla="*/ 12 h 120"/>
                  <a:gd name="T94" fmla="*/ 58 w 104"/>
                  <a:gd name="T95" fmla="*/ 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120">
                    <a:moveTo>
                      <a:pt x="72" y="0"/>
                    </a:moveTo>
                    <a:lnTo>
                      <a:pt x="70" y="10"/>
                    </a:lnTo>
                    <a:lnTo>
                      <a:pt x="70" y="10"/>
                    </a:lnTo>
                    <a:lnTo>
                      <a:pt x="76" y="10"/>
                    </a:lnTo>
                    <a:lnTo>
                      <a:pt x="76" y="10"/>
                    </a:lnTo>
                    <a:lnTo>
                      <a:pt x="84" y="14"/>
                    </a:lnTo>
                    <a:lnTo>
                      <a:pt x="84" y="14"/>
                    </a:lnTo>
                    <a:lnTo>
                      <a:pt x="92" y="18"/>
                    </a:lnTo>
                    <a:lnTo>
                      <a:pt x="92" y="18"/>
                    </a:lnTo>
                    <a:lnTo>
                      <a:pt x="96" y="20"/>
                    </a:lnTo>
                    <a:lnTo>
                      <a:pt x="100" y="24"/>
                    </a:lnTo>
                    <a:lnTo>
                      <a:pt x="100" y="24"/>
                    </a:lnTo>
                    <a:lnTo>
                      <a:pt x="102" y="28"/>
                    </a:lnTo>
                    <a:lnTo>
                      <a:pt x="102" y="30"/>
                    </a:lnTo>
                    <a:lnTo>
                      <a:pt x="102" y="30"/>
                    </a:lnTo>
                    <a:lnTo>
                      <a:pt x="100" y="32"/>
                    </a:lnTo>
                    <a:lnTo>
                      <a:pt x="98" y="36"/>
                    </a:lnTo>
                    <a:lnTo>
                      <a:pt x="98" y="36"/>
                    </a:lnTo>
                    <a:lnTo>
                      <a:pt x="98" y="42"/>
                    </a:lnTo>
                    <a:lnTo>
                      <a:pt x="100" y="48"/>
                    </a:lnTo>
                    <a:lnTo>
                      <a:pt x="100" y="48"/>
                    </a:lnTo>
                    <a:lnTo>
                      <a:pt x="104" y="54"/>
                    </a:lnTo>
                    <a:lnTo>
                      <a:pt x="104" y="54"/>
                    </a:lnTo>
                    <a:lnTo>
                      <a:pt x="100" y="60"/>
                    </a:lnTo>
                    <a:lnTo>
                      <a:pt x="100" y="60"/>
                    </a:lnTo>
                    <a:lnTo>
                      <a:pt x="98" y="62"/>
                    </a:lnTo>
                    <a:lnTo>
                      <a:pt x="98" y="64"/>
                    </a:lnTo>
                    <a:lnTo>
                      <a:pt x="98" y="66"/>
                    </a:lnTo>
                    <a:lnTo>
                      <a:pt x="98" y="66"/>
                    </a:lnTo>
                    <a:lnTo>
                      <a:pt x="100" y="68"/>
                    </a:lnTo>
                    <a:lnTo>
                      <a:pt x="100" y="70"/>
                    </a:lnTo>
                    <a:lnTo>
                      <a:pt x="100" y="70"/>
                    </a:lnTo>
                    <a:lnTo>
                      <a:pt x="98" y="74"/>
                    </a:lnTo>
                    <a:lnTo>
                      <a:pt x="98" y="74"/>
                    </a:lnTo>
                    <a:lnTo>
                      <a:pt x="98" y="80"/>
                    </a:lnTo>
                    <a:lnTo>
                      <a:pt x="98" y="80"/>
                    </a:lnTo>
                    <a:lnTo>
                      <a:pt x="98" y="82"/>
                    </a:lnTo>
                    <a:lnTo>
                      <a:pt x="98" y="86"/>
                    </a:lnTo>
                    <a:lnTo>
                      <a:pt x="100" y="90"/>
                    </a:lnTo>
                    <a:lnTo>
                      <a:pt x="100" y="90"/>
                    </a:lnTo>
                    <a:lnTo>
                      <a:pt x="98" y="94"/>
                    </a:lnTo>
                    <a:lnTo>
                      <a:pt x="98" y="94"/>
                    </a:lnTo>
                    <a:lnTo>
                      <a:pt x="98" y="94"/>
                    </a:lnTo>
                    <a:lnTo>
                      <a:pt x="100" y="96"/>
                    </a:lnTo>
                    <a:lnTo>
                      <a:pt x="100" y="96"/>
                    </a:lnTo>
                    <a:lnTo>
                      <a:pt x="102" y="96"/>
                    </a:lnTo>
                    <a:lnTo>
                      <a:pt x="102" y="98"/>
                    </a:lnTo>
                    <a:lnTo>
                      <a:pt x="102" y="98"/>
                    </a:lnTo>
                    <a:lnTo>
                      <a:pt x="96" y="108"/>
                    </a:lnTo>
                    <a:lnTo>
                      <a:pt x="86" y="120"/>
                    </a:lnTo>
                    <a:lnTo>
                      <a:pt x="86" y="120"/>
                    </a:lnTo>
                    <a:lnTo>
                      <a:pt x="84" y="118"/>
                    </a:lnTo>
                    <a:lnTo>
                      <a:pt x="78" y="118"/>
                    </a:lnTo>
                    <a:lnTo>
                      <a:pt x="78" y="118"/>
                    </a:lnTo>
                    <a:lnTo>
                      <a:pt x="74" y="116"/>
                    </a:lnTo>
                    <a:lnTo>
                      <a:pt x="72" y="116"/>
                    </a:lnTo>
                    <a:lnTo>
                      <a:pt x="72" y="116"/>
                    </a:lnTo>
                    <a:lnTo>
                      <a:pt x="70" y="116"/>
                    </a:lnTo>
                    <a:lnTo>
                      <a:pt x="64" y="116"/>
                    </a:lnTo>
                    <a:lnTo>
                      <a:pt x="64" y="116"/>
                    </a:lnTo>
                    <a:lnTo>
                      <a:pt x="62" y="118"/>
                    </a:lnTo>
                    <a:lnTo>
                      <a:pt x="60" y="116"/>
                    </a:lnTo>
                    <a:lnTo>
                      <a:pt x="58" y="116"/>
                    </a:lnTo>
                    <a:lnTo>
                      <a:pt x="58" y="116"/>
                    </a:lnTo>
                    <a:lnTo>
                      <a:pt x="56" y="114"/>
                    </a:lnTo>
                    <a:lnTo>
                      <a:pt x="52" y="112"/>
                    </a:lnTo>
                    <a:lnTo>
                      <a:pt x="52" y="112"/>
                    </a:lnTo>
                    <a:lnTo>
                      <a:pt x="50" y="110"/>
                    </a:lnTo>
                    <a:lnTo>
                      <a:pt x="50" y="110"/>
                    </a:lnTo>
                    <a:lnTo>
                      <a:pt x="48" y="110"/>
                    </a:lnTo>
                    <a:lnTo>
                      <a:pt x="46" y="110"/>
                    </a:lnTo>
                    <a:lnTo>
                      <a:pt x="46" y="110"/>
                    </a:lnTo>
                    <a:lnTo>
                      <a:pt x="42" y="108"/>
                    </a:lnTo>
                    <a:lnTo>
                      <a:pt x="42" y="108"/>
                    </a:lnTo>
                    <a:lnTo>
                      <a:pt x="42" y="106"/>
                    </a:lnTo>
                    <a:lnTo>
                      <a:pt x="42" y="106"/>
                    </a:lnTo>
                    <a:lnTo>
                      <a:pt x="40" y="100"/>
                    </a:lnTo>
                    <a:lnTo>
                      <a:pt x="42" y="96"/>
                    </a:lnTo>
                    <a:lnTo>
                      <a:pt x="42" y="96"/>
                    </a:lnTo>
                    <a:lnTo>
                      <a:pt x="42" y="94"/>
                    </a:lnTo>
                    <a:lnTo>
                      <a:pt x="40" y="94"/>
                    </a:lnTo>
                    <a:lnTo>
                      <a:pt x="38" y="92"/>
                    </a:lnTo>
                    <a:lnTo>
                      <a:pt x="38" y="92"/>
                    </a:lnTo>
                    <a:lnTo>
                      <a:pt x="38" y="92"/>
                    </a:lnTo>
                    <a:lnTo>
                      <a:pt x="36" y="88"/>
                    </a:lnTo>
                    <a:lnTo>
                      <a:pt x="34" y="86"/>
                    </a:lnTo>
                    <a:lnTo>
                      <a:pt x="34" y="86"/>
                    </a:lnTo>
                    <a:lnTo>
                      <a:pt x="32" y="80"/>
                    </a:lnTo>
                    <a:lnTo>
                      <a:pt x="32" y="80"/>
                    </a:lnTo>
                    <a:lnTo>
                      <a:pt x="28" y="78"/>
                    </a:lnTo>
                    <a:lnTo>
                      <a:pt x="26" y="76"/>
                    </a:lnTo>
                    <a:lnTo>
                      <a:pt x="24" y="74"/>
                    </a:lnTo>
                    <a:lnTo>
                      <a:pt x="24" y="74"/>
                    </a:lnTo>
                    <a:lnTo>
                      <a:pt x="24" y="72"/>
                    </a:lnTo>
                    <a:lnTo>
                      <a:pt x="24" y="74"/>
                    </a:lnTo>
                    <a:lnTo>
                      <a:pt x="22" y="74"/>
                    </a:lnTo>
                    <a:lnTo>
                      <a:pt x="20" y="74"/>
                    </a:lnTo>
                    <a:lnTo>
                      <a:pt x="20" y="74"/>
                    </a:lnTo>
                    <a:lnTo>
                      <a:pt x="18" y="74"/>
                    </a:lnTo>
                    <a:lnTo>
                      <a:pt x="18" y="72"/>
                    </a:lnTo>
                    <a:lnTo>
                      <a:pt x="16" y="70"/>
                    </a:lnTo>
                    <a:lnTo>
                      <a:pt x="16" y="70"/>
                    </a:lnTo>
                    <a:lnTo>
                      <a:pt x="16" y="70"/>
                    </a:lnTo>
                    <a:lnTo>
                      <a:pt x="10" y="64"/>
                    </a:lnTo>
                    <a:lnTo>
                      <a:pt x="8" y="60"/>
                    </a:lnTo>
                    <a:lnTo>
                      <a:pt x="8" y="60"/>
                    </a:lnTo>
                    <a:lnTo>
                      <a:pt x="8" y="56"/>
                    </a:lnTo>
                    <a:lnTo>
                      <a:pt x="6" y="54"/>
                    </a:lnTo>
                    <a:lnTo>
                      <a:pt x="4" y="52"/>
                    </a:lnTo>
                    <a:lnTo>
                      <a:pt x="4" y="52"/>
                    </a:lnTo>
                    <a:lnTo>
                      <a:pt x="2" y="50"/>
                    </a:lnTo>
                    <a:lnTo>
                      <a:pt x="2" y="48"/>
                    </a:lnTo>
                    <a:lnTo>
                      <a:pt x="0" y="44"/>
                    </a:lnTo>
                    <a:lnTo>
                      <a:pt x="0" y="44"/>
                    </a:lnTo>
                    <a:lnTo>
                      <a:pt x="2" y="44"/>
                    </a:lnTo>
                    <a:lnTo>
                      <a:pt x="8" y="44"/>
                    </a:lnTo>
                    <a:lnTo>
                      <a:pt x="8" y="44"/>
                    </a:lnTo>
                    <a:lnTo>
                      <a:pt x="10" y="44"/>
                    </a:lnTo>
                    <a:lnTo>
                      <a:pt x="12" y="44"/>
                    </a:lnTo>
                    <a:lnTo>
                      <a:pt x="14" y="44"/>
                    </a:lnTo>
                    <a:lnTo>
                      <a:pt x="14" y="44"/>
                    </a:lnTo>
                    <a:lnTo>
                      <a:pt x="16" y="42"/>
                    </a:lnTo>
                    <a:lnTo>
                      <a:pt x="18" y="42"/>
                    </a:lnTo>
                    <a:lnTo>
                      <a:pt x="22" y="44"/>
                    </a:lnTo>
                    <a:lnTo>
                      <a:pt x="22" y="44"/>
                    </a:lnTo>
                    <a:lnTo>
                      <a:pt x="32" y="40"/>
                    </a:lnTo>
                    <a:lnTo>
                      <a:pt x="32" y="40"/>
                    </a:lnTo>
                    <a:lnTo>
                      <a:pt x="36" y="38"/>
                    </a:lnTo>
                    <a:lnTo>
                      <a:pt x="40" y="38"/>
                    </a:lnTo>
                    <a:lnTo>
                      <a:pt x="40" y="38"/>
                    </a:lnTo>
                    <a:lnTo>
                      <a:pt x="42" y="30"/>
                    </a:lnTo>
                    <a:lnTo>
                      <a:pt x="42" y="26"/>
                    </a:lnTo>
                    <a:lnTo>
                      <a:pt x="44" y="24"/>
                    </a:lnTo>
                    <a:lnTo>
                      <a:pt x="44" y="24"/>
                    </a:lnTo>
                    <a:lnTo>
                      <a:pt x="44" y="22"/>
                    </a:lnTo>
                    <a:lnTo>
                      <a:pt x="46" y="20"/>
                    </a:lnTo>
                    <a:lnTo>
                      <a:pt x="46" y="20"/>
                    </a:lnTo>
                    <a:lnTo>
                      <a:pt x="50" y="18"/>
                    </a:lnTo>
                    <a:lnTo>
                      <a:pt x="50" y="16"/>
                    </a:lnTo>
                    <a:lnTo>
                      <a:pt x="50" y="16"/>
                    </a:lnTo>
                    <a:lnTo>
                      <a:pt x="52" y="12"/>
                    </a:lnTo>
                    <a:lnTo>
                      <a:pt x="54" y="10"/>
                    </a:lnTo>
                    <a:lnTo>
                      <a:pt x="54" y="10"/>
                    </a:lnTo>
                    <a:lnTo>
                      <a:pt x="58" y="8"/>
                    </a:lnTo>
                    <a:lnTo>
                      <a:pt x="60" y="6"/>
                    </a:lnTo>
                    <a:lnTo>
                      <a:pt x="7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5" name="Freeform 289">
                <a:extLst>
                  <a:ext uri="{FF2B5EF4-FFF2-40B4-BE49-F238E27FC236}">
                    <a16:creationId xmlns:a16="http://schemas.microsoft.com/office/drawing/2014/main" id="{2798FFED-CE48-254A-A531-9A39A1510D93}"/>
                  </a:ext>
                </a:extLst>
              </p:cNvPr>
              <p:cNvSpPr>
                <a:spLocks/>
              </p:cNvSpPr>
              <p:nvPr/>
            </p:nvSpPr>
            <p:spPr bwMode="auto">
              <a:xfrm>
                <a:off x="6474759" y="4659960"/>
                <a:ext cx="301362" cy="324380"/>
              </a:xfrm>
              <a:custGeom>
                <a:avLst/>
                <a:gdLst>
                  <a:gd name="T0" fmla="*/ 36 w 154"/>
                  <a:gd name="T1" fmla="*/ 156 h 162"/>
                  <a:gd name="T2" fmla="*/ 42 w 154"/>
                  <a:gd name="T3" fmla="*/ 162 h 162"/>
                  <a:gd name="T4" fmla="*/ 50 w 154"/>
                  <a:gd name="T5" fmla="*/ 162 h 162"/>
                  <a:gd name="T6" fmla="*/ 56 w 154"/>
                  <a:gd name="T7" fmla="*/ 162 h 162"/>
                  <a:gd name="T8" fmla="*/ 64 w 154"/>
                  <a:gd name="T9" fmla="*/ 162 h 162"/>
                  <a:gd name="T10" fmla="*/ 82 w 154"/>
                  <a:gd name="T11" fmla="*/ 156 h 162"/>
                  <a:gd name="T12" fmla="*/ 86 w 154"/>
                  <a:gd name="T13" fmla="*/ 142 h 162"/>
                  <a:gd name="T14" fmla="*/ 88 w 154"/>
                  <a:gd name="T15" fmla="*/ 138 h 162"/>
                  <a:gd name="T16" fmla="*/ 94 w 154"/>
                  <a:gd name="T17" fmla="*/ 130 h 162"/>
                  <a:gd name="T18" fmla="*/ 102 w 154"/>
                  <a:gd name="T19" fmla="*/ 124 h 162"/>
                  <a:gd name="T20" fmla="*/ 114 w 154"/>
                  <a:gd name="T21" fmla="*/ 116 h 162"/>
                  <a:gd name="T22" fmla="*/ 140 w 154"/>
                  <a:gd name="T23" fmla="*/ 100 h 162"/>
                  <a:gd name="T24" fmla="*/ 140 w 154"/>
                  <a:gd name="T25" fmla="*/ 86 h 162"/>
                  <a:gd name="T26" fmla="*/ 140 w 154"/>
                  <a:gd name="T27" fmla="*/ 74 h 162"/>
                  <a:gd name="T28" fmla="*/ 150 w 154"/>
                  <a:gd name="T29" fmla="*/ 66 h 162"/>
                  <a:gd name="T30" fmla="*/ 148 w 154"/>
                  <a:gd name="T31" fmla="*/ 62 h 162"/>
                  <a:gd name="T32" fmla="*/ 146 w 154"/>
                  <a:gd name="T33" fmla="*/ 54 h 162"/>
                  <a:gd name="T34" fmla="*/ 146 w 154"/>
                  <a:gd name="T35" fmla="*/ 46 h 162"/>
                  <a:gd name="T36" fmla="*/ 154 w 154"/>
                  <a:gd name="T37" fmla="*/ 38 h 162"/>
                  <a:gd name="T38" fmla="*/ 152 w 154"/>
                  <a:gd name="T39" fmla="*/ 32 h 162"/>
                  <a:gd name="T40" fmla="*/ 148 w 154"/>
                  <a:gd name="T41" fmla="*/ 22 h 162"/>
                  <a:gd name="T42" fmla="*/ 140 w 154"/>
                  <a:gd name="T43" fmla="*/ 18 h 162"/>
                  <a:gd name="T44" fmla="*/ 134 w 154"/>
                  <a:gd name="T45" fmla="*/ 14 h 162"/>
                  <a:gd name="T46" fmla="*/ 132 w 154"/>
                  <a:gd name="T47" fmla="*/ 6 h 162"/>
                  <a:gd name="T48" fmla="*/ 126 w 154"/>
                  <a:gd name="T49" fmla="*/ 8 h 162"/>
                  <a:gd name="T50" fmla="*/ 118 w 154"/>
                  <a:gd name="T51" fmla="*/ 8 h 162"/>
                  <a:gd name="T52" fmla="*/ 120 w 154"/>
                  <a:gd name="T53" fmla="*/ 4 h 162"/>
                  <a:gd name="T54" fmla="*/ 92 w 154"/>
                  <a:gd name="T55" fmla="*/ 8 h 162"/>
                  <a:gd name="T56" fmla="*/ 92 w 154"/>
                  <a:gd name="T57" fmla="*/ 10 h 162"/>
                  <a:gd name="T58" fmla="*/ 84 w 154"/>
                  <a:gd name="T59" fmla="*/ 18 h 162"/>
                  <a:gd name="T60" fmla="*/ 80 w 154"/>
                  <a:gd name="T61" fmla="*/ 22 h 162"/>
                  <a:gd name="T62" fmla="*/ 82 w 154"/>
                  <a:gd name="T63" fmla="*/ 30 h 162"/>
                  <a:gd name="T64" fmla="*/ 86 w 154"/>
                  <a:gd name="T65" fmla="*/ 40 h 162"/>
                  <a:gd name="T66" fmla="*/ 86 w 154"/>
                  <a:gd name="T67" fmla="*/ 50 h 162"/>
                  <a:gd name="T68" fmla="*/ 96 w 154"/>
                  <a:gd name="T69" fmla="*/ 56 h 162"/>
                  <a:gd name="T70" fmla="*/ 102 w 154"/>
                  <a:gd name="T71" fmla="*/ 62 h 162"/>
                  <a:gd name="T72" fmla="*/ 104 w 154"/>
                  <a:gd name="T73" fmla="*/ 74 h 162"/>
                  <a:gd name="T74" fmla="*/ 96 w 154"/>
                  <a:gd name="T75" fmla="*/ 78 h 162"/>
                  <a:gd name="T76" fmla="*/ 94 w 154"/>
                  <a:gd name="T77" fmla="*/ 72 h 162"/>
                  <a:gd name="T78" fmla="*/ 86 w 154"/>
                  <a:gd name="T79" fmla="*/ 64 h 162"/>
                  <a:gd name="T80" fmla="*/ 80 w 154"/>
                  <a:gd name="T81" fmla="*/ 58 h 162"/>
                  <a:gd name="T82" fmla="*/ 74 w 154"/>
                  <a:gd name="T83" fmla="*/ 52 h 162"/>
                  <a:gd name="T84" fmla="*/ 70 w 154"/>
                  <a:gd name="T85" fmla="*/ 52 h 162"/>
                  <a:gd name="T86" fmla="*/ 52 w 154"/>
                  <a:gd name="T87" fmla="*/ 56 h 162"/>
                  <a:gd name="T88" fmla="*/ 48 w 154"/>
                  <a:gd name="T89" fmla="*/ 54 h 162"/>
                  <a:gd name="T90" fmla="*/ 46 w 154"/>
                  <a:gd name="T91" fmla="*/ 46 h 162"/>
                  <a:gd name="T92" fmla="*/ 40 w 154"/>
                  <a:gd name="T93" fmla="*/ 48 h 162"/>
                  <a:gd name="T94" fmla="*/ 30 w 154"/>
                  <a:gd name="T95" fmla="*/ 40 h 162"/>
                  <a:gd name="T96" fmla="*/ 32 w 154"/>
                  <a:gd name="T97" fmla="*/ 50 h 162"/>
                  <a:gd name="T98" fmla="*/ 30 w 154"/>
                  <a:gd name="T99" fmla="*/ 66 h 162"/>
                  <a:gd name="T100" fmla="*/ 0 w 154"/>
                  <a:gd name="T101" fmla="*/ 130 h 162"/>
                  <a:gd name="T102" fmla="*/ 4 w 154"/>
                  <a:gd name="T103" fmla="*/ 138 h 162"/>
                  <a:gd name="T104" fmla="*/ 14 w 154"/>
                  <a:gd name="T105" fmla="*/ 152 h 162"/>
                  <a:gd name="T106" fmla="*/ 18 w 154"/>
                  <a:gd name="T107" fmla="*/ 15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4" h="162">
                    <a:moveTo>
                      <a:pt x="18" y="158"/>
                    </a:moveTo>
                    <a:lnTo>
                      <a:pt x="32" y="156"/>
                    </a:lnTo>
                    <a:lnTo>
                      <a:pt x="32" y="156"/>
                    </a:lnTo>
                    <a:lnTo>
                      <a:pt x="36" y="156"/>
                    </a:lnTo>
                    <a:lnTo>
                      <a:pt x="38" y="158"/>
                    </a:lnTo>
                    <a:lnTo>
                      <a:pt x="38" y="158"/>
                    </a:lnTo>
                    <a:lnTo>
                      <a:pt x="40" y="160"/>
                    </a:lnTo>
                    <a:lnTo>
                      <a:pt x="42" y="162"/>
                    </a:lnTo>
                    <a:lnTo>
                      <a:pt x="42" y="162"/>
                    </a:lnTo>
                    <a:lnTo>
                      <a:pt x="44" y="162"/>
                    </a:lnTo>
                    <a:lnTo>
                      <a:pt x="50" y="162"/>
                    </a:lnTo>
                    <a:lnTo>
                      <a:pt x="50" y="162"/>
                    </a:lnTo>
                    <a:lnTo>
                      <a:pt x="52" y="162"/>
                    </a:lnTo>
                    <a:lnTo>
                      <a:pt x="54" y="162"/>
                    </a:lnTo>
                    <a:lnTo>
                      <a:pt x="56" y="162"/>
                    </a:lnTo>
                    <a:lnTo>
                      <a:pt x="56" y="162"/>
                    </a:lnTo>
                    <a:lnTo>
                      <a:pt x="58" y="160"/>
                    </a:lnTo>
                    <a:lnTo>
                      <a:pt x="60" y="160"/>
                    </a:lnTo>
                    <a:lnTo>
                      <a:pt x="64" y="162"/>
                    </a:lnTo>
                    <a:lnTo>
                      <a:pt x="64" y="162"/>
                    </a:lnTo>
                    <a:lnTo>
                      <a:pt x="74" y="158"/>
                    </a:lnTo>
                    <a:lnTo>
                      <a:pt x="74" y="158"/>
                    </a:lnTo>
                    <a:lnTo>
                      <a:pt x="78" y="156"/>
                    </a:lnTo>
                    <a:lnTo>
                      <a:pt x="82" y="156"/>
                    </a:lnTo>
                    <a:lnTo>
                      <a:pt x="82" y="156"/>
                    </a:lnTo>
                    <a:lnTo>
                      <a:pt x="84" y="148"/>
                    </a:lnTo>
                    <a:lnTo>
                      <a:pt x="84" y="144"/>
                    </a:lnTo>
                    <a:lnTo>
                      <a:pt x="86" y="142"/>
                    </a:lnTo>
                    <a:lnTo>
                      <a:pt x="86" y="142"/>
                    </a:lnTo>
                    <a:lnTo>
                      <a:pt x="86" y="140"/>
                    </a:lnTo>
                    <a:lnTo>
                      <a:pt x="88" y="138"/>
                    </a:lnTo>
                    <a:lnTo>
                      <a:pt x="88" y="138"/>
                    </a:lnTo>
                    <a:lnTo>
                      <a:pt x="92" y="136"/>
                    </a:lnTo>
                    <a:lnTo>
                      <a:pt x="92" y="134"/>
                    </a:lnTo>
                    <a:lnTo>
                      <a:pt x="92" y="134"/>
                    </a:lnTo>
                    <a:lnTo>
                      <a:pt x="94" y="130"/>
                    </a:lnTo>
                    <a:lnTo>
                      <a:pt x="96" y="128"/>
                    </a:lnTo>
                    <a:lnTo>
                      <a:pt x="96" y="128"/>
                    </a:lnTo>
                    <a:lnTo>
                      <a:pt x="100" y="126"/>
                    </a:lnTo>
                    <a:lnTo>
                      <a:pt x="102" y="124"/>
                    </a:lnTo>
                    <a:lnTo>
                      <a:pt x="112" y="120"/>
                    </a:lnTo>
                    <a:lnTo>
                      <a:pt x="114" y="118"/>
                    </a:lnTo>
                    <a:lnTo>
                      <a:pt x="114" y="118"/>
                    </a:lnTo>
                    <a:lnTo>
                      <a:pt x="114" y="116"/>
                    </a:lnTo>
                    <a:lnTo>
                      <a:pt x="112" y="114"/>
                    </a:lnTo>
                    <a:lnTo>
                      <a:pt x="110" y="110"/>
                    </a:lnTo>
                    <a:lnTo>
                      <a:pt x="140" y="100"/>
                    </a:lnTo>
                    <a:lnTo>
                      <a:pt x="140" y="100"/>
                    </a:lnTo>
                    <a:lnTo>
                      <a:pt x="138" y="92"/>
                    </a:lnTo>
                    <a:lnTo>
                      <a:pt x="138" y="92"/>
                    </a:lnTo>
                    <a:lnTo>
                      <a:pt x="140" y="88"/>
                    </a:lnTo>
                    <a:lnTo>
                      <a:pt x="140" y="86"/>
                    </a:lnTo>
                    <a:lnTo>
                      <a:pt x="140" y="84"/>
                    </a:lnTo>
                    <a:lnTo>
                      <a:pt x="140" y="84"/>
                    </a:lnTo>
                    <a:lnTo>
                      <a:pt x="140" y="78"/>
                    </a:lnTo>
                    <a:lnTo>
                      <a:pt x="140" y="74"/>
                    </a:lnTo>
                    <a:lnTo>
                      <a:pt x="142" y="72"/>
                    </a:lnTo>
                    <a:lnTo>
                      <a:pt x="142" y="72"/>
                    </a:lnTo>
                    <a:lnTo>
                      <a:pt x="148" y="68"/>
                    </a:lnTo>
                    <a:lnTo>
                      <a:pt x="150" y="66"/>
                    </a:lnTo>
                    <a:lnTo>
                      <a:pt x="150" y="64"/>
                    </a:lnTo>
                    <a:lnTo>
                      <a:pt x="150" y="64"/>
                    </a:lnTo>
                    <a:lnTo>
                      <a:pt x="148" y="62"/>
                    </a:lnTo>
                    <a:lnTo>
                      <a:pt x="148" y="62"/>
                    </a:lnTo>
                    <a:lnTo>
                      <a:pt x="146" y="62"/>
                    </a:lnTo>
                    <a:lnTo>
                      <a:pt x="146" y="60"/>
                    </a:lnTo>
                    <a:lnTo>
                      <a:pt x="146" y="60"/>
                    </a:lnTo>
                    <a:lnTo>
                      <a:pt x="146" y="54"/>
                    </a:lnTo>
                    <a:lnTo>
                      <a:pt x="146" y="50"/>
                    </a:lnTo>
                    <a:lnTo>
                      <a:pt x="146" y="50"/>
                    </a:lnTo>
                    <a:lnTo>
                      <a:pt x="146" y="48"/>
                    </a:lnTo>
                    <a:lnTo>
                      <a:pt x="146" y="46"/>
                    </a:lnTo>
                    <a:lnTo>
                      <a:pt x="150" y="44"/>
                    </a:lnTo>
                    <a:lnTo>
                      <a:pt x="150" y="44"/>
                    </a:lnTo>
                    <a:lnTo>
                      <a:pt x="152" y="40"/>
                    </a:lnTo>
                    <a:lnTo>
                      <a:pt x="154" y="38"/>
                    </a:lnTo>
                    <a:lnTo>
                      <a:pt x="152" y="36"/>
                    </a:lnTo>
                    <a:lnTo>
                      <a:pt x="152" y="36"/>
                    </a:lnTo>
                    <a:lnTo>
                      <a:pt x="152" y="34"/>
                    </a:lnTo>
                    <a:lnTo>
                      <a:pt x="152" y="32"/>
                    </a:lnTo>
                    <a:lnTo>
                      <a:pt x="152" y="28"/>
                    </a:lnTo>
                    <a:lnTo>
                      <a:pt x="150" y="26"/>
                    </a:lnTo>
                    <a:lnTo>
                      <a:pt x="150" y="26"/>
                    </a:lnTo>
                    <a:lnTo>
                      <a:pt x="148" y="22"/>
                    </a:lnTo>
                    <a:lnTo>
                      <a:pt x="148" y="20"/>
                    </a:lnTo>
                    <a:lnTo>
                      <a:pt x="148" y="20"/>
                    </a:lnTo>
                    <a:lnTo>
                      <a:pt x="144" y="20"/>
                    </a:lnTo>
                    <a:lnTo>
                      <a:pt x="140" y="18"/>
                    </a:lnTo>
                    <a:lnTo>
                      <a:pt x="140" y="18"/>
                    </a:lnTo>
                    <a:lnTo>
                      <a:pt x="136" y="14"/>
                    </a:lnTo>
                    <a:lnTo>
                      <a:pt x="134" y="14"/>
                    </a:lnTo>
                    <a:lnTo>
                      <a:pt x="134" y="14"/>
                    </a:lnTo>
                    <a:lnTo>
                      <a:pt x="132" y="12"/>
                    </a:lnTo>
                    <a:lnTo>
                      <a:pt x="132" y="10"/>
                    </a:lnTo>
                    <a:lnTo>
                      <a:pt x="132" y="6"/>
                    </a:lnTo>
                    <a:lnTo>
                      <a:pt x="132" y="6"/>
                    </a:lnTo>
                    <a:lnTo>
                      <a:pt x="132" y="6"/>
                    </a:lnTo>
                    <a:lnTo>
                      <a:pt x="134" y="8"/>
                    </a:lnTo>
                    <a:lnTo>
                      <a:pt x="134" y="8"/>
                    </a:lnTo>
                    <a:lnTo>
                      <a:pt x="126" y="8"/>
                    </a:lnTo>
                    <a:lnTo>
                      <a:pt x="126" y="8"/>
                    </a:lnTo>
                    <a:lnTo>
                      <a:pt x="122" y="8"/>
                    </a:lnTo>
                    <a:lnTo>
                      <a:pt x="122" y="8"/>
                    </a:lnTo>
                    <a:lnTo>
                      <a:pt x="118" y="8"/>
                    </a:lnTo>
                    <a:lnTo>
                      <a:pt x="118" y="8"/>
                    </a:lnTo>
                    <a:lnTo>
                      <a:pt x="118" y="8"/>
                    </a:lnTo>
                    <a:lnTo>
                      <a:pt x="118" y="8"/>
                    </a:lnTo>
                    <a:lnTo>
                      <a:pt x="120" y="4"/>
                    </a:lnTo>
                    <a:lnTo>
                      <a:pt x="120" y="2"/>
                    </a:lnTo>
                    <a:lnTo>
                      <a:pt x="118" y="2"/>
                    </a:lnTo>
                    <a:lnTo>
                      <a:pt x="118" y="0"/>
                    </a:lnTo>
                    <a:lnTo>
                      <a:pt x="92" y="8"/>
                    </a:lnTo>
                    <a:lnTo>
                      <a:pt x="92" y="8"/>
                    </a:lnTo>
                    <a:lnTo>
                      <a:pt x="92" y="8"/>
                    </a:lnTo>
                    <a:lnTo>
                      <a:pt x="92" y="8"/>
                    </a:lnTo>
                    <a:lnTo>
                      <a:pt x="92" y="10"/>
                    </a:lnTo>
                    <a:lnTo>
                      <a:pt x="88" y="14"/>
                    </a:lnTo>
                    <a:lnTo>
                      <a:pt x="84" y="16"/>
                    </a:lnTo>
                    <a:lnTo>
                      <a:pt x="84" y="18"/>
                    </a:lnTo>
                    <a:lnTo>
                      <a:pt x="84" y="18"/>
                    </a:lnTo>
                    <a:lnTo>
                      <a:pt x="82" y="18"/>
                    </a:lnTo>
                    <a:lnTo>
                      <a:pt x="82" y="18"/>
                    </a:lnTo>
                    <a:lnTo>
                      <a:pt x="82" y="18"/>
                    </a:lnTo>
                    <a:lnTo>
                      <a:pt x="80" y="22"/>
                    </a:lnTo>
                    <a:lnTo>
                      <a:pt x="80" y="26"/>
                    </a:lnTo>
                    <a:lnTo>
                      <a:pt x="80" y="26"/>
                    </a:lnTo>
                    <a:lnTo>
                      <a:pt x="82" y="28"/>
                    </a:lnTo>
                    <a:lnTo>
                      <a:pt x="82" y="30"/>
                    </a:lnTo>
                    <a:lnTo>
                      <a:pt x="82" y="30"/>
                    </a:lnTo>
                    <a:lnTo>
                      <a:pt x="84" y="36"/>
                    </a:lnTo>
                    <a:lnTo>
                      <a:pt x="86" y="38"/>
                    </a:lnTo>
                    <a:lnTo>
                      <a:pt x="86" y="40"/>
                    </a:lnTo>
                    <a:lnTo>
                      <a:pt x="86" y="40"/>
                    </a:lnTo>
                    <a:lnTo>
                      <a:pt x="84" y="46"/>
                    </a:lnTo>
                    <a:lnTo>
                      <a:pt x="84" y="46"/>
                    </a:lnTo>
                    <a:lnTo>
                      <a:pt x="86" y="50"/>
                    </a:lnTo>
                    <a:lnTo>
                      <a:pt x="90" y="54"/>
                    </a:lnTo>
                    <a:lnTo>
                      <a:pt x="90" y="54"/>
                    </a:lnTo>
                    <a:lnTo>
                      <a:pt x="94" y="56"/>
                    </a:lnTo>
                    <a:lnTo>
                      <a:pt x="96" y="56"/>
                    </a:lnTo>
                    <a:lnTo>
                      <a:pt x="98" y="60"/>
                    </a:lnTo>
                    <a:lnTo>
                      <a:pt x="98" y="60"/>
                    </a:lnTo>
                    <a:lnTo>
                      <a:pt x="100" y="62"/>
                    </a:lnTo>
                    <a:lnTo>
                      <a:pt x="102" y="62"/>
                    </a:lnTo>
                    <a:lnTo>
                      <a:pt x="102" y="62"/>
                    </a:lnTo>
                    <a:lnTo>
                      <a:pt x="110" y="60"/>
                    </a:lnTo>
                    <a:lnTo>
                      <a:pt x="110" y="76"/>
                    </a:lnTo>
                    <a:lnTo>
                      <a:pt x="104" y="74"/>
                    </a:lnTo>
                    <a:lnTo>
                      <a:pt x="104" y="74"/>
                    </a:lnTo>
                    <a:lnTo>
                      <a:pt x="100" y="76"/>
                    </a:lnTo>
                    <a:lnTo>
                      <a:pt x="100" y="76"/>
                    </a:lnTo>
                    <a:lnTo>
                      <a:pt x="96" y="78"/>
                    </a:lnTo>
                    <a:lnTo>
                      <a:pt x="94" y="78"/>
                    </a:lnTo>
                    <a:lnTo>
                      <a:pt x="92" y="76"/>
                    </a:lnTo>
                    <a:lnTo>
                      <a:pt x="92" y="76"/>
                    </a:lnTo>
                    <a:lnTo>
                      <a:pt x="94" y="72"/>
                    </a:lnTo>
                    <a:lnTo>
                      <a:pt x="92" y="68"/>
                    </a:lnTo>
                    <a:lnTo>
                      <a:pt x="92" y="68"/>
                    </a:lnTo>
                    <a:lnTo>
                      <a:pt x="90" y="66"/>
                    </a:lnTo>
                    <a:lnTo>
                      <a:pt x="86" y="64"/>
                    </a:lnTo>
                    <a:lnTo>
                      <a:pt x="84" y="64"/>
                    </a:lnTo>
                    <a:lnTo>
                      <a:pt x="82" y="62"/>
                    </a:lnTo>
                    <a:lnTo>
                      <a:pt x="82" y="62"/>
                    </a:lnTo>
                    <a:lnTo>
                      <a:pt x="80" y="58"/>
                    </a:lnTo>
                    <a:lnTo>
                      <a:pt x="76" y="56"/>
                    </a:lnTo>
                    <a:lnTo>
                      <a:pt x="76" y="56"/>
                    </a:lnTo>
                    <a:lnTo>
                      <a:pt x="76" y="52"/>
                    </a:lnTo>
                    <a:lnTo>
                      <a:pt x="74" y="52"/>
                    </a:lnTo>
                    <a:lnTo>
                      <a:pt x="74" y="52"/>
                    </a:lnTo>
                    <a:lnTo>
                      <a:pt x="72" y="50"/>
                    </a:lnTo>
                    <a:lnTo>
                      <a:pt x="70" y="52"/>
                    </a:lnTo>
                    <a:lnTo>
                      <a:pt x="70" y="52"/>
                    </a:lnTo>
                    <a:lnTo>
                      <a:pt x="68" y="56"/>
                    </a:lnTo>
                    <a:lnTo>
                      <a:pt x="62" y="56"/>
                    </a:lnTo>
                    <a:lnTo>
                      <a:pt x="62" y="56"/>
                    </a:lnTo>
                    <a:lnTo>
                      <a:pt x="52" y="56"/>
                    </a:lnTo>
                    <a:lnTo>
                      <a:pt x="52" y="56"/>
                    </a:lnTo>
                    <a:lnTo>
                      <a:pt x="50" y="54"/>
                    </a:lnTo>
                    <a:lnTo>
                      <a:pt x="48" y="54"/>
                    </a:lnTo>
                    <a:lnTo>
                      <a:pt x="48" y="54"/>
                    </a:lnTo>
                    <a:lnTo>
                      <a:pt x="50" y="48"/>
                    </a:lnTo>
                    <a:lnTo>
                      <a:pt x="50" y="48"/>
                    </a:lnTo>
                    <a:lnTo>
                      <a:pt x="48" y="46"/>
                    </a:lnTo>
                    <a:lnTo>
                      <a:pt x="46" y="46"/>
                    </a:lnTo>
                    <a:lnTo>
                      <a:pt x="44" y="46"/>
                    </a:lnTo>
                    <a:lnTo>
                      <a:pt x="44" y="46"/>
                    </a:lnTo>
                    <a:lnTo>
                      <a:pt x="42" y="48"/>
                    </a:lnTo>
                    <a:lnTo>
                      <a:pt x="40" y="48"/>
                    </a:lnTo>
                    <a:lnTo>
                      <a:pt x="38" y="46"/>
                    </a:lnTo>
                    <a:lnTo>
                      <a:pt x="38" y="46"/>
                    </a:lnTo>
                    <a:lnTo>
                      <a:pt x="38" y="38"/>
                    </a:lnTo>
                    <a:lnTo>
                      <a:pt x="30" y="40"/>
                    </a:lnTo>
                    <a:lnTo>
                      <a:pt x="30" y="40"/>
                    </a:lnTo>
                    <a:lnTo>
                      <a:pt x="32" y="44"/>
                    </a:lnTo>
                    <a:lnTo>
                      <a:pt x="32" y="50"/>
                    </a:lnTo>
                    <a:lnTo>
                      <a:pt x="32" y="50"/>
                    </a:lnTo>
                    <a:lnTo>
                      <a:pt x="30" y="54"/>
                    </a:lnTo>
                    <a:lnTo>
                      <a:pt x="30" y="58"/>
                    </a:lnTo>
                    <a:lnTo>
                      <a:pt x="30" y="58"/>
                    </a:lnTo>
                    <a:lnTo>
                      <a:pt x="30" y="66"/>
                    </a:lnTo>
                    <a:lnTo>
                      <a:pt x="30" y="66"/>
                    </a:lnTo>
                    <a:lnTo>
                      <a:pt x="30" y="70"/>
                    </a:lnTo>
                    <a:lnTo>
                      <a:pt x="0" y="70"/>
                    </a:lnTo>
                    <a:lnTo>
                      <a:pt x="0" y="130"/>
                    </a:lnTo>
                    <a:lnTo>
                      <a:pt x="0" y="130"/>
                    </a:lnTo>
                    <a:lnTo>
                      <a:pt x="2" y="132"/>
                    </a:lnTo>
                    <a:lnTo>
                      <a:pt x="4" y="138"/>
                    </a:lnTo>
                    <a:lnTo>
                      <a:pt x="4" y="138"/>
                    </a:lnTo>
                    <a:lnTo>
                      <a:pt x="6" y="142"/>
                    </a:lnTo>
                    <a:lnTo>
                      <a:pt x="10" y="148"/>
                    </a:lnTo>
                    <a:lnTo>
                      <a:pt x="10" y="148"/>
                    </a:lnTo>
                    <a:lnTo>
                      <a:pt x="14" y="152"/>
                    </a:lnTo>
                    <a:lnTo>
                      <a:pt x="14" y="154"/>
                    </a:lnTo>
                    <a:lnTo>
                      <a:pt x="16" y="158"/>
                    </a:lnTo>
                    <a:lnTo>
                      <a:pt x="18" y="158"/>
                    </a:lnTo>
                    <a:lnTo>
                      <a:pt x="18" y="1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6" name="Freeform 290">
                <a:extLst>
                  <a:ext uri="{FF2B5EF4-FFF2-40B4-BE49-F238E27FC236}">
                    <a16:creationId xmlns:a16="http://schemas.microsoft.com/office/drawing/2014/main" id="{81192B23-5A85-7649-9770-C52D3F70B9A0}"/>
                  </a:ext>
                </a:extLst>
              </p:cNvPr>
              <p:cNvSpPr>
                <a:spLocks/>
              </p:cNvSpPr>
              <p:nvPr/>
            </p:nvSpPr>
            <p:spPr bwMode="auto">
              <a:xfrm>
                <a:off x="6216448" y="4191409"/>
                <a:ext cx="512709" cy="624734"/>
              </a:xfrm>
              <a:custGeom>
                <a:avLst/>
                <a:gdLst>
                  <a:gd name="T0" fmla="*/ 0 w 262"/>
                  <a:gd name="T1" fmla="*/ 184 h 312"/>
                  <a:gd name="T2" fmla="*/ 14 w 262"/>
                  <a:gd name="T3" fmla="*/ 190 h 312"/>
                  <a:gd name="T4" fmla="*/ 72 w 262"/>
                  <a:gd name="T5" fmla="*/ 186 h 312"/>
                  <a:gd name="T6" fmla="*/ 76 w 262"/>
                  <a:gd name="T7" fmla="*/ 208 h 312"/>
                  <a:gd name="T8" fmla="*/ 90 w 262"/>
                  <a:gd name="T9" fmla="*/ 224 h 312"/>
                  <a:gd name="T10" fmla="*/ 98 w 262"/>
                  <a:gd name="T11" fmla="*/ 222 h 312"/>
                  <a:gd name="T12" fmla="*/ 102 w 262"/>
                  <a:gd name="T13" fmla="*/ 208 h 312"/>
                  <a:gd name="T14" fmla="*/ 118 w 262"/>
                  <a:gd name="T15" fmla="*/ 208 h 312"/>
                  <a:gd name="T16" fmla="*/ 130 w 262"/>
                  <a:gd name="T17" fmla="*/ 216 h 312"/>
                  <a:gd name="T18" fmla="*/ 132 w 262"/>
                  <a:gd name="T19" fmla="*/ 234 h 312"/>
                  <a:gd name="T20" fmla="*/ 138 w 262"/>
                  <a:gd name="T21" fmla="*/ 250 h 312"/>
                  <a:gd name="T22" fmla="*/ 138 w 262"/>
                  <a:gd name="T23" fmla="*/ 266 h 312"/>
                  <a:gd name="T24" fmla="*/ 150 w 262"/>
                  <a:gd name="T25" fmla="*/ 274 h 312"/>
                  <a:gd name="T26" fmla="*/ 170 w 262"/>
                  <a:gd name="T27" fmla="*/ 280 h 312"/>
                  <a:gd name="T28" fmla="*/ 182 w 262"/>
                  <a:gd name="T29" fmla="*/ 282 h 312"/>
                  <a:gd name="T30" fmla="*/ 194 w 262"/>
                  <a:gd name="T31" fmla="*/ 290 h 312"/>
                  <a:gd name="T32" fmla="*/ 206 w 262"/>
                  <a:gd name="T33" fmla="*/ 286 h 312"/>
                  <a:gd name="T34" fmla="*/ 216 w 262"/>
                  <a:gd name="T35" fmla="*/ 298 h 312"/>
                  <a:gd name="T36" fmla="*/ 224 w 262"/>
                  <a:gd name="T37" fmla="*/ 310 h 312"/>
                  <a:gd name="T38" fmla="*/ 242 w 262"/>
                  <a:gd name="T39" fmla="*/ 294 h 312"/>
                  <a:gd name="T40" fmla="*/ 228 w 262"/>
                  <a:gd name="T41" fmla="*/ 290 h 312"/>
                  <a:gd name="T42" fmla="*/ 218 w 262"/>
                  <a:gd name="T43" fmla="*/ 274 h 312"/>
                  <a:gd name="T44" fmla="*/ 212 w 262"/>
                  <a:gd name="T45" fmla="*/ 260 h 312"/>
                  <a:gd name="T46" fmla="*/ 220 w 262"/>
                  <a:gd name="T47" fmla="*/ 242 h 312"/>
                  <a:gd name="T48" fmla="*/ 250 w 262"/>
                  <a:gd name="T49" fmla="*/ 228 h 312"/>
                  <a:gd name="T50" fmla="*/ 240 w 262"/>
                  <a:gd name="T51" fmla="*/ 214 h 312"/>
                  <a:gd name="T52" fmla="*/ 230 w 262"/>
                  <a:gd name="T53" fmla="*/ 188 h 312"/>
                  <a:gd name="T54" fmla="*/ 228 w 262"/>
                  <a:gd name="T55" fmla="*/ 170 h 312"/>
                  <a:gd name="T56" fmla="*/ 228 w 262"/>
                  <a:gd name="T57" fmla="*/ 146 h 312"/>
                  <a:gd name="T58" fmla="*/ 224 w 262"/>
                  <a:gd name="T59" fmla="*/ 138 h 312"/>
                  <a:gd name="T60" fmla="*/ 224 w 262"/>
                  <a:gd name="T61" fmla="*/ 124 h 312"/>
                  <a:gd name="T62" fmla="*/ 226 w 262"/>
                  <a:gd name="T63" fmla="*/ 120 h 312"/>
                  <a:gd name="T64" fmla="*/ 226 w 262"/>
                  <a:gd name="T65" fmla="*/ 110 h 312"/>
                  <a:gd name="T66" fmla="*/ 236 w 262"/>
                  <a:gd name="T67" fmla="*/ 92 h 312"/>
                  <a:gd name="T68" fmla="*/ 248 w 262"/>
                  <a:gd name="T69" fmla="*/ 78 h 312"/>
                  <a:gd name="T70" fmla="*/ 258 w 262"/>
                  <a:gd name="T71" fmla="*/ 66 h 312"/>
                  <a:gd name="T72" fmla="*/ 256 w 262"/>
                  <a:gd name="T73" fmla="*/ 54 h 312"/>
                  <a:gd name="T74" fmla="*/ 258 w 262"/>
                  <a:gd name="T75" fmla="*/ 44 h 312"/>
                  <a:gd name="T76" fmla="*/ 252 w 262"/>
                  <a:gd name="T77" fmla="*/ 30 h 312"/>
                  <a:gd name="T78" fmla="*/ 236 w 262"/>
                  <a:gd name="T79" fmla="*/ 16 h 312"/>
                  <a:gd name="T80" fmla="*/ 224 w 262"/>
                  <a:gd name="T81" fmla="*/ 16 h 312"/>
                  <a:gd name="T82" fmla="*/ 210 w 262"/>
                  <a:gd name="T83" fmla="*/ 16 h 312"/>
                  <a:gd name="T84" fmla="*/ 194 w 262"/>
                  <a:gd name="T85" fmla="*/ 2 h 312"/>
                  <a:gd name="T86" fmla="*/ 174 w 262"/>
                  <a:gd name="T87" fmla="*/ 6 h 312"/>
                  <a:gd name="T88" fmla="*/ 166 w 262"/>
                  <a:gd name="T89" fmla="*/ 8 h 312"/>
                  <a:gd name="T90" fmla="*/ 152 w 262"/>
                  <a:gd name="T91" fmla="*/ 8 h 312"/>
                  <a:gd name="T92" fmla="*/ 138 w 262"/>
                  <a:gd name="T93" fmla="*/ 14 h 312"/>
                  <a:gd name="T94" fmla="*/ 114 w 262"/>
                  <a:gd name="T95" fmla="*/ 8 h 312"/>
                  <a:gd name="T96" fmla="*/ 94 w 262"/>
                  <a:gd name="T97" fmla="*/ 10 h 312"/>
                  <a:gd name="T98" fmla="*/ 84 w 262"/>
                  <a:gd name="T99" fmla="*/ 46 h 312"/>
                  <a:gd name="T100" fmla="*/ 78 w 262"/>
                  <a:gd name="T101" fmla="*/ 86 h 312"/>
                  <a:gd name="T102" fmla="*/ 66 w 262"/>
                  <a:gd name="T103" fmla="*/ 120 h 312"/>
                  <a:gd name="T104" fmla="*/ 56 w 262"/>
                  <a:gd name="T105" fmla="*/ 156 h 312"/>
                  <a:gd name="T106" fmla="*/ 36 w 262"/>
                  <a:gd name="T107" fmla="*/ 156 h 312"/>
                  <a:gd name="T108" fmla="*/ 26 w 262"/>
                  <a:gd name="T109" fmla="*/ 162 h 312"/>
                  <a:gd name="T110" fmla="*/ 14 w 262"/>
                  <a:gd name="T111" fmla="*/ 164 h 312"/>
                  <a:gd name="T112" fmla="*/ 8 w 262"/>
                  <a:gd name="T113" fmla="*/ 17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2" h="312">
                    <a:moveTo>
                      <a:pt x="2" y="178"/>
                    </a:moveTo>
                    <a:lnTo>
                      <a:pt x="2" y="178"/>
                    </a:lnTo>
                    <a:lnTo>
                      <a:pt x="2" y="180"/>
                    </a:lnTo>
                    <a:lnTo>
                      <a:pt x="2" y="180"/>
                    </a:lnTo>
                    <a:lnTo>
                      <a:pt x="0" y="182"/>
                    </a:lnTo>
                    <a:lnTo>
                      <a:pt x="0" y="184"/>
                    </a:lnTo>
                    <a:lnTo>
                      <a:pt x="0" y="184"/>
                    </a:lnTo>
                    <a:lnTo>
                      <a:pt x="2" y="188"/>
                    </a:lnTo>
                    <a:lnTo>
                      <a:pt x="6" y="190"/>
                    </a:lnTo>
                    <a:lnTo>
                      <a:pt x="6" y="190"/>
                    </a:lnTo>
                    <a:lnTo>
                      <a:pt x="6" y="194"/>
                    </a:lnTo>
                    <a:lnTo>
                      <a:pt x="6" y="194"/>
                    </a:lnTo>
                    <a:lnTo>
                      <a:pt x="8" y="194"/>
                    </a:lnTo>
                    <a:lnTo>
                      <a:pt x="14" y="190"/>
                    </a:lnTo>
                    <a:lnTo>
                      <a:pt x="14" y="190"/>
                    </a:lnTo>
                    <a:lnTo>
                      <a:pt x="18" y="188"/>
                    </a:lnTo>
                    <a:lnTo>
                      <a:pt x="22" y="186"/>
                    </a:lnTo>
                    <a:lnTo>
                      <a:pt x="28" y="186"/>
                    </a:lnTo>
                    <a:lnTo>
                      <a:pt x="28" y="186"/>
                    </a:lnTo>
                    <a:lnTo>
                      <a:pt x="44" y="188"/>
                    </a:lnTo>
                    <a:lnTo>
                      <a:pt x="72" y="186"/>
                    </a:lnTo>
                    <a:lnTo>
                      <a:pt x="72" y="186"/>
                    </a:lnTo>
                    <a:lnTo>
                      <a:pt x="74" y="196"/>
                    </a:lnTo>
                    <a:lnTo>
                      <a:pt x="74" y="196"/>
                    </a:lnTo>
                    <a:lnTo>
                      <a:pt x="74" y="200"/>
                    </a:lnTo>
                    <a:lnTo>
                      <a:pt x="74" y="204"/>
                    </a:lnTo>
                    <a:lnTo>
                      <a:pt x="74" y="204"/>
                    </a:lnTo>
                    <a:lnTo>
                      <a:pt x="76" y="208"/>
                    </a:lnTo>
                    <a:lnTo>
                      <a:pt x="76" y="214"/>
                    </a:lnTo>
                    <a:lnTo>
                      <a:pt x="76" y="214"/>
                    </a:lnTo>
                    <a:lnTo>
                      <a:pt x="78" y="220"/>
                    </a:lnTo>
                    <a:lnTo>
                      <a:pt x="80" y="222"/>
                    </a:lnTo>
                    <a:lnTo>
                      <a:pt x="80" y="222"/>
                    </a:lnTo>
                    <a:lnTo>
                      <a:pt x="84" y="224"/>
                    </a:lnTo>
                    <a:lnTo>
                      <a:pt x="90" y="224"/>
                    </a:lnTo>
                    <a:lnTo>
                      <a:pt x="90" y="224"/>
                    </a:lnTo>
                    <a:lnTo>
                      <a:pt x="92" y="224"/>
                    </a:lnTo>
                    <a:lnTo>
                      <a:pt x="94" y="222"/>
                    </a:lnTo>
                    <a:lnTo>
                      <a:pt x="96" y="220"/>
                    </a:lnTo>
                    <a:lnTo>
                      <a:pt x="96" y="220"/>
                    </a:lnTo>
                    <a:lnTo>
                      <a:pt x="96" y="220"/>
                    </a:lnTo>
                    <a:lnTo>
                      <a:pt x="98" y="222"/>
                    </a:lnTo>
                    <a:lnTo>
                      <a:pt x="100" y="222"/>
                    </a:lnTo>
                    <a:lnTo>
                      <a:pt x="102" y="220"/>
                    </a:lnTo>
                    <a:lnTo>
                      <a:pt x="102" y="218"/>
                    </a:lnTo>
                    <a:lnTo>
                      <a:pt x="102" y="218"/>
                    </a:lnTo>
                    <a:lnTo>
                      <a:pt x="100" y="214"/>
                    </a:lnTo>
                    <a:lnTo>
                      <a:pt x="100" y="210"/>
                    </a:lnTo>
                    <a:lnTo>
                      <a:pt x="102" y="208"/>
                    </a:lnTo>
                    <a:lnTo>
                      <a:pt x="102" y="208"/>
                    </a:lnTo>
                    <a:lnTo>
                      <a:pt x="104" y="206"/>
                    </a:lnTo>
                    <a:lnTo>
                      <a:pt x="110" y="208"/>
                    </a:lnTo>
                    <a:lnTo>
                      <a:pt x="110" y="208"/>
                    </a:lnTo>
                    <a:lnTo>
                      <a:pt x="116" y="208"/>
                    </a:lnTo>
                    <a:lnTo>
                      <a:pt x="118" y="208"/>
                    </a:lnTo>
                    <a:lnTo>
                      <a:pt x="118" y="208"/>
                    </a:lnTo>
                    <a:lnTo>
                      <a:pt x="118" y="208"/>
                    </a:lnTo>
                    <a:lnTo>
                      <a:pt x="118" y="212"/>
                    </a:lnTo>
                    <a:lnTo>
                      <a:pt x="118" y="212"/>
                    </a:lnTo>
                    <a:lnTo>
                      <a:pt x="124" y="212"/>
                    </a:lnTo>
                    <a:lnTo>
                      <a:pt x="128" y="212"/>
                    </a:lnTo>
                    <a:lnTo>
                      <a:pt x="130" y="216"/>
                    </a:lnTo>
                    <a:lnTo>
                      <a:pt x="130" y="216"/>
                    </a:lnTo>
                    <a:lnTo>
                      <a:pt x="130" y="222"/>
                    </a:lnTo>
                    <a:lnTo>
                      <a:pt x="130" y="224"/>
                    </a:lnTo>
                    <a:lnTo>
                      <a:pt x="132" y="226"/>
                    </a:lnTo>
                    <a:lnTo>
                      <a:pt x="132" y="226"/>
                    </a:lnTo>
                    <a:lnTo>
                      <a:pt x="132" y="226"/>
                    </a:lnTo>
                    <a:lnTo>
                      <a:pt x="132" y="228"/>
                    </a:lnTo>
                    <a:lnTo>
                      <a:pt x="132" y="234"/>
                    </a:lnTo>
                    <a:lnTo>
                      <a:pt x="132" y="234"/>
                    </a:lnTo>
                    <a:lnTo>
                      <a:pt x="132" y="238"/>
                    </a:lnTo>
                    <a:lnTo>
                      <a:pt x="134" y="242"/>
                    </a:lnTo>
                    <a:lnTo>
                      <a:pt x="134" y="242"/>
                    </a:lnTo>
                    <a:lnTo>
                      <a:pt x="136" y="246"/>
                    </a:lnTo>
                    <a:lnTo>
                      <a:pt x="136" y="248"/>
                    </a:lnTo>
                    <a:lnTo>
                      <a:pt x="138" y="250"/>
                    </a:lnTo>
                    <a:lnTo>
                      <a:pt x="138" y="250"/>
                    </a:lnTo>
                    <a:lnTo>
                      <a:pt x="140" y="254"/>
                    </a:lnTo>
                    <a:lnTo>
                      <a:pt x="138" y="258"/>
                    </a:lnTo>
                    <a:lnTo>
                      <a:pt x="138" y="258"/>
                    </a:lnTo>
                    <a:lnTo>
                      <a:pt x="138" y="262"/>
                    </a:lnTo>
                    <a:lnTo>
                      <a:pt x="138" y="266"/>
                    </a:lnTo>
                    <a:lnTo>
                      <a:pt x="138" y="266"/>
                    </a:lnTo>
                    <a:lnTo>
                      <a:pt x="138" y="270"/>
                    </a:lnTo>
                    <a:lnTo>
                      <a:pt x="140" y="274"/>
                    </a:lnTo>
                    <a:lnTo>
                      <a:pt x="140" y="274"/>
                    </a:lnTo>
                    <a:lnTo>
                      <a:pt x="144" y="278"/>
                    </a:lnTo>
                    <a:lnTo>
                      <a:pt x="146" y="276"/>
                    </a:lnTo>
                    <a:lnTo>
                      <a:pt x="146" y="276"/>
                    </a:lnTo>
                    <a:lnTo>
                      <a:pt x="150" y="274"/>
                    </a:lnTo>
                    <a:lnTo>
                      <a:pt x="152" y="274"/>
                    </a:lnTo>
                    <a:lnTo>
                      <a:pt x="152" y="274"/>
                    </a:lnTo>
                    <a:lnTo>
                      <a:pt x="162" y="274"/>
                    </a:lnTo>
                    <a:lnTo>
                      <a:pt x="170" y="272"/>
                    </a:lnTo>
                    <a:lnTo>
                      <a:pt x="170" y="272"/>
                    </a:lnTo>
                    <a:lnTo>
                      <a:pt x="170" y="280"/>
                    </a:lnTo>
                    <a:lnTo>
                      <a:pt x="170" y="280"/>
                    </a:lnTo>
                    <a:lnTo>
                      <a:pt x="172" y="282"/>
                    </a:lnTo>
                    <a:lnTo>
                      <a:pt x="174" y="282"/>
                    </a:lnTo>
                    <a:lnTo>
                      <a:pt x="176" y="280"/>
                    </a:lnTo>
                    <a:lnTo>
                      <a:pt x="176" y="280"/>
                    </a:lnTo>
                    <a:lnTo>
                      <a:pt x="178" y="280"/>
                    </a:lnTo>
                    <a:lnTo>
                      <a:pt x="180" y="280"/>
                    </a:lnTo>
                    <a:lnTo>
                      <a:pt x="182" y="282"/>
                    </a:lnTo>
                    <a:lnTo>
                      <a:pt x="182" y="282"/>
                    </a:lnTo>
                    <a:lnTo>
                      <a:pt x="180" y="288"/>
                    </a:lnTo>
                    <a:lnTo>
                      <a:pt x="180" y="288"/>
                    </a:lnTo>
                    <a:lnTo>
                      <a:pt x="182" y="288"/>
                    </a:lnTo>
                    <a:lnTo>
                      <a:pt x="184" y="290"/>
                    </a:lnTo>
                    <a:lnTo>
                      <a:pt x="184" y="290"/>
                    </a:lnTo>
                    <a:lnTo>
                      <a:pt x="194" y="290"/>
                    </a:lnTo>
                    <a:lnTo>
                      <a:pt x="194" y="290"/>
                    </a:lnTo>
                    <a:lnTo>
                      <a:pt x="200" y="290"/>
                    </a:lnTo>
                    <a:lnTo>
                      <a:pt x="202" y="286"/>
                    </a:lnTo>
                    <a:lnTo>
                      <a:pt x="202" y="286"/>
                    </a:lnTo>
                    <a:lnTo>
                      <a:pt x="204" y="284"/>
                    </a:lnTo>
                    <a:lnTo>
                      <a:pt x="206" y="286"/>
                    </a:lnTo>
                    <a:lnTo>
                      <a:pt x="206" y="286"/>
                    </a:lnTo>
                    <a:lnTo>
                      <a:pt x="208" y="286"/>
                    </a:lnTo>
                    <a:lnTo>
                      <a:pt x="208" y="290"/>
                    </a:lnTo>
                    <a:lnTo>
                      <a:pt x="208" y="290"/>
                    </a:lnTo>
                    <a:lnTo>
                      <a:pt x="212" y="292"/>
                    </a:lnTo>
                    <a:lnTo>
                      <a:pt x="214" y="296"/>
                    </a:lnTo>
                    <a:lnTo>
                      <a:pt x="214" y="296"/>
                    </a:lnTo>
                    <a:lnTo>
                      <a:pt x="216" y="298"/>
                    </a:lnTo>
                    <a:lnTo>
                      <a:pt x="218" y="298"/>
                    </a:lnTo>
                    <a:lnTo>
                      <a:pt x="222" y="300"/>
                    </a:lnTo>
                    <a:lnTo>
                      <a:pt x="224" y="302"/>
                    </a:lnTo>
                    <a:lnTo>
                      <a:pt x="224" y="302"/>
                    </a:lnTo>
                    <a:lnTo>
                      <a:pt x="226" y="306"/>
                    </a:lnTo>
                    <a:lnTo>
                      <a:pt x="224" y="310"/>
                    </a:lnTo>
                    <a:lnTo>
                      <a:pt x="224" y="310"/>
                    </a:lnTo>
                    <a:lnTo>
                      <a:pt x="226" y="312"/>
                    </a:lnTo>
                    <a:lnTo>
                      <a:pt x="228" y="312"/>
                    </a:lnTo>
                    <a:lnTo>
                      <a:pt x="232" y="310"/>
                    </a:lnTo>
                    <a:lnTo>
                      <a:pt x="232" y="310"/>
                    </a:lnTo>
                    <a:lnTo>
                      <a:pt x="236" y="308"/>
                    </a:lnTo>
                    <a:lnTo>
                      <a:pt x="242" y="310"/>
                    </a:lnTo>
                    <a:lnTo>
                      <a:pt x="242" y="294"/>
                    </a:lnTo>
                    <a:lnTo>
                      <a:pt x="242" y="294"/>
                    </a:lnTo>
                    <a:lnTo>
                      <a:pt x="234" y="296"/>
                    </a:lnTo>
                    <a:lnTo>
                      <a:pt x="234" y="296"/>
                    </a:lnTo>
                    <a:lnTo>
                      <a:pt x="232" y="296"/>
                    </a:lnTo>
                    <a:lnTo>
                      <a:pt x="230" y="294"/>
                    </a:lnTo>
                    <a:lnTo>
                      <a:pt x="230" y="294"/>
                    </a:lnTo>
                    <a:lnTo>
                      <a:pt x="228" y="290"/>
                    </a:lnTo>
                    <a:lnTo>
                      <a:pt x="226" y="290"/>
                    </a:lnTo>
                    <a:lnTo>
                      <a:pt x="222" y="288"/>
                    </a:lnTo>
                    <a:lnTo>
                      <a:pt x="222" y="288"/>
                    </a:lnTo>
                    <a:lnTo>
                      <a:pt x="218" y="284"/>
                    </a:lnTo>
                    <a:lnTo>
                      <a:pt x="216" y="280"/>
                    </a:lnTo>
                    <a:lnTo>
                      <a:pt x="216" y="280"/>
                    </a:lnTo>
                    <a:lnTo>
                      <a:pt x="218" y="274"/>
                    </a:lnTo>
                    <a:lnTo>
                      <a:pt x="218" y="274"/>
                    </a:lnTo>
                    <a:lnTo>
                      <a:pt x="218" y="272"/>
                    </a:lnTo>
                    <a:lnTo>
                      <a:pt x="216" y="270"/>
                    </a:lnTo>
                    <a:lnTo>
                      <a:pt x="214" y="264"/>
                    </a:lnTo>
                    <a:lnTo>
                      <a:pt x="214" y="264"/>
                    </a:lnTo>
                    <a:lnTo>
                      <a:pt x="214" y="262"/>
                    </a:lnTo>
                    <a:lnTo>
                      <a:pt x="212" y="260"/>
                    </a:lnTo>
                    <a:lnTo>
                      <a:pt x="212" y="260"/>
                    </a:lnTo>
                    <a:lnTo>
                      <a:pt x="212" y="256"/>
                    </a:lnTo>
                    <a:lnTo>
                      <a:pt x="214" y="252"/>
                    </a:lnTo>
                    <a:lnTo>
                      <a:pt x="214" y="252"/>
                    </a:lnTo>
                    <a:lnTo>
                      <a:pt x="212" y="246"/>
                    </a:lnTo>
                    <a:lnTo>
                      <a:pt x="212" y="246"/>
                    </a:lnTo>
                    <a:lnTo>
                      <a:pt x="220" y="242"/>
                    </a:lnTo>
                    <a:lnTo>
                      <a:pt x="220" y="242"/>
                    </a:lnTo>
                    <a:lnTo>
                      <a:pt x="224" y="242"/>
                    </a:lnTo>
                    <a:lnTo>
                      <a:pt x="224" y="242"/>
                    </a:lnTo>
                    <a:lnTo>
                      <a:pt x="224" y="242"/>
                    </a:lnTo>
                    <a:lnTo>
                      <a:pt x="250" y="234"/>
                    </a:lnTo>
                    <a:lnTo>
                      <a:pt x="250" y="234"/>
                    </a:lnTo>
                    <a:lnTo>
                      <a:pt x="250" y="228"/>
                    </a:lnTo>
                    <a:lnTo>
                      <a:pt x="250" y="228"/>
                    </a:lnTo>
                    <a:lnTo>
                      <a:pt x="246" y="224"/>
                    </a:lnTo>
                    <a:lnTo>
                      <a:pt x="246" y="224"/>
                    </a:lnTo>
                    <a:lnTo>
                      <a:pt x="246" y="220"/>
                    </a:lnTo>
                    <a:lnTo>
                      <a:pt x="246" y="220"/>
                    </a:lnTo>
                    <a:lnTo>
                      <a:pt x="242" y="216"/>
                    </a:lnTo>
                    <a:lnTo>
                      <a:pt x="240" y="214"/>
                    </a:lnTo>
                    <a:lnTo>
                      <a:pt x="240" y="214"/>
                    </a:lnTo>
                    <a:lnTo>
                      <a:pt x="236" y="212"/>
                    </a:lnTo>
                    <a:lnTo>
                      <a:pt x="236" y="212"/>
                    </a:lnTo>
                    <a:lnTo>
                      <a:pt x="232" y="202"/>
                    </a:lnTo>
                    <a:lnTo>
                      <a:pt x="228" y="190"/>
                    </a:lnTo>
                    <a:lnTo>
                      <a:pt x="228" y="190"/>
                    </a:lnTo>
                    <a:lnTo>
                      <a:pt x="230" y="188"/>
                    </a:lnTo>
                    <a:lnTo>
                      <a:pt x="232" y="182"/>
                    </a:lnTo>
                    <a:lnTo>
                      <a:pt x="232" y="182"/>
                    </a:lnTo>
                    <a:lnTo>
                      <a:pt x="228" y="178"/>
                    </a:lnTo>
                    <a:lnTo>
                      <a:pt x="228" y="178"/>
                    </a:lnTo>
                    <a:lnTo>
                      <a:pt x="228" y="174"/>
                    </a:lnTo>
                    <a:lnTo>
                      <a:pt x="228" y="170"/>
                    </a:lnTo>
                    <a:lnTo>
                      <a:pt x="228" y="170"/>
                    </a:lnTo>
                    <a:lnTo>
                      <a:pt x="226" y="168"/>
                    </a:lnTo>
                    <a:lnTo>
                      <a:pt x="226" y="166"/>
                    </a:lnTo>
                    <a:lnTo>
                      <a:pt x="226" y="166"/>
                    </a:lnTo>
                    <a:lnTo>
                      <a:pt x="228" y="154"/>
                    </a:lnTo>
                    <a:lnTo>
                      <a:pt x="228" y="154"/>
                    </a:lnTo>
                    <a:lnTo>
                      <a:pt x="230" y="152"/>
                    </a:lnTo>
                    <a:lnTo>
                      <a:pt x="228" y="146"/>
                    </a:lnTo>
                    <a:lnTo>
                      <a:pt x="228" y="146"/>
                    </a:lnTo>
                    <a:lnTo>
                      <a:pt x="224" y="146"/>
                    </a:lnTo>
                    <a:lnTo>
                      <a:pt x="222" y="144"/>
                    </a:lnTo>
                    <a:lnTo>
                      <a:pt x="222" y="142"/>
                    </a:lnTo>
                    <a:lnTo>
                      <a:pt x="222" y="142"/>
                    </a:lnTo>
                    <a:lnTo>
                      <a:pt x="222" y="140"/>
                    </a:lnTo>
                    <a:lnTo>
                      <a:pt x="224" y="138"/>
                    </a:lnTo>
                    <a:lnTo>
                      <a:pt x="224" y="138"/>
                    </a:lnTo>
                    <a:lnTo>
                      <a:pt x="224" y="138"/>
                    </a:lnTo>
                    <a:lnTo>
                      <a:pt x="222" y="138"/>
                    </a:lnTo>
                    <a:lnTo>
                      <a:pt x="222" y="138"/>
                    </a:lnTo>
                    <a:lnTo>
                      <a:pt x="222" y="126"/>
                    </a:lnTo>
                    <a:lnTo>
                      <a:pt x="222" y="126"/>
                    </a:lnTo>
                    <a:lnTo>
                      <a:pt x="224" y="124"/>
                    </a:lnTo>
                    <a:lnTo>
                      <a:pt x="224" y="124"/>
                    </a:lnTo>
                    <a:lnTo>
                      <a:pt x="228" y="128"/>
                    </a:lnTo>
                    <a:lnTo>
                      <a:pt x="228" y="128"/>
                    </a:lnTo>
                    <a:lnTo>
                      <a:pt x="230" y="124"/>
                    </a:lnTo>
                    <a:lnTo>
                      <a:pt x="230" y="124"/>
                    </a:lnTo>
                    <a:lnTo>
                      <a:pt x="226" y="122"/>
                    </a:lnTo>
                    <a:lnTo>
                      <a:pt x="226" y="120"/>
                    </a:lnTo>
                    <a:lnTo>
                      <a:pt x="228" y="116"/>
                    </a:lnTo>
                    <a:lnTo>
                      <a:pt x="228" y="116"/>
                    </a:lnTo>
                    <a:lnTo>
                      <a:pt x="230" y="114"/>
                    </a:lnTo>
                    <a:lnTo>
                      <a:pt x="228" y="114"/>
                    </a:lnTo>
                    <a:lnTo>
                      <a:pt x="228" y="114"/>
                    </a:lnTo>
                    <a:lnTo>
                      <a:pt x="226" y="110"/>
                    </a:lnTo>
                    <a:lnTo>
                      <a:pt x="226" y="110"/>
                    </a:lnTo>
                    <a:lnTo>
                      <a:pt x="228" y="110"/>
                    </a:lnTo>
                    <a:lnTo>
                      <a:pt x="228" y="110"/>
                    </a:lnTo>
                    <a:lnTo>
                      <a:pt x="230" y="104"/>
                    </a:lnTo>
                    <a:lnTo>
                      <a:pt x="232" y="104"/>
                    </a:lnTo>
                    <a:lnTo>
                      <a:pt x="232" y="104"/>
                    </a:lnTo>
                    <a:lnTo>
                      <a:pt x="232" y="104"/>
                    </a:lnTo>
                    <a:lnTo>
                      <a:pt x="236" y="92"/>
                    </a:lnTo>
                    <a:lnTo>
                      <a:pt x="236" y="92"/>
                    </a:lnTo>
                    <a:lnTo>
                      <a:pt x="238" y="88"/>
                    </a:lnTo>
                    <a:lnTo>
                      <a:pt x="240" y="84"/>
                    </a:lnTo>
                    <a:lnTo>
                      <a:pt x="244" y="82"/>
                    </a:lnTo>
                    <a:lnTo>
                      <a:pt x="244" y="82"/>
                    </a:lnTo>
                    <a:lnTo>
                      <a:pt x="248" y="78"/>
                    </a:lnTo>
                    <a:lnTo>
                      <a:pt x="248" y="78"/>
                    </a:lnTo>
                    <a:lnTo>
                      <a:pt x="248" y="76"/>
                    </a:lnTo>
                    <a:lnTo>
                      <a:pt x="252" y="74"/>
                    </a:lnTo>
                    <a:lnTo>
                      <a:pt x="252" y="74"/>
                    </a:lnTo>
                    <a:lnTo>
                      <a:pt x="254" y="70"/>
                    </a:lnTo>
                    <a:lnTo>
                      <a:pt x="254" y="70"/>
                    </a:lnTo>
                    <a:lnTo>
                      <a:pt x="256" y="68"/>
                    </a:lnTo>
                    <a:lnTo>
                      <a:pt x="258" y="66"/>
                    </a:lnTo>
                    <a:lnTo>
                      <a:pt x="258" y="66"/>
                    </a:lnTo>
                    <a:lnTo>
                      <a:pt x="258" y="64"/>
                    </a:lnTo>
                    <a:lnTo>
                      <a:pt x="256" y="62"/>
                    </a:lnTo>
                    <a:lnTo>
                      <a:pt x="256" y="62"/>
                    </a:lnTo>
                    <a:lnTo>
                      <a:pt x="254" y="62"/>
                    </a:lnTo>
                    <a:lnTo>
                      <a:pt x="254" y="58"/>
                    </a:lnTo>
                    <a:lnTo>
                      <a:pt x="256" y="54"/>
                    </a:lnTo>
                    <a:lnTo>
                      <a:pt x="256" y="54"/>
                    </a:lnTo>
                    <a:lnTo>
                      <a:pt x="258" y="50"/>
                    </a:lnTo>
                    <a:lnTo>
                      <a:pt x="258" y="48"/>
                    </a:lnTo>
                    <a:lnTo>
                      <a:pt x="258" y="48"/>
                    </a:lnTo>
                    <a:lnTo>
                      <a:pt x="258" y="48"/>
                    </a:lnTo>
                    <a:lnTo>
                      <a:pt x="256" y="46"/>
                    </a:lnTo>
                    <a:lnTo>
                      <a:pt x="258" y="44"/>
                    </a:lnTo>
                    <a:lnTo>
                      <a:pt x="262" y="40"/>
                    </a:lnTo>
                    <a:lnTo>
                      <a:pt x="262" y="40"/>
                    </a:lnTo>
                    <a:lnTo>
                      <a:pt x="262" y="34"/>
                    </a:lnTo>
                    <a:lnTo>
                      <a:pt x="262" y="34"/>
                    </a:lnTo>
                    <a:lnTo>
                      <a:pt x="254" y="28"/>
                    </a:lnTo>
                    <a:lnTo>
                      <a:pt x="254" y="28"/>
                    </a:lnTo>
                    <a:lnTo>
                      <a:pt x="252" y="30"/>
                    </a:lnTo>
                    <a:lnTo>
                      <a:pt x="250" y="28"/>
                    </a:lnTo>
                    <a:lnTo>
                      <a:pt x="250" y="28"/>
                    </a:lnTo>
                    <a:lnTo>
                      <a:pt x="246" y="26"/>
                    </a:lnTo>
                    <a:lnTo>
                      <a:pt x="242" y="24"/>
                    </a:lnTo>
                    <a:lnTo>
                      <a:pt x="242" y="24"/>
                    </a:lnTo>
                    <a:lnTo>
                      <a:pt x="236" y="16"/>
                    </a:lnTo>
                    <a:lnTo>
                      <a:pt x="236" y="16"/>
                    </a:lnTo>
                    <a:lnTo>
                      <a:pt x="232" y="12"/>
                    </a:lnTo>
                    <a:lnTo>
                      <a:pt x="230" y="12"/>
                    </a:lnTo>
                    <a:lnTo>
                      <a:pt x="228" y="14"/>
                    </a:lnTo>
                    <a:lnTo>
                      <a:pt x="228" y="14"/>
                    </a:lnTo>
                    <a:lnTo>
                      <a:pt x="226" y="16"/>
                    </a:lnTo>
                    <a:lnTo>
                      <a:pt x="224" y="16"/>
                    </a:lnTo>
                    <a:lnTo>
                      <a:pt x="224" y="16"/>
                    </a:lnTo>
                    <a:lnTo>
                      <a:pt x="218" y="12"/>
                    </a:lnTo>
                    <a:lnTo>
                      <a:pt x="216" y="10"/>
                    </a:lnTo>
                    <a:lnTo>
                      <a:pt x="216" y="12"/>
                    </a:lnTo>
                    <a:lnTo>
                      <a:pt x="216" y="12"/>
                    </a:lnTo>
                    <a:lnTo>
                      <a:pt x="214" y="16"/>
                    </a:lnTo>
                    <a:lnTo>
                      <a:pt x="210" y="16"/>
                    </a:lnTo>
                    <a:lnTo>
                      <a:pt x="210" y="16"/>
                    </a:lnTo>
                    <a:lnTo>
                      <a:pt x="208" y="12"/>
                    </a:lnTo>
                    <a:lnTo>
                      <a:pt x="206" y="8"/>
                    </a:lnTo>
                    <a:lnTo>
                      <a:pt x="202" y="2"/>
                    </a:lnTo>
                    <a:lnTo>
                      <a:pt x="202" y="2"/>
                    </a:lnTo>
                    <a:lnTo>
                      <a:pt x="194" y="2"/>
                    </a:lnTo>
                    <a:lnTo>
                      <a:pt x="194" y="2"/>
                    </a:lnTo>
                    <a:lnTo>
                      <a:pt x="194" y="2"/>
                    </a:lnTo>
                    <a:lnTo>
                      <a:pt x="190" y="0"/>
                    </a:lnTo>
                    <a:lnTo>
                      <a:pt x="190" y="0"/>
                    </a:lnTo>
                    <a:lnTo>
                      <a:pt x="180" y="0"/>
                    </a:lnTo>
                    <a:lnTo>
                      <a:pt x="180" y="0"/>
                    </a:lnTo>
                    <a:lnTo>
                      <a:pt x="176" y="2"/>
                    </a:lnTo>
                    <a:lnTo>
                      <a:pt x="174" y="6"/>
                    </a:lnTo>
                    <a:lnTo>
                      <a:pt x="174" y="6"/>
                    </a:lnTo>
                    <a:lnTo>
                      <a:pt x="172" y="8"/>
                    </a:lnTo>
                    <a:lnTo>
                      <a:pt x="170" y="6"/>
                    </a:lnTo>
                    <a:lnTo>
                      <a:pt x="170" y="6"/>
                    </a:lnTo>
                    <a:lnTo>
                      <a:pt x="168" y="4"/>
                    </a:lnTo>
                    <a:lnTo>
                      <a:pt x="168" y="4"/>
                    </a:lnTo>
                    <a:lnTo>
                      <a:pt x="166" y="6"/>
                    </a:lnTo>
                    <a:lnTo>
                      <a:pt x="166" y="8"/>
                    </a:lnTo>
                    <a:lnTo>
                      <a:pt x="166" y="10"/>
                    </a:lnTo>
                    <a:lnTo>
                      <a:pt x="166" y="10"/>
                    </a:lnTo>
                    <a:lnTo>
                      <a:pt x="158" y="10"/>
                    </a:lnTo>
                    <a:lnTo>
                      <a:pt x="158" y="10"/>
                    </a:lnTo>
                    <a:lnTo>
                      <a:pt x="156" y="12"/>
                    </a:lnTo>
                    <a:lnTo>
                      <a:pt x="154" y="10"/>
                    </a:lnTo>
                    <a:lnTo>
                      <a:pt x="152" y="8"/>
                    </a:lnTo>
                    <a:lnTo>
                      <a:pt x="150" y="8"/>
                    </a:lnTo>
                    <a:lnTo>
                      <a:pt x="150" y="8"/>
                    </a:lnTo>
                    <a:lnTo>
                      <a:pt x="148" y="8"/>
                    </a:lnTo>
                    <a:lnTo>
                      <a:pt x="146" y="12"/>
                    </a:lnTo>
                    <a:lnTo>
                      <a:pt x="146" y="16"/>
                    </a:lnTo>
                    <a:lnTo>
                      <a:pt x="146" y="16"/>
                    </a:lnTo>
                    <a:lnTo>
                      <a:pt x="138" y="14"/>
                    </a:lnTo>
                    <a:lnTo>
                      <a:pt x="138" y="14"/>
                    </a:lnTo>
                    <a:lnTo>
                      <a:pt x="130" y="12"/>
                    </a:lnTo>
                    <a:lnTo>
                      <a:pt x="130" y="12"/>
                    </a:lnTo>
                    <a:lnTo>
                      <a:pt x="124" y="12"/>
                    </a:lnTo>
                    <a:lnTo>
                      <a:pt x="118" y="10"/>
                    </a:lnTo>
                    <a:lnTo>
                      <a:pt x="118" y="10"/>
                    </a:lnTo>
                    <a:lnTo>
                      <a:pt x="114" y="8"/>
                    </a:lnTo>
                    <a:lnTo>
                      <a:pt x="110" y="4"/>
                    </a:lnTo>
                    <a:lnTo>
                      <a:pt x="110" y="4"/>
                    </a:lnTo>
                    <a:lnTo>
                      <a:pt x="104" y="2"/>
                    </a:lnTo>
                    <a:lnTo>
                      <a:pt x="100" y="2"/>
                    </a:lnTo>
                    <a:lnTo>
                      <a:pt x="100" y="2"/>
                    </a:lnTo>
                    <a:lnTo>
                      <a:pt x="96" y="6"/>
                    </a:lnTo>
                    <a:lnTo>
                      <a:pt x="94" y="10"/>
                    </a:lnTo>
                    <a:lnTo>
                      <a:pt x="94" y="10"/>
                    </a:lnTo>
                    <a:lnTo>
                      <a:pt x="94" y="14"/>
                    </a:lnTo>
                    <a:lnTo>
                      <a:pt x="90" y="16"/>
                    </a:lnTo>
                    <a:lnTo>
                      <a:pt x="88" y="18"/>
                    </a:lnTo>
                    <a:lnTo>
                      <a:pt x="86" y="30"/>
                    </a:lnTo>
                    <a:lnTo>
                      <a:pt x="86" y="40"/>
                    </a:lnTo>
                    <a:lnTo>
                      <a:pt x="84" y="46"/>
                    </a:lnTo>
                    <a:lnTo>
                      <a:pt x="80" y="50"/>
                    </a:lnTo>
                    <a:lnTo>
                      <a:pt x="80" y="54"/>
                    </a:lnTo>
                    <a:lnTo>
                      <a:pt x="78" y="60"/>
                    </a:lnTo>
                    <a:lnTo>
                      <a:pt x="78" y="66"/>
                    </a:lnTo>
                    <a:lnTo>
                      <a:pt x="78" y="72"/>
                    </a:lnTo>
                    <a:lnTo>
                      <a:pt x="78" y="78"/>
                    </a:lnTo>
                    <a:lnTo>
                      <a:pt x="78" y="86"/>
                    </a:lnTo>
                    <a:lnTo>
                      <a:pt x="76" y="92"/>
                    </a:lnTo>
                    <a:lnTo>
                      <a:pt x="72" y="98"/>
                    </a:lnTo>
                    <a:lnTo>
                      <a:pt x="72" y="104"/>
                    </a:lnTo>
                    <a:lnTo>
                      <a:pt x="70" y="112"/>
                    </a:lnTo>
                    <a:lnTo>
                      <a:pt x="70" y="110"/>
                    </a:lnTo>
                    <a:lnTo>
                      <a:pt x="66" y="114"/>
                    </a:lnTo>
                    <a:lnTo>
                      <a:pt x="66" y="120"/>
                    </a:lnTo>
                    <a:lnTo>
                      <a:pt x="64" y="126"/>
                    </a:lnTo>
                    <a:lnTo>
                      <a:pt x="62" y="130"/>
                    </a:lnTo>
                    <a:lnTo>
                      <a:pt x="62" y="136"/>
                    </a:lnTo>
                    <a:lnTo>
                      <a:pt x="62" y="140"/>
                    </a:lnTo>
                    <a:lnTo>
                      <a:pt x="60" y="144"/>
                    </a:lnTo>
                    <a:lnTo>
                      <a:pt x="60" y="150"/>
                    </a:lnTo>
                    <a:lnTo>
                      <a:pt x="56" y="156"/>
                    </a:lnTo>
                    <a:lnTo>
                      <a:pt x="56" y="160"/>
                    </a:lnTo>
                    <a:lnTo>
                      <a:pt x="50" y="166"/>
                    </a:lnTo>
                    <a:lnTo>
                      <a:pt x="42" y="168"/>
                    </a:lnTo>
                    <a:lnTo>
                      <a:pt x="38" y="170"/>
                    </a:lnTo>
                    <a:lnTo>
                      <a:pt x="36" y="166"/>
                    </a:lnTo>
                    <a:lnTo>
                      <a:pt x="36" y="156"/>
                    </a:lnTo>
                    <a:lnTo>
                      <a:pt x="36" y="156"/>
                    </a:lnTo>
                    <a:lnTo>
                      <a:pt x="34" y="158"/>
                    </a:lnTo>
                    <a:lnTo>
                      <a:pt x="30" y="158"/>
                    </a:lnTo>
                    <a:lnTo>
                      <a:pt x="30" y="158"/>
                    </a:lnTo>
                    <a:lnTo>
                      <a:pt x="26" y="156"/>
                    </a:lnTo>
                    <a:lnTo>
                      <a:pt x="26" y="156"/>
                    </a:lnTo>
                    <a:lnTo>
                      <a:pt x="26" y="160"/>
                    </a:lnTo>
                    <a:lnTo>
                      <a:pt x="26" y="162"/>
                    </a:lnTo>
                    <a:lnTo>
                      <a:pt x="24" y="164"/>
                    </a:lnTo>
                    <a:lnTo>
                      <a:pt x="24" y="164"/>
                    </a:lnTo>
                    <a:lnTo>
                      <a:pt x="20" y="162"/>
                    </a:lnTo>
                    <a:lnTo>
                      <a:pt x="18" y="162"/>
                    </a:lnTo>
                    <a:lnTo>
                      <a:pt x="16" y="164"/>
                    </a:lnTo>
                    <a:lnTo>
                      <a:pt x="16" y="164"/>
                    </a:lnTo>
                    <a:lnTo>
                      <a:pt x="14" y="164"/>
                    </a:lnTo>
                    <a:lnTo>
                      <a:pt x="12" y="164"/>
                    </a:lnTo>
                    <a:lnTo>
                      <a:pt x="12" y="164"/>
                    </a:lnTo>
                    <a:lnTo>
                      <a:pt x="10" y="166"/>
                    </a:lnTo>
                    <a:lnTo>
                      <a:pt x="8" y="168"/>
                    </a:lnTo>
                    <a:lnTo>
                      <a:pt x="8" y="170"/>
                    </a:lnTo>
                    <a:lnTo>
                      <a:pt x="8" y="170"/>
                    </a:lnTo>
                    <a:lnTo>
                      <a:pt x="8" y="174"/>
                    </a:lnTo>
                    <a:lnTo>
                      <a:pt x="8" y="174"/>
                    </a:lnTo>
                    <a:lnTo>
                      <a:pt x="2" y="17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7" name="Freeform 293">
                <a:extLst>
                  <a:ext uri="{FF2B5EF4-FFF2-40B4-BE49-F238E27FC236}">
                    <a16:creationId xmlns:a16="http://schemas.microsoft.com/office/drawing/2014/main" id="{BE28ED0B-F0FA-CB4F-BCA5-00568ED1368D}"/>
                  </a:ext>
                </a:extLst>
              </p:cNvPr>
              <p:cNvSpPr>
                <a:spLocks/>
              </p:cNvSpPr>
              <p:nvPr/>
            </p:nvSpPr>
            <p:spPr bwMode="auto">
              <a:xfrm>
                <a:off x="5451299" y="3446534"/>
                <a:ext cx="234828" cy="228269"/>
              </a:xfrm>
              <a:custGeom>
                <a:avLst/>
                <a:gdLst>
                  <a:gd name="T0" fmla="*/ 0 w 120"/>
                  <a:gd name="T1" fmla="*/ 114 h 114"/>
                  <a:gd name="T2" fmla="*/ 4 w 120"/>
                  <a:gd name="T3" fmla="*/ 110 h 114"/>
                  <a:gd name="T4" fmla="*/ 54 w 120"/>
                  <a:gd name="T5" fmla="*/ 108 h 114"/>
                  <a:gd name="T6" fmla="*/ 54 w 120"/>
                  <a:gd name="T7" fmla="*/ 82 h 114"/>
                  <a:gd name="T8" fmla="*/ 56 w 120"/>
                  <a:gd name="T9" fmla="*/ 76 h 114"/>
                  <a:gd name="T10" fmla="*/ 70 w 120"/>
                  <a:gd name="T11" fmla="*/ 72 h 114"/>
                  <a:gd name="T12" fmla="*/ 120 w 120"/>
                  <a:gd name="T13" fmla="*/ 36 h 114"/>
                  <a:gd name="T14" fmla="*/ 120 w 120"/>
                  <a:gd name="T15" fmla="*/ 0 h 114"/>
                  <a:gd name="T16" fmla="*/ 62 w 120"/>
                  <a:gd name="T17" fmla="*/ 2 h 114"/>
                  <a:gd name="T18" fmla="*/ 60 w 120"/>
                  <a:gd name="T19" fmla="*/ 6 h 114"/>
                  <a:gd name="T20" fmla="*/ 52 w 120"/>
                  <a:gd name="T21" fmla="*/ 6 h 114"/>
                  <a:gd name="T22" fmla="*/ 52 w 120"/>
                  <a:gd name="T23" fmla="*/ 8 h 114"/>
                  <a:gd name="T24" fmla="*/ 50 w 120"/>
                  <a:gd name="T25" fmla="*/ 10 h 114"/>
                  <a:gd name="T26" fmla="*/ 48 w 120"/>
                  <a:gd name="T27" fmla="*/ 16 h 114"/>
                  <a:gd name="T28" fmla="*/ 46 w 120"/>
                  <a:gd name="T29" fmla="*/ 18 h 114"/>
                  <a:gd name="T30" fmla="*/ 46 w 120"/>
                  <a:gd name="T31" fmla="*/ 20 h 114"/>
                  <a:gd name="T32" fmla="*/ 44 w 120"/>
                  <a:gd name="T33" fmla="*/ 22 h 114"/>
                  <a:gd name="T34" fmla="*/ 44 w 120"/>
                  <a:gd name="T35" fmla="*/ 22 h 114"/>
                  <a:gd name="T36" fmla="*/ 34 w 120"/>
                  <a:gd name="T37" fmla="*/ 34 h 114"/>
                  <a:gd name="T38" fmla="*/ 32 w 120"/>
                  <a:gd name="T39" fmla="*/ 44 h 114"/>
                  <a:gd name="T40" fmla="*/ 28 w 120"/>
                  <a:gd name="T41" fmla="*/ 48 h 114"/>
                  <a:gd name="T42" fmla="*/ 26 w 120"/>
                  <a:gd name="T43" fmla="*/ 56 h 114"/>
                  <a:gd name="T44" fmla="*/ 22 w 120"/>
                  <a:gd name="T45" fmla="*/ 64 h 114"/>
                  <a:gd name="T46" fmla="*/ 18 w 120"/>
                  <a:gd name="T47" fmla="*/ 68 h 114"/>
                  <a:gd name="T48" fmla="*/ 18 w 120"/>
                  <a:gd name="T49" fmla="*/ 70 h 114"/>
                  <a:gd name="T50" fmla="*/ 18 w 120"/>
                  <a:gd name="T51" fmla="*/ 72 h 114"/>
                  <a:gd name="T52" fmla="*/ 14 w 120"/>
                  <a:gd name="T53" fmla="*/ 76 h 114"/>
                  <a:gd name="T54" fmla="*/ 14 w 120"/>
                  <a:gd name="T55" fmla="*/ 80 h 114"/>
                  <a:gd name="T56" fmla="*/ 12 w 120"/>
                  <a:gd name="T57" fmla="*/ 82 h 114"/>
                  <a:gd name="T58" fmla="*/ 12 w 120"/>
                  <a:gd name="T59" fmla="*/ 86 h 114"/>
                  <a:gd name="T60" fmla="*/ 10 w 120"/>
                  <a:gd name="T61" fmla="*/ 88 h 114"/>
                  <a:gd name="T62" fmla="*/ 8 w 120"/>
                  <a:gd name="T63" fmla="*/ 92 h 114"/>
                  <a:gd name="T64" fmla="*/ 6 w 120"/>
                  <a:gd name="T65" fmla="*/ 96 h 114"/>
                  <a:gd name="T66" fmla="*/ 0 w 120"/>
                  <a:gd name="T67" fmla="*/ 100 h 114"/>
                  <a:gd name="T68" fmla="*/ 0 w 120"/>
                  <a:gd name="T69" fmla="*/ 102 h 114"/>
                  <a:gd name="T70" fmla="*/ 0 w 120"/>
                  <a:gd name="T71" fmla="*/ 108 h 114"/>
                  <a:gd name="T72" fmla="*/ 0 w 120"/>
                  <a:gd name="T73"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0" h="114">
                    <a:moveTo>
                      <a:pt x="0" y="114"/>
                    </a:moveTo>
                    <a:lnTo>
                      <a:pt x="0" y="114"/>
                    </a:lnTo>
                    <a:lnTo>
                      <a:pt x="4" y="110"/>
                    </a:lnTo>
                    <a:lnTo>
                      <a:pt x="4" y="110"/>
                    </a:lnTo>
                    <a:lnTo>
                      <a:pt x="54" y="108"/>
                    </a:lnTo>
                    <a:lnTo>
                      <a:pt x="54" y="108"/>
                    </a:lnTo>
                    <a:lnTo>
                      <a:pt x="54" y="82"/>
                    </a:lnTo>
                    <a:lnTo>
                      <a:pt x="54" y="82"/>
                    </a:lnTo>
                    <a:lnTo>
                      <a:pt x="54" y="78"/>
                    </a:lnTo>
                    <a:lnTo>
                      <a:pt x="56" y="76"/>
                    </a:lnTo>
                    <a:lnTo>
                      <a:pt x="62" y="74"/>
                    </a:lnTo>
                    <a:lnTo>
                      <a:pt x="70" y="72"/>
                    </a:lnTo>
                    <a:lnTo>
                      <a:pt x="70" y="36"/>
                    </a:lnTo>
                    <a:lnTo>
                      <a:pt x="120" y="36"/>
                    </a:lnTo>
                    <a:lnTo>
                      <a:pt x="120" y="12"/>
                    </a:lnTo>
                    <a:lnTo>
                      <a:pt x="120" y="0"/>
                    </a:lnTo>
                    <a:lnTo>
                      <a:pt x="62" y="2"/>
                    </a:lnTo>
                    <a:lnTo>
                      <a:pt x="62" y="2"/>
                    </a:lnTo>
                    <a:lnTo>
                      <a:pt x="60" y="6"/>
                    </a:lnTo>
                    <a:lnTo>
                      <a:pt x="60" y="6"/>
                    </a:lnTo>
                    <a:lnTo>
                      <a:pt x="52" y="6"/>
                    </a:lnTo>
                    <a:lnTo>
                      <a:pt x="52" y="6"/>
                    </a:lnTo>
                    <a:lnTo>
                      <a:pt x="52" y="8"/>
                    </a:lnTo>
                    <a:lnTo>
                      <a:pt x="52" y="8"/>
                    </a:lnTo>
                    <a:lnTo>
                      <a:pt x="50" y="10"/>
                    </a:lnTo>
                    <a:lnTo>
                      <a:pt x="50" y="10"/>
                    </a:lnTo>
                    <a:lnTo>
                      <a:pt x="48" y="14"/>
                    </a:lnTo>
                    <a:lnTo>
                      <a:pt x="48" y="16"/>
                    </a:lnTo>
                    <a:lnTo>
                      <a:pt x="48" y="16"/>
                    </a:lnTo>
                    <a:lnTo>
                      <a:pt x="46" y="18"/>
                    </a:lnTo>
                    <a:lnTo>
                      <a:pt x="46" y="18"/>
                    </a:lnTo>
                    <a:lnTo>
                      <a:pt x="46" y="20"/>
                    </a:lnTo>
                    <a:lnTo>
                      <a:pt x="46" y="20"/>
                    </a:lnTo>
                    <a:lnTo>
                      <a:pt x="44" y="22"/>
                    </a:lnTo>
                    <a:lnTo>
                      <a:pt x="44" y="22"/>
                    </a:lnTo>
                    <a:lnTo>
                      <a:pt x="44" y="22"/>
                    </a:lnTo>
                    <a:lnTo>
                      <a:pt x="34" y="34"/>
                    </a:lnTo>
                    <a:lnTo>
                      <a:pt x="34" y="34"/>
                    </a:lnTo>
                    <a:lnTo>
                      <a:pt x="34" y="40"/>
                    </a:lnTo>
                    <a:lnTo>
                      <a:pt x="32" y="44"/>
                    </a:lnTo>
                    <a:lnTo>
                      <a:pt x="32" y="44"/>
                    </a:lnTo>
                    <a:lnTo>
                      <a:pt x="28" y="48"/>
                    </a:lnTo>
                    <a:lnTo>
                      <a:pt x="28" y="48"/>
                    </a:lnTo>
                    <a:lnTo>
                      <a:pt x="26" y="56"/>
                    </a:lnTo>
                    <a:lnTo>
                      <a:pt x="22" y="64"/>
                    </a:lnTo>
                    <a:lnTo>
                      <a:pt x="22" y="64"/>
                    </a:lnTo>
                    <a:lnTo>
                      <a:pt x="20" y="66"/>
                    </a:lnTo>
                    <a:lnTo>
                      <a:pt x="18" y="68"/>
                    </a:lnTo>
                    <a:lnTo>
                      <a:pt x="18" y="68"/>
                    </a:lnTo>
                    <a:lnTo>
                      <a:pt x="18" y="70"/>
                    </a:lnTo>
                    <a:lnTo>
                      <a:pt x="18" y="72"/>
                    </a:lnTo>
                    <a:lnTo>
                      <a:pt x="18" y="72"/>
                    </a:lnTo>
                    <a:lnTo>
                      <a:pt x="14" y="76"/>
                    </a:lnTo>
                    <a:lnTo>
                      <a:pt x="14" y="76"/>
                    </a:lnTo>
                    <a:lnTo>
                      <a:pt x="14" y="80"/>
                    </a:lnTo>
                    <a:lnTo>
                      <a:pt x="14" y="80"/>
                    </a:lnTo>
                    <a:lnTo>
                      <a:pt x="12" y="82"/>
                    </a:lnTo>
                    <a:lnTo>
                      <a:pt x="12" y="82"/>
                    </a:lnTo>
                    <a:lnTo>
                      <a:pt x="12" y="86"/>
                    </a:lnTo>
                    <a:lnTo>
                      <a:pt x="12" y="86"/>
                    </a:lnTo>
                    <a:lnTo>
                      <a:pt x="10" y="88"/>
                    </a:lnTo>
                    <a:lnTo>
                      <a:pt x="10" y="88"/>
                    </a:lnTo>
                    <a:lnTo>
                      <a:pt x="8" y="90"/>
                    </a:lnTo>
                    <a:lnTo>
                      <a:pt x="8" y="92"/>
                    </a:lnTo>
                    <a:lnTo>
                      <a:pt x="8" y="92"/>
                    </a:lnTo>
                    <a:lnTo>
                      <a:pt x="6" y="96"/>
                    </a:lnTo>
                    <a:lnTo>
                      <a:pt x="0" y="100"/>
                    </a:lnTo>
                    <a:lnTo>
                      <a:pt x="0" y="100"/>
                    </a:lnTo>
                    <a:lnTo>
                      <a:pt x="0" y="102"/>
                    </a:lnTo>
                    <a:lnTo>
                      <a:pt x="0" y="102"/>
                    </a:lnTo>
                    <a:lnTo>
                      <a:pt x="2" y="106"/>
                    </a:lnTo>
                    <a:lnTo>
                      <a:pt x="0" y="108"/>
                    </a:lnTo>
                    <a:lnTo>
                      <a:pt x="0" y="108"/>
                    </a:lnTo>
                    <a:lnTo>
                      <a:pt x="0" y="114"/>
                    </a:lnTo>
                    <a:lnTo>
                      <a:pt x="0" y="1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8" name="Freeform 25">
                <a:extLst>
                  <a:ext uri="{FF2B5EF4-FFF2-40B4-BE49-F238E27FC236}">
                    <a16:creationId xmlns:a16="http://schemas.microsoft.com/office/drawing/2014/main" id="{F0A389BC-9137-F549-B6E2-EA89C8680968}"/>
                  </a:ext>
                </a:extLst>
              </p:cNvPr>
              <p:cNvSpPr>
                <a:spLocks noEditPoints="1"/>
              </p:cNvSpPr>
              <p:nvPr/>
            </p:nvSpPr>
            <p:spPr bwMode="auto">
              <a:xfrm>
                <a:off x="6658709" y="4239466"/>
                <a:ext cx="148724" cy="216255"/>
              </a:xfrm>
              <a:custGeom>
                <a:avLst/>
                <a:gdLst>
                  <a:gd name="T0" fmla="*/ 68 w 76"/>
                  <a:gd name="T1" fmla="*/ 76 h 108"/>
                  <a:gd name="T2" fmla="*/ 70 w 76"/>
                  <a:gd name="T3" fmla="*/ 72 h 108"/>
                  <a:gd name="T4" fmla="*/ 68 w 76"/>
                  <a:gd name="T5" fmla="*/ 60 h 108"/>
                  <a:gd name="T6" fmla="*/ 70 w 76"/>
                  <a:gd name="T7" fmla="*/ 50 h 108"/>
                  <a:gd name="T8" fmla="*/ 72 w 76"/>
                  <a:gd name="T9" fmla="*/ 46 h 108"/>
                  <a:gd name="T10" fmla="*/ 76 w 76"/>
                  <a:gd name="T11" fmla="*/ 38 h 108"/>
                  <a:gd name="T12" fmla="*/ 74 w 76"/>
                  <a:gd name="T13" fmla="*/ 28 h 108"/>
                  <a:gd name="T14" fmla="*/ 72 w 76"/>
                  <a:gd name="T15" fmla="*/ 18 h 108"/>
                  <a:gd name="T16" fmla="*/ 74 w 76"/>
                  <a:gd name="T17" fmla="*/ 12 h 108"/>
                  <a:gd name="T18" fmla="*/ 72 w 76"/>
                  <a:gd name="T19" fmla="*/ 8 h 108"/>
                  <a:gd name="T20" fmla="*/ 66 w 76"/>
                  <a:gd name="T21" fmla="*/ 4 h 108"/>
                  <a:gd name="T22" fmla="*/ 60 w 76"/>
                  <a:gd name="T23" fmla="*/ 4 h 108"/>
                  <a:gd name="T24" fmla="*/ 50 w 76"/>
                  <a:gd name="T25" fmla="*/ 2 h 108"/>
                  <a:gd name="T26" fmla="*/ 46 w 76"/>
                  <a:gd name="T27" fmla="*/ 2 h 108"/>
                  <a:gd name="T28" fmla="*/ 40 w 76"/>
                  <a:gd name="T29" fmla="*/ 6 h 108"/>
                  <a:gd name="T30" fmla="*/ 36 w 76"/>
                  <a:gd name="T31" fmla="*/ 12 h 108"/>
                  <a:gd name="T32" fmla="*/ 32 w 76"/>
                  <a:gd name="T33" fmla="*/ 20 h 108"/>
                  <a:gd name="T34" fmla="*/ 32 w 76"/>
                  <a:gd name="T35" fmla="*/ 24 h 108"/>
                  <a:gd name="T36" fmla="*/ 30 w 76"/>
                  <a:gd name="T37" fmla="*/ 30 h 108"/>
                  <a:gd name="T38" fmla="*/ 28 w 76"/>
                  <a:gd name="T39" fmla="*/ 38 h 108"/>
                  <a:gd name="T40" fmla="*/ 32 w 76"/>
                  <a:gd name="T41" fmla="*/ 40 h 108"/>
                  <a:gd name="T42" fmla="*/ 32 w 76"/>
                  <a:gd name="T43" fmla="*/ 42 h 108"/>
                  <a:gd name="T44" fmla="*/ 32 w 76"/>
                  <a:gd name="T45" fmla="*/ 46 h 108"/>
                  <a:gd name="T46" fmla="*/ 26 w 76"/>
                  <a:gd name="T47" fmla="*/ 56 h 108"/>
                  <a:gd name="T48" fmla="*/ 22 w 76"/>
                  <a:gd name="T49" fmla="*/ 54 h 108"/>
                  <a:gd name="T50" fmla="*/ 14 w 76"/>
                  <a:gd name="T51" fmla="*/ 60 h 108"/>
                  <a:gd name="T52" fmla="*/ 10 w 76"/>
                  <a:gd name="T53" fmla="*/ 68 h 108"/>
                  <a:gd name="T54" fmla="*/ 6 w 76"/>
                  <a:gd name="T55" fmla="*/ 80 h 108"/>
                  <a:gd name="T56" fmla="*/ 8 w 76"/>
                  <a:gd name="T57" fmla="*/ 84 h 108"/>
                  <a:gd name="T58" fmla="*/ 4 w 76"/>
                  <a:gd name="T59" fmla="*/ 90 h 108"/>
                  <a:gd name="T60" fmla="*/ 2 w 76"/>
                  <a:gd name="T61" fmla="*/ 92 h 108"/>
                  <a:gd name="T62" fmla="*/ 4 w 76"/>
                  <a:gd name="T63" fmla="*/ 100 h 108"/>
                  <a:gd name="T64" fmla="*/ 10 w 76"/>
                  <a:gd name="T65" fmla="*/ 106 h 108"/>
                  <a:gd name="T66" fmla="*/ 18 w 76"/>
                  <a:gd name="T67" fmla="*/ 106 h 108"/>
                  <a:gd name="T68" fmla="*/ 24 w 76"/>
                  <a:gd name="T69" fmla="*/ 102 h 108"/>
                  <a:gd name="T70" fmla="*/ 42 w 76"/>
                  <a:gd name="T71" fmla="*/ 102 h 108"/>
                  <a:gd name="T72" fmla="*/ 42 w 76"/>
                  <a:gd name="T73" fmla="*/ 98 h 108"/>
                  <a:gd name="T74" fmla="*/ 40 w 76"/>
                  <a:gd name="T75" fmla="*/ 88 h 108"/>
                  <a:gd name="T76" fmla="*/ 38 w 76"/>
                  <a:gd name="T77" fmla="*/ 80 h 108"/>
                  <a:gd name="T78" fmla="*/ 40 w 76"/>
                  <a:gd name="T79" fmla="*/ 76 h 108"/>
                  <a:gd name="T80" fmla="*/ 48 w 76"/>
                  <a:gd name="T81" fmla="*/ 72 h 108"/>
                  <a:gd name="T82" fmla="*/ 62 w 76"/>
                  <a:gd name="T83" fmla="*/ 68 h 108"/>
                  <a:gd name="T84" fmla="*/ 64 w 76"/>
                  <a:gd name="T85" fmla="*/ 70 h 108"/>
                  <a:gd name="T86" fmla="*/ 68 w 76"/>
                  <a:gd name="T87" fmla="*/ 72 h 108"/>
                  <a:gd name="T88" fmla="*/ 66 w 76"/>
                  <a:gd name="T89" fmla="*/ 78 h 108"/>
                  <a:gd name="T90" fmla="*/ 70 w 76"/>
                  <a:gd name="T91" fmla="*/ 78 h 108"/>
                  <a:gd name="T92" fmla="*/ 26 w 76"/>
                  <a:gd name="T93" fmla="*/ 50 h 108"/>
                  <a:gd name="T94" fmla="*/ 28 w 76"/>
                  <a:gd name="T95" fmla="*/ 4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 h="108">
                    <a:moveTo>
                      <a:pt x="70" y="78"/>
                    </a:moveTo>
                    <a:lnTo>
                      <a:pt x="70" y="78"/>
                    </a:lnTo>
                    <a:lnTo>
                      <a:pt x="68" y="76"/>
                    </a:lnTo>
                    <a:lnTo>
                      <a:pt x="70" y="74"/>
                    </a:lnTo>
                    <a:lnTo>
                      <a:pt x="70" y="74"/>
                    </a:lnTo>
                    <a:lnTo>
                      <a:pt x="70" y="72"/>
                    </a:lnTo>
                    <a:lnTo>
                      <a:pt x="68" y="68"/>
                    </a:lnTo>
                    <a:lnTo>
                      <a:pt x="68" y="64"/>
                    </a:lnTo>
                    <a:lnTo>
                      <a:pt x="68" y="60"/>
                    </a:lnTo>
                    <a:lnTo>
                      <a:pt x="68" y="60"/>
                    </a:lnTo>
                    <a:lnTo>
                      <a:pt x="70" y="56"/>
                    </a:lnTo>
                    <a:lnTo>
                      <a:pt x="70" y="50"/>
                    </a:lnTo>
                    <a:lnTo>
                      <a:pt x="70" y="50"/>
                    </a:lnTo>
                    <a:lnTo>
                      <a:pt x="70" y="48"/>
                    </a:lnTo>
                    <a:lnTo>
                      <a:pt x="72" y="46"/>
                    </a:lnTo>
                    <a:lnTo>
                      <a:pt x="74" y="44"/>
                    </a:lnTo>
                    <a:lnTo>
                      <a:pt x="74" y="44"/>
                    </a:lnTo>
                    <a:lnTo>
                      <a:pt x="76" y="38"/>
                    </a:lnTo>
                    <a:lnTo>
                      <a:pt x="76" y="38"/>
                    </a:lnTo>
                    <a:lnTo>
                      <a:pt x="76" y="32"/>
                    </a:lnTo>
                    <a:lnTo>
                      <a:pt x="74" y="28"/>
                    </a:lnTo>
                    <a:lnTo>
                      <a:pt x="74" y="28"/>
                    </a:lnTo>
                    <a:lnTo>
                      <a:pt x="70" y="24"/>
                    </a:lnTo>
                    <a:lnTo>
                      <a:pt x="72" y="18"/>
                    </a:lnTo>
                    <a:lnTo>
                      <a:pt x="72" y="18"/>
                    </a:lnTo>
                    <a:lnTo>
                      <a:pt x="74" y="14"/>
                    </a:lnTo>
                    <a:lnTo>
                      <a:pt x="74" y="12"/>
                    </a:lnTo>
                    <a:lnTo>
                      <a:pt x="72" y="10"/>
                    </a:lnTo>
                    <a:lnTo>
                      <a:pt x="72" y="10"/>
                    </a:lnTo>
                    <a:lnTo>
                      <a:pt x="72" y="8"/>
                    </a:lnTo>
                    <a:lnTo>
                      <a:pt x="70" y="8"/>
                    </a:lnTo>
                    <a:lnTo>
                      <a:pt x="70" y="8"/>
                    </a:lnTo>
                    <a:lnTo>
                      <a:pt x="66" y="4"/>
                    </a:lnTo>
                    <a:lnTo>
                      <a:pt x="66" y="0"/>
                    </a:lnTo>
                    <a:lnTo>
                      <a:pt x="60" y="4"/>
                    </a:lnTo>
                    <a:lnTo>
                      <a:pt x="60" y="4"/>
                    </a:lnTo>
                    <a:lnTo>
                      <a:pt x="58" y="2"/>
                    </a:lnTo>
                    <a:lnTo>
                      <a:pt x="54" y="0"/>
                    </a:lnTo>
                    <a:lnTo>
                      <a:pt x="50" y="2"/>
                    </a:lnTo>
                    <a:lnTo>
                      <a:pt x="50" y="2"/>
                    </a:lnTo>
                    <a:lnTo>
                      <a:pt x="48" y="2"/>
                    </a:lnTo>
                    <a:lnTo>
                      <a:pt x="46" y="2"/>
                    </a:lnTo>
                    <a:lnTo>
                      <a:pt x="46" y="2"/>
                    </a:lnTo>
                    <a:lnTo>
                      <a:pt x="42" y="4"/>
                    </a:lnTo>
                    <a:lnTo>
                      <a:pt x="40" y="6"/>
                    </a:lnTo>
                    <a:lnTo>
                      <a:pt x="36" y="10"/>
                    </a:lnTo>
                    <a:lnTo>
                      <a:pt x="36" y="10"/>
                    </a:lnTo>
                    <a:lnTo>
                      <a:pt x="36" y="12"/>
                    </a:lnTo>
                    <a:lnTo>
                      <a:pt x="36" y="16"/>
                    </a:lnTo>
                    <a:lnTo>
                      <a:pt x="36" y="16"/>
                    </a:lnTo>
                    <a:lnTo>
                      <a:pt x="32" y="20"/>
                    </a:lnTo>
                    <a:lnTo>
                      <a:pt x="30" y="22"/>
                    </a:lnTo>
                    <a:lnTo>
                      <a:pt x="32" y="24"/>
                    </a:lnTo>
                    <a:lnTo>
                      <a:pt x="32" y="24"/>
                    </a:lnTo>
                    <a:lnTo>
                      <a:pt x="32" y="24"/>
                    </a:lnTo>
                    <a:lnTo>
                      <a:pt x="32" y="26"/>
                    </a:lnTo>
                    <a:lnTo>
                      <a:pt x="30" y="30"/>
                    </a:lnTo>
                    <a:lnTo>
                      <a:pt x="30" y="30"/>
                    </a:lnTo>
                    <a:lnTo>
                      <a:pt x="28" y="34"/>
                    </a:lnTo>
                    <a:lnTo>
                      <a:pt x="28" y="38"/>
                    </a:lnTo>
                    <a:lnTo>
                      <a:pt x="30" y="38"/>
                    </a:lnTo>
                    <a:lnTo>
                      <a:pt x="30" y="38"/>
                    </a:lnTo>
                    <a:lnTo>
                      <a:pt x="32" y="40"/>
                    </a:lnTo>
                    <a:lnTo>
                      <a:pt x="32" y="42"/>
                    </a:lnTo>
                    <a:lnTo>
                      <a:pt x="32" y="42"/>
                    </a:lnTo>
                    <a:lnTo>
                      <a:pt x="32" y="42"/>
                    </a:lnTo>
                    <a:lnTo>
                      <a:pt x="32" y="44"/>
                    </a:lnTo>
                    <a:lnTo>
                      <a:pt x="32" y="46"/>
                    </a:lnTo>
                    <a:lnTo>
                      <a:pt x="32" y="46"/>
                    </a:lnTo>
                    <a:lnTo>
                      <a:pt x="30" y="50"/>
                    </a:lnTo>
                    <a:lnTo>
                      <a:pt x="26" y="54"/>
                    </a:lnTo>
                    <a:lnTo>
                      <a:pt x="26" y="56"/>
                    </a:lnTo>
                    <a:lnTo>
                      <a:pt x="24" y="56"/>
                    </a:lnTo>
                    <a:lnTo>
                      <a:pt x="24" y="56"/>
                    </a:lnTo>
                    <a:lnTo>
                      <a:pt x="22" y="54"/>
                    </a:lnTo>
                    <a:lnTo>
                      <a:pt x="22" y="54"/>
                    </a:lnTo>
                    <a:lnTo>
                      <a:pt x="18" y="58"/>
                    </a:lnTo>
                    <a:lnTo>
                      <a:pt x="14" y="60"/>
                    </a:lnTo>
                    <a:lnTo>
                      <a:pt x="14" y="60"/>
                    </a:lnTo>
                    <a:lnTo>
                      <a:pt x="12" y="64"/>
                    </a:lnTo>
                    <a:lnTo>
                      <a:pt x="10" y="68"/>
                    </a:lnTo>
                    <a:lnTo>
                      <a:pt x="10" y="68"/>
                    </a:lnTo>
                    <a:lnTo>
                      <a:pt x="6" y="80"/>
                    </a:lnTo>
                    <a:lnTo>
                      <a:pt x="6" y="80"/>
                    </a:lnTo>
                    <a:lnTo>
                      <a:pt x="10" y="80"/>
                    </a:lnTo>
                    <a:lnTo>
                      <a:pt x="10" y="80"/>
                    </a:lnTo>
                    <a:lnTo>
                      <a:pt x="8" y="84"/>
                    </a:lnTo>
                    <a:lnTo>
                      <a:pt x="6" y="88"/>
                    </a:lnTo>
                    <a:lnTo>
                      <a:pt x="6" y="88"/>
                    </a:lnTo>
                    <a:lnTo>
                      <a:pt x="4" y="90"/>
                    </a:lnTo>
                    <a:lnTo>
                      <a:pt x="4" y="90"/>
                    </a:lnTo>
                    <a:lnTo>
                      <a:pt x="2" y="92"/>
                    </a:lnTo>
                    <a:lnTo>
                      <a:pt x="2" y="92"/>
                    </a:lnTo>
                    <a:lnTo>
                      <a:pt x="0" y="96"/>
                    </a:lnTo>
                    <a:lnTo>
                      <a:pt x="0" y="98"/>
                    </a:lnTo>
                    <a:lnTo>
                      <a:pt x="4" y="100"/>
                    </a:lnTo>
                    <a:lnTo>
                      <a:pt x="4" y="102"/>
                    </a:lnTo>
                    <a:lnTo>
                      <a:pt x="4" y="102"/>
                    </a:lnTo>
                    <a:lnTo>
                      <a:pt x="10" y="106"/>
                    </a:lnTo>
                    <a:lnTo>
                      <a:pt x="10" y="106"/>
                    </a:lnTo>
                    <a:lnTo>
                      <a:pt x="14" y="108"/>
                    </a:lnTo>
                    <a:lnTo>
                      <a:pt x="18" y="106"/>
                    </a:lnTo>
                    <a:lnTo>
                      <a:pt x="18" y="106"/>
                    </a:lnTo>
                    <a:lnTo>
                      <a:pt x="22" y="104"/>
                    </a:lnTo>
                    <a:lnTo>
                      <a:pt x="24" y="102"/>
                    </a:lnTo>
                    <a:lnTo>
                      <a:pt x="42" y="102"/>
                    </a:lnTo>
                    <a:lnTo>
                      <a:pt x="42" y="102"/>
                    </a:lnTo>
                    <a:lnTo>
                      <a:pt x="42" y="102"/>
                    </a:lnTo>
                    <a:lnTo>
                      <a:pt x="42" y="100"/>
                    </a:lnTo>
                    <a:lnTo>
                      <a:pt x="42" y="98"/>
                    </a:lnTo>
                    <a:lnTo>
                      <a:pt x="42" y="98"/>
                    </a:lnTo>
                    <a:lnTo>
                      <a:pt x="36" y="94"/>
                    </a:lnTo>
                    <a:lnTo>
                      <a:pt x="36" y="94"/>
                    </a:lnTo>
                    <a:lnTo>
                      <a:pt x="40" y="88"/>
                    </a:lnTo>
                    <a:lnTo>
                      <a:pt x="40" y="88"/>
                    </a:lnTo>
                    <a:lnTo>
                      <a:pt x="38" y="82"/>
                    </a:lnTo>
                    <a:lnTo>
                      <a:pt x="38" y="80"/>
                    </a:lnTo>
                    <a:lnTo>
                      <a:pt x="40" y="80"/>
                    </a:lnTo>
                    <a:lnTo>
                      <a:pt x="40" y="80"/>
                    </a:lnTo>
                    <a:lnTo>
                      <a:pt x="40" y="76"/>
                    </a:lnTo>
                    <a:lnTo>
                      <a:pt x="40" y="76"/>
                    </a:lnTo>
                    <a:lnTo>
                      <a:pt x="44" y="74"/>
                    </a:lnTo>
                    <a:lnTo>
                      <a:pt x="48" y="72"/>
                    </a:lnTo>
                    <a:lnTo>
                      <a:pt x="60" y="74"/>
                    </a:lnTo>
                    <a:lnTo>
                      <a:pt x="60" y="74"/>
                    </a:lnTo>
                    <a:lnTo>
                      <a:pt x="62" y="68"/>
                    </a:lnTo>
                    <a:lnTo>
                      <a:pt x="64" y="68"/>
                    </a:lnTo>
                    <a:lnTo>
                      <a:pt x="64" y="68"/>
                    </a:lnTo>
                    <a:lnTo>
                      <a:pt x="64" y="70"/>
                    </a:lnTo>
                    <a:lnTo>
                      <a:pt x="64" y="72"/>
                    </a:lnTo>
                    <a:lnTo>
                      <a:pt x="64" y="72"/>
                    </a:lnTo>
                    <a:lnTo>
                      <a:pt x="68" y="72"/>
                    </a:lnTo>
                    <a:lnTo>
                      <a:pt x="68" y="72"/>
                    </a:lnTo>
                    <a:lnTo>
                      <a:pt x="68" y="76"/>
                    </a:lnTo>
                    <a:lnTo>
                      <a:pt x="66" y="78"/>
                    </a:lnTo>
                    <a:lnTo>
                      <a:pt x="66" y="78"/>
                    </a:lnTo>
                    <a:lnTo>
                      <a:pt x="70" y="78"/>
                    </a:lnTo>
                    <a:lnTo>
                      <a:pt x="70" y="78"/>
                    </a:lnTo>
                    <a:close/>
                    <a:moveTo>
                      <a:pt x="28" y="46"/>
                    </a:moveTo>
                    <a:lnTo>
                      <a:pt x="28" y="46"/>
                    </a:lnTo>
                    <a:lnTo>
                      <a:pt x="26" y="50"/>
                    </a:lnTo>
                    <a:lnTo>
                      <a:pt x="26" y="50"/>
                    </a:lnTo>
                    <a:lnTo>
                      <a:pt x="28" y="48"/>
                    </a:lnTo>
                    <a:lnTo>
                      <a:pt x="28" y="48"/>
                    </a:lnTo>
                    <a:lnTo>
                      <a:pt x="28" y="46"/>
                    </a:lnTo>
                    <a:lnTo>
                      <a:pt x="28"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29" name="Freeform 28">
                <a:extLst>
                  <a:ext uri="{FF2B5EF4-FFF2-40B4-BE49-F238E27FC236}">
                    <a16:creationId xmlns:a16="http://schemas.microsoft.com/office/drawing/2014/main" id="{6EE2F5B8-1EEE-784C-8594-B6525F975C46}"/>
                  </a:ext>
                </a:extLst>
              </p:cNvPr>
              <p:cNvSpPr>
                <a:spLocks/>
              </p:cNvSpPr>
              <p:nvPr/>
            </p:nvSpPr>
            <p:spPr bwMode="auto">
              <a:xfrm>
                <a:off x="6089250" y="3106134"/>
                <a:ext cx="107630" cy="236278"/>
              </a:xfrm>
              <a:custGeom>
                <a:avLst/>
                <a:gdLst>
                  <a:gd name="T0" fmla="*/ 55 w 55"/>
                  <a:gd name="T1" fmla="*/ 70 h 118"/>
                  <a:gd name="T2" fmla="*/ 49 w 55"/>
                  <a:gd name="T3" fmla="*/ 68 h 118"/>
                  <a:gd name="T4" fmla="*/ 42 w 55"/>
                  <a:gd name="T5" fmla="*/ 64 h 118"/>
                  <a:gd name="T6" fmla="*/ 42 w 55"/>
                  <a:gd name="T7" fmla="*/ 60 h 118"/>
                  <a:gd name="T8" fmla="*/ 42 w 55"/>
                  <a:gd name="T9" fmla="*/ 56 h 118"/>
                  <a:gd name="T10" fmla="*/ 49 w 55"/>
                  <a:gd name="T11" fmla="*/ 48 h 118"/>
                  <a:gd name="T12" fmla="*/ 49 w 55"/>
                  <a:gd name="T13" fmla="*/ 44 h 118"/>
                  <a:gd name="T14" fmla="*/ 51 w 55"/>
                  <a:gd name="T15" fmla="*/ 44 h 118"/>
                  <a:gd name="T16" fmla="*/ 49 w 55"/>
                  <a:gd name="T17" fmla="*/ 36 h 118"/>
                  <a:gd name="T18" fmla="*/ 51 w 55"/>
                  <a:gd name="T19" fmla="*/ 30 h 118"/>
                  <a:gd name="T20" fmla="*/ 46 w 55"/>
                  <a:gd name="T21" fmla="*/ 30 h 118"/>
                  <a:gd name="T22" fmla="*/ 46 w 55"/>
                  <a:gd name="T23" fmla="*/ 20 h 118"/>
                  <a:gd name="T24" fmla="*/ 46 w 55"/>
                  <a:gd name="T25" fmla="*/ 20 h 118"/>
                  <a:gd name="T26" fmla="*/ 53 w 55"/>
                  <a:gd name="T27" fmla="*/ 14 h 118"/>
                  <a:gd name="T28" fmla="*/ 55 w 55"/>
                  <a:gd name="T29" fmla="*/ 6 h 118"/>
                  <a:gd name="T30" fmla="*/ 49 w 55"/>
                  <a:gd name="T31" fmla="*/ 8 h 118"/>
                  <a:gd name="T32" fmla="*/ 44 w 55"/>
                  <a:gd name="T33" fmla="*/ 6 h 118"/>
                  <a:gd name="T34" fmla="*/ 42 w 55"/>
                  <a:gd name="T35" fmla="*/ 2 h 118"/>
                  <a:gd name="T36" fmla="*/ 40 w 55"/>
                  <a:gd name="T37" fmla="*/ 0 h 118"/>
                  <a:gd name="T38" fmla="*/ 38 w 55"/>
                  <a:gd name="T39" fmla="*/ 2 h 118"/>
                  <a:gd name="T40" fmla="*/ 38 w 55"/>
                  <a:gd name="T41" fmla="*/ 0 h 118"/>
                  <a:gd name="T42" fmla="*/ 28 w 55"/>
                  <a:gd name="T43" fmla="*/ 4 h 118"/>
                  <a:gd name="T44" fmla="*/ 18 w 55"/>
                  <a:gd name="T45" fmla="*/ 4 h 118"/>
                  <a:gd name="T46" fmla="*/ 8 w 55"/>
                  <a:gd name="T47" fmla="*/ 4 h 118"/>
                  <a:gd name="T48" fmla="*/ 8 w 55"/>
                  <a:gd name="T49" fmla="*/ 14 h 118"/>
                  <a:gd name="T50" fmla="*/ 10 w 55"/>
                  <a:gd name="T51" fmla="*/ 16 h 118"/>
                  <a:gd name="T52" fmla="*/ 12 w 55"/>
                  <a:gd name="T53" fmla="*/ 24 h 118"/>
                  <a:gd name="T54" fmla="*/ 12 w 55"/>
                  <a:gd name="T55" fmla="*/ 30 h 118"/>
                  <a:gd name="T56" fmla="*/ 14 w 55"/>
                  <a:gd name="T57" fmla="*/ 38 h 118"/>
                  <a:gd name="T58" fmla="*/ 12 w 55"/>
                  <a:gd name="T59" fmla="*/ 42 h 118"/>
                  <a:gd name="T60" fmla="*/ 10 w 55"/>
                  <a:gd name="T61" fmla="*/ 44 h 118"/>
                  <a:gd name="T62" fmla="*/ 8 w 55"/>
                  <a:gd name="T63" fmla="*/ 50 h 118"/>
                  <a:gd name="T64" fmla="*/ 4 w 55"/>
                  <a:gd name="T65" fmla="*/ 54 h 118"/>
                  <a:gd name="T66" fmla="*/ 0 w 55"/>
                  <a:gd name="T67" fmla="*/ 58 h 118"/>
                  <a:gd name="T68" fmla="*/ 2 w 55"/>
                  <a:gd name="T69" fmla="*/ 72 h 118"/>
                  <a:gd name="T70" fmla="*/ 4 w 55"/>
                  <a:gd name="T71" fmla="*/ 72 h 118"/>
                  <a:gd name="T72" fmla="*/ 8 w 55"/>
                  <a:gd name="T73" fmla="*/ 74 h 118"/>
                  <a:gd name="T74" fmla="*/ 10 w 55"/>
                  <a:gd name="T75" fmla="*/ 86 h 118"/>
                  <a:gd name="T76" fmla="*/ 22 w 55"/>
                  <a:gd name="T77" fmla="*/ 118 h 118"/>
                  <a:gd name="T78" fmla="*/ 26 w 55"/>
                  <a:gd name="T79" fmla="*/ 118 h 118"/>
                  <a:gd name="T80" fmla="*/ 30 w 55"/>
                  <a:gd name="T81" fmla="*/ 116 h 118"/>
                  <a:gd name="T82" fmla="*/ 30 w 55"/>
                  <a:gd name="T83" fmla="*/ 112 h 118"/>
                  <a:gd name="T84" fmla="*/ 34 w 55"/>
                  <a:gd name="T85" fmla="*/ 108 h 118"/>
                  <a:gd name="T86" fmla="*/ 34 w 55"/>
                  <a:gd name="T87" fmla="*/ 106 h 118"/>
                  <a:gd name="T88" fmla="*/ 34 w 55"/>
                  <a:gd name="T89" fmla="*/ 94 h 118"/>
                  <a:gd name="T90" fmla="*/ 34 w 55"/>
                  <a:gd name="T91" fmla="*/ 92 h 118"/>
                  <a:gd name="T92" fmla="*/ 38 w 55"/>
                  <a:gd name="T93" fmla="*/ 92 h 118"/>
                  <a:gd name="T94" fmla="*/ 44 w 55"/>
                  <a:gd name="T95" fmla="*/ 90 h 118"/>
                  <a:gd name="T96" fmla="*/ 49 w 55"/>
                  <a:gd name="T97" fmla="*/ 86 h 118"/>
                  <a:gd name="T98" fmla="*/ 51 w 55"/>
                  <a:gd name="T99" fmla="*/ 80 h 118"/>
                  <a:gd name="T100" fmla="*/ 55 w 55"/>
                  <a:gd name="T101"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 h="118">
                    <a:moveTo>
                      <a:pt x="55" y="70"/>
                    </a:moveTo>
                    <a:lnTo>
                      <a:pt x="55" y="70"/>
                    </a:lnTo>
                    <a:lnTo>
                      <a:pt x="49" y="68"/>
                    </a:lnTo>
                    <a:lnTo>
                      <a:pt x="49" y="68"/>
                    </a:lnTo>
                    <a:lnTo>
                      <a:pt x="44" y="66"/>
                    </a:lnTo>
                    <a:lnTo>
                      <a:pt x="42" y="64"/>
                    </a:lnTo>
                    <a:lnTo>
                      <a:pt x="42" y="64"/>
                    </a:lnTo>
                    <a:lnTo>
                      <a:pt x="42" y="60"/>
                    </a:lnTo>
                    <a:lnTo>
                      <a:pt x="42" y="56"/>
                    </a:lnTo>
                    <a:lnTo>
                      <a:pt x="42" y="56"/>
                    </a:lnTo>
                    <a:lnTo>
                      <a:pt x="49" y="48"/>
                    </a:lnTo>
                    <a:lnTo>
                      <a:pt x="49" y="48"/>
                    </a:lnTo>
                    <a:lnTo>
                      <a:pt x="49" y="44"/>
                    </a:lnTo>
                    <a:lnTo>
                      <a:pt x="49" y="44"/>
                    </a:lnTo>
                    <a:lnTo>
                      <a:pt x="51" y="44"/>
                    </a:lnTo>
                    <a:lnTo>
                      <a:pt x="51" y="44"/>
                    </a:lnTo>
                    <a:lnTo>
                      <a:pt x="51" y="40"/>
                    </a:lnTo>
                    <a:lnTo>
                      <a:pt x="49" y="36"/>
                    </a:lnTo>
                    <a:lnTo>
                      <a:pt x="49" y="36"/>
                    </a:lnTo>
                    <a:lnTo>
                      <a:pt x="51" y="30"/>
                    </a:lnTo>
                    <a:lnTo>
                      <a:pt x="51" y="30"/>
                    </a:lnTo>
                    <a:lnTo>
                      <a:pt x="46" y="30"/>
                    </a:lnTo>
                    <a:lnTo>
                      <a:pt x="46" y="30"/>
                    </a:lnTo>
                    <a:lnTo>
                      <a:pt x="46" y="20"/>
                    </a:lnTo>
                    <a:lnTo>
                      <a:pt x="46" y="20"/>
                    </a:lnTo>
                    <a:lnTo>
                      <a:pt x="46" y="20"/>
                    </a:lnTo>
                    <a:lnTo>
                      <a:pt x="46" y="20"/>
                    </a:lnTo>
                    <a:lnTo>
                      <a:pt x="53" y="14"/>
                    </a:lnTo>
                    <a:lnTo>
                      <a:pt x="55" y="8"/>
                    </a:lnTo>
                    <a:lnTo>
                      <a:pt x="55" y="6"/>
                    </a:lnTo>
                    <a:lnTo>
                      <a:pt x="53" y="6"/>
                    </a:lnTo>
                    <a:lnTo>
                      <a:pt x="49" y="8"/>
                    </a:lnTo>
                    <a:lnTo>
                      <a:pt x="49" y="8"/>
                    </a:lnTo>
                    <a:lnTo>
                      <a:pt x="44" y="6"/>
                    </a:lnTo>
                    <a:lnTo>
                      <a:pt x="44" y="6"/>
                    </a:lnTo>
                    <a:lnTo>
                      <a:pt x="42" y="2"/>
                    </a:lnTo>
                    <a:lnTo>
                      <a:pt x="40" y="0"/>
                    </a:lnTo>
                    <a:lnTo>
                      <a:pt x="40" y="0"/>
                    </a:lnTo>
                    <a:lnTo>
                      <a:pt x="40" y="2"/>
                    </a:lnTo>
                    <a:lnTo>
                      <a:pt x="38" y="2"/>
                    </a:lnTo>
                    <a:lnTo>
                      <a:pt x="38" y="0"/>
                    </a:lnTo>
                    <a:lnTo>
                      <a:pt x="38" y="0"/>
                    </a:lnTo>
                    <a:lnTo>
                      <a:pt x="32" y="0"/>
                    </a:lnTo>
                    <a:lnTo>
                      <a:pt x="28" y="4"/>
                    </a:lnTo>
                    <a:lnTo>
                      <a:pt x="28" y="4"/>
                    </a:lnTo>
                    <a:lnTo>
                      <a:pt x="18" y="4"/>
                    </a:lnTo>
                    <a:lnTo>
                      <a:pt x="8" y="4"/>
                    </a:lnTo>
                    <a:lnTo>
                      <a:pt x="8" y="4"/>
                    </a:lnTo>
                    <a:lnTo>
                      <a:pt x="8" y="10"/>
                    </a:lnTo>
                    <a:lnTo>
                      <a:pt x="8" y="14"/>
                    </a:lnTo>
                    <a:lnTo>
                      <a:pt x="10" y="16"/>
                    </a:lnTo>
                    <a:lnTo>
                      <a:pt x="10" y="16"/>
                    </a:lnTo>
                    <a:lnTo>
                      <a:pt x="12" y="20"/>
                    </a:lnTo>
                    <a:lnTo>
                      <a:pt x="12" y="24"/>
                    </a:lnTo>
                    <a:lnTo>
                      <a:pt x="12" y="24"/>
                    </a:lnTo>
                    <a:lnTo>
                      <a:pt x="12" y="30"/>
                    </a:lnTo>
                    <a:lnTo>
                      <a:pt x="14" y="38"/>
                    </a:lnTo>
                    <a:lnTo>
                      <a:pt x="14" y="38"/>
                    </a:lnTo>
                    <a:lnTo>
                      <a:pt x="14" y="40"/>
                    </a:lnTo>
                    <a:lnTo>
                      <a:pt x="12" y="42"/>
                    </a:lnTo>
                    <a:lnTo>
                      <a:pt x="12" y="44"/>
                    </a:lnTo>
                    <a:lnTo>
                      <a:pt x="10" y="44"/>
                    </a:lnTo>
                    <a:lnTo>
                      <a:pt x="10" y="44"/>
                    </a:lnTo>
                    <a:lnTo>
                      <a:pt x="8" y="50"/>
                    </a:lnTo>
                    <a:lnTo>
                      <a:pt x="4" y="54"/>
                    </a:lnTo>
                    <a:lnTo>
                      <a:pt x="4" y="54"/>
                    </a:lnTo>
                    <a:lnTo>
                      <a:pt x="0" y="54"/>
                    </a:lnTo>
                    <a:lnTo>
                      <a:pt x="0" y="58"/>
                    </a:lnTo>
                    <a:lnTo>
                      <a:pt x="0" y="58"/>
                    </a:lnTo>
                    <a:lnTo>
                      <a:pt x="2" y="72"/>
                    </a:lnTo>
                    <a:lnTo>
                      <a:pt x="2" y="72"/>
                    </a:lnTo>
                    <a:lnTo>
                      <a:pt x="4" y="72"/>
                    </a:lnTo>
                    <a:lnTo>
                      <a:pt x="6" y="72"/>
                    </a:lnTo>
                    <a:lnTo>
                      <a:pt x="8" y="74"/>
                    </a:lnTo>
                    <a:lnTo>
                      <a:pt x="8" y="74"/>
                    </a:lnTo>
                    <a:lnTo>
                      <a:pt x="10" y="86"/>
                    </a:lnTo>
                    <a:lnTo>
                      <a:pt x="18" y="88"/>
                    </a:lnTo>
                    <a:lnTo>
                      <a:pt x="22" y="118"/>
                    </a:lnTo>
                    <a:lnTo>
                      <a:pt x="26" y="118"/>
                    </a:lnTo>
                    <a:lnTo>
                      <a:pt x="26" y="118"/>
                    </a:lnTo>
                    <a:lnTo>
                      <a:pt x="28" y="116"/>
                    </a:lnTo>
                    <a:lnTo>
                      <a:pt x="30" y="116"/>
                    </a:lnTo>
                    <a:lnTo>
                      <a:pt x="30" y="112"/>
                    </a:lnTo>
                    <a:lnTo>
                      <a:pt x="30" y="112"/>
                    </a:lnTo>
                    <a:lnTo>
                      <a:pt x="32" y="110"/>
                    </a:lnTo>
                    <a:lnTo>
                      <a:pt x="34" y="108"/>
                    </a:lnTo>
                    <a:lnTo>
                      <a:pt x="34" y="106"/>
                    </a:lnTo>
                    <a:lnTo>
                      <a:pt x="34" y="106"/>
                    </a:lnTo>
                    <a:lnTo>
                      <a:pt x="32" y="98"/>
                    </a:lnTo>
                    <a:lnTo>
                      <a:pt x="34" y="94"/>
                    </a:lnTo>
                    <a:lnTo>
                      <a:pt x="34" y="94"/>
                    </a:lnTo>
                    <a:lnTo>
                      <a:pt x="34" y="92"/>
                    </a:lnTo>
                    <a:lnTo>
                      <a:pt x="38" y="92"/>
                    </a:lnTo>
                    <a:lnTo>
                      <a:pt x="38" y="92"/>
                    </a:lnTo>
                    <a:lnTo>
                      <a:pt x="42" y="90"/>
                    </a:lnTo>
                    <a:lnTo>
                      <a:pt x="44" y="90"/>
                    </a:lnTo>
                    <a:lnTo>
                      <a:pt x="49" y="86"/>
                    </a:lnTo>
                    <a:lnTo>
                      <a:pt x="49" y="86"/>
                    </a:lnTo>
                    <a:lnTo>
                      <a:pt x="51" y="82"/>
                    </a:lnTo>
                    <a:lnTo>
                      <a:pt x="51" y="80"/>
                    </a:lnTo>
                    <a:lnTo>
                      <a:pt x="51" y="78"/>
                    </a:lnTo>
                    <a:lnTo>
                      <a:pt x="55"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0" name="Freeform 29">
                <a:extLst>
                  <a:ext uri="{FF2B5EF4-FFF2-40B4-BE49-F238E27FC236}">
                    <a16:creationId xmlns:a16="http://schemas.microsoft.com/office/drawing/2014/main" id="{62364CB9-CDBF-0542-8ED9-D7B5116AD1D3}"/>
                  </a:ext>
                </a:extLst>
              </p:cNvPr>
              <p:cNvSpPr>
                <a:spLocks/>
              </p:cNvSpPr>
              <p:nvPr/>
            </p:nvSpPr>
            <p:spPr bwMode="auto">
              <a:xfrm>
                <a:off x="5893559" y="3987169"/>
                <a:ext cx="50880" cy="204239"/>
              </a:xfrm>
              <a:custGeom>
                <a:avLst/>
                <a:gdLst>
                  <a:gd name="T0" fmla="*/ 16 w 26"/>
                  <a:gd name="T1" fmla="*/ 100 h 102"/>
                  <a:gd name="T2" fmla="*/ 20 w 26"/>
                  <a:gd name="T3" fmla="*/ 94 h 102"/>
                  <a:gd name="T4" fmla="*/ 20 w 26"/>
                  <a:gd name="T5" fmla="*/ 100 h 102"/>
                  <a:gd name="T6" fmla="*/ 18 w 26"/>
                  <a:gd name="T7" fmla="*/ 102 h 102"/>
                  <a:gd name="T8" fmla="*/ 20 w 26"/>
                  <a:gd name="T9" fmla="*/ 102 h 102"/>
                  <a:gd name="T10" fmla="*/ 22 w 26"/>
                  <a:gd name="T11" fmla="*/ 98 h 102"/>
                  <a:gd name="T12" fmla="*/ 24 w 26"/>
                  <a:gd name="T13" fmla="*/ 98 h 102"/>
                  <a:gd name="T14" fmla="*/ 26 w 26"/>
                  <a:gd name="T15" fmla="*/ 98 h 102"/>
                  <a:gd name="T16" fmla="*/ 24 w 26"/>
                  <a:gd name="T17" fmla="*/ 90 h 102"/>
                  <a:gd name="T18" fmla="*/ 24 w 26"/>
                  <a:gd name="T19" fmla="*/ 86 h 102"/>
                  <a:gd name="T20" fmla="*/ 24 w 26"/>
                  <a:gd name="T21" fmla="*/ 84 h 102"/>
                  <a:gd name="T22" fmla="*/ 22 w 26"/>
                  <a:gd name="T23" fmla="*/ 78 h 102"/>
                  <a:gd name="T24" fmla="*/ 24 w 26"/>
                  <a:gd name="T25" fmla="*/ 68 h 102"/>
                  <a:gd name="T26" fmla="*/ 24 w 26"/>
                  <a:gd name="T27" fmla="*/ 64 h 102"/>
                  <a:gd name="T28" fmla="*/ 24 w 26"/>
                  <a:gd name="T29" fmla="*/ 58 h 102"/>
                  <a:gd name="T30" fmla="*/ 24 w 26"/>
                  <a:gd name="T31" fmla="*/ 46 h 102"/>
                  <a:gd name="T32" fmla="*/ 24 w 26"/>
                  <a:gd name="T33" fmla="*/ 38 h 102"/>
                  <a:gd name="T34" fmla="*/ 24 w 26"/>
                  <a:gd name="T35" fmla="*/ 36 h 102"/>
                  <a:gd name="T36" fmla="*/ 22 w 26"/>
                  <a:gd name="T37" fmla="*/ 28 h 102"/>
                  <a:gd name="T38" fmla="*/ 22 w 26"/>
                  <a:gd name="T39" fmla="*/ 22 h 102"/>
                  <a:gd name="T40" fmla="*/ 12 w 26"/>
                  <a:gd name="T41" fmla="*/ 16 h 102"/>
                  <a:gd name="T42" fmla="*/ 12 w 26"/>
                  <a:gd name="T43" fmla="*/ 2 h 102"/>
                  <a:gd name="T44" fmla="*/ 6 w 26"/>
                  <a:gd name="T45" fmla="*/ 2 h 102"/>
                  <a:gd name="T46" fmla="*/ 0 w 26"/>
                  <a:gd name="T47" fmla="*/ 0 h 102"/>
                  <a:gd name="T48" fmla="*/ 0 w 26"/>
                  <a:gd name="T49" fmla="*/ 12 h 102"/>
                  <a:gd name="T50" fmla="*/ 0 w 26"/>
                  <a:gd name="T51" fmla="*/ 14 h 102"/>
                  <a:gd name="T52" fmla="*/ 4 w 26"/>
                  <a:gd name="T53" fmla="*/ 22 h 102"/>
                  <a:gd name="T54" fmla="*/ 6 w 26"/>
                  <a:gd name="T55" fmla="*/ 28 h 102"/>
                  <a:gd name="T56" fmla="*/ 4 w 26"/>
                  <a:gd name="T57" fmla="*/ 34 h 102"/>
                  <a:gd name="T58" fmla="*/ 4 w 26"/>
                  <a:gd name="T59" fmla="*/ 38 h 102"/>
                  <a:gd name="T60" fmla="*/ 6 w 26"/>
                  <a:gd name="T61" fmla="*/ 40 h 102"/>
                  <a:gd name="T62" fmla="*/ 4 w 26"/>
                  <a:gd name="T63" fmla="*/ 46 h 102"/>
                  <a:gd name="T64" fmla="*/ 4 w 26"/>
                  <a:gd name="T65" fmla="*/ 52 h 102"/>
                  <a:gd name="T66" fmla="*/ 8 w 26"/>
                  <a:gd name="T67" fmla="*/ 56 h 102"/>
                  <a:gd name="T68" fmla="*/ 10 w 26"/>
                  <a:gd name="T69" fmla="*/ 60 h 102"/>
                  <a:gd name="T70" fmla="*/ 8 w 26"/>
                  <a:gd name="T71" fmla="*/ 74 h 102"/>
                  <a:gd name="T72" fmla="*/ 8 w 26"/>
                  <a:gd name="T73" fmla="*/ 80 h 102"/>
                  <a:gd name="T74" fmla="*/ 8 w 26"/>
                  <a:gd name="T75" fmla="*/ 82 h 102"/>
                  <a:gd name="T76" fmla="*/ 8 w 26"/>
                  <a:gd name="T77" fmla="*/ 84 h 102"/>
                  <a:gd name="T78" fmla="*/ 8 w 26"/>
                  <a:gd name="T79" fmla="*/ 84 h 102"/>
                  <a:gd name="T80" fmla="*/ 16 w 26"/>
                  <a:gd name="T81" fmla="*/ 10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102">
                    <a:moveTo>
                      <a:pt x="16" y="100"/>
                    </a:moveTo>
                    <a:lnTo>
                      <a:pt x="16" y="100"/>
                    </a:lnTo>
                    <a:lnTo>
                      <a:pt x="20" y="94"/>
                    </a:lnTo>
                    <a:lnTo>
                      <a:pt x="20" y="94"/>
                    </a:lnTo>
                    <a:lnTo>
                      <a:pt x="20" y="98"/>
                    </a:lnTo>
                    <a:lnTo>
                      <a:pt x="20" y="100"/>
                    </a:lnTo>
                    <a:lnTo>
                      <a:pt x="20" y="100"/>
                    </a:lnTo>
                    <a:lnTo>
                      <a:pt x="18" y="102"/>
                    </a:lnTo>
                    <a:lnTo>
                      <a:pt x="18" y="102"/>
                    </a:lnTo>
                    <a:lnTo>
                      <a:pt x="20" y="102"/>
                    </a:lnTo>
                    <a:lnTo>
                      <a:pt x="20" y="102"/>
                    </a:lnTo>
                    <a:lnTo>
                      <a:pt x="22" y="98"/>
                    </a:lnTo>
                    <a:lnTo>
                      <a:pt x="22" y="98"/>
                    </a:lnTo>
                    <a:lnTo>
                      <a:pt x="24" y="98"/>
                    </a:lnTo>
                    <a:lnTo>
                      <a:pt x="26" y="98"/>
                    </a:lnTo>
                    <a:lnTo>
                      <a:pt x="26" y="98"/>
                    </a:lnTo>
                    <a:lnTo>
                      <a:pt x="26" y="96"/>
                    </a:lnTo>
                    <a:lnTo>
                      <a:pt x="24" y="90"/>
                    </a:lnTo>
                    <a:lnTo>
                      <a:pt x="24" y="90"/>
                    </a:lnTo>
                    <a:lnTo>
                      <a:pt x="24" y="86"/>
                    </a:lnTo>
                    <a:lnTo>
                      <a:pt x="24" y="86"/>
                    </a:lnTo>
                    <a:lnTo>
                      <a:pt x="24" y="84"/>
                    </a:lnTo>
                    <a:lnTo>
                      <a:pt x="22" y="78"/>
                    </a:lnTo>
                    <a:lnTo>
                      <a:pt x="22" y="78"/>
                    </a:lnTo>
                    <a:lnTo>
                      <a:pt x="22" y="74"/>
                    </a:lnTo>
                    <a:lnTo>
                      <a:pt x="24" y="68"/>
                    </a:lnTo>
                    <a:lnTo>
                      <a:pt x="24" y="68"/>
                    </a:lnTo>
                    <a:lnTo>
                      <a:pt x="24" y="64"/>
                    </a:lnTo>
                    <a:lnTo>
                      <a:pt x="24" y="58"/>
                    </a:lnTo>
                    <a:lnTo>
                      <a:pt x="24" y="58"/>
                    </a:lnTo>
                    <a:lnTo>
                      <a:pt x="22" y="52"/>
                    </a:lnTo>
                    <a:lnTo>
                      <a:pt x="24" y="46"/>
                    </a:lnTo>
                    <a:lnTo>
                      <a:pt x="24" y="46"/>
                    </a:lnTo>
                    <a:lnTo>
                      <a:pt x="24" y="38"/>
                    </a:lnTo>
                    <a:lnTo>
                      <a:pt x="24" y="36"/>
                    </a:lnTo>
                    <a:lnTo>
                      <a:pt x="24" y="36"/>
                    </a:lnTo>
                    <a:lnTo>
                      <a:pt x="22" y="34"/>
                    </a:lnTo>
                    <a:lnTo>
                      <a:pt x="22" y="28"/>
                    </a:lnTo>
                    <a:lnTo>
                      <a:pt x="22" y="28"/>
                    </a:lnTo>
                    <a:lnTo>
                      <a:pt x="22" y="22"/>
                    </a:lnTo>
                    <a:lnTo>
                      <a:pt x="22" y="20"/>
                    </a:lnTo>
                    <a:lnTo>
                      <a:pt x="12" y="16"/>
                    </a:lnTo>
                    <a:lnTo>
                      <a:pt x="12" y="2"/>
                    </a:lnTo>
                    <a:lnTo>
                      <a:pt x="12" y="2"/>
                    </a:lnTo>
                    <a:lnTo>
                      <a:pt x="6" y="2"/>
                    </a:lnTo>
                    <a:lnTo>
                      <a:pt x="6" y="2"/>
                    </a:lnTo>
                    <a:lnTo>
                      <a:pt x="0" y="0"/>
                    </a:lnTo>
                    <a:lnTo>
                      <a:pt x="0" y="0"/>
                    </a:lnTo>
                    <a:lnTo>
                      <a:pt x="0" y="6"/>
                    </a:lnTo>
                    <a:lnTo>
                      <a:pt x="0" y="12"/>
                    </a:lnTo>
                    <a:lnTo>
                      <a:pt x="0" y="14"/>
                    </a:lnTo>
                    <a:lnTo>
                      <a:pt x="0" y="14"/>
                    </a:lnTo>
                    <a:lnTo>
                      <a:pt x="4" y="16"/>
                    </a:lnTo>
                    <a:lnTo>
                      <a:pt x="4" y="22"/>
                    </a:lnTo>
                    <a:lnTo>
                      <a:pt x="4" y="22"/>
                    </a:lnTo>
                    <a:lnTo>
                      <a:pt x="6" y="28"/>
                    </a:lnTo>
                    <a:lnTo>
                      <a:pt x="4" y="34"/>
                    </a:lnTo>
                    <a:lnTo>
                      <a:pt x="4" y="34"/>
                    </a:lnTo>
                    <a:lnTo>
                      <a:pt x="4" y="36"/>
                    </a:lnTo>
                    <a:lnTo>
                      <a:pt x="4" y="38"/>
                    </a:lnTo>
                    <a:lnTo>
                      <a:pt x="6" y="38"/>
                    </a:lnTo>
                    <a:lnTo>
                      <a:pt x="6" y="40"/>
                    </a:lnTo>
                    <a:lnTo>
                      <a:pt x="6" y="40"/>
                    </a:lnTo>
                    <a:lnTo>
                      <a:pt x="4" y="46"/>
                    </a:lnTo>
                    <a:lnTo>
                      <a:pt x="4" y="48"/>
                    </a:lnTo>
                    <a:lnTo>
                      <a:pt x="4" y="52"/>
                    </a:lnTo>
                    <a:lnTo>
                      <a:pt x="4" y="52"/>
                    </a:lnTo>
                    <a:lnTo>
                      <a:pt x="8" y="56"/>
                    </a:lnTo>
                    <a:lnTo>
                      <a:pt x="10" y="60"/>
                    </a:lnTo>
                    <a:lnTo>
                      <a:pt x="10" y="60"/>
                    </a:lnTo>
                    <a:lnTo>
                      <a:pt x="8" y="74"/>
                    </a:lnTo>
                    <a:lnTo>
                      <a:pt x="8" y="74"/>
                    </a:lnTo>
                    <a:lnTo>
                      <a:pt x="6" y="78"/>
                    </a:lnTo>
                    <a:lnTo>
                      <a:pt x="8" y="80"/>
                    </a:lnTo>
                    <a:lnTo>
                      <a:pt x="8" y="80"/>
                    </a:lnTo>
                    <a:lnTo>
                      <a:pt x="8" y="82"/>
                    </a:lnTo>
                    <a:lnTo>
                      <a:pt x="8" y="82"/>
                    </a:lnTo>
                    <a:lnTo>
                      <a:pt x="8" y="84"/>
                    </a:lnTo>
                    <a:lnTo>
                      <a:pt x="8" y="84"/>
                    </a:lnTo>
                    <a:lnTo>
                      <a:pt x="8" y="84"/>
                    </a:lnTo>
                    <a:lnTo>
                      <a:pt x="16" y="100"/>
                    </a:lnTo>
                    <a:lnTo>
                      <a:pt x="16"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1" name="Freeform 31">
                <a:extLst>
                  <a:ext uri="{FF2B5EF4-FFF2-40B4-BE49-F238E27FC236}">
                    <a16:creationId xmlns:a16="http://schemas.microsoft.com/office/drawing/2014/main" id="{9DF4553A-DB7C-E84C-A2F2-0DA42B3547DA}"/>
                  </a:ext>
                </a:extLst>
              </p:cNvPr>
              <p:cNvSpPr>
                <a:spLocks/>
              </p:cNvSpPr>
              <p:nvPr/>
            </p:nvSpPr>
            <p:spPr bwMode="auto">
              <a:xfrm>
                <a:off x="6678277" y="4443705"/>
                <a:ext cx="281794" cy="344404"/>
              </a:xfrm>
              <a:custGeom>
                <a:avLst/>
                <a:gdLst>
                  <a:gd name="T0" fmla="*/ 126 w 144"/>
                  <a:gd name="T1" fmla="*/ 54 h 172"/>
                  <a:gd name="T2" fmla="*/ 126 w 144"/>
                  <a:gd name="T3" fmla="*/ 58 h 172"/>
                  <a:gd name="T4" fmla="*/ 124 w 144"/>
                  <a:gd name="T5" fmla="*/ 68 h 172"/>
                  <a:gd name="T6" fmla="*/ 122 w 144"/>
                  <a:gd name="T7" fmla="*/ 74 h 172"/>
                  <a:gd name="T8" fmla="*/ 128 w 144"/>
                  <a:gd name="T9" fmla="*/ 86 h 172"/>
                  <a:gd name="T10" fmla="*/ 132 w 144"/>
                  <a:gd name="T11" fmla="*/ 96 h 172"/>
                  <a:gd name="T12" fmla="*/ 130 w 144"/>
                  <a:gd name="T13" fmla="*/ 122 h 172"/>
                  <a:gd name="T14" fmla="*/ 134 w 144"/>
                  <a:gd name="T15" fmla="*/ 136 h 172"/>
                  <a:gd name="T16" fmla="*/ 142 w 144"/>
                  <a:gd name="T17" fmla="*/ 146 h 172"/>
                  <a:gd name="T18" fmla="*/ 144 w 144"/>
                  <a:gd name="T19" fmla="*/ 150 h 172"/>
                  <a:gd name="T20" fmla="*/ 120 w 144"/>
                  <a:gd name="T21" fmla="*/ 160 h 172"/>
                  <a:gd name="T22" fmla="*/ 114 w 144"/>
                  <a:gd name="T23" fmla="*/ 164 h 172"/>
                  <a:gd name="T24" fmla="*/ 106 w 144"/>
                  <a:gd name="T25" fmla="*/ 164 h 172"/>
                  <a:gd name="T26" fmla="*/ 92 w 144"/>
                  <a:gd name="T27" fmla="*/ 170 h 172"/>
                  <a:gd name="T28" fmla="*/ 80 w 144"/>
                  <a:gd name="T29" fmla="*/ 172 h 172"/>
                  <a:gd name="T30" fmla="*/ 76 w 144"/>
                  <a:gd name="T31" fmla="*/ 166 h 172"/>
                  <a:gd name="T32" fmla="*/ 66 w 144"/>
                  <a:gd name="T33" fmla="*/ 170 h 172"/>
                  <a:gd name="T34" fmla="*/ 66 w 144"/>
                  <a:gd name="T35" fmla="*/ 166 h 172"/>
                  <a:gd name="T36" fmla="*/ 60 w 144"/>
                  <a:gd name="T37" fmla="*/ 134 h 172"/>
                  <a:gd name="T38" fmla="*/ 56 w 144"/>
                  <a:gd name="T39" fmla="*/ 130 h 172"/>
                  <a:gd name="T40" fmla="*/ 36 w 144"/>
                  <a:gd name="T41" fmla="*/ 126 h 172"/>
                  <a:gd name="T42" fmla="*/ 30 w 144"/>
                  <a:gd name="T43" fmla="*/ 122 h 172"/>
                  <a:gd name="T44" fmla="*/ 28 w 144"/>
                  <a:gd name="T45" fmla="*/ 114 h 172"/>
                  <a:gd name="T46" fmla="*/ 22 w 144"/>
                  <a:gd name="T47" fmla="*/ 110 h 172"/>
                  <a:gd name="T48" fmla="*/ 20 w 144"/>
                  <a:gd name="T49" fmla="*/ 104 h 172"/>
                  <a:gd name="T50" fmla="*/ 14 w 144"/>
                  <a:gd name="T51" fmla="*/ 96 h 172"/>
                  <a:gd name="T52" fmla="*/ 16 w 144"/>
                  <a:gd name="T53" fmla="*/ 84 h 172"/>
                  <a:gd name="T54" fmla="*/ 0 w 144"/>
                  <a:gd name="T55" fmla="*/ 72 h 172"/>
                  <a:gd name="T56" fmla="*/ 0 w 144"/>
                  <a:gd name="T57" fmla="*/ 60 h 172"/>
                  <a:gd name="T58" fmla="*/ 2 w 144"/>
                  <a:gd name="T59" fmla="*/ 58 h 172"/>
                  <a:gd name="T60" fmla="*/ 0 w 144"/>
                  <a:gd name="T61" fmla="*/ 54 h 172"/>
                  <a:gd name="T62" fmla="*/ 6 w 144"/>
                  <a:gd name="T63" fmla="*/ 52 h 172"/>
                  <a:gd name="T64" fmla="*/ 20 w 144"/>
                  <a:gd name="T65" fmla="*/ 36 h 172"/>
                  <a:gd name="T66" fmla="*/ 22 w 144"/>
                  <a:gd name="T67" fmla="*/ 30 h 172"/>
                  <a:gd name="T68" fmla="*/ 16 w 144"/>
                  <a:gd name="T69" fmla="*/ 24 h 172"/>
                  <a:gd name="T70" fmla="*/ 18 w 144"/>
                  <a:gd name="T71" fmla="*/ 16 h 172"/>
                  <a:gd name="T72" fmla="*/ 32 w 144"/>
                  <a:gd name="T73" fmla="*/ 0 h 172"/>
                  <a:gd name="T74" fmla="*/ 30 w 144"/>
                  <a:gd name="T75" fmla="*/ 16 h 172"/>
                  <a:gd name="T76" fmla="*/ 36 w 144"/>
                  <a:gd name="T77" fmla="*/ 26 h 172"/>
                  <a:gd name="T78" fmla="*/ 38 w 144"/>
                  <a:gd name="T79" fmla="*/ 20 h 172"/>
                  <a:gd name="T80" fmla="*/ 44 w 144"/>
                  <a:gd name="T81" fmla="*/ 18 h 172"/>
                  <a:gd name="T82" fmla="*/ 48 w 144"/>
                  <a:gd name="T83" fmla="*/ 16 h 172"/>
                  <a:gd name="T84" fmla="*/ 54 w 144"/>
                  <a:gd name="T85" fmla="*/ 26 h 172"/>
                  <a:gd name="T86" fmla="*/ 58 w 144"/>
                  <a:gd name="T87" fmla="*/ 18 h 172"/>
                  <a:gd name="T88" fmla="*/ 66 w 144"/>
                  <a:gd name="T89" fmla="*/ 14 h 172"/>
                  <a:gd name="T90" fmla="*/ 62 w 144"/>
                  <a:gd name="T91" fmla="*/ 12 h 172"/>
                  <a:gd name="T92" fmla="*/ 62 w 144"/>
                  <a:gd name="T93" fmla="*/ 10 h 172"/>
                  <a:gd name="T94" fmla="*/ 58 w 144"/>
                  <a:gd name="T95" fmla="*/ 8 h 172"/>
                  <a:gd name="T96" fmla="*/ 104 w 144"/>
                  <a:gd name="T97" fmla="*/ 20 h 172"/>
                  <a:gd name="T98" fmla="*/ 108 w 144"/>
                  <a:gd name="T99" fmla="*/ 32 h 172"/>
                  <a:gd name="T100" fmla="*/ 112 w 144"/>
                  <a:gd name="T101" fmla="*/ 3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72">
                    <a:moveTo>
                      <a:pt x="130" y="46"/>
                    </a:moveTo>
                    <a:lnTo>
                      <a:pt x="130" y="46"/>
                    </a:lnTo>
                    <a:lnTo>
                      <a:pt x="128" y="54"/>
                    </a:lnTo>
                    <a:lnTo>
                      <a:pt x="126" y="54"/>
                    </a:lnTo>
                    <a:lnTo>
                      <a:pt x="126" y="54"/>
                    </a:lnTo>
                    <a:lnTo>
                      <a:pt x="126" y="56"/>
                    </a:lnTo>
                    <a:lnTo>
                      <a:pt x="126" y="58"/>
                    </a:lnTo>
                    <a:lnTo>
                      <a:pt x="126" y="58"/>
                    </a:lnTo>
                    <a:lnTo>
                      <a:pt x="126" y="60"/>
                    </a:lnTo>
                    <a:lnTo>
                      <a:pt x="124" y="62"/>
                    </a:lnTo>
                    <a:lnTo>
                      <a:pt x="124" y="68"/>
                    </a:lnTo>
                    <a:lnTo>
                      <a:pt x="124" y="68"/>
                    </a:lnTo>
                    <a:lnTo>
                      <a:pt x="120" y="70"/>
                    </a:lnTo>
                    <a:lnTo>
                      <a:pt x="120" y="72"/>
                    </a:lnTo>
                    <a:lnTo>
                      <a:pt x="120" y="72"/>
                    </a:lnTo>
                    <a:lnTo>
                      <a:pt x="122" y="74"/>
                    </a:lnTo>
                    <a:lnTo>
                      <a:pt x="122" y="76"/>
                    </a:lnTo>
                    <a:lnTo>
                      <a:pt x="122" y="80"/>
                    </a:lnTo>
                    <a:lnTo>
                      <a:pt x="122" y="80"/>
                    </a:lnTo>
                    <a:lnTo>
                      <a:pt x="128" y="86"/>
                    </a:lnTo>
                    <a:lnTo>
                      <a:pt x="134" y="90"/>
                    </a:lnTo>
                    <a:lnTo>
                      <a:pt x="134" y="90"/>
                    </a:lnTo>
                    <a:lnTo>
                      <a:pt x="134" y="94"/>
                    </a:lnTo>
                    <a:lnTo>
                      <a:pt x="132" y="96"/>
                    </a:lnTo>
                    <a:lnTo>
                      <a:pt x="130" y="100"/>
                    </a:lnTo>
                    <a:lnTo>
                      <a:pt x="130" y="100"/>
                    </a:lnTo>
                    <a:lnTo>
                      <a:pt x="130" y="110"/>
                    </a:lnTo>
                    <a:lnTo>
                      <a:pt x="130" y="122"/>
                    </a:lnTo>
                    <a:lnTo>
                      <a:pt x="130" y="122"/>
                    </a:lnTo>
                    <a:lnTo>
                      <a:pt x="130" y="128"/>
                    </a:lnTo>
                    <a:lnTo>
                      <a:pt x="134" y="136"/>
                    </a:lnTo>
                    <a:lnTo>
                      <a:pt x="134" y="136"/>
                    </a:lnTo>
                    <a:lnTo>
                      <a:pt x="138" y="138"/>
                    </a:lnTo>
                    <a:lnTo>
                      <a:pt x="142" y="142"/>
                    </a:lnTo>
                    <a:lnTo>
                      <a:pt x="142" y="142"/>
                    </a:lnTo>
                    <a:lnTo>
                      <a:pt x="142" y="146"/>
                    </a:lnTo>
                    <a:lnTo>
                      <a:pt x="144" y="146"/>
                    </a:lnTo>
                    <a:lnTo>
                      <a:pt x="144" y="146"/>
                    </a:lnTo>
                    <a:lnTo>
                      <a:pt x="144" y="150"/>
                    </a:lnTo>
                    <a:lnTo>
                      <a:pt x="144" y="150"/>
                    </a:lnTo>
                    <a:lnTo>
                      <a:pt x="130" y="158"/>
                    </a:lnTo>
                    <a:lnTo>
                      <a:pt x="130" y="158"/>
                    </a:lnTo>
                    <a:lnTo>
                      <a:pt x="126" y="160"/>
                    </a:lnTo>
                    <a:lnTo>
                      <a:pt x="120" y="160"/>
                    </a:lnTo>
                    <a:lnTo>
                      <a:pt x="120" y="160"/>
                    </a:lnTo>
                    <a:lnTo>
                      <a:pt x="116" y="162"/>
                    </a:lnTo>
                    <a:lnTo>
                      <a:pt x="114" y="164"/>
                    </a:lnTo>
                    <a:lnTo>
                      <a:pt x="114" y="164"/>
                    </a:lnTo>
                    <a:lnTo>
                      <a:pt x="110" y="166"/>
                    </a:lnTo>
                    <a:lnTo>
                      <a:pt x="108" y="164"/>
                    </a:lnTo>
                    <a:lnTo>
                      <a:pt x="108" y="164"/>
                    </a:lnTo>
                    <a:lnTo>
                      <a:pt x="106" y="164"/>
                    </a:lnTo>
                    <a:lnTo>
                      <a:pt x="106" y="166"/>
                    </a:lnTo>
                    <a:lnTo>
                      <a:pt x="102" y="168"/>
                    </a:lnTo>
                    <a:lnTo>
                      <a:pt x="102" y="168"/>
                    </a:lnTo>
                    <a:lnTo>
                      <a:pt x="92" y="170"/>
                    </a:lnTo>
                    <a:lnTo>
                      <a:pt x="92" y="170"/>
                    </a:lnTo>
                    <a:lnTo>
                      <a:pt x="84" y="172"/>
                    </a:lnTo>
                    <a:lnTo>
                      <a:pt x="84" y="172"/>
                    </a:lnTo>
                    <a:lnTo>
                      <a:pt x="80" y="172"/>
                    </a:lnTo>
                    <a:lnTo>
                      <a:pt x="80" y="170"/>
                    </a:lnTo>
                    <a:lnTo>
                      <a:pt x="78" y="168"/>
                    </a:lnTo>
                    <a:lnTo>
                      <a:pt x="76" y="166"/>
                    </a:lnTo>
                    <a:lnTo>
                      <a:pt x="76" y="166"/>
                    </a:lnTo>
                    <a:lnTo>
                      <a:pt x="74" y="166"/>
                    </a:lnTo>
                    <a:lnTo>
                      <a:pt x="72" y="168"/>
                    </a:lnTo>
                    <a:lnTo>
                      <a:pt x="72" y="168"/>
                    </a:lnTo>
                    <a:lnTo>
                      <a:pt x="66" y="170"/>
                    </a:lnTo>
                    <a:lnTo>
                      <a:pt x="66" y="170"/>
                    </a:lnTo>
                    <a:lnTo>
                      <a:pt x="66" y="170"/>
                    </a:lnTo>
                    <a:lnTo>
                      <a:pt x="66" y="166"/>
                    </a:lnTo>
                    <a:lnTo>
                      <a:pt x="66" y="166"/>
                    </a:lnTo>
                    <a:lnTo>
                      <a:pt x="66" y="152"/>
                    </a:lnTo>
                    <a:lnTo>
                      <a:pt x="66" y="136"/>
                    </a:lnTo>
                    <a:lnTo>
                      <a:pt x="66" y="136"/>
                    </a:lnTo>
                    <a:lnTo>
                      <a:pt x="60" y="134"/>
                    </a:lnTo>
                    <a:lnTo>
                      <a:pt x="60" y="134"/>
                    </a:lnTo>
                    <a:lnTo>
                      <a:pt x="60" y="132"/>
                    </a:lnTo>
                    <a:lnTo>
                      <a:pt x="58" y="130"/>
                    </a:lnTo>
                    <a:lnTo>
                      <a:pt x="56" y="130"/>
                    </a:lnTo>
                    <a:lnTo>
                      <a:pt x="44" y="128"/>
                    </a:lnTo>
                    <a:lnTo>
                      <a:pt x="44" y="128"/>
                    </a:lnTo>
                    <a:lnTo>
                      <a:pt x="40" y="128"/>
                    </a:lnTo>
                    <a:lnTo>
                      <a:pt x="36" y="126"/>
                    </a:lnTo>
                    <a:lnTo>
                      <a:pt x="36" y="126"/>
                    </a:lnTo>
                    <a:lnTo>
                      <a:pt x="32" y="122"/>
                    </a:lnTo>
                    <a:lnTo>
                      <a:pt x="30" y="122"/>
                    </a:lnTo>
                    <a:lnTo>
                      <a:pt x="30" y="122"/>
                    </a:lnTo>
                    <a:lnTo>
                      <a:pt x="28" y="120"/>
                    </a:lnTo>
                    <a:lnTo>
                      <a:pt x="28" y="118"/>
                    </a:lnTo>
                    <a:lnTo>
                      <a:pt x="28" y="114"/>
                    </a:lnTo>
                    <a:lnTo>
                      <a:pt x="28" y="114"/>
                    </a:lnTo>
                    <a:lnTo>
                      <a:pt x="26" y="110"/>
                    </a:lnTo>
                    <a:lnTo>
                      <a:pt x="26" y="110"/>
                    </a:lnTo>
                    <a:lnTo>
                      <a:pt x="22" y="110"/>
                    </a:lnTo>
                    <a:lnTo>
                      <a:pt x="22" y="110"/>
                    </a:lnTo>
                    <a:lnTo>
                      <a:pt x="22" y="104"/>
                    </a:lnTo>
                    <a:lnTo>
                      <a:pt x="22" y="104"/>
                    </a:lnTo>
                    <a:lnTo>
                      <a:pt x="20" y="104"/>
                    </a:lnTo>
                    <a:lnTo>
                      <a:pt x="20" y="104"/>
                    </a:lnTo>
                    <a:lnTo>
                      <a:pt x="18" y="100"/>
                    </a:lnTo>
                    <a:lnTo>
                      <a:pt x="18" y="98"/>
                    </a:lnTo>
                    <a:lnTo>
                      <a:pt x="18" y="98"/>
                    </a:lnTo>
                    <a:lnTo>
                      <a:pt x="14" y="96"/>
                    </a:lnTo>
                    <a:lnTo>
                      <a:pt x="14" y="96"/>
                    </a:lnTo>
                    <a:lnTo>
                      <a:pt x="14" y="90"/>
                    </a:lnTo>
                    <a:lnTo>
                      <a:pt x="16" y="84"/>
                    </a:lnTo>
                    <a:lnTo>
                      <a:pt x="16" y="84"/>
                    </a:lnTo>
                    <a:lnTo>
                      <a:pt x="8" y="78"/>
                    </a:lnTo>
                    <a:lnTo>
                      <a:pt x="6" y="76"/>
                    </a:lnTo>
                    <a:lnTo>
                      <a:pt x="0" y="72"/>
                    </a:lnTo>
                    <a:lnTo>
                      <a:pt x="0" y="72"/>
                    </a:lnTo>
                    <a:lnTo>
                      <a:pt x="2" y="60"/>
                    </a:lnTo>
                    <a:lnTo>
                      <a:pt x="2" y="60"/>
                    </a:lnTo>
                    <a:lnTo>
                      <a:pt x="2" y="60"/>
                    </a:lnTo>
                    <a:lnTo>
                      <a:pt x="0" y="60"/>
                    </a:lnTo>
                    <a:lnTo>
                      <a:pt x="0" y="60"/>
                    </a:lnTo>
                    <a:lnTo>
                      <a:pt x="0" y="58"/>
                    </a:lnTo>
                    <a:lnTo>
                      <a:pt x="0" y="58"/>
                    </a:lnTo>
                    <a:lnTo>
                      <a:pt x="2" y="58"/>
                    </a:lnTo>
                    <a:lnTo>
                      <a:pt x="2" y="58"/>
                    </a:lnTo>
                    <a:lnTo>
                      <a:pt x="2" y="54"/>
                    </a:lnTo>
                    <a:lnTo>
                      <a:pt x="2" y="54"/>
                    </a:lnTo>
                    <a:lnTo>
                      <a:pt x="0" y="54"/>
                    </a:lnTo>
                    <a:lnTo>
                      <a:pt x="0" y="50"/>
                    </a:lnTo>
                    <a:lnTo>
                      <a:pt x="0" y="50"/>
                    </a:lnTo>
                    <a:lnTo>
                      <a:pt x="6" y="52"/>
                    </a:lnTo>
                    <a:lnTo>
                      <a:pt x="6" y="52"/>
                    </a:lnTo>
                    <a:lnTo>
                      <a:pt x="12" y="48"/>
                    </a:lnTo>
                    <a:lnTo>
                      <a:pt x="14" y="40"/>
                    </a:lnTo>
                    <a:lnTo>
                      <a:pt x="14" y="40"/>
                    </a:lnTo>
                    <a:lnTo>
                      <a:pt x="20" y="36"/>
                    </a:lnTo>
                    <a:lnTo>
                      <a:pt x="20" y="36"/>
                    </a:lnTo>
                    <a:lnTo>
                      <a:pt x="22" y="30"/>
                    </a:lnTo>
                    <a:lnTo>
                      <a:pt x="22" y="30"/>
                    </a:lnTo>
                    <a:lnTo>
                      <a:pt x="22" y="30"/>
                    </a:lnTo>
                    <a:lnTo>
                      <a:pt x="18" y="30"/>
                    </a:lnTo>
                    <a:lnTo>
                      <a:pt x="18" y="30"/>
                    </a:lnTo>
                    <a:lnTo>
                      <a:pt x="16" y="26"/>
                    </a:lnTo>
                    <a:lnTo>
                      <a:pt x="16" y="24"/>
                    </a:lnTo>
                    <a:lnTo>
                      <a:pt x="16" y="20"/>
                    </a:lnTo>
                    <a:lnTo>
                      <a:pt x="16" y="20"/>
                    </a:lnTo>
                    <a:lnTo>
                      <a:pt x="18" y="20"/>
                    </a:lnTo>
                    <a:lnTo>
                      <a:pt x="18" y="16"/>
                    </a:lnTo>
                    <a:lnTo>
                      <a:pt x="18" y="16"/>
                    </a:lnTo>
                    <a:lnTo>
                      <a:pt x="18" y="8"/>
                    </a:lnTo>
                    <a:lnTo>
                      <a:pt x="14" y="0"/>
                    </a:lnTo>
                    <a:lnTo>
                      <a:pt x="32" y="0"/>
                    </a:lnTo>
                    <a:lnTo>
                      <a:pt x="32" y="0"/>
                    </a:lnTo>
                    <a:lnTo>
                      <a:pt x="28" y="10"/>
                    </a:lnTo>
                    <a:lnTo>
                      <a:pt x="28" y="10"/>
                    </a:lnTo>
                    <a:lnTo>
                      <a:pt x="30" y="16"/>
                    </a:lnTo>
                    <a:lnTo>
                      <a:pt x="32" y="20"/>
                    </a:lnTo>
                    <a:lnTo>
                      <a:pt x="32" y="20"/>
                    </a:lnTo>
                    <a:lnTo>
                      <a:pt x="34" y="24"/>
                    </a:lnTo>
                    <a:lnTo>
                      <a:pt x="36" y="26"/>
                    </a:lnTo>
                    <a:lnTo>
                      <a:pt x="40" y="24"/>
                    </a:lnTo>
                    <a:lnTo>
                      <a:pt x="40" y="24"/>
                    </a:lnTo>
                    <a:lnTo>
                      <a:pt x="38" y="20"/>
                    </a:lnTo>
                    <a:lnTo>
                      <a:pt x="38" y="20"/>
                    </a:lnTo>
                    <a:lnTo>
                      <a:pt x="42" y="20"/>
                    </a:lnTo>
                    <a:lnTo>
                      <a:pt x="42" y="20"/>
                    </a:lnTo>
                    <a:lnTo>
                      <a:pt x="44" y="18"/>
                    </a:lnTo>
                    <a:lnTo>
                      <a:pt x="44" y="18"/>
                    </a:lnTo>
                    <a:lnTo>
                      <a:pt x="42" y="16"/>
                    </a:lnTo>
                    <a:lnTo>
                      <a:pt x="42" y="16"/>
                    </a:lnTo>
                    <a:lnTo>
                      <a:pt x="42" y="16"/>
                    </a:lnTo>
                    <a:lnTo>
                      <a:pt x="48" y="16"/>
                    </a:lnTo>
                    <a:lnTo>
                      <a:pt x="54" y="20"/>
                    </a:lnTo>
                    <a:lnTo>
                      <a:pt x="54" y="20"/>
                    </a:lnTo>
                    <a:lnTo>
                      <a:pt x="54" y="26"/>
                    </a:lnTo>
                    <a:lnTo>
                      <a:pt x="54" y="26"/>
                    </a:lnTo>
                    <a:lnTo>
                      <a:pt x="58" y="28"/>
                    </a:lnTo>
                    <a:lnTo>
                      <a:pt x="58" y="28"/>
                    </a:lnTo>
                    <a:lnTo>
                      <a:pt x="58" y="22"/>
                    </a:lnTo>
                    <a:lnTo>
                      <a:pt x="58" y="18"/>
                    </a:lnTo>
                    <a:lnTo>
                      <a:pt x="60" y="16"/>
                    </a:lnTo>
                    <a:lnTo>
                      <a:pt x="66" y="16"/>
                    </a:lnTo>
                    <a:lnTo>
                      <a:pt x="66" y="16"/>
                    </a:lnTo>
                    <a:lnTo>
                      <a:pt x="66" y="14"/>
                    </a:lnTo>
                    <a:lnTo>
                      <a:pt x="68" y="14"/>
                    </a:lnTo>
                    <a:lnTo>
                      <a:pt x="68" y="12"/>
                    </a:lnTo>
                    <a:lnTo>
                      <a:pt x="68" y="12"/>
                    </a:lnTo>
                    <a:lnTo>
                      <a:pt x="62" y="12"/>
                    </a:lnTo>
                    <a:lnTo>
                      <a:pt x="62" y="12"/>
                    </a:lnTo>
                    <a:lnTo>
                      <a:pt x="60" y="10"/>
                    </a:lnTo>
                    <a:lnTo>
                      <a:pt x="60" y="10"/>
                    </a:lnTo>
                    <a:lnTo>
                      <a:pt x="62" y="10"/>
                    </a:lnTo>
                    <a:lnTo>
                      <a:pt x="64" y="8"/>
                    </a:lnTo>
                    <a:lnTo>
                      <a:pt x="64" y="8"/>
                    </a:lnTo>
                    <a:lnTo>
                      <a:pt x="58" y="8"/>
                    </a:lnTo>
                    <a:lnTo>
                      <a:pt x="58" y="8"/>
                    </a:lnTo>
                    <a:lnTo>
                      <a:pt x="62" y="4"/>
                    </a:lnTo>
                    <a:lnTo>
                      <a:pt x="64" y="0"/>
                    </a:lnTo>
                    <a:lnTo>
                      <a:pt x="104" y="20"/>
                    </a:lnTo>
                    <a:lnTo>
                      <a:pt x="104" y="20"/>
                    </a:lnTo>
                    <a:lnTo>
                      <a:pt x="106" y="22"/>
                    </a:lnTo>
                    <a:lnTo>
                      <a:pt x="108" y="26"/>
                    </a:lnTo>
                    <a:lnTo>
                      <a:pt x="108" y="26"/>
                    </a:lnTo>
                    <a:lnTo>
                      <a:pt x="108" y="32"/>
                    </a:lnTo>
                    <a:lnTo>
                      <a:pt x="108" y="32"/>
                    </a:lnTo>
                    <a:lnTo>
                      <a:pt x="110" y="34"/>
                    </a:lnTo>
                    <a:lnTo>
                      <a:pt x="110" y="34"/>
                    </a:lnTo>
                    <a:lnTo>
                      <a:pt x="112" y="36"/>
                    </a:lnTo>
                    <a:lnTo>
                      <a:pt x="114" y="36"/>
                    </a:lnTo>
                    <a:lnTo>
                      <a:pt x="130"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2" name="Freeform 37">
                <a:extLst>
                  <a:ext uri="{FF2B5EF4-FFF2-40B4-BE49-F238E27FC236}">
                    <a16:creationId xmlns:a16="http://schemas.microsoft.com/office/drawing/2014/main" id="{FE2FE93F-4EC9-4743-9098-E1F007BFE87B}"/>
                  </a:ext>
                </a:extLst>
              </p:cNvPr>
              <p:cNvSpPr>
                <a:spLocks/>
              </p:cNvSpPr>
              <p:nvPr/>
            </p:nvSpPr>
            <p:spPr bwMode="auto">
              <a:xfrm>
                <a:off x="6705673" y="5248651"/>
                <a:ext cx="31310" cy="48057"/>
              </a:xfrm>
              <a:custGeom>
                <a:avLst/>
                <a:gdLst>
                  <a:gd name="T0" fmla="*/ 14 w 16"/>
                  <a:gd name="T1" fmla="*/ 14 h 24"/>
                  <a:gd name="T2" fmla="*/ 14 w 16"/>
                  <a:gd name="T3" fmla="*/ 14 h 24"/>
                  <a:gd name="T4" fmla="*/ 16 w 16"/>
                  <a:gd name="T5" fmla="*/ 6 h 24"/>
                  <a:gd name="T6" fmla="*/ 16 w 16"/>
                  <a:gd name="T7" fmla="*/ 6 h 24"/>
                  <a:gd name="T8" fmla="*/ 16 w 16"/>
                  <a:gd name="T9" fmla="*/ 4 h 24"/>
                  <a:gd name="T10" fmla="*/ 14 w 16"/>
                  <a:gd name="T11" fmla="*/ 2 h 24"/>
                  <a:gd name="T12" fmla="*/ 10 w 16"/>
                  <a:gd name="T13" fmla="*/ 0 h 24"/>
                  <a:gd name="T14" fmla="*/ 10 w 16"/>
                  <a:gd name="T15" fmla="*/ 0 h 24"/>
                  <a:gd name="T16" fmla="*/ 8 w 16"/>
                  <a:gd name="T17" fmla="*/ 0 h 24"/>
                  <a:gd name="T18" fmla="*/ 6 w 16"/>
                  <a:gd name="T19" fmla="*/ 2 h 24"/>
                  <a:gd name="T20" fmla="*/ 4 w 16"/>
                  <a:gd name="T21" fmla="*/ 0 h 24"/>
                  <a:gd name="T22" fmla="*/ 4 w 16"/>
                  <a:gd name="T23" fmla="*/ 0 h 24"/>
                  <a:gd name="T24" fmla="*/ 2 w 16"/>
                  <a:gd name="T25" fmla="*/ 0 h 24"/>
                  <a:gd name="T26" fmla="*/ 2 w 16"/>
                  <a:gd name="T27" fmla="*/ 2 h 24"/>
                  <a:gd name="T28" fmla="*/ 0 w 16"/>
                  <a:gd name="T29" fmla="*/ 8 h 24"/>
                  <a:gd name="T30" fmla="*/ 0 w 16"/>
                  <a:gd name="T31" fmla="*/ 8 h 24"/>
                  <a:gd name="T32" fmla="*/ 0 w 16"/>
                  <a:gd name="T33" fmla="*/ 12 h 24"/>
                  <a:gd name="T34" fmla="*/ 0 w 16"/>
                  <a:gd name="T35" fmla="*/ 16 h 24"/>
                  <a:gd name="T36" fmla="*/ 0 w 16"/>
                  <a:gd name="T37" fmla="*/ 16 h 24"/>
                  <a:gd name="T38" fmla="*/ 2 w 16"/>
                  <a:gd name="T39" fmla="*/ 18 h 24"/>
                  <a:gd name="T40" fmla="*/ 6 w 16"/>
                  <a:gd name="T41" fmla="*/ 20 h 24"/>
                  <a:gd name="T42" fmla="*/ 6 w 16"/>
                  <a:gd name="T43" fmla="*/ 20 h 24"/>
                  <a:gd name="T44" fmla="*/ 12 w 16"/>
                  <a:gd name="T45" fmla="*/ 22 h 24"/>
                  <a:gd name="T46" fmla="*/ 16 w 16"/>
                  <a:gd name="T47" fmla="*/ 24 h 24"/>
                  <a:gd name="T48" fmla="*/ 14 w 16"/>
                  <a:gd name="T4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4">
                    <a:moveTo>
                      <a:pt x="14" y="14"/>
                    </a:moveTo>
                    <a:lnTo>
                      <a:pt x="14" y="14"/>
                    </a:lnTo>
                    <a:lnTo>
                      <a:pt x="16" y="6"/>
                    </a:lnTo>
                    <a:lnTo>
                      <a:pt x="16" y="6"/>
                    </a:lnTo>
                    <a:lnTo>
                      <a:pt x="16" y="4"/>
                    </a:lnTo>
                    <a:lnTo>
                      <a:pt x="14" y="2"/>
                    </a:lnTo>
                    <a:lnTo>
                      <a:pt x="10" y="0"/>
                    </a:lnTo>
                    <a:lnTo>
                      <a:pt x="10" y="0"/>
                    </a:lnTo>
                    <a:lnTo>
                      <a:pt x="8" y="0"/>
                    </a:lnTo>
                    <a:lnTo>
                      <a:pt x="6" y="2"/>
                    </a:lnTo>
                    <a:lnTo>
                      <a:pt x="4" y="0"/>
                    </a:lnTo>
                    <a:lnTo>
                      <a:pt x="4" y="0"/>
                    </a:lnTo>
                    <a:lnTo>
                      <a:pt x="2" y="0"/>
                    </a:lnTo>
                    <a:lnTo>
                      <a:pt x="2" y="2"/>
                    </a:lnTo>
                    <a:lnTo>
                      <a:pt x="0" y="8"/>
                    </a:lnTo>
                    <a:lnTo>
                      <a:pt x="0" y="8"/>
                    </a:lnTo>
                    <a:lnTo>
                      <a:pt x="0" y="12"/>
                    </a:lnTo>
                    <a:lnTo>
                      <a:pt x="0" y="16"/>
                    </a:lnTo>
                    <a:lnTo>
                      <a:pt x="0" y="16"/>
                    </a:lnTo>
                    <a:lnTo>
                      <a:pt x="2" y="18"/>
                    </a:lnTo>
                    <a:lnTo>
                      <a:pt x="6" y="20"/>
                    </a:lnTo>
                    <a:lnTo>
                      <a:pt x="6" y="20"/>
                    </a:lnTo>
                    <a:lnTo>
                      <a:pt x="12" y="22"/>
                    </a:lnTo>
                    <a:lnTo>
                      <a:pt x="16" y="24"/>
                    </a:lnTo>
                    <a:lnTo>
                      <a:pt x="14"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3" name="Freeform 39">
                <a:extLst>
                  <a:ext uri="{FF2B5EF4-FFF2-40B4-BE49-F238E27FC236}">
                    <a16:creationId xmlns:a16="http://schemas.microsoft.com/office/drawing/2014/main" id="{4401BDF9-B1CD-704E-868E-384D3E24BC32}"/>
                  </a:ext>
                </a:extLst>
              </p:cNvPr>
              <p:cNvSpPr>
                <a:spLocks/>
              </p:cNvSpPr>
              <p:nvPr/>
            </p:nvSpPr>
            <p:spPr bwMode="auto">
              <a:xfrm>
                <a:off x="6466932" y="3594708"/>
                <a:ext cx="442260" cy="664780"/>
              </a:xfrm>
              <a:custGeom>
                <a:avLst/>
                <a:gdLst>
                  <a:gd name="T0" fmla="*/ 222 w 226"/>
                  <a:gd name="T1" fmla="*/ 80 h 332"/>
                  <a:gd name="T2" fmla="*/ 210 w 226"/>
                  <a:gd name="T3" fmla="*/ 68 h 332"/>
                  <a:gd name="T4" fmla="*/ 212 w 226"/>
                  <a:gd name="T5" fmla="*/ 52 h 332"/>
                  <a:gd name="T6" fmla="*/ 212 w 226"/>
                  <a:gd name="T7" fmla="*/ 34 h 332"/>
                  <a:gd name="T8" fmla="*/ 206 w 226"/>
                  <a:gd name="T9" fmla="*/ 18 h 332"/>
                  <a:gd name="T10" fmla="*/ 196 w 226"/>
                  <a:gd name="T11" fmla="*/ 12 h 332"/>
                  <a:gd name="T12" fmla="*/ 190 w 226"/>
                  <a:gd name="T13" fmla="*/ 0 h 332"/>
                  <a:gd name="T14" fmla="*/ 168 w 226"/>
                  <a:gd name="T15" fmla="*/ 22 h 332"/>
                  <a:gd name="T16" fmla="*/ 144 w 226"/>
                  <a:gd name="T17" fmla="*/ 20 h 332"/>
                  <a:gd name="T18" fmla="*/ 36 w 226"/>
                  <a:gd name="T19" fmla="*/ 126 h 332"/>
                  <a:gd name="T20" fmla="*/ 22 w 226"/>
                  <a:gd name="T21" fmla="*/ 126 h 332"/>
                  <a:gd name="T22" fmla="*/ 16 w 226"/>
                  <a:gd name="T23" fmla="*/ 134 h 332"/>
                  <a:gd name="T24" fmla="*/ 14 w 226"/>
                  <a:gd name="T25" fmla="*/ 144 h 332"/>
                  <a:gd name="T26" fmla="*/ 8 w 226"/>
                  <a:gd name="T27" fmla="*/ 160 h 332"/>
                  <a:gd name="T28" fmla="*/ 4 w 226"/>
                  <a:gd name="T29" fmla="*/ 168 h 332"/>
                  <a:gd name="T30" fmla="*/ 0 w 226"/>
                  <a:gd name="T31" fmla="*/ 176 h 332"/>
                  <a:gd name="T32" fmla="*/ 8 w 226"/>
                  <a:gd name="T33" fmla="*/ 178 h 332"/>
                  <a:gd name="T34" fmla="*/ 8 w 226"/>
                  <a:gd name="T35" fmla="*/ 186 h 332"/>
                  <a:gd name="T36" fmla="*/ 10 w 226"/>
                  <a:gd name="T37" fmla="*/ 198 h 332"/>
                  <a:gd name="T38" fmla="*/ 12 w 226"/>
                  <a:gd name="T39" fmla="*/ 208 h 332"/>
                  <a:gd name="T40" fmla="*/ 20 w 226"/>
                  <a:gd name="T41" fmla="*/ 226 h 332"/>
                  <a:gd name="T42" fmla="*/ 26 w 226"/>
                  <a:gd name="T43" fmla="*/ 236 h 332"/>
                  <a:gd name="T44" fmla="*/ 32 w 226"/>
                  <a:gd name="T45" fmla="*/ 254 h 332"/>
                  <a:gd name="T46" fmla="*/ 36 w 226"/>
                  <a:gd name="T47" fmla="*/ 260 h 332"/>
                  <a:gd name="T48" fmla="*/ 50 w 226"/>
                  <a:gd name="T49" fmla="*/ 266 h 332"/>
                  <a:gd name="T50" fmla="*/ 56 w 226"/>
                  <a:gd name="T51" fmla="*/ 274 h 332"/>
                  <a:gd name="T52" fmla="*/ 70 w 226"/>
                  <a:gd name="T53" fmla="*/ 286 h 332"/>
                  <a:gd name="T54" fmla="*/ 72 w 226"/>
                  <a:gd name="T55" fmla="*/ 294 h 332"/>
                  <a:gd name="T56" fmla="*/ 80 w 226"/>
                  <a:gd name="T57" fmla="*/ 310 h 332"/>
                  <a:gd name="T58" fmla="*/ 88 w 226"/>
                  <a:gd name="T59" fmla="*/ 310 h 332"/>
                  <a:gd name="T60" fmla="*/ 98 w 226"/>
                  <a:gd name="T61" fmla="*/ 314 h 332"/>
                  <a:gd name="T62" fmla="*/ 108 w 226"/>
                  <a:gd name="T63" fmla="*/ 314 h 332"/>
                  <a:gd name="T64" fmla="*/ 122 w 226"/>
                  <a:gd name="T65" fmla="*/ 326 h 332"/>
                  <a:gd name="T66" fmla="*/ 134 w 226"/>
                  <a:gd name="T67" fmla="*/ 332 h 332"/>
                  <a:gd name="T68" fmla="*/ 146 w 226"/>
                  <a:gd name="T69" fmla="*/ 324 h 332"/>
                  <a:gd name="T70" fmla="*/ 158 w 226"/>
                  <a:gd name="T71" fmla="*/ 326 h 332"/>
                  <a:gd name="T72" fmla="*/ 180 w 226"/>
                  <a:gd name="T73" fmla="*/ 316 h 332"/>
                  <a:gd name="T74" fmla="*/ 192 w 226"/>
                  <a:gd name="T75" fmla="*/ 314 h 332"/>
                  <a:gd name="T76" fmla="*/ 186 w 226"/>
                  <a:gd name="T77" fmla="*/ 310 h 332"/>
                  <a:gd name="T78" fmla="*/ 174 w 226"/>
                  <a:gd name="T79" fmla="*/ 298 h 332"/>
                  <a:gd name="T80" fmla="*/ 168 w 226"/>
                  <a:gd name="T81" fmla="*/ 284 h 332"/>
                  <a:gd name="T82" fmla="*/ 156 w 226"/>
                  <a:gd name="T83" fmla="*/ 270 h 332"/>
                  <a:gd name="T84" fmla="*/ 146 w 226"/>
                  <a:gd name="T85" fmla="*/ 268 h 332"/>
                  <a:gd name="T86" fmla="*/ 158 w 226"/>
                  <a:gd name="T87" fmla="*/ 258 h 332"/>
                  <a:gd name="T88" fmla="*/ 162 w 226"/>
                  <a:gd name="T89" fmla="*/ 250 h 332"/>
                  <a:gd name="T90" fmla="*/ 168 w 226"/>
                  <a:gd name="T91" fmla="*/ 222 h 332"/>
                  <a:gd name="T92" fmla="*/ 174 w 226"/>
                  <a:gd name="T93" fmla="*/ 206 h 332"/>
                  <a:gd name="T94" fmla="*/ 184 w 226"/>
                  <a:gd name="T95" fmla="*/ 192 h 332"/>
                  <a:gd name="T96" fmla="*/ 190 w 226"/>
                  <a:gd name="T97" fmla="*/ 176 h 332"/>
                  <a:gd name="T98" fmla="*/ 202 w 226"/>
                  <a:gd name="T99" fmla="*/ 156 h 332"/>
                  <a:gd name="T100" fmla="*/ 202 w 226"/>
                  <a:gd name="T101" fmla="*/ 130 h 332"/>
                  <a:gd name="T102" fmla="*/ 206 w 226"/>
                  <a:gd name="T103" fmla="*/ 112 h 332"/>
                  <a:gd name="T104" fmla="*/ 208 w 226"/>
                  <a:gd name="T105" fmla="*/ 100 h 332"/>
                  <a:gd name="T106" fmla="*/ 212 w 226"/>
                  <a:gd name="T107" fmla="*/ 94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6" h="332">
                    <a:moveTo>
                      <a:pt x="226" y="88"/>
                    </a:moveTo>
                    <a:lnTo>
                      <a:pt x="226" y="88"/>
                    </a:lnTo>
                    <a:lnTo>
                      <a:pt x="224" y="84"/>
                    </a:lnTo>
                    <a:lnTo>
                      <a:pt x="222" y="80"/>
                    </a:lnTo>
                    <a:lnTo>
                      <a:pt x="222" y="80"/>
                    </a:lnTo>
                    <a:lnTo>
                      <a:pt x="214" y="78"/>
                    </a:lnTo>
                    <a:lnTo>
                      <a:pt x="214" y="78"/>
                    </a:lnTo>
                    <a:lnTo>
                      <a:pt x="212" y="74"/>
                    </a:lnTo>
                    <a:lnTo>
                      <a:pt x="212" y="70"/>
                    </a:lnTo>
                    <a:lnTo>
                      <a:pt x="210" y="68"/>
                    </a:lnTo>
                    <a:lnTo>
                      <a:pt x="210" y="68"/>
                    </a:lnTo>
                    <a:lnTo>
                      <a:pt x="210" y="58"/>
                    </a:lnTo>
                    <a:lnTo>
                      <a:pt x="210" y="54"/>
                    </a:lnTo>
                    <a:lnTo>
                      <a:pt x="210" y="54"/>
                    </a:lnTo>
                    <a:lnTo>
                      <a:pt x="212" y="52"/>
                    </a:lnTo>
                    <a:lnTo>
                      <a:pt x="212" y="52"/>
                    </a:lnTo>
                    <a:lnTo>
                      <a:pt x="212" y="42"/>
                    </a:lnTo>
                    <a:lnTo>
                      <a:pt x="210" y="40"/>
                    </a:lnTo>
                    <a:lnTo>
                      <a:pt x="210" y="40"/>
                    </a:lnTo>
                    <a:lnTo>
                      <a:pt x="212" y="34"/>
                    </a:lnTo>
                    <a:lnTo>
                      <a:pt x="212" y="34"/>
                    </a:lnTo>
                    <a:lnTo>
                      <a:pt x="208" y="32"/>
                    </a:lnTo>
                    <a:lnTo>
                      <a:pt x="208" y="32"/>
                    </a:lnTo>
                    <a:lnTo>
                      <a:pt x="206" y="26"/>
                    </a:lnTo>
                    <a:lnTo>
                      <a:pt x="206" y="18"/>
                    </a:lnTo>
                    <a:lnTo>
                      <a:pt x="206" y="18"/>
                    </a:lnTo>
                    <a:lnTo>
                      <a:pt x="202" y="18"/>
                    </a:lnTo>
                    <a:lnTo>
                      <a:pt x="200" y="16"/>
                    </a:lnTo>
                    <a:lnTo>
                      <a:pt x="200" y="16"/>
                    </a:lnTo>
                    <a:lnTo>
                      <a:pt x="196" y="12"/>
                    </a:lnTo>
                    <a:lnTo>
                      <a:pt x="192" y="6"/>
                    </a:lnTo>
                    <a:lnTo>
                      <a:pt x="190" y="6"/>
                    </a:lnTo>
                    <a:lnTo>
                      <a:pt x="190" y="6"/>
                    </a:lnTo>
                    <a:lnTo>
                      <a:pt x="190" y="0"/>
                    </a:lnTo>
                    <a:lnTo>
                      <a:pt x="190" y="0"/>
                    </a:lnTo>
                    <a:lnTo>
                      <a:pt x="182" y="4"/>
                    </a:lnTo>
                    <a:lnTo>
                      <a:pt x="178" y="4"/>
                    </a:lnTo>
                    <a:lnTo>
                      <a:pt x="174" y="12"/>
                    </a:lnTo>
                    <a:lnTo>
                      <a:pt x="168" y="14"/>
                    </a:lnTo>
                    <a:lnTo>
                      <a:pt x="168" y="22"/>
                    </a:lnTo>
                    <a:lnTo>
                      <a:pt x="162" y="24"/>
                    </a:lnTo>
                    <a:lnTo>
                      <a:pt x="160" y="20"/>
                    </a:lnTo>
                    <a:lnTo>
                      <a:pt x="148" y="20"/>
                    </a:lnTo>
                    <a:lnTo>
                      <a:pt x="148" y="18"/>
                    </a:lnTo>
                    <a:lnTo>
                      <a:pt x="144" y="20"/>
                    </a:lnTo>
                    <a:lnTo>
                      <a:pt x="48" y="20"/>
                    </a:lnTo>
                    <a:lnTo>
                      <a:pt x="48" y="52"/>
                    </a:lnTo>
                    <a:lnTo>
                      <a:pt x="36" y="52"/>
                    </a:lnTo>
                    <a:lnTo>
                      <a:pt x="36" y="64"/>
                    </a:lnTo>
                    <a:lnTo>
                      <a:pt x="36" y="126"/>
                    </a:lnTo>
                    <a:lnTo>
                      <a:pt x="36" y="126"/>
                    </a:lnTo>
                    <a:lnTo>
                      <a:pt x="32" y="128"/>
                    </a:lnTo>
                    <a:lnTo>
                      <a:pt x="26" y="126"/>
                    </a:lnTo>
                    <a:lnTo>
                      <a:pt x="26" y="126"/>
                    </a:lnTo>
                    <a:lnTo>
                      <a:pt x="22" y="126"/>
                    </a:lnTo>
                    <a:lnTo>
                      <a:pt x="20" y="126"/>
                    </a:lnTo>
                    <a:lnTo>
                      <a:pt x="20" y="128"/>
                    </a:lnTo>
                    <a:lnTo>
                      <a:pt x="20" y="128"/>
                    </a:lnTo>
                    <a:lnTo>
                      <a:pt x="16" y="132"/>
                    </a:lnTo>
                    <a:lnTo>
                      <a:pt x="16" y="134"/>
                    </a:lnTo>
                    <a:lnTo>
                      <a:pt x="16" y="136"/>
                    </a:lnTo>
                    <a:lnTo>
                      <a:pt x="16" y="136"/>
                    </a:lnTo>
                    <a:lnTo>
                      <a:pt x="16" y="140"/>
                    </a:lnTo>
                    <a:lnTo>
                      <a:pt x="14" y="144"/>
                    </a:lnTo>
                    <a:lnTo>
                      <a:pt x="14" y="144"/>
                    </a:lnTo>
                    <a:lnTo>
                      <a:pt x="12" y="146"/>
                    </a:lnTo>
                    <a:lnTo>
                      <a:pt x="12" y="150"/>
                    </a:lnTo>
                    <a:lnTo>
                      <a:pt x="12" y="150"/>
                    </a:lnTo>
                    <a:lnTo>
                      <a:pt x="10" y="154"/>
                    </a:lnTo>
                    <a:lnTo>
                      <a:pt x="8" y="160"/>
                    </a:lnTo>
                    <a:lnTo>
                      <a:pt x="8" y="160"/>
                    </a:lnTo>
                    <a:lnTo>
                      <a:pt x="6" y="162"/>
                    </a:lnTo>
                    <a:lnTo>
                      <a:pt x="4" y="164"/>
                    </a:lnTo>
                    <a:lnTo>
                      <a:pt x="4" y="164"/>
                    </a:lnTo>
                    <a:lnTo>
                      <a:pt x="4" y="168"/>
                    </a:lnTo>
                    <a:lnTo>
                      <a:pt x="0" y="170"/>
                    </a:lnTo>
                    <a:lnTo>
                      <a:pt x="0" y="170"/>
                    </a:lnTo>
                    <a:lnTo>
                      <a:pt x="0" y="172"/>
                    </a:lnTo>
                    <a:lnTo>
                      <a:pt x="0" y="176"/>
                    </a:lnTo>
                    <a:lnTo>
                      <a:pt x="0" y="176"/>
                    </a:lnTo>
                    <a:lnTo>
                      <a:pt x="0" y="178"/>
                    </a:lnTo>
                    <a:lnTo>
                      <a:pt x="2" y="178"/>
                    </a:lnTo>
                    <a:lnTo>
                      <a:pt x="6" y="176"/>
                    </a:lnTo>
                    <a:lnTo>
                      <a:pt x="6" y="176"/>
                    </a:lnTo>
                    <a:lnTo>
                      <a:pt x="8" y="178"/>
                    </a:lnTo>
                    <a:lnTo>
                      <a:pt x="12" y="180"/>
                    </a:lnTo>
                    <a:lnTo>
                      <a:pt x="12" y="180"/>
                    </a:lnTo>
                    <a:lnTo>
                      <a:pt x="12" y="182"/>
                    </a:lnTo>
                    <a:lnTo>
                      <a:pt x="10" y="184"/>
                    </a:lnTo>
                    <a:lnTo>
                      <a:pt x="8" y="186"/>
                    </a:lnTo>
                    <a:lnTo>
                      <a:pt x="8" y="188"/>
                    </a:lnTo>
                    <a:lnTo>
                      <a:pt x="10" y="192"/>
                    </a:lnTo>
                    <a:lnTo>
                      <a:pt x="10" y="192"/>
                    </a:lnTo>
                    <a:lnTo>
                      <a:pt x="10" y="192"/>
                    </a:lnTo>
                    <a:lnTo>
                      <a:pt x="10" y="198"/>
                    </a:lnTo>
                    <a:lnTo>
                      <a:pt x="10" y="198"/>
                    </a:lnTo>
                    <a:lnTo>
                      <a:pt x="8" y="200"/>
                    </a:lnTo>
                    <a:lnTo>
                      <a:pt x="12" y="204"/>
                    </a:lnTo>
                    <a:lnTo>
                      <a:pt x="12" y="204"/>
                    </a:lnTo>
                    <a:lnTo>
                      <a:pt x="12" y="208"/>
                    </a:lnTo>
                    <a:lnTo>
                      <a:pt x="12" y="210"/>
                    </a:lnTo>
                    <a:lnTo>
                      <a:pt x="20" y="218"/>
                    </a:lnTo>
                    <a:lnTo>
                      <a:pt x="20" y="218"/>
                    </a:lnTo>
                    <a:lnTo>
                      <a:pt x="20" y="220"/>
                    </a:lnTo>
                    <a:lnTo>
                      <a:pt x="20" y="226"/>
                    </a:lnTo>
                    <a:lnTo>
                      <a:pt x="20" y="226"/>
                    </a:lnTo>
                    <a:lnTo>
                      <a:pt x="20" y="230"/>
                    </a:lnTo>
                    <a:lnTo>
                      <a:pt x="22" y="232"/>
                    </a:lnTo>
                    <a:lnTo>
                      <a:pt x="22" y="232"/>
                    </a:lnTo>
                    <a:lnTo>
                      <a:pt x="26" y="236"/>
                    </a:lnTo>
                    <a:lnTo>
                      <a:pt x="26" y="242"/>
                    </a:lnTo>
                    <a:lnTo>
                      <a:pt x="26" y="242"/>
                    </a:lnTo>
                    <a:lnTo>
                      <a:pt x="26" y="246"/>
                    </a:lnTo>
                    <a:lnTo>
                      <a:pt x="26" y="248"/>
                    </a:lnTo>
                    <a:lnTo>
                      <a:pt x="32" y="254"/>
                    </a:lnTo>
                    <a:lnTo>
                      <a:pt x="32" y="254"/>
                    </a:lnTo>
                    <a:lnTo>
                      <a:pt x="34" y="258"/>
                    </a:lnTo>
                    <a:lnTo>
                      <a:pt x="36" y="258"/>
                    </a:lnTo>
                    <a:lnTo>
                      <a:pt x="36" y="260"/>
                    </a:lnTo>
                    <a:lnTo>
                      <a:pt x="36" y="260"/>
                    </a:lnTo>
                    <a:lnTo>
                      <a:pt x="40" y="260"/>
                    </a:lnTo>
                    <a:lnTo>
                      <a:pt x="44" y="262"/>
                    </a:lnTo>
                    <a:lnTo>
                      <a:pt x="44" y="262"/>
                    </a:lnTo>
                    <a:lnTo>
                      <a:pt x="46" y="264"/>
                    </a:lnTo>
                    <a:lnTo>
                      <a:pt x="50" y="266"/>
                    </a:lnTo>
                    <a:lnTo>
                      <a:pt x="50" y="266"/>
                    </a:lnTo>
                    <a:lnTo>
                      <a:pt x="52" y="266"/>
                    </a:lnTo>
                    <a:lnTo>
                      <a:pt x="56" y="268"/>
                    </a:lnTo>
                    <a:lnTo>
                      <a:pt x="56" y="268"/>
                    </a:lnTo>
                    <a:lnTo>
                      <a:pt x="56" y="274"/>
                    </a:lnTo>
                    <a:lnTo>
                      <a:pt x="58" y="276"/>
                    </a:lnTo>
                    <a:lnTo>
                      <a:pt x="62" y="278"/>
                    </a:lnTo>
                    <a:lnTo>
                      <a:pt x="62" y="278"/>
                    </a:lnTo>
                    <a:lnTo>
                      <a:pt x="66" y="280"/>
                    </a:lnTo>
                    <a:lnTo>
                      <a:pt x="70" y="286"/>
                    </a:lnTo>
                    <a:lnTo>
                      <a:pt x="70" y="286"/>
                    </a:lnTo>
                    <a:lnTo>
                      <a:pt x="70" y="292"/>
                    </a:lnTo>
                    <a:lnTo>
                      <a:pt x="70" y="294"/>
                    </a:lnTo>
                    <a:lnTo>
                      <a:pt x="72" y="294"/>
                    </a:lnTo>
                    <a:lnTo>
                      <a:pt x="72" y="294"/>
                    </a:lnTo>
                    <a:lnTo>
                      <a:pt x="74" y="298"/>
                    </a:lnTo>
                    <a:lnTo>
                      <a:pt x="74" y="300"/>
                    </a:lnTo>
                    <a:lnTo>
                      <a:pt x="78" y="306"/>
                    </a:lnTo>
                    <a:lnTo>
                      <a:pt x="78" y="306"/>
                    </a:lnTo>
                    <a:lnTo>
                      <a:pt x="80" y="310"/>
                    </a:lnTo>
                    <a:lnTo>
                      <a:pt x="82" y="314"/>
                    </a:lnTo>
                    <a:lnTo>
                      <a:pt x="82" y="314"/>
                    </a:lnTo>
                    <a:lnTo>
                      <a:pt x="86" y="314"/>
                    </a:lnTo>
                    <a:lnTo>
                      <a:pt x="88" y="310"/>
                    </a:lnTo>
                    <a:lnTo>
                      <a:pt x="88" y="310"/>
                    </a:lnTo>
                    <a:lnTo>
                      <a:pt x="88" y="308"/>
                    </a:lnTo>
                    <a:lnTo>
                      <a:pt x="90" y="310"/>
                    </a:lnTo>
                    <a:lnTo>
                      <a:pt x="96" y="314"/>
                    </a:lnTo>
                    <a:lnTo>
                      <a:pt x="96" y="314"/>
                    </a:lnTo>
                    <a:lnTo>
                      <a:pt x="98" y="314"/>
                    </a:lnTo>
                    <a:lnTo>
                      <a:pt x="100" y="312"/>
                    </a:lnTo>
                    <a:lnTo>
                      <a:pt x="100" y="312"/>
                    </a:lnTo>
                    <a:lnTo>
                      <a:pt x="102" y="310"/>
                    </a:lnTo>
                    <a:lnTo>
                      <a:pt x="104" y="310"/>
                    </a:lnTo>
                    <a:lnTo>
                      <a:pt x="108" y="314"/>
                    </a:lnTo>
                    <a:lnTo>
                      <a:pt x="108" y="314"/>
                    </a:lnTo>
                    <a:lnTo>
                      <a:pt x="114" y="322"/>
                    </a:lnTo>
                    <a:lnTo>
                      <a:pt x="114" y="322"/>
                    </a:lnTo>
                    <a:lnTo>
                      <a:pt x="118" y="324"/>
                    </a:lnTo>
                    <a:lnTo>
                      <a:pt x="122" y="326"/>
                    </a:lnTo>
                    <a:lnTo>
                      <a:pt x="122" y="326"/>
                    </a:lnTo>
                    <a:lnTo>
                      <a:pt x="124" y="328"/>
                    </a:lnTo>
                    <a:lnTo>
                      <a:pt x="126" y="326"/>
                    </a:lnTo>
                    <a:lnTo>
                      <a:pt x="134" y="332"/>
                    </a:lnTo>
                    <a:lnTo>
                      <a:pt x="134" y="332"/>
                    </a:lnTo>
                    <a:lnTo>
                      <a:pt x="136" y="328"/>
                    </a:lnTo>
                    <a:lnTo>
                      <a:pt x="140" y="326"/>
                    </a:lnTo>
                    <a:lnTo>
                      <a:pt x="144" y="324"/>
                    </a:lnTo>
                    <a:lnTo>
                      <a:pt x="144" y="324"/>
                    </a:lnTo>
                    <a:lnTo>
                      <a:pt x="146" y="324"/>
                    </a:lnTo>
                    <a:lnTo>
                      <a:pt x="148" y="324"/>
                    </a:lnTo>
                    <a:lnTo>
                      <a:pt x="148" y="324"/>
                    </a:lnTo>
                    <a:lnTo>
                      <a:pt x="152" y="322"/>
                    </a:lnTo>
                    <a:lnTo>
                      <a:pt x="156" y="324"/>
                    </a:lnTo>
                    <a:lnTo>
                      <a:pt x="158" y="326"/>
                    </a:lnTo>
                    <a:lnTo>
                      <a:pt x="164" y="322"/>
                    </a:lnTo>
                    <a:lnTo>
                      <a:pt x="170" y="320"/>
                    </a:lnTo>
                    <a:lnTo>
                      <a:pt x="174" y="316"/>
                    </a:lnTo>
                    <a:lnTo>
                      <a:pt x="174" y="316"/>
                    </a:lnTo>
                    <a:lnTo>
                      <a:pt x="180" y="316"/>
                    </a:lnTo>
                    <a:lnTo>
                      <a:pt x="186" y="316"/>
                    </a:lnTo>
                    <a:lnTo>
                      <a:pt x="192" y="322"/>
                    </a:lnTo>
                    <a:lnTo>
                      <a:pt x="192" y="318"/>
                    </a:lnTo>
                    <a:lnTo>
                      <a:pt x="192" y="318"/>
                    </a:lnTo>
                    <a:lnTo>
                      <a:pt x="192" y="314"/>
                    </a:lnTo>
                    <a:lnTo>
                      <a:pt x="192" y="312"/>
                    </a:lnTo>
                    <a:lnTo>
                      <a:pt x="190" y="310"/>
                    </a:lnTo>
                    <a:lnTo>
                      <a:pt x="190" y="310"/>
                    </a:lnTo>
                    <a:lnTo>
                      <a:pt x="186" y="310"/>
                    </a:lnTo>
                    <a:lnTo>
                      <a:pt x="186" y="310"/>
                    </a:lnTo>
                    <a:lnTo>
                      <a:pt x="180" y="308"/>
                    </a:lnTo>
                    <a:lnTo>
                      <a:pt x="178" y="308"/>
                    </a:lnTo>
                    <a:lnTo>
                      <a:pt x="178" y="304"/>
                    </a:lnTo>
                    <a:lnTo>
                      <a:pt x="178" y="304"/>
                    </a:lnTo>
                    <a:lnTo>
                      <a:pt x="174" y="298"/>
                    </a:lnTo>
                    <a:lnTo>
                      <a:pt x="172" y="290"/>
                    </a:lnTo>
                    <a:lnTo>
                      <a:pt x="172" y="290"/>
                    </a:lnTo>
                    <a:lnTo>
                      <a:pt x="172" y="286"/>
                    </a:lnTo>
                    <a:lnTo>
                      <a:pt x="168" y="284"/>
                    </a:lnTo>
                    <a:lnTo>
                      <a:pt x="168" y="284"/>
                    </a:lnTo>
                    <a:lnTo>
                      <a:pt x="166" y="280"/>
                    </a:lnTo>
                    <a:lnTo>
                      <a:pt x="162" y="276"/>
                    </a:lnTo>
                    <a:lnTo>
                      <a:pt x="162" y="276"/>
                    </a:lnTo>
                    <a:lnTo>
                      <a:pt x="160" y="272"/>
                    </a:lnTo>
                    <a:lnTo>
                      <a:pt x="156" y="270"/>
                    </a:lnTo>
                    <a:lnTo>
                      <a:pt x="156" y="270"/>
                    </a:lnTo>
                    <a:lnTo>
                      <a:pt x="150" y="270"/>
                    </a:lnTo>
                    <a:lnTo>
                      <a:pt x="148" y="270"/>
                    </a:lnTo>
                    <a:lnTo>
                      <a:pt x="146" y="268"/>
                    </a:lnTo>
                    <a:lnTo>
                      <a:pt x="146" y="268"/>
                    </a:lnTo>
                    <a:lnTo>
                      <a:pt x="148" y="260"/>
                    </a:lnTo>
                    <a:lnTo>
                      <a:pt x="148" y="260"/>
                    </a:lnTo>
                    <a:lnTo>
                      <a:pt x="154" y="260"/>
                    </a:lnTo>
                    <a:lnTo>
                      <a:pt x="154" y="260"/>
                    </a:lnTo>
                    <a:lnTo>
                      <a:pt x="158" y="258"/>
                    </a:lnTo>
                    <a:lnTo>
                      <a:pt x="158" y="258"/>
                    </a:lnTo>
                    <a:lnTo>
                      <a:pt x="158" y="258"/>
                    </a:lnTo>
                    <a:lnTo>
                      <a:pt x="160" y="254"/>
                    </a:lnTo>
                    <a:lnTo>
                      <a:pt x="162" y="250"/>
                    </a:lnTo>
                    <a:lnTo>
                      <a:pt x="162" y="250"/>
                    </a:lnTo>
                    <a:lnTo>
                      <a:pt x="162" y="234"/>
                    </a:lnTo>
                    <a:lnTo>
                      <a:pt x="162" y="234"/>
                    </a:lnTo>
                    <a:lnTo>
                      <a:pt x="162" y="232"/>
                    </a:lnTo>
                    <a:lnTo>
                      <a:pt x="166" y="228"/>
                    </a:lnTo>
                    <a:lnTo>
                      <a:pt x="168" y="222"/>
                    </a:lnTo>
                    <a:lnTo>
                      <a:pt x="168" y="218"/>
                    </a:lnTo>
                    <a:lnTo>
                      <a:pt x="168" y="218"/>
                    </a:lnTo>
                    <a:lnTo>
                      <a:pt x="168" y="210"/>
                    </a:lnTo>
                    <a:lnTo>
                      <a:pt x="168" y="210"/>
                    </a:lnTo>
                    <a:lnTo>
                      <a:pt x="174" y="206"/>
                    </a:lnTo>
                    <a:lnTo>
                      <a:pt x="174" y="206"/>
                    </a:lnTo>
                    <a:lnTo>
                      <a:pt x="178" y="204"/>
                    </a:lnTo>
                    <a:lnTo>
                      <a:pt x="180" y="200"/>
                    </a:lnTo>
                    <a:lnTo>
                      <a:pt x="180" y="200"/>
                    </a:lnTo>
                    <a:lnTo>
                      <a:pt x="184" y="192"/>
                    </a:lnTo>
                    <a:lnTo>
                      <a:pt x="184" y="192"/>
                    </a:lnTo>
                    <a:lnTo>
                      <a:pt x="186" y="186"/>
                    </a:lnTo>
                    <a:lnTo>
                      <a:pt x="188" y="180"/>
                    </a:lnTo>
                    <a:lnTo>
                      <a:pt x="188" y="180"/>
                    </a:lnTo>
                    <a:lnTo>
                      <a:pt x="190" y="176"/>
                    </a:lnTo>
                    <a:lnTo>
                      <a:pt x="192" y="172"/>
                    </a:lnTo>
                    <a:lnTo>
                      <a:pt x="196" y="168"/>
                    </a:lnTo>
                    <a:lnTo>
                      <a:pt x="196" y="168"/>
                    </a:lnTo>
                    <a:lnTo>
                      <a:pt x="202" y="156"/>
                    </a:lnTo>
                    <a:lnTo>
                      <a:pt x="202" y="156"/>
                    </a:lnTo>
                    <a:lnTo>
                      <a:pt x="202" y="150"/>
                    </a:lnTo>
                    <a:lnTo>
                      <a:pt x="202" y="142"/>
                    </a:lnTo>
                    <a:lnTo>
                      <a:pt x="202" y="142"/>
                    </a:lnTo>
                    <a:lnTo>
                      <a:pt x="202" y="136"/>
                    </a:lnTo>
                    <a:lnTo>
                      <a:pt x="202" y="130"/>
                    </a:lnTo>
                    <a:lnTo>
                      <a:pt x="202" y="130"/>
                    </a:lnTo>
                    <a:lnTo>
                      <a:pt x="206" y="124"/>
                    </a:lnTo>
                    <a:lnTo>
                      <a:pt x="206" y="118"/>
                    </a:lnTo>
                    <a:lnTo>
                      <a:pt x="206" y="118"/>
                    </a:lnTo>
                    <a:lnTo>
                      <a:pt x="206" y="112"/>
                    </a:lnTo>
                    <a:lnTo>
                      <a:pt x="208" y="108"/>
                    </a:lnTo>
                    <a:lnTo>
                      <a:pt x="208" y="108"/>
                    </a:lnTo>
                    <a:lnTo>
                      <a:pt x="208" y="102"/>
                    </a:lnTo>
                    <a:lnTo>
                      <a:pt x="208" y="102"/>
                    </a:lnTo>
                    <a:lnTo>
                      <a:pt x="208" y="100"/>
                    </a:lnTo>
                    <a:lnTo>
                      <a:pt x="208" y="100"/>
                    </a:lnTo>
                    <a:lnTo>
                      <a:pt x="210" y="100"/>
                    </a:lnTo>
                    <a:lnTo>
                      <a:pt x="210" y="98"/>
                    </a:lnTo>
                    <a:lnTo>
                      <a:pt x="212" y="94"/>
                    </a:lnTo>
                    <a:lnTo>
                      <a:pt x="212" y="94"/>
                    </a:lnTo>
                    <a:lnTo>
                      <a:pt x="214" y="92"/>
                    </a:lnTo>
                    <a:lnTo>
                      <a:pt x="216" y="92"/>
                    </a:lnTo>
                    <a:lnTo>
                      <a:pt x="222" y="94"/>
                    </a:lnTo>
                    <a:lnTo>
                      <a:pt x="226" y="8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4" name="Freeform 43">
                <a:extLst>
                  <a:ext uri="{FF2B5EF4-FFF2-40B4-BE49-F238E27FC236}">
                    <a16:creationId xmlns:a16="http://schemas.microsoft.com/office/drawing/2014/main" id="{D52559BC-2EEE-404A-A6DA-E6BF03F7DC5E}"/>
                  </a:ext>
                </a:extLst>
              </p:cNvPr>
              <p:cNvSpPr>
                <a:spLocks/>
              </p:cNvSpPr>
              <p:nvPr/>
            </p:nvSpPr>
            <p:spPr bwMode="auto">
              <a:xfrm>
                <a:off x="6329949" y="5128510"/>
                <a:ext cx="422691" cy="436514"/>
              </a:xfrm>
              <a:custGeom>
                <a:avLst/>
                <a:gdLst>
                  <a:gd name="T0" fmla="*/ 34 w 216"/>
                  <a:gd name="T1" fmla="*/ 106 h 218"/>
                  <a:gd name="T2" fmla="*/ 26 w 216"/>
                  <a:gd name="T3" fmla="*/ 114 h 218"/>
                  <a:gd name="T4" fmla="*/ 12 w 216"/>
                  <a:gd name="T5" fmla="*/ 110 h 218"/>
                  <a:gd name="T6" fmla="*/ 12 w 216"/>
                  <a:gd name="T7" fmla="*/ 104 h 218"/>
                  <a:gd name="T8" fmla="*/ 2 w 216"/>
                  <a:gd name="T9" fmla="*/ 110 h 218"/>
                  <a:gd name="T10" fmla="*/ 8 w 216"/>
                  <a:gd name="T11" fmla="*/ 122 h 218"/>
                  <a:gd name="T12" fmla="*/ 8 w 216"/>
                  <a:gd name="T13" fmla="*/ 128 h 218"/>
                  <a:gd name="T14" fmla="*/ 16 w 216"/>
                  <a:gd name="T15" fmla="*/ 148 h 218"/>
                  <a:gd name="T16" fmla="*/ 22 w 216"/>
                  <a:gd name="T17" fmla="*/ 164 h 218"/>
                  <a:gd name="T18" fmla="*/ 16 w 216"/>
                  <a:gd name="T19" fmla="*/ 182 h 218"/>
                  <a:gd name="T20" fmla="*/ 18 w 216"/>
                  <a:gd name="T21" fmla="*/ 188 h 218"/>
                  <a:gd name="T22" fmla="*/ 16 w 216"/>
                  <a:gd name="T23" fmla="*/ 194 h 218"/>
                  <a:gd name="T24" fmla="*/ 20 w 216"/>
                  <a:gd name="T25" fmla="*/ 204 h 218"/>
                  <a:gd name="T26" fmla="*/ 22 w 216"/>
                  <a:gd name="T27" fmla="*/ 212 h 218"/>
                  <a:gd name="T28" fmla="*/ 26 w 216"/>
                  <a:gd name="T29" fmla="*/ 208 h 218"/>
                  <a:gd name="T30" fmla="*/ 30 w 216"/>
                  <a:gd name="T31" fmla="*/ 212 h 218"/>
                  <a:gd name="T32" fmla="*/ 44 w 216"/>
                  <a:gd name="T33" fmla="*/ 218 h 218"/>
                  <a:gd name="T34" fmla="*/ 56 w 216"/>
                  <a:gd name="T35" fmla="*/ 212 h 218"/>
                  <a:gd name="T36" fmla="*/ 72 w 216"/>
                  <a:gd name="T37" fmla="*/ 212 h 218"/>
                  <a:gd name="T38" fmla="*/ 78 w 216"/>
                  <a:gd name="T39" fmla="*/ 206 h 218"/>
                  <a:gd name="T40" fmla="*/ 84 w 216"/>
                  <a:gd name="T41" fmla="*/ 204 h 218"/>
                  <a:gd name="T42" fmla="*/ 96 w 216"/>
                  <a:gd name="T43" fmla="*/ 202 h 218"/>
                  <a:gd name="T44" fmla="*/ 112 w 216"/>
                  <a:gd name="T45" fmla="*/ 206 h 218"/>
                  <a:gd name="T46" fmla="*/ 124 w 216"/>
                  <a:gd name="T47" fmla="*/ 204 h 218"/>
                  <a:gd name="T48" fmla="*/ 130 w 216"/>
                  <a:gd name="T49" fmla="*/ 200 h 218"/>
                  <a:gd name="T50" fmla="*/ 140 w 216"/>
                  <a:gd name="T51" fmla="*/ 196 h 218"/>
                  <a:gd name="T52" fmla="*/ 154 w 216"/>
                  <a:gd name="T53" fmla="*/ 184 h 218"/>
                  <a:gd name="T54" fmla="*/ 160 w 216"/>
                  <a:gd name="T55" fmla="*/ 176 h 218"/>
                  <a:gd name="T56" fmla="*/ 172 w 216"/>
                  <a:gd name="T57" fmla="*/ 166 h 218"/>
                  <a:gd name="T58" fmla="*/ 176 w 216"/>
                  <a:gd name="T59" fmla="*/ 158 h 218"/>
                  <a:gd name="T60" fmla="*/ 186 w 216"/>
                  <a:gd name="T61" fmla="*/ 144 h 218"/>
                  <a:gd name="T62" fmla="*/ 194 w 216"/>
                  <a:gd name="T63" fmla="*/ 132 h 218"/>
                  <a:gd name="T64" fmla="*/ 210 w 216"/>
                  <a:gd name="T65" fmla="*/ 100 h 218"/>
                  <a:gd name="T66" fmla="*/ 206 w 216"/>
                  <a:gd name="T67" fmla="*/ 74 h 218"/>
                  <a:gd name="T68" fmla="*/ 198 w 216"/>
                  <a:gd name="T69" fmla="*/ 80 h 218"/>
                  <a:gd name="T70" fmla="*/ 192 w 216"/>
                  <a:gd name="T71" fmla="*/ 68 h 218"/>
                  <a:gd name="T72" fmla="*/ 196 w 216"/>
                  <a:gd name="T73" fmla="*/ 60 h 218"/>
                  <a:gd name="T74" fmla="*/ 202 w 216"/>
                  <a:gd name="T75" fmla="*/ 58 h 218"/>
                  <a:gd name="T76" fmla="*/ 200 w 216"/>
                  <a:gd name="T77" fmla="*/ 46 h 218"/>
                  <a:gd name="T78" fmla="*/ 200 w 216"/>
                  <a:gd name="T79" fmla="*/ 18 h 218"/>
                  <a:gd name="T80" fmla="*/ 202 w 216"/>
                  <a:gd name="T81" fmla="*/ 4 h 218"/>
                  <a:gd name="T82" fmla="*/ 188 w 216"/>
                  <a:gd name="T83" fmla="*/ 0 h 218"/>
                  <a:gd name="T84" fmla="*/ 178 w 216"/>
                  <a:gd name="T85" fmla="*/ 2 h 218"/>
                  <a:gd name="T86" fmla="*/ 170 w 216"/>
                  <a:gd name="T87" fmla="*/ 4 h 218"/>
                  <a:gd name="T88" fmla="*/ 162 w 216"/>
                  <a:gd name="T89" fmla="*/ 8 h 218"/>
                  <a:gd name="T90" fmla="*/ 148 w 216"/>
                  <a:gd name="T91" fmla="*/ 14 h 218"/>
                  <a:gd name="T92" fmla="*/ 136 w 216"/>
                  <a:gd name="T93" fmla="*/ 24 h 218"/>
                  <a:gd name="T94" fmla="*/ 132 w 216"/>
                  <a:gd name="T95" fmla="*/ 38 h 218"/>
                  <a:gd name="T96" fmla="*/ 124 w 216"/>
                  <a:gd name="T97" fmla="*/ 60 h 218"/>
                  <a:gd name="T98" fmla="*/ 112 w 216"/>
                  <a:gd name="T99" fmla="*/ 60 h 218"/>
                  <a:gd name="T100" fmla="*/ 102 w 216"/>
                  <a:gd name="T101" fmla="*/ 58 h 218"/>
                  <a:gd name="T102" fmla="*/ 92 w 216"/>
                  <a:gd name="T103" fmla="*/ 56 h 218"/>
                  <a:gd name="T104" fmla="*/ 88 w 216"/>
                  <a:gd name="T105" fmla="*/ 64 h 218"/>
                  <a:gd name="T106" fmla="*/ 70 w 216"/>
                  <a:gd name="T107" fmla="*/ 76 h 218"/>
                  <a:gd name="T108" fmla="*/ 58 w 216"/>
                  <a:gd name="T109" fmla="*/ 82 h 218"/>
                  <a:gd name="T110" fmla="*/ 52 w 216"/>
                  <a:gd name="T111" fmla="*/ 74 h 218"/>
                  <a:gd name="T112" fmla="*/ 48 w 216"/>
                  <a:gd name="T113" fmla="*/ 5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6" h="218">
                    <a:moveTo>
                      <a:pt x="42" y="54"/>
                    </a:moveTo>
                    <a:lnTo>
                      <a:pt x="40" y="106"/>
                    </a:lnTo>
                    <a:lnTo>
                      <a:pt x="40" y="106"/>
                    </a:lnTo>
                    <a:lnTo>
                      <a:pt x="38" y="106"/>
                    </a:lnTo>
                    <a:lnTo>
                      <a:pt x="34" y="106"/>
                    </a:lnTo>
                    <a:lnTo>
                      <a:pt x="32" y="108"/>
                    </a:lnTo>
                    <a:lnTo>
                      <a:pt x="32" y="108"/>
                    </a:lnTo>
                    <a:lnTo>
                      <a:pt x="30" y="112"/>
                    </a:lnTo>
                    <a:lnTo>
                      <a:pt x="26" y="114"/>
                    </a:lnTo>
                    <a:lnTo>
                      <a:pt x="26" y="114"/>
                    </a:lnTo>
                    <a:lnTo>
                      <a:pt x="24" y="114"/>
                    </a:lnTo>
                    <a:lnTo>
                      <a:pt x="20" y="114"/>
                    </a:lnTo>
                    <a:lnTo>
                      <a:pt x="20" y="114"/>
                    </a:lnTo>
                    <a:lnTo>
                      <a:pt x="14" y="114"/>
                    </a:lnTo>
                    <a:lnTo>
                      <a:pt x="12" y="110"/>
                    </a:lnTo>
                    <a:lnTo>
                      <a:pt x="12" y="110"/>
                    </a:lnTo>
                    <a:lnTo>
                      <a:pt x="12" y="108"/>
                    </a:lnTo>
                    <a:lnTo>
                      <a:pt x="12" y="106"/>
                    </a:lnTo>
                    <a:lnTo>
                      <a:pt x="12" y="106"/>
                    </a:lnTo>
                    <a:lnTo>
                      <a:pt x="12" y="104"/>
                    </a:lnTo>
                    <a:lnTo>
                      <a:pt x="12" y="104"/>
                    </a:lnTo>
                    <a:lnTo>
                      <a:pt x="8" y="104"/>
                    </a:lnTo>
                    <a:lnTo>
                      <a:pt x="6" y="106"/>
                    </a:lnTo>
                    <a:lnTo>
                      <a:pt x="6" y="106"/>
                    </a:lnTo>
                    <a:lnTo>
                      <a:pt x="2" y="110"/>
                    </a:lnTo>
                    <a:lnTo>
                      <a:pt x="0" y="112"/>
                    </a:lnTo>
                    <a:lnTo>
                      <a:pt x="0" y="112"/>
                    </a:lnTo>
                    <a:lnTo>
                      <a:pt x="4" y="120"/>
                    </a:lnTo>
                    <a:lnTo>
                      <a:pt x="4" y="120"/>
                    </a:lnTo>
                    <a:lnTo>
                      <a:pt x="8" y="122"/>
                    </a:lnTo>
                    <a:lnTo>
                      <a:pt x="8" y="122"/>
                    </a:lnTo>
                    <a:lnTo>
                      <a:pt x="6" y="124"/>
                    </a:lnTo>
                    <a:lnTo>
                      <a:pt x="6" y="126"/>
                    </a:lnTo>
                    <a:lnTo>
                      <a:pt x="8" y="128"/>
                    </a:lnTo>
                    <a:lnTo>
                      <a:pt x="8" y="128"/>
                    </a:lnTo>
                    <a:lnTo>
                      <a:pt x="10" y="136"/>
                    </a:lnTo>
                    <a:lnTo>
                      <a:pt x="10" y="144"/>
                    </a:lnTo>
                    <a:lnTo>
                      <a:pt x="10" y="144"/>
                    </a:lnTo>
                    <a:lnTo>
                      <a:pt x="12" y="146"/>
                    </a:lnTo>
                    <a:lnTo>
                      <a:pt x="16" y="148"/>
                    </a:lnTo>
                    <a:lnTo>
                      <a:pt x="16" y="148"/>
                    </a:lnTo>
                    <a:lnTo>
                      <a:pt x="20" y="160"/>
                    </a:lnTo>
                    <a:lnTo>
                      <a:pt x="20" y="160"/>
                    </a:lnTo>
                    <a:lnTo>
                      <a:pt x="22" y="164"/>
                    </a:lnTo>
                    <a:lnTo>
                      <a:pt x="22" y="164"/>
                    </a:lnTo>
                    <a:lnTo>
                      <a:pt x="22" y="174"/>
                    </a:lnTo>
                    <a:lnTo>
                      <a:pt x="20" y="182"/>
                    </a:lnTo>
                    <a:lnTo>
                      <a:pt x="16" y="180"/>
                    </a:lnTo>
                    <a:lnTo>
                      <a:pt x="16" y="180"/>
                    </a:lnTo>
                    <a:lnTo>
                      <a:pt x="16" y="182"/>
                    </a:lnTo>
                    <a:lnTo>
                      <a:pt x="14" y="182"/>
                    </a:lnTo>
                    <a:lnTo>
                      <a:pt x="14" y="182"/>
                    </a:lnTo>
                    <a:lnTo>
                      <a:pt x="16" y="188"/>
                    </a:lnTo>
                    <a:lnTo>
                      <a:pt x="18" y="188"/>
                    </a:lnTo>
                    <a:lnTo>
                      <a:pt x="18" y="188"/>
                    </a:lnTo>
                    <a:lnTo>
                      <a:pt x="16" y="192"/>
                    </a:lnTo>
                    <a:lnTo>
                      <a:pt x="16" y="192"/>
                    </a:lnTo>
                    <a:lnTo>
                      <a:pt x="16" y="192"/>
                    </a:lnTo>
                    <a:lnTo>
                      <a:pt x="16" y="192"/>
                    </a:lnTo>
                    <a:lnTo>
                      <a:pt x="16" y="194"/>
                    </a:lnTo>
                    <a:lnTo>
                      <a:pt x="16" y="194"/>
                    </a:lnTo>
                    <a:lnTo>
                      <a:pt x="16" y="194"/>
                    </a:lnTo>
                    <a:lnTo>
                      <a:pt x="18" y="196"/>
                    </a:lnTo>
                    <a:lnTo>
                      <a:pt x="20" y="198"/>
                    </a:lnTo>
                    <a:lnTo>
                      <a:pt x="20" y="204"/>
                    </a:lnTo>
                    <a:lnTo>
                      <a:pt x="20" y="204"/>
                    </a:lnTo>
                    <a:lnTo>
                      <a:pt x="18" y="206"/>
                    </a:lnTo>
                    <a:lnTo>
                      <a:pt x="18" y="206"/>
                    </a:lnTo>
                    <a:lnTo>
                      <a:pt x="22" y="212"/>
                    </a:lnTo>
                    <a:lnTo>
                      <a:pt x="22" y="212"/>
                    </a:lnTo>
                    <a:lnTo>
                      <a:pt x="24" y="212"/>
                    </a:lnTo>
                    <a:lnTo>
                      <a:pt x="24" y="212"/>
                    </a:lnTo>
                    <a:lnTo>
                      <a:pt x="24" y="208"/>
                    </a:lnTo>
                    <a:lnTo>
                      <a:pt x="24" y="208"/>
                    </a:lnTo>
                    <a:lnTo>
                      <a:pt x="26" y="208"/>
                    </a:lnTo>
                    <a:lnTo>
                      <a:pt x="28" y="210"/>
                    </a:lnTo>
                    <a:lnTo>
                      <a:pt x="28" y="212"/>
                    </a:lnTo>
                    <a:lnTo>
                      <a:pt x="28" y="212"/>
                    </a:lnTo>
                    <a:lnTo>
                      <a:pt x="30" y="212"/>
                    </a:lnTo>
                    <a:lnTo>
                      <a:pt x="30" y="212"/>
                    </a:lnTo>
                    <a:lnTo>
                      <a:pt x="30" y="212"/>
                    </a:lnTo>
                    <a:lnTo>
                      <a:pt x="34" y="212"/>
                    </a:lnTo>
                    <a:lnTo>
                      <a:pt x="36" y="214"/>
                    </a:lnTo>
                    <a:lnTo>
                      <a:pt x="40" y="216"/>
                    </a:lnTo>
                    <a:lnTo>
                      <a:pt x="44" y="218"/>
                    </a:lnTo>
                    <a:lnTo>
                      <a:pt x="44" y="218"/>
                    </a:lnTo>
                    <a:lnTo>
                      <a:pt x="46" y="216"/>
                    </a:lnTo>
                    <a:lnTo>
                      <a:pt x="46" y="216"/>
                    </a:lnTo>
                    <a:lnTo>
                      <a:pt x="56" y="212"/>
                    </a:lnTo>
                    <a:lnTo>
                      <a:pt x="56" y="212"/>
                    </a:lnTo>
                    <a:lnTo>
                      <a:pt x="56" y="208"/>
                    </a:lnTo>
                    <a:lnTo>
                      <a:pt x="56" y="208"/>
                    </a:lnTo>
                    <a:lnTo>
                      <a:pt x="64" y="208"/>
                    </a:lnTo>
                    <a:lnTo>
                      <a:pt x="72" y="212"/>
                    </a:lnTo>
                    <a:lnTo>
                      <a:pt x="72" y="212"/>
                    </a:lnTo>
                    <a:lnTo>
                      <a:pt x="74" y="210"/>
                    </a:lnTo>
                    <a:lnTo>
                      <a:pt x="76" y="206"/>
                    </a:lnTo>
                    <a:lnTo>
                      <a:pt x="76" y="206"/>
                    </a:lnTo>
                    <a:lnTo>
                      <a:pt x="76" y="206"/>
                    </a:lnTo>
                    <a:lnTo>
                      <a:pt x="78" y="206"/>
                    </a:lnTo>
                    <a:lnTo>
                      <a:pt x="80" y="206"/>
                    </a:lnTo>
                    <a:lnTo>
                      <a:pt x="80" y="206"/>
                    </a:lnTo>
                    <a:lnTo>
                      <a:pt x="82" y="204"/>
                    </a:lnTo>
                    <a:lnTo>
                      <a:pt x="84" y="204"/>
                    </a:lnTo>
                    <a:lnTo>
                      <a:pt x="84" y="204"/>
                    </a:lnTo>
                    <a:lnTo>
                      <a:pt x="90" y="206"/>
                    </a:lnTo>
                    <a:lnTo>
                      <a:pt x="90" y="206"/>
                    </a:lnTo>
                    <a:lnTo>
                      <a:pt x="92" y="204"/>
                    </a:lnTo>
                    <a:lnTo>
                      <a:pt x="94" y="204"/>
                    </a:lnTo>
                    <a:lnTo>
                      <a:pt x="96" y="202"/>
                    </a:lnTo>
                    <a:lnTo>
                      <a:pt x="96" y="202"/>
                    </a:lnTo>
                    <a:lnTo>
                      <a:pt x="102" y="206"/>
                    </a:lnTo>
                    <a:lnTo>
                      <a:pt x="106" y="206"/>
                    </a:lnTo>
                    <a:lnTo>
                      <a:pt x="112" y="206"/>
                    </a:lnTo>
                    <a:lnTo>
                      <a:pt x="112" y="206"/>
                    </a:lnTo>
                    <a:lnTo>
                      <a:pt x="114" y="204"/>
                    </a:lnTo>
                    <a:lnTo>
                      <a:pt x="114" y="204"/>
                    </a:lnTo>
                    <a:lnTo>
                      <a:pt x="118" y="204"/>
                    </a:lnTo>
                    <a:lnTo>
                      <a:pt x="124" y="204"/>
                    </a:lnTo>
                    <a:lnTo>
                      <a:pt x="124" y="204"/>
                    </a:lnTo>
                    <a:lnTo>
                      <a:pt x="124" y="200"/>
                    </a:lnTo>
                    <a:lnTo>
                      <a:pt x="126" y="198"/>
                    </a:lnTo>
                    <a:lnTo>
                      <a:pt x="126" y="198"/>
                    </a:lnTo>
                    <a:lnTo>
                      <a:pt x="128" y="198"/>
                    </a:lnTo>
                    <a:lnTo>
                      <a:pt x="130" y="200"/>
                    </a:lnTo>
                    <a:lnTo>
                      <a:pt x="130" y="200"/>
                    </a:lnTo>
                    <a:lnTo>
                      <a:pt x="134" y="200"/>
                    </a:lnTo>
                    <a:lnTo>
                      <a:pt x="136" y="198"/>
                    </a:lnTo>
                    <a:lnTo>
                      <a:pt x="140" y="196"/>
                    </a:lnTo>
                    <a:lnTo>
                      <a:pt x="140" y="196"/>
                    </a:lnTo>
                    <a:lnTo>
                      <a:pt x="144" y="196"/>
                    </a:lnTo>
                    <a:lnTo>
                      <a:pt x="144" y="196"/>
                    </a:lnTo>
                    <a:lnTo>
                      <a:pt x="152" y="188"/>
                    </a:lnTo>
                    <a:lnTo>
                      <a:pt x="152" y="188"/>
                    </a:lnTo>
                    <a:lnTo>
                      <a:pt x="154" y="184"/>
                    </a:lnTo>
                    <a:lnTo>
                      <a:pt x="156" y="184"/>
                    </a:lnTo>
                    <a:lnTo>
                      <a:pt x="156" y="184"/>
                    </a:lnTo>
                    <a:lnTo>
                      <a:pt x="158" y="180"/>
                    </a:lnTo>
                    <a:lnTo>
                      <a:pt x="160" y="176"/>
                    </a:lnTo>
                    <a:lnTo>
                      <a:pt x="160" y="176"/>
                    </a:lnTo>
                    <a:lnTo>
                      <a:pt x="164" y="174"/>
                    </a:lnTo>
                    <a:lnTo>
                      <a:pt x="164" y="174"/>
                    </a:lnTo>
                    <a:lnTo>
                      <a:pt x="170" y="166"/>
                    </a:lnTo>
                    <a:lnTo>
                      <a:pt x="170" y="166"/>
                    </a:lnTo>
                    <a:lnTo>
                      <a:pt x="172" y="166"/>
                    </a:lnTo>
                    <a:lnTo>
                      <a:pt x="176" y="164"/>
                    </a:lnTo>
                    <a:lnTo>
                      <a:pt x="176" y="164"/>
                    </a:lnTo>
                    <a:lnTo>
                      <a:pt x="176" y="160"/>
                    </a:lnTo>
                    <a:lnTo>
                      <a:pt x="176" y="158"/>
                    </a:lnTo>
                    <a:lnTo>
                      <a:pt x="176" y="158"/>
                    </a:lnTo>
                    <a:lnTo>
                      <a:pt x="184" y="154"/>
                    </a:lnTo>
                    <a:lnTo>
                      <a:pt x="184" y="154"/>
                    </a:lnTo>
                    <a:lnTo>
                      <a:pt x="184" y="148"/>
                    </a:lnTo>
                    <a:lnTo>
                      <a:pt x="186" y="144"/>
                    </a:lnTo>
                    <a:lnTo>
                      <a:pt x="186" y="144"/>
                    </a:lnTo>
                    <a:lnTo>
                      <a:pt x="190" y="142"/>
                    </a:lnTo>
                    <a:lnTo>
                      <a:pt x="190" y="142"/>
                    </a:lnTo>
                    <a:lnTo>
                      <a:pt x="192" y="138"/>
                    </a:lnTo>
                    <a:lnTo>
                      <a:pt x="194" y="132"/>
                    </a:lnTo>
                    <a:lnTo>
                      <a:pt x="194" y="132"/>
                    </a:lnTo>
                    <a:lnTo>
                      <a:pt x="196" y="126"/>
                    </a:lnTo>
                    <a:lnTo>
                      <a:pt x="202" y="122"/>
                    </a:lnTo>
                    <a:lnTo>
                      <a:pt x="212" y="116"/>
                    </a:lnTo>
                    <a:lnTo>
                      <a:pt x="212" y="116"/>
                    </a:lnTo>
                    <a:lnTo>
                      <a:pt x="210" y="100"/>
                    </a:lnTo>
                    <a:lnTo>
                      <a:pt x="210" y="100"/>
                    </a:lnTo>
                    <a:lnTo>
                      <a:pt x="214" y="100"/>
                    </a:lnTo>
                    <a:lnTo>
                      <a:pt x="214" y="100"/>
                    </a:lnTo>
                    <a:lnTo>
                      <a:pt x="216" y="76"/>
                    </a:lnTo>
                    <a:lnTo>
                      <a:pt x="206" y="74"/>
                    </a:lnTo>
                    <a:lnTo>
                      <a:pt x="208" y="84"/>
                    </a:lnTo>
                    <a:lnTo>
                      <a:pt x="208" y="84"/>
                    </a:lnTo>
                    <a:lnTo>
                      <a:pt x="204" y="82"/>
                    </a:lnTo>
                    <a:lnTo>
                      <a:pt x="198" y="80"/>
                    </a:lnTo>
                    <a:lnTo>
                      <a:pt x="198" y="80"/>
                    </a:lnTo>
                    <a:lnTo>
                      <a:pt x="194" y="78"/>
                    </a:lnTo>
                    <a:lnTo>
                      <a:pt x="192" y="76"/>
                    </a:lnTo>
                    <a:lnTo>
                      <a:pt x="192" y="76"/>
                    </a:lnTo>
                    <a:lnTo>
                      <a:pt x="192" y="72"/>
                    </a:lnTo>
                    <a:lnTo>
                      <a:pt x="192" y="68"/>
                    </a:lnTo>
                    <a:lnTo>
                      <a:pt x="192" y="68"/>
                    </a:lnTo>
                    <a:lnTo>
                      <a:pt x="194" y="62"/>
                    </a:lnTo>
                    <a:lnTo>
                      <a:pt x="194" y="60"/>
                    </a:lnTo>
                    <a:lnTo>
                      <a:pt x="196" y="60"/>
                    </a:lnTo>
                    <a:lnTo>
                      <a:pt x="196" y="60"/>
                    </a:lnTo>
                    <a:lnTo>
                      <a:pt x="198" y="62"/>
                    </a:lnTo>
                    <a:lnTo>
                      <a:pt x="200" y="60"/>
                    </a:lnTo>
                    <a:lnTo>
                      <a:pt x="202" y="60"/>
                    </a:lnTo>
                    <a:lnTo>
                      <a:pt x="202" y="60"/>
                    </a:lnTo>
                    <a:lnTo>
                      <a:pt x="202" y="58"/>
                    </a:lnTo>
                    <a:lnTo>
                      <a:pt x="200" y="54"/>
                    </a:lnTo>
                    <a:lnTo>
                      <a:pt x="200" y="54"/>
                    </a:lnTo>
                    <a:lnTo>
                      <a:pt x="200" y="50"/>
                    </a:lnTo>
                    <a:lnTo>
                      <a:pt x="200" y="46"/>
                    </a:lnTo>
                    <a:lnTo>
                      <a:pt x="200" y="46"/>
                    </a:lnTo>
                    <a:lnTo>
                      <a:pt x="202" y="40"/>
                    </a:lnTo>
                    <a:lnTo>
                      <a:pt x="202" y="32"/>
                    </a:lnTo>
                    <a:lnTo>
                      <a:pt x="202" y="32"/>
                    </a:lnTo>
                    <a:lnTo>
                      <a:pt x="200" y="24"/>
                    </a:lnTo>
                    <a:lnTo>
                      <a:pt x="200" y="18"/>
                    </a:lnTo>
                    <a:lnTo>
                      <a:pt x="200" y="18"/>
                    </a:lnTo>
                    <a:lnTo>
                      <a:pt x="202" y="14"/>
                    </a:lnTo>
                    <a:lnTo>
                      <a:pt x="202" y="10"/>
                    </a:lnTo>
                    <a:lnTo>
                      <a:pt x="202" y="4"/>
                    </a:lnTo>
                    <a:lnTo>
                      <a:pt x="202" y="4"/>
                    </a:lnTo>
                    <a:lnTo>
                      <a:pt x="200" y="2"/>
                    </a:lnTo>
                    <a:lnTo>
                      <a:pt x="194" y="2"/>
                    </a:lnTo>
                    <a:lnTo>
                      <a:pt x="194" y="2"/>
                    </a:lnTo>
                    <a:lnTo>
                      <a:pt x="190" y="0"/>
                    </a:lnTo>
                    <a:lnTo>
                      <a:pt x="188" y="0"/>
                    </a:lnTo>
                    <a:lnTo>
                      <a:pt x="188" y="0"/>
                    </a:lnTo>
                    <a:lnTo>
                      <a:pt x="186" y="0"/>
                    </a:lnTo>
                    <a:lnTo>
                      <a:pt x="180" y="0"/>
                    </a:lnTo>
                    <a:lnTo>
                      <a:pt x="180" y="0"/>
                    </a:lnTo>
                    <a:lnTo>
                      <a:pt x="178" y="2"/>
                    </a:lnTo>
                    <a:lnTo>
                      <a:pt x="176" y="0"/>
                    </a:lnTo>
                    <a:lnTo>
                      <a:pt x="174" y="0"/>
                    </a:lnTo>
                    <a:lnTo>
                      <a:pt x="174" y="0"/>
                    </a:lnTo>
                    <a:lnTo>
                      <a:pt x="172" y="2"/>
                    </a:lnTo>
                    <a:lnTo>
                      <a:pt x="170" y="4"/>
                    </a:lnTo>
                    <a:lnTo>
                      <a:pt x="166" y="6"/>
                    </a:lnTo>
                    <a:lnTo>
                      <a:pt x="166" y="6"/>
                    </a:lnTo>
                    <a:lnTo>
                      <a:pt x="164" y="6"/>
                    </a:lnTo>
                    <a:lnTo>
                      <a:pt x="162" y="6"/>
                    </a:lnTo>
                    <a:lnTo>
                      <a:pt x="162" y="8"/>
                    </a:lnTo>
                    <a:lnTo>
                      <a:pt x="160" y="8"/>
                    </a:lnTo>
                    <a:lnTo>
                      <a:pt x="160" y="8"/>
                    </a:lnTo>
                    <a:lnTo>
                      <a:pt x="154" y="12"/>
                    </a:lnTo>
                    <a:lnTo>
                      <a:pt x="148" y="14"/>
                    </a:lnTo>
                    <a:lnTo>
                      <a:pt x="148" y="14"/>
                    </a:lnTo>
                    <a:lnTo>
                      <a:pt x="144" y="16"/>
                    </a:lnTo>
                    <a:lnTo>
                      <a:pt x="142" y="18"/>
                    </a:lnTo>
                    <a:lnTo>
                      <a:pt x="140" y="22"/>
                    </a:lnTo>
                    <a:lnTo>
                      <a:pt x="136" y="24"/>
                    </a:lnTo>
                    <a:lnTo>
                      <a:pt x="136" y="24"/>
                    </a:lnTo>
                    <a:lnTo>
                      <a:pt x="134" y="26"/>
                    </a:lnTo>
                    <a:lnTo>
                      <a:pt x="134" y="32"/>
                    </a:lnTo>
                    <a:lnTo>
                      <a:pt x="132" y="36"/>
                    </a:lnTo>
                    <a:lnTo>
                      <a:pt x="132" y="38"/>
                    </a:lnTo>
                    <a:lnTo>
                      <a:pt x="132" y="38"/>
                    </a:lnTo>
                    <a:lnTo>
                      <a:pt x="126" y="40"/>
                    </a:lnTo>
                    <a:lnTo>
                      <a:pt x="124" y="40"/>
                    </a:lnTo>
                    <a:lnTo>
                      <a:pt x="124" y="40"/>
                    </a:lnTo>
                    <a:lnTo>
                      <a:pt x="124" y="60"/>
                    </a:lnTo>
                    <a:lnTo>
                      <a:pt x="124" y="60"/>
                    </a:lnTo>
                    <a:lnTo>
                      <a:pt x="122" y="62"/>
                    </a:lnTo>
                    <a:lnTo>
                      <a:pt x="120" y="62"/>
                    </a:lnTo>
                    <a:lnTo>
                      <a:pt x="116" y="60"/>
                    </a:lnTo>
                    <a:lnTo>
                      <a:pt x="116" y="60"/>
                    </a:lnTo>
                    <a:lnTo>
                      <a:pt x="112" y="60"/>
                    </a:lnTo>
                    <a:lnTo>
                      <a:pt x="108" y="60"/>
                    </a:lnTo>
                    <a:lnTo>
                      <a:pt x="106" y="60"/>
                    </a:lnTo>
                    <a:lnTo>
                      <a:pt x="106" y="60"/>
                    </a:lnTo>
                    <a:lnTo>
                      <a:pt x="104" y="58"/>
                    </a:lnTo>
                    <a:lnTo>
                      <a:pt x="102" y="58"/>
                    </a:lnTo>
                    <a:lnTo>
                      <a:pt x="100" y="60"/>
                    </a:lnTo>
                    <a:lnTo>
                      <a:pt x="98" y="60"/>
                    </a:lnTo>
                    <a:lnTo>
                      <a:pt x="98" y="60"/>
                    </a:lnTo>
                    <a:lnTo>
                      <a:pt x="96" y="56"/>
                    </a:lnTo>
                    <a:lnTo>
                      <a:pt x="92" y="56"/>
                    </a:lnTo>
                    <a:lnTo>
                      <a:pt x="92" y="56"/>
                    </a:lnTo>
                    <a:lnTo>
                      <a:pt x="90" y="58"/>
                    </a:lnTo>
                    <a:lnTo>
                      <a:pt x="88" y="60"/>
                    </a:lnTo>
                    <a:lnTo>
                      <a:pt x="88" y="64"/>
                    </a:lnTo>
                    <a:lnTo>
                      <a:pt x="88" y="64"/>
                    </a:lnTo>
                    <a:lnTo>
                      <a:pt x="86" y="66"/>
                    </a:lnTo>
                    <a:lnTo>
                      <a:pt x="82" y="70"/>
                    </a:lnTo>
                    <a:lnTo>
                      <a:pt x="74" y="74"/>
                    </a:lnTo>
                    <a:lnTo>
                      <a:pt x="74" y="74"/>
                    </a:lnTo>
                    <a:lnTo>
                      <a:pt x="70" y="76"/>
                    </a:lnTo>
                    <a:lnTo>
                      <a:pt x="62" y="80"/>
                    </a:lnTo>
                    <a:lnTo>
                      <a:pt x="62" y="80"/>
                    </a:lnTo>
                    <a:lnTo>
                      <a:pt x="60" y="80"/>
                    </a:lnTo>
                    <a:lnTo>
                      <a:pt x="58" y="82"/>
                    </a:lnTo>
                    <a:lnTo>
                      <a:pt x="58" y="82"/>
                    </a:lnTo>
                    <a:lnTo>
                      <a:pt x="56" y="82"/>
                    </a:lnTo>
                    <a:lnTo>
                      <a:pt x="56" y="82"/>
                    </a:lnTo>
                    <a:lnTo>
                      <a:pt x="54" y="82"/>
                    </a:lnTo>
                    <a:lnTo>
                      <a:pt x="52" y="80"/>
                    </a:lnTo>
                    <a:lnTo>
                      <a:pt x="52" y="74"/>
                    </a:lnTo>
                    <a:lnTo>
                      <a:pt x="52" y="74"/>
                    </a:lnTo>
                    <a:lnTo>
                      <a:pt x="54" y="70"/>
                    </a:lnTo>
                    <a:lnTo>
                      <a:pt x="52" y="62"/>
                    </a:lnTo>
                    <a:lnTo>
                      <a:pt x="52" y="62"/>
                    </a:lnTo>
                    <a:lnTo>
                      <a:pt x="48" y="58"/>
                    </a:lnTo>
                    <a:lnTo>
                      <a:pt x="46" y="56"/>
                    </a:lnTo>
                    <a:lnTo>
                      <a:pt x="42" y="54"/>
                    </a:lnTo>
                    <a:lnTo>
                      <a:pt x="42" y="5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5" name="Freeform 45">
                <a:extLst>
                  <a:ext uri="{FF2B5EF4-FFF2-40B4-BE49-F238E27FC236}">
                    <a16:creationId xmlns:a16="http://schemas.microsoft.com/office/drawing/2014/main" id="{5A2C1075-6234-B942-B311-5F65D25F7199}"/>
                  </a:ext>
                </a:extLst>
              </p:cNvPr>
              <p:cNvSpPr>
                <a:spLocks/>
              </p:cNvSpPr>
              <p:nvPr/>
            </p:nvSpPr>
            <p:spPr bwMode="auto">
              <a:xfrm>
                <a:off x="6987467" y="3995178"/>
                <a:ext cx="254398" cy="416490"/>
              </a:xfrm>
              <a:custGeom>
                <a:avLst/>
                <a:gdLst>
                  <a:gd name="T0" fmla="*/ 14 w 130"/>
                  <a:gd name="T1" fmla="*/ 202 h 208"/>
                  <a:gd name="T2" fmla="*/ 14 w 130"/>
                  <a:gd name="T3" fmla="*/ 200 h 208"/>
                  <a:gd name="T4" fmla="*/ 18 w 130"/>
                  <a:gd name="T5" fmla="*/ 196 h 208"/>
                  <a:gd name="T6" fmla="*/ 24 w 130"/>
                  <a:gd name="T7" fmla="*/ 188 h 208"/>
                  <a:gd name="T8" fmla="*/ 26 w 130"/>
                  <a:gd name="T9" fmla="*/ 184 h 208"/>
                  <a:gd name="T10" fmla="*/ 38 w 130"/>
                  <a:gd name="T11" fmla="*/ 172 h 208"/>
                  <a:gd name="T12" fmla="*/ 54 w 130"/>
                  <a:gd name="T13" fmla="*/ 164 h 208"/>
                  <a:gd name="T14" fmla="*/ 54 w 130"/>
                  <a:gd name="T15" fmla="*/ 160 h 208"/>
                  <a:gd name="T16" fmla="*/ 68 w 130"/>
                  <a:gd name="T17" fmla="*/ 148 h 208"/>
                  <a:gd name="T18" fmla="*/ 68 w 130"/>
                  <a:gd name="T19" fmla="*/ 144 h 208"/>
                  <a:gd name="T20" fmla="*/ 72 w 130"/>
                  <a:gd name="T21" fmla="*/ 144 h 208"/>
                  <a:gd name="T22" fmla="*/ 78 w 130"/>
                  <a:gd name="T23" fmla="*/ 134 h 208"/>
                  <a:gd name="T24" fmla="*/ 80 w 130"/>
                  <a:gd name="T25" fmla="*/ 130 h 208"/>
                  <a:gd name="T26" fmla="*/ 88 w 130"/>
                  <a:gd name="T27" fmla="*/ 126 h 208"/>
                  <a:gd name="T28" fmla="*/ 92 w 130"/>
                  <a:gd name="T29" fmla="*/ 112 h 208"/>
                  <a:gd name="T30" fmla="*/ 96 w 130"/>
                  <a:gd name="T31" fmla="*/ 106 h 208"/>
                  <a:gd name="T32" fmla="*/ 98 w 130"/>
                  <a:gd name="T33" fmla="*/ 98 h 208"/>
                  <a:gd name="T34" fmla="*/ 102 w 130"/>
                  <a:gd name="T35" fmla="*/ 88 h 208"/>
                  <a:gd name="T36" fmla="*/ 106 w 130"/>
                  <a:gd name="T37" fmla="*/ 78 h 208"/>
                  <a:gd name="T38" fmla="*/ 110 w 130"/>
                  <a:gd name="T39" fmla="*/ 68 h 208"/>
                  <a:gd name="T40" fmla="*/ 112 w 130"/>
                  <a:gd name="T41" fmla="*/ 62 h 208"/>
                  <a:gd name="T42" fmla="*/ 120 w 130"/>
                  <a:gd name="T43" fmla="*/ 48 h 208"/>
                  <a:gd name="T44" fmla="*/ 122 w 130"/>
                  <a:gd name="T45" fmla="*/ 42 h 208"/>
                  <a:gd name="T46" fmla="*/ 126 w 130"/>
                  <a:gd name="T47" fmla="*/ 26 h 208"/>
                  <a:gd name="T48" fmla="*/ 130 w 130"/>
                  <a:gd name="T49" fmla="*/ 2 h 208"/>
                  <a:gd name="T50" fmla="*/ 124 w 130"/>
                  <a:gd name="T51" fmla="*/ 0 h 208"/>
                  <a:gd name="T52" fmla="*/ 122 w 130"/>
                  <a:gd name="T53" fmla="*/ 2 h 208"/>
                  <a:gd name="T54" fmla="*/ 100 w 130"/>
                  <a:gd name="T55" fmla="*/ 8 h 208"/>
                  <a:gd name="T56" fmla="*/ 90 w 130"/>
                  <a:gd name="T57" fmla="*/ 10 h 208"/>
                  <a:gd name="T58" fmla="*/ 80 w 130"/>
                  <a:gd name="T59" fmla="*/ 12 h 208"/>
                  <a:gd name="T60" fmla="*/ 78 w 130"/>
                  <a:gd name="T61" fmla="*/ 16 h 208"/>
                  <a:gd name="T62" fmla="*/ 68 w 130"/>
                  <a:gd name="T63" fmla="*/ 20 h 208"/>
                  <a:gd name="T64" fmla="*/ 62 w 130"/>
                  <a:gd name="T65" fmla="*/ 16 h 208"/>
                  <a:gd name="T66" fmla="*/ 50 w 130"/>
                  <a:gd name="T67" fmla="*/ 18 h 208"/>
                  <a:gd name="T68" fmla="*/ 38 w 130"/>
                  <a:gd name="T69" fmla="*/ 18 h 208"/>
                  <a:gd name="T70" fmla="*/ 30 w 130"/>
                  <a:gd name="T71" fmla="*/ 14 h 208"/>
                  <a:gd name="T72" fmla="*/ 14 w 130"/>
                  <a:gd name="T73" fmla="*/ 20 h 208"/>
                  <a:gd name="T74" fmla="*/ 20 w 130"/>
                  <a:gd name="T75" fmla="*/ 26 h 208"/>
                  <a:gd name="T76" fmla="*/ 24 w 130"/>
                  <a:gd name="T77" fmla="*/ 34 h 208"/>
                  <a:gd name="T78" fmla="*/ 34 w 130"/>
                  <a:gd name="T79" fmla="*/ 42 h 208"/>
                  <a:gd name="T80" fmla="*/ 52 w 130"/>
                  <a:gd name="T81" fmla="*/ 112 h 208"/>
                  <a:gd name="T82" fmla="*/ 18 w 130"/>
                  <a:gd name="T83" fmla="*/ 116 h 208"/>
                  <a:gd name="T84" fmla="*/ 0 w 130"/>
                  <a:gd name="T85" fmla="*/ 142 h 208"/>
                  <a:gd name="T86" fmla="*/ 12 w 130"/>
                  <a:gd name="T87" fmla="*/ 20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0" h="208">
                    <a:moveTo>
                      <a:pt x="12" y="208"/>
                    </a:moveTo>
                    <a:lnTo>
                      <a:pt x="12" y="208"/>
                    </a:lnTo>
                    <a:lnTo>
                      <a:pt x="14" y="202"/>
                    </a:lnTo>
                    <a:lnTo>
                      <a:pt x="14" y="202"/>
                    </a:lnTo>
                    <a:lnTo>
                      <a:pt x="14" y="202"/>
                    </a:lnTo>
                    <a:lnTo>
                      <a:pt x="14" y="200"/>
                    </a:lnTo>
                    <a:lnTo>
                      <a:pt x="14" y="200"/>
                    </a:lnTo>
                    <a:lnTo>
                      <a:pt x="18" y="196"/>
                    </a:lnTo>
                    <a:lnTo>
                      <a:pt x="18" y="196"/>
                    </a:lnTo>
                    <a:lnTo>
                      <a:pt x="18" y="192"/>
                    </a:lnTo>
                    <a:lnTo>
                      <a:pt x="18" y="192"/>
                    </a:lnTo>
                    <a:lnTo>
                      <a:pt x="24" y="188"/>
                    </a:lnTo>
                    <a:lnTo>
                      <a:pt x="24" y="188"/>
                    </a:lnTo>
                    <a:lnTo>
                      <a:pt x="26" y="184"/>
                    </a:lnTo>
                    <a:lnTo>
                      <a:pt x="26" y="184"/>
                    </a:lnTo>
                    <a:lnTo>
                      <a:pt x="32" y="180"/>
                    </a:lnTo>
                    <a:lnTo>
                      <a:pt x="32" y="180"/>
                    </a:lnTo>
                    <a:lnTo>
                      <a:pt x="38" y="172"/>
                    </a:lnTo>
                    <a:lnTo>
                      <a:pt x="38" y="172"/>
                    </a:lnTo>
                    <a:lnTo>
                      <a:pt x="46" y="168"/>
                    </a:lnTo>
                    <a:lnTo>
                      <a:pt x="54" y="164"/>
                    </a:lnTo>
                    <a:lnTo>
                      <a:pt x="54" y="164"/>
                    </a:lnTo>
                    <a:lnTo>
                      <a:pt x="54" y="160"/>
                    </a:lnTo>
                    <a:lnTo>
                      <a:pt x="54" y="160"/>
                    </a:lnTo>
                    <a:lnTo>
                      <a:pt x="62" y="154"/>
                    </a:lnTo>
                    <a:lnTo>
                      <a:pt x="64" y="150"/>
                    </a:lnTo>
                    <a:lnTo>
                      <a:pt x="68" y="148"/>
                    </a:lnTo>
                    <a:lnTo>
                      <a:pt x="68" y="148"/>
                    </a:lnTo>
                    <a:lnTo>
                      <a:pt x="68" y="146"/>
                    </a:lnTo>
                    <a:lnTo>
                      <a:pt x="68" y="144"/>
                    </a:lnTo>
                    <a:lnTo>
                      <a:pt x="68" y="144"/>
                    </a:lnTo>
                    <a:lnTo>
                      <a:pt x="72" y="144"/>
                    </a:lnTo>
                    <a:lnTo>
                      <a:pt x="72" y="144"/>
                    </a:lnTo>
                    <a:lnTo>
                      <a:pt x="78" y="138"/>
                    </a:lnTo>
                    <a:lnTo>
                      <a:pt x="78" y="138"/>
                    </a:lnTo>
                    <a:lnTo>
                      <a:pt x="78" y="134"/>
                    </a:lnTo>
                    <a:lnTo>
                      <a:pt x="78" y="130"/>
                    </a:lnTo>
                    <a:lnTo>
                      <a:pt x="80" y="130"/>
                    </a:lnTo>
                    <a:lnTo>
                      <a:pt x="80" y="130"/>
                    </a:lnTo>
                    <a:lnTo>
                      <a:pt x="84" y="128"/>
                    </a:lnTo>
                    <a:lnTo>
                      <a:pt x="88" y="126"/>
                    </a:lnTo>
                    <a:lnTo>
                      <a:pt x="88" y="126"/>
                    </a:lnTo>
                    <a:lnTo>
                      <a:pt x="88" y="120"/>
                    </a:lnTo>
                    <a:lnTo>
                      <a:pt x="92" y="112"/>
                    </a:lnTo>
                    <a:lnTo>
                      <a:pt x="92" y="112"/>
                    </a:lnTo>
                    <a:lnTo>
                      <a:pt x="96" y="110"/>
                    </a:lnTo>
                    <a:lnTo>
                      <a:pt x="96" y="110"/>
                    </a:lnTo>
                    <a:lnTo>
                      <a:pt x="96" y="106"/>
                    </a:lnTo>
                    <a:lnTo>
                      <a:pt x="96" y="102"/>
                    </a:lnTo>
                    <a:lnTo>
                      <a:pt x="96" y="102"/>
                    </a:lnTo>
                    <a:lnTo>
                      <a:pt x="98" y="98"/>
                    </a:lnTo>
                    <a:lnTo>
                      <a:pt x="102" y="94"/>
                    </a:lnTo>
                    <a:lnTo>
                      <a:pt x="102" y="94"/>
                    </a:lnTo>
                    <a:lnTo>
                      <a:pt x="102" y="88"/>
                    </a:lnTo>
                    <a:lnTo>
                      <a:pt x="102" y="88"/>
                    </a:lnTo>
                    <a:lnTo>
                      <a:pt x="106" y="78"/>
                    </a:lnTo>
                    <a:lnTo>
                      <a:pt x="106" y="78"/>
                    </a:lnTo>
                    <a:lnTo>
                      <a:pt x="108" y="68"/>
                    </a:lnTo>
                    <a:lnTo>
                      <a:pt x="110" y="68"/>
                    </a:lnTo>
                    <a:lnTo>
                      <a:pt x="110" y="68"/>
                    </a:lnTo>
                    <a:lnTo>
                      <a:pt x="110" y="64"/>
                    </a:lnTo>
                    <a:lnTo>
                      <a:pt x="112" y="62"/>
                    </a:lnTo>
                    <a:lnTo>
                      <a:pt x="112" y="62"/>
                    </a:lnTo>
                    <a:lnTo>
                      <a:pt x="120" y="52"/>
                    </a:lnTo>
                    <a:lnTo>
                      <a:pt x="120" y="52"/>
                    </a:lnTo>
                    <a:lnTo>
                      <a:pt x="120" y="48"/>
                    </a:lnTo>
                    <a:lnTo>
                      <a:pt x="120" y="44"/>
                    </a:lnTo>
                    <a:lnTo>
                      <a:pt x="122" y="42"/>
                    </a:lnTo>
                    <a:lnTo>
                      <a:pt x="122" y="42"/>
                    </a:lnTo>
                    <a:lnTo>
                      <a:pt x="122" y="38"/>
                    </a:lnTo>
                    <a:lnTo>
                      <a:pt x="122" y="38"/>
                    </a:lnTo>
                    <a:lnTo>
                      <a:pt x="126" y="26"/>
                    </a:lnTo>
                    <a:lnTo>
                      <a:pt x="126" y="26"/>
                    </a:lnTo>
                    <a:lnTo>
                      <a:pt x="128" y="14"/>
                    </a:lnTo>
                    <a:lnTo>
                      <a:pt x="130" y="2"/>
                    </a:lnTo>
                    <a:lnTo>
                      <a:pt x="130" y="2"/>
                    </a:lnTo>
                    <a:lnTo>
                      <a:pt x="126" y="0"/>
                    </a:lnTo>
                    <a:lnTo>
                      <a:pt x="124" y="0"/>
                    </a:lnTo>
                    <a:lnTo>
                      <a:pt x="124" y="0"/>
                    </a:lnTo>
                    <a:lnTo>
                      <a:pt x="122" y="2"/>
                    </a:lnTo>
                    <a:lnTo>
                      <a:pt x="122" y="2"/>
                    </a:lnTo>
                    <a:lnTo>
                      <a:pt x="108" y="8"/>
                    </a:lnTo>
                    <a:lnTo>
                      <a:pt x="108" y="8"/>
                    </a:lnTo>
                    <a:lnTo>
                      <a:pt x="100" y="8"/>
                    </a:lnTo>
                    <a:lnTo>
                      <a:pt x="94" y="8"/>
                    </a:lnTo>
                    <a:lnTo>
                      <a:pt x="94" y="8"/>
                    </a:lnTo>
                    <a:lnTo>
                      <a:pt x="90" y="10"/>
                    </a:lnTo>
                    <a:lnTo>
                      <a:pt x="90" y="10"/>
                    </a:lnTo>
                    <a:lnTo>
                      <a:pt x="84" y="12"/>
                    </a:lnTo>
                    <a:lnTo>
                      <a:pt x="80" y="12"/>
                    </a:lnTo>
                    <a:lnTo>
                      <a:pt x="80" y="12"/>
                    </a:lnTo>
                    <a:lnTo>
                      <a:pt x="78" y="16"/>
                    </a:lnTo>
                    <a:lnTo>
                      <a:pt x="78" y="16"/>
                    </a:lnTo>
                    <a:lnTo>
                      <a:pt x="70" y="18"/>
                    </a:lnTo>
                    <a:lnTo>
                      <a:pt x="68" y="20"/>
                    </a:lnTo>
                    <a:lnTo>
                      <a:pt x="68" y="20"/>
                    </a:lnTo>
                    <a:lnTo>
                      <a:pt x="66" y="20"/>
                    </a:lnTo>
                    <a:lnTo>
                      <a:pt x="64" y="18"/>
                    </a:lnTo>
                    <a:lnTo>
                      <a:pt x="62" y="16"/>
                    </a:lnTo>
                    <a:lnTo>
                      <a:pt x="62" y="16"/>
                    </a:lnTo>
                    <a:lnTo>
                      <a:pt x="56" y="16"/>
                    </a:lnTo>
                    <a:lnTo>
                      <a:pt x="50" y="18"/>
                    </a:lnTo>
                    <a:lnTo>
                      <a:pt x="38" y="20"/>
                    </a:lnTo>
                    <a:lnTo>
                      <a:pt x="38" y="20"/>
                    </a:lnTo>
                    <a:lnTo>
                      <a:pt x="38" y="18"/>
                    </a:lnTo>
                    <a:lnTo>
                      <a:pt x="38" y="18"/>
                    </a:lnTo>
                    <a:lnTo>
                      <a:pt x="34" y="16"/>
                    </a:lnTo>
                    <a:lnTo>
                      <a:pt x="30" y="14"/>
                    </a:lnTo>
                    <a:lnTo>
                      <a:pt x="24" y="6"/>
                    </a:lnTo>
                    <a:lnTo>
                      <a:pt x="18" y="14"/>
                    </a:lnTo>
                    <a:lnTo>
                      <a:pt x="14" y="20"/>
                    </a:lnTo>
                    <a:lnTo>
                      <a:pt x="14" y="20"/>
                    </a:lnTo>
                    <a:lnTo>
                      <a:pt x="20" y="26"/>
                    </a:lnTo>
                    <a:lnTo>
                      <a:pt x="20" y="26"/>
                    </a:lnTo>
                    <a:lnTo>
                      <a:pt x="22" y="30"/>
                    </a:lnTo>
                    <a:lnTo>
                      <a:pt x="24" y="34"/>
                    </a:lnTo>
                    <a:lnTo>
                      <a:pt x="24" y="34"/>
                    </a:lnTo>
                    <a:lnTo>
                      <a:pt x="28" y="38"/>
                    </a:lnTo>
                    <a:lnTo>
                      <a:pt x="34" y="42"/>
                    </a:lnTo>
                    <a:lnTo>
                      <a:pt x="34" y="42"/>
                    </a:lnTo>
                    <a:lnTo>
                      <a:pt x="70" y="58"/>
                    </a:lnTo>
                    <a:lnTo>
                      <a:pt x="88" y="58"/>
                    </a:lnTo>
                    <a:lnTo>
                      <a:pt x="52" y="112"/>
                    </a:lnTo>
                    <a:lnTo>
                      <a:pt x="36" y="112"/>
                    </a:lnTo>
                    <a:lnTo>
                      <a:pt x="30" y="116"/>
                    </a:lnTo>
                    <a:lnTo>
                      <a:pt x="18" y="116"/>
                    </a:lnTo>
                    <a:lnTo>
                      <a:pt x="14" y="120"/>
                    </a:lnTo>
                    <a:lnTo>
                      <a:pt x="6" y="136"/>
                    </a:lnTo>
                    <a:lnTo>
                      <a:pt x="0" y="142"/>
                    </a:lnTo>
                    <a:lnTo>
                      <a:pt x="0" y="198"/>
                    </a:lnTo>
                    <a:lnTo>
                      <a:pt x="10" y="208"/>
                    </a:lnTo>
                    <a:lnTo>
                      <a:pt x="12" y="2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6" name="Freeform 49">
                <a:extLst>
                  <a:ext uri="{FF2B5EF4-FFF2-40B4-BE49-F238E27FC236}">
                    <a16:creationId xmlns:a16="http://schemas.microsoft.com/office/drawing/2014/main" id="{BC157136-FF58-2241-BAF9-E75B173E95E1}"/>
                  </a:ext>
                </a:extLst>
              </p:cNvPr>
              <p:cNvSpPr>
                <a:spLocks/>
              </p:cNvSpPr>
              <p:nvPr/>
            </p:nvSpPr>
            <p:spPr bwMode="auto">
              <a:xfrm>
                <a:off x="5541316" y="4039230"/>
                <a:ext cx="90018" cy="116137"/>
              </a:xfrm>
              <a:custGeom>
                <a:avLst/>
                <a:gdLst>
                  <a:gd name="T0" fmla="*/ 2 w 46"/>
                  <a:gd name="T1" fmla="*/ 18 h 58"/>
                  <a:gd name="T2" fmla="*/ 2 w 46"/>
                  <a:gd name="T3" fmla="*/ 26 h 58"/>
                  <a:gd name="T4" fmla="*/ 6 w 46"/>
                  <a:gd name="T5" fmla="*/ 34 h 58"/>
                  <a:gd name="T6" fmla="*/ 2 w 46"/>
                  <a:gd name="T7" fmla="*/ 34 h 58"/>
                  <a:gd name="T8" fmla="*/ 4 w 46"/>
                  <a:gd name="T9" fmla="*/ 36 h 58"/>
                  <a:gd name="T10" fmla="*/ 8 w 46"/>
                  <a:gd name="T11" fmla="*/ 38 h 58"/>
                  <a:gd name="T12" fmla="*/ 8 w 46"/>
                  <a:gd name="T13" fmla="*/ 48 h 58"/>
                  <a:gd name="T14" fmla="*/ 10 w 46"/>
                  <a:gd name="T15" fmla="*/ 48 h 58"/>
                  <a:gd name="T16" fmla="*/ 10 w 46"/>
                  <a:gd name="T17" fmla="*/ 46 h 58"/>
                  <a:gd name="T18" fmla="*/ 12 w 46"/>
                  <a:gd name="T19" fmla="*/ 46 h 58"/>
                  <a:gd name="T20" fmla="*/ 16 w 46"/>
                  <a:gd name="T21" fmla="*/ 54 h 58"/>
                  <a:gd name="T22" fmla="*/ 18 w 46"/>
                  <a:gd name="T23" fmla="*/ 56 h 58"/>
                  <a:gd name="T24" fmla="*/ 26 w 46"/>
                  <a:gd name="T25" fmla="*/ 58 h 58"/>
                  <a:gd name="T26" fmla="*/ 30 w 46"/>
                  <a:gd name="T27" fmla="*/ 48 h 58"/>
                  <a:gd name="T28" fmla="*/ 38 w 46"/>
                  <a:gd name="T29" fmla="*/ 40 h 58"/>
                  <a:gd name="T30" fmla="*/ 38 w 46"/>
                  <a:gd name="T31" fmla="*/ 36 h 58"/>
                  <a:gd name="T32" fmla="*/ 42 w 46"/>
                  <a:gd name="T33" fmla="*/ 34 h 58"/>
                  <a:gd name="T34" fmla="*/ 44 w 46"/>
                  <a:gd name="T35" fmla="*/ 32 h 58"/>
                  <a:gd name="T36" fmla="*/ 40 w 46"/>
                  <a:gd name="T37" fmla="*/ 30 h 58"/>
                  <a:gd name="T38" fmla="*/ 40 w 46"/>
                  <a:gd name="T39" fmla="*/ 26 h 58"/>
                  <a:gd name="T40" fmla="*/ 42 w 46"/>
                  <a:gd name="T41" fmla="*/ 22 h 58"/>
                  <a:gd name="T42" fmla="*/ 38 w 46"/>
                  <a:gd name="T43" fmla="*/ 16 h 58"/>
                  <a:gd name="T44" fmla="*/ 36 w 46"/>
                  <a:gd name="T45" fmla="*/ 12 h 58"/>
                  <a:gd name="T46" fmla="*/ 34 w 46"/>
                  <a:gd name="T47" fmla="*/ 10 h 58"/>
                  <a:gd name="T48" fmla="*/ 34 w 46"/>
                  <a:gd name="T49" fmla="*/ 4 h 58"/>
                  <a:gd name="T50" fmla="*/ 30 w 46"/>
                  <a:gd name="T51" fmla="*/ 2 h 58"/>
                  <a:gd name="T52" fmla="*/ 26 w 46"/>
                  <a:gd name="T53" fmla="*/ 2 h 58"/>
                  <a:gd name="T54" fmla="*/ 22 w 46"/>
                  <a:gd name="T55" fmla="*/ 2 h 58"/>
                  <a:gd name="T56" fmla="*/ 14 w 46"/>
                  <a:gd name="T57" fmla="*/ 0 h 58"/>
                  <a:gd name="T58" fmla="*/ 12 w 46"/>
                  <a:gd name="T59" fmla="*/ 4 h 58"/>
                  <a:gd name="T60" fmla="*/ 10 w 46"/>
                  <a:gd name="T61" fmla="*/ 12 h 58"/>
                  <a:gd name="T62" fmla="*/ 8 w 46"/>
                  <a:gd name="T63" fmla="*/ 14 h 58"/>
                  <a:gd name="T64" fmla="*/ 6 w 46"/>
                  <a:gd name="T65" fmla="*/ 18 h 58"/>
                  <a:gd name="T66" fmla="*/ 4 w 46"/>
                  <a:gd name="T67" fmla="*/ 20 h 58"/>
                  <a:gd name="T68" fmla="*/ 2 w 46"/>
                  <a:gd name="T69"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 h="58">
                    <a:moveTo>
                      <a:pt x="2" y="18"/>
                    </a:moveTo>
                    <a:lnTo>
                      <a:pt x="2" y="18"/>
                    </a:lnTo>
                    <a:lnTo>
                      <a:pt x="0" y="22"/>
                    </a:lnTo>
                    <a:lnTo>
                      <a:pt x="2" y="26"/>
                    </a:lnTo>
                    <a:lnTo>
                      <a:pt x="6" y="34"/>
                    </a:lnTo>
                    <a:lnTo>
                      <a:pt x="6" y="34"/>
                    </a:lnTo>
                    <a:lnTo>
                      <a:pt x="4" y="34"/>
                    </a:lnTo>
                    <a:lnTo>
                      <a:pt x="2" y="34"/>
                    </a:lnTo>
                    <a:lnTo>
                      <a:pt x="4" y="36"/>
                    </a:lnTo>
                    <a:lnTo>
                      <a:pt x="4" y="36"/>
                    </a:lnTo>
                    <a:lnTo>
                      <a:pt x="8" y="38"/>
                    </a:lnTo>
                    <a:lnTo>
                      <a:pt x="8" y="38"/>
                    </a:lnTo>
                    <a:lnTo>
                      <a:pt x="8" y="44"/>
                    </a:lnTo>
                    <a:lnTo>
                      <a:pt x="8" y="48"/>
                    </a:lnTo>
                    <a:lnTo>
                      <a:pt x="8" y="48"/>
                    </a:lnTo>
                    <a:lnTo>
                      <a:pt x="10" y="48"/>
                    </a:lnTo>
                    <a:lnTo>
                      <a:pt x="10" y="48"/>
                    </a:lnTo>
                    <a:lnTo>
                      <a:pt x="10" y="46"/>
                    </a:lnTo>
                    <a:lnTo>
                      <a:pt x="12" y="46"/>
                    </a:lnTo>
                    <a:lnTo>
                      <a:pt x="12" y="46"/>
                    </a:lnTo>
                    <a:lnTo>
                      <a:pt x="14" y="52"/>
                    </a:lnTo>
                    <a:lnTo>
                      <a:pt x="16" y="54"/>
                    </a:lnTo>
                    <a:lnTo>
                      <a:pt x="18" y="56"/>
                    </a:lnTo>
                    <a:lnTo>
                      <a:pt x="18" y="56"/>
                    </a:lnTo>
                    <a:lnTo>
                      <a:pt x="26" y="58"/>
                    </a:lnTo>
                    <a:lnTo>
                      <a:pt x="26" y="58"/>
                    </a:lnTo>
                    <a:lnTo>
                      <a:pt x="28" y="54"/>
                    </a:lnTo>
                    <a:lnTo>
                      <a:pt x="30" y="48"/>
                    </a:lnTo>
                    <a:lnTo>
                      <a:pt x="30" y="48"/>
                    </a:lnTo>
                    <a:lnTo>
                      <a:pt x="38" y="40"/>
                    </a:lnTo>
                    <a:lnTo>
                      <a:pt x="38" y="40"/>
                    </a:lnTo>
                    <a:lnTo>
                      <a:pt x="38" y="36"/>
                    </a:lnTo>
                    <a:lnTo>
                      <a:pt x="42" y="34"/>
                    </a:lnTo>
                    <a:lnTo>
                      <a:pt x="42" y="34"/>
                    </a:lnTo>
                    <a:lnTo>
                      <a:pt x="44" y="34"/>
                    </a:lnTo>
                    <a:lnTo>
                      <a:pt x="44" y="32"/>
                    </a:lnTo>
                    <a:lnTo>
                      <a:pt x="46" y="30"/>
                    </a:lnTo>
                    <a:lnTo>
                      <a:pt x="40" y="30"/>
                    </a:lnTo>
                    <a:lnTo>
                      <a:pt x="40" y="30"/>
                    </a:lnTo>
                    <a:lnTo>
                      <a:pt x="40" y="26"/>
                    </a:lnTo>
                    <a:lnTo>
                      <a:pt x="42" y="22"/>
                    </a:lnTo>
                    <a:lnTo>
                      <a:pt x="42" y="22"/>
                    </a:lnTo>
                    <a:lnTo>
                      <a:pt x="38" y="16"/>
                    </a:lnTo>
                    <a:lnTo>
                      <a:pt x="38" y="16"/>
                    </a:lnTo>
                    <a:lnTo>
                      <a:pt x="38" y="14"/>
                    </a:lnTo>
                    <a:lnTo>
                      <a:pt x="36" y="12"/>
                    </a:lnTo>
                    <a:lnTo>
                      <a:pt x="34" y="12"/>
                    </a:lnTo>
                    <a:lnTo>
                      <a:pt x="34" y="10"/>
                    </a:lnTo>
                    <a:lnTo>
                      <a:pt x="34" y="10"/>
                    </a:lnTo>
                    <a:lnTo>
                      <a:pt x="34" y="4"/>
                    </a:lnTo>
                    <a:lnTo>
                      <a:pt x="30" y="2"/>
                    </a:lnTo>
                    <a:lnTo>
                      <a:pt x="30" y="2"/>
                    </a:lnTo>
                    <a:lnTo>
                      <a:pt x="28" y="2"/>
                    </a:lnTo>
                    <a:lnTo>
                      <a:pt x="26" y="2"/>
                    </a:lnTo>
                    <a:lnTo>
                      <a:pt x="22" y="2"/>
                    </a:lnTo>
                    <a:lnTo>
                      <a:pt x="22" y="2"/>
                    </a:lnTo>
                    <a:lnTo>
                      <a:pt x="16" y="0"/>
                    </a:lnTo>
                    <a:lnTo>
                      <a:pt x="14" y="0"/>
                    </a:lnTo>
                    <a:lnTo>
                      <a:pt x="12" y="4"/>
                    </a:lnTo>
                    <a:lnTo>
                      <a:pt x="12" y="4"/>
                    </a:lnTo>
                    <a:lnTo>
                      <a:pt x="12" y="10"/>
                    </a:lnTo>
                    <a:lnTo>
                      <a:pt x="10" y="12"/>
                    </a:lnTo>
                    <a:lnTo>
                      <a:pt x="8" y="14"/>
                    </a:lnTo>
                    <a:lnTo>
                      <a:pt x="8" y="14"/>
                    </a:lnTo>
                    <a:lnTo>
                      <a:pt x="6" y="16"/>
                    </a:lnTo>
                    <a:lnTo>
                      <a:pt x="6" y="18"/>
                    </a:lnTo>
                    <a:lnTo>
                      <a:pt x="4" y="20"/>
                    </a:lnTo>
                    <a:lnTo>
                      <a:pt x="4" y="20"/>
                    </a:lnTo>
                    <a:lnTo>
                      <a:pt x="2" y="18"/>
                    </a:lnTo>
                    <a:lnTo>
                      <a:pt x="2"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7" name="Freeform 50">
                <a:extLst>
                  <a:ext uri="{FF2B5EF4-FFF2-40B4-BE49-F238E27FC236}">
                    <a16:creationId xmlns:a16="http://schemas.microsoft.com/office/drawing/2014/main" id="{4085C086-1D3F-BC4E-A3F0-18537D5C1A83}"/>
                  </a:ext>
                </a:extLst>
              </p:cNvPr>
              <p:cNvSpPr>
                <a:spLocks/>
              </p:cNvSpPr>
              <p:nvPr/>
            </p:nvSpPr>
            <p:spPr bwMode="auto">
              <a:xfrm>
                <a:off x="5439558" y="3810961"/>
                <a:ext cx="152639" cy="156184"/>
              </a:xfrm>
              <a:custGeom>
                <a:avLst/>
                <a:gdLst>
                  <a:gd name="T0" fmla="*/ 14 w 78"/>
                  <a:gd name="T1" fmla="*/ 8 h 78"/>
                  <a:gd name="T2" fmla="*/ 12 w 78"/>
                  <a:gd name="T3" fmla="*/ 16 h 78"/>
                  <a:gd name="T4" fmla="*/ 12 w 78"/>
                  <a:gd name="T5" fmla="*/ 26 h 78"/>
                  <a:gd name="T6" fmla="*/ 8 w 78"/>
                  <a:gd name="T7" fmla="*/ 34 h 78"/>
                  <a:gd name="T8" fmla="*/ 4 w 78"/>
                  <a:gd name="T9" fmla="*/ 34 h 78"/>
                  <a:gd name="T10" fmla="*/ 4 w 78"/>
                  <a:gd name="T11" fmla="*/ 38 h 78"/>
                  <a:gd name="T12" fmla="*/ 4 w 78"/>
                  <a:gd name="T13" fmla="*/ 40 h 78"/>
                  <a:gd name="T14" fmla="*/ 0 w 78"/>
                  <a:gd name="T15" fmla="*/ 40 h 78"/>
                  <a:gd name="T16" fmla="*/ 4 w 78"/>
                  <a:gd name="T17" fmla="*/ 44 h 78"/>
                  <a:gd name="T18" fmla="*/ 6 w 78"/>
                  <a:gd name="T19" fmla="*/ 56 h 78"/>
                  <a:gd name="T20" fmla="*/ 10 w 78"/>
                  <a:gd name="T21" fmla="*/ 58 h 78"/>
                  <a:gd name="T22" fmla="*/ 12 w 78"/>
                  <a:gd name="T23" fmla="*/ 56 h 78"/>
                  <a:gd name="T24" fmla="*/ 16 w 78"/>
                  <a:gd name="T25" fmla="*/ 56 h 78"/>
                  <a:gd name="T26" fmla="*/ 22 w 78"/>
                  <a:gd name="T27" fmla="*/ 56 h 78"/>
                  <a:gd name="T28" fmla="*/ 24 w 78"/>
                  <a:gd name="T29" fmla="*/ 54 h 78"/>
                  <a:gd name="T30" fmla="*/ 26 w 78"/>
                  <a:gd name="T31" fmla="*/ 54 h 78"/>
                  <a:gd name="T32" fmla="*/ 32 w 78"/>
                  <a:gd name="T33" fmla="*/ 56 h 78"/>
                  <a:gd name="T34" fmla="*/ 38 w 78"/>
                  <a:gd name="T35" fmla="*/ 54 h 78"/>
                  <a:gd name="T36" fmla="*/ 48 w 78"/>
                  <a:gd name="T37" fmla="*/ 54 h 78"/>
                  <a:gd name="T38" fmla="*/ 52 w 78"/>
                  <a:gd name="T39" fmla="*/ 54 h 78"/>
                  <a:gd name="T40" fmla="*/ 54 w 78"/>
                  <a:gd name="T41" fmla="*/ 56 h 78"/>
                  <a:gd name="T42" fmla="*/ 48 w 78"/>
                  <a:gd name="T43" fmla="*/ 62 h 78"/>
                  <a:gd name="T44" fmla="*/ 26 w 78"/>
                  <a:gd name="T45" fmla="*/ 64 h 78"/>
                  <a:gd name="T46" fmla="*/ 24 w 78"/>
                  <a:gd name="T47" fmla="*/ 64 h 78"/>
                  <a:gd name="T48" fmla="*/ 22 w 78"/>
                  <a:gd name="T49" fmla="*/ 66 h 78"/>
                  <a:gd name="T50" fmla="*/ 10 w 78"/>
                  <a:gd name="T51" fmla="*/ 68 h 78"/>
                  <a:gd name="T52" fmla="*/ 10 w 78"/>
                  <a:gd name="T53" fmla="*/ 70 h 78"/>
                  <a:gd name="T54" fmla="*/ 12 w 78"/>
                  <a:gd name="T55" fmla="*/ 70 h 78"/>
                  <a:gd name="T56" fmla="*/ 10 w 78"/>
                  <a:gd name="T57" fmla="*/ 74 h 78"/>
                  <a:gd name="T58" fmla="*/ 20 w 78"/>
                  <a:gd name="T59" fmla="*/ 76 h 78"/>
                  <a:gd name="T60" fmla="*/ 26 w 78"/>
                  <a:gd name="T61" fmla="*/ 72 h 78"/>
                  <a:gd name="T62" fmla="*/ 48 w 78"/>
                  <a:gd name="T63" fmla="*/ 72 h 78"/>
                  <a:gd name="T64" fmla="*/ 52 w 78"/>
                  <a:gd name="T65" fmla="*/ 74 h 78"/>
                  <a:gd name="T66" fmla="*/ 58 w 78"/>
                  <a:gd name="T67" fmla="*/ 74 h 78"/>
                  <a:gd name="T68" fmla="*/ 66 w 78"/>
                  <a:gd name="T69" fmla="*/ 76 h 78"/>
                  <a:gd name="T70" fmla="*/ 68 w 78"/>
                  <a:gd name="T71" fmla="*/ 76 h 78"/>
                  <a:gd name="T72" fmla="*/ 78 w 78"/>
                  <a:gd name="T73" fmla="*/ 74 h 78"/>
                  <a:gd name="T74" fmla="*/ 76 w 78"/>
                  <a:gd name="T75" fmla="*/ 64 h 78"/>
                  <a:gd name="T76" fmla="*/ 76 w 78"/>
                  <a:gd name="T77" fmla="*/ 62 h 78"/>
                  <a:gd name="T78" fmla="*/ 72 w 78"/>
                  <a:gd name="T79" fmla="*/ 58 h 78"/>
                  <a:gd name="T80" fmla="*/ 70 w 78"/>
                  <a:gd name="T81" fmla="*/ 54 h 78"/>
                  <a:gd name="T82" fmla="*/ 72 w 78"/>
                  <a:gd name="T83" fmla="*/ 48 h 78"/>
                  <a:gd name="T84" fmla="*/ 72 w 78"/>
                  <a:gd name="T85" fmla="*/ 42 h 78"/>
                  <a:gd name="T86" fmla="*/ 72 w 78"/>
                  <a:gd name="T87" fmla="*/ 40 h 78"/>
                  <a:gd name="T88" fmla="*/ 72 w 78"/>
                  <a:gd name="T89" fmla="*/ 34 h 78"/>
                  <a:gd name="T90" fmla="*/ 68 w 78"/>
                  <a:gd name="T91" fmla="*/ 28 h 78"/>
                  <a:gd name="T92" fmla="*/ 68 w 78"/>
                  <a:gd name="T93" fmla="*/ 28 h 78"/>
                  <a:gd name="T94" fmla="*/ 62 w 78"/>
                  <a:gd name="T95" fmla="*/ 28 h 78"/>
                  <a:gd name="T96" fmla="*/ 60 w 78"/>
                  <a:gd name="T97" fmla="*/ 26 h 78"/>
                  <a:gd name="T98" fmla="*/ 60 w 78"/>
                  <a:gd name="T99" fmla="*/ 18 h 78"/>
                  <a:gd name="T100" fmla="*/ 58 w 78"/>
                  <a:gd name="T101" fmla="*/ 16 h 78"/>
                  <a:gd name="T102" fmla="*/ 52 w 78"/>
                  <a:gd name="T103" fmla="*/ 16 h 78"/>
                  <a:gd name="T104" fmla="*/ 52 w 78"/>
                  <a:gd name="T105" fmla="*/ 14 h 78"/>
                  <a:gd name="T106" fmla="*/ 48 w 78"/>
                  <a:gd name="T107" fmla="*/ 6 h 78"/>
                  <a:gd name="T108" fmla="*/ 44 w 78"/>
                  <a:gd name="T109" fmla="*/ 2 h 78"/>
                  <a:gd name="T110" fmla="*/ 40 w 78"/>
                  <a:gd name="T111" fmla="*/ 2 h 78"/>
                  <a:gd name="T112" fmla="*/ 30 w 78"/>
                  <a:gd name="T113" fmla="*/ 2 h 78"/>
                  <a:gd name="T114" fmla="*/ 26 w 78"/>
                  <a:gd name="T115" fmla="*/ 0 h 78"/>
                  <a:gd name="T116" fmla="*/ 24 w 78"/>
                  <a:gd name="T117" fmla="*/ 2 h 78"/>
                  <a:gd name="T118" fmla="*/ 22 w 78"/>
                  <a:gd name="T119" fmla="*/ 4 h 78"/>
                  <a:gd name="T120" fmla="*/ 18 w 78"/>
                  <a:gd name="T121" fmla="*/ 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 h="78">
                    <a:moveTo>
                      <a:pt x="14" y="8"/>
                    </a:moveTo>
                    <a:lnTo>
                      <a:pt x="14" y="8"/>
                    </a:lnTo>
                    <a:lnTo>
                      <a:pt x="12" y="16"/>
                    </a:lnTo>
                    <a:lnTo>
                      <a:pt x="12" y="16"/>
                    </a:lnTo>
                    <a:lnTo>
                      <a:pt x="12" y="22"/>
                    </a:lnTo>
                    <a:lnTo>
                      <a:pt x="12" y="26"/>
                    </a:lnTo>
                    <a:lnTo>
                      <a:pt x="8" y="34"/>
                    </a:lnTo>
                    <a:lnTo>
                      <a:pt x="8" y="34"/>
                    </a:lnTo>
                    <a:lnTo>
                      <a:pt x="6" y="34"/>
                    </a:lnTo>
                    <a:lnTo>
                      <a:pt x="4" y="34"/>
                    </a:lnTo>
                    <a:lnTo>
                      <a:pt x="4" y="34"/>
                    </a:lnTo>
                    <a:lnTo>
                      <a:pt x="4" y="38"/>
                    </a:lnTo>
                    <a:lnTo>
                      <a:pt x="4" y="40"/>
                    </a:lnTo>
                    <a:lnTo>
                      <a:pt x="4" y="40"/>
                    </a:lnTo>
                    <a:lnTo>
                      <a:pt x="2" y="40"/>
                    </a:lnTo>
                    <a:lnTo>
                      <a:pt x="0" y="40"/>
                    </a:lnTo>
                    <a:lnTo>
                      <a:pt x="4" y="44"/>
                    </a:lnTo>
                    <a:lnTo>
                      <a:pt x="4" y="44"/>
                    </a:lnTo>
                    <a:lnTo>
                      <a:pt x="6" y="50"/>
                    </a:lnTo>
                    <a:lnTo>
                      <a:pt x="6" y="56"/>
                    </a:lnTo>
                    <a:lnTo>
                      <a:pt x="6" y="56"/>
                    </a:lnTo>
                    <a:lnTo>
                      <a:pt x="10" y="58"/>
                    </a:lnTo>
                    <a:lnTo>
                      <a:pt x="10" y="58"/>
                    </a:lnTo>
                    <a:lnTo>
                      <a:pt x="12" y="56"/>
                    </a:lnTo>
                    <a:lnTo>
                      <a:pt x="16" y="56"/>
                    </a:lnTo>
                    <a:lnTo>
                      <a:pt x="16" y="56"/>
                    </a:lnTo>
                    <a:lnTo>
                      <a:pt x="18" y="56"/>
                    </a:lnTo>
                    <a:lnTo>
                      <a:pt x="22" y="56"/>
                    </a:lnTo>
                    <a:lnTo>
                      <a:pt x="22" y="56"/>
                    </a:lnTo>
                    <a:lnTo>
                      <a:pt x="24" y="54"/>
                    </a:lnTo>
                    <a:lnTo>
                      <a:pt x="26" y="54"/>
                    </a:lnTo>
                    <a:lnTo>
                      <a:pt x="26" y="54"/>
                    </a:lnTo>
                    <a:lnTo>
                      <a:pt x="30" y="56"/>
                    </a:lnTo>
                    <a:lnTo>
                      <a:pt x="32" y="56"/>
                    </a:lnTo>
                    <a:lnTo>
                      <a:pt x="38" y="54"/>
                    </a:lnTo>
                    <a:lnTo>
                      <a:pt x="38" y="54"/>
                    </a:lnTo>
                    <a:lnTo>
                      <a:pt x="48" y="54"/>
                    </a:lnTo>
                    <a:lnTo>
                      <a:pt x="48" y="54"/>
                    </a:lnTo>
                    <a:lnTo>
                      <a:pt x="52" y="54"/>
                    </a:lnTo>
                    <a:lnTo>
                      <a:pt x="52" y="54"/>
                    </a:lnTo>
                    <a:lnTo>
                      <a:pt x="54" y="56"/>
                    </a:lnTo>
                    <a:lnTo>
                      <a:pt x="54" y="56"/>
                    </a:lnTo>
                    <a:lnTo>
                      <a:pt x="52" y="62"/>
                    </a:lnTo>
                    <a:lnTo>
                      <a:pt x="48" y="62"/>
                    </a:lnTo>
                    <a:lnTo>
                      <a:pt x="48" y="62"/>
                    </a:lnTo>
                    <a:lnTo>
                      <a:pt x="26" y="64"/>
                    </a:lnTo>
                    <a:lnTo>
                      <a:pt x="26" y="64"/>
                    </a:lnTo>
                    <a:lnTo>
                      <a:pt x="24" y="64"/>
                    </a:lnTo>
                    <a:lnTo>
                      <a:pt x="22" y="64"/>
                    </a:lnTo>
                    <a:lnTo>
                      <a:pt x="22" y="66"/>
                    </a:lnTo>
                    <a:lnTo>
                      <a:pt x="10" y="68"/>
                    </a:lnTo>
                    <a:lnTo>
                      <a:pt x="10" y="68"/>
                    </a:lnTo>
                    <a:lnTo>
                      <a:pt x="10" y="70"/>
                    </a:lnTo>
                    <a:lnTo>
                      <a:pt x="10" y="70"/>
                    </a:lnTo>
                    <a:lnTo>
                      <a:pt x="12" y="70"/>
                    </a:lnTo>
                    <a:lnTo>
                      <a:pt x="12" y="70"/>
                    </a:lnTo>
                    <a:lnTo>
                      <a:pt x="10" y="72"/>
                    </a:lnTo>
                    <a:lnTo>
                      <a:pt x="10" y="74"/>
                    </a:lnTo>
                    <a:lnTo>
                      <a:pt x="14" y="78"/>
                    </a:lnTo>
                    <a:lnTo>
                      <a:pt x="20" y="76"/>
                    </a:lnTo>
                    <a:lnTo>
                      <a:pt x="26" y="72"/>
                    </a:lnTo>
                    <a:lnTo>
                      <a:pt x="26" y="72"/>
                    </a:lnTo>
                    <a:lnTo>
                      <a:pt x="36" y="72"/>
                    </a:lnTo>
                    <a:lnTo>
                      <a:pt x="48" y="72"/>
                    </a:lnTo>
                    <a:lnTo>
                      <a:pt x="48" y="72"/>
                    </a:lnTo>
                    <a:lnTo>
                      <a:pt x="52" y="74"/>
                    </a:lnTo>
                    <a:lnTo>
                      <a:pt x="58" y="74"/>
                    </a:lnTo>
                    <a:lnTo>
                      <a:pt x="58" y="74"/>
                    </a:lnTo>
                    <a:lnTo>
                      <a:pt x="62" y="74"/>
                    </a:lnTo>
                    <a:lnTo>
                      <a:pt x="66" y="76"/>
                    </a:lnTo>
                    <a:lnTo>
                      <a:pt x="66" y="76"/>
                    </a:lnTo>
                    <a:lnTo>
                      <a:pt x="68" y="76"/>
                    </a:lnTo>
                    <a:lnTo>
                      <a:pt x="72" y="76"/>
                    </a:lnTo>
                    <a:lnTo>
                      <a:pt x="78" y="74"/>
                    </a:lnTo>
                    <a:lnTo>
                      <a:pt x="78" y="74"/>
                    </a:lnTo>
                    <a:lnTo>
                      <a:pt x="76" y="64"/>
                    </a:lnTo>
                    <a:lnTo>
                      <a:pt x="76" y="64"/>
                    </a:lnTo>
                    <a:lnTo>
                      <a:pt x="76" y="62"/>
                    </a:lnTo>
                    <a:lnTo>
                      <a:pt x="72" y="58"/>
                    </a:lnTo>
                    <a:lnTo>
                      <a:pt x="72" y="58"/>
                    </a:lnTo>
                    <a:lnTo>
                      <a:pt x="70" y="56"/>
                    </a:lnTo>
                    <a:lnTo>
                      <a:pt x="70" y="54"/>
                    </a:lnTo>
                    <a:lnTo>
                      <a:pt x="70" y="54"/>
                    </a:lnTo>
                    <a:lnTo>
                      <a:pt x="72" y="48"/>
                    </a:lnTo>
                    <a:lnTo>
                      <a:pt x="72" y="44"/>
                    </a:lnTo>
                    <a:lnTo>
                      <a:pt x="72" y="42"/>
                    </a:lnTo>
                    <a:lnTo>
                      <a:pt x="72" y="42"/>
                    </a:lnTo>
                    <a:lnTo>
                      <a:pt x="72" y="40"/>
                    </a:lnTo>
                    <a:lnTo>
                      <a:pt x="70" y="38"/>
                    </a:lnTo>
                    <a:lnTo>
                      <a:pt x="72" y="34"/>
                    </a:lnTo>
                    <a:lnTo>
                      <a:pt x="72" y="34"/>
                    </a:lnTo>
                    <a:lnTo>
                      <a:pt x="68" y="28"/>
                    </a:lnTo>
                    <a:lnTo>
                      <a:pt x="68" y="28"/>
                    </a:lnTo>
                    <a:lnTo>
                      <a:pt x="68" y="28"/>
                    </a:lnTo>
                    <a:lnTo>
                      <a:pt x="64" y="28"/>
                    </a:lnTo>
                    <a:lnTo>
                      <a:pt x="62" y="28"/>
                    </a:lnTo>
                    <a:lnTo>
                      <a:pt x="60" y="26"/>
                    </a:lnTo>
                    <a:lnTo>
                      <a:pt x="60" y="26"/>
                    </a:lnTo>
                    <a:lnTo>
                      <a:pt x="60" y="20"/>
                    </a:lnTo>
                    <a:lnTo>
                      <a:pt x="60" y="18"/>
                    </a:lnTo>
                    <a:lnTo>
                      <a:pt x="58" y="16"/>
                    </a:lnTo>
                    <a:lnTo>
                      <a:pt x="58" y="16"/>
                    </a:lnTo>
                    <a:lnTo>
                      <a:pt x="54" y="16"/>
                    </a:lnTo>
                    <a:lnTo>
                      <a:pt x="52" y="16"/>
                    </a:lnTo>
                    <a:lnTo>
                      <a:pt x="52" y="14"/>
                    </a:lnTo>
                    <a:lnTo>
                      <a:pt x="52" y="14"/>
                    </a:lnTo>
                    <a:lnTo>
                      <a:pt x="50" y="8"/>
                    </a:lnTo>
                    <a:lnTo>
                      <a:pt x="48" y="6"/>
                    </a:lnTo>
                    <a:lnTo>
                      <a:pt x="48" y="6"/>
                    </a:lnTo>
                    <a:lnTo>
                      <a:pt x="44" y="2"/>
                    </a:lnTo>
                    <a:lnTo>
                      <a:pt x="44" y="2"/>
                    </a:lnTo>
                    <a:lnTo>
                      <a:pt x="40" y="2"/>
                    </a:lnTo>
                    <a:lnTo>
                      <a:pt x="40" y="2"/>
                    </a:lnTo>
                    <a:lnTo>
                      <a:pt x="30" y="2"/>
                    </a:lnTo>
                    <a:lnTo>
                      <a:pt x="30" y="2"/>
                    </a:lnTo>
                    <a:lnTo>
                      <a:pt x="26" y="0"/>
                    </a:lnTo>
                    <a:lnTo>
                      <a:pt x="24" y="0"/>
                    </a:lnTo>
                    <a:lnTo>
                      <a:pt x="24" y="2"/>
                    </a:lnTo>
                    <a:lnTo>
                      <a:pt x="24" y="2"/>
                    </a:lnTo>
                    <a:lnTo>
                      <a:pt x="22" y="4"/>
                    </a:lnTo>
                    <a:lnTo>
                      <a:pt x="20" y="4"/>
                    </a:lnTo>
                    <a:lnTo>
                      <a:pt x="18" y="6"/>
                    </a:lnTo>
                    <a:lnTo>
                      <a:pt x="14"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8" name="Freeform 52">
                <a:extLst>
                  <a:ext uri="{FF2B5EF4-FFF2-40B4-BE49-F238E27FC236}">
                    <a16:creationId xmlns:a16="http://schemas.microsoft.com/office/drawing/2014/main" id="{D8020824-04E7-1547-B7E8-0F6DC42A84B4}"/>
                  </a:ext>
                </a:extLst>
              </p:cNvPr>
              <p:cNvSpPr>
                <a:spLocks/>
              </p:cNvSpPr>
              <p:nvPr/>
            </p:nvSpPr>
            <p:spPr bwMode="auto">
              <a:xfrm>
                <a:off x="6650880" y="4443705"/>
                <a:ext cx="62621" cy="52060"/>
              </a:xfrm>
              <a:custGeom>
                <a:avLst/>
                <a:gdLst>
                  <a:gd name="T0" fmla="*/ 2 w 32"/>
                  <a:gd name="T1" fmla="*/ 12 h 26"/>
                  <a:gd name="T2" fmla="*/ 2 w 32"/>
                  <a:gd name="T3" fmla="*/ 12 h 26"/>
                  <a:gd name="T4" fmla="*/ 2 w 32"/>
                  <a:gd name="T5" fmla="*/ 12 h 26"/>
                  <a:gd name="T6" fmla="*/ 2 w 32"/>
                  <a:gd name="T7" fmla="*/ 12 h 26"/>
                  <a:gd name="T8" fmla="*/ 0 w 32"/>
                  <a:gd name="T9" fmla="*/ 14 h 26"/>
                  <a:gd name="T10" fmla="*/ 0 w 32"/>
                  <a:gd name="T11" fmla="*/ 16 h 26"/>
                  <a:gd name="T12" fmla="*/ 0 w 32"/>
                  <a:gd name="T13" fmla="*/ 16 h 26"/>
                  <a:gd name="T14" fmla="*/ 0 w 32"/>
                  <a:gd name="T15" fmla="*/ 18 h 26"/>
                  <a:gd name="T16" fmla="*/ 2 w 32"/>
                  <a:gd name="T17" fmla="*/ 20 h 26"/>
                  <a:gd name="T18" fmla="*/ 6 w 32"/>
                  <a:gd name="T19" fmla="*/ 22 h 26"/>
                  <a:gd name="T20" fmla="*/ 6 w 32"/>
                  <a:gd name="T21" fmla="*/ 22 h 26"/>
                  <a:gd name="T22" fmla="*/ 8 w 32"/>
                  <a:gd name="T23" fmla="*/ 20 h 26"/>
                  <a:gd name="T24" fmla="*/ 10 w 32"/>
                  <a:gd name="T25" fmla="*/ 18 h 26"/>
                  <a:gd name="T26" fmla="*/ 12 w 32"/>
                  <a:gd name="T27" fmla="*/ 20 h 26"/>
                  <a:gd name="T28" fmla="*/ 12 w 32"/>
                  <a:gd name="T29" fmla="*/ 20 h 26"/>
                  <a:gd name="T30" fmla="*/ 14 w 32"/>
                  <a:gd name="T31" fmla="*/ 26 h 26"/>
                  <a:gd name="T32" fmla="*/ 14 w 32"/>
                  <a:gd name="T33" fmla="*/ 26 h 26"/>
                  <a:gd name="T34" fmla="*/ 18 w 32"/>
                  <a:gd name="T35" fmla="*/ 24 h 26"/>
                  <a:gd name="T36" fmla="*/ 18 w 32"/>
                  <a:gd name="T37" fmla="*/ 24 h 26"/>
                  <a:gd name="T38" fmla="*/ 20 w 32"/>
                  <a:gd name="T39" fmla="*/ 22 h 26"/>
                  <a:gd name="T40" fmla="*/ 20 w 32"/>
                  <a:gd name="T41" fmla="*/ 20 h 26"/>
                  <a:gd name="T42" fmla="*/ 20 w 32"/>
                  <a:gd name="T43" fmla="*/ 18 h 26"/>
                  <a:gd name="T44" fmla="*/ 22 w 32"/>
                  <a:gd name="T45" fmla="*/ 18 h 26"/>
                  <a:gd name="T46" fmla="*/ 22 w 32"/>
                  <a:gd name="T47" fmla="*/ 18 h 26"/>
                  <a:gd name="T48" fmla="*/ 28 w 32"/>
                  <a:gd name="T49" fmla="*/ 20 h 26"/>
                  <a:gd name="T50" fmla="*/ 30 w 32"/>
                  <a:gd name="T51" fmla="*/ 20 h 26"/>
                  <a:gd name="T52" fmla="*/ 30 w 32"/>
                  <a:gd name="T53" fmla="*/ 20 h 26"/>
                  <a:gd name="T54" fmla="*/ 32 w 32"/>
                  <a:gd name="T55" fmla="*/ 20 h 26"/>
                  <a:gd name="T56" fmla="*/ 32 w 32"/>
                  <a:gd name="T57" fmla="*/ 16 h 26"/>
                  <a:gd name="T58" fmla="*/ 32 w 32"/>
                  <a:gd name="T59" fmla="*/ 16 h 26"/>
                  <a:gd name="T60" fmla="*/ 32 w 32"/>
                  <a:gd name="T61" fmla="*/ 8 h 26"/>
                  <a:gd name="T62" fmla="*/ 28 w 32"/>
                  <a:gd name="T63" fmla="*/ 0 h 26"/>
                  <a:gd name="T64" fmla="*/ 28 w 32"/>
                  <a:gd name="T65" fmla="*/ 0 h 26"/>
                  <a:gd name="T66" fmla="*/ 26 w 32"/>
                  <a:gd name="T67" fmla="*/ 2 h 26"/>
                  <a:gd name="T68" fmla="*/ 22 w 32"/>
                  <a:gd name="T69" fmla="*/ 4 h 26"/>
                  <a:gd name="T70" fmla="*/ 22 w 32"/>
                  <a:gd name="T71" fmla="*/ 4 h 26"/>
                  <a:gd name="T72" fmla="*/ 18 w 32"/>
                  <a:gd name="T73" fmla="*/ 6 h 26"/>
                  <a:gd name="T74" fmla="*/ 14 w 32"/>
                  <a:gd name="T75" fmla="*/ 4 h 26"/>
                  <a:gd name="T76" fmla="*/ 14 w 32"/>
                  <a:gd name="T77" fmla="*/ 4 h 26"/>
                  <a:gd name="T78" fmla="*/ 6 w 32"/>
                  <a:gd name="T79" fmla="*/ 0 h 26"/>
                  <a:gd name="T80" fmla="*/ 6 w 32"/>
                  <a:gd name="T81" fmla="*/ 0 h 26"/>
                  <a:gd name="T82" fmla="*/ 6 w 32"/>
                  <a:gd name="T83" fmla="*/ 2 h 26"/>
                  <a:gd name="T84" fmla="*/ 6 w 32"/>
                  <a:gd name="T85" fmla="*/ 2 h 26"/>
                  <a:gd name="T86" fmla="*/ 8 w 32"/>
                  <a:gd name="T87" fmla="*/ 4 h 26"/>
                  <a:gd name="T88" fmla="*/ 6 w 32"/>
                  <a:gd name="T89" fmla="*/ 12 h 26"/>
                  <a:gd name="T90" fmla="*/ 6 w 32"/>
                  <a:gd name="T91" fmla="*/ 12 h 26"/>
                  <a:gd name="T92" fmla="*/ 2 w 32"/>
                  <a:gd name="T93" fmla="*/ 12 h 26"/>
                  <a:gd name="T94" fmla="*/ 2 w 32"/>
                  <a:gd name="T95"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 h="26">
                    <a:moveTo>
                      <a:pt x="2" y="12"/>
                    </a:moveTo>
                    <a:lnTo>
                      <a:pt x="2" y="12"/>
                    </a:lnTo>
                    <a:lnTo>
                      <a:pt x="2" y="12"/>
                    </a:lnTo>
                    <a:lnTo>
                      <a:pt x="2" y="12"/>
                    </a:lnTo>
                    <a:lnTo>
                      <a:pt x="0" y="14"/>
                    </a:lnTo>
                    <a:lnTo>
                      <a:pt x="0" y="16"/>
                    </a:lnTo>
                    <a:lnTo>
                      <a:pt x="0" y="16"/>
                    </a:lnTo>
                    <a:lnTo>
                      <a:pt x="0" y="18"/>
                    </a:lnTo>
                    <a:lnTo>
                      <a:pt x="2" y="20"/>
                    </a:lnTo>
                    <a:lnTo>
                      <a:pt x="6" y="22"/>
                    </a:lnTo>
                    <a:lnTo>
                      <a:pt x="6" y="22"/>
                    </a:lnTo>
                    <a:lnTo>
                      <a:pt x="8" y="20"/>
                    </a:lnTo>
                    <a:lnTo>
                      <a:pt x="10" y="18"/>
                    </a:lnTo>
                    <a:lnTo>
                      <a:pt x="12" y="20"/>
                    </a:lnTo>
                    <a:lnTo>
                      <a:pt x="12" y="20"/>
                    </a:lnTo>
                    <a:lnTo>
                      <a:pt x="14" y="26"/>
                    </a:lnTo>
                    <a:lnTo>
                      <a:pt x="14" y="26"/>
                    </a:lnTo>
                    <a:lnTo>
                      <a:pt x="18" y="24"/>
                    </a:lnTo>
                    <a:lnTo>
                      <a:pt x="18" y="24"/>
                    </a:lnTo>
                    <a:lnTo>
                      <a:pt x="20" y="22"/>
                    </a:lnTo>
                    <a:lnTo>
                      <a:pt x="20" y="20"/>
                    </a:lnTo>
                    <a:lnTo>
                      <a:pt x="20" y="18"/>
                    </a:lnTo>
                    <a:lnTo>
                      <a:pt x="22" y="18"/>
                    </a:lnTo>
                    <a:lnTo>
                      <a:pt x="22" y="18"/>
                    </a:lnTo>
                    <a:lnTo>
                      <a:pt x="28" y="20"/>
                    </a:lnTo>
                    <a:lnTo>
                      <a:pt x="30" y="20"/>
                    </a:lnTo>
                    <a:lnTo>
                      <a:pt x="30" y="20"/>
                    </a:lnTo>
                    <a:lnTo>
                      <a:pt x="32" y="20"/>
                    </a:lnTo>
                    <a:lnTo>
                      <a:pt x="32" y="16"/>
                    </a:lnTo>
                    <a:lnTo>
                      <a:pt x="32" y="16"/>
                    </a:lnTo>
                    <a:lnTo>
                      <a:pt x="32" y="8"/>
                    </a:lnTo>
                    <a:lnTo>
                      <a:pt x="28" y="0"/>
                    </a:lnTo>
                    <a:lnTo>
                      <a:pt x="28" y="0"/>
                    </a:lnTo>
                    <a:lnTo>
                      <a:pt x="26" y="2"/>
                    </a:lnTo>
                    <a:lnTo>
                      <a:pt x="22" y="4"/>
                    </a:lnTo>
                    <a:lnTo>
                      <a:pt x="22" y="4"/>
                    </a:lnTo>
                    <a:lnTo>
                      <a:pt x="18" y="6"/>
                    </a:lnTo>
                    <a:lnTo>
                      <a:pt x="14" y="4"/>
                    </a:lnTo>
                    <a:lnTo>
                      <a:pt x="14" y="4"/>
                    </a:lnTo>
                    <a:lnTo>
                      <a:pt x="6" y="0"/>
                    </a:lnTo>
                    <a:lnTo>
                      <a:pt x="6" y="0"/>
                    </a:lnTo>
                    <a:lnTo>
                      <a:pt x="6" y="2"/>
                    </a:lnTo>
                    <a:lnTo>
                      <a:pt x="6" y="2"/>
                    </a:lnTo>
                    <a:lnTo>
                      <a:pt x="8" y="4"/>
                    </a:lnTo>
                    <a:lnTo>
                      <a:pt x="6" y="12"/>
                    </a:lnTo>
                    <a:lnTo>
                      <a:pt x="6" y="12"/>
                    </a:lnTo>
                    <a:lnTo>
                      <a:pt x="2" y="12"/>
                    </a:lnTo>
                    <a:lnTo>
                      <a:pt x="2"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39" name="Freeform 124">
                <a:extLst>
                  <a:ext uri="{FF2B5EF4-FFF2-40B4-BE49-F238E27FC236}">
                    <a16:creationId xmlns:a16="http://schemas.microsoft.com/office/drawing/2014/main" id="{196F4F3D-35E1-4F43-8E45-ABCF72AEA319}"/>
                  </a:ext>
                </a:extLst>
              </p:cNvPr>
              <p:cNvSpPr>
                <a:spLocks/>
              </p:cNvSpPr>
              <p:nvPr/>
            </p:nvSpPr>
            <p:spPr bwMode="auto">
              <a:xfrm>
                <a:off x="5964008" y="3903069"/>
                <a:ext cx="318975" cy="336395"/>
              </a:xfrm>
              <a:custGeom>
                <a:avLst/>
                <a:gdLst>
                  <a:gd name="T0" fmla="*/ 80 w 163"/>
                  <a:gd name="T1" fmla="*/ 150 h 168"/>
                  <a:gd name="T2" fmla="*/ 78 w 163"/>
                  <a:gd name="T3" fmla="*/ 142 h 168"/>
                  <a:gd name="T4" fmla="*/ 80 w 163"/>
                  <a:gd name="T5" fmla="*/ 138 h 168"/>
                  <a:gd name="T6" fmla="*/ 86 w 163"/>
                  <a:gd name="T7" fmla="*/ 130 h 168"/>
                  <a:gd name="T8" fmla="*/ 96 w 163"/>
                  <a:gd name="T9" fmla="*/ 126 h 168"/>
                  <a:gd name="T10" fmla="*/ 102 w 163"/>
                  <a:gd name="T11" fmla="*/ 128 h 168"/>
                  <a:gd name="T12" fmla="*/ 106 w 163"/>
                  <a:gd name="T13" fmla="*/ 136 h 168"/>
                  <a:gd name="T14" fmla="*/ 113 w 163"/>
                  <a:gd name="T15" fmla="*/ 128 h 168"/>
                  <a:gd name="T16" fmla="*/ 113 w 163"/>
                  <a:gd name="T17" fmla="*/ 122 h 168"/>
                  <a:gd name="T18" fmla="*/ 119 w 163"/>
                  <a:gd name="T19" fmla="*/ 110 h 168"/>
                  <a:gd name="T20" fmla="*/ 125 w 163"/>
                  <a:gd name="T21" fmla="*/ 98 h 168"/>
                  <a:gd name="T22" fmla="*/ 127 w 163"/>
                  <a:gd name="T23" fmla="*/ 90 h 168"/>
                  <a:gd name="T24" fmla="*/ 141 w 163"/>
                  <a:gd name="T25" fmla="*/ 80 h 168"/>
                  <a:gd name="T26" fmla="*/ 141 w 163"/>
                  <a:gd name="T27" fmla="*/ 72 h 168"/>
                  <a:gd name="T28" fmla="*/ 143 w 163"/>
                  <a:gd name="T29" fmla="*/ 66 h 168"/>
                  <a:gd name="T30" fmla="*/ 147 w 163"/>
                  <a:gd name="T31" fmla="*/ 56 h 168"/>
                  <a:gd name="T32" fmla="*/ 151 w 163"/>
                  <a:gd name="T33" fmla="*/ 50 h 168"/>
                  <a:gd name="T34" fmla="*/ 157 w 163"/>
                  <a:gd name="T35" fmla="*/ 42 h 168"/>
                  <a:gd name="T36" fmla="*/ 163 w 163"/>
                  <a:gd name="T37" fmla="*/ 30 h 168"/>
                  <a:gd name="T38" fmla="*/ 159 w 163"/>
                  <a:gd name="T39" fmla="*/ 14 h 168"/>
                  <a:gd name="T40" fmla="*/ 141 w 163"/>
                  <a:gd name="T41" fmla="*/ 6 h 168"/>
                  <a:gd name="T42" fmla="*/ 129 w 163"/>
                  <a:gd name="T43" fmla="*/ 10 h 168"/>
                  <a:gd name="T44" fmla="*/ 106 w 163"/>
                  <a:gd name="T45" fmla="*/ 8 h 168"/>
                  <a:gd name="T46" fmla="*/ 98 w 163"/>
                  <a:gd name="T47" fmla="*/ 14 h 168"/>
                  <a:gd name="T48" fmla="*/ 84 w 163"/>
                  <a:gd name="T49" fmla="*/ 14 h 168"/>
                  <a:gd name="T50" fmla="*/ 76 w 163"/>
                  <a:gd name="T51" fmla="*/ 8 h 168"/>
                  <a:gd name="T52" fmla="*/ 62 w 163"/>
                  <a:gd name="T53" fmla="*/ 12 h 168"/>
                  <a:gd name="T54" fmla="*/ 54 w 163"/>
                  <a:gd name="T55" fmla="*/ 6 h 168"/>
                  <a:gd name="T56" fmla="*/ 46 w 163"/>
                  <a:gd name="T57" fmla="*/ 0 h 168"/>
                  <a:gd name="T58" fmla="*/ 34 w 163"/>
                  <a:gd name="T59" fmla="*/ 2 h 168"/>
                  <a:gd name="T60" fmla="*/ 20 w 163"/>
                  <a:gd name="T61" fmla="*/ 16 h 168"/>
                  <a:gd name="T62" fmla="*/ 10 w 163"/>
                  <a:gd name="T63" fmla="*/ 36 h 168"/>
                  <a:gd name="T64" fmla="*/ 10 w 163"/>
                  <a:gd name="T65" fmla="*/ 44 h 168"/>
                  <a:gd name="T66" fmla="*/ 14 w 163"/>
                  <a:gd name="T67" fmla="*/ 52 h 168"/>
                  <a:gd name="T68" fmla="*/ 12 w 163"/>
                  <a:gd name="T69" fmla="*/ 62 h 168"/>
                  <a:gd name="T70" fmla="*/ 10 w 163"/>
                  <a:gd name="T71" fmla="*/ 66 h 168"/>
                  <a:gd name="T72" fmla="*/ 8 w 163"/>
                  <a:gd name="T73" fmla="*/ 78 h 168"/>
                  <a:gd name="T74" fmla="*/ 6 w 163"/>
                  <a:gd name="T75" fmla="*/ 84 h 168"/>
                  <a:gd name="T76" fmla="*/ 4 w 163"/>
                  <a:gd name="T77" fmla="*/ 88 h 168"/>
                  <a:gd name="T78" fmla="*/ 2 w 163"/>
                  <a:gd name="T79" fmla="*/ 94 h 168"/>
                  <a:gd name="T80" fmla="*/ 2 w 163"/>
                  <a:gd name="T81" fmla="*/ 112 h 168"/>
                  <a:gd name="T82" fmla="*/ 4 w 163"/>
                  <a:gd name="T83" fmla="*/ 122 h 168"/>
                  <a:gd name="T84" fmla="*/ 12 w 163"/>
                  <a:gd name="T85" fmla="*/ 130 h 168"/>
                  <a:gd name="T86" fmla="*/ 26 w 163"/>
                  <a:gd name="T87" fmla="*/ 132 h 168"/>
                  <a:gd name="T88" fmla="*/ 34 w 163"/>
                  <a:gd name="T89" fmla="*/ 142 h 168"/>
                  <a:gd name="T90" fmla="*/ 40 w 163"/>
                  <a:gd name="T91" fmla="*/ 146 h 168"/>
                  <a:gd name="T92" fmla="*/ 42 w 163"/>
                  <a:gd name="T93" fmla="*/ 152 h 168"/>
                  <a:gd name="T94" fmla="*/ 46 w 163"/>
                  <a:gd name="T95" fmla="*/ 168 h 168"/>
                  <a:gd name="T96" fmla="*/ 58 w 163"/>
                  <a:gd name="T97" fmla="*/ 166 h 168"/>
                  <a:gd name="T98" fmla="*/ 64 w 163"/>
                  <a:gd name="T99" fmla="*/ 164 h 168"/>
                  <a:gd name="T100" fmla="*/ 68 w 163"/>
                  <a:gd name="T101" fmla="*/ 164 h 168"/>
                  <a:gd name="T102" fmla="*/ 74 w 163"/>
                  <a:gd name="T103" fmla="*/ 160 h 168"/>
                  <a:gd name="T104" fmla="*/ 76 w 163"/>
                  <a:gd name="T105" fmla="*/ 16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 h="168">
                    <a:moveTo>
                      <a:pt x="78" y="160"/>
                    </a:moveTo>
                    <a:lnTo>
                      <a:pt x="78" y="156"/>
                    </a:lnTo>
                    <a:lnTo>
                      <a:pt x="80" y="150"/>
                    </a:lnTo>
                    <a:lnTo>
                      <a:pt x="80" y="150"/>
                    </a:lnTo>
                    <a:lnTo>
                      <a:pt x="78" y="148"/>
                    </a:lnTo>
                    <a:lnTo>
                      <a:pt x="78" y="146"/>
                    </a:lnTo>
                    <a:lnTo>
                      <a:pt x="78" y="146"/>
                    </a:lnTo>
                    <a:lnTo>
                      <a:pt x="78" y="142"/>
                    </a:lnTo>
                    <a:lnTo>
                      <a:pt x="78" y="142"/>
                    </a:lnTo>
                    <a:lnTo>
                      <a:pt x="78" y="142"/>
                    </a:lnTo>
                    <a:lnTo>
                      <a:pt x="80" y="140"/>
                    </a:lnTo>
                    <a:lnTo>
                      <a:pt x="80" y="138"/>
                    </a:lnTo>
                    <a:lnTo>
                      <a:pt x="82" y="132"/>
                    </a:lnTo>
                    <a:lnTo>
                      <a:pt x="82" y="132"/>
                    </a:lnTo>
                    <a:lnTo>
                      <a:pt x="84" y="130"/>
                    </a:lnTo>
                    <a:lnTo>
                      <a:pt x="86" y="130"/>
                    </a:lnTo>
                    <a:lnTo>
                      <a:pt x="92" y="128"/>
                    </a:lnTo>
                    <a:lnTo>
                      <a:pt x="92" y="128"/>
                    </a:lnTo>
                    <a:lnTo>
                      <a:pt x="96" y="126"/>
                    </a:lnTo>
                    <a:lnTo>
                      <a:pt x="96" y="126"/>
                    </a:lnTo>
                    <a:lnTo>
                      <a:pt x="96" y="126"/>
                    </a:lnTo>
                    <a:lnTo>
                      <a:pt x="102" y="128"/>
                    </a:lnTo>
                    <a:lnTo>
                      <a:pt x="102" y="128"/>
                    </a:lnTo>
                    <a:lnTo>
                      <a:pt x="102" y="128"/>
                    </a:lnTo>
                    <a:lnTo>
                      <a:pt x="104" y="130"/>
                    </a:lnTo>
                    <a:lnTo>
                      <a:pt x="102" y="136"/>
                    </a:lnTo>
                    <a:lnTo>
                      <a:pt x="102" y="136"/>
                    </a:lnTo>
                    <a:lnTo>
                      <a:pt x="106" y="136"/>
                    </a:lnTo>
                    <a:lnTo>
                      <a:pt x="108" y="134"/>
                    </a:lnTo>
                    <a:lnTo>
                      <a:pt x="110" y="130"/>
                    </a:lnTo>
                    <a:lnTo>
                      <a:pt x="113" y="128"/>
                    </a:lnTo>
                    <a:lnTo>
                      <a:pt x="113" y="128"/>
                    </a:lnTo>
                    <a:lnTo>
                      <a:pt x="115" y="126"/>
                    </a:lnTo>
                    <a:lnTo>
                      <a:pt x="115" y="126"/>
                    </a:lnTo>
                    <a:lnTo>
                      <a:pt x="113" y="122"/>
                    </a:lnTo>
                    <a:lnTo>
                      <a:pt x="113" y="122"/>
                    </a:lnTo>
                    <a:lnTo>
                      <a:pt x="115" y="116"/>
                    </a:lnTo>
                    <a:lnTo>
                      <a:pt x="117" y="112"/>
                    </a:lnTo>
                    <a:lnTo>
                      <a:pt x="117" y="112"/>
                    </a:lnTo>
                    <a:lnTo>
                      <a:pt x="119" y="110"/>
                    </a:lnTo>
                    <a:lnTo>
                      <a:pt x="123" y="106"/>
                    </a:lnTo>
                    <a:lnTo>
                      <a:pt x="123" y="106"/>
                    </a:lnTo>
                    <a:lnTo>
                      <a:pt x="123" y="102"/>
                    </a:lnTo>
                    <a:lnTo>
                      <a:pt x="125" y="98"/>
                    </a:lnTo>
                    <a:lnTo>
                      <a:pt x="125" y="98"/>
                    </a:lnTo>
                    <a:lnTo>
                      <a:pt x="127" y="94"/>
                    </a:lnTo>
                    <a:lnTo>
                      <a:pt x="127" y="90"/>
                    </a:lnTo>
                    <a:lnTo>
                      <a:pt x="127" y="90"/>
                    </a:lnTo>
                    <a:lnTo>
                      <a:pt x="129" y="86"/>
                    </a:lnTo>
                    <a:lnTo>
                      <a:pt x="131" y="84"/>
                    </a:lnTo>
                    <a:lnTo>
                      <a:pt x="131" y="84"/>
                    </a:lnTo>
                    <a:lnTo>
                      <a:pt x="141" y="80"/>
                    </a:lnTo>
                    <a:lnTo>
                      <a:pt x="141" y="80"/>
                    </a:lnTo>
                    <a:lnTo>
                      <a:pt x="143" y="78"/>
                    </a:lnTo>
                    <a:lnTo>
                      <a:pt x="143" y="76"/>
                    </a:lnTo>
                    <a:lnTo>
                      <a:pt x="141" y="72"/>
                    </a:lnTo>
                    <a:lnTo>
                      <a:pt x="141" y="72"/>
                    </a:lnTo>
                    <a:lnTo>
                      <a:pt x="141" y="70"/>
                    </a:lnTo>
                    <a:lnTo>
                      <a:pt x="143" y="66"/>
                    </a:lnTo>
                    <a:lnTo>
                      <a:pt x="143" y="66"/>
                    </a:lnTo>
                    <a:lnTo>
                      <a:pt x="145" y="64"/>
                    </a:lnTo>
                    <a:lnTo>
                      <a:pt x="147" y="60"/>
                    </a:lnTo>
                    <a:lnTo>
                      <a:pt x="147" y="60"/>
                    </a:lnTo>
                    <a:lnTo>
                      <a:pt x="147" y="56"/>
                    </a:lnTo>
                    <a:lnTo>
                      <a:pt x="147" y="56"/>
                    </a:lnTo>
                    <a:lnTo>
                      <a:pt x="147" y="54"/>
                    </a:lnTo>
                    <a:lnTo>
                      <a:pt x="147" y="54"/>
                    </a:lnTo>
                    <a:lnTo>
                      <a:pt x="151" y="50"/>
                    </a:lnTo>
                    <a:lnTo>
                      <a:pt x="153" y="46"/>
                    </a:lnTo>
                    <a:lnTo>
                      <a:pt x="153" y="46"/>
                    </a:lnTo>
                    <a:lnTo>
                      <a:pt x="155" y="44"/>
                    </a:lnTo>
                    <a:lnTo>
                      <a:pt x="157" y="42"/>
                    </a:lnTo>
                    <a:lnTo>
                      <a:pt x="157" y="42"/>
                    </a:lnTo>
                    <a:lnTo>
                      <a:pt x="159" y="42"/>
                    </a:lnTo>
                    <a:lnTo>
                      <a:pt x="161" y="38"/>
                    </a:lnTo>
                    <a:lnTo>
                      <a:pt x="163" y="30"/>
                    </a:lnTo>
                    <a:lnTo>
                      <a:pt x="163" y="30"/>
                    </a:lnTo>
                    <a:lnTo>
                      <a:pt x="161" y="28"/>
                    </a:lnTo>
                    <a:lnTo>
                      <a:pt x="159" y="26"/>
                    </a:lnTo>
                    <a:lnTo>
                      <a:pt x="159" y="14"/>
                    </a:lnTo>
                    <a:lnTo>
                      <a:pt x="153" y="0"/>
                    </a:lnTo>
                    <a:lnTo>
                      <a:pt x="143" y="4"/>
                    </a:lnTo>
                    <a:lnTo>
                      <a:pt x="143" y="4"/>
                    </a:lnTo>
                    <a:lnTo>
                      <a:pt x="141" y="6"/>
                    </a:lnTo>
                    <a:lnTo>
                      <a:pt x="139" y="8"/>
                    </a:lnTo>
                    <a:lnTo>
                      <a:pt x="137" y="10"/>
                    </a:lnTo>
                    <a:lnTo>
                      <a:pt x="137" y="10"/>
                    </a:lnTo>
                    <a:lnTo>
                      <a:pt x="129" y="10"/>
                    </a:lnTo>
                    <a:lnTo>
                      <a:pt x="121" y="10"/>
                    </a:lnTo>
                    <a:lnTo>
                      <a:pt x="121" y="10"/>
                    </a:lnTo>
                    <a:lnTo>
                      <a:pt x="113" y="8"/>
                    </a:lnTo>
                    <a:lnTo>
                      <a:pt x="106" y="8"/>
                    </a:lnTo>
                    <a:lnTo>
                      <a:pt x="106" y="8"/>
                    </a:lnTo>
                    <a:lnTo>
                      <a:pt x="100" y="10"/>
                    </a:lnTo>
                    <a:lnTo>
                      <a:pt x="98" y="14"/>
                    </a:lnTo>
                    <a:lnTo>
                      <a:pt x="98" y="14"/>
                    </a:lnTo>
                    <a:lnTo>
                      <a:pt x="96" y="14"/>
                    </a:lnTo>
                    <a:lnTo>
                      <a:pt x="94" y="14"/>
                    </a:lnTo>
                    <a:lnTo>
                      <a:pt x="84" y="14"/>
                    </a:lnTo>
                    <a:lnTo>
                      <a:pt x="84" y="14"/>
                    </a:lnTo>
                    <a:lnTo>
                      <a:pt x="78" y="12"/>
                    </a:lnTo>
                    <a:lnTo>
                      <a:pt x="78" y="10"/>
                    </a:lnTo>
                    <a:lnTo>
                      <a:pt x="78" y="10"/>
                    </a:lnTo>
                    <a:lnTo>
                      <a:pt x="76" y="8"/>
                    </a:lnTo>
                    <a:lnTo>
                      <a:pt x="72" y="8"/>
                    </a:lnTo>
                    <a:lnTo>
                      <a:pt x="68" y="12"/>
                    </a:lnTo>
                    <a:lnTo>
                      <a:pt x="68" y="12"/>
                    </a:lnTo>
                    <a:lnTo>
                      <a:pt x="62" y="12"/>
                    </a:lnTo>
                    <a:lnTo>
                      <a:pt x="58" y="12"/>
                    </a:lnTo>
                    <a:lnTo>
                      <a:pt x="58" y="12"/>
                    </a:lnTo>
                    <a:lnTo>
                      <a:pt x="56" y="8"/>
                    </a:lnTo>
                    <a:lnTo>
                      <a:pt x="54" y="6"/>
                    </a:lnTo>
                    <a:lnTo>
                      <a:pt x="52" y="4"/>
                    </a:lnTo>
                    <a:lnTo>
                      <a:pt x="52" y="4"/>
                    </a:lnTo>
                    <a:lnTo>
                      <a:pt x="48" y="2"/>
                    </a:lnTo>
                    <a:lnTo>
                      <a:pt x="46" y="0"/>
                    </a:lnTo>
                    <a:lnTo>
                      <a:pt x="46" y="0"/>
                    </a:lnTo>
                    <a:lnTo>
                      <a:pt x="40" y="2"/>
                    </a:lnTo>
                    <a:lnTo>
                      <a:pt x="34" y="2"/>
                    </a:lnTo>
                    <a:lnTo>
                      <a:pt x="34" y="2"/>
                    </a:lnTo>
                    <a:lnTo>
                      <a:pt x="20" y="10"/>
                    </a:lnTo>
                    <a:lnTo>
                      <a:pt x="20" y="10"/>
                    </a:lnTo>
                    <a:lnTo>
                      <a:pt x="20" y="16"/>
                    </a:lnTo>
                    <a:lnTo>
                      <a:pt x="20" y="16"/>
                    </a:lnTo>
                    <a:lnTo>
                      <a:pt x="18" y="22"/>
                    </a:lnTo>
                    <a:lnTo>
                      <a:pt x="14" y="24"/>
                    </a:lnTo>
                    <a:lnTo>
                      <a:pt x="10" y="36"/>
                    </a:lnTo>
                    <a:lnTo>
                      <a:pt x="10" y="36"/>
                    </a:lnTo>
                    <a:lnTo>
                      <a:pt x="10" y="38"/>
                    </a:lnTo>
                    <a:lnTo>
                      <a:pt x="10" y="42"/>
                    </a:lnTo>
                    <a:lnTo>
                      <a:pt x="10" y="44"/>
                    </a:lnTo>
                    <a:lnTo>
                      <a:pt x="10" y="44"/>
                    </a:lnTo>
                    <a:lnTo>
                      <a:pt x="8" y="46"/>
                    </a:lnTo>
                    <a:lnTo>
                      <a:pt x="12" y="48"/>
                    </a:lnTo>
                    <a:lnTo>
                      <a:pt x="12" y="48"/>
                    </a:lnTo>
                    <a:lnTo>
                      <a:pt x="14" y="52"/>
                    </a:lnTo>
                    <a:lnTo>
                      <a:pt x="12" y="56"/>
                    </a:lnTo>
                    <a:lnTo>
                      <a:pt x="12" y="56"/>
                    </a:lnTo>
                    <a:lnTo>
                      <a:pt x="12" y="60"/>
                    </a:lnTo>
                    <a:lnTo>
                      <a:pt x="12" y="62"/>
                    </a:lnTo>
                    <a:lnTo>
                      <a:pt x="14" y="64"/>
                    </a:lnTo>
                    <a:lnTo>
                      <a:pt x="12" y="64"/>
                    </a:lnTo>
                    <a:lnTo>
                      <a:pt x="12" y="64"/>
                    </a:lnTo>
                    <a:lnTo>
                      <a:pt x="10" y="66"/>
                    </a:lnTo>
                    <a:lnTo>
                      <a:pt x="10" y="70"/>
                    </a:lnTo>
                    <a:lnTo>
                      <a:pt x="10" y="70"/>
                    </a:lnTo>
                    <a:lnTo>
                      <a:pt x="10" y="74"/>
                    </a:lnTo>
                    <a:lnTo>
                      <a:pt x="8" y="78"/>
                    </a:lnTo>
                    <a:lnTo>
                      <a:pt x="8" y="78"/>
                    </a:lnTo>
                    <a:lnTo>
                      <a:pt x="6" y="80"/>
                    </a:lnTo>
                    <a:lnTo>
                      <a:pt x="6" y="84"/>
                    </a:lnTo>
                    <a:lnTo>
                      <a:pt x="6" y="84"/>
                    </a:lnTo>
                    <a:lnTo>
                      <a:pt x="6" y="88"/>
                    </a:lnTo>
                    <a:lnTo>
                      <a:pt x="6" y="88"/>
                    </a:lnTo>
                    <a:lnTo>
                      <a:pt x="4" y="88"/>
                    </a:lnTo>
                    <a:lnTo>
                      <a:pt x="4" y="88"/>
                    </a:lnTo>
                    <a:lnTo>
                      <a:pt x="2" y="88"/>
                    </a:lnTo>
                    <a:lnTo>
                      <a:pt x="2" y="90"/>
                    </a:lnTo>
                    <a:lnTo>
                      <a:pt x="2" y="94"/>
                    </a:lnTo>
                    <a:lnTo>
                      <a:pt x="2" y="94"/>
                    </a:lnTo>
                    <a:lnTo>
                      <a:pt x="2" y="98"/>
                    </a:lnTo>
                    <a:lnTo>
                      <a:pt x="2" y="102"/>
                    </a:lnTo>
                    <a:lnTo>
                      <a:pt x="0" y="108"/>
                    </a:lnTo>
                    <a:lnTo>
                      <a:pt x="2" y="112"/>
                    </a:lnTo>
                    <a:lnTo>
                      <a:pt x="2" y="112"/>
                    </a:lnTo>
                    <a:lnTo>
                      <a:pt x="4" y="116"/>
                    </a:lnTo>
                    <a:lnTo>
                      <a:pt x="4" y="122"/>
                    </a:lnTo>
                    <a:lnTo>
                      <a:pt x="4" y="122"/>
                    </a:lnTo>
                    <a:lnTo>
                      <a:pt x="2" y="132"/>
                    </a:lnTo>
                    <a:lnTo>
                      <a:pt x="2" y="132"/>
                    </a:lnTo>
                    <a:lnTo>
                      <a:pt x="12" y="130"/>
                    </a:lnTo>
                    <a:lnTo>
                      <a:pt x="12" y="130"/>
                    </a:lnTo>
                    <a:lnTo>
                      <a:pt x="10" y="132"/>
                    </a:lnTo>
                    <a:lnTo>
                      <a:pt x="10" y="132"/>
                    </a:lnTo>
                    <a:lnTo>
                      <a:pt x="18" y="132"/>
                    </a:lnTo>
                    <a:lnTo>
                      <a:pt x="26" y="132"/>
                    </a:lnTo>
                    <a:lnTo>
                      <a:pt x="26" y="132"/>
                    </a:lnTo>
                    <a:lnTo>
                      <a:pt x="30" y="136"/>
                    </a:lnTo>
                    <a:lnTo>
                      <a:pt x="34" y="142"/>
                    </a:lnTo>
                    <a:lnTo>
                      <a:pt x="34" y="142"/>
                    </a:lnTo>
                    <a:lnTo>
                      <a:pt x="38" y="142"/>
                    </a:lnTo>
                    <a:lnTo>
                      <a:pt x="38" y="142"/>
                    </a:lnTo>
                    <a:lnTo>
                      <a:pt x="38" y="146"/>
                    </a:lnTo>
                    <a:lnTo>
                      <a:pt x="40" y="146"/>
                    </a:lnTo>
                    <a:lnTo>
                      <a:pt x="40" y="146"/>
                    </a:lnTo>
                    <a:lnTo>
                      <a:pt x="42" y="152"/>
                    </a:lnTo>
                    <a:lnTo>
                      <a:pt x="42" y="152"/>
                    </a:lnTo>
                    <a:lnTo>
                      <a:pt x="42" y="152"/>
                    </a:lnTo>
                    <a:lnTo>
                      <a:pt x="42" y="152"/>
                    </a:lnTo>
                    <a:lnTo>
                      <a:pt x="38" y="154"/>
                    </a:lnTo>
                    <a:lnTo>
                      <a:pt x="38" y="154"/>
                    </a:lnTo>
                    <a:lnTo>
                      <a:pt x="46" y="168"/>
                    </a:lnTo>
                    <a:lnTo>
                      <a:pt x="46" y="168"/>
                    </a:lnTo>
                    <a:lnTo>
                      <a:pt x="58" y="168"/>
                    </a:lnTo>
                    <a:lnTo>
                      <a:pt x="58" y="166"/>
                    </a:lnTo>
                    <a:lnTo>
                      <a:pt x="58" y="166"/>
                    </a:lnTo>
                    <a:lnTo>
                      <a:pt x="60" y="166"/>
                    </a:lnTo>
                    <a:lnTo>
                      <a:pt x="62" y="166"/>
                    </a:lnTo>
                    <a:lnTo>
                      <a:pt x="64" y="164"/>
                    </a:lnTo>
                    <a:lnTo>
                      <a:pt x="64" y="164"/>
                    </a:lnTo>
                    <a:lnTo>
                      <a:pt x="64" y="166"/>
                    </a:lnTo>
                    <a:lnTo>
                      <a:pt x="66" y="166"/>
                    </a:lnTo>
                    <a:lnTo>
                      <a:pt x="66" y="166"/>
                    </a:lnTo>
                    <a:lnTo>
                      <a:pt x="68" y="164"/>
                    </a:lnTo>
                    <a:lnTo>
                      <a:pt x="70" y="160"/>
                    </a:lnTo>
                    <a:lnTo>
                      <a:pt x="70" y="160"/>
                    </a:lnTo>
                    <a:lnTo>
                      <a:pt x="74" y="160"/>
                    </a:lnTo>
                    <a:lnTo>
                      <a:pt x="74" y="160"/>
                    </a:lnTo>
                    <a:lnTo>
                      <a:pt x="76" y="164"/>
                    </a:lnTo>
                    <a:lnTo>
                      <a:pt x="76" y="164"/>
                    </a:lnTo>
                    <a:lnTo>
                      <a:pt x="76" y="162"/>
                    </a:lnTo>
                    <a:lnTo>
                      <a:pt x="76" y="160"/>
                    </a:lnTo>
                    <a:lnTo>
                      <a:pt x="78" y="160"/>
                    </a:lnTo>
                    <a:lnTo>
                      <a:pt x="78"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0" name="Freeform 125">
                <a:extLst>
                  <a:ext uri="{FF2B5EF4-FFF2-40B4-BE49-F238E27FC236}">
                    <a16:creationId xmlns:a16="http://schemas.microsoft.com/office/drawing/2014/main" id="{0B1016F3-AECE-AC45-9C82-0BD8DDDC1127}"/>
                  </a:ext>
                </a:extLst>
              </p:cNvPr>
              <p:cNvSpPr>
                <a:spLocks/>
              </p:cNvSpPr>
              <p:nvPr/>
            </p:nvSpPr>
            <p:spPr bwMode="auto">
              <a:xfrm>
                <a:off x="5889645" y="3586699"/>
                <a:ext cx="420734" cy="388457"/>
              </a:xfrm>
              <a:custGeom>
                <a:avLst/>
                <a:gdLst>
                  <a:gd name="T0" fmla="*/ 191 w 215"/>
                  <a:gd name="T1" fmla="*/ 16 h 194"/>
                  <a:gd name="T2" fmla="*/ 159 w 215"/>
                  <a:gd name="T3" fmla="*/ 0 h 194"/>
                  <a:gd name="T4" fmla="*/ 78 w 215"/>
                  <a:gd name="T5" fmla="*/ 68 h 194"/>
                  <a:gd name="T6" fmla="*/ 60 w 215"/>
                  <a:gd name="T7" fmla="*/ 110 h 194"/>
                  <a:gd name="T8" fmla="*/ 56 w 215"/>
                  <a:gd name="T9" fmla="*/ 114 h 194"/>
                  <a:gd name="T10" fmla="*/ 56 w 215"/>
                  <a:gd name="T11" fmla="*/ 120 h 194"/>
                  <a:gd name="T12" fmla="*/ 46 w 215"/>
                  <a:gd name="T13" fmla="*/ 124 h 194"/>
                  <a:gd name="T14" fmla="*/ 40 w 215"/>
                  <a:gd name="T15" fmla="*/ 128 h 194"/>
                  <a:gd name="T16" fmla="*/ 28 w 215"/>
                  <a:gd name="T17" fmla="*/ 130 h 194"/>
                  <a:gd name="T18" fmla="*/ 14 w 215"/>
                  <a:gd name="T19" fmla="*/ 134 h 194"/>
                  <a:gd name="T20" fmla="*/ 10 w 215"/>
                  <a:gd name="T21" fmla="*/ 134 h 194"/>
                  <a:gd name="T22" fmla="*/ 4 w 215"/>
                  <a:gd name="T23" fmla="*/ 138 h 194"/>
                  <a:gd name="T24" fmla="*/ 0 w 215"/>
                  <a:gd name="T25" fmla="*/ 142 h 194"/>
                  <a:gd name="T26" fmla="*/ 14 w 215"/>
                  <a:gd name="T27" fmla="*/ 154 h 194"/>
                  <a:gd name="T28" fmla="*/ 20 w 215"/>
                  <a:gd name="T29" fmla="*/ 172 h 194"/>
                  <a:gd name="T30" fmla="*/ 22 w 215"/>
                  <a:gd name="T31" fmla="*/ 170 h 194"/>
                  <a:gd name="T32" fmla="*/ 24 w 215"/>
                  <a:gd name="T33" fmla="*/ 172 h 194"/>
                  <a:gd name="T34" fmla="*/ 24 w 215"/>
                  <a:gd name="T35" fmla="*/ 176 h 194"/>
                  <a:gd name="T36" fmla="*/ 26 w 215"/>
                  <a:gd name="T37" fmla="*/ 192 h 194"/>
                  <a:gd name="T38" fmla="*/ 32 w 215"/>
                  <a:gd name="T39" fmla="*/ 184 h 194"/>
                  <a:gd name="T40" fmla="*/ 38 w 215"/>
                  <a:gd name="T41" fmla="*/ 186 h 194"/>
                  <a:gd name="T42" fmla="*/ 40 w 215"/>
                  <a:gd name="T43" fmla="*/ 188 h 194"/>
                  <a:gd name="T44" fmla="*/ 48 w 215"/>
                  <a:gd name="T45" fmla="*/ 194 h 194"/>
                  <a:gd name="T46" fmla="*/ 52 w 215"/>
                  <a:gd name="T47" fmla="*/ 182 h 194"/>
                  <a:gd name="T48" fmla="*/ 58 w 215"/>
                  <a:gd name="T49" fmla="*/ 174 h 194"/>
                  <a:gd name="T50" fmla="*/ 58 w 215"/>
                  <a:gd name="T51" fmla="*/ 168 h 194"/>
                  <a:gd name="T52" fmla="*/ 72 w 215"/>
                  <a:gd name="T53" fmla="*/ 160 h 194"/>
                  <a:gd name="T54" fmla="*/ 78 w 215"/>
                  <a:gd name="T55" fmla="*/ 160 h 194"/>
                  <a:gd name="T56" fmla="*/ 84 w 215"/>
                  <a:gd name="T57" fmla="*/ 158 h 194"/>
                  <a:gd name="T58" fmla="*/ 90 w 215"/>
                  <a:gd name="T59" fmla="*/ 162 h 194"/>
                  <a:gd name="T60" fmla="*/ 92 w 215"/>
                  <a:gd name="T61" fmla="*/ 164 h 194"/>
                  <a:gd name="T62" fmla="*/ 96 w 215"/>
                  <a:gd name="T63" fmla="*/ 170 h 194"/>
                  <a:gd name="T64" fmla="*/ 100 w 215"/>
                  <a:gd name="T65" fmla="*/ 170 h 194"/>
                  <a:gd name="T66" fmla="*/ 106 w 215"/>
                  <a:gd name="T67" fmla="*/ 170 h 194"/>
                  <a:gd name="T68" fmla="*/ 114 w 215"/>
                  <a:gd name="T69" fmla="*/ 166 h 194"/>
                  <a:gd name="T70" fmla="*/ 116 w 215"/>
                  <a:gd name="T71" fmla="*/ 168 h 194"/>
                  <a:gd name="T72" fmla="*/ 122 w 215"/>
                  <a:gd name="T73" fmla="*/ 172 h 194"/>
                  <a:gd name="T74" fmla="*/ 132 w 215"/>
                  <a:gd name="T75" fmla="*/ 172 h 194"/>
                  <a:gd name="T76" fmla="*/ 136 w 215"/>
                  <a:gd name="T77" fmla="*/ 172 h 194"/>
                  <a:gd name="T78" fmla="*/ 138 w 215"/>
                  <a:gd name="T79" fmla="*/ 168 h 194"/>
                  <a:gd name="T80" fmla="*/ 144 w 215"/>
                  <a:gd name="T81" fmla="*/ 166 h 194"/>
                  <a:gd name="T82" fmla="*/ 159 w 215"/>
                  <a:gd name="T83" fmla="*/ 168 h 194"/>
                  <a:gd name="T84" fmla="*/ 167 w 215"/>
                  <a:gd name="T85" fmla="*/ 168 h 194"/>
                  <a:gd name="T86" fmla="*/ 175 w 215"/>
                  <a:gd name="T87" fmla="*/ 168 h 194"/>
                  <a:gd name="T88" fmla="*/ 179 w 215"/>
                  <a:gd name="T89" fmla="*/ 164 h 194"/>
                  <a:gd name="T90" fmla="*/ 189 w 215"/>
                  <a:gd name="T91" fmla="*/ 158 h 194"/>
                  <a:gd name="T92" fmla="*/ 211 w 215"/>
                  <a:gd name="T93" fmla="*/ 126 h 194"/>
                  <a:gd name="T94" fmla="*/ 209 w 215"/>
                  <a:gd name="T95" fmla="*/ 100 h 194"/>
                  <a:gd name="T96" fmla="*/ 211 w 215"/>
                  <a:gd name="T97" fmla="*/ 70 h 194"/>
                  <a:gd name="T98" fmla="*/ 215 w 215"/>
                  <a:gd name="T99" fmla="*/ 56 h 194"/>
                  <a:gd name="T100" fmla="*/ 215 w 215"/>
                  <a:gd name="T101" fmla="*/ 52 h 194"/>
                  <a:gd name="T102" fmla="*/ 209 w 215"/>
                  <a:gd name="T103" fmla="*/ 4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5" h="194">
                    <a:moveTo>
                      <a:pt x="201" y="8"/>
                    </a:moveTo>
                    <a:lnTo>
                      <a:pt x="191" y="16"/>
                    </a:lnTo>
                    <a:lnTo>
                      <a:pt x="191" y="18"/>
                    </a:lnTo>
                    <a:lnTo>
                      <a:pt x="159" y="0"/>
                    </a:lnTo>
                    <a:lnTo>
                      <a:pt x="86" y="54"/>
                    </a:lnTo>
                    <a:lnTo>
                      <a:pt x="78" y="68"/>
                    </a:lnTo>
                    <a:lnTo>
                      <a:pt x="58" y="72"/>
                    </a:lnTo>
                    <a:lnTo>
                      <a:pt x="60" y="110"/>
                    </a:lnTo>
                    <a:lnTo>
                      <a:pt x="56" y="114"/>
                    </a:lnTo>
                    <a:lnTo>
                      <a:pt x="56" y="114"/>
                    </a:lnTo>
                    <a:lnTo>
                      <a:pt x="56" y="120"/>
                    </a:lnTo>
                    <a:lnTo>
                      <a:pt x="56" y="120"/>
                    </a:lnTo>
                    <a:lnTo>
                      <a:pt x="54" y="124"/>
                    </a:lnTo>
                    <a:lnTo>
                      <a:pt x="46" y="124"/>
                    </a:lnTo>
                    <a:lnTo>
                      <a:pt x="46" y="124"/>
                    </a:lnTo>
                    <a:lnTo>
                      <a:pt x="40" y="128"/>
                    </a:lnTo>
                    <a:lnTo>
                      <a:pt x="28" y="130"/>
                    </a:lnTo>
                    <a:lnTo>
                      <a:pt x="28" y="130"/>
                    </a:lnTo>
                    <a:lnTo>
                      <a:pt x="22" y="132"/>
                    </a:lnTo>
                    <a:lnTo>
                      <a:pt x="14" y="134"/>
                    </a:lnTo>
                    <a:lnTo>
                      <a:pt x="14" y="134"/>
                    </a:lnTo>
                    <a:lnTo>
                      <a:pt x="10" y="134"/>
                    </a:lnTo>
                    <a:lnTo>
                      <a:pt x="6" y="134"/>
                    </a:lnTo>
                    <a:lnTo>
                      <a:pt x="4" y="138"/>
                    </a:lnTo>
                    <a:lnTo>
                      <a:pt x="2" y="136"/>
                    </a:lnTo>
                    <a:lnTo>
                      <a:pt x="0" y="142"/>
                    </a:lnTo>
                    <a:lnTo>
                      <a:pt x="4" y="148"/>
                    </a:lnTo>
                    <a:lnTo>
                      <a:pt x="14" y="154"/>
                    </a:lnTo>
                    <a:lnTo>
                      <a:pt x="14" y="158"/>
                    </a:lnTo>
                    <a:lnTo>
                      <a:pt x="20" y="172"/>
                    </a:lnTo>
                    <a:lnTo>
                      <a:pt x="20" y="172"/>
                    </a:lnTo>
                    <a:lnTo>
                      <a:pt x="22" y="170"/>
                    </a:lnTo>
                    <a:lnTo>
                      <a:pt x="24" y="172"/>
                    </a:lnTo>
                    <a:lnTo>
                      <a:pt x="24" y="172"/>
                    </a:lnTo>
                    <a:lnTo>
                      <a:pt x="24" y="172"/>
                    </a:lnTo>
                    <a:lnTo>
                      <a:pt x="24" y="176"/>
                    </a:lnTo>
                    <a:lnTo>
                      <a:pt x="22" y="178"/>
                    </a:lnTo>
                    <a:lnTo>
                      <a:pt x="26" y="192"/>
                    </a:lnTo>
                    <a:lnTo>
                      <a:pt x="32" y="184"/>
                    </a:lnTo>
                    <a:lnTo>
                      <a:pt x="32" y="184"/>
                    </a:lnTo>
                    <a:lnTo>
                      <a:pt x="34" y="184"/>
                    </a:lnTo>
                    <a:lnTo>
                      <a:pt x="38" y="186"/>
                    </a:lnTo>
                    <a:lnTo>
                      <a:pt x="38" y="186"/>
                    </a:lnTo>
                    <a:lnTo>
                      <a:pt x="40" y="188"/>
                    </a:lnTo>
                    <a:lnTo>
                      <a:pt x="40" y="190"/>
                    </a:lnTo>
                    <a:lnTo>
                      <a:pt x="48" y="194"/>
                    </a:lnTo>
                    <a:lnTo>
                      <a:pt x="52" y="182"/>
                    </a:lnTo>
                    <a:lnTo>
                      <a:pt x="52" y="182"/>
                    </a:lnTo>
                    <a:lnTo>
                      <a:pt x="56" y="180"/>
                    </a:lnTo>
                    <a:lnTo>
                      <a:pt x="58" y="174"/>
                    </a:lnTo>
                    <a:lnTo>
                      <a:pt x="58" y="174"/>
                    </a:lnTo>
                    <a:lnTo>
                      <a:pt x="58" y="168"/>
                    </a:lnTo>
                    <a:lnTo>
                      <a:pt x="58" y="168"/>
                    </a:lnTo>
                    <a:lnTo>
                      <a:pt x="72" y="160"/>
                    </a:lnTo>
                    <a:lnTo>
                      <a:pt x="72" y="160"/>
                    </a:lnTo>
                    <a:lnTo>
                      <a:pt x="78" y="160"/>
                    </a:lnTo>
                    <a:lnTo>
                      <a:pt x="84" y="158"/>
                    </a:lnTo>
                    <a:lnTo>
                      <a:pt x="84" y="158"/>
                    </a:lnTo>
                    <a:lnTo>
                      <a:pt x="86" y="160"/>
                    </a:lnTo>
                    <a:lnTo>
                      <a:pt x="90" y="162"/>
                    </a:lnTo>
                    <a:lnTo>
                      <a:pt x="90" y="162"/>
                    </a:lnTo>
                    <a:lnTo>
                      <a:pt x="92" y="164"/>
                    </a:lnTo>
                    <a:lnTo>
                      <a:pt x="94" y="166"/>
                    </a:lnTo>
                    <a:lnTo>
                      <a:pt x="96" y="170"/>
                    </a:lnTo>
                    <a:lnTo>
                      <a:pt x="96" y="170"/>
                    </a:lnTo>
                    <a:lnTo>
                      <a:pt x="100" y="170"/>
                    </a:lnTo>
                    <a:lnTo>
                      <a:pt x="106" y="170"/>
                    </a:lnTo>
                    <a:lnTo>
                      <a:pt x="106" y="170"/>
                    </a:lnTo>
                    <a:lnTo>
                      <a:pt x="110" y="166"/>
                    </a:lnTo>
                    <a:lnTo>
                      <a:pt x="114" y="166"/>
                    </a:lnTo>
                    <a:lnTo>
                      <a:pt x="116" y="168"/>
                    </a:lnTo>
                    <a:lnTo>
                      <a:pt x="116" y="168"/>
                    </a:lnTo>
                    <a:lnTo>
                      <a:pt x="116" y="170"/>
                    </a:lnTo>
                    <a:lnTo>
                      <a:pt x="122" y="172"/>
                    </a:lnTo>
                    <a:lnTo>
                      <a:pt x="122" y="172"/>
                    </a:lnTo>
                    <a:lnTo>
                      <a:pt x="132" y="172"/>
                    </a:lnTo>
                    <a:lnTo>
                      <a:pt x="134" y="172"/>
                    </a:lnTo>
                    <a:lnTo>
                      <a:pt x="136" y="172"/>
                    </a:lnTo>
                    <a:lnTo>
                      <a:pt x="136" y="172"/>
                    </a:lnTo>
                    <a:lnTo>
                      <a:pt x="138" y="168"/>
                    </a:lnTo>
                    <a:lnTo>
                      <a:pt x="144" y="166"/>
                    </a:lnTo>
                    <a:lnTo>
                      <a:pt x="144" y="166"/>
                    </a:lnTo>
                    <a:lnTo>
                      <a:pt x="151" y="166"/>
                    </a:lnTo>
                    <a:lnTo>
                      <a:pt x="159" y="168"/>
                    </a:lnTo>
                    <a:lnTo>
                      <a:pt x="159" y="168"/>
                    </a:lnTo>
                    <a:lnTo>
                      <a:pt x="167" y="168"/>
                    </a:lnTo>
                    <a:lnTo>
                      <a:pt x="175" y="168"/>
                    </a:lnTo>
                    <a:lnTo>
                      <a:pt x="175" y="168"/>
                    </a:lnTo>
                    <a:lnTo>
                      <a:pt x="177" y="166"/>
                    </a:lnTo>
                    <a:lnTo>
                      <a:pt x="179" y="164"/>
                    </a:lnTo>
                    <a:lnTo>
                      <a:pt x="181" y="162"/>
                    </a:lnTo>
                    <a:lnTo>
                      <a:pt x="189" y="158"/>
                    </a:lnTo>
                    <a:lnTo>
                      <a:pt x="189" y="144"/>
                    </a:lnTo>
                    <a:lnTo>
                      <a:pt x="211" y="126"/>
                    </a:lnTo>
                    <a:lnTo>
                      <a:pt x="211" y="126"/>
                    </a:lnTo>
                    <a:lnTo>
                      <a:pt x="209" y="100"/>
                    </a:lnTo>
                    <a:lnTo>
                      <a:pt x="211" y="70"/>
                    </a:lnTo>
                    <a:lnTo>
                      <a:pt x="211" y="70"/>
                    </a:lnTo>
                    <a:lnTo>
                      <a:pt x="211" y="62"/>
                    </a:lnTo>
                    <a:lnTo>
                      <a:pt x="215" y="56"/>
                    </a:lnTo>
                    <a:lnTo>
                      <a:pt x="215" y="56"/>
                    </a:lnTo>
                    <a:lnTo>
                      <a:pt x="215" y="52"/>
                    </a:lnTo>
                    <a:lnTo>
                      <a:pt x="213" y="48"/>
                    </a:lnTo>
                    <a:lnTo>
                      <a:pt x="209" y="42"/>
                    </a:lnTo>
                    <a:lnTo>
                      <a:pt x="201"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1" name="Freeform 131">
                <a:extLst>
                  <a:ext uri="{FF2B5EF4-FFF2-40B4-BE49-F238E27FC236}">
                    <a16:creationId xmlns:a16="http://schemas.microsoft.com/office/drawing/2014/main" id="{E9E116AF-5E08-3140-B9C2-AD0E05CD1166}"/>
                  </a:ext>
                </a:extLst>
              </p:cNvPr>
              <p:cNvSpPr>
                <a:spLocks/>
              </p:cNvSpPr>
              <p:nvPr/>
            </p:nvSpPr>
            <p:spPr bwMode="auto">
              <a:xfrm>
                <a:off x="6208620" y="4948298"/>
                <a:ext cx="348328" cy="408481"/>
              </a:xfrm>
              <a:custGeom>
                <a:avLst/>
                <a:gdLst>
                  <a:gd name="T0" fmla="*/ 2 w 178"/>
                  <a:gd name="T1" fmla="*/ 8 h 204"/>
                  <a:gd name="T2" fmla="*/ 0 w 178"/>
                  <a:gd name="T3" fmla="*/ 20 h 204"/>
                  <a:gd name="T4" fmla="*/ 6 w 178"/>
                  <a:gd name="T5" fmla="*/ 26 h 204"/>
                  <a:gd name="T6" fmla="*/ 12 w 178"/>
                  <a:gd name="T7" fmla="*/ 36 h 204"/>
                  <a:gd name="T8" fmla="*/ 16 w 178"/>
                  <a:gd name="T9" fmla="*/ 44 h 204"/>
                  <a:gd name="T10" fmla="*/ 18 w 178"/>
                  <a:gd name="T11" fmla="*/ 54 h 204"/>
                  <a:gd name="T12" fmla="*/ 22 w 178"/>
                  <a:gd name="T13" fmla="*/ 70 h 204"/>
                  <a:gd name="T14" fmla="*/ 26 w 178"/>
                  <a:gd name="T15" fmla="*/ 70 h 204"/>
                  <a:gd name="T16" fmla="*/ 28 w 178"/>
                  <a:gd name="T17" fmla="*/ 82 h 204"/>
                  <a:gd name="T18" fmla="*/ 32 w 178"/>
                  <a:gd name="T19" fmla="*/ 86 h 204"/>
                  <a:gd name="T20" fmla="*/ 36 w 178"/>
                  <a:gd name="T21" fmla="*/ 90 h 204"/>
                  <a:gd name="T22" fmla="*/ 36 w 178"/>
                  <a:gd name="T23" fmla="*/ 92 h 204"/>
                  <a:gd name="T24" fmla="*/ 38 w 178"/>
                  <a:gd name="T25" fmla="*/ 96 h 204"/>
                  <a:gd name="T26" fmla="*/ 36 w 178"/>
                  <a:gd name="T27" fmla="*/ 102 h 204"/>
                  <a:gd name="T28" fmla="*/ 36 w 178"/>
                  <a:gd name="T29" fmla="*/ 110 h 204"/>
                  <a:gd name="T30" fmla="*/ 36 w 178"/>
                  <a:gd name="T31" fmla="*/ 112 h 204"/>
                  <a:gd name="T32" fmla="*/ 38 w 178"/>
                  <a:gd name="T33" fmla="*/ 122 h 204"/>
                  <a:gd name="T34" fmla="*/ 36 w 178"/>
                  <a:gd name="T35" fmla="*/ 126 h 204"/>
                  <a:gd name="T36" fmla="*/ 42 w 178"/>
                  <a:gd name="T37" fmla="*/ 138 h 204"/>
                  <a:gd name="T38" fmla="*/ 40 w 178"/>
                  <a:gd name="T39" fmla="*/ 150 h 204"/>
                  <a:gd name="T40" fmla="*/ 42 w 178"/>
                  <a:gd name="T41" fmla="*/ 156 h 204"/>
                  <a:gd name="T42" fmla="*/ 42 w 178"/>
                  <a:gd name="T43" fmla="*/ 170 h 204"/>
                  <a:gd name="T44" fmla="*/ 44 w 178"/>
                  <a:gd name="T45" fmla="*/ 170 h 204"/>
                  <a:gd name="T46" fmla="*/ 48 w 178"/>
                  <a:gd name="T47" fmla="*/ 186 h 204"/>
                  <a:gd name="T48" fmla="*/ 58 w 178"/>
                  <a:gd name="T49" fmla="*/ 192 h 204"/>
                  <a:gd name="T50" fmla="*/ 60 w 178"/>
                  <a:gd name="T51" fmla="*/ 200 h 204"/>
                  <a:gd name="T52" fmla="*/ 62 w 178"/>
                  <a:gd name="T53" fmla="*/ 202 h 204"/>
                  <a:gd name="T54" fmla="*/ 68 w 178"/>
                  <a:gd name="T55" fmla="*/ 196 h 204"/>
                  <a:gd name="T56" fmla="*/ 74 w 178"/>
                  <a:gd name="T57" fmla="*/ 194 h 204"/>
                  <a:gd name="T58" fmla="*/ 74 w 178"/>
                  <a:gd name="T59" fmla="*/ 198 h 204"/>
                  <a:gd name="T60" fmla="*/ 76 w 178"/>
                  <a:gd name="T61" fmla="*/ 204 h 204"/>
                  <a:gd name="T62" fmla="*/ 86 w 178"/>
                  <a:gd name="T63" fmla="*/ 204 h 204"/>
                  <a:gd name="T64" fmla="*/ 92 w 178"/>
                  <a:gd name="T65" fmla="*/ 202 h 204"/>
                  <a:gd name="T66" fmla="*/ 96 w 178"/>
                  <a:gd name="T67" fmla="*/ 196 h 204"/>
                  <a:gd name="T68" fmla="*/ 104 w 178"/>
                  <a:gd name="T69" fmla="*/ 144 h 204"/>
                  <a:gd name="T70" fmla="*/ 120 w 178"/>
                  <a:gd name="T71" fmla="*/ 26 h 204"/>
                  <a:gd name="T72" fmla="*/ 160 w 178"/>
                  <a:gd name="T73" fmla="*/ 24 h 204"/>
                  <a:gd name="T74" fmla="*/ 164 w 178"/>
                  <a:gd name="T75" fmla="*/ 22 h 204"/>
                  <a:gd name="T76" fmla="*/ 168 w 178"/>
                  <a:gd name="T77" fmla="*/ 22 h 204"/>
                  <a:gd name="T78" fmla="*/ 172 w 178"/>
                  <a:gd name="T79" fmla="*/ 20 h 204"/>
                  <a:gd name="T80" fmla="*/ 178 w 178"/>
                  <a:gd name="T81" fmla="*/ 18 h 204"/>
                  <a:gd name="T82" fmla="*/ 174 w 178"/>
                  <a:gd name="T83" fmla="*/ 14 h 204"/>
                  <a:gd name="T84" fmla="*/ 168 w 178"/>
                  <a:gd name="T85" fmla="*/ 12 h 204"/>
                  <a:gd name="T86" fmla="*/ 122 w 178"/>
                  <a:gd name="T87" fmla="*/ 20 h 204"/>
                  <a:gd name="T88" fmla="*/ 112 w 178"/>
                  <a:gd name="T89" fmla="*/ 16 h 204"/>
                  <a:gd name="T90" fmla="*/ 106 w 178"/>
                  <a:gd name="T91" fmla="*/ 16 h 204"/>
                  <a:gd name="T92" fmla="*/ 102 w 178"/>
                  <a:gd name="T93" fmla="*/ 16 h 204"/>
                  <a:gd name="T94" fmla="*/ 96 w 178"/>
                  <a:gd name="T95" fmla="*/ 14 h 204"/>
                  <a:gd name="T96" fmla="*/ 92 w 178"/>
                  <a:gd name="T97" fmla="*/ 12 h 204"/>
                  <a:gd name="T98" fmla="*/ 88 w 178"/>
                  <a:gd name="T99" fmla="*/ 10 h 204"/>
                  <a:gd name="T100" fmla="*/ 26 w 178"/>
                  <a:gd name="T101" fmla="*/ 4 h 204"/>
                  <a:gd name="T102" fmla="*/ 18 w 178"/>
                  <a:gd name="T103" fmla="*/ 0 h 204"/>
                  <a:gd name="T104" fmla="*/ 14 w 178"/>
                  <a:gd name="T105" fmla="*/ 2 h 204"/>
                  <a:gd name="T106" fmla="*/ 10 w 178"/>
                  <a:gd name="T107" fmla="*/ 4 h 204"/>
                  <a:gd name="T108" fmla="*/ 0 w 178"/>
                  <a:gd name="T109" fmla="*/ 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8" h="204">
                    <a:moveTo>
                      <a:pt x="0" y="4"/>
                    </a:moveTo>
                    <a:lnTo>
                      <a:pt x="0" y="4"/>
                    </a:lnTo>
                    <a:lnTo>
                      <a:pt x="2" y="8"/>
                    </a:lnTo>
                    <a:lnTo>
                      <a:pt x="2" y="8"/>
                    </a:lnTo>
                    <a:lnTo>
                      <a:pt x="0" y="12"/>
                    </a:lnTo>
                    <a:lnTo>
                      <a:pt x="0" y="20"/>
                    </a:lnTo>
                    <a:lnTo>
                      <a:pt x="0" y="24"/>
                    </a:lnTo>
                    <a:lnTo>
                      <a:pt x="0" y="24"/>
                    </a:lnTo>
                    <a:lnTo>
                      <a:pt x="6" y="26"/>
                    </a:lnTo>
                    <a:lnTo>
                      <a:pt x="6" y="26"/>
                    </a:lnTo>
                    <a:lnTo>
                      <a:pt x="12" y="36"/>
                    </a:lnTo>
                    <a:lnTo>
                      <a:pt x="12" y="36"/>
                    </a:lnTo>
                    <a:lnTo>
                      <a:pt x="16" y="38"/>
                    </a:lnTo>
                    <a:lnTo>
                      <a:pt x="16" y="38"/>
                    </a:lnTo>
                    <a:lnTo>
                      <a:pt x="16" y="44"/>
                    </a:lnTo>
                    <a:lnTo>
                      <a:pt x="14" y="46"/>
                    </a:lnTo>
                    <a:lnTo>
                      <a:pt x="14" y="46"/>
                    </a:lnTo>
                    <a:lnTo>
                      <a:pt x="18" y="54"/>
                    </a:lnTo>
                    <a:lnTo>
                      <a:pt x="18" y="54"/>
                    </a:lnTo>
                    <a:lnTo>
                      <a:pt x="18" y="60"/>
                    </a:lnTo>
                    <a:lnTo>
                      <a:pt x="22" y="70"/>
                    </a:lnTo>
                    <a:lnTo>
                      <a:pt x="22" y="70"/>
                    </a:lnTo>
                    <a:lnTo>
                      <a:pt x="26" y="70"/>
                    </a:lnTo>
                    <a:lnTo>
                      <a:pt x="26" y="70"/>
                    </a:lnTo>
                    <a:lnTo>
                      <a:pt x="28" y="74"/>
                    </a:lnTo>
                    <a:lnTo>
                      <a:pt x="28" y="76"/>
                    </a:lnTo>
                    <a:lnTo>
                      <a:pt x="28" y="82"/>
                    </a:lnTo>
                    <a:lnTo>
                      <a:pt x="30" y="82"/>
                    </a:lnTo>
                    <a:lnTo>
                      <a:pt x="30" y="82"/>
                    </a:lnTo>
                    <a:lnTo>
                      <a:pt x="32" y="86"/>
                    </a:lnTo>
                    <a:lnTo>
                      <a:pt x="32" y="86"/>
                    </a:lnTo>
                    <a:lnTo>
                      <a:pt x="36" y="90"/>
                    </a:lnTo>
                    <a:lnTo>
                      <a:pt x="36" y="90"/>
                    </a:lnTo>
                    <a:lnTo>
                      <a:pt x="36" y="92"/>
                    </a:lnTo>
                    <a:lnTo>
                      <a:pt x="36" y="92"/>
                    </a:lnTo>
                    <a:lnTo>
                      <a:pt x="36" y="92"/>
                    </a:lnTo>
                    <a:lnTo>
                      <a:pt x="36" y="94"/>
                    </a:lnTo>
                    <a:lnTo>
                      <a:pt x="38" y="96"/>
                    </a:lnTo>
                    <a:lnTo>
                      <a:pt x="38" y="96"/>
                    </a:lnTo>
                    <a:lnTo>
                      <a:pt x="34" y="100"/>
                    </a:lnTo>
                    <a:lnTo>
                      <a:pt x="34" y="100"/>
                    </a:lnTo>
                    <a:lnTo>
                      <a:pt x="36" y="102"/>
                    </a:lnTo>
                    <a:lnTo>
                      <a:pt x="36" y="102"/>
                    </a:lnTo>
                    <a:lnTo>
                      <a:pt x="36" y="104"/>
                    </a:lnTo>
                    <a:lnTo>
                      <a:pt x="36" y="110"/>
                    </a:lnTo>
                    <a:lnTo>
                      <a:pt x="36" y="110"/>
                    </a:lnTo>
                    <a:lnTo>
                      <a:pt x="38" y="112"/>
                    </a:lnTo>
                    <a:lnTo>
                      <a:pt x="36" y="112"/>
                    </a:lnTo>
                    <a:lnTo>
                      <a:pt x="36" y="112"/>
                    </a:lnTo>
                    <a:lnTo>
                      <a:pt x="38" y="122"/>
                    </a:lnTo>
                    <a:lnTo>
                      <a:pt x="38" y="122"/>
                    </a:lnTo>
                    <a:lnTo>
                      <a:pt x="36" y="124"/>
                    </a:lnTo>
                    <a:lnTo>
                      <a:pt x="36" y="126"/>
                    </a:lnTo>
                    <a:lnTo>
                      <a:pt x="36" y="126"/>
                    </a:lnTo>
                    <a:lnTo>
                      <a:pt x="38" y="132"/>
                    </a:lnTo>
                    <a:lnTo>
                      <a:pt x="42" y="138"/>
                    </a:lnTo>
                    <a:lnTo>
                      <a:pt x="42" y="138"/>
                    </a:lnTo>
                    <a:lnTo>
                      <a:pt x="42" y="148"/>
                    </a:lnTo>
                    <a:lnTo>
                      <a:pt x="42" y="148"/>
                    </a:lnTo>
                    <a:lnTo>
                      <a:pt x="40" y="150"/>
                    </a:lnTo>
                    <a:lnTo>
                      <a:pt x="40" y="150"/>
                    </a:lnTo>
                    <a:lnTo>
                      <a:pt x="40" y="152"/>
                    </a:lnTo>
                    <a:lnTo>
                      <a:pt x="42" y="156"/>
                    </a:lnTo>
                    <a:lnTo>
                      <a:pt x="42" y="156"/>
                    </a:lnTo>
                    <a:lnTo>
                      <a:pt x="42" y="162"/>
                    </a:lnTo>
                    <a:lnTo>
                      <a:pt x="42" y="170"/>
                    </a:lnTo>
                    <a:lnTo>
                      <a:pt x="42" y="170"/>
                    </a:lnTo>
                    <a:lnTo>
                      <a:pt x="44" y="170"/>
                    </a:lnTo>
                    <a:lnTo>
                      <a:pt x="44" y="170"/>
                    </a:lnTo>
                    <a:lnTo>
                      <a:pt x="46" y="180"/>
                    </a:lnTo>
                    <a:lnTo>
                      <a:pt x="46" y="180"/>
                    </a:lnTo>
                    <a:lnTo>
                      <a:pt x="48" y="186"/>
                    </a:lnTo>
                    <a:lnTo>
                      <a:pt x="54" y="192"/>
                    </a:lnTo>
                    <a:lnTo>
                      <a:pt x="54" y="192"/>
                    </a:lnTo>
                    <a:lnTo>
                      <a:pt x="58" y="192"/>
                    </a:lnTo>
                    <a:lnTo>
                      <a:pt x="58" y="192"/>
                    </a:lnTo>
                    <a:lnTo>
                      <a:pt x="60" y="196"/>
                    </a:lnTo>
                    <a:lnTo>
                      <a:pt x="60" y="200"/>
                    </a:lnTo>
                    <a:lnTo>
                      <a:pt x="60" y="200"/>
                    </a:lnTo>
                    <a:lnTo>
                      <a:pt x="62" y="202"/>
                    </a:lnTo>
                    <a:lnTo>
                      <a:pt x="62" y="202"/>
                    </a:lnTo>
                    <a:lnTo>
                      <a:pt x="64" y="200"/>
                    </a:lnTo>
                    <a:lnTo>
                      <a:pt x="68" y="196"/>
                    </a:lnTo>
                    <a:lnTo>
                      <a:pt x="68" y="196"/>
                    </a:lnTo>
                    <a:lnTo>
                      <a:pt x="70" y="194"/>
                    </a:lnTo>
                    <a:lnTo>
                      <a:pt x="74" y="194"/>
                    </a:lnTo>
                    <a:lnTo>
                      <a:pt x="74" y="194"/>
                    </a:lnTo>
                    <a:lnTo>
                      <a:pt x="74" y="196"/>
                    </a:lnTo>
                    <a:lnTo>
                      <a:pt x="74" y="196"/>
                    </a:lnTo>
                    <a:lnTo>
                      <a:pt x="74" y="198"/>
                    </a:lnTo>
                    <a:lnTo>
                      <a:pt x="74" y="200"/>
                    </a:lnTo>
                    <a:lnTo>
                      <a:pt x="74" y="200"/>
                    </a:lnTo>
                    <a:lnTo>
                      <a:pt x="76" y="204"/>
                    </a:lnTo>
                    <a:lnTo>
                      <a:pt x="82" y="204"/>
                    </a:lnTo>
                    <a:lnTo>
                      <a:pt x="82" y="204"/>
                    </a:lnTo>
                    <a:lnTo>
                      <a:pt x="86" y="204"/>
                    </a:lnTo>
                    <a:lnTo>
                      <a:pt x="88" y="204"/>
                    </a:lnTo>
                    <a:lnTo>
                      <a:pt x="88" y="204"/>
                    </a:lnTo>
                    <a:lnTo>
                      <a:pt x="92" y="202"/>
                    </a:lnTo>
                    <a:lnTo>
                      <a:pt x="94" y="198"/>
                    </a:lnTo>
                    <a:lnTo>
                      <a:pt x="94" y="198"/>
                    </a:lnTo>
                    <a:lnTo>
                      <a:pt x="96" y="196"/>
                    </a:lnTo>
                    <a:lnTo>
                      <a:pt x="100" y="196"/>
                    </a:lnTo>
                    <a:lnTo>
                      <a:pt x="102" y="196"/>
                    </a:lnTo>
                    <a:lnTo>
                      <a:pt x="104" y="144"/>
                    </a:lnTo>
                    <a:lnTo>
                      <a:pt x="104" y="84"/>
                    </a:lnTo>
                    <a:lnTo>
                      <a:pt x="120" y="84"/>
                    </a:lnTo>
                    <a:lnTo>
                      <a:pt x="120" y="26"/>
                    </a:lnTo>
                    <a:lnTo>
                      <a:pt x="130" y="26"/>
                    </a:lnTo>
                    <a:lnTo>
                      <a:pt x="160" y="24"/>
                    </a:lnTo>
                    <a:lnTo>
                      <a:pt x="160" y="24"/>
                    </a:lnTo>
                    <a:lnTo>
                      <a:pt x="162" y="24"/>
                    </a:lnTo>
                    <a:lnTo>
                      <a:pt x="164" y="24"/>
                    </a:lnTo>
                    <a:lnTo>
                      <a:pt x="164" y="22"/>
                    </a:lnTo>
                    <a:lnTo>
                      <a:pt x="164" y="22"/>
                    </a:lnTo>
                    <a:lnTo>
                      <a:pt x="166" y="20"/>
                    </a:lnTo>
                    <a:lnTo>
                      <a:pt x="168" y="22"/>
                    </a:lnTo>
                    <a:lnTo>
                      <a:pt x="170" y="22"/>
                    </a:lnTo>
                    <a:lnTo>
                      <a:pt x="172" y="20"/>
                    </a:lnTo>
                    <a:lnTo>
                      <a:pt x="172" y="20"/>
                    </a:lnTo>
                    <a:lnTo>
                      <a:pt x="174" y="18"/>
                    </a:lnTo>
                    <a:lnTo>
                      <a:pt x="176" y="18"/>
                    </a:lnTo>
                    <a:lnTo>
                      <a:pt x="178" y="18"/>
                    </a:lnTo>
                    <a:lnTo>
                      <a:pt x="178" y="18"/>
                    </a:lnTo>
                    <a:lnTo>
                      <a:pt x="176" y="16"/>
                    </a:lnTo>
                    <a:lnTo>
                      <a:pt x="174" y="14"/>
                    </a:lnTo>
                    <a:lnTo>
                      <a:pt x="174" y="14"/>
                    </a:lnTo>
                    <a:lnTo>
                      <a:pt x="172" y="12"/>
                    </a:lnTo>
                    <a:lnTo>
                      <a:pt x="168" y="12"/>
                    </a:lnTo>
                    <a:lnTo>
                      <a:pt x="152" y="14"/>
                    </a:lnTo>
                    <a:lnTo>
                      <a:pt x="122" y="20"/>
                    </a:lnTo>
                    <a:lnTo>
                      <a:pt x="122" y="20"/>
                    </a:lnTo>
                    <a:lnTo>
                      <a:pt x="118" y="18"/>
                    </a:lnTo>
                    <a:lnTo>
                      <a:pt x="112" y="16"/>
                    </a:lnTo>
                    <a:lnTo>
                      <a:pt x="112" y="16"/>
                    </a:lnTo>
                    <a:lnTo>
                      <a:pt x="110" y="16"/>
                    </a:lnTo>
                    <a:lnTo>
                      <a:pt x="110" y="16"/>
                    </a:lnTo>
                    <a:lnTo>
                      <a:pt x="106" y="16"/>
                    </a:lnTo>
                    <a:lnTo>
                      <a:pt x="106" y="16"/>
                    </a:lnTo>
                    <a:lnTo>
                      <a:pt x="104" y="16"/>
                    </a:lnTo>
                    <a:lnTo>
                      <a:pt x="102" y="16"/>
                    </a:lnTo>
                    <a:lnTo>
                      <a:pt x="100" y="14"/>
                    </a:lnTo>
                    <a:lnTo>
                      <a:pt x="96" y="14"/>
                    </a:lnTo>
                    <a:lnTo>
                      <a:pt x="96" y="14"/>
                    </a:lnTo>
                    <a:lnTo>
                      <a:pt x="94" y="14"/>
                    </a:lnTo>
                    <a:lnTo>
                      <a:pt x="92" y="14"/>
                    </a:lnTo>
                    <a:lnTo>
                      <a:pt x="92" y="12"/>
                    </a:lnTo>
                    <a:lnTo>
                      <a:pt x="90" y="12"/>
                    </a:lnTo>
                    <a:lnTo>
                      <a:pt x="90" y="12"/>
                    </a:lnTo>
                    <a:lnTo>
                      <a:pt x="88" y="10"/>
                    </a:lnTo>
                    <a:lnTo>
                      <a:pt x="86" y="8"/>
                    </a:lnTo>
                    <a:lnTo>
                      <a:pt x="84" y="6"/>
                    </a:lnTo>
                    <a:lnTo>
                      <a:pt x="26" y="4"/>
                    </a:lnTo>
                    <a:lnTo>
                      <a:pt x="26" y="4"/>
                    </a:lnTo>
                    <a:lnTo>
                      <a:pt x="22" y="2"/>
                    </a:lnTo>
                    <a:lnTo>
                      <a:pt x="18" y="0"/>
                    </a:lnTo>
                    <a:lnTo>
                      <a:pt x="18" y="0"/>
                    </a:lnTo>
                    <a:lnTo>
                      <a:pt x="16" y="2"/>
                    </a:lnTo>
                    <a:lnTo>
                      <a:pt x="14" y="2"/>
                    </a:lnTo>
                    <a:lnTo>
                      <a:pt x="12" y="4"/>
                    </a:lnTo>
                    <a:lnTo>
                      <a:pt x="10" y="4"/>
                    </a:lnTo>
                    <a:lnTo>
                      <a:pt x="10" y="4"/>
                    </a:lnTo>
                    <a:lnTo>
                      <a:pt x="4" y="4"/>
                    </a:lnTo>
                    <a:lnTo>
                      <a:pt x="0" y="4"/>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2" name="Freeform 133">
                <a:extLst>
                  <a:ext uri="{FF2B5EF4-FFF2-40B4-BE49-F238E27FC236}">
                    <a16:creationId xmlns:a16="http://schemas.microsoft.com/office/drawing/2014/main" id="{F8DCFF97-1BC0-3743-87F5-F052F1B3E2AA}"/>
                  </a:ext>
                </a:extLst>
              </p:cNvPr>
              <p:cNvSpPr>
                <a:spLocks/>
              </p:cNvSpPr>
              <p:nvPr/>
            </p:nvSpPr>
            <p:spPr bwMode="auto">
              <a:xfrm>
                <a:off x="6690018" y="4748063"/>
                <a:ext cx="277880" cy="532625"/>
              </a:xfrm>
              <a:custGeom>
                <a:avLst/>
                <a:gdLst>
                  <a:gd name="T0" fmla="*/ 66 w 142"/>
                  <a:gd name="T1" fmla="*/ 50 h 266"/>
                  <a:gd name="T2" fmla="*/ 72 w 142"/>
                  <a:gd name="T3" fmla="*/ 62 h 266"/>
                  <a:gd name="T4" fmla="*/ 72 w 142"/>
                  <a:gd name="T5" fmla="*/ 76 h 266"/>
                  <a:gd name="T6" fmla="*/ 66 w 142"/>
                  <a:gd name="T7" fmla="*/ 82 h 266"/>
                  <a:gd name="T8" fmla="*/ 66 w 142"/>
                  <a:gd name="T9" fmla="*/ 96 h 266"/>
                  <a:gd name="T10" fmla="*/ 60 w 142"/>
                  <a:gd name="T11" fmla="*/ 102 h 266"/>
                  <a:gd name="T12" fmla="*/ 56 w 142"/>
                  <a:gd name="T13" fmla="*/ 94 h 266"/>
                  <a:gd name="T14" fmla="*/ 48 w 142"/>
                  <a:gd name="T15" fmla="*/ 80 h 266"/>
                  <a:gd name="T16" fmla="*/ 48 w 142"/>
                  <a:gd name="T17" fmla="*/ 64 h 266"/>
                  <a:gd name="T18" fmla="*/ 36 w 142"/>
                  <a:gd name="T19" fmla="*/ 66 h 266"/>
                  <a:gd name="T20" fmla="*/ 0 w 142"/>
                  <a:gd name="T21" fmla="*/ 66 h 266"/>
                  <a:gd name="T22" fmla="*/ 4 w 142"/>
                  <a:gd name="T23" fmla="*/ 74 h 266"/>
                  <a:gd name="T24" fmla="*/ 16 w 142"/>
                  <a:gd name="T25" fmla="*/ 88 h 266"/>
                  <a:gd name="T26" fmla="*/ 32 w 142"/>
                  <a:gd name="T27" fmla="*/ 98 h 266"/>
                  <a:gd name="T28" fmla="*/ 32 w 142"/>
                  <a:gd name="T29" fmla="*/ 106 h 266"/>
                  <a:gd name="T30" fmla="*/ 32 w 142"/>
                  <a:gd name="T31" fmla="*/ 122 h 266"/>
                  <a:gd name="T32" fmla="*/ 30 w 142"/>
                  <a:gd name="T33" fmla="*/ 136 h 266"/>
                  <a:gd name="T34" fmla="*/ 32 w 142"/>
                  <a:gd name="T35" fmla="*/ 144 h 266"/>
                  <a:gd name="T36" fmla="*/ 30 w 142"/>
                  <a:gd name="T37" fmla="*/ 154 h 266"/>
                  <a:gd name="T38" fmla="*/ 30 w 142"/>
                  <a:gd name="T39" fmla="*/ 168 h 266"/>
                  <a:gd name="T40" fmla="*/ 34 w 142"/>
                  <a:gd name="T41" fmla="*/ 170 h 266"/>
                  <a:gd name="T42" fmla="*/ 18 w 142"/>
                  <a:gd name="T43" fmla="*/ 194 h 266"/>
                  <a:gd name="T44" fmla="*/ 16 w 142"/>
                  <a:gd name="T45" fmla="*/ 214 h 266"/>
                  <a:gd name="T46" fmla="*/ 16 w 142"/>
                  <a:gd name="T47" fmla="*/ 236 h 266"/>
                  <a:gd name="T48" fmla="*/ 18 w 142"/>
                  <a:gd name="T49" fmla="*/ 250 h 266"/>
                  <a:gd name="T50" fmla="*/ 24 w 142"/>
                  <a:gd name="T51" fmla="*/ 256 h 266"/>
                  <a:gd name="T52" fmla="*/ 34 w 142"/>
                  <a:gd name="T53" fmla="*/ 258 h 266"/>
                  <a:gd name="T54" fmla="*/ 28 w 142"/>
                  <a:gd name="T55" fmla="*/ 252 h 266"/>
                  <a:gd name="T56" fmla="*/ 64 w 142"/>
                  <a:gd name="T57" fmla="*/ 234 h 266"/>
                  <a:gd name="T58" fmla="*/ 68 w 142"/>
                  <a:gd name="T59" fmla="*/ 224 h 266"/>
                  <a:gd name="T60" fmla="*/ 68 w 142"/>
                  <a:gd name="T61" fmla="*/ 194 h 266"/>
                  <a:gd name="T62" fmla="*/ 62 w 142"/>
                  <a:gd name="T63" fmla="*/ 168 h 266"/>
                  <a:gd name="T64" fmla="*/ 58 w 142"/>
                  <a:gd name="T65" fmla="*/ 148 h 266"/>
                  <a:gd name="T66" fmla="*/ 68 w 142"/>
                  <a:gd name="T67" fmla="*/ 138 h 266"/>
                  <a:gd name="T68" fmla="*/ 76 w 142"/>
                  <a:gd name="T69" fmla="*/ 128 h 266"/>
                  <a:gd name="T70" fmla="*/ 88 w 142"/>
                  <a:gd name="T71" fmla="*/ 118 h 266"/>
                  <a:gd name="T72" fmla="*/ 102 w 142"/>
                  <a:gd name="T73" fmla="*/ 114 h 266"/>
                  <a:gd name="T74" fmla="*/ 116 w 142"/>
                  <a:gd name="T75" fmla="*/ 108 h 266"/>
                  <a:gd name="T76" fmla="*/ 126 w 142"/>
                  <a:gd name="T77" fmla="*/ 98 h 266"/>
                  <a:gd name="T78" fmla="*/ 130 w 142"/>
                  <a:gd name="T79" fmla="*/ 90 h 266"/>
                  <a:gd name="T80" fmla="*/ 136 w 142"/>
                  <a:gd name="T81" fmla="*/ 78 h 266"/>
                  <a:gd name="T82" fmla="*/ 138 w 142"/>
                  <a:gd name="T83" fmla="*/ 72 h 266"/>
                  <a:gd name="T84" fmla="*/ 138 w 142"/>
                  <a:gd name="T85" fmla="*/ 62 h 266"/>
                  <a:gd name="T86" fmla="*/ 142 w 142"/>
                  <a:gd name="T87" fmla="*/ 46 h 266"/>
                  <a:gd name="T88" fmla="*/ 140 w 142"/>
                  <a:gd name="T89" fmla="*/ 38 h 266"/>
                  <a:gd name="T90" fmla="*/ 136 w 142"/>
                  <a:gd name="T91" fmla="*/ 6 h 266"/>
                  <a:gd name="T92" fmla="*/ 124 w 142"/>
                  <a:gd name="T93" fmla="*/ 6 h 266"/>
                  <a:gd name="T94" fmla="*/ 108 w 142"/>
                  <a:gd name="T95" fmla="*/ 12 h 266"/>
                  <a:gd name="T96" fmla="*/ 100 w 142"/>
                  <a:gd name="T97" fmla="*/ 12 h 266"/>
                  <a:gd name="T98" fmla="*/ 86 w 142"/>
                  <a:gd name="T99" fmla="*/ 18 h 266"/>
                  <a:gd name="T100" fmla="*/ 72 w 142"/>
                  <a:gd name="T101" fmla="*/ 16 h 266"/>
                  <a:gd name="T102" fmla="*/ 66 w 142"/>
                  <a:gd name="T103" fmla="*/ 16 h 266"/>
                  <a:gd name="T104" fmla="*/ 58 w 142"/>
                  <a:gd name="T105" fmla="*/ 26 h 266"/>
                  <a:gd name="T106" fmla="*/ 60 w 142"/>
                  <a:gd name="T107" fmla="*/ 3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2" h="266">
                    <a:moveTo>
                      <a:pt x="62" y="44"/>
                    </a:moveTo>
                    <a:lnTo>
                      <a:pt x="62" y="44"/>
                    </a:lnTo>
                    <a:lnTo>
                      <a:pt x="64" y="46"/>
                    </a:lnTo>
                    <a:lnTo>
                      <a:pt x="64" y="46"/>
                    </a:lnTo>
                    <a:lnTo>
                      <a:pt x="66" y="50"/>
                    </a:lnTo>
                    <a:lnTo>
                      <a:pt x="68" y="56"/>
                    </a:lnTo>
                    <a:lnTo>
                      <a:pt x="68" y="56"/>
                    </a:lnTo>
                    <a:lnTo>
                      <a:pt x="70" y="60"/>
                    </a:lnTo>
                    <a:lnTo>
                      <a:pt x="72" y="62"/>
                    </a:lnTo>
                    <a:lnTo>
                      <a:pt x="72" y="62"/>
                    </a:lnTo>
                    <a:lnTo>
                      <a:pt x="74" y="62"/>
                    </a:lnTo>
                    <a:lnTo>
                      <a:pt x="74" y="66"/>
                    </a:lnTo>
                    <a:lnTo>
                      <a:pt x="72" y="72"/>
                    </a:lnTo>
                    <a:lnTo>
                      <a:pt x="72" y="72"/>
                    </a:lnTo>
                    <a:lnTo>
                      <a:pt x="72" y="76"/>
                    </a:lnTo>
                    <a:lnTo>
                      <a:pt x="74" y="80"/>
                    </a:lnTo>
                    <a:lnTo>
                      <a:pt x="74" y="80"/>
                    </a:lnTo>
                    <a:lnTo>
                      <a:pt x="72" y="82"/>
                    </a:lnTo>
                    <a:lnTo>
                      <a:pt x="70" y="84"/>
                    </a:lnTo>
                    <a:lnTo>
                      <a:pt x="66" y="82"/>
                    </a:lnTo>
                    <a:lnTo>
                      <a:pt x="66" y="82"/>
                    </a:lnTo>
                    <a:lnTo>
                      <a:pt x="64" y="84"/>
                    </a:lnTo>
                    <a:lnTo>
                      <a:pt x="64" y="88"/>
                    </a:lnTo>
                    <a:lnTo>
                      <a:pt x="66" y="96"/>
                    </a:lnTo>
                    <a:lnTo>
                      <a:pt x="66" y="96"/>
                    </a:lnTo>
                    <a:lnTo>
                      <a:pt x="66" y="98"/>
                    </a:lnTo>
                    <a:lnTo>
                      <a:pt x="66" y="100"/>
                    </a:lnTo>
                    <a:lnTo>
                      <a:pt x="62" y="102"/>
                    </a:lnTo>
                    <a:lnTo>
                      <a:pt x="62" y="102"/>
                    </a:lnTo>
                    <a:lnTo>
                      <a:pt x="60" y="102"/>
                    </a:lnTo>
                    <a:lnTo>
                      <a:pt x="60" y="100"/>
                    </a:lnTo>
                    <a:lnTo>
                      <a:pt x="60" y="96"/>
                    </a:lnTo>
                    <a:lnTo>
                      <a:pt x="60" y="96"/>
                    </a:lnTo>
                    <a:lnTo>
                      <a:pt x="56" y="94"/>
                    </a:lnTo>
                    <a:lnTo>
                      <a:pt x="56" y="94"/>
                    </a:lnTo>
                    <a:lnTo>
                      <a:pt x="48" y="86"/>
                    </a:lnTo>
                    <a:lnTo>
                      <a:pt x="48" y="86"/>
                    </a:lnTo>
                    <a:lnTo>
                      <a:pt x="46" y="84"/>
                    </a:lnTo>
                    <a:lnTo>
                      <a:pt x="48" y="80"/>
                    </a:lnTo>
                    <a:lnTo>
                      <a:pt x="48" y="80"/>
                    </a:lnTo>
                    <a:lnTo>
                      <a:pt x="50" y="74"/>
                    </a:lnTo>
                    <a:lnTo>
                      <a:pt x="50" y="70"/>
                    </a:lnTo>
                    <a:lnTo>
                      <a:pt x="50" y="70"/>
                    </a:lnTo>
                    <a:lnTo>
                      <a:pt x="48" y="66"/>
                    </a:lnTo>
                    <a:lnTo>
                      <a:pt x="48" y="64"/>
                    </a:lnTo>
                    <a:lnTo>
                      <a:pt x="48" y="64"/>
                    </a:lnTo>
                    <a:lnTo>
                      <a:pt x="38" y="66"/>
                    </a:lnTo>
                    <a:lnTo>
                      <a:pt x="38" y="66"/>
                    </a:lnTo>
                    <a:lnTo>
                      <a:pt x="38" y="66"/>
                    </a:lnTo>
                    <a:lnTo>
                      <a:pt x="36" y="66"/>
                    </a:lnTo>
                    <a:lnTo>
                      <a:pt x="36" y="62"/>
                    </a:lnTo>
                    <a:lnTo>
                      <a:pt x="36" y="62"/>
                    </a:lnTo>
                    <a:lnTo>
                      <a:pt x="32" y="58"/>
                    </a:lnTo>
                    <a:lnTo>
                      <a:pt x="30" y="56"/>
                    </a:lnTo>
                    <a:lnTo>
                      <a:pt x="0" y="66"/>
                    </a:lnTo>
                    <a:lnTo>
                      <a:pt x="0" y="66"/>
                    </a:lnTo>
                    <a:lnTo>
                      <a:pt x="2" y="70"/>
                    </a:lnTo>
                    <a:lnTo>
                      <a:pt x="4" y="72"/>
                    </a:lnTo>
                    <a:lnTo>
                      <a:pt x="4" y="74"/>
                    </a:lnTo>
                    <a:lnTo>
                      <a:pt x="4" y="74"/>
                    </a:lnTo>
                    <a:lnTo>
                      <a:pt x="2" y="84"/>
                    </a:lnTo>
                    <a:lnTo>
                      <a:pt x="2" y="84"/>
                    </a:lnTo>
                    <a:lnTo>
                      <a:pt x="8" y="84"/>
                    </a:lnTo>
                    <a:lnTo>
                      <a:pt x="8" y="84"/>
                    </a:lnTo>
                    <a:lnTo>
                      <a:pt x="16" y="88"/>
                    </a:lnTo>
                    <a:lnTo>
                      <a:pt x="16" y="88"/>
                    </a:lnTo>
                    <a:lnTo>
                      <a:pt x="24" y="92"/>
                    </a:lnTo>
                    <a:lnTo>
                      <a:pt x="24" y="92"/>
                    </a:lnTo>
                    <a:lnTo>
                      <a:pt x="28" y="94"/>
                    </a:lnTo>
                    <a:lnTo>
                      <a:pt x="32" y="98"/>
                    </a:lnTo>
                    <a:lnTo>
                      <a:pt x="32" y="98"/>
                    </a:lnTo>
                    <a:lnTo>
                      <a:pt x="34" y="102"/>
                    </a:lnTo>
                    <a:lnTo>
                      <a:pt x="34" y="104"/>
                    </a:lnTo>
                    <a:lnTo>
                      <a:pt x="34" y="104"/>
                    </a:lnTo>
                    <a:lnTo>
                      <a:pt x="32" y="106"/>
                    </a:lnTo>
                    <a:lnTo>
                      <a:pt x="30" y="110"/>
                    </a:lnTo>
                    <a:lnTo>
                      <a:pt x="30" y="110"/>
                    </a:lnTo>
                    <a:lnTo>
                      <a:pt x="30" y="116"/>
                    </a:lnTo>
                    <a:lnTo>
                      <a:pt x="32" y="122"/>
                    </a:lnTo>
                    <a:lnTo>
                      <a:pt x="32" y="122"/>
                    </a:lnTo>
                    <a:lnTo>
                      <a:pt x="36" y="128"/>
                    </a:lnTo>
                    <a:lnTo>
                      <a:pt x="36" y="128"/>
                    </a:lnTo>
                    <a:lnTo>
                      <a:pt x="32" y="134"/>
                    </a:lnTo>
                    <a:lnTo>
                      <a:pt x="32" y="134"/>
                    </a:lnTo>
                    <a:lnTo>
                      <a:pt x="30" y="136"/>
                    </a:lnTo>
                    <a:lnTo>
                      <a:pt x="30" y="138"/>
                    </a:lnTo>
                    <a:lnTo>
                      <a:pt x="30" y="140"/>
                    </a:lnTo>
                    <a:lnTo>
                      <a:pt x="30" y="140"/>
                    </a:lnTo>
                    <a:lnTo>
                      <a:pt x="32" y="142"/>
                    </a:lnTo>
                    <a:lnTo>
                      <a:pt x="32" y="144"/>
                    </a:lnTo>
                    <a:lnTo>
                      <a:pt x="32" y="144"/>
                    </a:lnTo>
                    <a:lnTo>
                      <a:pt x="30" y="148"/>
                    </a:lnTo>
                    <a:lnTo>
                      <a:pt x="30" y="148"/>
                    </a:lnTo>
                    <a:lnTo>
                      <a:pt x="30" y="154"/>
                    </a:lnTo>
                    <a:lnTo>
                      <a:pt x="30" y="154"/>
                    </a:lnTo>
                    <a:lnTo>
                      <a:pt x="30" y="156"/>
                    </a:lnTo>
                    <a:lnTo>
                      <a:pt x="30" y="160"/>
                    </a:lnTo>
                    <a:lnTo>
                      <a:pt x="32" y="164"/>
                    </a:lnTo>
                    <a:lnTo>
                      <a:pt x="32" y="164"/>
                    </a:lnTo>
                    <a:lnTo>
                      <a:pt x="30" y="168"/>
                    </a:lnTo>
                    <a:lnTo>
                      <a:pt x="30" y="168"/>
                    </a:lnTo>
                    <a:lnTo>
                      <a:pt x="30" y="168"/>
                    </a:lnTo>
                    <a:lnTo>
                      <a:pt x="32" y="170"/>
                    </a:lnTo>
                    <a:lnTo>
                      <a:pt x="32" y="170"/>
                    </a:lnTo>
                    <a:lnTo>
                      <a:pt x="34" y="170"/>
                    </a:lnTo>
                    <a:lnTo>
                      <a:pt x="34" y="172"/>
                    </a:lnTo>
                    <a:lnTo>
                      <a:pt x="34" y="172"/>
                    </a:lnTo>
                    <a:lnTo>
                      <a:pt x="28" y="182"/>
                    </a:lnTo>
                    <a:lnTo>
                      <a:pt x="18" y="194"/>
                    </a:lnTo>
                    <a:lnTo>
                      <a:pt x="18" y="194"/>
                    </a:lnTo>
                    <a:lnTo>
                      <a:pt x="18" y="200"/>
                    </a:lnTo>
                    <a:lnTo>
                      <a:pt x="18" y="204"/>
                    </a:lnTo>
                    <a:lnTo>
                      <a:pt x="16" y="208"/>
                    </a:lnTo>
                    <a:lnTo>
                      <a:pt x="16" y="208"/>
                    </a:lnTo>
                    <a:lnTo>
                      <a:pt x="16" y="214"/>
                    </a:lnTo>
                    <a:lnTo>
                      <a:pt x="18" y="222"/>
                    </a:lnTo>
                    <a:lnTo>
                      <a:pt x="18" y="222"/>
                    </a:lnTo>
                    <a:lnTo>
                      <a:pt x="18" y="230"/>
                    </a:lnTo>
                    <a:lnTo>
                      <a:pt x="16" y="236"/>
                    </a:lnTo>
                    <a:lnTo>
                      <a:pt x="16" y="236"/>
                    </a:lnTo>
                    <a:lnTo>
                      <a:pt x="16" y="240"/>
                    </a:lnTo>
                    <a:lnTo>
                      <a:pt x="16" y="244"/>
                    </a:lnTo>
                    <a:lnTo>
                      <a:pt x="16" y="244"/>
                    </a:lnTo>
                    <a:lnTo>
                      <a:pt x="18" y="248"/>
                    </a:lnTo>
                    <a:lnTo>
                      <a:pt x="18" y="250"/>
                    </a:lnTo>
                    <a:lnTo>
                      <a:pt x="18" y="250"/>
                    </a:lnTo>
                    <a:lnTo>
                      <a:pt x="22" y="252"/>
                    </a:lnTo>
                    <a:lnTo>
                      <a:pt x="24" y="254"/>
                    </a:lnTo>
                    <a:lnTo>
                      <a:pt x="24" y="256"/>
                    </a:lnTo>
                    <a:lnTo>
                      <a:pt x="24" y="256"/>
                    </a:lnTo>
                    <a:lnTo>
                      <a:pt x="22" y="264"/>
                    </a:lnTo>
                    <a:lnTo>
                      <a:pt x="32" y="266"/>
                    </a:lnTo>
                    <a:lnTo>
                      <a:pt x="32" y="266"/>
                    </a:lnTo>
                    <a:lnTo>
                      <a:pt x="34" y="258"/>
                    </a:lnTo>
                    <a:lnTo>
                      <a:pt x="34" y="258"/>
                    </a:lnTo>
                    <a:lnTo>
                      <a:pt x="30" y="258"/>
                    </a:lnTo>
                    <a:lnTo>
                      <a:pt x="28" y="256"/>
                    </a:lnTo>
                    <a:lnTo>
                      <a:pt x="28" y="256"/>
                    </a:lnTo>
                    <a:lnTo>
                      <a:pt x="28" y="252"/>
                    </a:lnTo>
                    <a:lnTo>
                      <a:pt x="28" y="252"/>
                    </a:lnTo>
                    <a:lnTo>
                      <a:pt x="32" y="248"/>
                    </a:lnTo>
                    <a:lnTo>
                      <a:pt x="38" y="246"/>
                    </a:lnTo>
                    <a:lnTo>
                      <a:pt x="48" y="242"/>
                    </a:lnTo>
                    <a:lnTo>
                      <a:pt x="58" y="236"/>
                    </a:lnTo>
                    <a:lnTo>
                      <a:pt x="64" y="234"/>
                    </a:lnTo>
                    <a:lnTo>
                      <a:pt x="68" y="230"/>
                    </a:lnTo>
                    <a:lnTo>
                      <a:pt x="68" y="230"/>
                    </a:lnTo>
                    <a:lnTo>
                      <a:pt x="70" y="228"/>
                    </a:lnTo>
                    <a:lnTo>
                      <a:pt x="70" y="228"/>
                    </a:lnTo>
                    <a:lnTo>
                      <a:pt x="68" y="224"/>
                    </a:lnTo>
                    <a:lnTo>
                      <a:pt x="68" y="220"/>
                    </a:lnTo>
                    <a:lnTo>
                      <a:pt x="68" y="220"/>
                    </a:lnTo>
                    <a:lnTo>
                      <a:pt x="68" y="208"/>
                    </a:lnTo>
                    <a:lnTo>
                      <a:pt x="68" y="194"/>
                    </a:lnTo>
                    <a:lnTo>
                      <a:pt x="68" y="194"/>
                    </a:lnTo>
                    <a:lnTo>
                      <a:pt x="62" y="182"/>
                    </a:lnTo>
                    <a:lnTo>
                      <a:pt x="62" y="182"/>
                    </a:lnTo>
                    <a:lnTo>
                      <a:pt x="62" y="174"/>
                    </a:lnTo>
                    <a:lnTo>
                      <a:pt x="62" y="168"/>
                    </a:lnTo>
                    <a:lnTo>
                      <a:pt x="62" y="168"/>
                    </a:lnTo>
                    <a:lnTo>
                      <a:pt x="58" y="166"/>
                    </a:lnTo>
                    <a:lnTo>
                      <a:pt x="58" y="166"/>
                    </a:lnTo>
                    <a:lnTo>
                      <a:pt x="56" y="158"/>
                    </a:lnTo>
                    <a:lnTo>
                      <a:pt x="58" y="148"/>
                    </a:lnTo>
                    <a:lnTo>
                      <a:pt x="58" y="148"/>
                    </a:lnTo>
                    <a:lnTo>
                      <a:pt x="64" y="146"/>
                    </a:lnTo>
                    <a:lnTo>
                      <a:pt x="64" y="146"/>
                    </a:lnTo>
                    <a:lnTo>
                      <a:pt x="66" y="142"/>
                    </a:lnTo>
                    <a:lnTo>
                      <a:pt x="68" y="138"/>
                    </a:lnTo>
                    <a:lnTo>
                      <a:pt x="68" y="138"/>
                    </a:lnTo>
                    <a:lnTo>
                      <a:pt x="70" y="136"/>
                    </a:lnTo>
                    <a:lnTo>
                      <a:pt x="74" y="136"/>
                    </a:lnTo>
                    <a:lnTo>
                      <a:pt x="74" y="136"/>
                    </a:lnTo>
                    <a:lnTo>
                      <a:pt x="76" y="132"/>
                    </a:lnTo>
                    <a:lnTo>
                      <a:pt x="76" y="128"/>
                    </a:lnTo>
                    <a:lnTo>
                      <a:pt x="76" y="120"/>
                    </a:lnTo>
                    <a:lnTo>
                      <a:pt x="76" y="120"/>
                    </a:lnTo>
                    <a:lnTo>
                      <a:pt x="88" y="120"/>
                    </a:lnTo>
                    <a:lnTo>
                      <a:pt x="88" y="120"/>
                    </a:lnTo>
                    <a:lnTo>
                      <a:pt x="88" y="118"/>
                    </a:lnTo>
                    <a:lnTo>
                      <a:pt x="88" y="118"/>
                    </a:lnTo>
                    <a:lnTo>
                      <a:pt x="96" y="118"/>
                    </a:lnTo>
                    <a:lnTo>
                      <a:pt x="96" y="116"/>
                    </a:lnTo>
                    <a:lnTo>
                      <a:pt x="96" y="116"/>
                    </a:lnTo>
                    <a:lnTo>
                      <a:pt x="102" y="114"/>
                    </a:lnTo>
                    <a:lnTo>
                      <a:pt x="102" y="114"/>
                    </a:lnTo>
                    <a:lnTo>
                      <a:pt x="104" y="110"/>
                    </a:lnTo>
                    <a:lnTo>
                      <a:pt x="104" y="110"/>
                    </a:lnTo>
                    <a:lnTo>
                      <a:pt x="110" y="110"/>
                    </a:lnTo>
                    <a:lnTo>
                      <a:pt x="116" y="108"/>
                    </a:lnTo>
                    <a:lnTo>
                      <a:pt x="116" y="108"/>
                    </a:lnTo>
                    <a:lnTo>
                      <a:pt x="120" y="104"/>
                    </a:lnTo>
                    <a:lnTo>
                      <a:pt x="122" y="100"/>
                    </a:lnTo>
                    <a:lnTo>
                      <a:pt x="122" y="100"/>
                    </a:lnTo>
                    <a:lnTo>
                      <a:pt x="126" y="98"/>
                    </a:lnTo>
                    <a:lnTo>
                      <a:pt x="130" y="96"/>
                    </a:lnTo>
                    <a:lnTo>
                      <a:pt x="130" y="96"/>
                    </a:lnTo>
                    <a:lnTo>
                      <a:pt x="130" y="92"/>
                    </a:lnTo>
                    <a:lnTo>
                      <a:pt x="130" y="90"/>
                    </a:lnTo>
                    <a:lnTo>
                      <a:pt x="130" y="90"/>
                    </a:lnTo>
                    <a:lnTo>
                      <a:pt x="136" y="86"/>
                    </a:lnTo>
                    <a:lnTo>
                      <a:pt x="136" y="86"/>
                    </a:lnTo>
                    <a:lnTo>
                      <a:pt x="136" y="84"/>
                    </a:lnTo>
                    <a:lnTo>
                      <a:pt x="136" y="82"/>
                    </a:lnTo>
                    <a:lnTo>
                      <a:pt x="136" y="78"/>
                    </a:lnTo>
                    <a:lnTo>
                      <a:pt x="136" y="78"/>
                    </a:lnTo>
                    <a:lnTo>
                      <a:pt x="140" y="76"/>
                    </a:lnTo>
                    <a:lnTo>
                      <a:pt x="140" y="76"/>
                    </a:lnTo>
                    <a:lnTo>
                      <a:pt x="140" y="72"/>
                    </a:lnTo>
                    <a:lnTo>
                      <a:pt x="138" y="72"/>
                    </a:lnTo>
                    <a:lnTo>
                      <a:pt x="138" y="72"/>
                    </a:lnTo>
                    <a:lnTo>
                      <a:pt x="136" y="68"/>
                    </a:lnTo>
                    <a:lnTo>
                      <a:pt x="136" y="66"/>
                    </a:lnTo>
                    <a:lnTo>
                      <a:pt x="136" y="66"/>
                    </a:lnTo>
                    <a:lnTo>
                      <a:pt x="138" y="62"/>
                    </a:lnTo>
                    <a:lnTo>
                      <a:pt x="138" y="56"/>
                    </a:lnTo>
                    <a:lnTo>
                      <a:pt x="140" y="50"/>
                    </a:lnTo>
                    <a:lnTo>
                      <a:pt x="140" y="46"/>
                    </a:lnTo>
                    <a:lnTo>
                      <a:pt x="140" y="46"/>
                    </a:lnTo>
                    <a:lnTo>
                      <a:pt x="142" y="46"/>
                    </a:lnTo>
                    <a:lnTo>
                      <a:pt x="142" y="44"/>
                    </a:lnTo>
                    <a:lnTo>
                      <a:pt x="142" y="44"/>
                    </a:lnTo>
                    <a:lnTo>
                      <a:pt x="142" y="44"/>
                    </a:lnTo>
                    <a:lnTo>
                      <a:pt x="140" y="42"/>
                    </a:lnTo>
                    <a:lnTo>
                      <a:pt x="140" y="38"/>
                    </a:lnTo>
                    <a:lnTo>
                      <a:pt x="140" y="32"/>
                    </a:lnTo>
                    <a:lnTo>
                      <a:pt x="140" y="32"/>
                    </a:lnTo>
                    <a:lnTo>
                      <a:pt x="138" y="18"/>
                    </a:lnTo>
                    <a:lnTo>
                      <a:pt x="138" y="10"/>
                    </a:lnTo>
                    <a:lnTo>
                      <a:pt x="136" y="6"/>
                    </a:lnTo>
                    <a:lnTo>
                      <a:pt x="136" y="6"/>
                    </a:lnTo>
                    <a:lnTo>
                      <a:pt x="138" y="0"/>
                    </a:lnTo>
                    <a:lnTo>
                      <a:pt x="138" y="0"/>
                    </a:lnTo>
                    <a:lnTo>
                      <a:pt x="124" y="6"/>
                    </a:lnTo>
                    <a:lnTo>
                      <a:pt x="124" y="6"/>
                    </a:lnTo>
                    <a:lnTo>
                      <a:pt x="120" y="8"/>
                    </a:lnTo>
                    <a:lnTo>
                      <a:pt x="114" y="8"/>
                    </a:lnTo>
                    <a:lnTo>
                      <a:pt x="114" y="8"/>
                    </a:lnTo>
                    <a:lnTo>
                      <a:pt x="110" y="10"/>
                    </a:lnTo>
                    <a:lnTo>
                      <a:pt x="108" y="12"/>
                    </a:lnTo>
                    <a:lnTo>
                      <a:pt x="108" y="12"/>
                    </a:lnTo>
                    <a:lnTo>
                      <a:pt x="104" y="14"/>
                    </a:lnTo>
                    <a:lnTo>
                      <a:pt x="102" y="12"/>
                    </a:lnTo>
                    <a:lnTo>
                      <a:pt x="102" y="12"/>
                    </a:lnTo>
                    <a:lnTo>
                      <a:pt x="100" y="12"/>
                    </a:lnTo>
                    <a:lnTo>
                      <a:pt x="100" y="14"/>
                    </a:lnTo>
                    <a:lnTo>
                      <a:pt x="96" y="16"/>
                    </a:lnTo>
                    <a:lnTo>
                      <a:pt x="96" y="16"/>
                    </a:lnTo>
                    <a:lnTo>
                      <a:pt x="86" y="18"/>
                    </a:lnTo>
                    <a:lnTo>
                      <a:pt x="86" y="18"/>
                    </a:lnTo>
                    <a:lnTo>
                      <a:pt x="78" y="20"/>
                    </a:lnTo>
                    <a:lnTo>
                      <a:pt x="78" y="20"/>
                    </a:lnTo>
                    <a:lnTo>
                      <a:pt x="74" y="20"/>
                    </a:lnTo>
                    <a:lnTo>
                      <a:pt x="74" y="18"/>
                    </a:lnTo>
                    <a:lnTo>
                      <a:pt x="72" y="16"/>
                    </a:lnTo>
                    <a:lnTo>
                      <a:pt x="70" y="14"/>
                    </a:lnTo>
                    <a:lnTo>
                      <a:pt x="70" y="14"/>
                    </a:lnTo>
                    <a:lnTo>
                      <a:pt x="68" y="14"/>
                    </a:lnTo>
                    <a:lnTo>
                      <a:pt x="66" y="16"/>
                    </a:lnTo>
                    <a:lnTo>
                      <a:pt x="66" y="16"/>
                    </a:lnTo>
                    <a:lnTo>
                      <a:pt x="60" y="18"/>
                    </a:lnTo>
                    <a:lnTo>
                      <a:pt x="60" y="18"/>
                    </a:lnTo>
                    <a:lnTo>
                      <a:pt x="58" y="22"/>
                    </a:lnTo>
                    <a:lnTo>
                      <a:pt x="58" y="26"/>
                    </a:lnTo>
                    <a:lnTo>
                      <a:pt x="58" y="26"/>
                    </a:lnTo>
                    <a:lnTo>
                      <a:pt x="62" y="30"/>
                    </a:lnTo>
                    <a:lnTo>
                      <a:pt x="62" y="30"/>
                    </a:lnTo>
                    <a:lnTo>
                      <a:pt x="60" y="34"/>
                    </a:lnTo>
                    <a:lnTo>
                      <a:pt x="60" y="38"/>
                    </a:lnTo>
                    <a:lnTo>
                      <a:pt x="60" y="38"/>
                    </a:lnTo>
                    <a:lnTo>
                      <a:pt x="62" y="44"/>
                    </a:lnTo>
                    <a:lnTo>
                      <a:pt x="62" y="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3" name="Freeform 134">
                <a:extLst>
                  <a:ext uri="{FF2B5EF4-FFF2-40B4-BE49-F238E27FC236}">
                    <a16:creationId xmlns:a16="http://schemas.microsoft.com/office/drawing/2014/main" id="{55785575-F014-A140-A9C2-90B61BA6DDD4}"/>
                  </a:ext>
                </a:extLst>
              </p:cNvPr>
              <p:cNvSpPr>
                <a:spLocks/>
              </p:cNvSpPr>
              <p:nvPr/>
            </p:nvSpPr>
            <p:spPr bwMode="auto">
              <a:xfrm>
                <a:off x="5572628" y="3150185"/>
                <a:ext cx="293535" cy="300353"/>
              </a:xfrm>
              <a:custGeom>
                <a:avLst/>
                <a:gdLst>
                  <a:gd name="T0" fmla="*/ 136 w 150"/>
                  <a:gd name="T1" fmla="*/ 14 h 150"/>
                  <a:gd name="T2" fmla="*/ 130 w 150"/>
                  <a:gd name="T3" fmla="*/ 8 h 150"/>
                  <a:gd name="T4" fmla="*/ 126 w 150"/>
                  <a:gd name="T5" fmla="*/ 10 h 150"/>
                  <a:gd name="T6" fmla="*/ 118 w 150"/>
                  <a:gd name="T7" fmla="*/ 12 h 150"/>
                  <a:gd name="T8" fmla="*/ 108 w 150"/>
                  <a:gd name="T9" fmla="*/ 12 h 150"/>
                  <a:gd name="T10" fmla="*/ 100 w 150"/>
                  <a:gd name="T11" fmla="*/ 12 h 150"/>
                  <a:gd name="T12" fmla="*/ 96 w 150"/>
                  <a:gd name="T13" fmla="*/ 0 h 150"/>
                  <a:gd name="T14" fmla="*/ 86 w 150"/>
                  <a:gd name="T15" fmla="*/ 6 h 150"/>
                  <a:gd name="T16" fmla="*/ 84 w 150"/>
                  <a:gd name="T17" fmla="*/ 14 h 150"/>
                  <a:gd name="T18" fmla="*/ 82 w 150"/>
                  <a:gd name="T19" fmla="*/ 22 h 150"/>
                  <a:gd name="T20" fmla="*/ 76 w 150"/>
                  <a:gd name="T21" fmla="*/ 30 h 150"/>
                  <a:gd name="T22" fmla="*/ 74 w 150"/>
                  <a:gd name="T23" fmla="*/ 36 h 150"/>
                  <a:gd name="T24" fmla="*/ 58 w 150"/>
                  <a:gd name="T25" fmla="*/ 48 h 150"/>
                  <a:gd name="T26" fmla="*/ 46 w 150"/>
                  <a:gd name="T27" fmla="*/ 54 h 150"/>
                  <a:gd name="T28" fmla="*/ 40 w 150"/>
                  <a:gd name="T29" fmla="*/ 68 h 150"/>
                  <a:gd name="T30" fmla="*/ 34 w 150"/>
                  <a:gd name="T31" fmla="*/ 76 h 150"/>
                  <a:gd name="T32" fmla="*/ 34 w 150"/>
                  <a:gd name="T33" fmla="*/ 86 h 150"/>
                  <a:gd name="T34" fmla="*/ 36 w 150"/>
                  <a:gd name="T35" fmla="*/ 110 h 150"/>
                  <a:gd name="T36" fmla="*/ 32 w 150"/>
                  <a:gd name="T37" fmla="*/ 118 h 150"/>
                  <a:gd name="T38" fmla="*/ 22 w 150"/>
                  <a:gd name="T39" fmla="*/ 134 h 150"/>
                  <a:gd name="T40" fmla="*/ 18 w 150"/>
                  <a:gd name="T41" fmla="*/ 134 h 150"/>
                  <a:gd name="T42" fmla="*/ 10 w 150"/>
                  <a:gd name="T43" fmla="*/ 144 h 150"/>
                  <a:gd name="T44" fmla="*/ 0 w 150"/>
                  <a:gd name="T45" fmla="*/ 150 h 150"/>
                  <a:gd name="T46" fmla="*/ 58 w 150"/>
                  <a:gd name="T47" fmla="*/ 134 h 150"/>
                  <a:gd name="T48" fmla="*/ 62 w 150"/>
                  <a:gd name="T49" fmla="*/ 130 h 150"/>
                  <a:gd name="T50" fmla="*/ 72 w 150"/>
                  <a:gd name="T51" fmla="*/ 120 h 150"/>
                  <a:gd name="T52" fmla="*/ 86 w 150"/>
                  <a:gd name="T53" fmla="*/ 116 h 150"/>
                  <a:gd name="T54" fmla="*/ 92 w 150"/>
                  <a:gd name="T55" fmla="*/ 112 h 150"/>
                  <a:gd name="T56" fmla="*/ 100 w 150"/>
                  <a:gd name="T57" fmla="*/ 108 h 150"/>
                  <a:gd name="T58" fmla="*/ 110 w 150"/>
                  <a:gd name="T59" fmla="*/ 104 h 150"/>
                  <a:gd name="T60" fmla="*/ 120 w 150"/>
                  <a:gd name="T61" fmla="*/ 88 h 150"/>
                  <a:gd name="T62" fmla="*/ 128 w 150"/>
                  <a:gd name="T63" fmla="*/ 84 h 150"/>
                  <a:gd name="T64" fmla="*/ 132 w 150"/>
                  <a:gd name="T65" fmla="*/ 76 h 150"/>
                  <a:gd name="T66" fmla="*/ 134 w 150"/>
                  <a:gd name="T67" fmla="*/ 72 h 150"/>
                  <a:gd name="T68" fmla="*/ 138 w 150"/>
                  <a:gd name="T69" fmla="*/ 68 h 150"/>
                  <a:gd name="T70" fmla="*/ 148 w 150"/>
                  <a:gd name="T71" fmla="*/ 60 h 150"/>
                  <a:gd name="T72" fmla="*/ 148 w 150"/>
                  <a:gd name="T73" fmla="*/ 56 h 150"/>
                  <a:gd name="T74" fmla="*/ 144 w 150"/>
                  <a:gd name="T75" fmla="*/ 48 h 150"/>
                  <a:gd name="T76" fmla="*/ 142 w 150"/>
                  <a:gd name="T77" fmla="*/ 40 h 150"/>
                  <a:gd name="T78" fmla="*/ 138 w 150"/>
                  <a:gd name="T79" fmla="*/ 34 h 150"/>
                  <a:gd name="T80" fmla="*/ 140 w 150"/>
                  <a:gd name="T81" fmla="*/ 24 h 150"/>
                  <a:gd name="T82" fmla="*/ 138 w 150"/>
                  <a:gd name="T83" fmla="*/ 16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150">
                    <a:moveTo>
                      <a:pt x="136" y="14"/>
                    </a:moveTo>
                    <a:lnTo>
                      <a:pt x="136" y="14"/>
                    </a:lnTo>
                    <a:lnTo>
                      <a:pt x="136" y="14"/>
                    </a:lnTo>
                    <a:lnTo>
                      <a:pt x="130" y="12"/>
                    </a:lnTo>
                    <a:lnTo>
                      <a:pt x="130" y="12"/>
                    </a:lnTo>
                    <a:lnTo>
                      <a:pt x="130" y="8"/>
                    </a:lnTo>
                    <a:lnTo>
                      <a:pt x="128" y="8"/>
                    </a:lnTo>
                    <a:lnTo>
                      <a:pt x="128" y="8"/>
                    </a:lnTo>
                    <a:lnTo>
                      <a:pt x="126" y="10"/>
                    </a:lnTo>
                    <a:lnTo>
                      <a:pt x="124" y="12"/>
                    </a:lnTo>
                    <a:lnTo>
                      <a:pt x="124" y="12"/>
                    </a:lnTo>
                    <a:lnTo>
                      <a:pt x="118" y="12"/>
                    </a:lnTo>
                    <a:lnTo>
                      <a:pt x="112" y="12"/>
                    </a:lnTo>
                    <a:lnTo>
                      <a:pt x="112" y="12"/>
                    </a:lnTo>
                    <a:lnTo>
                      <a:pt x="108" y="12"/>
                    </a:lnTo>
                    <a:lnTo>
                      <a:pt x="104" y="14"/>
                    </a:lnTo>
                    <a:lnTo>
                      <a:pt x="104" y="14"/>
                    </a:lnTo>
                    <a:lnTo>
                      <a:pt x="100" y="12"/>
                    </a:lnTo>
                    <a:lnTo>
                      <a:pt x="98" y="8"/>
                    </a:lnTo>
                    <a:lnTo>
                      <a:pt x="96" y="0"/>
                    </a:lnTo>
                    <a:lnTo>
                      <a:pt x="96" y="0"/>
                    </a:lnTo>
                    <a:lnTo>
                      <a:pt x="92" y="0"/>
                    </a:lnTo>
                    <a:lnTo>
                      <a:pt x="92" y="0"/>
                    </a:lnTo>
                    <a:lnTo>
                      <a:pt x="86" y="6"/>
                    </a:lnTo>
                    <a:lnTo>
                      <a:pt x="86" y="6"/>
                    </a:lnTo>
                    <a:lnTo>
                      <a:pt x="86" y="10"/>
                    </a:lnTo>
                    <a:lnTo>
                      <a:pt x="84" y="14"/>
                    </a:lnTo>
                    <a:lnTo>
                      <a:pt x="82" y="16"/>
                    </a:lnTo>
                    <a:lnTo>
                      <a:pt x="82" y="16"/>
                    </a:lnTo>
                    <a:lnTo>
                      <a:pt x="82" y="22"/>
                    </a:lnTo>
                    <a:lnTo>
                      <a:pt x="82" y="22"/>
                    </a:lnTo>
                    <a:lnTo>
                      <a:pt x="80" y="26"/>
                    </a:lnTo>
                    <a:lnTo>
                      <a:pt x="76" y="30"/>
                    </a:lnTo>
                    <a:lnTo>
                      <a:pt x="76" y="30"/>
                    </a:lnTo>
                    <a:lnTo>
                      <a:pt x="74" y="36"/>
                    </a:lnTo>
                    <a:lnTo>
                      <a:pt x="74" y="36"/>
                    </a:lnTo>
                    <a:lnTo>
                      <a:pt x="68" y="42"/>
                    </a:lnTo>
                    <a:lnTo>
                      <a:pt x="58" y="48"/>
                    </a:lnTo>
                    <a:lnTo>
                      <a:pt x="58" y="48"/>
                    </a:lnTo>
                    <a:lnTo>
                      <a:pt x="54" y="48"/>
                    </a:lnTo>
                    <a:lnTo>
                      <a:pt x="54" y="48"/>
                    </a:lnTo>
                    <a:lnTo>
                      <a:pt x="46" y="54"/>
                    </a:lnTo>
                    <a:lnTo>
                      <a:pt x="40" y="60"/>
                    </a:lnTo>
                    <a:lnTo>
                      <a:pt x="40" y="60"/>
                    </a:lnTo>
                    <a:lnTo>
                      <a:pt x="40" y="68"/>
                    </a:lnTo>
                    <a:lnTo>
                      <a:pt x="40" y="68"/>
                    </a:lnTo>
                    <a:lnTo>
                      <a:pt x="38" y="72"/>
                    </a:lnTo>
                    <a:lnTo>
                      <a:pt x="34" y="76"/>
                    </a:lnTo>
                    <a:lnTo>
                      <a:pt x="34" y="76"/>
                    </a:lnTo>
                    <a:lnTo>
                      <a:pt x="34" y="80"/>
                    </a:lnTo>
                    <a:lnTo>
                      <a:pt x="34" y="86"/>
                    </a:lnTo>
                    <a:lnTo>
                      <a:pt x="36" y="96"/>
                    </a:lnTo>
                    <a:lnTo>
                      <a:pt x="36" y="106"/>
                    </a:lnTo>
                    <a:lnTo>
                      <a:pt x="36" y="110"/>
                    </a:lnTo>
                    <a:lnTo>
                      <a:pt x="34" y="116"/>
                    </a:lnTo>
                    <a:lnTo>
                      <a:pt x="34" y="116"/>
                    </a:lnTo>
                    <a:lnTo>
                      <a:pt x="32" y="118"/>
                    </a:lnTo>
                    <a:lnTo>
                      <a:pt x="32" y="118"/>
                    </a:lnTo>
                    <a:lnTo>
                      <a:pt x="26" y="126"/>
                    </a:lnTo>
                    <a:lnTo>
                      <a:pt x="22" y="134"/>
                    </a:lnTo>
                    <a:lnTo>
                      <a:pt x="22" y="134"/>
                    </a:lnTo>
                    <a:lnTo>
                      <a:pt x="18" y="134"/>
                    </a:lnTo>
                    <a:lnTo>
                      <a:pt x="18" y="134"/>
                    </a:lnTo>
                    <a:lnTo>
                      <a:pt x="14" y="140"/>
                    </a:lnTo>
                    <a:lnTo>
                      <a:pt x="10" y="144"/>
                    </a:lnTo>
                    <a:lnTo>
                      <a:pt x="10" y="144"/>
                    </a:lnTo>
                    <a:lnTo>
                      <a:pt x="4" y="146"/>
                    </a:lnTo>
                    <a:lnTo>
                      <a:pt x="4" y="146"/>
                    </a:lnTo>
                    <a:lnTo>
                      <a:pt x="0" y="150"/>
                    </a:lnTo>
                    <a:lnTo>
                      <a:pt x="58" y="148"/>
                    </a:lnTo>
                    <a:lnTo>
                      <a:pt x="58" y="134"/>
                    </a:lnTo>
                    <a:lnTo>
                      <a:pt x="58" y="134"/>
                    </a:lnTo>
                    <a:lnTo>
                      <a:pt x="58" y="134"/>
                    </a:lnTo>
                    <a:lnTo>
                      <a:pt x="62" y="130"/>
                    </a:lnTo>
                    <a:lnTo>
                      <a:pt x="62" y="130"/>
                    </a:lnTo>
                    <a:lnTo>
                      <a:pt x="68" y="122"/>
                    </a:lnTo>
                    <a:lnTo>
                      <a:pt x="68" y="122"/>
                    </a:lnTo>
                    <a:lnTo>
                      <a:pt x="72" y="120"/>
                    </a:lnTo>
                    <a:lnTo>
                      <a:pt x="78" y="118"/>
                    </a:lnTo>
                    <a:lnTo>
                      <a:pt x="78" y="118"/>
                    </a:lnTo>
                    <a:lnTo>
                      <a:pt x="86" y="116"/>
                    </a:lnTo>
                    <a:lnTo>
                      <a:pt x="90" y="114"/>
                    </a:lnTo>
                    <a:lnTo>
                      <a:pt x="92" y="112"/>
                    </a:lnTo>
                    <a:lnTo>
                      <a:pt x="92" y="112"/>
                    </a:lnTo>
                    <a:lnTo>
                      <a:pt x="96" y="108"/>
                    </a:lnTo>
                    <a:lnTo>
                      <a:pt x="100" y="108"/>
                    </a:lnTo>
                    <a:lnTo>
                      <a:pt x="100" y="108"/>
                    </a:lnTo>
                    <a:lnTo>
                      <a:pt x="106" y="106"/>
                    </a:lnTo>
                    <a:lnTo>
                      <a:pt x="110" y="104"/>
                    </a:lnTo>
                    <a:lnTo>
                      <a:pt x="110" y="104"/>
                    </a:lnTo>
                    <a:lnTo>
                      <a:pt x="114" y="100"/>
                    </a:lnTo>
                    <a:lnTo>
                      <a:pt x="116" y="94"/>
                    </a:lnTo>
                    <a:lnTo>
                      <a:pt x="120" y="88"/>
                    </a:lnTo>
                    <a:lnTo>
                      <a:pt x="120" y="88"/>
                    </a:lnTo>
                    <a:lnTo>
                      <a:pt x="122" y="88"/>
                    </a:lnTo>
                    <a:lnTo>
                      <a:pt x="128" y="84"/>
                    </a:lnTo>
                    <a:lnTo>
                      <a:pt x="128" y="84"/>
                    </a:lnTo>
                    <a:lnTo>
                      <a:pt x="132" y="80"/>
                    </a:lnTo>
                    <a:lnTo>
                      <a:pt x="132" y="76"/>
                    </a:lnTo>
                    <a:lnTo>
                      <a:pt x="132" y="76"/>
                    </a:lnTo>
                    <a:lnTo>
                      <a:pt x="132" y="74"/>
                    </a:lnTo>
                    <a:lnTo>
                      <a:pt x="134" y="72"/>
                    </a:lnTo>
                    <a:lnTo>
                      <a:pt x="136" y="70"/>
                    </a:lnTo>
                    <a:lnTo>
                      <a:pt x="138" y="68"/>
                    </a:lnTo>
                    <a:lnTo>
                      <a:pt x="138" y="68"/>
                    </a:lnTo>
                    <a:lnTo>
                      <a:pt x="140" y="66"/>
                    </a:lnTo>
                    <a:lnTo>
                      <a:pt x="142" y="64"/>
                    </a:lnTo>
                    <a:lnTo>
                      <a:pt x="148" y="60"/>
                    </a:lnTo>
                    <a:lnTo>
                      <a:pt x="148" y="60"/>
                    </a:lnTo>
                    <a:lnTo>
                      <a:pt x="150" y="58"/>
                    </a:lnTo>
                    <a:lnTo>
                      <a:pt x="148" y="56"/>
                    </a:lnTo>
                    <a:lnTo>
                      <a:pt x="146" y="52"/>
                    </a:lnTo>
                    <a:lnTo>
                      <a:pt x="146" y="52"/>
                    </a:lnTo>
                    <a:lnTo>
                      <a:pt x="144" y="48"/>
                    </a:lnTo>
                    <a:lnTo>
                      <a:pt x="144" y="42"/>
                    </a:lnTo>
                    <a:lnTo>
                      <a:pt x="144" y="42"/>
                    </a:lnTo>
                    <a:lnTo>
                      <a:pt x="142" y="40"/>
                    </a:lnTo>
                    <a:lnTo>
                      <a:pt x="140" y="38"/>
                    </a:lnTo>
                    <a:lnTo>
                      <a:pt x="140" y="38"/>
                    </a:lnTo>
                    <a:lnTo>
                      <a:pt x="138" y="34"/>
                    </a:lnTo>
                    <a:lnTo>
                      <a:pt x="138" y="34"/>
                    </a:lnTo>
                    <a:lnTo>
                      <a:pt x="140" y="28"/>
                    </a:lnTo>
                    <a:lnTo>
                      <a:pt x="140" y="24"/>
                    </a:lnTo>
                    <a:lnTo>
                      <a:pt x="140" y="24"/>
                    </a:lnTo>
                    <a:lnTo>
                      <a:pt x="140" y="20"/>
                    </a:lnTo>
                    <a:lnTo>
                      <a:pt x="138" y="16"/>
                    </a:lnTo>
                    <a:lnTo>
                      <a:pt x="136" y="14"/>
                    </a:lnTo>
                    <a:lnTo>
                      <a:pt x="136"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4" name="Freeform 139">
                <a:extLst>
                  <a:ext uri="{FF2B5EF4-FFF2-40B4-BE49-F238E27FC236}">
                    <a16:creationId xmlns:a16="http://schemas.microsoft.com/office/drawing/2014/main" id="{909E5D3E-F8DB-A14D-8FE5-539696661A39}"/>
                  </a:ext>
                </a:extLst>
              </p:cNvPr>
              <p:cNvSpPr>
                <a:spLocks/>
              </p:cNvSpPr>
              <p:nvPr/>
            </p:nvSpPr>
            <p:spPr bwMode="auto">
              <a:xfrm>
                <a:off x="5451299" y="3470561"/>
                <a:ext cx="324846" cy="408481"/>
              </a:xfrm>
              <a:custGeom>
                <a:avLst/>
                <a:gdLst>
                  <a:gd name="T0" fmla="*/ 12 w 166"/>
                  <a:gd name="T1" fmla="*/ 176 h 204"/>
                  <a:gd name="T2" fmla="*/ 14 w 166"/>
                  <a:gd name="T3" fmla="*/ 174 h 204"/>
                  <a:gd name="T4" fmla="*/ 18 w 166"/>
                  <a:gd name="T5" fmla="*/ 172 h 204"/>
                  <a:gd name="T6" fmla="*/ 18 w 166"/>
                  <a:gd name="T7" fmla="*/ 170 h 204"/>
                  <a:gd name="T8" fmla="*/ 24 w 166"/>
                  <a:gd name="T9" fmla="*/ 172 h 204"/>
                  <a:gd name="T10" fmla="*/ 34 w 166"/>
                  <a:gd name="T11" fmla="*/ 172 h 204"/>
                  <a:gd name="T12" fmla="*/ 38 w 166"/>
                  <a:gd name="T13" fmla="*/ 172 h 204"/>
                  <a:gd name="T14" fmla="*/ 42 w 166"/>
                  <a:gd name="T15" fmla="*/ 176 h 204"/>
                  <a:gd name="T16" fmla="*/ 44 w 166"/>
                  <a:gd name="T17" fmla="*/ 178 h 204"/>
                  <a:gd name="T18" fmla="*/ 46 w 166"/>
                  <a:gd name="T19" fmla="*/ 184 h 204"/>
                  <a:gd name="T20" fmla="*/ 48 w 166"/>
                  <a:gd name="T21" fmla="*/ 186 h 204"/>
                  <a:gd name="T22" fmla="*/ 52 w 166"/>
                  <a:gd name="T23" fmla="*/ 186 h 204"/>
                  <a:gd name="T24" fmla="*/ 54 w 166"/>
                  <a:gd name="T25" fmla="*/ 190 h 204"/>
                  <a:gd name="T26" fmla="*/ 54 w 166"/>
                  <a:gd name="T27" fmla="*/ 196 h 204"/>
                  <a:gd name="T28" fmla="*/ 58 w 166"/>
                  <a:gd name="T29" fmla="*/ 198 h 204"/>
                  <a:gd name="T30" fmla="*/ 62 w 166"/>
                  <a:gd name="T31" fmla="*/ 198 h 204"/>
                  <a:gd name="T32" fmla="*/ 66 w 166"/>
                  <a:gd name="T33" fmla="*/ 204 h 204"/>
                  <a:gd name="T34" fmla="*/ 68 w 166"/>
                  <a:gd name="T35" fmla="*/ 204 h 204"/>
                  <a:gd name="T36" fmla="*/ 70 w 166"/>
                  <a:gd name="T37" fmla="*/ 202 h 204"/>
                  <a:gd name="T38" fmla="*/ 72 w 166"/>
                  <a:gd name="T39" fmla="*/ 198 h 204"/>
                  <a:gd name="T40" fmla="*/ 72 w 166"/>
                  <a:gd name="T41" fmla="*/ 194 h 204"/>
                  <a:gd name="T42" fmla="*/ 74 w 166"/>
                  <a:gd name="T43" fmla="*/ 188 h 204"/>
                  <a:gd name="T44" fmla="*/ 84 w 166"/>
                  <a:gd name="T45" fmla="*/ 190 h 204"/>
                  <a:gd name="T46" fmla="*/ 90 w 166"/>
                  <a:gd name="T47" fmla="*/ 190 h 204"/>
                  <a:gd name="T48" fmla="*/ 92 w 166"/>
                  <a:gd name="T49" fmla="*/ 190 h 204"/>
                  <a:gd name="T50" fmla="*/ 96 w 166"/>
                  <a:gd name="T51" fmla="*/ 190 h 204"/>
                  <a:gd name="T52" fmla="*/ 96 w 166"/>
                  <a:gd name="T53" fmla="*/ 188 h 204"/>
                  <a:gd name="T54" fmla="*/ 96 w 166"/>
                  <a:gd name="T55" fmla="*/ 182 h 204"/>
                  <a:gd name="T56" fmla="*/ 100 w 166"/>
                  <a:gd name="T57" fmla="*/ 182 h 204"/>
                  <a:gd name="T58" fmla="*/ 150 w 166"/>
                  <a:gd name="T59" fmla="*/ 184 h 204"/>
                  <a:gd name="T60" fmla="*/ 154 w 166"/>
                  <a:gd name="T61" fmla="*/ 176 h 204"/>
                  <a:gd name="T62" fmla="*/ 154 w 166"/>
                  <a:gd name="T63" fmla="*/ 172 h 204"/>
                  <a:gd name="T64" fmla="*/ 150 w 166"/>
                  <a:gd name="T65" fmla="*/ 170 h 204"/>
                  <a:gd name="T66" fmla="*/ 166 w 166"/>
                  <a:gd name="T67" fmla="*/ 34 h 204"/>
                  <a:gd name="T68" fmla="*/ 120 w 166"/>
                  <a:gd name="T69" fmla="*/ 24 h 204"/>
                  <a:gd name="T70" fmla="*/ 70 w 166"/>
                  <a:gd name="T71" fmla="*/ 60 h 204"/>
                  <a:gd name="T72" fmla="*/ 62 w 166"/>
                  <a:gd name="T73" fmla="*/ 62 h 204"/>
                  <a:gd name="T74" fmla="*/ 54 w 166"/>
                  <a:gd name="T75" fmla="*/ 66 h 204"/>
                  <a:gd name="T76" fmla="*/ 54 w 166"/>
                  <a:gd name="T77" fmla="*/ 70 h 204"/>
                  <a:gd name="T78" fmla="*/ 4 w 166"/>
                  <a:gd name="T79" fmla="*/ 98 h 204"/>
                  <a:gd name="T80" fmla="*/ 4 w 166"/>
                  <a:gd name="T81" fmla="*/ 98 h 204"/>
                  <a:gd name="T82" fmla="*/ 0 w 166"/>
                  <a:gd name="T83" fmla="*/ 102 h 204"/>
                  <a:gd name="T84" fmla="*/ 4 w 166"/>
                  <a:gd name="T85" fmla="*/ 108 h 204"/>
                  <a:gd name="T86" fmla="*/ 8 w 166"/>
                  <a:gd name="T87" fmla="*/ 114 h 204"/>
                  <a:gd name="T88" fmla="*/ 8 w 166"/>
                  <a:gd name="T89" fmla="*/ 116 h 204"/>
                  <a:gd name="T90" fmla="*/ 6 w 166"/>
                  <a:gd name="T91" fmla="*/ 120 h 204"/>
                  <a:gd name="T92" fmla="*/ 8 w 166"/>
                  <a:gd name="T93" fmla="*/ 122 h 204"/>
                  <a:gd name="T94" fmla="*/ 8 w 166"/>
                  <a:gd name="T95" fmla="*/ 128 h 204"/>
                  <a:gd name="T96" fmla="*/ 8 w 166"/>
                  <a:gd name="T97" fmla="*/ 128 h 204"/>
                  <a:gd name="T98" fmla="*/ 6 w 166"/>
                  <a:gd name="T99" fmla="*/ 136 h 204"/>
                  <a:gd name="T100" fmla="*/ 8 w 166"/>
                  <a:gd name="T101" fmla="*/ 140 h 204"/>
                  <a:gd name="T102" fmla="*/ 10 w 166"/>
                  <a:gd name="T103" fmla="*/ 142 h 204"/>
                  <a:gd name="T104" fmla="*/ 10 w 166"/>
                  <a:gd name="T105" fmla="*/ 154 h 204"/>
                  <a:gd name="T106" fmla="*/ 12 w 166"/>
                  <a:gd name="T107" fmla="*/ 156 h 204"/>
                  <a:gd name="T108" fmla="*/ 12 w 166"/>
                  <a:gd name="T109" fmla="*/ 158 h 204"/>
                  <a:gd name="T110" fmla="*/ 10 w 166"/>
                  <a:gd name="T111" fmla="*/ 162 h 204"/>
                  <a:gd name="T112" fmla="*/ 10 w 166"/>
                  <a:gd name="T113" fmla="*/ 170 h 204"/>
                  <a:gd name="T114" fmla="*/ 8 w 166"/>
                  <a:gd name="T115" fmla="*/ 17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6" h="204">
                    <a:moveTo>
                      <a:pt x="8" y="178"/>
                    </a:moveTo>
                    <a:lnTo>
                      <a:pt x="12" y="176"/>
                    </a:lnTo>
                    <a:lnTo>
                      <a:pt x="12" y="176"/>
                    </a:lnTo>
                    <a:lnTo>
                      <a:pt x="14" y="174"/>
                    </a:lnTo>
                    <a:lnTo>
                      <a:pt x="16" y="174"/>
                    </a:lnTo>
                    <a:lnTo>
                      <a:pt x="18" y="172"/>
                    </a:lnTo>
                    <a:lnTo>
                      <a:pt x="18" y="172"/>
                    </a:lnTo>
                    <a:lnTo>
                      <a:pt x="18" y="170"/>
                    </a:lnTo>
                    <a:lnTo>
                      <a:pt x="20" y="170"/>
                    </a:lnTo>
                    <a:lnTo>
                      <a:pt x="24" y="172"/>
                    </a:lnTo>
                    <a:lnTo>
                      <a:pt x="24" y="172"/>
                    </a:lnTo>
                    <a:lnTo>
                      <a:pt x="34" y="172"/>
                    </a:lnTo>
                    <a:lnTo>
                      <a:pt x="34" y="172"/>
                    </a:lnTo>
                    <a:lnTo>
                      <a:pt x="38" y="172"/>
                    </a:lnTo>
                    <a:lnTo>
                      <a:pt x="38" y="172"/>
                    </a:lnTo>
                    <a:lnTo>
                      <a:pt x="42" y="176"/>
                    </a:lnTo>
                    <a:lnTo>
                      <a:pt x="42" y="176"/>
                    </a:lnTo>
                    <a:lnTo>
                      <a:pt x="44" y="178"/>
                    </a:lnTo>
                    <a:lnTo>
                      <a:pt x="46" y="184"/>
                    </a:lnTo>
                    <a:lnTo>
                      <a:pt x="46" y="184"/>
                    </a:lnTo>
                    <a:lnTo>
                      <a:pt x="46" y="186"/>
                    </a:lnTo>
                    <a:lnTo>
                      <a:pt x="48" y="186"/>
                    </a:lnTo>
                    <a:lnTo>
                      <a:pt x="52" y="186"/>
                    </a:lnTo>
                    <a:lnTo>
                      <a:pt x="52" y="186"/>
                    </a:lnTo>
                    <a:lnTo>
                      <a:pt x="54" y="188"/>
                    </a:lnTo>
                    <a:lnTo>
                      <a:pt x="54" y="190"/>
                    </a:lnTo>
                    <a:lnTo>
                      <a:pt x="54" y="196"/>
                    </a:lnTo>
                    <a:lnTo>
                      <a:pt x="54" y="196"/>
                    </a:lnTo>
                    <a:lnTo>
                      <a:pt x="56" y="198"/>
                    </a:lnTo>
                    <a:lnTo>
                      <a:pt x="58" y="198"/>
                    </a:lnTo>
                    <a:lnTo>
                      <a:pt x="62" y="198"/>
                    </a:lnTo>
                    <a:lnTo>
                      <a:pt x="62" y="198"/>
                    </a:lnTo>
                    <a:lnTo>
                      <a:pt x="62" y="198"/>
                    </a:lnTo>
                    <a:lnTo>
                      <a:pt x="66" y="204"/>
                    </a:lnTo>
                    <a:lnTo>
                      <a:pt x="66" y="204"/>
                    </a:lnTo>
                    <a:lnTo>
                      <a:pt x="68" y="204"/>
                    </a:lnTo>
                    <a:lnTo>
                      <a:pt x="70" y="202"/>
                    </a:lnTo>
                    <a:lnTo>
                      <a:pt x="70" y="202"/>
                    </a:lnTo>
                    <a:lnTo>
                      <a:pt x="72" y="200"/>
                    </a:lnTo>
                    <a:lnTo>
                      <a:pt x="72" y="198"/>
                    </a:lnTo>
                    <a:lnTo>
                      <a:pt x="72" y="194"/>
                    </a:lnTo>
                    <a:lnTo>
                      <a:pt x="72" y="194"/>
                    </a:lnTo>
                    <a:lnTo>
                      <a:pt x="74" y="190"/>
                    </a:lnTo>
                    <a:lnTo>
                      <a:pt x="74" y="188"/>
                    </a:lnTo>
                    <a:lnTo>
                      <a:pt x="74" y="188"/>
                    </a:lnTo>
                    <a:lnTo>
                      <a:pt x="84" y="190"/>
                    </a:lnTo>
                    <a:lnTo>
                      <a:pt x="84" y="190"/>
                    </a:lnTo>
                    <a:lnTo>
                      <a:pt x="90" y="190"/>
                    </a:lnTo>
                    <a:lnTo>
                      <a:pt x="92" y="190"/>
                    </a:lnTo>
                    <a:lnTo>
                      <a:pt x="92" y="190"/>
                    </a:lnTo>
                    <a:lnTo>
                      <a:pt x="94" y="190"/>
                    </a:lnTo>
                    <a:lnTo>
                      <a:pt x="96" y="190"/>
                    </a:lnTo>
                    <a:lnTo>
                      <a:pt x="96" y="188"/>
                    </a:lnTo>
                    <a:lnTo>
                      <a:pt x="96" y="188"/>
                    </a:lnTo>
                    <a:lnTo>
                      <a:pt x="94" y="184"/>
                    </a:lnTo>
                    <a:lnTo>
                      <a:pt x="96" y="182"/>
                    </a:lnTo>
                    <a:lnTo>
                      <a:pt x="96" y="182"/>
                    </a:lnTo>
                    <a:lnTo>
                      <a:pt x="100" y="182"/>
                    </a:lnTo>
                    <a:lnTo>
                      <a:pt x="102" y="184"/>
                    </a:lnTo>
                    <a:lnTo>
                      <a:pt x="150" y="184"/>
                    </a:lnTo>
                    <a:lnTo>
                      <a:pt x="150" y="184"/>
                    </a:lnTo>
                    <a:lnTo>
                      <a:pt x="154" y="176"/>
                    </a:lnTo>
                    <a:lnTo>
                      <a:pt x="154" y="176"/>
                    </a:lnTo>
                    <a:lnTo>
                      <a:pt x="154" y="172"/>
                    </a:lnTo>
                    <a:lnTo>
                      <a:pt x="152" y="172"/>
                    </a:lnTo>
                    <a:lnTo>
                      <a:pt x="150" y="170"/>
                    </a:lnTo>
                    <a:lnTo>
                      <a:pt x="142" y="34"/>
                    </a:lnTo>
                    <a:lnTo>
                      <a:pt x="166" y="34"/>
                    </a:lnTo>
                    <a:lnTo>
                      <a:pt x="120" y="0"/>
                    </a:lnTo>
                    <a:lnTo>
                      <a:pt x="120" y="24"/>
                    </a:lnTo>
                    <a:lnTo>
                      <a:pt x="70" y="24"/>
                    </a:lnTo>
                    <a:lnTo>
                      <a:pt x="70" y="60"/>
                    </a:lnTo>
                    <a:lnTo>
                      <a:pt x="70" y="60"/>
                    </a:lnTo>
                    <a:lnTo>
                      <a:pt x="62" y="62"/>
                    </a:lnTo>
                    <a:lnTo>
                      <a:pt x="56" y="64"/>
                    </a:lnTo>
                    <a:lnTo>
                      <a:pt x="54" y="66"/>
                    </a:lnTo>
                    <a:lnTo>
                      <a:pt x="54" y="70"/>
                    </a:lnTo>
                    <a:lnTo>
                      <a:pt x="54" y="70"/>
                    </a:lnTo>
                    <a:lnTo>
                      <a:pt x="54" y="96"/>
                    </a:lnTo>
                    <a:lnTo>
                      <a:pt x="4" y="98"/>
                    </a:lnTo>
                    <a:lnTo>
                      <a:pt x="4" y="98"/>
                    </a:lnTo>
                    <a:lnTo>
                      <a:pt x="4" y="98"/>
                    </a:lnTo>
                    <a:lnTo>
                      <a:pt x="0" y="102"/>
                    </a:lnTo>
                    <a:lnTo>
                      <a:pt x="0" y="102"/>
                    </a:lnTo>
                    <a:lnTo>
                      <a:pt x="4" y="108"/>
                    </a:lnTo>
                    <a:lnTo>
                      <a:pt x="4" y="108"/>
                    </a:lnTo>
                    <a:lnTo>
                      <a:pt x="6" y="112"/>
                    </a:lnTo>
                    <a:lnTo>
                      <a:pt x="8" y="114"/>
                    </a:lnTo>
                    <a:lnTo>
                      <a:pt x="8" y="116"/>
                    </a:lnTo>
                    <a:lnTo>
                      <a:pt x="8" y="116"/>
                    </a:lnTo>
                    <a:lnTo>
                      <a:pt x="8" y="118"/>
                    </a:lnTo>
                    <a:lnTo>
                      <a:pt x="6" y="120"/>
                    </a:lnTo>
                    <a:lnTo>
                      <a:pt x="6" y="120"/>
                    </a:lnTo>
                    <a:lnTo>
                      <a:pt x="8" y="122"/>
                    </a:lnTo>
                    <a:lnTo>
                      <a:pt x="8" y="128"/>
                    </a:lnTo>
                    <a:lnTo>
                      <a:pt x="8" y="128"/>
                    </a:lnTo>
                    <a:lnTo>
                      <a:pt x="8" y="128"/>
                    </a:lnTo>
                    <a:lnTo>
                      <a:pt x="8" y="128"/>
                    </a:lnTo>
                    <a:lnTo>
                      <a:pt x="6" y="130"/>
                    </a:lnTo>
                    <a:lnTo>
                      <a:pt x="6" y="136"/>
                    </a:lnTo>
                    <a:lnTo>
                      <a:pt x="6" y="136"/>
                    </a:lnTo>
                    <a:lnTo>
                      <a:pt x="8" y="140"/>
                    </a:lnTo>
                    <a:lnTo>
                      <a:pt x="10" y="142"/>
                    </a:lnTo>
                    <a:lnTo>
                      <a:pt x="10" y="142"/>
                    </a:lnTo>
                    <a:lnTo>
                      <a:pt x="10" y="148"/>
                    </a:lnTo>
                    <a:lnTo>
                      <a:pt x="10" y="154"/>
                    </a:lnTo>
                    <a:lnTo>
                      <a:pt x="10" y="154"/>
                    </a:lnTo>
                    <a:lnTo>
                      <a:pt x="12" y="156"/>
                    </a:lnTo>
                    <a:lnTo>
                      <a:pt x="12" y="158"/>
                    </a:lnTo>
                    <a:lnTo>
                      <a:pt x="12" y="158"/>
                    </a:lnTo>
                    <a:lnTo>
                      <a:pt x="10" y="158"/>
                    </a:lnTo>
                    <a:lnTo>
                      <a:pt x="10" y="162"/>
                    </a:lnTo>
                    <a:lnTo>
                      <a:pt x="10" y="162"/>
                    </a:lnTo>
                    <a:lnTo>
                      <a:pt x="10" y="170"/>
                    </a:lnTo>
                    <a:lnTo>
                      <a:pt x="10" y="170"/>
                    </a:lnTo>
                    <a:lnTo>
                      <a:pt x="8" y="178"/>
                    </a:lnTo>
                    <a:lnTo>
                      <a:pt x="8" y="17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5" name="Freeform 140">
                <a:extLst>
                  <a:ext uri="{FF2B5EF4-FFF2-40B4-BE49-F238E27FC236}">
                    <a16:creationId xmlns:a16="http://schemas.microsoft.com/office/drawing/2014/main" id="{0C77B37B-A32A-6643-8103-CF5B3802E207}"/>
                  </a:ext>
                </a:extLst>
              </p:cNvPr>
              <p:cNvSpPr>
                <a:spLocks/>
              </p:cNvSpPr>
              <p:nvPr/>
            </p:nvSpPr>
            <p:spPr bwMode="auto">
              <a:xfrm>
                <a:off x="5576541" y="3538642"/>
                <a:ext cx="430518" cy="520612"/>
              </a:xfrm>
              <a:custGeom>
                <a:avLst/>
                <a:gdLst>
                  <a:gd name="T0" fmla="*/ 88 w 220"/>
                  <a:gd name="T1" fmla="*/ 232 h 260"/>
                  <a:gd name="T2" fmla="*/ 92 w 220"/>
                  <a:gd name="T3" fmla="*/ 226 h 260"/>
                  <a:gd name="T4" fmla="*/ 92 w 220"/>
                  <a:gd name="T5" fmla="*/ 216 h 260"/>
                  <a:gd name="T6" fmla="*/ 98 w 220"/>
                  <a:gd name="T7" fmla="*/ 210 h 260"/>
                  <a:gd name="T8" fmla="*/ 104 w 220"/>
                  <a:gd name="T9" fmla="*/ 202 h 260"/>
                  <a:gd name="T10" fmla="*/ 108 w 220"/>
                  <a:gd name="T11" fmla="*/ 194 h 260"/>
                  <a:gd name="T12" fmla="*/ 122 w 220"/>
                  <a:gd name="T13" fmla="*/ 188 h 260"/>
                  <a:gd name="T14" fmla="*/ 130 w 220"/>
                  <a:gd name="T15" fmla="*/ 176 h 260"/>
                  <a:gd name="T16" fmla="*/ 136 w 220"/>
                  <a:gd name="T17" fmla="*/ 172 h 260"/>
                  <a:gd name="T18" fmla="*/ 142 w 220"/>
                  <a:gd name="T19" fmla="*/ 162 h 260"/>
                  <a:gd name="T20" fmla="*/ 148 w 220"/>
                  <a:gd name="T21" fmla="*/ 158 h 260"/>
                  <a:gd name="T22" fmla="*/ 154 w 220"/>
                  <a:gd name="T23" fmla="*/ 156 h 260"/>
                  <a:gd name="T24" fmla="*/ 158 w 220"/>
                  <a:gd name="T25" fmla="*/ 156 h 260"/>
                  <a:gd name="T26" fmla="*/ 166 w 220"/>
                  <a:gd name="T27" fmla="*/ 158 h 260"/>
                  <a:gd name="T28" fmla="*/ 174 w 220"/>
                  <a:gd name="T29" fmla="*/ 158 h 260"/>
                  <a:gd name="T30" fmla="*/ 200 w 220"/>
                  <a:gd name="T31" fmla="*/ 152 h 260"/>
                  <a:gd name="T32" fmla="*/ 216 w 220"/>
                  <a:gd name="T33" fmla="*/ 144 h 260"/>
                  <a:gd name="T34" fmla="*/ 218 w 220"/>
                  <a:gd name="T35" fmla="*/ 96 h 260"/>
                  <a:gd name="T36" fmla="*/ 206 w 220"/>
                  <a:gd name="T37" fmla="*/ 98 h 260"/>
                  <a:gd name="T38" fmla="*/ 204 w 220"/>
                  <a:gd name="T39" fmla="*/ 90 h 260"/>
                  <a:gd name="T40" fmla="*/ 204 w 220"/>
                  <a:gd name="T41" fmla="*/ 80 h 260"/>
                  <a:gd name="T42" fmla="*/ 196 w 220"/>
                  <a:gd name="T43" fmla="*/ 74 h 260"/>
                  <a:gd name="T44" fmla="*/ 186 w 220"/>
                  <a:gd name="T45" fmla="*/ 64 h 260"/>
                  <a:gd name="T46" fmla="*/ 86 w 220"/>
                  <a:gd name="T47" fmla="*/ 136 h 260"/>
                  <a:gd name="T48" fmla="*/ 90 w 220"/>
                  <a:gd name="T49" fmla="*/ 142 h 260"/>
                  <a:gd name="T50" fmla="*/ 36 w 220"/>
                  <a:gd name="T51" fmla="*/ 148 h 260"/>
                  <a:gd name="T52" fmla="*/ 32 w 220"/>
                  <a:gd name="T53" fmla="*/ 154 h 260"/>
                  <a:gd name="T54" fmla="*/ 28 w 220"/>
                  <a:gd name="T55" fmla="*/ 156 h 260"/>
                  <a:gd name="T56" fmla="*/ 20 w 220"/>
                  <a:gd name="T57" fmla="*/ 156 h 260"/>
                  <a:gd name="T58" fmla="*/ 8 w 220"/>
                  <a:gd name="T59" fmla="*/ 160 h 260"/>
                  <a:gd name="T60" fmla="*/ 6 w 220"/>
                  <a:gd name="T61" fmla="*/ 168 h 260"/>
                  <a:gd name="T62" fmla="*/ 2 w 220"/>
                  <a:gd name="T63" fmla="*/ 170 h 260"/>
                  <a:gd name="T64" fmla="*/ 2 w 220"/>
                  <a:gd name="T65" fmla="*/ 178 h 260"/>
                  <a:gd name="T66" fmla="*/ 0 w 220"/>
                  <a:gd name="T67" fmla="*/ 190 h 260"/>
                  <a:gd name="T68" fmla="*/ 6 w 220"/>
                  <a:gd name="T69" fmla="*/ 198 h 260"/>
                  <a:gd name="T70" fmla="*/ 8 w 220"/>
                  <a:gd name="T71" fmla="*/ 216 h 260"/>
                  <a:gd name="T72" fmla="*/ 16 w 220"/>
                  <a:gd name="T73" fmla="*/ 214 h 260"/>
                  <a:gd name="T74" fmla="*/ 22 w 220"/>
                  <a:gd name="T75" fmla="*/ 216 h 260"/>
                  <a:gd name="T76" fmla="*/ 28 w 220"/>
                  <a:gd name="T77" fmla="*/ 214 h 260"/>
                  <a:gd name="T78" fmla="*/ 38 w 220"/>
                  <a:gd name="T79" fmla="*/ 214 h 260"/>
                  <a:gd name="T80" fmla="*/ 40 w 220"/>
                  <a:gd name="T81" fmla="*/ 222 h 260"/>
                  <a:gd name="T82" fmla="*/ 38 w 220"/>
                  <a:gd name="T83" fmla="*/ 232 h 260"/>
                  <a:gd name="T84" fmla="*/ 42 w 220"/>
                  <a:gd name="T85" fmla="*/ 238 h 260"/>
                  <a:gd name="T86" fmla="*/ 36 w 220"/>
                  <a:gd name="T87" fmla="*/ 246 h 260"/>
                  <a:gd name="T88" fmla="*/ 40 w 220"/>
                  <a:gd name="T89" fmla="*/ 248 h 260"/>
                  <a:gd name="T90" fmla="*/ 44 w 220"/>
                  <a:gd name="T91" fmla="*/ 248 h 260"/>
                  <a:gd name="T92" fmla="*/ 52 w 220"/>
                  <a:gd name="T93" fmla="*/ 252 h 260"/>
                  <a:gd name="T94" fmla="*/ 58 w 220"/>
                  <a:gd name="T95" fmla="*/ 258 h 260"/>
                  <a:gd name="T96" fmla="*/ 64 w 220"/>
                  <a:gd name="T97" fmla="*/ 258 h 260"/>
                  <a:gd name="T98" fmla="*/ 72 w 220"/>
                  <a:gd name="T99" fmla="*/ 256 h 260"/>
                  <a:gd name="T100" fmla="*/ 76 w 220"/>
                  <a:gd name="T101" fmla="*/ 248 h 260"/>
                  <a:gd name="T102" fmla="*/ 82 w 220"/>
                  <a:gd name="T103" fmla="*/ 252 h 260"/>
                  <a:gd name="T104" fmla="*/ 88 w 220"/>
                  <a:gd name="T105" fmla="*/ 24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60">
                    <a:moveTo>
                      <a:pt x="88" y="242"/>
                    </a:moveTo>
                    <a:lnTo>
                      <a:pt x="88" y="242"/>
                    </a:lnTo>
                    <a:lnTo>
                      <a:pt x="88" y="236"/>
                    </a:lnTo>
                    <a:lnTo>
                      <a:pt x="88" y="232"/>
                    </a:lnTo>
                    <a:lnTo>
                      <a:pt x="90" y="230"/>
                    </a:lnTo>
                    <a:lnTo>
                      <a:pt x="90" y="230"/>
                    </a:lnTo>
                    <a:lnTo>
                      <a:pt x="92" y="228"/>
                    </a:lnTo>
                    <a:lnTo>
                      <a:pt x="92" y="226"/>
                    </a:lnTo>
                    <a:lnTo>
                      <a:pt x="92" y="222"/>
                    </a:lnTo>
                    <a:lnTo>
                      <a:pt x="92" y="222"/>
                    </a:lnTo>
                    <a:lnTo>
                      <a:pt x="92" y="218"/>
                    </a:lnTo>
                    <a:lnTo>
                      <a:pt x="92" y="216"/>
                    </a:lnTo>
                    <a:lnTo>
                      <a:pt x="92" y="216"/>
                    </a:lnTo>
                    <a:lnTo>
                      <a:pt x="94" y="214"/>
                    </a:lnTo>
                    <a:lnTo>
                      <a:pt x="98" y="210"/>
                    </a:lnTo>
                    <a:lnTo>
                      <a:pt x="98" y="210"/>
                    </a:lnTo>
                    <a:lnTo>
                      <a:pt x="100" y="212"/>
                    </a:lnTo>
                    <a:lnTo>
                      <a:pt x="100" y="212"/>
                    </a:lnTo>
                    <a:lnTo>
                      <a:pt x="100" y="212"/>
                    </a:lnTo>
                    <a:lnTo>
                      <a:pt x="104" y="202"/>
                    </a:lnTo>
                    <a:lnTo>
                      <a:pt x="104" y="202"/>
                    </a:lnTo>
                    <a:lnTo>
                      <a:pt x="106" y="196"/>
                    </a:lnTo>
                    <a:lnTo>
                      <a:pt x="108" y="194"/>
                    </a:lnTo>
                    <a:lnTo>
                      <a:pt x="108" y="194"/>
                    </a:lnTo>
                    <a:lnTo>
                      <a:pt x="114" y="192"/>
                    </a:lnTo>
                    <a:lnTo>
                      <a:pt x="120" y="190"/>
                    </a:lnTo>
                    <a:lnTo>
                      <a:pt x="120" y="190"/>
                    </a:lnTo>
                    <a:lnTo>
                      <a:pt x="122" y="188"/>
                    </a:lnTo>
                    <a:lnTo>
                      <a:pt x="124" y="184"/>
                    </a:lnTo>
                    <a:lnTo>
                      <a:pt x="124" y="184"/>
                    </a:lnTo>
                    <a:lnTo>
                      <a:pt x="126" y="180"/>
                    </a:lnTo>
                    <a:lnTo>
                      <a:pt x="130" y="176"/>
                    </a:lnTo>
                    <a:lnTo>
                      <a:pt x="130" y="176"/>
                    </a:lnTo>
                    <a:lnTo>
                      <a:pt x="134" y="174"/>
                    </a:lnTo>
                    <a:lnTo>
                      <a:pt x="136" y="172"/>
                    </a:lnTo>
                    <a:lnTo>
                      <a:pt x="136" y="172"/>
                    </a:lnTo>
                    <a:lnTo>
                      <a:pt x="136" y="172"/>
                    </a:lnTo>
                    <a:lnTo>
                      <a:pt x="138" y="166"/>
                    </a:lnTo>
                    <a:lnTo>
                      <a:pt x="138" y="164"/>
                    </a:lnTo>
                    <a:lnTo>
                      <a:pt x="142" y="162"/>
                    </a:lnTo>
                    <a:lnTo>
                      <a:pt x="142" y="162"/>
                    </a:lnTo>
                    <a:lnTo>
                      <a:pt x="146" y="162"/>
                    </a:lnTo>
                    <a:lnTo>
                      <a:pt x="148" y="158"/>
                    </a:lnTo>
                    <a:lnTo>
                      <a:pt x="148" y="158"/>
                    </a:lnTo>
                    <a:lnTo>
                      <a:pt x="150" y="154"/>
                    </a:lnTo>
                    <a:lnTo>
                      <a:pt x="152" y="154"/>
                    </a:lnTo>
                    <a:lnTo>
                      <a:pt x="154" y="156"/>
                    </a:lnTo>
                    <a:lnTo>
                      <a:pt x="154" y="156"/>
                    </a:lnTo>
                    <a:lnTo>
                      <a:pt x="154" y="156"/>
                    </a:lnTo>
                    <a:lnTo>
                      <a:pt x="156" y="156"/>
                    </a:lnTo>
                    <a:lnTo>
                      <a:pt x="158" y="154"/>
                    </a:lnTo>
                    <a:lnTo>
                      <a:pt x="158" y="156"/>
                    </a:lnTo>
                    <a:lnTo>
                      <a:pt x="158" y="156"/>
                    </a:lnTo>
                    <a:lnTo>
                      <a:pt x="162" y="160"/>
                    </a:lnTo>
                    <a:lnTo>
                      <a:pt x="164" y="162"/>
                    </a:lnTo>
                    <a:lnTo>
                      <a:pt x="166" y="158"/>
                    </a:lnTo>
                    <a:lnTo>
                      <a:pt x="166" y="158"/>
                    </a:lnTo>
                    <a:lnTo>
                      <a:pt x="170" y="158"/>
                    </a:lnTo>
                    <a:lnTo>
                      <a:pt x="174" y="158"/>
                    </a:lnTo>
                    <a:lnTo>
                      <a:pt x="174" y="158"/>
                    </a:lnTo>
                    <a:lnTo>
                      <a:pt x="182" y="156"/>
                    </a:lnTo>
                    <a:lnTo>
                      <a:pt x="188" y="154"/>
                    </a:lnTo>
                    <a:lnTo>
                      <a:pt x="188" y="154"/>
                    </a:lnTo>
                    <a:lnTo>
                      <a:pt x="200" y="152"/>
                    </a:lnTo>
                    <a:lnTo>
                      <a:pt x="206" y="148"/>
                    </a:lnTo>
                    <a:lnTo>
                      <a:pt x="214" y="148"/>
                    </a:lnTo>
                    <a:lnTo>
                      <a:pt x="214" y="148"/>
                    </a:lnTo>
                    <a:lnTo>
                      <a:pt x="216" y="144"/>
                    </a:lnTo>
                    <a:lnTo>
                      <a:pt x="216" y="144"/>
                    </a:lnTo>
                    <a:lnTo>
                      <a:pt x="216" y="138"/>
                    </a:lnTo>
                    <a:lnTo>
                      <a:pt x="220" y="134"/>
                    </a:lnTo>
                    <a:lnTo>
                      <a:pt x="218" y="96"/>
                    </a:lnTo>
                    <a:lnTo>
                      <a:pt x="218" y="96"/>
                    </a:lnTo>
                    <a:lnTo>
                      <a:pt x="212" y="98"/>
                    </a:lnTo>
                    <a:lnTo>
                      <a:pt x="206" y="98"/>
                    </a:lnTo>
                    <a:lnTo>
                      <a:pt x="206" y="98"/>
                    </a:lnTo>
                    <a:lnTo>
                      <a:pt x="206" y="98"/>
                    </a:lnTo>
                    <a:lnTo>
                      <a:pt x="206" y="96"/>
                    </a:lnTo>
                    <a:lnTo>
                      <a:pt x="204" y="90"/>
                    </a:lnTo>
                    <a:lnTo>
                      <a:pt x="204" y="90"/>
                    </a:lnTo>
                    <a:lnTo>
                      <a:pt x="204" y="88"/>
                    </a:lnTo>
                    <a:lnTo>
                      <a:pt x="204" y="84"/>
                    </a:lnTo>
                    <a:lnTo>
                      <a:pt x="204" y="84"/>
                    </a:lnTo>
                    <a:lnTo>
                      <a:pt x="204" y="80"/>
                    </a:lnTo>
                    <a:lnTo>
                      <a:pt x="204" y="78"/>
                    </a:lnTo>
                    <a:lnTo>
                      <a:pt x="200" y="76"/>
                    </a:lnTo>
                    <a:lnTo>
                      <a:pt x="200" y="76"/>
                    </a:lnTo>
                    <a:lnTo>
                      <a:pt x="196" y="74"/>
                    </a:lnTo>
                    <a:lnTo>
                      <a:pt x="190" y="70"/>
                    </a:lnTo>
                    <a:lnTo>
                      <a:pt x="190" y="70"/>
                    </a:lnTo>
                    <a:lnTo>
                      <a:pt x="186" y="66"/>
                    </a:lnTo>
                    <a:lnTo>
                      <a:pt x="186" y="64"/>
                    </a:lnTo>
                    <a:lnTo>
                      <a:pt x="102" y="0"/>
                    </a:lnTo>
                    <a:lnTo>
                      <a:pt x="78" y="0"/>
                    </a:lnTo>
                    <a:lnTo>
                      <a:pt x="86" y="136"/>
                    </a:lnTo>
                    <a:lnTo>
                      <a:pt x="86" y="136"/>
                    </a:lnTo>
                    <a:lnTo>
                      <a:pt x="88" y="138"/>
                    </a:lnTo>
                    <a:lnTo>
                      <a:pt x="90" y="138"/>
                    </a:lnTo>
                    <a:lnTo>
                      <a:pt x="90" y="142"/>
                    </a:lnTo>
                    <a:lnTo>
                      <a:pt x="90" y="142"/>
                    </a:lnTo>
                    <a:lnTo>
                      <a:pt x="86" y="150"/>
                    </a:lnTo>
                    <a:lnTo>
                      <a:pt x="38" y="150"/>
                    </a:lnTo>
                    <a:lnTo>
                      <a:pt x="38" y="150"/>
                    </a:lnTo>
                    <a:lnTo>
                      <a:pt x="36" y="148"/>
                    </a:lnTo>
                    <a:lnTo>
                      <a:pt x="32" y="148"/>
                    </a:lnTo>
                    <a:lnTo>
                      <a:pt x="32" y="148"/>
                    </a:lnTo>
                    <a:lnTo>
                      <a:pt x="30" y="150"/>
                    </a:lnTo>
                    <a:lnTo>
                      <a:pt x="32" y="154"/>
                    </a:lnTo>
                    <a:lnTo>
                      <a:pt x="32" y="154"/>
                    </a:lnTo>
                    <a:lnTo>
                      <a:pt x="32" y="156"/>
                    </a:lnTo>
                    <a:lnTo>
                      <a:pt x="30" y="156"/>
                    </a:lnTo>
                    <a:lnTo>
                      <a:pt x="28" y="156"/>
                    </a:lnTo>
                    <a:lnTo>
                      <a:pt x="28" y="156"/>
                    </a:lnTo>
                    <a:lnTo>
                      <a:pt x="26" y="156"/>
                    </a:lnTo>
                    <a:lnTo>
                      <a:pt x="20" y="156"/>
                    </a:lnTo>
                    <a:lnTo>
                      <a:pt x="20" y="156"/>
                    </a:lnTo>
                    <a:lnTo>
                      <a:pt x="10" y="154"/>
                    </a:lnTo>
                    <a:lnTo>
                      <a:pt x="10" y="154"/>
                    </a:lnTo>
                    <a:lnTo>
                      <a:pt x="10" y="156"/>
                    </a:lnTo>
                    <a:lnTo>
                      <a:pt x="8" y="160"/>
                    </a:lnTo>
                    <a:lnTo>
                      <a:pt x="8" y="160"/>
                    </a:lnTo>
                    <a:lnTo>
                      <a:pt x="8" y="164"/>
                    </a:lnTo>
                    <a:lnTo>
                      <a:pt x="8" y="166"/>
                    </a:lnTo>
                    <a:lnTo>
                      <a:pt x="6" y="168"/>
                    </a:lnTo>
                    <a:lnTo>
                      <a:pt x="6" y="168"/>
                    </a:lnTo>
                    <a:lnTo>
                      <a:pt x="4" y="170"/>
                    </a:lnTo>
                    <a:lnTo>
                      <a:pt x="2" y="170"/>
                    </a:lnTo>
                    <a:lnTo>
                      <a:pt x="2" y="170"/>
                    </a:lnTo>
                    <a:lnTo>
                      <a:pt x="0" y="174"/>
                    </a:lnTo>
                    <a:lnTo>
                      <a:pt x="2" y="176"/>
                    </a:lnTo>
                    <a:lnTo>
                      <a:pt x="2" y="178"/>
                    </a:lnTo>
                    <a:lnTo>
                      <a:pt x="2" y="178"/>
                    </a:lnTo>
                    <a:lnTo>
                      <a:pt x="2" y="180"/>
                    </a:lnTo>
                    <a:lnTo>
                      <a:pt x="2" y="184"/>
                    </a:lnTo>
                    <a:lnTo>
                      <a:pt x="0" y="190"/>
                    </a:lnTo>
                    <a:lnTo>
                      <a:pt x="0" y="190"/>
                    </a:lnTo>
                    <a:lnTo>
                      <a:pt x="0" y="192"/>
                    </a:lnTo>
                    <a:lnTo>
                      <a:pt x="2" y="194"/>
                    </a:lnTo>
                    <a:lnTo>
                      <a:pt x="2" y="194"/>
                    </a:lnTo>
                    <a:lnTo>
                      <a:pt x="6" y="198"/>
                    </a:lnTo>
                    <a:lnTo>
                      <a:pt x="6" y="200"/>
                    </a:lnTo>
                    <a:lnTo>
                      <a:pt x="6" y="200"/>
                    </a:lnTo>
                    <a:lnTo>
                      <a:pt x="8" y="210"/>
                    </a:lnTo>
                    <a:lnTo>
                      <a:pt x="8" y="216"/>
                    </a:lnTo>
                    <a:lnTo>
                      <a:pt x="12" y="216"/>
                    </a:lnTo>
                    <a:lnTo>
                      <a:pt x="12" y="216"/>
                    </a:lnTo>
                    <a:lnTo>
                      <a:pt x="12" y="214"/>
                    </a:lnTo>
                    <a:lnTo>
                      <a:pt x="16" y="214"/>
                    </a:lnTo>
                    <a:lnTo>
                      <a:pt x="16" y="214"/>
                    </a:lnTo>
                    <a:lnTo>
                      <a:pt x="20" y="216"/>
                    </a:lnTo>
                    <a:lnTo>
                      <a:pt x="22" y="216"/>
                    </a:lnTo>
                    <a:lnTo>
                      <a:pt x="22" y="216"/>
                    </a:lnTo>
                    <a:lnTo>
                      <a:pt x="24" y="214"/>
                    </a:lnTo>
                    <a:lnTo>
                      <a:pt x="26" y="212"/>
                    </a:lnTo>
                    <a:lnTo>
                      <a:pt x="26" y="212"/>
                    </a:lnTo>
                    <a:lnTo>
                      <a:pt x="28" y="214"/>
                    </a:lnTo>
                    <a:lnTo>
                      <a:pt x="30" y="214"/>
                    </a:lnTo>
                    <a:lnTo>
                      <a:pt x="32" y="214"/>
                    </a:lnTo>
                    <a:lnTo>
                      <a:pt x="32" y="214"/>
                    </a:lnTo>
                    <a:lnTo>
                      <a:pt x="38" y="214"/>
                    </a:lnTo>
                    <a:lnTo>
                      <a:pt x="38" y="216"/>
                    </a:lnTo>
                    <a:lnTo>
                      <a:pt x="38" y="216"/>
                    </a:lnTo>
                    <a:lnTo>
                      <a:pt x="40" y="222"/>
                    </a:lnTo>
                    <a:lnTo>
                      <a:pt x="40" y="222"/>
                    </a:lnTo>
                    <a:lnTo>
                      <a:pt x="40" y="226"/>
                    </a:lnTo>
                    <a:lnTo>
                      <a:pt x="38" y="228"/>
                    </a:lnTo>
                    <a:lnTo>
                      <a:pt x="38" y="230"/>
                    </a:lnTo>
                    <a:lnTo>
                      <a:pt x="38" y="232"/>
                    </a:lnTo>
                    <a:lnTo>
                      <a:pt x="38" y="232"/>
                    </a:lnTo>
                    <a:lnTo>
                      <a:pt x="40" y="234"/>
                    </a:lnTo>
                    <a:lnTo>
                      <a:pt x="42" y="238"/>
                    </a:lnTo>
                    <a:lnTo>
                      <a:pt x="42" y="238"/>
                    </a:lnTo>
                    <a:lnTo>
                      <a:pt x="42" y="240"/>
                    </a:lnTo>
                    <a:lnTo>
                      <a:pt x="44" y="240"/>
                    </a:lnTo>
                    <a:lnTo>
                      <a:pt x="48" y="240"/>
                    </a:lnTo>
                    <a:lnTo>
                      <a:pt x="36" y="246"/>
                    </a:lnTo>
                    <a:lnTo>
                      <a:pt x="36" y="246"/>
                    </a:lnTo>
                    <a:lnTo>
                      <a:pt x="38" y="246"/>
                    </a:lnTo>
                    <a:lnTo>
                      <a:pt x="40" y="248"/>
                    </a:lnTo>
                    <a:lnTo>
                      <a:pt x="40" y="248"/>
                    </a:lnTo>
                    <a:lnTo>
                      <a:pt x="42" y="246"/>
                    </a:lnTo>
                    <a:lnTo>
                      <a:pt x="44" y="246"/>
                    </a:lnTo>
                    <a:lnTo>
                      <a:pt x="44" y="248"/>
                    </a:lnTo>
                    <a:lnTo>
                      <a:pt x="44" y="248"/>
                    </a:lnTo>
                    <a:lnTo>
                      <a:pt x="46" y="250"/>
                    </a:lnTo>
                    <a:lnTo>
                      <a:pt x="48" y="250"/>
                    </a:lnTo>
                    <a:lnTo>
                      <a:pt x="50" y="250"/>
                    </a:lnTo>
                    <a:lnTo>
                      <a:pt x="52" y="252"/>
                    </a:lnTo>
                    <a:lnTo>
                      <a:pt x="52" y="252"/>
                    </a:lnTo>
                    <a:lnTo>
                      <a:pt x="54" y="256"/>
                    </a:lnTo>
                    <a:lnTo>
                      <a:pt x="58" y="258"/>
                    </a:lnTo>
                    <a:lnTo>
                      <a:pt x="58" y="258"/>
                    </a:lnTo>
                    <a:lnTo>
                      <a:pt x="62" y="260"/>
                    </a:lnTo>
                    <a:lnTo>
                      <a:pt x="62" y="260"/>
                    </a:lnTo>
                    <a:lnTo>
                      <a:pt x="62" y="260"/>
                    </a:lnTo>
                    <a:lnTo>
                      <a:pt x="64" y="258"/>
                    </a:lnTo>
                    <a:lnTo>
                      <a:pt x="68" y="256"/>
                    </a:lnTo>
                    <a:lnTo>
                      <a:pt x="68" y="256"/>
                    </a:lnTo>
                    <a:lnTo>
                      <a:pt x="70" y="254"/>
                    </a:lnTo>
                    <a:lnTo>
                      <a:pt x="72" y="256"/>
                    </a:lnTo>
                    <a:lnTo>
                      <a:pt x="72" y="258"/>
                    </a:lnTo>
                    <a:lnTo>
                      <a:pt x="74" y="250"/>
                    </a:lnTo>
                    <a:lnTo>
                      <a:pt x="76" y="248"/>
                    </a:lnTo>
                    <a:lnTo>
                      <a:pt x="76" y="248"/>
                    </a:lnTo>
                    <a:lnTo>
                      <a:pt x="78" y="250"/>
                    </a:lnTo>
                    <a:lnTo>
                      <a:pt x="80" y="252"/>
                    </a:lnTo>
                    <a:lnTo>
                      <a:pt x="82" y="252"/>
                    </a:lnTo>
                    <a:lnTo>
                      <a:pt x="82" y="252"/>
                    </a:lnTo>
                    <a:lnTo>
                      <a:pt x="84" y="250"/>
                    </a:lnTo>
                    <a:lnTo>
                      <a:pt x="86" y="248"/>
                    </a:lnTo>
                    <a:lnTo>
                      <a:pt x="86" y="246"/>
                    </a:lnTo>
                    <a:lnTo>
                      <a:pt x="88" y="2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6" name="Freeform 142">
                <a:extLst>
                  <a:ext uri="{FF2B5EF4-FFF2-40B4-BE49-F238E27FC236}">
                    <a16:creationId xmlns:a16="http://schemas.microsoft.com/office/drawing/2014/main" id="{03553A66-5DC3-3A41-B4DB-76876773A85D}"/>
                  </a:ext>
                </a:extLst>
              </p:cNvPr>
              <p:cNvSpPr>
                <a:spLocks/>
              </p:cNvSpPr>
              <p:nvPr/>
            </p:nvSpPr>
            <p:spPr bwMode="auto">
              <a:xfrm>
                <a:off x="6744812" y="4700007"/>
                <a:ext cx="90018" cy="252296"/>
              </a:xfrm>
              <a:custGeom>
                <a:avLst/>
                <a:gdLst>
                  <a:gd name="T0" fmla="*/ 8 w 46"/>
                  <a:gd name="T1" fmla="*/ 0 h 126"/>
                  <a:gd name="T2" fmla="*/ 12 w 46"/>
                  <a:gd name="T3" fmla="*/ 6 h 126"/>
                  <a:gd name="T4" fmla="*/ 14 w 46"/>
                  <a:gd name="T5" fmla="*/ 12 h 126"/>
                  <a:gd name="T6" fmla="*/ 14 w 46"/>
                  <a:gd name="T7" fmla="*/ 16 h 126"/>
                  <a:gd name="T8" fmla="*/ 12 w 46"/>
                  <a:gd name="T9" fmla="*/ 24 h 126"/>
                  <a:gd name="T10" fmla="*/ 8 w 46"/>
                  <a:gd name="T11" fmla="*/ 28 h 126"/>
                  <a:gd name="T12" fmla="*/ 8 w 46"/>
                  <a:gd name="T13" fmla="*/ 34 h 126"/>
                  <a:gd name="T14" fmla="*/ 8 w 46"/>
                  <a:gd name="T15" fmla="*/ 42 h 126"/>
                  <a:gd name="T16" fmla="*/ 12 w 46"/>
                  <a:gd name="T17" fmla="*/ 44 h 126"/>
                  <a:gd name="T18" fmla="*/ 10 w 46"/>
                  <a:gd name="T19" fmla="*/ 48 h 126"/>
                  <a:gd name="T20" fmla="*/ 2 w 46"/>
                  <a:gd name="T21" fmla="*/ 54 h 126"/>
                  <a:gd name="T22" fmla="*/ 2 w 46"/>
                  <a:gd name="T23" fmla="*/ 64 h 126"/>
                  <a:gd name="T24" fmla="*/ 0 w 46"/>
                  <a:gd name="T25" fmla="*/ 72 h 126"/>
                  <a:gd name="T26" fmla="*/ 2 w 46"/>
                  <a:gd name="T27" fmla="*/ 80 h 126"/>
                  <a:gd name="T28" fmla="*/ 8 w 46"/>
                  <a:gd name="T29" fmla="*/ 86 h 126"/>
                  <a:gd name="T30" fmla="*/ 10 w 46"/>
                  <a:gd name="T31" fmla="*/ 90 h 126"/>
                  <a:gd name="T32" fmla="*/ 20 w 46"/>
                  <a:gd name="T33" fmla="*/ 88 h 126"/>
                  <a:gd name="T34" fmla="*/ 22 w 46"/>
                  <a:gd name="T35" fmla="*/ 94 h 126"/>
                  <a:gd name="T36" fmla="*/ 20 w 46"/>
                  <a:gd name="T37" fmla="*/ 104 h 126"/>
                  <a:gd name="T38" fmla="*/ 20 w 46"/>
                  <a:gd name="T39" fmla="*/ 110 h 126"/>
                  <a:gd name="T40" fmla="*/ 32 w 46"/>
                  <a:gd name="T41" fmla="*/ 120 h 126"/>
                  <a:gd name="T42" fmla="*/ 32 w 46"/>
                  <a:gd name="T43" fmla="*/ 126 h 126"/>
                  <a:gd name="T44" fmla="*/ 38 w 46"/>
                  <a:gd name="T45" fmla="*/ 124 h 126"/>
                  <a:gd name="T46" fmla="*/ 38 w 46"/>
                  <a:gd name="T47" fmla="*/ 120 h 126"/>
                  <a:gd name="T48" fmla="*/ 38 w 46"/>
                  <a:gd name="T49" fmla="*/ 106 h 126"/>
                  <a:gd name="T50" fmla="*/ 44 w 46"/>
                  <a:gd name="T51" fmla="*/ 106 h 126"/>
                  <a:gd name="T52" fmla="*/ 44 w 46"/>
                  <a:gd name="T53" fmla="*/ 100 h 126"/>
                  <a:gd name="T54" fmla="*/ 46 w 46"/>
                  <a:gd name="T55" fmla="*/ 90 h 126"/>
                  <a:gd name="T56" fmla="*/ 44 w 46"/>
                  <a:gd name="T57" fmla="*/ 86 h 126"/>
                  <a:gd name="T58" fmla="*/ 40 w 46"/>
                  <a:gd name="T59" fmla="*/ 80 h 126"/>
                  <a:gd name="T60" fmla="*/ 36 w 46"/>
                  <a:gd name="T61" fmla="*/ 70 h 126"/>
                  <a:gd name="T62" fmla="*/ 34 w 46"/>
                  <a:gd name="T63" fmla="*/ 70 h 126"/>
                  <a:gd name="T64" fmla="*/ 36 w 46"/>
                  <a:gd name="T65" fmla="*/ 72 h 126"/>
                  <a:gd name="T66" fmla="*/ 32 w 46"/>
                  <a:gd name="T67" fmla="*/ 74 h 126"/>
                  <a:gd name="T68" fmla="*/ 30 w 46"/>
                  <a:gd name="T69" fmla="*/ 74 h 126"/>
                  <a:gd name="T70" fmla="*/ 30 w 46"/>
                  <a:gd name="T71" fmla="*/ 66 h 126"/>
                  <a:gd name="T72" fmla="*/ 26 w 46"/>
                  <a:gd name="T73" fmla="*/ 64 h 126"/>
                  <a:gd name="T74" fmla="*/ 26 w 46"/>
                  <a:gd name="T75" fmla="*/ 58 h 126"/>
                  <a:gd name="T76" fmla="*/ 26 w 46"/>
                  <a:gd name="T77" fmla="*/ 54 h 126"/>
                  <a:gd name="T78" fmla="*/ 24 w 46"/>
                  <a:gd name="T79" fmla="*/ 48 h 126"/>
                  <a:gd name="T80" fmla="*/ 22 w 46"/>
                  <a:gd name="T81" fmla="*/ 42 h 126"/>
                  <a:gd name="T82" fmla="*/ 26 w 46"/>
                  <a:gd name="T83" fmla="*/ 32 h 126"/>
                  <a:gd name="T84" fmla="*/ 24 w 46"/>
                  <a:gd name="T85" fmla="*/ 10 h 126"/>
                  <a:gd name="T86" fmla="*/ 22 w 46"/>
                  <a:gd name="T87" fmla="*/ 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 h="126">
                    <a:moveTo>
                      <a:pt x="24" y="2"/>
                    </a:moveTo>
                    <a:lnTo>
                      <a:pt x="22" y="2"/>
                    </a:lnTo>
                    <a:lnTo>
                      <a:pt x="8" y="0"/>
                    </a:lnTo>
                    <a:lnTo>
                      <a:pt x="8" y="0"/>
                    </a:lnTo>
                    <a:lnTo>
                      <a:pt x="10" y="2"/>
                    </a:lnTo>
                    <a:lnTo>
                      <a:pt x="12" y="6"/>
                    </a:lnTo>
                    <a:lnTo>
                      <a:pt x="12" y="6"/>
                    </a:lnTo>
                    <a:lnTo>
                      <a:pt x="14" y="8"/>
                    </a:lnTo>
                    <a:lnTo>
                      <a:pt x="14" y="12"/>
                    </a:lnTo>
                    <a:lnTo>
                      <a:pt x="14" y="14"/>
                    </a:lnTo>
                    <a:lnTo>
                      <a:pt x="14" y="16"/>
                    </a:lnTo>
                    <a:lnTo>
                      <a:pt x="14" y="16"/>
                    </a:lnTo>
                    <a:lnTo>
                      <a:pt x="16" y="18"/>
                    </a:lnTo>
                    <a:lnTo>
                      <a:pt x="14" y="20"/>
                    </a:lnTo>
                    <a:lnTo>
                      <a:pt x="12" y="24"/>
                    </a:lnTo>
                    <a:lnTo>
                      <a:pt x="12" y="24"/>
                    </a:lnTo>
                    <a:lnTo>
                      <a:pt x="8" y="26"/>
                    </a:lnTo>
                    <a:lnTo>
                      <a:pt x="8" y="28"/>
                    </a:lnTo>
                    <a:lnTo>
                      <a:pt x="8" y="30"/>
                    </a:lnTo>
                    <a:lnTo>
                      <a:pt x="8" y="30"/>
                    </a:lnTo>
                    <a:lnTo>
                      <a:pt x="8" y="34"/>
                    </a:lnTo>
                    <a:lnTo>
                      <a:pt x="8" y="40"/>
                    </a:lnTo>
                    <a:lnTo>
                      <a:pt x="8" y="40"/>
                    </a:lnTo>
                    <a:lnTo>
                      <a:pt x="8" y="42"/>
                    </a:lnTo>
                    <a:lnTo>
                      <a:pt x="10" y="42"/>
                    </a:lnTo>
                    <a:lnTo>
                      <a:pt x="10" y="42"/>
                    </a:lnTo>
                    <a:lnTo>
                      <a:pt x="12" y="44"/>
                    </a:lnTo>
                    <a:lnTo>
                      <a:pt x="12" y="44"/>
                    </a:lnTo>
                    <a:lnTo>
                      <a:pt x="12" y="46"/>
                    </a:lnTo>
                    <a:lnTo>
                      <a:pt x="10" y="48"/>
                    </a:lnTo>
                    <a:lnTo>
                      <a:pt x="4" y="52"/>
                    </a:lnTo>
                    <a:lnTo>
                      <a:pt x="4" y="52"/>
                    </a:lnTo>
                    <a:lnTo>
                      <a:pt x="2" y="54"/>
                    </a:lnTo>
                    <a:lnTo>
                      <a:pt x="2" y="58"/>
                    </a:lnTo>
                    <a:lnTo>
                      <a:pt x="2" y="64"/>
                    </a:lnTo>
                    <a:lnTo>
                      <a:pt x="2" y="64"/>
                    </a:lnTo>
                    <a:lnTo>
                      <a:pt x="2" y="66"/>
                    </a:lnTo>
                    <a:lnTo>
                      <a:pt x="2" y="68"/>
                    </a:lnTo>
                    <a:lnTo>
                      <a:pt x="0" y="72"/>
                    </a:lnTo>
                    <a:lnTo>
                      <a:pt x="0" y="72"/>
                    </a:lnTo>
                    <a:lnTo>
                      <a:pt x="2" y="80"/>
                    </a:lnTo>
                    <a:lnTo>
                      <a:pt x="2" y="80"/>
                    </a:lnTo>
                    <a:lnTo>
                      <a:pt x="4" y="82"/>
                    </a:lnTo>
                    <a:lnTo>
                      <a:pt x="8" y="86"/>
                    </a:lnTo>
                    <a:lnTo>
                      <a:pt x="8" y="86"/>
                    </a:lnTo>
                    <a:lnTo>
                      <a:pt x="8" y="90"/>
                    </a:lnTo>
                    <a:lnTo>
                      <a:pt x="10" y="90"/>
                    </a:lnTo>
                    <a:lnTo>
                      <a:pt x="10" y="90"/>
                    </a:lnTo>
                    <a:lnTo>
                      <a:pt x="10" y="90"/>
                    </a:lnTo>
                    <a:lnTo>
                      <a:pt x="20" y="88"/>
                    </a:lnTo>
                    <a:lnTo>
                      <a:pt x="20" y="88"/>
                    </a:lnTo>
                    <a:lnTo>
                      <a:pt x="20" y="90"/>
                    </a:lnTo>
                    <a:lnTo>
                      <a:pt x="22" y="94"/>
                    </a:lnTo>
                    <a:lnTo>
                      <a:pt x="22" y="94"/>
                    </a:lnTo>
                    <a:lnTo>
                      <a:pt x="22" y="98"/>
                    </a:lnTo>
                    <a:lnTo>
                      <a:pt x="20" y="104"/>
                    </a:lnTo>
                    <a:lnTo>
                      <a:pt x="20" y="104"/>
                    </a:lnTo>
                    <a:lnTo>
                      <a:pt x="18" y="108"/>
                    </a:lnTo>
                    <a:lnTo>
                      <a:pt x="20" y="110"/>
                    </a:lnTo>
                    <a:lnTo>
                      <a:pt x="20" y="110"/>
                    </a:lnTo>
                    <a:lnTo>
                      <a:pt x="28" y="118"/>
                    </a:lnTo>
                    <a:lnTo>
                      <a:pt x="28" y="118"/>
                    </a:lnTo>
                    <a:lnTo>
                      <a:pt x="32" y="120"/>
                    </a:lnTo>
                    <a:lnTo>
                      <a:pt x="32" y="120"/>
                    </a:lnTo>
                    <a:lnTo>
                      <a:pt x="32" y="124"/>
                    </a:lnTo>
                    <a:lnTo>
                      <a:pt x="32" y="126"/>
                    </a:lnTo>
                    <a:lnTo>
                      <a:pt x="34" y="126"/>
                    </a:lnTo>
                    <a:lnTo>
                      <a:pt x="34" y="126"/>
                    </a:lnTo>
                    <a:lnTo>
                      <a:pt x="38" y="124"/>
                    </a:lnTo>
                    <a:lnTo>
                      <a:pt x="38" y="122"/>
                    </a:lnTo>
                    <a:lnTo>
                      <a:pt x="38" y="120"/>
                    </a:lnTo>
                    <a:lnTo>
                      <a:pt x="38" y="120"/>
                    </a:lnTo>
                    <a:lnTo>
                      <a:pt x="36" y="112"/>
                    </a:lnTo>
                    <a:lnTo>
                      <a:pt x="36" y="108"/>
                    </a:lnTo>
                    <a:lnTo>
                      <a:pt x="38" y="106"/>
                    </a:lnTo>
                    <a:lnTo>
                      <a:pt x="38" y="106"/>
                    </a:lnTo>
                    <a:lnTo>
                      <a:pt x="42" y="108"/>
                    </a:lnTo>
                    <a:lnTo>
                      <a:pt x="44" y="106"/>
                    </a:lnTo>
                    <a:lnTo>
                      <a:pt x="46" y="104"/>
                    </a:lnTo>
                    <a:lnTo>
                      <a:pt x="46" y="104"/>
                    </a:lnTo>
                    <a:lnTo>
                      <a:pt x="44" y="100"/>
                    </a:lnTo>
                    <a:lnTo>
                      <a:pt x="44" y="96"/>
                    </a:lnTo>
                    <a:lnTo>
                      <a:pt x="44" y="96"/>
                    </a:lnTo>
                    <a:lnTo>
                      <a:pt x="46" y="90"/>
                    </a:lnTo>
                    <a:lnTo>
                      <a:pt x="46" y="86"/>
                    </a:lnTo>
                    <a:lnTo>
                      <a:pt x="44" y="86"/>
                    </a:lnTo>
                    <a:lnTo>
                      <a:pt x="44" y="86"/>
                    </a:lnTo>
                    <a:lnTo>
                      <a:pt x="42" y="84"/>
                    </a:lnTo>
                    <a:lnTo>
                      <a:pt x="40" y="80"/>
                    </a:lnTo>
                    <a:lnTo>
                      <a:pt x="40" y="80"/>
                    </a:lnTo>
                    <a:lnTo>
                      <a:pt x="38" y="74"/>
                    </a:lnTo>
                    <a:lnTo>
                      <a:pt x="36" y="70"/>
                    </a:lnTo>
                    <a:lnTo>
                      <a:pt x="36" y="70"/>
                    </a:lnTo>
                    <a:lnTo>
                      <a:pt x="34" y="68"/>
                    </a:lnTo>
                    <a:lnTo>
                      <a:pt x="34" y="68"/>
                    </a:lnTo>
                    <a:lnTo>
                      <a:pt x="34" y="70"/>
                    </a:lnTo>
                    <a:lnTo>
                      <a:pt x="34" y="70"/>
                    </a:lnTo>
                    <a:lnTo>
                      <a:pt x="36" y="72"/>
                    </a:lnTo>
                    <a:lnTo>
                      <a:pt x="36" y="72"/>
                    </a:lnTo>
                    <a:lnTo>
                      <a:pt x="36" y="76"/>
                    </a:lnTo>
                    <a:lnTo>
                      <a:pt x="36" y="76"/>
                    </a:lnTo>
                    <a:lnTo>
                      <a:pt x="32" y="74"/>
                    </a:lnTo>
                    <a:lnTo>
                      <a:pt x="32" y="74"/>
                    </a:lnTo>
                    <a:lnTo>
                      <a:pt x="30" y="74"/>
                    </a:lnTo>
                    <a:lnTo>
                      <a:pt x="30" y="74"/>
                    </a:lnTo>
                    <a:lnTo>
                      <a:pt x="30" y="74"/>
                    </a:lnTo>
                    <a:lnTo>
                      <a:pt x="30" y="70"/>
                    </a:lnTo>
                    <a:lnTo>
                      <a:pt x="30" y="66"/>
                    </a:lnTo>
                    <a:lnTo>
                      <a:pt x="30" y="66"/>
                    </a:lnTo>
                    <a:lnTo>
                      <a:pt x="26" y="64"/>
                    </a:lnTo>
                    <a:lnTo>
                      <a:pt x="26" y="64"/>
                    </a:lnTo>
                    <a:lnTo>
                      <a:pt x="26" y="60"/>
                    </a:lnTo>
                    <a:lnTo>
                      <a:pt x="26" y="58"/>
                    </a:lnTo>
                    <a:lnTo>
                      <a:pt x="26" y="58"/>
                    </a:lnTo>
                    <a:lnTo>
                      <a:pt x="26" y="58"/>
                    </a:lnTo>
                    <a:lnTo>
                      <a:pt x="28" y="56"/>
                    </a:lnTo>
                    <a:lnTo>
                      <a:pt x="26" y="54"/>
                    </a:lnTo>
                    <a:lnTo>
                      <a:pt x="24" y="52"/>
                    </a:lnTo>
                    <a:lnTo>
                      <a:pt x="24" y="52"/>
                    </a:lnTo>
                    <a:lnTo>
                      <a:pt x="24" y="48"/>
                    </a:lnTo>
                    <a:lnTo>
                      <a:pt x="26" y="42"/>
                    </a:lnTo>
                    <a:lnTo>
                      <a:pt x="26" y="42"/>
                    </a:lnTo>
                    <a:lnTo>
                      <a:pt x="22" y="42"/>
                    </a:lnTo>
                    <a:lnTo>
                      <a:pt x="22" y="42"/>
                    </a:lnTo>
                    <a:lnTo>
                      <a:pt x="22" y="38"/>
                    </a:lnTo>
                    <a:lnTo>
                      <a:pt x="26" y="32"/>
                    </a:lnTo>
                    <a:lnTo>
                      <a:pt x="26" y="32"/>
                    </a:lnTo>
                    <a:lnTo>
                      <a:pt x="26" y="22"/>
                    </a:lnTo>
                    <a:lnTo>
                      <a:pt x="24" y="10"/>
                    </a:lnTo>
                    <a:lnTo>
                      <a:pt x="24" y="10"/>
                    </a:lnTo>
                    <a:lnTo>
                      <a:pt x="24" y="6"/>
                    </a:lnTo>
                    <a:lnTo>
                      <a:pt x="22" y="2"/>
                    </a:lnTo>
                    <a:lnTo>
                      <a:pt x="24" y="2"/>
                    </a:lnTo>
                    <a:lnTo>
                      <a:pt x="24"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7" name="Freeform 143">
                <a:extLst>
                  <a:ext uri="{FF2B5EF4-FFF2-40B4-BE49-F238E27FC236}">
                    <a16:creationId xmlns:a16="http://schemas.microsoft.com/office/drawing/2014/main" id="{885C3DAA-3DCC-0449-BA4B-8F0F78DFE2FD}"/>
                  </a:ext>
                </a:extLst>
              </p:cNvPr>
              <p:cNvSpPr>
                <a:spLocks/>
              </p:cNvSpPr>
              <p:nvPr/>
            </p:nvSpPr>
            <p:spPr bwMode="auto">
              <a:xfrm>
                <a:off x="7018778" y="4804128"/>
                <a:ext cx="199604" cy="444522"/>
              </a:xfrm>
              <a:custGeom>
                <a:avLst/>
                <a:gdLst>
                  <a:gd name="T0" fmla="*/ 78 w 102"/>
                  <a:gd name="T1" fmla="*/ 6 h 222"/>
                  <a:gd name="T2" fmla="*/ 72 w 102"/>
                  <a:gd name="T3" fmla="*/ 24 h 222"/>
                  <a:gd name="T4" fmla="*/ 68 w 102"/>
                  <a:gd name="T5" fmla="*/ 26 h 222"/>
                  <a:gd name="T6" fmla="*/ 66 w 102"/>
                  <a:gd name="T7" fmla="*/ 36 h 222"/>
                  <a:gd name="T8" fmla="*/ 66 w 102"/>
                  <a:gd name="T9" fmla="*/ 40 h 222"/>
                  <a:gd name="T10" fmla="*/ 62 w 102"/>
                  <a:gd name="T11" fmla="*/ 46 h 222"/>
                  <a:gd name="T12" fmla="*/ 56 w 102"/>
                  <a:gd name="T13" fmla="*/ 44 h 222"/>
                  <a:gd name="T14" fmla="*/ 54 w 102"/>
                  <a:gd name="T15" fmla="*/ 54 h 222"/>
                  <a:gd name="T16" fmla="*/ 46 w 102"/>
                  <a:gd name="T17" fmla="*/ 56 h 222"/>
                  <a:gd name="T18" fmla="*/ 36 w 102"/>
                  <a:gd name="T19" fmla="*/ 56 h 222"/>
                  <a:gd name="T20" fmla="*/ 34 w 102"/>
                  <a:gd name="T21" fmla="*/ 60 h 222"/>
                  <a:gd name="T22" fmla="*/ 24 w 102"/>
                  <a:gd name="T23" fmla="*/ 64 h 222"/>
                  <a:gd name="T24" fmla="*/ 20 w 102"/>
                  <a:gd name="T25" fmla="*/ 70 h 222"/>
                  <a:gd name="T26" fmla="*/ 16 w 102"/>
                  <a:gd name="T27" fmla="*/ 76 h 222"/>
                  <a:gd name="T28" fmla="*/ 10 w 102"/>
                  <a:gd name="T29" fmla="*/ 82 h 222"/>
                  <a:gd name="T30" fmla="*/ 14 w 102"/>
                  <a:gd name="T31" fmla="*/ 100 h 222"/>
                  <a:gd name="T32" fmla="*/ 18 w 102"/>
                  <a:gd name="T33" fmla="*/ 114 h 222"/>
                  <a:gd name="T34" fmla="*/ 18 w 102"/>
                  <a:gd name="T35" fmla="*/ 124 h 222"/>
                  <a:gd name="T36" fmla="*/ 14 w 102"/>
                  <a:gd name="T37" fmla="*/ 132 h 222"/>
                  <a:gd name="T38" fmla="*/ 8 w 102"/>
                  <a:gd name="T39" fmla="*/ 136 h 222"/>
                  <a:gd name="T40" fmla="*/ 2 w 102"/>
                  <a:gd name="T41" fmla="*/ 150 h 222"/>
                  <a:gd name="T42" fmla="*/ 2 w 102"/>
                  <a:gd name="T43" fmla="*/ 156 h 222"/>
                  <a:gd name="T44" fmla="*/ 4 w 102"/>
                  <a:gd name="T45" fmla="*/ 184 h 222"/>
                  <a:gd name="T46" fmla="*/ 8 w 102"/>
                  <a:gd name="T47" fmla="*/ 188 h 222"/>
                  <a:gd name="T48" fmla="*/ 12 w 102"/>
                  <a:gd name="T49" fmla="*/ 204 h 222"/>
                  <a:gd name="T50" fmla="*/ 20 w 102"/>
                  <a:gd name="T51" fmla="*/ 216 h 222"/>
                  <a:gd name="T52" fmla="*/ 30 w 102"/>
                  <a:gd name="T53" fmla="*/ 222 h 222"/>
                  <a:gd name="T54" fmla="*/ 40 w 102"/>
                  <a:gd name="T55" fmla="*/ 218 h 222"/>
                  <a:gd name="T56" fmla="*/ 52 w 102"/>
                  <a:gd name="T57" fmla="*/ 212 h 222"/>
                  <a:gd name="T58" fmla="*/ 54 w 102"/>
                  <a:gd name="T59" fmla="*/ 208 h 222"/>
                  <a:gd name="T60" fmla="*/ 60 w 102"/>
                  <a:gd name="T61" fmla="*/ 184 h 222"/>
                  <a:gd name="T62" fmla="*/ 68 w 102"/>
                  <a:gd name="T63" fmla="*/ 162 h 222"/>
                  <a:gd name="T64" fmla="*/ 70 w 102"/>
                  <a:gd name="T65" fmla="*/ 156 h 222"/>
                  <a:gd name="T66" fmla="*/ 74 w 102"/>
                  <a:gd name="T67" fmla="*/ 148 h 222"/>
                  <a:gd name="T68" fmla="*/ 76 w 102"/>
                  <a:gd name="T69" fmla="*/ 132 h 222"/>
                  <a:gd name="T70" fmla="*/ 80 w 102"/>
                  <a:gd name="T71" fmla="*/ 118 h 222"/>
                  <a:gd name="T72" fmla="*/ 84 w 102"/>
                  <a:gd name="T73" fmla="*/ 108 h 222"/>
                  <a:gd name="T74" fmla="*/ 88 w 102"/>
                  <a:gd name="T75" fmla="*/ 98 h 222"/>
                  <a:gd name="T76" fmla="*/ 88 w 102"/>
                  <a:gd name="T77" fmla="*/ 82 h 222"/>
                  <a:gd name="T78" fmla="*/ 92 w 102"/>
                  <a:gd name="T79" fmla="*/ 78 h 222"/>
                  <a:gd name="T80" fmla="*/ 94 w 102"/>
                  <a:gd name="T81" fmla="*/ 74 h 222"/>
                  <a:gd name="T82" fmla="*/ 90 w 102"/>
                  <a:gd name="T83" fmla="*/ 64 h 222"/>
                  <a:gd name="T84" fmla="*/ 90 w 102"/>
                  <a:gd name="T85" fmla="*/ 52 h 222"/>
                  <a:gd name="T86" fmla="*/ 98 w 102"/>
                  <a:gd name="T87" fmla="*/ 60 h 222"/>
                  <a:gd name="T88" fmla="*/ 102 w 102"/>
                  <a:gd name="T89" fmla="*/ 40 h 222"/>
                  <a:gd name="T90" fmla="*/ 98 w 102"/>
                  <a:gd name="T91" fmla="*/ 28 h 222"/>
                  <a:gd name="T92" fmla="*/ 96 w 102"/>
                  <a:gd name="T93" fmla="*/ 18 h 222"/>
                  <a:gd name="T94" fmla="*/ 92 w 102"/>
                  <a:gd name="T95" fmla="*/ 8 h 222"/>
                  <a:gd name="T96" fmla="*/ 86 w 102"/>
                  <a:gd name="T97" fmla="*/ 4 h 222"/>
                  <a:gd name="T98" fmla="*/ 84 w 102"/>
                  <a:gd name="T99" fmla="*/ 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222">
                    <a:moveTo>
                      <a:pt x="82" y="0"/>
                    </a:moveTo>
                    <a:lnTo>
                      <a:pt x="82" y="0"/>
                    </a:lnTo>
                    <a:lnTo>
                      <a:pt x="78" y="6"/>
                    </a:lnTo>
                    <a:lnTo>
                      <a:pt x="78" y="6"/>
                    </a:lnTo>
                    <a:lnTo>
                      <a:pt x="78" y="16"/>
                    </a:lnTo>
                    <a:lnTo>
                      <a:pt x="78" y="24"/>
                    </a:lnTo>
                    <a:lnTo>
                      <a:pt x="78" y="24"/>
                    </a:lnTo>
                    <a:lnTo>
                      <a:pt x="72" y="24"/>
                    </a:lnTo>
                    <a:lnTo>
                      <a:pt x="72" y="26"/>
                    </a:lnTo>
                    <a:lnTo>
                      <a:pt x="72" y="26"/>
                    </a:lnTo>
                    <a:lnTo>
                      <a:pt x="70" y="28"/>
                    </a:lnTo>
                    <a:lnTo>
                      <a:pt x="68" y="26"/>
                    </a:lnTo>
                    <a:lnTo>
                      <a:pt x="68" y="26"/>
                    </a:lnTo>
                    <a:lnTo>
                      <a:pt x="68" y="36"/>
                    </a:lnTo>
                    <a:lnTo>
                      <a:pt x="68" y="36"/>
                    </a:lnTo>
                    <a:lnTo>
                      <a:pt x="66" y="36"/>
                    </a:lnTo>
                    <a:lnTo>
                      <a:pt x="66" y="36"/>
                    </a:lnTo>
                    <a:lnTo>
                      <a:pt x="66" y="38"/>
                    </a:lnTo>
                    <a:lnTo>
                      <a:pt x="66" y="40"/>
                    </a:lnTo>
                    <a:lnTo>
                      <a:pt x="66" y="40"/>
                    </a:lnTo>
                    <a:lnTo>
                      <a:pt x="64" y="40"/>
                    </a:lnTo>
                    <a:lnTo>
                      <a:pt x="64" y="40"/>
                    </a:lnTo>
                    <a:lnTo>
                      <a:pt x="62" y="46"/>
                    </a:lnTo>
                    <a:lnTo>
                      <a:pt x="62" y="46"/>
                    </a:lnTo>
                    <a:lnTo>
                      <a:pt x="58" y="42"/>
                    </a:lnTo>
                    <a:lnTo>
                      <a:pt x="58" y="42"/>
                    </a:lnTo>
                    <a:lnTo>
                      <a:pt x="56" y="44"/>
                    </a:lnTo>
                    <a:lnTo>
                      <a:pt x="56" y="44"/>
                    </a:lnTo>
                    <a:lnTo>
                      <a:pt x="56" y="50"/>
                    </a:lnTo>
                    <a:lnTo>
                      <a:pt x="56" y="54"/>
                    </a:lnTo>
                    <a:lnTo>
                      <a:pt x="56" y="54"/>
                    </a:lnTo>
                    <a:lnTo>
                      <a:pt x="54" y="54"/>
                    </a:lnTo>
                    <a:lnTo>
                      <a:pt x="54" y="52"/>
                    </a:lnTo>
                    <a:lnTo>
                      <a:pt x="54" y="52"/>
                    </a:lnTo>
                    <a:lnTo>
                      <a:pt x="50" y="54"/>
                    </a:lnTo>
                    <a:lnTo>
                      <a:pt x="46" y="56"/>
                    </a:lnTo>
                    <a:lnTo>
                      <a:pt x="44" y="58"/>
                    </a:lnTo>
                    <a:lnTo>
                      <a:pt x="44" y="58"/>
                    </a:lnTo>
                    <a:lnTo>
                      <a:pt x="36" y="56"/>
                    </a:lnTo>
                    <a:lnTo>
                      <a:pt x="36" y="56"/>
                    </a:lnTo>
                    <a:lnTo>
                      <a:pt x="36" y="58"/>
                    </a:lnTo>
                    <a:lnTo>
                      <a:pt x="36" y="60"/>
                    </a:lnTo>
                    <a:lnTo>
                      <a:pt x="36" y="60"/>
                    </a:lnTo>
                    <a:lnTo>
                      <a:pt x="34" y="60"/>
                    </a:lnTo>
                    <a:lnTo>
                      <a:pt x="32" y="60"/>
                    </a:lnTo>
                    <a:lnTo>
                      <a:pt x="30" y="62"/>
                    </a:lnTo>
                    <a:lnTo>
                      <a:pt x="30" y="62"/>
                    </a:lnTo>
                    <a:lnTo>
                      <a:pt x="24" y="64"/>
                    </a:lnTo>
                    <a:lnTo>
                      <a:pt x="24" y="64"/>
                    </a:lnTo>
                    <a:lnTo>
                      <a:pt x="22" y="68"/>
                    </a:lnTo>
                    <a:lnTo>
                      <a:pt x="22" y="68"/>
                    </a:lnTo>
                    <a:lnTo>
                      <a:pt x="20" y="70"/>
                    </a:lnTo>
                    <a:lnTo>
                      <a:pt x="16" y="72"/>
                    </a:lnTo>
                    <a:lnTo>
                      <a:pt x="16" y="72"/>
                    </a:lnTo>
                    <a:lnTo>
                      <a:pt x="16" y="72"/>
                    </a:lnTo>
                    <a:lnTo>
                      <a:pt x="16" y="76"/>
                    </a:lnTo>
                    <a:lnTo>
                      <a:pt x="16" y="76"/>
                    </a:lnTo>
                    <a:lnTo>
                      <a:pt x="14" y="78"/>
                    </a:lnTo>
                    <a:lnTo>
                      <a:pt x="10" y="82"/>
                    </a:lnTo>
                    <a:lnTo>
                      <a:pt x="10" y="82"/>
                    </a:lnTo>
                    <a:lnTo>
                      <a:pt x="10" y="88"/>
                    </a:lnTo>
                    <a:lnTo>
                      <a:pt x="12" y="92"/>
                    </a:lnTo>
                    <a:lnTo>
                      <a:pt x="14" y="100"/>
                    </a:lnTo>
                    <a:lnTo>
                      <a:pt x="14" y="100"/>
                    </a:lnTo>
                    <a:lnTo>
                      <a:pt x="16" y="106"/>
                    </a:lnTo>
                    <a:lnTo>
                      <a:pt x="16" y="112"/>
                    </a:lnTo>
                    <a:lnTo>
                      <a:pt x="16" y="112"/>
                    </a:lnTo>
                    <a:lnTo>
                      <a:pt x="18" y="114"/>
                    </a:lnTo>
                    <a:lnTo>
                      <a:pt x="18" y="114"/>
                    </a:lnTo>
                    <a:lnTo>
                      <a:pt x="18" y="120"/>
                    </a:lnTo>
                    <a:lnTo>
                      <a:pt x="18" y="124"/>
                    </a:lnTo>
                    <a:lnTo>
                      <a:pt x="18" y="124"/>
                    </a:lnTo>
                    <a:lnTo>
                      <a:pt x="16" y="126"/>
                    </a:lnTo>
                    <a:lnTo>
                      <a:pt x="16" y="126"/>
                    </a:lnTo>
                    <a:lnTo>
                      <a:pt x="16" y="130"/>
                    </a:lnTo>
                    <a:lnTo>
                      <a:pt x="14" y="132"/>
                    </a:lnTo>
                    <a:lnTo>
                      <a:pt x="14" y="132"/>
                    </a:lnTo>
                    <a:lnTo>
                      <a:pt x="12" y="134"/>
                    </a:lnTo>
                    <a:lnTo>
                      <a:pt x="8" y="136"/>
                    </a:lnTo>
                    <a:lnTo>
                      <a:pt x="8" y="136"/>
                    </a:lnTo>
                    <a:lnTo>
                      <a:pt x="8" y="140"/>
                    </a:lnTo>
                    <a:lnTo>
                      <a:pt x="8" y="142"/>
                    </a:lnTo>
                    <a:lnTo>
                      <a:pt x="8" y="144"/>
                    </a:lnTo>
                    <a:lnTo>
                      <a:pt x="2" y="150"/>
                    </a:lnTo>
                    <a:lnTo>
                      <a:pt x="2" y="150"/>
                    </a:lnTo>
                    <a:lnTo>
                      <a:pt x="2" y="152"/>
                    </a:lnTo>
                    <a:lnTo>
                      <a:pt x="2" y="156"/>
                    </a:lnTo>
                    <a:lnTo>
                      <a:pt x="2" y="156"/>
                    </a:lnTo>
                    <a:lnTo>
                      <a:pt x="0" y="160"/>
                    </a:lnTo>
                    <a:lnTo>
                      <a:pt x="0" y="160"/>
                    </a:lnTo>
                    <a:lnTo>
                      <a:pt x="0" y="172"/>
                    </a:lnTo>
                    <a:lnTo>
                      <a:pt x="4" y="184"/>
                    </a:lnTo>
                    <a:lnTo>
                      <a:pt x="4" y="184"/>
                    </a:lnTo>
                    <a:lnTo>
                      <a:pt x="8" y="186"/>
                    </a:lnTo>
                    <a:lnTo>
                      <a:pt x="8" y="186"/>
                    </a:lnTo>
                    <a:lnTo>
                      <a:pt x="8" y="188"/>
                    </a:lnTo>
                    <a:lnTo>
                      <a:pt x="6" y="190"/>
                    </a:lnTo>
                    <a:lnTo>
                      <a:pt x="8" y="192"/>
                    </a:lnTo>
                    <a:lnTo>
                      <a:pt x="8" y="192"/>
                    </a:lnTo>
                    <a:lnTo>
                      <a:pt x="12" y="204"/>
                    </a:lnTo>
                    <a:lnTo>
                      <a:pt x="12" y="210"/>
                    </a:lnTo>
                    <a:lnTo>
                      <a:pt x="16" y="214"/>
                    </a:lnTo>
                    <a:lnTo>
                      <a:pt x="16" y="214"/>
                    </a:lnTo>
                    <a:lnTo>
                      <a:pt x="20" y="216"/>
                    </a:lnTo>
                    <a:lnTo>
                      <a:pt x="26" y="218"/>
                    </a:lnTo>
                    <a:lnTo>
                      <a:pt x="26" y="218"/>
                    </a:lnTo>
                    <a:lnTo>
                      <a:pt x="30" y="222"/>
                    </a:lnTo>
                    <a:lnTo>
                      <a:pt x="30" y="222"/>
                    </a:lnTo>
                    <a:lnTo>
                      <a:pt x="34" y="222"/>
                    </a:lnTo>
                    <a:lnTo>
                      <a:pt x="36" y="222"/>
                    </a:lnTo>
                    <a:lnTo>
                      <a:pt x="40" y="218"/>
                    </a:lnTo>
                    <a:lnTo>
                      <a:pt x="40" y="218"/>
                    </a:lnTo>
                    <a:lnTo>
                      <a:pt x="46" y="216"/>
                    </a:lnTo>
                    <a:lnTo>
                      <a:pt x="50" y="214"/>
                    </a:lnTo>
                    <a:lnTo>
                      <a:pt x="52" y="212"/>
                    </a:lnTo>
                    <a:lnTo>
                      <a:pt x="52" y="212"/>
                    </a:lnTo>
                    <a:lnTo>
                      <a:pt x="52" y="208"/>
                    </a:lnTo>
                    <a:lnTo>
                      <a:pt x="52" y="208"/>
                    </a:lnTo>
                    <a:lnTo>
                      <a:pt x="54" y="208"/>
                    </a:lnTo>
                    <a:lnTo>
                      <a:pt x="54" y="208"/>
                    </a:lnTo>
                    <a:lnTo>
                      <a:pt x="58" y="194"/>
                    </a:lnTo>
                    <a:lnTo>
                      <a:pt x="58" y="194"/>
                    </a:lnTo>
                    <a:lnTo>
                      <a:pt x="60" y="184"/>
                    </a:lnTo>
                    <a:lnTo>
                      <a:pt x="60" y="184"/>
                    </a:lnTo>
                    <a:lnTo>
                      <a:pt x="66" y="176"/>
                    </a:lnTo>
                    <a:lnTo>
                      <a:pt x="66" y="176"/>
                    </a:lnTo>
                    <a:lnTo>
                      <a:pt x="66" y="170"/>
                    </a:lnTo>
                    <a:lnTo>
                      <a:pt x="68" y="162"/>
                    </a:lnTo>
                    <a:lnTo>
                      <a:pt x="70" y="160"/>
                    </a:lnTo>
                    <a:lnTo>
                      <a:pt x="70" y="160"/>
                    </a:lnTo>
                    <a:lnTo>
                      <a:pt x="70" y="156"/>
                    </a:lnTo>
                    <a:lnTo>
                      <a:pt x="70" y="156"/>
                    </a:lnTo>
                    <a:lnTo>
                      <a:pt x="70" y="152"/>
                    </a:lnTo>
                    <a:lnTo>
                      <a:pt x="70" y="152"/>
                    </a:lnTo>
                    <a:lnTo>
                      <a:pt x="74" y="148"/>
                    </a:lnTo>
                    <a:lnTo>
                      <a:pt x="74" y="148"/>
                    </a:lnTo>
                    <a:lnTo>
                      <a:pt x="74" y="142"/>
                    </a:lnTo>
                    <a:lnTo>
                      <a:pt x="74" y="142"/>
                    </a:lnTo>
                    <a:lnTo>
                      <a:pt x="76" y="132"/>
                    </a:lnTo>
                    <a:lnTo>
                      <a:pt x="76" y="132"/>
                    </a:lnTo>
                    <a:lnTo>
                      <a:pt x="76" y="128"/>
                    </a:lnTo>
                    <a:lnTo>
                      <a:pt x="76" y="124"/>
                    </a:lnTo>
                    <a:lnTo>
                      <a:pt x="76" y="124"/>
                    </a:lnTo>
                    <a:lnTo>
                      <a:pt x="80" y="118"/>
                    </a:lnTo>
                    <a:lnTo>
                      <a:pt x="80" y="118"/>
                    </a:lnTo>
                    <a:lnTo>
                      <a:pt x="80" y="112"/>
                    </a:lnTo>
                    <a:lnTo>
                      <a:pt x="80" y="112"/>
                    </a:lnTo>
                    <a:lnTo>
                      <a:pt x="84" y="108"/>
                    </a:lnTo>
                    <a:lnTo>
                      <a:pt x="84" y="108"/>
                    </a:lnTo>
                    <a:lnTo>
                      <a:pt x="84" y="102"/>
                    </a:lnTo>
                    <a:lnTo>
                      <a:pt x="84" y="102"/>
                    </a:lnTo>
                    <a:lnTo>
                      <a:pt x="88" y="98"/>
                    </a:lnTo>
                    <a:lnTo>
                      <a:pt x="88" y="98"/>
                    </a:lnTo>
                    <a:lnTo>
                      <a:pt x="88" y="90"/>
                    </a:lnTo>
                    <a:lnTo>
                      <a:pt x="88" y="86"/>
                    </a:lnTo>
                    <a:lnTo>
                      <a:pt x="88" y="82"/>
                    </a:lnTo>
                    <a:lnTo>
                      <a:pt x="88" y="82"/>
                    </a:lnTo>
                    <a:lnTo>
                      <a:pt x="92" y="80"/>
                    </a:lnTo>
                    <a:lnTo>
                      <a:pt x="92" y="78"/>
                    </a:lnTo>
                    <a:lnTo>
                      <a:pt x="92" y="78"/>
                    </a:lnTo>
                    <a:lnTo>
                      <a:pt x="92" y="78"/>
                    </a:lnTo>
                    <a:lnTo>
                      <a:pt x="92" y="76"/>
                    </a:lnTo>
                    <a:lnTo>
                      <a:pt x="92" y="74"/>
                    </a:lnTo>
                    <a:lnTo>
                      <a:pt x="94" y="74"/>
                    </a:lnTo>
                    <a:lnTo>
                      <a:pt x="94" y="74"/>
                    </a:lnTo>
                    <a:lnTo>
                      <a:pt x="94" y="68"/>
                    </a:lnTo>
                    <a:lnTo>
                      <a:pt x="94" y="68"/>
                    </a:lnTo>
                    <a:lnTo>
                      <a:pt x="90" y="64"/>
                    </a:lnTo>
                    <a:lnTo>
                      <a:pt x="90" y="64"/>
                    </a:lnTo>
                    <a:lnTo>
                      <a:pt x="88" y="52"/>
                    </a:lnTo>
                    <a:lnTo>
                      <a:pt x="88" y="52"/>
                    </a:lnTo>
                    <a:lnTo>
                      <a:pt x="90" y="52"/>
                    </a:lnTo>
                    <a:lnTo>
                      <a:pt x="92" y="52"/>
                    </a:lnTo>
                    <a:lnTo>
                      <a:pt x="92" y="52"/>
                    </a:lnTo>
                    <a:lnTo>
                      <a:pt x="96" y="60"/>
                    </a:lnTo>
                    <a:lnTo>
                      <a:pt x="98" y="60"/>
                    </a:lnTo>
                    <a:lnTo>
                      <a:pt x="98" y="60"/>
                    </a:lnTo>
                    <a:lnTo>
                      <a:pt x="100" y="50"/>
                    </a:lnTo>
                    <a:lnTo>
                      <a:pt x="102" y="46"/>
                    </a:lnTo>
                    <a:lnTo>
                      <a:pt x="102" y="40"/>
                    </a:lnTo>
                    <a:lnTo>
                      <a:pt x="102" y="40"/>
                    </a:lnTo>
                    <a:lnTo>
                      <a:pt x="98" y="34"/>
                    </a:lnTo>
                    <a:lnTo>
                      <a:pt x="98" y="34"/>
                    </a:lnTo>
                    <a:lnTo>
                      <a:pt x="98" y="28"/>
                    </a:lnTo>
                    <a:lnTo>
                      <a:pt x="98" y="28"/>
                    </a:lnTo>
                    <a:lnTo>
                      <a:pt x="98" y="26"/>
                    </a:lnTo>
                    <a:lnTo>
                      <a:pt x="98" y="26"/>
                    </a:lnTo>
                    <a:lnTo>
                      <a:pt x="96" y="18"/>
                    </a:lnTo>
                    <a:lnTo>
                      <a:pt x="94" y="10"/>
                    </a:lnTo>
                    <a:lnTo>
                      <a:pt x="94" y="10"/>
                    </a:lnTo>
                    <a:lnTo>
                      <a:pt x="92" y="8"/>
                    </a:lnTo>
                    <a:lnTo>
                      <a:pt x="92" y="8"/>
                    </a:lnTo>
                    <a:lnTo>
                      <a:pt x="88" y="8"/>
                    </a:lnTo>
                    <a:lnTo>
                      <a:pt x="88" y="8"/>
                    </a:lnTo>
                    <a:lnTo>
                      <a:pt x="86" y="4"/>
                    </a:lnTo>
                    <a:lnTo>
                      <a:pt x="86" y="4"/>
                    </a:lnTo>
                    <a:lnTo>
                      <a:pt x="84" y="4"/>
                    </a:lnTo>
                    <a:lnTo>
                      <a:pt x="84" y="4"/>
                    </a:lnTo>
                    <a:lnTo>
                      <a:pt x="84" y="2"/>
                    </a:lnTo>
                    <a:lnTo>
                      <a:pt x="84" y="2"/>
                    </a:lnTo>
                    <a:lnTo>
                      <a:pt x="84" y="0"/>
                    </a:lnTo>
                    <a:lnTo>
                      <a:pt x="8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8" name="Freeform 148">
                <a:extLst>
                  <a:ext uri="{FF2B5EF4-FFF2-40B4-BE49-F238E27FC236}">
                    <a16:creationId xmlns:a16="http://schemas.microsoft.com/office/drawing/2014/main" id="{F7865C2E-6F18-5B43-AD19-DA81AA9EAA2A}"/>
                  </a:ext>
                </a:extLst>
              </p:cNvPr>
              <p:cNvSpPr>
                <a:spLocks/>
              </p:cNvSpPr>
              <p:nvPr/>
            </p:nvSpPr>
            <p:spPr bwMode="auto">
              <a:xfrm>
                <a:off x="6116646" y="3246298"/>
                <a:ext cx="444216" cy="476560"/>
              </a:xfrm>
              <a:custGeom>
                <a:avLst/>
                <a:gdLst>
                  <a:gd name="T0" fmla="*/ 37 w 227"/>
                  <a:gd name="T1" fmla="*/ 8 h 238"/>
                  <a:gd name="T2" fmla="*/ 35 w 227"/>
                  <a:gd name="T3" fmla="*/ 16 h 238"/>
                  <a:gd name="T4" fmla="*/ 28 w 227"/>
                  <a:gd name="T5" fmla="*/ 20 h 238"/>
                  <a:gd name="T6" fmla="*/ 20 w 227"/>
                  <a:gd name="T7" fmla="*/ 22 h 238"/>
                  <a:gd name="T8" fmla="*/ 18 w 227"/>
                  <a:gd name="T9" fmla="*/ 28 h 238"/>
                  <a:gd name="T10" fmla="*/ 20 w 227"/>
                  <a:gd name="T11" fmla="*/ 38 h 238"/>
                  <a:gd name="T12" fmla="*/ 16 w 227"/>
                  <a:gd name="T13" fmla="*/ 42 h 238"/>
                  <a:gd name="T14" fmla="*/ 12 w 227"/>
                  <a:gd name="T15" fmla="*/ 48 h 238"/>
                  <a:gd name="T16" fmla="*/ 6 w 227"/>
                  <a:gd name="T17" fmla="*/ 50 h 238"/>
                  <a:gd name="T18" fmla="*/ 8 w 227"/>
                  <a:gd name="T19" fmla="*/ 54 h 238"/>
                  <a:gd name="T20" fmla="*/ 12 w 227"/>
                  <a:gd name="T21" fmla="*/ 90 h 238"/>
                  <a:gd name="T22" fmla="*/ 8 w 227"/>
                  <a:gd name="T23" fmla="*/ 94 h 238"/>
                  <a:gd name="T24" fmla="*/ 8 w 227"/>
                  <a:gd name="T25" fmla="*/ 96 h 238"/>
                  <a:gd name="T26" fmla="*/ 8 w 227"/>
                  <a:gd name="T27" fmla="*/ 100 h 238"/>
                  <a:gd name="T28" fmla="*/ 8 w 227"/>
                  <a:gd name="T29" fmla="*/ 116 h 238"/>
                  <a:gd name="T30" fmla="*/ 0 w 227"/>
                  <a:gd name="T31" fmla="*/ 124 h 238"/>
                  <a:gd name="T32" fmla="*/ 4 w 227"/>
                  <a:gd name="T33" fmla="*/ 130 h 238"/>
                  <a:gd name="T34" fmla="*/ 10 w 227"/>
                  <a:gd name="T35" fmla="*/ 140 h 238"/>
                  <a:gd name="T36" fmla="*/ 12 w 227"/>
                  <a:gd name="T37" fmla="*/ 148 h 238"/>
                  <a:gd name="T38" fmla="*/ 18 w 227"/>
                  <a:gd name="T39" fmla="*/ 156 h 238"/>
                  <a:gd name="T40" fmla="*/ 28 w 227"/>
                  <a:gd name="T41" fmla="*/ 158 h 238"/>
                  <a:gd name="T42" fmla="*/ 35 w 227"/>
                  <a:gd name="T43" fmla="*/ 164 h 238"/>
                  <a:gd name="T44" fmla="*/ 39 w 227"/>
                  <a:gd name="T45" fmla="*/ 166 h 238"/>
                  <a:gd name="T46" fmla="*/ 75 w 227"/>
                  <a:gd name="T47" fmla="*/ 186 h 238"/>
                  <a:gd name="T48" fmla="*/ 215 w 227"/>
                  <a:gd name="T49" fmla="*/ 238 h 238"/>
                  <a:gd name="T50" fmla="*/ 227 w 227"/>
                  <a:gd name="T51" fmla="*/ 194 h 238"/>
                  <a:gd name="T52" fmla="*/ 223 w 227"/>
                  <a:gd name="T53" fmla="*/ 68 h 238"/>
                  <a:gd name="T54" fmla="*/ 221 w 227"/>
                  <a:gd name="T55" fmla="*/ 60 h 238"/>
                  <a:gd name="T56" fmla="*/ 223 w 227"/>
                  <a:gd name="T57" fmla="*/ 50 h 238"/>
                  <a:gd name="T58" fmla="*/ 225 w 227"/>
                  <a:gd name="T59" fmla="*/ 44 h 238"/>
                  <a:gd name="T60" fmla="*/ 221 w 227"/>
                  <a:gd name="T61" fmla="*/ 32 h 238"/>
                  <a:gd name="T62" fmla="*/ 215 w 227"/>
                  <a:gd name="T63" fmla="*/ 26 h 238"/>
                  <a:gd name="T64" fmla="*/ 215 w 227"/>
                  <a:gd name="T65" fmla="*/ 24 h 238"/>
                  <a:gd name="T66" fmla="*/ 201 w 227"/>
                  <a:gd name="T67" fmla="*/ 24 h 238"/>
                  <a:gd name="T68" fmla="*/ 201 w 227"/>
                  <a:gd name="T69" fmla="*/ 18 h 238"/>
                  <a:gd name="T70" fmla="*/ 197 w 227"/>
                  <a:gd name="T71" fmla="*/ 16 h 238"/>
                  <a:gd name="T72" fmla="*/ 191 w 227"/>
                  <a:gd name="T73" fmla="*/ 14 h 238"/>
                  <a:gd name="T74" fmla="*/ 181 w 227"/>
                  <a:gd name="T75" fmla="*/ 10 h 238"/>
                  <a:gd name="T76" fmla="*/ 175 w 227"/>
                  <a:gd name="T77" fmla="*/ 10 h 238"/>
                  <a:gd name="T78" fmla="*/ 167 w 227"/>
                  <a:gd name="T79" fmla="*/ 16 h 238"/>
                  <a:gd name="T80" fmla="*/ 163 w 227"/>
                  <a:gd name="T81" fmla="*/ 16 h 238"/>
                  <a:gd name="T82" fmla="*/ 159 w 227"/>
                  <a:gd name="T83" fmla="*/ 24 h 238"/>
                  <a:gd name="T84" fmla="*/ 159 w 227"/>
                  <a:gd name="T85" fmla="*/ 32 h 238"/>
                  <a:gd name="T86" fmla="*/ 153 w 227"/>
                  <a:gd name="T87" fmla="*/ 48 h 238"/>
                  <a:gd name="T88" fmla="*/ 151 w 227"/>
                  <a:gd name="T89" fmla="*/ 52 h 238"/>
                  <a:gd name="T90" fmla="*/ 121 w 227"/>
                  <a:gd name="T91" fmla="*/ 44 h 238"/>
                  <a:gd name="T92" fmla="*/ 117 w 227"/>
                  <a:gd name="T93" fmla="*/ 44 h 238"/>
                  <a:gd name="T94" fmla="*/ 109 w 227"/>
                  <a:gd name="T95" fmla="*/ 42 h 238"/>
                  <a:gd name="T96" fmla="*/ 103 w 227"/>
                  <a:gd name="T97" fmla="*/ 40 h 238"/>
                  <a:gd name="T98" fmla="*/ 91 w 227"/>
                  <a:gd name="T99" fmla="*/ 28 h 238"/>
                  <a:gd name="T100" fmla="*/ 91 w 227"/>
                  <a:gd name="T101" fmla="*/ 24 h 238"/>
                  <a:gd name="T102" fmla="*/ 87 w 227"/>
                  <a:gd name="T103" fmla="*/ 22 h 238"/>
                  <a:gd name="T104" fmla="*/ 81 w 227"/>
                  <a:gd name="T105" fmla="*/ 18 h 238"/>
                  <a:gd name="T106" fmla="*/ 77 w 227"/>
                  <a:gd name="T107" fmla="*/ 16 h 238"/>
                  <a:gd name="T108" fmla="*/ 67 w 227"/>
                  <a:gd name="T109" fmla="*/ 12 h 238"/>
                  <a:gd name="T110" fmla="*/ 67 w 227"/>
                  <a:gd name="T111" fmla="*/ 12 h 238"/>
                  <a:gd name="T112" fmla="*/ 53 w 227"/>
                  <a:gd name="T113" fmla="*/ 12 h 238"/>
                  <a:gd name="T114" fmla="*/ 49 w 227"/>
                  <a:gd name="T115" fmla="*/ 8 h 238"/>
                  <a:gd name="T116" fmla="*/ 43 w 227"/>
                  <a:gd name="T117" fmla="*/ 6 h 238"/>
                  <a:gd name="T118" fmla="*/ 41 w 227"/>
                  <a:gd name="T119"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7" h="238">
                    <a:moveTo>
                      <a:pt x="41" y="0"/>
                    </a:moveTo>
                    <a:lnTo>
                      <a:pt x="37" y="8"/>
                    </a:lnTo>
                    <a:lnTo>
                      <a:pt x="37" y="8"/>
                    </a:lnTo>
                    <a:lnTo>
                      <a:pt x="37" y="10"/>
                    </a:lnTo>
                    <a:lnTo>
                      <a:pt x="37" y="12"/>
                    </a:lnTo>
                    <a:lnTo>
                      <a:pt x="35" y="16"/>
                    </a:lnTo>
                    <a:lnTo>
                      <a:pt x="35" y="16"/>
                    </a:lnTo>
                    <a:lnTo>
                      <a:pt x="30" y="20"/>
                    </a:lnTo>
                    <a:lnTo>
                      <a:pt x="28" y="20"/>
                    </a:lnTo>
                    <a:lnTo>
                      <a:pt x="24" y="22"/>
                    </a:lnTo>
                    <a:lnTo>
                      <a:pt x="24" y="22"/>
                    </a:lnTo>
                    <a:lnTo>
                      <a:pt x="20" y="22"/>
                    </a:lnTo>
                    <a:lnTo>
                      <a:pt x="20" y="24"/>
                    </a:lnTo>
                    <a:lnTo>
                      <a:pt x="20" y="24"/>
                    </a:lnTo>
                    <a:lnTo>
                      <a:pt x="18" y="28"/>
                    </a:lnTo>
                    <a:lnTo>
                      <a:pt x="20" y="36"/>
                    </a:lnTo>
                    <a:lnTo>
                      <a:pt x="20" y="36"/>
                    </a:lnTo>
                    <a:lnTo>
                      <a:pt x="20" y="38"/>
                    </a:lnTo>
                    <a:lnTo>
                      <a:pt x="18" y="40"/>
                    </a:lnTo>
                    <a:lnTo>
                      <a:pt x="16" y="42"/>
                    </a:lnTo>
                    <a:lnTo>
                      <a:pt x="16" y="42"/>
                    </a:lnTo>
                    <a:lnTo>
                      <a:pt x="16" y="46"/>
                    </a:lnTo>
                    <a:lnTo>
                      <a:pt x="14" y="46"/>
                    </a:lnTo>
                    <a:lnTo>
                      <a:pt x="12" y="48"/>
                    </a:lnTo>
                    <a:lnTo>
                      <a:pt x="12" y="48"/>
                    </a:lnTo>
                    <a:lnTo>
                      <a:pt x="10" y="48"/>
                    </a:lnTo>
                    <a:lnTo>
                      <a:pt x="6" y="50"/>
                    </a:lnTo>
                    <a:lnTo>
                      <a:pt x="6" y="50"/>
                    </a:lnTo>
                    <a:lnTo>
                      <a:pt x="6" y="52"/>
                    </a:lnTo>
                    <a:lnTo>
                      <a:pt x="8" y="54"/>
                    </a:lnTo>
                    <a:lnTo>
                      <a:pt x="8" y="56"/>
                    </a:lnTo>
                    <a:lnTo>
                      <a:pt x="8" y="84"/>
                    </a:lnTo>
                    <a:lnTo>
                      <a:pt x="12" y="90"/>
                    </a:lnTo>
                    <a:lnTo>
                      <a:pt x="12" y="90"/>
                    </a:lnTo>
                    <a:lnTo>
                      <a:pt x="10" y="92"/>
                    </a:lnTo>
                    <a:lnTo>
                      <a:pt x="8" y="94"/>
                    </a:lnTo>
                    <a:lnTo>
                      <a:pt x="8" y="94"/>
                    </a:lnTo>
                    <a:lnTo>
                      <a:pt x="8" y="94"/>
                    </a:lnTo>
                    <a:lnTo>
                      <a:pt x="8" y="96"/>
                    </a:lnTo>
                    <a:lnTo>
                      <a:pt x="10" y="96"/>
                    </a:lnTo>
                    <a:lnTo>
                      <a:pt x="8" y="100"/>
                    </a:lnTo>
                    <a:lnTo>
                      <a:pt x="8" y="100"/>
                    </a:lnTo>
                    <a:lnTo>
                      <a:pt x="10" y="106"/>
                    </a:lnTo>
                    <a:lnTo>
                      <a:pt x="8" y="116"/>
                    </a:lnTo>
                    <a:lnTo>
                      <a:pt x="8" y="116"/>
                    </a:lnTo>
                    <a:lnTo>
                      <a:pt x="6" y="120"/>
                    </a:lnTo>
                    <a:lnTo>
                      <a:pt x="4" y="122"/>
                    </a:lnTo>
                    <a:lnTo>
                      <a:pt x="0" y="124"/>
                    </a:lnTo>
                    <a:lnTo>
                      <a:pt x="0" y="124"/>
                    </a:lnTo>
                    <a:lnTo>
                      <a:pt x="4" y="130"/>
                    </a:lnTo>
                    <a:lnTo>
                      <a:pt x="4" y="130"/>
                    </a:lnTo>
                    <a:lnTo>
                      <a:pt x="6" y="134"/>
                    </a:lnTo>
                    <a:lnTo>
                      <a:pt x="10" y="140"/>
                    </a:lnTo>
                    <a:lnTo>
                      <a:pt x="10" y="140"/>
                    </a:lnTo>
                    <a:lnTo>
                      <a:pt x="12" y="144"/>
                    </a:lnTo>
                    <a:lnTo>
                      <a:pt x="12" y="148"/>
                    </a:lnTo>
                    <a:lnTo>
                      <a:pt x="12" y="148"/>
                    </a:lnTo>
                    <a:lnTo>
                      <a:pt x="14" y="154"/>
                    </a:lnTo>
                    <a:lnTo>
                      <a:pt x="16" y="156"/>
                    </a:lnTo>
                    <a:lnTo>
                      <a:pt x="18" y="156"/>
                    </a:lnTo>
                    <a:lnTo>
                      <a:pt x="18" y="156"/>
                    </a:lnTo>
                    <a:lnTo>
                      <a:pt x="28" y="158"/>
                    </a:lnTo>
                    <a:lnTo>
                      <a:pt x="28" y="158"/>
                    </a:lnTo>
                    <a:lnTo>
                      <a:pt x="30" y="162"/>
                    </a:lnTo>
                    <a:lnTo>
                      <a:pt x="32" y="164"/>
                    </a:lnTo>
                    <a:lnTo>
                      <a:pt x="35" y="164"/>
                    </a:lnTo>
                    <a:lnTo>
                      <a:pt x="35" y="164"/>
                    </a:lnTo>
                    <a:lnTo>
                      <a:pt x="37" y="164"/>
                    </a:lnTo>
                    <a:lnTo>
                      <a:pt x="39" y="166"/>
                    </a:lnTo>
                    <a:lnTo>
                      <a:pt x="43" y="170"/>
                    </a:lnTo>
                    <a:lnTo>
                      <a:pt x="75" y="188"/>
                    </a:lnTo>
                    <a:lnTo>
                      <a:pt x="75" y="186"/>
                    </a:lnTo>
                    <a:lnTo>
                      <a:pt x="85" y="178"/>
                    </a:lnTo>
                    <a:lnTo>
                      <a:pt x="99" y="168"/>
                    </a:lnTo>
                    <a:lnTo>
                      <a:pt x="215" y="238"/>
                    </a:lnTo>
                    <a:lnTo>
                      <a:pt x="215" y="226"/>
                    </a:lnTo>
                    <a:lnTo>
                      <a:pt x="227" y="226"/>
                    </a:lnTo>
                    <a:lnTo>
                      <a:pt x="227" y="194"/>
                    </a:lnTo>
                    <a:lnTo>
                      <a:pt x="227" y="74"/>
                    </a:lnTo>
                    <a:lnTo>
                      <a:pt x="227" y="74"/>
                    </a:lnTo>
                    <a:lnTo>
                      <a:pt x="223" y="68"/>
                    </a:lnTo>
                    <a:lnTo>
                      <a:pt x="223" y="68"/>
                    </a:lnTo>
                    <a:lnTo>
                      <a:pt x="221" y="66"/>
                    </a:lnTo>
                    <a:lnTo>
                      <a:pt x="221" y="60"/>
                    </a:lnTo>
                    <a:lnTo>
                      <a:pt x="221" y="60"/>
                    </a:lnTo>
                    <a:lnTo>
                      <a:pt x="221" y="54"/>
                    </a:lnTo>
                    <a:lnTo>
                      <a:pt x="223" y="50"/>
                    </a:lnTo>
                    <a:lnTo>
                      <a:pt x="223" y="50"/>
                    </a:lnTo>
                    <a:lnTo>
                      <a:pt x="225" y="48"/>
                    </a:lnTo>
                    <a:lnTo>
                      <a:pt x="225" y="44"/>
                    </a:lnTo>
                    <a:lnTo>
                      <a:pt x="221" y="38"/>
                    </a:lnTo>
                    <a:lnTo>
                      <a:pt x="221" y="38"/>
                    </a:lnTo>
                    <a:lnTo>
                      <a:pt x="221" y="32"/>
                    </a:lnTo>
                    <a:lnTo>
                      <a:pt x="221" y="28"/>
                    </a:lnTo>
                    <a:lnTo>
                      <a:pt x="221" y="28"/>
                    </a:lnTo>
                    <a:lnTo>
                      <a:pt x="215" y="26"/>
                    </a:lnTo>
                    <a:lnTo>
                      <a:pt x="215" y="26"/>
                    </a:lnTo>
                    <a:lnTo>
                      <a:pt x="215" y="24"/>
                    </a:lnTo>
                    <a:lnTo>
                      <a:pt x="215" y="24"/>
                    </a:lnTo>
                    <a:lnTo>
                      <a:pt x="207" y="22"/>
                    </a:lnTo>
                    <a:lnTo>
                      <a:pt x="201" y="24"/>
                    </a:lnTo>
                    <a:lnTo>
                      <a:pt x="201" y="24"/>
                    </a:lnTo>
                    <a:lnTo>
                      <a:pt x="201" y="20"/>
                    </a:lnTo>
                    <a:lnTo>
                      <a:pt x="201" y="18"/>
                    </a:lnTo>
                    <a:lnTo>
                      <a:pt x="201" y="18"/>
                    </a:lnTo>
                    <a:lnTo>
                      <a:pt x="197" y="18"/>
                    </a:lnTo>
                    <a:lnTo>
                      <a:pt x="197" y="18"/>
                    </a:lnTo>
                    <a:lnTo>
                      <a:pt x="197" y="16"/>
                    </a:lnTo>
                    <a:lnTo>
                      <a:pt x="197" y="14"/>
                    </a:lnTo>
                    <a:lnTo>
                      <a:pt x="197" y="14"/>
                    </a:lnTo>
                    <a:lnTo>
                      <a:pt x="191" y="14"/>
                    </a:lnTo>
                    <a:lnTo>
                      <a:pt x="191" y="14"/>
                    </a:lnTo>
                    <a:lnTo>
                      <a:pt x="181" y="10"/>
                    </a:lnTo>
                    <a:lnTo>
                      <a:pt x="181" y="10"/>
                    </a:lnTo>
                    <a:lnTo>
                      <a:pt x="177" y="8"/>
                    </a:lnTo>
                    <a:lnTo>
                      <a:pt x="175" y="10"/>
                    </a:lnTo>
                    <a:lnTo>
                      <a:pt x="175" y="10"/>
                    </a:lnTo>
                    <a:lnTo>
                      <a:pt x="171" y="12"/>
                    </a:lnTo>
                    <a:lnTo>
                      <a:pt x="171" y="12"/>
                    </a:lnTo>
                    <a:lnTo>
                      <a:pt x="167" y="16"/>
                    </a:lnTo>
                    <a:lnTo>
                      <a:pt x="167" y="16"/>
                    </a:lnTo>
                    <a:lnTo>
                      <a:pt x="163" y="16"/>
                    </a:lnTo>
                    <a:lnTo>
                      <a:pt x="163" y="16"/>
                    </a:lnTo>
                    <a:lnTo>
                      <a:pt x="161" y="20"/>
                    </a:lnTo>
                    <a:lnTo>
                      <a:pt x="159" y="24"/>
                    </a:lnTo>
                    <a:lnTo>
                      <a:pt x="159" y="24"/>
                    </a:lnTo>
                    <a:lnTo>
                      <a:pt x="155" y="26"/>
                    </a:lnTo>
                    <a:lnTo>
                      <a:pt x="155" y="26"/>
                    </a:lnTo>
                    <a:lnTo>
                      <a:pt x="159" y="32"/>
                    </a:lnTo>
                    <a:lnTo>
                      <a:pt x="161" y="38"/>
                    </a:lnTo>
                    <a:lnTo>
                      <a:pt x="159" y="42"/>
                    </a:lnTo>
                    <a:lnTo>
                      <a:pt x="153" y="48"/>
                    </a:lnTo>
                    <a:lnTo>
                      <a:pt x="153" y="48"/>
                    </a:lnTo>
                    <a:lnTo>
                      <a:pt x="151" y="52"/>
                    </a:lnTo>
                    <a:lnTo>
                      <a:pt x="151" y="52"/>
                    </a:lnTo>
                    <a:lnTo>
                      <a:pt x="143" y="52"/>
                    </a:lnTo>
                    <a:lnTo>
                      <a:pt x="135" y="50"/>
                    </a:lnTo>
                    <a:lnTo>
                      <a:pt x="121" y="44"/>
                    </a:lnTo>
                    <a:lnTo>
                      <a:pt x="121" y="44"/>
                    </a:lnTo>
                    <a:lnTo>
                      <a:pt x="117" y="44"/>
                    </a:lnTo>
                    <a:lnTo>
                      <a:pt x="117" y="44"/>
                    </a:lnTo>
                    <a:lnTo>
                      <a:pt x="115" y="42"/>
                    </a:lnTo>
                    <a:lnTo>
                      <a:pt x="115" y="42"/>
                    </a:lnTo>
                    <a:lnTo>
                      <a:pt x="109" y="42"/>
                    </a:lnTo>
                    <a:lnTo>
                      <a:pt x="107" y="42"/>
                    </a:lnTo>
                    <a:lnTo>
                      <a:pt x="103" y="40"/>
                    </a:lnTo>
                    <a:lnTo>
                      <a:pt x="103" y="40"/>
                    </a:lnTo>
                    <a:lnTo>
                      <a:pt x="97" y="34"/>
                    </a:lnTo>
                    <a:lnTo>
                      <a:pt x="91" y="28"/>
                    </a:lnTo>
                    <a:lnTo>
                      <a:pt x="91" y="28"/>
                    </a:lnTo>
                    <a:lnTo>
                      <a:pt x="91" y="28"/>
                    </a:lnTo>
                    <a:lnTo>
                      <a:pt x="91" y="28"/>
                    </a:lnTo>
                    <a:lnTo>
                      <a:pt x="91" y="24"/>
                    </a:lnTo>
                    <a:lnTo>
                      <a:pt x="89" y="22"/>
                    </a:lnTo>
                    <a:lnTo>
                      <a:pt x="89" y="22"/>
                    </a:lnTo>
                    <a:lnTo>
                      <a:pt x="87" y="22"/>
                    </a:lnTo>
                    <a:lnTo>
                      <a:pt x="85" y="20"/>
                    </a:lnTo>
                    <a:lnTo>
                      <a:pt x="85" y="20"/>
                    </a:lnTo>
                    <a:lnTo>
                      <a:pt x="81" y="18"/>
                    </a:lnTo>
                    <a:lnTo>
                      <a:pt x="81" y="18"/>
                    </a:lnTo>
                    <a:lnTo>
                      <a:pt x="77" y="18"/>
                    </a:lnTo>
                    <a:lnTo>
                      <a:pt x="77" y="16"/>
                    </a:lnTo>
                    <a:lnTo>
                      <a:pt x="77" y="16"/>
                    </a:lnTo>
                    <a:lnTo>
                      <a:pt x="71" y="14"/>
                    </a:lnTo>
                    <a:lnTo>
                      <a:pt x="67" y="12"/>
                    </a:lnTo>
                    <a:lnTo>
                      <a:pt x="67" y="12"/>
                    </a:lnTo>
                    <a:lnTo>
                      <a:pt x="67" y="12"/>
                    </a:lnTo>
                    <a:lnTo>
                      <a:pt x="67" y="12"/>
                    </a:lnTo>
                    <a:lnTo>
                      <a:pt x="59" y="12"/>
                    </a:lnTo>
                    <a:lnTo>
                      <a:pt x="57" y="12"/>
                    </a:lnTo>
                    <a:lnTo>
                      <a:pt x="53" y="12"/>
                    </a:lnTo>
                    <a:lnTo>
                      <a:pt x="53" y="12"/>
                    </a:lnTo>
                    <a:lnTo>
                      <a:pt x="51" y="10"/>
                    </a:lnTo>
                    <a:lnTo>
                      <a:pt x="49" y="8"/>
                    </a:lnTo>
                    <a:lnTo>
                      <a:pt x="49" y="8"/>
                    </a:lnTo>
                    <a:lnTo>
                      <a:pt x="43" y="6"/>
                    </a:lnTo>
                    <a:lnTo>
                      <a:pt x="43" y="6"/>
                    </a:lnTo>
                    <a:lnTo>
                      <a:pt x="41" y="4"/>
                    </a:lnTo>
                    <a:lnTo>
                      <a:pt x="41" y="2"/>
                    </a:lnTo>
                    <a:lnTo>
                      <a:pt x="41"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49" name="Freeform 149">
                <a:extLst>
                  <a:ext uri="{FF2B5EF4-FFF2-40B4-BE49-F238E27FC236}">
                    <a16:creationId xmlns:a16="http://schemas.microsoft.com/office/drawing/2014/main" id="{A3E02A4F-ED70-4044-84F5-C6B0B7686876}"/>
                  </a:ext>
                </a:extLst>
              </p:cNvPr>
              <p:cNvSpPr>
                <a:spLocks/>
              </p:cNvSpPr>
              <p:nvPr/>
            </p:nvSpPr>
            <p:spPr bwMode="auto">
              <a:xfrm>
                <a:off x="5592197" y="4087287"/>
                <a:ext cx="113501" cy="152179"/>
              </a:xfrm>
              <a:custGeom>
                <a:avLst/>
                <a:gdLst>
                  <a:gd name="T0" fmla="*/ 2 w 58"/>
                  <a:gd name="T1" fmla="*/ 34 h 76"/>
                  <a:gd name="T2" fmla="*/ 6 w 58"/>
                  <a:gd name="T3" fmla="*/ 40 h 76"/>
                  <a:gd name="T4" fmla="*/ 10 w 58"/>
                  <a:gd name="T5" fmla="*/ 46 h 76"/>
                  <a:gd name="T6" fmla="*/ 12 w 58"/>
                  <a:gd name="T7" fmla="*/ 46 h 76"/>
                  <a:gd name="T8" fmla="*/ 12 w 58"/>
                  <a:gd name="T9" fmla="*/ 48 h 76"/>
                  <a:gd name="T10" fmla="*/ 24 w 58"/>
                  <a:gd name="T11" fmla="*/ 56 h 76"/>
                  <a:gd name="T12" fmla="*/ 26 w 58"/>
                  <a:gd name="T13" fmla="*/ 62 h 76"/>
                  <a:gd name="T14" fmla="*/ 38 w 58"/>
                  <a:gd name="T15" fmla="*/ 72 h 76"/>
                  <a:gd name="T16" fmla="*/ 44 w 58"/>
                  <a:gd name="T17" fmla="*/ 72 h 76"/>
                  <a:gd name="T18" fmla="*/ 48 w 58"/>
                  <a:gd name="T19" fmla="*/ 76 h 76"/>
                  <a:gd name="T20" fmla="*/ 52 w 58"/>
                  <a:gd name="T21" fmla="*/ 76 h 76"/>
                  <a:gd name="T22" fmla="*/ 54 w 58"/>
                  <a:gd name="T23" fmla="*/ 72 h 76"/>
                  <a:gd name="T24" fmla="*/ 52 w 58"/>
                  <a:gd name="T25" fmla="*/ 68 h 76"/>
                  <a:gd name="T26" fmla="*/ 54 w 58"/>
                  <a:gd name="T27" fmla="*/ 66 h 76"/>
                  <a:gd name="T28" fmla="*/ 56 w 58"/>
                  <a:gd name="T29" fmla="*/ 62 h 76"/>
                  <a:gd name="T30" fmla="*/ 56 w 58"/>
                  <a:gd name="T31" fmla="*/ 58 h 76"/>
                  <a:gd name="T32" fmla="*/ 56 w 58"/>
                  <a:gd name="T33" fmla="*/ 54 h 76"/>
                  <a:gd name="T34" fmla="*/ 54 w 58"/>
                  <a:gd name="T35" fmla="*/ 54 h 76"/>
                  <a:gd name="T36" fmla="*/ 50 w 58"/>
                  <a:gd name="T37" fmla="*/ 46 h 76"/>
                  <a:gd name="T38" fmla="*/ 48 w 58"/>
                  <a:gd name="T39" fmla="*/ 42 h 76"/>
                  <a:gd name="T40" fmla="*/ 46 w 58"/>
                  <a:gd name="T41" fmla="*/ 38 h 76"/>
                  <a:gd name="T42" fmla="*/ 36 w 58"/>
                  <a:gd name="T43" fmla="*/ 36 h 76"/>
                  <a:gd name="T44" fmla="*/ 44 w 58"/>
                  <a:gd name="T45" fmla="*/ 26 h 76"/>
                  <a:gd name="T46" fmla="*/ 44 w 58"/>
                  <a:gd name="T47" fmla="*/ 22 h 76"/>
                  <a:gd name="T48" fmla="*/ 42 w 58"/>
                  <a:gd name="T49" fmla="*/ 16 h 76"/>
                  <a:gd name="T50" fmla="*/ 42 w 58"/>
                  <a:gd name="T51" fmla="*/ 14 h 76"/>
                  <a:gd name="T52" fmla="*/ 38 w 58"/>
                  <a:gd name="T53" fmla="*/ 14 h 76"/>
                  <a:gd name="T54" fmla="*/ 32 w 58"/>
                  <a:gd name="T55" fmla="*/ 22 h 76"/>
                  <a:gd name="T56" fmla="*/ 28 w 58"/>
                  <a:gd name="T57" fmla="*/ 20 h 76"/>
                  <a:gd name="T58" fmla="*/ 32 w 58"/>
                  <a:gd name="T59" fmla="*/ 12 h 76"/>
                  <a:gd name="T60" fmla="*/ 32 w 58"/>
                  <a:gd name="T61" fmla="*/ 10 h 76"/>
                  <a:gd name="T62" fmla="*/ 28 w 58"/>
                  <a:gd name="T63" fmla="*/ 0 h 76"/>
                  <a:gd name="T64" fmla="*/ 26 w 58"/>
                  <a:gd name="T65" fmla="*/ 6 h 76"/>
                  <a:gd name="T66" fmla="*/ 22 w 58"/>
                  <a:gd name="T67" fmla="*/ 6 h 76"/>
                  <a:gd name="T68" fmla="*/ 20 w 58"/>
                  <a:gd name="T69" fmla="*/ 6 h 76"/>
                  <a:gd name="T70" fmla="*/ 18 w 58"/>
                  <a:gd name="T71" fmla="*/ 10 h 76"/>
                  <a:gd name="T72" fmla="*/ 16 w 58"/>
                  <a:gd name="T73" fmla="*/ 10 h 76"/>
                  <a:gd name="T74" fmla="*/ 12 w 58"/>
                  <a:gd name="T75" fmla="*/ 16 h 76"/>
                  <a:gd name="T76" fmla="*/ 4 w 58"/>
                  <a:gd name="T77" fmla="*/ 24 h 76"/>
                  <a:gd name="T78" fmla="*/ 2 w 58"/>
                  <a:gd name="T79" fmla="*/ 30 h 76"/>
                  <a:gd name="T80" fmla="*/ 2 w 58"/>
                  <a:gd name="T81" fmla="*/ 3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76">
                    <a:moveTo>
                      <a:pt x="2" y="34"/>
                    </a:moveTo>
                    <a:lnTo>
                      <a:pt x="2" y="34"/>
                    </a:lnTo>
                    <a:lnTo>
                      <a:pt x="4" y="38"/>
                    </a:lnTo>
                    <a:lnTo>
                      <a:pt x="6" y="40"/>
                    </a:lnTo>
                    <a:lnTo>
                      <a:pt x="10" y="46"/>
                    </a:lnTo>
                    <a:lnTo>
                      <a:pt x="10" y="46"/>
                    </a:lnTo>
                    <a:lnTo>
                      <a:pt x="12" y="46"/>
                    </a:lnTo>
                    <a:lnTo>
                      <a:pt x="12" y="46"/>
                    </a:lnTo>
                    <a:lnTo>
                      <a:pt x="12" y="48"/>
                    </a:lnTo>
                    <a:lnTo>
                      <a:pt x="12" y="48"/>
                    </a:lnTo>
                    <a:lnTo>
                      <a:pt x="22" y="56"/>
                    </a:lnTo>
                    <a:lnTo>
                      <a:pt x="24" y="56"/>
                    </a:lnTo>
                    <a:lnTo>
                      <a:pt x="24" y="56"/>
                    </a:lnTo>
                    <a:lnTo>
                      <a:pt x="26" y="62"/>
                    </a:lnTo>
                    <a:lnTo>
                      <a:pt x="38" y="72"/>
                    </a:lnTo>
                    <a:lnTo>
                      <a:pt x="38" y="72"/>
                    </a:lnTo>
                    <a:lnTo>
                      <a:pt x="44" y="72"/>
                    </a:lnTo>
                    <a:lnTo>
                      <a:pt x="44" y="72"/>
                    </a:lnTo>
                    <a:lnTo>
                      <a:pt x="46" y="74"/>
                    </a:lnTo>
                    <a:lnTo>
                      <a:pt x="48" y="76"/>
                    </a:lnTo>
                    <a:lnTo>
                      <a:pt x="48" y="76"/>
                    </a:lnTo>
                    <a:lnTo>
                      <a:pt x="52" y="76"/>
                    </a:lnTo>
                    <a:lnTo>
                      <a:pt x="52" y="76"/>
                    </a:lnTo>
                    <a:lnTo>
                      <a:pt x="54" y="72"/>
                    </a:lnTo>
                    <a:lnTo>
                      <a:pt x="54" y="72"/>
                    </a:lnTo>
                    <a:lnTo>
                      <a:pt x="52" y="68"/>
                    </a:lnTo>
                    <a:lnTo>
                      <a:pt x="52" y="68"/>
                    </a:lnTo>
                    <a:lnTo>
                      <a:pt x="54" y="66"/>
                    </a:lnTo>
                    <a:lnTo>
                      <a:pt x="54" y="66"/>
                    </a:lnTo>
                    <a:lnTo>
                      <a:pt x="56" y="62"/>
                    </a:lnTo>
                    <a:lnTo>
                      <a:pt x="56" y="58"/>
                    </a:lnTo>
                    <a:lnTo>
                      <a:pt x="56" y="58"/>
                    </a:lnTo>
                    <a:lnTo>
                      <a:pt x="58" y="54"/>
                    </a:lnTo>
                    <a:lnTo>
                      <a:pt x="56" y="54"/>
                    </a:lnTo>
                    <a:lnTo>
                      <a:pt x="56" y="54"/>
                    </a:lnTo>
                    <a:lnTo>
                      <a:pt x="54" y="54"/>
                    </a:lnTo>
                    <a:lnTo>
                      <a:pt x="52" y="52"/>
                    </a:lnTo>
                    <a:lnTo>
                      <a:pt x="50" y="46"/>
                    </a:lnTo>
                    <a:lnTo>
                      <a:pt x="50" y="46"/>
                    </a:lnTo>
                    <a:lnTo>
                      <a:pt x="48" y="42"/>
                    </a:lnTo>
                    <a:lnTo>
                      <a:pt x="46" y="38"/>
                    </a:lnTo>
                    <a:lnTo>
                      <a:pt x="46" y="38"/>
                    </a:lnTo>
                    <a:lnTo>
                      <a:pt x="36" y="36"/>
                    </a:lnTo>
                    <a:lnTo>
                      <a:pt x="36" y="36"/>
                    </a:lnTo>
                    <a:lnTo>
                      <a:pt x="40" y="32"/>
                    </a:lnTo>
                    <a:lnTo>
                      <a:pt x="44" y="26"/>
                    </a:lnTo>
                    <a:lnTo>
                      <a:pt x="44" y="26"/>
                    </a:lnTo>
                    <a:lnTo>
                      <a:pt x="44" y="22"/>
                    </a:lnTo>
                    <a:lnTo>
                      <a:pt x="44" y="20"/>
                    </a:lnTo>
                    <a:lnTo>
                      <a:pt x="42" y="16"/>
                    </a:lnTo>
                    <a:lnTo>
                      <a:pt x="42" y="16"/>
                    </a:lnTo>
                    <a:lnTo>
                      <a:pt x="42" y="14"/>
                    </a:lnTo>
                    <a:lnTo>
                      <a:pt x="40" y="12"/>
                    </a:lnTo>
                    <a:lnTo>
                      <a:pt x="38" y="14"/>
                    </a:lnTo>
                    <a:lnTo>
                      <a:pt x="38" y="14"/>
                    </a:lnTo>
                    <a:lnTo>
                      <a:pt x="32" y="22"/>
                    </a:lnTo>
                    <a:lnTo>
                      <a:pt x="28" y="20"/>
                    </a:lnTo>
                    <a:lnTo>
                      <a:pt x="28" y="20"/>
                    </a:lnTo>
                    <a:lnTo>
                      <a:pt x="30" y="16"/>
                    </a:lnTo>
                    <a:lnTo>
                      <a:pt x="32" y="12"/>
                    </a:lnTo>
                    <a:lnTo>
                      <a:pt x="32" y="10"/>
                    </a:lnTo>
                    <a:lnTo>
                      <a:pt x="32" y="10"/>
                    </a:lnTo>
                    <a:lnTo>
                      <a:pt x="28" y="0"/>
                    </a:lnTo>
                    <a:lnTo>
                      <a:pt x="28" y="0"/>
                    </a:lnTo>
                    <a:lnTo>
                      <a:pt x="28" y="2"/>
                    </a:lnTo>
                    <a:lnTo>
                      <a:pt x="26" y="6"/>
                    </a:lnTo>
                    <a:lnTo>
                      <a:pt x="26" y="6"/>
                    </a:lnTo>
                    <a:lnTo>
                      <a:pt x="22" y="6"/>
                    </a:lnTo>
                    <a:lnTo>
                      <a:pt x="20" y="6"/>
                    </a:lnTo>
                    <a:lnTo>
                      <a:pt x="20" y="6"/>
                    </a:lnTo>
                    <a:lnTo>
                      <a:pt x="18" y="8"/>
                    </a:lnTo>
                    <a:lnTo>
                      <a:pt x="18" y="10"/>
                    </a:lnTo>
                    <a:lnTo>
                      <a:pt x="16" y="10"/>
                    </a:lnTo>
                    <a:lnTo>
                      <a:pt x="16" y="10"/>
                    </a:lnTo>
                    <a:lnTo>
                      <a:pt x="12" y="12"/>
                    </a:lnTo>
                    <a:lnTo>
                      <a:pt x="12" y="16"/>
                    </a:lnTo>
                    <a:lnTo>
                      <a:pt x="12" y="16"/>
                    </a:lnTo>
                    <a:lnTo>
                      <a:pt x="4" y="24"/>
                    </a:lnTo>
                    <a:lnTo>
                      <a:pt x="4" y="24"/>
                    </a:lnTo>
                    <a:lnTo>
                      <a:pt x="2" y="30"/>
                    </a:lnTo>
                    <a:lnTo>
                      <a:pt x="0" y="34"/>
                    </a:lnTo>
                    <a:lnTo>
                      <a:pt x="2"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0" name="Freeform 155">
                <a:extLst>
                  <a:ext uri="{FF2B5EF4-FFF2-40B4-BE49-F238E27FC236}">
                    <a16:creationId xmlns:a16="http://schemas.microsoft.com/office/drawing/2014/main" id="{FB4B9BBE-B813-8348-A199-3623818E25CC}"/>
                  </a:ext>
                </a:extLst>
              </p:cNvPr>
              <p:cNvSpPr>
                <a:spLocks noEditPoints="1"/>
              </p:cNvSpPr>
              <p:nvPr/>
            </p:nvSpPr>
            <p:spPr bwMode="auto">
              <a:xfrm>
                <a:off x="6787864" y="4227452"/>
                <a:ext cx="227000" cy="308362"/>
              </a:xfrm>
              <a:custGeom>
                <a:avLst/>
                <a:gdLst>
                  <a:gd name="T0" fmla="*/ 6 w 116"/>
                  <a:gd name="T1" fmla="*/ 88 h 154"/>
                  <a:gd name="T2" fmla="*/ 10 w 116"/>
                  <a:gd name="T3" fmla="*/ 90 h 154"/>
                  <a:gd name="T4" fmla="*/ 14 w 116"/>
                  <a:gd name="T5" fmla="*/ 88 h 154"/>
                  <a:gd name="T6" fmla="*/ 12 w 116"/>
                  <a:gd name="T7" fmla="*/ 90 h 154"/>
                  <a:gd name="T8" fmla="*/ 12 w 116"/>
                  <a:gd name="T9" fmla="*/ 98 h 154"/>
                  <a:gd name="T10" fmla="*/ 8 w 116"/>
                  <a:gd name="T11" fmla="*/ 100 h 154"/>
                  <a:gd name="T12" fmla="*/ 48 w 116"/>
                  <a:gd name="T13" fmla="*/ 128 h 154"/>
                  <a:gd name="T14" fmla="*/ 52 w 116"/>
                  <a:gd name="T15" fmla="*/ 134 h 154"/>
                  <a:gd name="T16" fmla="*/ 52 w 116"/>
                  <a:gd name="T17" fmla="*/ 140 h 154"/>
                  <a:gd name="T18" fmla="*/ 56 w 116"/>
                  <a:gd name="T19" fmla="*/ 144 h 154"/>
                  <a:gd name="T20" fmla="*/ 74 w 116"/>
                  <a:gd name="T21" fmla="*/ 154 h 154"/>
                  <a:gd name="T22" fmla="*/ 76 w 116"/>
                  <a:gd name="T23" fmla="*/ 146 h 154"/>
                  <a:gd name="T24" fmla="*/ 80 w 116"/>
                  <a:gd name="T25" fmla="*/ 138 h 154"/>
                  <a:gd name="T26" fmla="*/ 86 w 116"/>
                  <a:gd name="T27" fmla="*/ 126 h 154"/>
                  <a:gd name="T28" fmla="*/ 92 w 116"/>
                  <a:gd name="T29" fmla="*/ 124 h 154"/>
                  <a:gd name="T30" fmla="*/ 98 w 116"/>
                  <a:gd name="T31" fmla="*/ 114 h 154"/>
                  <a:gd name="T32" fmla="*/ 104 w 116"/>
                  <a:gd name="T33" fmla="*/ 112 h 154"/>
                  <a:gd name="T34" fmla="*/ 106 w 116"/>
                  <a:gd name="T35" fmla="*/ 102 h 154"/>
                  <a:gd name="T36" fmla="*/ 112 w 116"/>
                  <a:gd name="T37" fmla="*/ 98 h 154"/>
                  <a:gd name="T38" fmla="*/ 110 w 116"/>
                  <a:gd name="T39" fmla="*/ 94 h 154"/>
                  <a:gd name="T40" fmla="*/ 102 w 116"/>
                  <a:gd name="T41" fmla="*/ 26 h 154"/>
                  <a:gd name="T42" fmla="*/ 116 w 116"/>
                  <a:gd name="T43" fmla="*/ 4 h 154"/>
                  <a:gd name="T44" fmla="*/ 102 w 116"/>
                  <a:gd name="T45" fmla="*/ 4 h 154"/>
                  <a:gd name="T46" fmla="*/ 98 w 116"/>
                  <a:gd name="T47" fmla="*/ 0 h 154"/>
                  <a:gd name="T48" fmla="*/ 92 w 116"/>
                  <a:gd name="T49" fmla="*/ 4 h 154"/>
                  <a:gd name="T50" fmla="*/ 86 w 116"/>
                  <a:gd name="T51" fmla="*/ 4 h 154"/>
                  <a:gd name="T52" fmla="*/ 84 w 116"/>
                  <a:gd name="T53" fmla="*/ 8 h 154"/>
                  <a:gd name="T54" fmla="*/ 72 w 116"/>
                  <a:gd name="T55" fmla="*/ 8 h 154"/>
                  <a:gd name="T56" fmla="*/ 62 w 116"/>
                  <a:gd name="T57" fmla="*/ 6 h 154"/>
                  <a:gd name="T58" fmla="*/ 54 w 116"/>
                  <a:gd name="T59" fmla="*/ 6 h 154"/>
                  <a:gd name="T60" fmla="*/ 48 w 116"/>
                  <a:gd name="T61" fmla="*/ 6 h 154"/>
                  <a:gd name="T62" fmla="*/ 40 w 116"/>
                  <a:gd name="T63" fmla="*/ 8 h 154"/>
                  <a:gd name="T64" fmla="*/ 22 w 116"/>
                  <a:gd name="T65" fmla="*/ 0 h 154"/>
                  <a:gd name="T66" fmla="*/ 10 w 116"/>
                  <a:gd name="T67" fmla="*/ 0 h 154"/>
                  <a:gd name="T68" fmla="*/ 0 w 116"/>
                  <a:gd name="T69" fmla="*/ 10 h 154"/>
                  <a:gd name="T70" fmla="*/ 4 w 116"/>
                  <a:gd name="T71" fmla="*/ 14 h 154"/>
                  <a:gd name="T72" fmla="*/ 6 w 116"/>
                  <a:gd name="T73" fmla="*/ 16 h 154"/>
                  <a:gd name="T74" fmla="*/ 6 w 116"/>
                  <a:gd name="T75" fmla="*/ 24 h 154"/>
                  <a:gd name="T76" fmla="*/ 8 w 116"/>
                  <a:gd name="T77" fmla="*/ 34 h 154"/>
                  <a:gd name="T78" fmla="*/ 10 w 116"/>
                  <a:gd name="T79" fmla="*/ 44 h 154"/>
                  <a:gd name="T80" fmla="*/ 8 w 116"/>
                  <a:gd name="T81" fmla="*/ 50 h 154"/>
                  <a:gd name="T82" fmla="*/ 4 w 116"/>
                  <a:gd name="T83" fmla="*/ 56 h 154"/>
                  <a:gd name="T84" fmla="*/ 2 w 116"/>
                  <a:gd name="T85" fmla="*/ 66 h 154"/>
                  <a:gd name="T86" fmla="*/ 2 w 116"/>
                  <a:gd name="T87" fmla="*/ 74 h 154"/>
                  <a:gd name="T88" fmla="*/ 4 w 116"/>
                  <a:gd name="T89" fmla="*/ 80 h 154"/>
                  <a:gd name="T90" fmla="*/ 4 w 116"/>
                  <a:gd name="T91" fmla="*/ 84 h 154"/>
                  <a:gd name="T92" fmla="*/ 30 w 116"/>
                  <a:gd name="T93" fmla="*/ 6 h 154"/>
                  <a:gd name="T94" fmla="*/ 34 w 116"/>
                  <a:gd name="T95" fmla="*/ 8 h 154"/>
                  <a:gd name="T96" fmla="*/ 34 w 116"/>
                  <a:gd name="T97" fmla="*/ 24 h 154"/>
                  <a:gd name="T98" fmla="*/ 40 w 116"/>
                  <a:gd name="T99" fmla="*/ 32 h 154"/>
                  <a:gd name="T100" fmla="*/ 38 w 116"/>
                  <a:gd name="T101" fmla="*/ 40 h 154"/>
                  <a:gd name="T102" fmla="*/ 32 w 116"/>
                  <a:gd name="T103" fmla="*/ 30 h 154"/>
                  <a:gd name="T104" fmla="*/ 30 w 116"/>
                  <a:gd name="T105" fmla="*/ 24 h 154"/>
                  <a:gd name="T106" fmla="*/ 28 w 116"/>
                  <a:gd name="T107" fmla="*/ 1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54">
                    <a:moveTo>
                      <a:pt x="4" y="86"/>
                    </a:moveTo>
                    <a:lnTo>
                      <a:pt x="4" y="86"/>
                    </a:lnTo>
                    <a:lnTo>
                      <a:pt x="6" y="88"/>
                    </a:lnTo>
                    <a:lnTo>
                      <a:pt x="8" y="90"/>
                    </a:lnTo>
                    <a:lnTo>
                      <a:pt x="10" y="90"/>
                    </a:lnTo>
                    <a:lnTo>
                      <a:pt x="10" y="90"/>
                    </a:lnTo>
                    <a:lnTo>
                      <a:pt x="12" y="88"/>
                    </a:lnTo>
                    <a:lnTo>
                      <a:pt x="12" y="88"/>
                    </a:lnTo>
                    <a:lnTo>
                      <a:pt x="14" y="88"/>
                    </a:lnTo>
                    <a:lnTo>
                      <a:pt x="16" y="88"/>
                    </a:lnTo>
                    <a:lnTo>
                      <a:pt x="16" y="88"/>
                    </a:lnTo>
                    <a:lnTo>
                      <a:pt x="12" y="90"/>
                    </a:lnTo>
                    <a:lnTo>
                      <a:pt x="12" y="90"/>
                    </a:lnTo>
                    <a:lnTo>
                      <a:pt x="12" y="94"/>
                    </a:lnTo>
                    <a:lnTo>
                      <a:pt x="12" y="98"/>
                    </a:lnTo>
                    <a:lnTo>
                      <a:pt x="12" y="98"/>
                    </a:lnTo>
                    <a:lnTo>
                      <a:pt x="8" y="100"/>
                    </a:lnTo>
                    <a:lnTo>
                      <a:pt x="8" y="100"/>
                    </a:lnTo>
                    <a:lnTo>
                      <a:pt x="8" y="104"/>
                    </a:lnTo>
                    <a:lnTo>
                      <a:pt x="8" y="108"/>
                    </a:lnTo>
                    <a:lnTo>
                      <a:pt x="48" y="128"/>
                    </a:lnTo>
                    <a:lnTo>
                      <a:pt x="48" y="128"/>
                    </a:lnTo>
                    <a:lnTo>
                      <a:pt x="50" y="130"/>
                    </a:lnTo>
                    <a:lnTo>
                      <a:pt x="52" y="134"/>
                    </a:lnTo>
                    <a:lnTo>
                      <a:pt x="52" y="134"/>
                    </a:lnTo>
                    <a:lnTo>
                      <a:pt x="52" y="140"/>
                    </a:lnTo>
                    <a:lnTo>
                      <a:pt x="52" y="140"/>
                    </a:lnTo>
                    <a:lnTo>
                      <a:pt x="54" y="142"/>
                    </a:lnTo>
                    <a:lnTo>
                      <a:pt x="54" y="142"/>
                    </a:lnTo>
                    <a:lnTo>
                      <a:pt x="56" y="144"/>
                    </a:lnTo>
                    <a:lnTo>
                      <a:pt x="58" y="144"/>
                    </a:lnTo>
                    <a:lnTo>
                      <a:pt x="74" y="154"/>
                    </a:lnTo>
                    <a:lnTo>
                      <a:pt x="74" y="154"/>
                    </a:lnTo>
                    <a:lnTo>
                      <a:pt x="78" y="152"/>
                    </a:lnTo>
                    <a:lnTo>
                      <a:pt x="78" y="152"/>
                    </a:lnTo>
                    <a:lnTo>
                      <a:pt x="76" y="146"/>
                    </a:lnTo>
                    <a:lnTo>
                      <a:pt x="76" y="142"/>
                    </a:lnTo>
                    <a:lnTo>
                      <a:pt x="78" y="138"/>
                    </a:lnTo>
                    <a:lnTo>
                      <a:pt x="80" y="138"/>
                    </a:lnTo>
                    <a:lnTo>
                      <a:pt x="80" y="138"/>
                    </a:lnTo>
                    <a:lnTo>
                      <a:pt x="82" y="132"/>
                    </a:lnTo>
                    <a:lnTo>
                      <a:pt x="86" y="126"/>
                    </a:lnTo>
                    <a:lnTo>
                      <a:pt x="86" y="126"/>
                    </a:lnTo>
                    <a:lnTo>
                      <a:pt x="88" y="126"/>
                    </a:lnTo>
                    <a:lnTo>
                      <a:pt x="92" y="124"/>
                    </a:lnTo>
                    <a:lnTo>
                      <a:pt x="92" y="124"/>
                    </a:lnTo>
                    <a:lnTo>
                      <a:pt x="96" y="120"/>
                    </a:lnTo>
                    <a:lnTo>
                      <a:pt x="98" y="114"/>
                    </a:lnTo>
                    <a:lnTo>
                      <a:pt x="98" y="114"/>
                    </a:lnTo>
                    <a:lnTo>
                      <a:pt x="100" y="114"/>
                    </a:lnTo>
                    <a:lnTo>
                      <a:pt x="104" y="112"/>
                    </a:lnTo>
                    <a:lnTo>
                      <a:pt x="104" y="112"/>
                    </a:lnTo>
                    <a:lnTo>
                      <a:pt x="104" y="108"/>
                    </a:lnTo>
                    <a:lnTo>
                      <a:pt x="106" y="102"/>
                    </a:lnTo>
                    <a:lnTo>
                      <a:pt x="106" y="102"/>
                    </a:lnTo>
                    <a:lnTo>
                      <a:pt x="112" y="98"/>
                    </a:lnTo>
                    <a:lnTo>
                      <a:pt x="112" y="98"/>
                    </a:lnTo>
                    <a:lnTo>
                      <a:pt x="110" y="96"/>
                    </a:lnTo>
                    <a:lnTo>
                      <a:pt x="110" y="94"/>
                    </a:lnTo>
                    <a:lnTo>
                      <a:pt x="110" y="94"/>
                    </a:lnTo>
                    <a:lnTo>
                      <a:pt x="112" y="92"/>
                    </a:lnTo>
                    <a:lnTo>
                      <a:pt x="102" y="82"/>
                    </a:lnTo>
                    <a:lnTo>
                      <a:pt x="102" y="26"/>
                    </a:lnTo>
                    <a:lnTo>
                      <a:pt x="108" y="20"/>
                    </a:lnTo>
                    <a:lnTo>
                      <a:pt x="116" y="4"/>
                    </a:lnTo>
                    <a:lnTo>
                      <a:pt x="116" y="4"/>
                    </a:lnTo>
                    <a:lnTo>
                      <a:pt x="110" y="4"/>
                    </a:lnTo>
                    <a:lnTo>
                      <a:pt x="106" y="6"/>
                    </a:lnTo>
                    <a:lnTo>
                      <a:pt x="102" y="4"/>
                    </a:lnTo>
                    <a:lnTo>
                      <a:pt x="102" y="4"/>
                    </a:lnTo>
                    <a:lnTo>
                      <a:pt x="98" y="2"/>
                    </a:lnTo>
                    <a:lnTo>
                      <a:pt x="98" y="0"/>
                    </a:lnTo>
                    <a:lnTo>
                      <a:pt x="98" y="0"/>
                    </a:lnTo>
                    <a:lnTo>
                      <a:pt x="94" y="2"/>
                    </a:lnTo>
                    <a:lnTo>
                      <a:pt x="92" y="4"/>
                    </a:lnTo>
                    <a:lnTo>
                      <a:pt x="88" y="4"/>
                    </a:lnTo>
                    <a:lnTo>
                      <a:pt x="88" y="4"/>
                    </a:lnTo>
                    <a:lnTo>
                      <a:pt x="86" y="4"/>
                    </a:lnTo>
                    <a:lnTo>
                      <a:pt x="84" y="4"/>
                    </a:lnTo>
                    <a:lnTo>
                      <a:pt x="84" y="8"/>
                    </a:lnTo>
                    <a:lnTo>
                      <a:pt x="84" y="8"/>
                    </a:lnTo>
                    <a:lnTo>
                      <a:pt x="76" y="8"/>
                    </a:lnTo>
                    <a:lnTo>
                      <a:pt x="76" y="8"/>
                    </a:lnTo>
                    <a:lnTo>
                      <a:pt x="72" y="8"/>
                    </a:lnTo>
                    <a:lnTo>
                      <a:pt x="68" y="8"/>
                    </a:lnTo>
                    <a:lnTo>
                      <a:pt x="68" y="8"/>
                    </a:lnTo>
                    <a:lnTo>
                      <a:pt x="62" y="6"/>
                    </a:lnTo>
                    <a:lnTo>
                      <a:pt x="58" y="6"/>
                    </a:lnTo>
                    <a:lnTo>
                      <a:pt x="58" y="6"/>
                    </a:lnTo>
                    <a:lnTo>
                      <a:pt x="54" y="6"/>
                    </a:lnTo>
                    <a:lnTo>
                      <a:pt x="50" y="8"/>
                    </a:lnTo>
                    <a:lnTo>
                      <a:pt x="48" y="6"/>
                    </a:lnTo>
                    <a:lnTo>
                      <a:pt x="48" y="6"/>
                    </a:lnTo>
                    <a:lnTo>
                      <a:pt x="46" y="6"/>
                    </a:lnTo>
                    <a:lnTo>
                      <a:pt x="44" y="6"/>
                    </a:lnTo>
                    <a:lnTo>
                      <a:pt x="40" y="8"/>
                    </a:lnTo>
                    <a:lnTo>
                      <a:pt x="40" y="8"/>
                    </a:lnTo>
                    <a:lnTo>
                      <a:pt x="28" y="6"/>
                    </a:lnTo>
                    <a:lnTo>
                      <a:pt x="22" y="0"/>
                    </a:lnTo>
                    <a:lnTo>
                      <a:pt x="16" y="0"/>
                    </a:lnTo>
                    <a:lnTo>
                      <a:pt x="16" y="0"/>
                    </a:lnTo>
                    <a:lnTo>
                      <a:pt x="10" y="0"/>
                    </a:lnTo>
                    <a:lnTo>
                      <a:pt x="6" y="4"/>
                    </a:lnTo>
                    <a:lnTo>
                      <a:pt x="0" y="6"/>
                    </a:lnTo>
                    <a:lnTo>
                      <a:pt x="0" y="10"/>
                    </a:lnTo>
                    <a:lnTo>
                      <a:pt x="0" y="10"/>
                    </a:lnTo>
                    <a:lnTo>
                      <a:pt x="4" y="14"/>
                    </a:lnTo>
                    <a:lnTo>
                      <a:pt x="4" y="14"/>
                    </a:lnTo>
                    <a:lnTo>
                      <a:pt x="6" y="14"/>
                    </a:lnTo>
                    <a:lnTo>
                      <a:pt x="6" y="16"/>
                    </a:lnTo>
                    <a:lnTo>
                      <a:pt x="6" y="16"/>
                    </a:lnTo>
                    <a:lnTo>
                      <a:pt x="8" y="18"/>
                    </a:lnTo>
                    <a:lnTo>
                      <a:pt x="8" y="20"/>
                    </a:lnTo>
                    <a:lnTo>
                      <a:pt x="6" y="24"/>
                    </a:lnTo>
                    <a:lnTo>
                      <a:pt x="6" y="24"/>
                    </a:lnTo>
                    <a:lnTo>
                      <a:pt x="4" y="30"/>
                    </a:lnTo>
                    <a:lnTo>
                      <a:pt x="8" y="34"/>
                    </a:lnTo>
                    <a:lnTo>
                      <a:pt x="8" y="34"/>
                    </a:lnTo>
                    <a:lnTo>
                      <a:pt x="10" y="38"/>
                    </a:lnTo>
                    <a:lnTo>
                      <a:pt x="10" y="44"/>
                    </a:lnTo>
                    <a:lnTo>
                      <a:pt x="10" y="44"/>
                    </a:lnTo>
                    <a:lnTo>
                      <a:pt x="8" y="50"/>
                    </a:lnTo>
                    <a:lnTo>
                      <a:pt x="8" y="50"/>
                    </a:lnTo>
                    <a:lnTo>
                      <a:pt x="6" y="52"/>
                    </a:lnTo>
                    <a:lnTo>
                      <a:pt x="4" y="54"/>
                    </a:lnTo>
                    <a:lnTo>
                      <a:pt x="4" y="56"/>
                    </a:lnTo>
                    <a:lnTo>
                      <a:pt x="4" y="56"/>
                    </a:lnTo>
                    <a:lnTo>
                      <a:pt x="4" y="62"/>
                    </a:lnTo>
                    <a:lnTo>
                      <a:pt x="2" y="66"/>
                    </a:lnTo>
                    <a:lnTo>
                      <a:pt x="2" y="66"/>
                    </a:lnTo>
                    <a:lnTo>
                      <a:pt x="2" y="70"/>
                    </a:lnTo>
                    <a:lnTo>
                      <a:pt x="2" y="74"/>
                    </a:lnTo>
                    <a:lnTo>
                      <a:pt x="4" y="78"/>
                    </a:lnTo>
                    <a:lnTo>
                      <a:pt x="4" y="80"/>
                    </a:lnTo>
                    <a:lnTo>
                      <a:pt x="4" y="80"/>
                    </a:lnTo>
                    <a:lnTo>
                      <a:pt x="2" y="82"/>
                    </a:lnTo>
                    <a:lnTo>
                      <a:pt x="4" y="84"/>
                    </a:lnTo>
                    <a:lnTo>
                      <a:pt x="4" y="84"/>
                    </a:lnTo>
                    <a:lnTo>
                      <a:pt x="4" y="86"/>
                    </a:lnTo>
                    <a:lnTo>
                      <a:pt x="4" y="86"/>
                    </a:lnTo>
                    <a:close/>
                    <a:moveTo>
                      <a:pt x="30" y="6"/>
                    </a:moveTo>
                    <a:lnTo>
                      <a:pt x="30" y="6"/>
                    </a:lnTo>
                    <a:lnTo>
                      <a:pt x="34" y="8"/>
                    </a:lnTo>
                    <a:lnTo>
                      <a:pt x="34" y="8"/>
                    </a:lnTo>
                    <a:lnTo>
                      <a:pt x="34" y="16"/>
                    </a:lnTo>
                    <a:lnTo>
                      <a:pt x="34" y="24"/>
                    </a:lnTo>
                    <a:lnTo>
                      <a:pt x="34" y="24"/>
                    </a:lnTo>
                    <a:lnTo>
                      <a:pt x="38" y="28"/>
                    </a:lnTo>
                    <a:lnTo>
                      <a:pt x="40" y="32"/>
                    </a:lnTo>
                    <a:lnTo>
                      <a:pt x="40" y="32"/>
                    </a:lnTo>
                    <a:lnTo>
                      <a:pt x="42" y="40"/>
                    </a:lnTo>
                    <a:lnTo>
                      <a:pt x="38" y="40"/>
                    </a:lnTo>
                    <a:lnTo>
                      <a:pt x="38" y="40"/>
                    </a:lnTo>
                    <a:lnTo>
                      <a:pt x="36" y="32"/>
                    </a:lnTo>
                    <a:lnTo>
                      <a:pt x="36" y="32"/>
                    </a:lnTo>
                    <a:lnTo>
                      <a:pt x="32" y="30"/>
                    </a:lnTo>
                    <a:lnTo>
                      <a:pt x="30" y="26"/>
                    </a:lnTo>
                    <a:lnTo>
                      <a:pt x="30" y="26"/>
                    </a:lnTo>
                    <a:lnTo>
                      <a:pt x="30" y="24"/>
                    </a:lnTo>
                    <a:lnTo>
                      <a:pt x="28" y="24"/>
                    </a:lnTo>
                    <a:lnTo>
                      <a:pt x="28" y="24"/>
                    </a:lnTo>
                    <a:lnTo>
                      <a:pt x="28" y="14"/>
                    </a:lnTo>
                    <a:lnTo>
                      <a:pt x="30" y="6"/>
                    </a:lnTo>
                    <a:lnTo>
                      <a:pt x="30"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1" name="Freeform 161">
                <a:extLst>
                  <a:ext uri="{FF2B5EF4-FFF2-40B4-BE49-F238E27FC236}">
                    <a16:creationId xmlns:a16="http://schemas.microsoft.com/office/drawing/2014/main" id="{1C061F17-F2B7-884A-A2AB-06C873B72219}"/>
                  </a:ext>
                </a:extLst>
              </p:cNvPr>
              <p:cNvSpPr>
                <a:spLocks/>
              </p:cNvSpPr>
              <p:nvPr/>
            </p:nvSpPr>
            <p:spPr bwMode="auto">
              <a:xfrm>
                <a:off x="5662645" y="4023211"/>
                <a:ext cx="172207" cy="216255"/>
              </a:xfrm>
              <a:custGeom>
                <a:avLst/>
                <a:gdLst>
                  <a:gd name="T0" fmla="*/ 18 w 88"/>
                  <a:gd name="T1" fmla="*/ 108 h 108"/>
                  <a:gd name="T2" fmla="*/ 36 w 88"/>
                  <a:gd name="T3" fmla="*/ 100 h 108"/>
                  <a:gd name="T4" fmla="*/ 40 w 88"/>
                  <a:gd name="T5" fmla="*/ 94 h 108"/>
                  <a:gd name="T6" fmla="*/ 50 w 88"/>
                  <a:gd name="T7" fmla="*/ 94 h 108"/>
                  <a:gd name="T8" fmla="*/ 60 w 88"/>
                  <a:gd name="T9" fmla="*/ 94 h 108"/>
                  <a:gd name="T10" fmla="*/ 70 w 88"/>
                  <a:gd name="T11" fmla="*/ 100 h 108"/>
                  <a:gd name="T12" fmla="*/ 74 w 88"/>
                  <a:gd name="T13" fmla="*/ 92 h 108"/>
                  <a:gd name="T14" fmla="*/ 74 w 88"/>
                  <a:gd name="T15" fmla="*/ 88 h 108"/>
                  <a:gd name="T16" fmla="*/ 72 w 88"/>
                  <a:gd name="T17" fmla="*/ 76 h 108"/>
                  <a:gd name="T18" fmla="*/ 74 w 88"/>
                  <a:gd name="T19" fmla="*/ 66 h 108"/>
                  <a:gd name="T20" fmla="*/ 78 w 88"/>
                  <a:gd name="T21" fmla="*/ 56 h 108"/>
                  <a:gd name="T22" fmla="*/ 82 w 88"/>
                  <a:gd name="T23" fmla="*/ 46 h 108"/>
                  <a:gd name="T24" fmla="*/ 86 w 88"/>
                  <a:gd name="T25" fmla="*/ 38 h 108"/>
                  <a:gd name="T26" fmla="*/ 88 w 88"/>
                  <a:gd name="T27" fmla="*/ 26 h 108"/>
                  <a:gd name="T28" fmla="*/ 86 w 88"/>
                  <a:gd name="T29" fmla="*/ 20 h 108"/>
                  <a:gd name="T30" fmla="*/ 84 w 88"/>
                  <a:gd name="T31" fmla="*/ 18 h 108"/>
                  <a:gd name="T32" fmla="*/ 84 w 88"/>
                  <a:gd name="T33" fmla="*/ 12 h 108"/>
                  <a:gd name="T34" fmla="*/ 84 w 88"/>
                  <a:gd name="T35" fmla="*/ 8 h 108"/>
                  <a:gd name="T36" fmla="*/ 74 w 88"/>
                  <a:gd name="T37" fmla="*/ 10 h 108"/>
                  <a:gd name="T38" fmla="*/ 72 w 88"/>
                  <a:gd name="T39" fmla="*/ 6 h 108"/>
                  <a:gd name="T40" fmla="*/ 66 w 88"/>
                  <a:gd name="T41" fmla="*/ 2 h 108"/>
                  <a:gd name="T42" fmla="*/ 56 w 88"/>
                  <a:gd name="T43" fmla="*/ 4 h 108"/>
                  <a:gd name="T44" fmla="*/ 44 w 88"/>
                  <a:gd name="T45" fmla="*/ 0 h 108"/>
                  <a:gd name="T46" fmla="*/ 42 w 88"/>
                  <a:gd name="T47" fmla="*/ 4 h 108"/>
                  <a:gd name="T48" fmla="*/ 40 w 88"/>
                  <a:gd name="T49" fmla="*/ 8 h 108"/>
                  <a:gd name="T50" fmla="*/ 38 w 88"/>
                  <a:gd name="T51" fmla="*/ 10 h 108"/>
                  <a:gd name="T52" fmla="*/ 34 w 88"/>
                  <a:gd name="T53" fmla="*/ 8 h 108"/>
                  <a:gd name="T54" fmla="*/ 30 w 88"/>
                  <a:gd name="T55" fmla="*/ 8 h 108"/>
                  <a:gd name="T56" fmla="*/ 28 w 88"/>
                  <a:gd name="T57" fmla="*/ 16 h 108"/>
                  <a:gd name="T58" fmla="*/ 26 w 88"/>
                  <a:gd name="T59" fmla="*/ 12 h 108"/>
                  <a:gd name="T60" fmla="*/ 24 w 88"/>
                  <a:gd name="T61" fmla="*/ 14 h 108"/>
                  <a:gd name="T62" fmla="*/ 18 w 88"/>
                  <a:gd name="T63" fmla="*/ 18 h 108"/>
                  <a:gd name="T64" fmla="*/ 16 w 88"/>
                  <a:gd name="T65" fmla="*/ 22 h 108"/>
                  <a:gd name="T66" fmla="*/ 14 w 88"/>
                  <a:gd name="T67" fmla="*/ 26 h 108"/>
                  <a:gd name="T68" fmla="*/ 18 w 88"/>
                  <a:gd name="T69" fmla="*/ 30 h 108"/>
                  <a:gd name="T70" fmla="*/ 18 w 88"/>
                  <a:gd name="T71" fmla="*/ 34 h 108"/>
                  <a:gd name="T72" fmla="*/ 16 w 88"/>
                  <a:gd name="T73" fmla="*/ 36 h 108"/>
                  <a:gd name="T74" fmla="*/ 10 w 88"/>
                  <a:gd name="T75" fmla="*/ 38 h 108"/>
                  <a:gd name="T76" fmla="*/ 10 w 88"/>
                  <a:gd name="T77" fmla="*/ 40 h 108"/>
                  <a:gd name="T78" fmla="*/ 6 w 88"/>
                  <a:gd name="T79" fmla="*/ 48 h 108"/>
                  <a:gd name="T80" fmla="*/ 8 w 88"/>
                  <a:gd name="T81" fmla="*/ 52 h 108"/>
                  <a:gd name="T82" fmla="*/ 8 w 88"/>
                  <a:gd name="T83" fmla="*/ 58 h 108"/>
                  <a:gd name="T84" fmla="*/ 4 w 88"/>
                  <a:gd name="T85" fmla="*/ 64 h 108"/>
                  <a:gd name="T86" fmla="*/ 0 w 88"/>
                  <a:gd name="T87" fmla="*/ 68 h 108"/>
                  <a:gd name="T88" fmla="*/ 10 w 88"/>
                  <a:gd name="T89" fmla="*/ 70 h 108"/>
                  <a:gd name="T90" fmla="*/ 14 w 88"/>
                  <a:gd name="T91" fmla="*/ 78 h 108"/>
                  <a:gd name="T92" fmla="*/ 16 w 88"/>
                  <a:gd name="T93" fmla="*/ 84 h 108"/>
                  <a:gd name="T94" fmla="*/ 20 w 88"/>
                  <a:gd name="T95" fmla="*/ 86 h 108"/>
                  <a:gd name="T96" fmla="*/ 22 w 88"/>
                  <a:gd name="T97" fmla="*/ 86 h 108"/>
                  <a:gd name="T98" fmla="*/ 20 w 88"/>
                  <a:gd name="T99" fmla="*/ 90 h 108"/>
                  <a:gd name="T100" fmla="*/ 18 w 88"/>
                  <a:gd name="T101" fmla="*/ 98 h 108"/>
                  <a:gd name="T102" fmla="*/ 16 w 88"/>
                  <a:gd name="T103" fmla="*/ 100 h 108"/>
                  <a:gd name="T104" fmla="*/ 18 w 88"/>
                  <a:gd name="T105" fmla="*/ 104 h 108"/>
                  <a:gd name="T106" fmla="*/ 16 w 88"/>
                  <a:gd name="T10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8" h="108">
                    <a:moveTo>
                      <a:pt x="18" y="108"/>
                    </a:moveTo>
                    <a:lnTo>
                      <a:pt x="18" y="108"/>
                    </a:lnTo>
                    <a:lnTo>
                      <a:pt x="28" y="104"/>
                    </a:lnTo>
                    <a:lnTo>
                      <a:pt x="36" y="100"/>
                    </a:lnTo>
                    <a:lnTo>
                      <a:pt x="36" y="100"/>
                    </a:lnTo>
                    <a:lnTo>
                      <a:pt x="40" y="94"/>
                    </a:lnTo>
                    <a:lnTo>
                      <a:pt x="40" y="94"/>
                    </a:lnTo>
                    <a:lnTo>
                      <a:pt x="50" y="94"/>
                    </a:lnTo>
                    <a:lnTo>
                      <a:pt x="60" y="94"/>
                    </a:lnTo>
                    <a:lnTo>
                      <a:pt x="60" y="94"/>
                    </a:lnTo>
                    <a:lnTo>
                      <a:pt x="66" y="96"/>
                    </a:lnTo>
                    <a:lnTo>
                      <a:pt x="70" y="100"/>
                    </a:lnTo>
                    <a:lnTo>
                      <a:pt x="70" y="100"/>
                    </a:lnTo>
                    <a:lnTo>
                      <a:pt x="74" y="92"/>
                    </a:lnTo>
                    <a:lnTo>
                      <a:pt x="74" y="92"/>
                    </a:lnTo>
                    <a:lnTo>
                      <a:pt x="74" y="88"/>
                    </a:lnTo>
                    <a:lnTo>
                      <a:pt x="72" y="86"/>
                    </a:lnTo>
                    <a:lnTo>
                      <a:pt x="72" y="76"/>
                    </a:lnTo>
                    <a:lnTo>
                      <a:pt x="74" y="66"/>
                    </a:lnTo>
                    <a:lnTo>
                      <a:pt x="74" y="66"/>
                    </a:lnTo>
                    <a:lnTo>
                      <a:pt x="78" y="56"/>
                    </a:lnTo>
                    <a:lnTo>
                      <a:pt x="78" y="56"/>
                    </a:lnTo>
                    <a:lnTo>
                      <a:pt x="82" y="46"/>
                    </a:lnTo>
                    <a:lnTo>
                      <a:pt x="82" y="46"/>
                    </a:lnTo>
                    <a:lnTo>
                      <a:pt x="84" y="40"/>
                    </a:lnTo>
                    <a:lnTo>
                      <a:pt x="86" y="38"/>
                    </a:lnTo>
                    <a:lnTo>
                      <a:pt x="86" y="38"/>
                    </a:lnTo>
                    <a:lnTo>
                      <a:pt x="88" y="26"/>
                    </a:lnTo>
                    <a:lnTo>
                      <a:pt x="88" y="26"/>
                    </a:lnTo>
                    <a:lnTo>
                      <a:pt x="86" y="20"/>
                    </a:lnTo>
                    <a:lnTo>
                      <a:pt x="84" y="20"/>
                    </a:lnTo>
                    <a:lnTo>
                      <a:pt x="84" y="18"/>
                    </a:lnTo>
                    <a:lnTo>
                      <a:pt x="84" y="18"/>
                    </a:lnTo>
                    <a:lnTo>
                      <a:pt x="84" y="12"/>
                    </a:lnTo>
                    <a:lnTo>
                      <a:pt x="84" y="8"/>
                    </a:lnTo>
                    <a:lnTo>
                      <a:pt x="84" y="8"/>
                    </a:lnTo>
                    <a:lnTo>
                      <a:pt x="74" y="10"/>
                    </a:lnTo>
                    <a:lnTo>
                      <a:pt x="74" y="10"/>
                    </a:lnTo>
                    <a:lnTo>
                      <a:pt x="72" y="8"/>
                    </a:lnTo>
                    <a:lnTo>
                      <a:pt x="72" y="6"/>
                    </a:lnTo>
                    <a:lnTo>
                      <a:pt x="72" y="2"/>
                    </a:lnTo>
                    <a:lnTo>
                      <a:pt x="66" y="2"/>
                    </a:lnTo>
                    <a:lnTo>
                      <a:pt x="62" y="6"/>
                    </a:lnTo>
                    <a:lnTo>
                      <a:pt x="56" y="4"/>
                    </a:lnTo>
                    <a:lnTo>
                      <a:pt x="56" y="0"/>
                    </a:lnTo>
                    <a:lnTo>
                      <a:pt x="44" y="0"/>
                    </a:lnTo>
                    <a:lnTo>
                      <a:pt x="42" y="4"/>
                    </a:lnTo>
                    <a:lnTo>
                      <a:pt x="42" y="4"/>
                    </a:lnTo>
                    <a:lnTo>
                      <a:pt x="42" y="6"/>
                    </a:lnTo>
                    <a:lnTo>
                      <a:pt x="40" y="8"/>
                    </a:lnTo>
                    <a:lnTo>
                      <a:pt x="38" y="10"/>
                    </a:lnTo>
                    <a:lnTo>
                      <a:pt x="38" y="10"/>
                    </a:lnTo>
                    <a:lnTo>
                      <a:pt x="36" y="10"/>
                    </a:lnTo>
                    <a:lnTo>
                      <a:pt x="34" y="8"/>
                    </a:lnTo>
                    <a:lnTo>
                      <a:pt x="32" y="6"/>
                    </a:lnTo>
                    <a:lnTo>
                      <a:pt x="30" y="8"/>
                    </a:lnTo>
                    <a:lnTo>
                      <a:pt x="28" y="16"/>
                    </a:lnTo>
                    <a:lnTo>
                      <a:pt x="28" y="16"/>
                    </a:lnTo>
                    <a:lnTo>
                      <a:pt x="28" y="14"/>
                    </a:lnTo>
                    <a:lnTo>
                      <a:pt x="26" y="12"/>
                    </a:lnTo>
                    <a:lnTo>
                      <a:pt x="24" y="14"/>
                    </a:lnTo>
                    <a:lnTo>
                      <a:pt x="24" y="14"/>
                    </a:lnTo>
                    <a:lnTo>
                      <a:pt x="20" y="16"/>
                    </a:lnTo>
                    <a:lnTo>
                      <a:pt x="18" y="18"/>
                    </a:lnTo>
                    <a:lnTo>
                      <a:pt x="18" y="18"/>
                    </a:lnTo>
                    <a:lnTo>
                      <a:pt x="16" y="22"/>
                    </a:lnTo>
                    <a:lnTo>
                      <a:pt x="14" y="24"/>
                    </a:lnTo>
                    <a:lnTo>
                      <a:pt x="14" y="26"/>
                    </a:lnTo>
                    <a:lnTo>
                      <a:pt x="14" y="26"/>
                    </a:lnTo>
                    <a:lnTo>
                      <a:pt x="18" y="30"/>
                    </a:lnTo>
                    <a:lnTo>
                      <a:pt x="18" y="32"/>
                    </a:lnTo>
                    <a:lnTo>
                      <a:pt x="18" y="34"/>
                    </a:lnTo>
                    <a:lnTo>
                      <a:pt x="18" y="34"/>
                    </a:lnTo>
                    <a:lnTo>
                      <a:pt x="16" y="36"/>
                    </a:lnTo>
                    <a:lnTo>
                      <a:pt x="12" y="38"/>
                    </a:lnTo>
                    <a:lnTo>
                      <a:pt x="10" y="38"/>
                    </a:lnTo>
                    <a:lnTo>
                      <a:pt x="10" y="40"/>
                    </a:lnTo>
                    <a:lnTo>
                      <a:pt x="10" y="40"/>
                    </a:lnTo>
                    <a:lnTo>
                      <a:pt x="10" y="44"/>
                    </a:lnTo>
                    <a:lnTo>
                      <a:pt x="6" y="48"/>
                    </a:lnTo>
                    <a:lnTo>
                      <a:pt x="6" y="48"/>
                    </a:lnTo>
                    <a:lnTo>
                      <a:pt x="8" y="52"/>
                    </a:lnTo>
                    <a:lnTo>
                      <a:pt x="8" y="54"/>
                    </a:lnTo>
                    <a:lnTo>
                      <a:pt x="8" y="58"/>
                    </a:lnTo>
                    <a:lnTo>
                      <a:pt x="8" y="58"/>
                    </a:lnTo>
                    <a:lnTo>
                      <a:pt x="4" y="64"/>
                    </a:lnTo>
                    <a:lnTo>
                      <a:pt x="0" y="68"/>
                    </a:lnTo>
                    <a:lnTo>
                      <a:pt x="0" y="68"/>
                    </a:lnTo>
                    <a:lnTo>
                      <a:pt x="10" y="70"/>
                    </a:lnTo>
                    <a:lnTo>
                      <a:pt x="10" y="70"/>
                    </a:lnTo>
                    <a:lnTo>
                      <a:pt x="12" y="74"/>
                    </a:lnTo>
                    <a:lnTo>
                      <a:pt x="14" y="78"/>
                    </a:lnTo>
                    <a:lnTo>
                      <a:pt x="14" y="78"/>
                    </a:lnTo>
                    <a:lnTo>
                      <a:pt x="16" y="84"/>
                    </a:lnTo>
                    <a:lnTo>
                      <a:pt x="18" y="86"/>
                    </a:lnTo>
                    <a:lnTo>
                      <a:pt x="20" y="86"/>
                    </a:lnTo>
                    <a:lnTo>
                      <a:pt x="20" y="86"/>
                    </a:lnTo>
                    <a:lnTo>
                      <a:pt x="22" y="86"/>
                    </a:lnTo>
                    <a:lnTo>
                      <a:pt x="20" y="90"/>
                    </a:lnTo>
                    <a:lnTo>
                      <a:pt x="20" y="90"/>
                    </a:lnTo>
                    <a:lnTo>
                      <a:pt x="20" y="94"/>
                    </a:lnTo>
                    <a:lnTo>
                      <a:pt x="18" y="98"/>
                    </a:lnTo>
                    <a:lnTo>
                      <a:pt x="18" y="98"/>
                    </a:lnTo>
                    <a:lnTo>
                      <a:pt x="16" y="100"/>
                    </a:lnTo>
                    <a:lnTo>
                      <a:pt x="16" y="100"/>
                    </a:lnTo>
                    <a:lnTo>
                      <a:pt x="18" y="104"/>
                    </a:lnTo>
                    <a:lnTo>
                      <a:pt x="18" y="104"/>
                    </a:lnTo>
                    <a:lnTo>
                      <a:pt x="16" y="108"/>
                    </a:lnTo>
                    <a:lnTo>
                      <a:pt x="18" y="1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2" name="Freeform 178">
                <a:extLst>
                  <a:ext uri="{FF2B5EF4-FFF2-40B4-BE49-F238E27FC236}">
                    <a16:creationId xmlns:a16="http://schemas.microsoft.com/office/drawing/2014/main" id="{451C581C-CEE2-5C4C-8B52-5EB64DA40A89}"/>
                  </a:ext>
                </a:extLst>
              </p:cNvPr>
              <p:cNvSpPr>
                <a:spLocks/>
              </p:cNvSpPr>
              <p:nvPr/>
            </p:nvSpPr>
            <p:spPr bwMode="auto">
              <a:xfrm>
                <a:off x="5466954" y="3955132"/>
                <a:ext cx="66534" cy="56066"/>
              </a:xfrm>
              <a:custGeom>
                <a:avLst/>
                <a:gdLst>
                  <a:gd name="T0" fmla="*/ 20 w 34"/>
                  <a:gd name="T1" fmla="*/ 28 h 28"/>
                  <a:gd name="T2" fmla="*/ 20 w 34"/>
                  <a:gd name="T3" fmla="*/ 28 h 28"/>
                  <a:gd name="T4" fmla="*/ 20 w 34"/>
                  <a:gd name="T5" fmla="*/ 24 h 28"/>
                  <a:gd name="T6" fmla="*/ 20 w 34"/>
                  <a:gd name="T7" fmla="*/ 24 h 28"/>
                  <a:gd name="T8" fmla="*/ 26 w 34"/>
                  <a:gd name="T9" fmla="*/ 24 h 28"/>
                  <a:gd name="T10" fmla="*/ 26 w 34"/>
                  <a:gd name="T11" fmla="*/ 24 h 28"/>
                  <a:gd name="T12" fmla="*/ 30 w 34"/>
                  <a:gd name="T13" fmla="*/ 22 h 28"/>
                  <a:gd name="T14" fmla="*/ 32 w 34"/>
                  <a:gd name="T15" fmla="*/ 20 h 28"/>
                  <a:gd name="T16" fmla="*/ 32 w 34"/>
                  <a:gd name="T17" fmla="*/ 20 h 28"/>
                  <a:gd name="T18" fmla="*/ 32 w 34"/>
                  <a:gd name="T19" fmla="*/ 18 h 28"/>
                  <a:gd name="T20" fmla="*/ 32 w 34"/>
                  <a:gd name="T21" fmla="*/ 14 h 28"/>
                  <a:gd name="T22" fmla="*/ 32 w 34"/>
                  <a:gd name="T23" fmla="*/ 14 h 28"/>
                  <a:gd name="T24" fmla="*/ 32 w 34"/>
                  <a:gd name="T25" fmla="*/ 14 h 28"/>
                  <a:gd name="T26" fmla="*/ 30 w 34"/>
                  <a:gd name="T27" fmla="*/ 12 h 28"/>
                  <a:gd name="T28" fmla="*/ 30 w 34"/>
                  <a:gd name="T29" fmla="*/ 10 h 28"/>
                  <a:gd name="T30" fmla="*/ 34 w 34"/>
                  <a:gd name="T31" fmla="*/ 8 h 28"/>
                  <a:gd name="T32" fmla="*/ 34 w 34"/>
                  <a:gd name="T33" fmla="*/ 8 h 28"/>
                  <a:gd name="T34" fmla="*/ 34 w 34"/>
                  <a:gd name="T35" fmla="*/ 8 h 28"/>
                  <a:gd name="T36" fmla="*/ 34 w 34"/>
                  <a:gd name="T37" fmla="*/ 4 h 28"/>
                  <a:gd name="T38" fmla="*/ 34 w 34"/>
                  <a:gd name="T39" fmla="*/ 0 h 28"/>
                  <a:gd name="T40" fmla="*/ 34 w 34"/>
                  <a:gd name="T41" fmla="*/ 0 h 28"/>
                  <a:gd name="T42" fmla="*/ 22 w 34"/>
                  <a:gd name="T43" fmla="*/ 0 h 28"/>
                  <a:gd name="T44" fmla="*/ 12 w 34"/>
                  <a:gd name="T45" fmla="*/ 0 h 28"/>
                  <a:gd name="T46" fmla="*/ 6 w 34"/>
                  <a:gd name="T47" fmla="*/ 4 h 28"/>
                  <a:gd name="T48" fmla="*/ 0 w 34"/>
                  <a:gd name="T49" fmla="*/ 6 h 28"/>
                  <a:gd name="T50" fmla="*/ 0 w 34"/>
                  <a:gd name="T51" fmla="*/ 6 h 28"/>
                  <a:gd name="T52" fmla="*/ 0 w 34"/>
                  <a:gd name="T53" fmla="*/ 6 h 28"/>
                  <a:gd name="T54" fmla="*/ 0 w 34"/>
                  <a:gd name="T55" fmla="*/ 8 h 28"/>
                  <a:gd name="T56" fmla="*/ 0 w 34"/>
                  <a:gd name="T57" fmla="*/ 8 h 28"/>
                  <a:gd name="T58" fmla="*/ 0 w 34"/>
                  <a:gd name="T59" fmla="*/ 8 h 28"/>
                  <a:gd name="T60" fmla="*/ 4 w 34"/>
                  <a:gd name="T61" fmla="*/ 12 h 28"/>
                  <a:gd name="T62" fmla="*/ 12 w 34"/>
                  <a:gd name="T63" fmla="*/ 16 h 28"/>
                  <a:gd name="T64" fmla="*/ 12 w 34"/>
                  <a:gd name="T65" fmla="*/ 16 h 28"/>
                  <a:gd name="T66" fmla="*/ 12 w 34"/>
                  <a:gd name="T67" fmla="*/ 24 h 28"/>
                  <a:gd name="T68" fmla="*/ 12 w 34"/>
                  <a:gd name="T69" fmla="*/ 24 h 28"/>
                  <a:gd name="T70" fmla="*/ 14 w 34"/>
                  <a:gd name="T71" fmla="*/ 24 h 28"/>
                  <a:gd name="T72" fmla="*/ 16 w 34"/>
                  <a:gd name="T73" fmla="*/ 26 h 28"/>
                  <a:gd name="T74" fmla="*/ 16 w 34"/>
                  <a:gd name="T75" fmla="*/ 26 h 28"/>
                  <a:gd name="T76" fmla="*/ 18 w 34"/>
                  <a:gd name="T77" fmla="*/ 28 h 28"/>
                  <a:gd name="T78" fmla="*/ 18 w 34"/>
                  <a:gd name="T79" fmla="*/ 28 h 28"/>
                  <a:gd name="T80" fmla="*/ 20 w 34"/>
                  <a:gd name="T81" fmla="*/ 28 h 28"/>
                  <a:gd name="T82" fmla="*/ 20 w 34"/>
                  <a:gd name="T8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 h="28">
                    <a:moveTo>
                      <a:pt x="20" y="28"/>
                    </a:moveTo>
                    <a:lnTo>
                      <a:pt x="20" y="28"/>
                    </a:lnTo>
                    <a:lnTo>
                      <a:pt x="20" y="24"/>
                    </a:lnTo>
                    <a:lnTo>
                      <a:pt x="20" y="24"/>
                    </a:lnTo>
                    <a:lnTo>
                      <a:pt x="26" y="24"/>
                    </a:lnTo>
                    <a:lnTo>
                      <a:pt x="26" y="24"/>
                    </a:lnTo>
                    <a:lnTo>
                      <a:pt x="30" y="22"/>
                    </a:lnTo>
                    <a:lnTo>
                      <a:pt x="32" y="20"/>
                    </a:lnTo>
                    <a:lnTo>
                      <a:pt x="32" y="20"/>
                    </a:lnTo>
                    <a:lnTo>
                      <a:pt x="32" y="18"/>
                    </a:lnTo>
                    <a:lnTo>
                      <a:pt x="32" y="14"/>
                    </a:lnTo>
                    <a:lnTo>
                      <a:pt x="32" y="14"/>
                    </a:lnTo>
                    <a:lnTo>
                      <a:pt x="32" y="14"/>
                    </a:lnTo>
                    <a:lnTo>
                      <a:pt x="30" y="12"/>
                    </a:lnTo>
                    <a:lnTo>
                      <a:pt x="30" y="10"/>
                    </a:lnTo>
                    <a:lnTo>
                      <a:pt x="34" y="8"/>
                    </a:lnTo>
                    <a:lnTo>
                      <a:pt x="34" y="8"/>
                    </a:lnTo>
                    <a:lnTo>
                      <a:pt x="34" y="8"/>
                    </a:lnTo>
                    <a:lnTo>
                      <a:pt x="34" y="4"/>
                    </a:lnTo>
                    <a:lnTo>
                      <a:pt x="34" y="0"/>
                    </a:lnTo>
                    <a:lnTo>
                      <a:pt x="34" y="0"/>
                    </a:lnTo>
                    <a:lnTo>
                      <a:pt x="22" y="0"/>
                    </a:lnTo>
                    <a:lnTo>
                      <a:pt x="12" y="0"/>
                    </a:lnTo>
                    <a:lnTo>
                      <a:pt x="6" y="4"/>
                    </a:lnTo>
                    <a:lnTo>
                      <a:pt x="0" y="6"/>
                    </a:lnTo>
                    <a:lnTo>
                      <a:pt x="0" y="6"/>
                    </a:lnTo>
                    <a:lnTo>
                      <a:pt x="0" y="6"/>
                    </a:lnTo>
                    <a:lnTo>
                      <a:pt x="0" y="8"/>
                    </a:lnTo>
                    <a:lnTo>
                      <a:pt x="0" y="8"/>
                    </a:lnTo>
                    <a:lnTo>
                      <a:pt x="0" y="8"/>
                    </a:lnTo>
                    <a:lnTo>
                      <a:pt x="4" y="12"/>
                    </a:lnTo>
                    <a:lnTo>
                      <a:pt x="12" y="16"/>
                    </a:lnTo>
                    <a:lnTo>
                      <a:pt x="12" y="16"/>
                    </a:lnTo>
                    <a:lnTo>
                      <a:pt x="12" y="24"/>
                    </a:lnTo>
                    <a:lnTo>
                      <a:pt x="12" y="24"/>
                    </a:lnTo>
                    <a:lnTo>
                      <a:pt x="14" y="24"/>
                    </a:lnTo>
                    <a:lnTo>
                      <a:pt x="16" y="26"/>
                    </a:lnTo>
                    <a:lnTo>
                      <a:pt x="16" y="26"/>
                    </a:lnTo>
                    <a:lnTo>
                      <a:pt x="18" y="28"/>
                    </a:lnTo>
                    <a:lnTo>
                      <a:pt x="18" y="28"/>
                    </a:lnTo>
                    <a:lnTo>
                      <a:pt x="20" y="28"/>
                    </a:lnTo>
                    <a:lnTo>
                      <a:pt x="20"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3" name="Freeform 179">
                <a:extLst>
                  <a:ext uri="{FF2B5EF4-FFF2-40B4-BE49-F238E27FC236}">
                    <a16:creationId xmlns:a16="http://schemas.microsoft.com/office/drawing/2014/main" id="{05B908C9-C6E6-2048-B603-A8A6F5BD190A}"/>
                  </a:ext>
                </a:extLst>
              </p:cNvPr>
              <p:cNvSpPr>
                <a:spLocks/>
              </p:cNvSpPr>
              <p:nvPr/>
            </p:nvSpPr>
            <p:spPr bwMode="auto">
              <a:xfrm>
                <a:off x="5506094" y="3955132"/>
                <a:ext cx="191776" cy="176207"/>
              </a:xfrm>
              <a:custGeom>
                <a:avLst/>
                <a:gdLst>
                  <a:gd name="T0" fmla="*/ 22 w 98"/>
                  <a:gd name="T1" fmla="*/ 62 h 88"/>
                  <a:gd name="T2" fmla="*/ 24 w 98"/>
                  <a:gd name="T3" fmla="*/ 58 h 88"/>
                  <a:gd name="T4" fmla="*/ 28 w 98"/>
                  <a:gd name="T5" fmla="*/ 54 h 88"/>
                  <a:gd name="T6" fmla="*/ 30 w 98"/>
                  <a:gd name="T7" fmla="*/ 46 h 88"/>
                  <a:gd name="T8" fmla="*/ 40 w 98"/>
                  <a:gd name="T9" fmla="*/ 44 h 88"/>
                  <a:gd name="T10" fmla="*/ 46 w 98"/>
                  <a:gd name="T11" fmla="*/ 44 h 88"/>
                  <a:gd name="T12" fmla="*/ 52 w 98"/>
                  <a:gd name="T13" fmla="*/ 46 h 88"/>
                  <a:gd name="T14" fmla="*/ 52 w 98"/>
                  <a:gd name="T15" fmla="*/ 54 h 88"/>
                  <a:gd name="T16" fmla="*/ 56 w 98"/>
                  <a:gd name="T17" fmla="*/ 58 h 88"/>
                  <a:gd name="T18" fmla="*/ 60 w 98"/>
                  <a:gd name="T19" fmla="*/ 64 h 88"/>
                  <a:gd name="T20" fmla="*/ 64 w 98"/>
                  <a:gd name="T21" fmla="*/ 72 h 88"/>
                  <a:gd name="T22" fmla="*/ 70 w 98"/>
                  <a:gd name="T23" fmla="*/ 72 h 88"/>
                  <a:gd name="T24" fmla="*/ 72 w 98"/>
                  <a:gd name="T25" fmla="*/ 66 h 88"/>
                  <a:gd name="T26" fmla="*/ 76 w 98"/>
                  <a:gd name="T27" fmla="*/ 76 h 88"/>
                  <a:gd name="T28" fmla="*/ 72 w 98"/>
                  <a:gd name="T29" fmla="*/ 86 h 88"/>
                  <a:gd name="T30" fmla="*/ 82 w 98"/>
                  <a:gd name="T31" fmla="*/ 80 h 88"/>
                  <a:gd name="T32" fmla="*/ 86 w 98"/>
                  <a:gd name="T33" fmla="*/ 80 h 88"/>
                  <a:gd name="T34" fmla="*/ 90 w 98"/>
                  <a:gd name="T35" fmla="*/ 78 h 88"/>
                  <a:gd name="T36" fmla="*/ 90 w 98"/>
                  <a:gd name="T37" fmla="*/ 72 h 88"/>
                  <a:gd name="T38" fmla="*/ 98 w 98"/>
                  <a:gd name="T39" fmla="*/ 68 h 88"/>
                  <a:gd name="T40" fmla="*/ 98 w 98"/>
                  <a:gd name="T41" fmla="*/ 64 h 88"/>
                  <a:gd name="T42" fmla="*/ 94 w 98"/>
                  <a:gd name="T43" fmla="*/ 58 h 88"/>
                  <a:gd name="T44" fmla="*/ 98 w 98"/>
                  <a:gd name="T45" fmla="*/ 52 h 88"/>
                  <a:gd name="T46" fmla="*/ 94 w 98"/>
                  <a:gd name="T47" fmla="*/ 50 h 88"/>
                  <a:gd name="T48" fmla="*/ 88 w 98"/>
                  <a:gd name="T49" fmla="*/ 44 h 88"/>
                  <a:gd name="T50" fmla="*/ 82 w 98"/>
                  <a:gd name="T51" fmla="*/ 42 h 88"/>
                  <a:gd name="T52" fmla="*/ 80 w 98"/>
                  <a:gd name="T53" fmla="*/ 38 h 88"/>
                  <a:gd name="T54" fmla="*/ 76 w 98"/>
                  <a:gd name="T55" fmla="*/ 40 h 88"/>
                  <a:gd name="T56" fmla="*/ 84 w 98"/>
                  <a:gd name="T57" fmla="*/ 32 h 88"/>
                  <a:gd name="T58" fmla="*/ 78 w 98"/>
                  <a:gd name="T59" fmla="*/ 32 h 88"/>
                  <a:gd name="T60" fmla="*/ 76 w 98"/>
                  <a:gd name="T61" fmla="*/ 26 h 88"/>
                  <a:gd name="T62" fmla="*/ 74 w 98"/>
                  <a:gd name="T63" fmla="*/ 22 h 88"/>
                  <a:gd name="T64" fmla="*/ 76 w 98"/>
                  <a:gd name="T65" fmla="*/ 14 h 88"/>
                  <a:gd name="T66" fmla="*/ 74 w 98"/>
                  <a:gd name="T67" fmla="*/ 8 h 88"/>
                  <a:gd name="T68" fmla="*/ 68 w 98"/>
                  <a:gd name="T69" fmla="*/ 6 h 88"/>
                  <a:gd name="T70" fmla="*/ 62 w 98"/>
                  <a:gd name="T71" fmla="*/ 4 h 88"/>
                  <a:gd name="T72" fmla="*/ 58 w 98"/>
                  <a:gd name="T73" fmla="*/ 8 h 88"/>
                  <a:gd name="T74" fmla="*/ 52 w 98"/>
                  <a:gd name="T75" fmla="*/ 6 h 88"/>
                  <a:gd name="T76" fmla="*/ 48 w 98"/>
                  <a:gd name="T77" fmla="*/ 8 h 88"/>
                  <a:gd name="T78" fmla="*/ 44 w 98"/>
                  <a:gd name="T79" fmla="*/ 2 h 88"/>
                  <a:gd name="T80" fmla="*/ 32 w 98"/>
                  <a:gd name="T81" fmla="*/ 4 h 88"/>
                  <a:gd name="T82" fmla="*/ 24 w 98"/>
                  <a:gd name="T83" fmla="*/ 2 h 88"/>
                  <a:gd name="T84" fmla="*/ 14 w 98"/>
                  <a:gd name="T85" fmla="*/ 0 h 88"/>
                  <a:gd name="T86" fmla="*/ 14 w 98"/>
                  <a:gd name="T87" fmla="*/ 8 h 88"/>
                  <a:gd name="T88" fmla="*/ 10 w 98"/>
                  <a:gd name="T89" fmla="*/ 10 h 88"/>
                  <a:gd name="T90" fmla="*/ 12 w 98"/>
                  <a:gd name="T91" fmla="*/ 14 h 88"/>
                  <a:gd name="T92" fmla="*/ 12 w 98"/>
                  <a:gd name="T93" fmla="*/ 20 h 88"/>
                  <a:gd name="T94" fmla="*/ 6 w 98"/>
                  <a:gd name="T95" fmla="*/ 24 h 88"/>
                  <a:gd name="T96" fmla="*/ 0 w 98"/>
                  <a:gd name="T97" fmla="*/ 24 h 88"/>
                  <a:gd name="T98" fmla="*/ 0 w 98"/>
                  <a:gd name="T99" fmla="*/ 30 h 88"/>
                  <a:gd name="T100" fmla="*/ 4 w 98"/>
                  <a:gd name="T101" fmla="*/ 34 h 88"/>
                  <a:gd name="T102" fmla="*/ 4 w 98"/>
                  <a:gd name="T103" fmla="*/ 38 h 88"/>
                  <a:gd name="T104" fmla="*/ 6 w 98"/>
                  <a:gd name="T105" fmla="*/ 42 h 88"/>
                  <a:gd name="T106" fmla="*/ 12 w 98"/>
                  <a:gd name="T107" fmla="*/ 44 h 88"/>
                  <a:gd name="T108" fmla="*/ 14 w 98"/>
                  <a:gd name="T109"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8" h="88">
                    <a:moveTo>
                      <a:pt x="20" y="60"/>
                    </a:moveTo>
                    <a:lnTo>
                      <a:pt x="20" y="60"/>
                    </a:lnTo>
                    <a:lnTo>
                      <a:pt x="22" y="62"/>
                    </a:lnTo>
                    <a:lnTo>
                      <a:pt x="22" y="62"/>
                    </a:lnTo>
                    <a:lnTo>
                      <a:pt x="24" y="60"/>
                    </a:lnTo>
                    <a:lnTo>
                      <a:pt x="24" y="58"/>
                    </a:lnTo>
                    <a:lnTo>
                      <a:pt x="26" y="56"/>
                    </a:lnTo>
                    <a:lnTo>
                      <a:pt x="26" y="56"/>
                    </a:lnTo>
                    <a:lnTo>
                      <a:pt x="28" y="54"/>
                    </a:lnTo>
                    <a:lnTo>
                      <a:pt x="30" y="52"/>
                    </a:lnTo>
                    <a:lnTo>
                      <a:pt x="30" y="46"/>
                    </a:lnTo>
                    <a:lnTo>
                      <a:pt x="30" y="46"/>
                    </a:lnTo>
                    <a:lnTo>
                      <a:pt x="32" y="42"/>
                    </a:lnTo>
                    <a:lnTo>
                      <a:pt x="34" y="42"/>
                    </a:lnTo>
                    <a:lnTo>
                      <a:pt x="40" y="44"/>
                    </a:lnTo>
                    <a:lnTo>
                      <a:pt x="40" y="44"/>
                    </a:lnTo>
                    <a:lnTo>
                      <a:pt x="44" y="44"/>
                    </a:lnTo>
                    <a:lnTo>
                      <a:pt x="46" y="44"/>
                    </a:lnTo>
                    <a:lnTo>
                      <a:pt x="48" y="44"/>
                    </a:lnTo>
                    <a:lnTo>
                      <a:pt x="48" y="44"/>
                    </a:lnTo>
                    <a:lnTo>
                      <a:pt x="52" y="46"/>
                    </a:lnTo>
                    <a:lnTo>
                      <a:pt x="52" y="52"/>
                    </a:lnTo>
                    <a:lnTo>
                      <a:pt x="52" y="52"/>
                    </a:lnTo>
                    <a:lnTo>
                      <a:pt x="52" y="54"/>
                    </a:lnTo>
                    <a:lnTo>
                      <a:pt x="54" y="54"/>
                    </a:lnTo>
                    <a:lnTo>
                      <a:pt x="56" y="56"/>
                    </a:lnTo>
                    <a:lnTo>
                      <a:pt x="56" y="58"/>
                    </a:lnTo>
                    <a:lnTo>
                      <a:pt x="56" y="58"/>
                    </a:lnTo>
                    <a:lnTo>
                      <a:pt x="60" y="64"/>
                    </a:lnTo>
                    <a:lnTo>
                      <a:pt x="60" y="64"/>
                    </a:lnTo>
                    <a:lnTo>
                      <a:pt x="58" y="68"/>
                    </a:lnTo>
                    <a:lnTo>
                      <a:pt x="58" y="72"/>
                    </a:lnTo>
                    <a:lnTo>
                      <a:pt x="64" y="72"/>
                    </a:lnTo>
                    <a:lnTo>
                      <a:pt x="64" y="72"/>
                    </a:lnTo>
                    <a:lnTo>
                      <a:pt x="66" y="72"/>
                    </a:lnTo>
                    <a:lnTo>
                      <a:pt x="70" y="72"/>
                    </a:lnTo>
                    <a:lnTo>
                      <a:pt x="70" y="72"/>
                    </a:lnTo>
                    <a:lnTo>
                      <a:pt x="72" y="68"/>
                    </a:lnTo>
                    <a:lnTo>
                      <a:pt x="72" y="66"/>
                    </a:lnTo>
                    <a:lnTo>
                      <a:pt x="72" y="66"/>
                    </a:lnTo>
                    <a:lnTo>
                      <a:pt x="76" y="76"/>
                    </a:lnTo>
                    <a:lnTo>
                      <a:pt x="76" y="76"/>
                    </a:lnTo>
                    <a:lnTo>
                      <a:pt x="76" y="78"/>
                    </a:lnTo>
                    <a:lnTo>
                      <a:pt x="74" y="82"/>
                    </a:lnTo>
                    <a:lnTo>
                      <a:pt x="72" y="86"/>
                    </a:lnTo>
                    <a:lnTo>
                      <a:pt x="76" y="88"/>
                    </a:lnTo>
                    <a:lnTo>
                      <a:pt x="76" y="88"/>
                    </a:lnTo>
                    <a:lnTo>
                      <a:pt x="82" y="80"/>
                    </a:lnTo>
                    <a:lnTo>
                      <a:pt x="82" y="80"/>
                    </a:lnTo>
                    <a:lnTo>
                      <a:pt x="84" y="78"/>
                    </a:lnTo>
                    <a:lnTo>
                      <a:pt x="86" y="80"/>
                    </a:lnTo>
                    <a:lnTo>
                      <a:pt x="86" y="82"/>
                    </a:lnTo>
                    <a:lnTo>
                      <a:pt x="90" y="78"/>
                    </a:lnTo>
                    <a:lnTo>
                      <a:pt x="90" y="78"/>
                    </a:lnTo>
                    <a:lnTo>
                      <a:pt x="90" y="74"/>
                    </a:lnTo>
                    <a:lnTo>
                      <a:pt x="90" y="74"/>
                    </a:lnTo>
                    <a:lnTo>
                      <a:pt x="90" y="72"/>
                    </a:lnTo>
                    <a:lnTo>
                      <a:pt x="92" y="72"/>
                    </a:lnTo>
                    <a:lnTo>
                      <a:pt x="96" y="70"/>
                    </a:lnTo>
                    <a:lnTo>
                      <a:pt x="98" y="68"/>
                    </a:lnTo>
                    <a:lnTo>
                      <a:pt x="98" y="68"/>
                    </a:lnTo>
                    <a:lnTo>
                      <a:pt x="98" y="66"/>
                    </a:lnTo>
                    <a:lnTo>
                      <a:pt x="98" y="64"/>
                    </a:lnTo>
                    <a:lnTo>
                      <a:pt x="94" y="60"/>
                    </a:lnTo>
                    <a:lnTo>
                      <a:pt x="94" y="60"/>
                    </a:lnTo>
                    <a:lnTo>
                      <a:pt x="94" y="58"/>
                    </a:lnTo>
                    <a:lnTo>
                      <a:pt x="96" y="56"/>
                    </a:lnTo>
                    <a:lnTo>
                      <a:pt x="98" y="52"/>
                    </a:lnTo>
                    <a:lnTo>
                      <a:pt x="98" y="52"/>
                    </a:lnTo>
                    <a:lnTo>
                      <a:pt x="98" y="52"/>
                    </a:lnTo>
                    <a:lnTo>
                      <a:pt x="94" y="50"/>
                    </a:lnTo>
                    <a:lnTo>
                      <a:pt x="94" y="50"/>
                    </a:lnTo>
                    <a:lnTo>
                      <a:pt x="90" y="48"/>
                    </a:lnTo>
                    <a:lnTo>
                      <a:pt x="88" y="44"/>
                    </a:lnTo>
                    <a:lnTo>
                      <a:pt x="88" y="44"/>
                    </a:lnTo>
                    <a:lnTo>
                      <a:pt x="86" y="42"/>
                    </a:lnTo>
                    <a:lnTo>
                      <a:pt x="84" y="42"/>
                    </a:lnTo>
                    <a:lnTo>
                      <a:pt x="82" y="42"/>
                    </a:lnTo>
                    <a:lnTo>
                      <a:pt x="80" y="40"/>
                    </a:lnTo>
                    <a:lnTo>
                      <a:pt x="80" y="40"/>
                    </a:lnTo>
                    <a:lnTo>
                      <a:pt x="80" y="38"/>
                    </a:lnTo>
                    <a:lnTo>
                      <a:pt x="78" y="38"/>
                    </a:lnTo>
                    <a:lnTo>
                      <a:pt x="76" y="40"/>
                    </a:lnTo>
                    <a:lnTo>
                      <a:pt x="76" y="40"/>
                    </a:lnTo>
                    <a:lnTo>
                      <a:pt x="74" y="38"/>
                    </a:lnTo>
                    <a:lnTo>
                      <a:pt x="72" y="38"/>
                    </a:lnTo>
                    <a:lnTo>
                      <a:pt x="84" y="32"/>
                    </a:lnTo>
                    <a:lnTo>
                      <a:pt x="84" y="32"/>
                    </a:lnTo>
                    <a:lnTo>
                      <a:pt x="80" y="32"/>
                    </a:lnTo>
                    <a:lnTo>
                      <a:pt x="78" y="32"/>
                    </a:lnTo>
                    <a:lnTo>
                      <a:pt x="78" y="30"/>
                    </a:lnTo>
                    <a:lnTo>
                      <a:pt x="78" y="30"/>
                    </a:lnTo>
                    <a:lnTo>
                      <a:pt x="76" y="26"/>
                    </a:lnTo>
                    <a:lnTo>
                      <a:pt x="74" y="24"/>
                    </a:lnTo>
                    <a:lnTo>
                      <a:pt x="74" y="24"/>
                    </a:lnTo>
                    <a:lnTo>
                      <a:pt x="74" y="22"/>
                    </a:lnTo>
                    <a:lnTo>
                      <a:pt x="74" y="20"/>
                    </a:lnTo>
                    <a:lnTo>
                      <a:pt x="76" y="18"/>
                    </a:lnTo>
                    <a:lnTo>
                      <a:pt x="76" y="14"/>
                    </a:lnTo>
                    <a:lnTo>
                      <a:pt x="76" y="14"/>
                    </a:lnTo>
                    <a:lnTo>
                      <a:pt x="74" y="8"/>
                    </a:lnTo>
                    <a:lnTo>
                      <a:pt x="74" y="8"/>
                    </a:lnTo>
                    <a:lnTo>
                      <a:pt x="74" y="6"/>
                    </a:lnTo>
                    <a:lnTo>
                      <a:pt x="68" y="6"/>
                    </a:lnTo>
                    <a:lnTo>
                      <a:pt x="68" y="6"/>
                    </a:lnTo>
                    <a:lnTo>
                      <a:pt x="66" y="6"/>
                    </a:lnTo>
                    <a:lnTo>
                      <a:pt x="64" y="6"/>
                    </a:lnTo>
                    <a:lnTo>
                      <a:pt x="62" y="4"/>
                    </a:lnTo>
                    <a:lnTo>
                      <a:pt x="62" y="4"/>
                    </a:lnTo>
                    <a:lnTo>
                      <a:pt x="60" y="6"/>
                    </a:lnTo>
                    <a:lnTo>
                      <a:pt x="58" y="8"/>
                    </a:lnTo>
                    <a:lnTo>
                      <a:pt x="58" y="8"/>
                    </a:lnTo>
                    <a:lnTo>
                      <a:pt x="56" y="8"/>
                    </a:lnTo>
                    <a:lnTo>
                      <a:pt x="52" y="6"/>
                    </a:lnTo>
                    <a:lnTo>
                      <a:pt x="52" y="6"/>
                    </a:lnTo>
                    <a:lnTo>
                      <a:pt x="48" y="6"/>
                    </a:lnTo>
                    <a:lnTo>
                      <a:pt x="48" y="8"/>
                    </a:lnTo>
                    <a:lnTo>
                      <a:pt x="44" y="8"/>
                    </a:lnTo>
                    <a:lnTo>
                      <a:pt x="44" y="2"/>
                    </a:lnTo>
                    <a:lnTo>
                      <a:pt x="44" y="2"/>
                    </a:lnTo>
                    <a:lnTo>
                      <a:pt x="38" y="4"/>
                    </a:lnTo>
                    <a:lnTo>
                      <a:pt x="34" y="4"/>
                    </a:lnTo>
                    <a:lnTo>
                      <a:pt x="32" y="4"/>
                    </a:lnTo>
                    <a:lnTo>
                      <a:pt x="32" y="4"/>
                    </a:lnTo>
                    <a:lnTo>
                      <a:pt x="28" y="2"/>
                    </a:lnTo>
                    <a:lnTo>
                      <a:pt x="24" y="2"/>
                    </a:lnTo>
                    <a:lnTo>
                      <a:pt x="24" y="2"/>
                    </a:lnTo>
                    <a:lnTo>
                      <a:pt x="18" y="2"/>
                    </a:lnTo>
                    <a:lnTo>
                      <a:pt x="14" y="0"/>
                    </a:lnTo>
                    <a:lnTo>
                      <a:pt x="14" y="0"/>
                    </a:lnTo>
                    <a:lnTo>
                      <a:pt x="14" y="4"/>
                    </a:lnTo>
                    <a:lnTo>
                      <a:pt x="14" y="8"/>
                    </a:lnTo>
                    <a:lnTo>
                      <a:pt x="14" y="8"/>
                    </a:lnTo>
                    <a:lnTo>
                      <a:pt x="14" y="8"/>
                    </a:lnTo>
                    <a:lnTo>
                      <a:pt x="10" y="10"/>
                    </a:lnTo>
                    <a:lnTo>
                      <a:pt x="10" y="12"/>
                    </a:lnTo>
                    <a:lnTo>
                      <a:pt x="12" y="14"/>
                    </a:lnTo>
                    <a:lnTo>
                      <a:pt x="12" y="14"/>
                    </a:lnTo>
                    <a:lnTo>
                      <a:pt x="12" y="14"/>
                    </a:lnTo>
                    <a:lnTo>
                      <a:pt x="12" y="18"/>
                    </a:lnTo>
                    <a:lnTo>
                      <a:pt x="12" y="20"/>
                    </a:lnTo>
                    <a:lnTo>
                      <a:pt x="12" y="20"/>
                    </a:lnTo>
                    <a:lnTo>
                      <a:pt x="10" y="22"/>
                    </a:lnTo>
                    <a:lnTo>
                      <a:pt x="6" y="24"/>
                    </a:lnTo>
                    <a:lnTo>
                      <a:pt x="6" y="24"/>
                    </a:lnTo>
                    <a:lnTo>
                      <a:pt x="0" y="24"/>
                    </a:lnTo>
                    <a:lnTo>
                      <a:pt x="0" y="24"/>
                    </a:lnTo>
                    <a:lnTo>
                      <a:pt x="0" y="28"/>
                    </a:lnTo>
                    <a:lnTo>
                      <a:pt x="0" y="28"/>
                    </a:lnTo>
                    <a:lnTo>
                      <a:pt x="0" y="30"/>
                    </a:lnTo>
                    <a:lnTo>
                      <a:pt x="0" y="30"/>
                    </a:lnTo>
                    <a:lnTo>
                      <a:pt x="4" y="34"/>
                    </a:lnTo>
                    <a:lnTo>
                      <a:pt x="4" y="34"/>
                    </a:lnTo>
                    <a:lnTo>
                      <a:pt x="4" y="36"/>
                    </a:lnTo>
                    <a:lnTo>
                      <a:pt x="4" y="38"/>
                    </a:lnTo>
                    <a:lnTo>
                      <a:pt x="4" y="38"/>
                    </a:lnTo>
                    <a:lnTo>
                      <a:pt x="6" y="40"/>
                    </a:lnTo>
                    <a:lnTo>
                      <a:pt x="6" y="42"/>
                    </a:lnTo>
                    <a:lnTo>
                      <a:pt x="6" y="42"/>
                    </a:lnTo>
                    <a:lnTo>
                      <a:pt x="10" y="44"/>
                    </a:lnTo>
                    <a:lnTo>
                      <a:pt x="12" y="44"/>
                    </a:lnTo>
                    <a:lnTo>
                      <a:pt x="12" y="44"/>
                    </a:lnTo>
                    <a:lnTo>
                      <a:pt x="12" y="52"/>
                    </a:lnTo>
                    <a:lnTo>
                      <a:pt x="12" y="56"/>
                    </a:lnTo>
                    <a:lnTo>
                      <a:pt x="14" y="58"/>
                    </a:lnTo>
                    <a:lnTo>
                      <a:pt x="20" y="60"/>
                    </a:lnTo>
                    <a:lnTo>
                      <a:pt x="20"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4" name="Freeform 182">
                <a:extLst>
                  <a:ext uri="{FF2B5EF4-FFF2-40B4-BE49-F238E27FC236}">
                    <a16:creationId xmlns:a16="http://schemas.microsoft.com/office/drawing/2014/main" id="{A4339384-1D7C-7944-A834-38752D023CC0}"/>
                  </a:ext>
                </a:extLst>
              </p:cNvPr>
              <p:cNvSpPr>
                <a:spLocks/>
              </p:cNvSpPr>
              <p:nvPr/>
            </p:nvSpPr>
            <p:spPr bwMode="auto">
              <a:xfrm>
                <a:off x="5799629" y="3987169"/>
                <a:ext cx="125241" cy="236278"/>
              </a:xfrm>
              <a:custGeom>
                <a:avLst/>
                <a:gdLst>
                  <a:gd name="T0" fmla="*/ 64 w 64"/>
                  <a:gd name="T1" fmla="*/ 100 h 118"/>
                  <a:gd name="T2" fmla="*/ 56 w 64"/>
                  <a:gd name="T3" fmla="*/ 84 h 118"/>
                  <a:gd name="T4" fmla="*/ 56 w 64"/>
                  <a:gd name="T5" fmla="*/ 82 h 118"/>
                  <a:gd name="T6" fmla="*/ 56 w 64"/>
                  <a:gd name="T7" fmla="*/ 80 h 118"/>
                  <a:gd name="T8" fmla="*/ 54 w 64"/>
                  <a:gd name="T9" fmla="*/ 78 h 118"/>
                  <a:gd name="T10" fmla="*/ 56 w 64"/>
                  <a:gd name="T11" fmla="*/ 74 h 118"/>
                  <a:gd name="T12" fmla="*/ 58 w 64"/>
                  <a:gd name="T13" fmla="*/ 60 h 118"/>
                  <a:gd name="T14" fmla="*/ 52 w 64"/>
                  <a:gd name="T15" fmla="*/ 52 h 118"/>
                  <a:gd name="T16" fmla="*/ 52 w 64"/>
                  <a:gd name="T17" fmla="*/ 48 h 118"/>
                  <a:gd name="T18" fmla="*/ 54 w 64"/>
                  <a:gd name="T19" fmla="*/ 40 h 118"/>
                  <a:gd name="T20" fmla="*/ 54 w 64"/>
                  <a:gd name="T21" fmla="*/ 38 h 118"/>
                  <a:gd name="T22" fmla="*/ 52 w 64"/>
                  <a:gd name="T23" fmla="*/ 36 h 118"/>
                  <a:gd name="T24" fmla="*/ 52 w 64"/>
                  <a:gd name="T25" fmla="*/ 34 h 118"/>
                  <a:gd name="T26" fmla="*/ 52 w 64"/>
                  <a:gd name="T27" fmla="*/ 22 h 118"/>
                  <a:gd name="T28" fmla="*/ 52 w 64"/>
                  <a:gd name="T29" fmla="*/ 16 h 118"/>
                  <a:gd name="T30" fmla="*/ 48 w 64"/>
                  <a:gd name="T31" fmla="*/ 14 h 118"/>
                  <a:gd name="T32" fmla="*/ 48 w 64"/>
                  <a:gd name="T33" fmla="*/ 6 h 118"/>
                  <a:gd name="T34" fmla="*/ 38 w 64"/>
                  <a:gd name="T35" fmla="*/ 0 h 118"/>
                  <a:gd name="T36" fmla="*/ 38 w 64"/>
                  <a:gd name="T37" fmla="*/ 2 h 118"/>
                  <a:gd name="T38" fmla="*/ 18 w 64"/>
                  <a:gd name="T39" fmla="*/ 2 h 118"/>
                  <a:gd name="T40" fmla="*/ 14 w 64"/>
                  <a:gd name="T41" fmla="*/ 4 h 118"/>
                  <a:gd name="T42" fmla="*/ 14 w 64"/>
                  <a:gd name="T43" fmla="*/ 8 h 118"/>
                  <a:gd name="T44" fmla="*/ 16 w 64"/>
                  <a:gd name="T45" fmla="*/ 18 h 118"/>
                  <a:gd name="T46" fmla="*/ 14 w 64"/>
                  <a:gd name="T47" fmla="*/ 26 h 118"/>
                  <a:gd name="T48" fmla="*/ 14 w 64"/>
                  <a:gd name="T49" fmla="*/ 30 h 118"/>
                  <a:gd name="T50" fmla="*/ 14 w 64"/>
                  <a:gd name="T51" fmla="*/ 36 h 118"/>
                  <a:gd name="T52" fmla="*/ 16 w 64"/>
                  <a:gd name="T53" fmla="*/ 38 h 118"/>
                  <a:gd name="T54" fmla="*/ 18 w 64"/>
                  <a:gd name="T55" fmla="*/ 44 h 118"/>
                  <a:gd name="T56" fmla="*/ 16 w 64"/>
                  <a:gd name="T57" fmla="*/ 56 h 118"/>
                  <a:gd name="T58" fmla="*/ 12 w 64"/>
                  <a:gd name="T59" fmla="*/ 64 h 118"/>
                  <a:gd name="T60" fmla="*/ 8 w 64"/>
                  <a:gd name="T61" fmla="*/ 74 h 118"/>
                  <a:gd name="T62" fmla="*/ 4 w 64"/>
                  <a:gd name="T63" fmla="*/ 84 h 118"/>
                  <a:gd name="T64" fmla="*/ 2 w 64"/>
                  <a:gd name="T65" fmla="*/ 104 h 118"/>
                  <a:gd name="T66" fmla="*/ 4 w 64"/>
                  <a:gd name="T67" fmla="*/ 106 h 118"/>
                  <a:gd name="T68" fmla="*/ 4 w 64"/>
                  <a:gd name="T69" fmla="*/ 110 h 118"/>
                  <a:gd name="T70" fmla="*/ 0 w 64"/>
                  <a:gd name="T71" fmla="*/ 118 h 118"/>
                  <a:gd name="T72" fmla="*/ 10 w 64"/>
                  <a:gd name="T73" fmla="*/ 118 h 118"/>
                  <a:gd name="T74" fmla="*/ 14 w 64"/>
                  <a:gd name="T75" fmla="*/ 116 h 118"/>
                  <a:gd name="T76" fmla="*/ 18 w 64"/>
                  <a:gd name="T77" fmla="*/ 112 h 118"/>
                  <a:gd name="T78" fmla="*/ 28 w 64"/>
                  <a:gd name="T79" fmla="*/ 112 h 118"/>
                  <a:gd name="T80" fmla="*/ 36 w 64"/>
                  <a:gd name="T81" fmla="*/ 106 h 118"/>
                  <a:gd name="T82" fmla="*/ 46 w 64"/>
                  <a:gd name="T83" fmla="*/ 106 h 118"/>
                  <a:gd name="T84" fmla="*/ 52 w 64"/>
                  <a:gd name="T85" fmla="*/ 104 h 118"/>
                  <a:gd name="T86" fmla="*/ 58 w 64"/>
                  <a:gd name="T87" fmla="*/ 104 h 118"/>
                  <a:gd name="T88" fmla="*/ 58 w 64"/>
                  <a:gd name="T89" fmla="*/ 98 h 118"/>
                  <a:gd name="T90" fmla="*/ 54 w 64"/>
                  <a:gd name="T91" fmla="*/ 94 h 118"/>
                  <a:gd name="T92" fmla="*/ 58 w 64"/>
                  <a:gd name="T93" fmla="*/ 94 h 118"/>
                  <a:gd name="T94" fmla="*/ 60 w 64"/>
                  <a:gd name="T95" fmla="*/ 100 h 118"/>
                  <a:gd name="T96" fmla="*/ 64 w 64"/>
                  <a:gd name="T97" fmla="*/ 10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118">
                    <a:moveTo>
                      <a:pt x="64" y="100"/>
                    </a:moveTo>
                    <a:lnTo>
                      <a:pt x="64" y="100"/>
                    </a:lnTo>
                    <a:lnTo>
                      <a:pt x="56" y="84"/>
                    </a:lnTo>
                    <a:lnTo>
                      <a:pt x="56" y="84"/>
                    </a:lnTo>
                    <a:lnTo>
                      <a:pt x="56" y="84"/>
                    </a:lnTo>
                    <a:lnTo>
                      <a:pt x="56" y="82"/>
                    </a:lnTo>
                    <a:lnTo>
                      <a:pt x="56" y="82"/>
                    </a:lnTo>
                    <a:lnTo>
                      <a:pt x="56" y="80"/>
                    </a:lnTo>
                    <a:lnTo>
                      <a:pt x="56" y="80"/>
                    </a:lnTo>
                    <a:lnTo>
                      <a:pt x="54" y="78"/>
                    </a:lnTo>
                    <a:lnTo>
                      <a:pt x="56" y="74"/>
                    </a:lnTo>
                    <a:lnTo>
                      <a:pt x="56" y="74"/>
                    </a:lnTo>
                    <a:lnTo>
                      <a:pt x="58" y="60"/>
                    </a:lnTo>
                    <a:lnTo>
                      <a:pt x="58" y="60"/>
                    </a:lnTo>
                    <a:lnTo>
                      <a:pt x="56" y="56"/>
                    </a:lnTo>
                    <a:lnTo>
                      <a:pt x="52" y="52"/>
                    </a:lnTo>
                    <a:lnTo>
                      <a:pt x="52" y="52"/>
                    </a:lnTo>
                    <a:lnTo>
                      <a:pt x="52" y="48"/>
                    </a:lnTo>
                    <a:lnTo>
                      <a:pt x="52" y="46"/>
                    </a:lnTo>
                    <a:lnTo>
                      <a:pt x="54" y="40"/>
                    </a:lnTo>
                    <a:lnTo>
                      <a:pt x="54" y="40"/>
                    </a:lnTo>
                    <a:lnTo>
                      <a:pt x="54" y="38"/>
                    </a:lnTo>
                    <a:lnTo>
                      <a:pt x="52" y="38"/>
                    </a:lnTo>
                    <a:lnTo>
                      <a:pt x="52" y="36"/>
                    </a:lnTo>
                    <a:lnTo>
                      <a:pt x="52" y="34"/>
                    </a:lnTo>
                    <a:lnTo>
                      <a:pt x="52" y="34"/>
                    </a:lnTo>
                    <a:lnTo>
                      <a:pt x="54" y="28"/>
                    </a:lnTo>
                    <a:lnTo>
                      <a:pt x="52" y="22"/>
                    </a:lnTo>
                    <a:lnTo>
                      <a:pt x="52" y="22"/>
                    </a:lnTo>
                    <a:lnTo>
                      <a:pt x="52" y="16"/>
                    </a:lnTo>
                    <a:lnTo>
                      <a:pt x="48" y="14"/>
                    </a:lnTo>
                    <a:lnTo>
                      <a:pt x="48" y="14"/>
                    </a:lnTo>
                    <a:lnTo>
                      <a:pt x="48" y="12"/>
                    </a:lnTo>
                    <a:lnTo>
                      <a:pt x="48" y="6"/>
                    </a:lnTo>
                    <a:lnTo>
                      <a:pt x="48" y="0"/>
                    </a:lnTo>
                    <a:lnTo>
                      <a:pt x="38" y="0"/>
                    </a:lnTo>
                    <a:lnTo>
                      <a:pt x="38" y="2"/>
                    </a:lnTo>
                    <a:lnTo>
                      <a:pt x="38" y="2"/>
                    </a:lnTo>
                    <a:lnTo>
                      <a:pt x="28" y="2"/>
                    </a:lnTo>
                    <a:lnTo>
                      <a:pt x="18" y="2"/>
                    </a:lnTo>
                    <a:lnTo>
                      <a:pt x="18" y="2"/>
                    </a:lnTo>
                    <a:lnTo>
                      <a:pt x="14" y="4"/>
                    </a:lnTo>
                    <a:lnTo>
                      <a:pt x="14" y="8"/>
                    </a:lnTo>
                    <a:lnTo>
                      <a:pt x="14" y="8"/>
                    </a:lnTo>
                    <a:lnTo>
                      <a:pt x="14" y="14"/>
                    </a:lnTo>
                    <a:lnTo>
                      <a:pt x="16" y="18"/>
                    </a:lnTo>
                    <a:lnTo>
                      <a:pt x="16" y="18"/>
                    </a:lnTo>
                    <a:lnTo>
                      <a:pt x="14" y="26"/>
                    </a:lnTo>
                    <a:lnTo>
                      <a:pt x="14" y="26"/>
                    </a:lnTo>
                    <a:lnTo>
                      <a:pt x="14" y="30"/>
                    </a:lnTo>
                    <a:lnTo>
                      <a:pt x="14" y="36"/>
                    </a:lnTo>
                    <a:lnTo>
                      <a:pt x="14" y="36"/>
                    </a:lnTo>
                    <a:lnTo>
                      <a:pt x="14" y="38"/>
                    </a:lnTo>
                    <a:lnTo>
                      <a:pt x="16" y="38"/>
                    </a:lnTo>
                    <a:lnTo>
                      <a:pt x="18" y="44"/>
                    </a:lnTo>
                    <a:lnTo>
                      <a:pt x="18" y="44"/>
                    </a:lnTo>
                    <a:lnTo>
                      <a:pt x="16" y="56"/>
                    </a:lnTo>
                    <a:lnTo>
                      <a:pt x="16" y="56"/>
                    </a:lnTo>
                    <a:lnTo>
                      <a:pt x="14" y="58"/>
                    </a:lnTo>
                    <a:lnTo>
                      <a:pt x="12" y="64"/>
                    </a:lnTo>
                    <a:lnTo>
                      <a:pt x="12" y="64"/>
                    </a:lnTo>
                    <a:lnTo>
                      <a:pt x="8" y="74"/>
                    </a:lnTo>
                    <a:lnTo>
                      <a:pt x="8" y="74"/>
                    </a:lnTo>
                    <a:lnTo>
                      <a:pt x="4" y="84"/>
                    </a:lnTo>
                    <a:lnTo>
                      <a:pt x="2" y="94"/>
                    </a:lnTo>
                    <a:lnTo>
                      <a:pt x="2" y="104"/>
                    </a:lnTo>
                    <a:lnTo>
                      <a:pt x="2" y="104"/>
                    </a:lnTo>
                    <a:lnTo>
                      <a:pt x="4" y="106"/>
                    </a:lnTo>
                    <a:lnTo>
                      <a:pt x="4" y="110"/>
                    </a:lnTo>
                    <a:lnTo>
                      <a:pt x="4" y="110"/>
                    </a:lnTo>
                    <a:lnTo>
                      <a:pt x="0" y="118"/>
                    </a:lnTo>
                    <a:lnTo>
                      <a:pt x="0" y="118"/>
                    </a:lnTo>
                    <a:lnTo>
                      <a:pt x="4" y="118"/>
                    </a:lnTo>
                    <a:lnTo>
                      <a:pt x="10" y="118"/>
                    </a:lnTo>
                    <a:lnTo>
                      <a:pt x="10" y="118"/>
                    </a:lnTo>
                    <a:lnTo>
                      <a:pt x="14" y="116"/>
                    </a:lnTo>
                    <a:lnTo>
                      <a:pt x="18" y="112"/>
                    </a:lnTo>
                    <a:lnTo>
                      <a:pt x="18" y="112"/>
                    </a:lnTo>
                    <a:lnTo>
                      <a:pt x="28" y="112"/>
                    </a:lnTo>
                    <a:lnTo>
                      <a:pt x="28" y="112"/>
                    </a:lnTo>
                    <a:lnTo>
                      <a:pt x="32" y="108"/>
                    </a:lnTo>
                    <a:lnTo>
                      <a:pt x="36" y="106"/>
                    </a:lnTo>
                    <a:lnTo>
                      <a:pt x="36" y="106"/>
                    </a:lnTo>
                    <a:lnTo>
                      <a:pt x="46" y="106"/>
                    </a:lnTo>
                    <a:lnTo>
                      <a:pt x="46" y="106"/>
                    </a:lnTo>
                    <a:lnTo>
                      <a:pt x="52" y="104"/>
                    </a:lnTo>
                    <a:lnTo>
                      <a:pt x="52" y="104"/>
                    </a:lnTo>
                    <a:lnTo>
                      <a:pt x="58" y="104"/>
                    </a:lnTo>
                    <a:lnTo>
                      <a:pt x="58" y="104"/>
                    </a:lnTo>
                    <a:lnTo>
                      <a:pt x="58" y="98"/>
                    </a:lnTo>
                    <a:lnTo>
                      <a:pt x="58" y="98"/>
                    </a:lnTo>
                    <a:lnTo>
                      <a:pt x="54" y="94"/>
                    </a:lnTo>
                    <a:lnTo>
                      <a:pt x="54" y="94"/>
                    </a:lnTo>
                    <a:lnTo>
                      <a:pt x="58" y="94"/>
                    </a:lnTo>
                    <a:lnTo>
                      <a:pt x="58" y="94"/>
                    </a:lnTo>
                    <a:lnTo>
                      <a:pt x="60" y="100"/>
                    </a:lnTo>
                    <a:lnTo>
                      <a:pt x="60" y="100"/>
                    </a:lnTo>
                    <a:lnTo>
                      <a:pt x="64" y="100"/>
                    </a:lnTo>
                    <a:lnTo>
                      <a:pt x="64"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5" name="Freeform 185">
                <a:extLst>
                  <a:ext uri="{FF2B5EF4-FFF2-40B4-BE49-F238E27FC236}">
                    <a16:creationId xmlns:a16="http://schemas.microsoft.com/office/drawing/2014/main" id="{AB9EE16D-8C80-2E44-A866-498C33670AB8}"/>
                  </a:ext>
                </a:extLst>
              </p:cNvPr>
              <p:cNvSpPr>
                <a:spLocks/>
              </p:cNvSpPr>
              <p:nvPr/>
            </p:nvSpPr>
            <p:spPr bwMode="auto">
              <a:xfrm>
                <a:off x="5459127" y="3919089"/>
                <a:ext cx="86104" cy="28033"/>
              </a:xfrm>
              <a:custGeom>
                <a:avLst/>
                <a:gdLst>
                  <a:gd name="T0" fmla="*/ 0 w 44"/>
                  <a:gd name="T1" fmla="*/ 14 h 14"/>
                  <a:gd name="T2" fmla="*/ 12 w 44"/>
                  <a:gd name="T3" fmla="*/ 12 h 14"/>
                  <a:gd name="T4" fmla="*/ 12 w 44"/>
                  <a:gd name="T5" fmla="*/ 12 h 14"/>
                  <a:gd name="T6" fmla="*/ 12 w 44"/>
                  <a:gd name="T7" fmla="*/ 10 h 14"/>
                  <a:gd name="T8" fmla="*/ 14 w 44"/>
                  <a:gd name="T9" fmla="*/ 10 h 14"/>
                  <a:gd name="T10" fmla="*/ 16 w 44"/>
                  <a:gd name="T11" fmla="*/ 10 h 14"/>
                  <a:gd name="T12" fmla="*/ 16 w 44"/>
                  <a:gd name="T13" fmla="*/ 10 h 14"/>
                  <a:gd name="T14" fmla="*/ 38 w 44"/>
                  <a:gd name="T15" fmla="*/ 8 h 14"/>
                  <a:gd name="T16" fmla="*/ 38 w 44"/>
                  <a:gd name="T17" fmla="*/ 8 h 14"/>
                  <a:gd name="T18" fmla="*/ 42 w 44"/>
                  <a:gd name="T19" fmla="*/ 8 h 14"/>
                  <a:gd name="T20" fmla="*/ 44 w 44"/>
                  <a:gd name="T21" fmla="*/ 2 h 14"/>
                  <a:gd name="T22" fmla="*/ 44 w 44"/>
                  <a:gd name="T23" fmla="*/ 2 h 14"/>
                  <a:gd name="T24" fmla="*/ 42 w 44"/>
                  <a:gd name="T25" fmla="*/ 0 h 14"/>
                  <a:gd name="T26" fmla="*/ 42 w 44"/>
                  <a:gd name="T27" fmla="*/ 0 h 14"/>
                  <a:gd name="T28" fmla="*/ 38 w 44"/>
                  <a:gd name="T29" fmla="*/ 0 h 14"/>
                  <a:gd name="T30" fmla="*/ 38 w 44"/>
                  <a:gd name="T31" fmla="*/ 0 h 14"/>
                  <a:gd name="T32" fmla="*/ 28 w 44"/>
                  <a:gd name="T33" fmla="*/ 0 h 14"/>
                  <a:gd name="T34" fmla="*/ 28 w 44"/>
                  <a:gd name="T35" fmla="*/ 0 h 14"/>
                  <a:gd name="T36" fmla="*/ 22 w 44"/>
                  <a:gd name="T37" fmla="*/ 2 h 14"/>
                  <a:gd name="T38" fmla="*/ 20 w 44"/>
                  <a:gd name="T39" fmla="*/ 2 h 14"/>
                  <a:gd name="T40" fmla="*/ 16 w 44"/>
                  <a:gd name="T41" fmla="*/ 0 h 14"/>
                  <a:gd name="T42" fmla="*/ 16 w 44"/>
                  <a:gd name="T43" fmla="*/ 0 h 14"/>
                  <a:gd name="T44" fmla="*/ 14 w 44"/>
                  <a:gd name="T45" fmla="*/ 0 h 14"/>
                  <a:gd name="T46" fmla="*/ 12 w 44"/>
                  <a:gd name="T47" fmla="*/ 2 h 14"/>
                  <a:gd name="T48" fmla="*/ 12 w 44"/>
                  <a:gd name="T49" fmla="*/ 2 h 14"/>
                  <a:gd name="T50" fmla="*/ 8 w 44"/>
                  <a:gd name="T51" fmla="*/ 2 h 14"/>
                  <a:gd name="T52" fmla="*/ 6 w 44"/>
                  <a:gd name="T53" fmla="*/ 2 h 14"/>
                  <a:gd name="T54" fmla="*/ 6 w 44"/>
                  <a:gd name="T55" fmla="*/ 2 h 14"/>
                  <a:gd name="T56" fmla="*/ 2 w 44"/>
                  <a:gd name="T57" fmla="*/ 2 h 14"/>
                  <a:gd name="T58" fmla="*/ 0 w 44"/>
                  <a:gd name="T59" fmla="*/ 4 h 14"/>
                  <a:gd name="T60" fmla="*/ 0 w 44"/>
                  <a:gd name="T61" fmla="*/ 6 h 14"/>
                  <a:gd name="T62" fmla="*/ 0 w 44"/>
                  <a:gd name="T63" fmla="*/ 6 h 14"/>
                  <a:gd name="T64" fmla="*/ 2 w 44"/>
                  <a:gd name="T65" fmla="*/ 8 h 14"/>
                  <a:gd name="T66" fmla="*/ 2 w 44"/>
                  <a:gd name="T67" fmla="*/ 8 h 14"/>
                  <a:gd name="T68" fmla="*/ 0 w 44"/>
                  <a:gd name="T69" fmla="*/ 10 h 14"/>
                  <a:gd name="T70" fmla="*/ 0 w 44"/>
                  <a:gd name="T71" fmla="*/ 10 h 14"/>
                  <a:gd name="T72" fmla="*/ 0 w 44"/>
                  <a:gd name="T73" fmla="*/ 10 h 14"/>
                  <a:gd name="T74" fmla="*/ 0 w 44"/>
                  <a:gd name="T75" fmla="*/ 14 h 14"/>
                  <a:gd name="T76" fmla="*/ 0 w 44"/>
                  <a:gd name="T7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14">
                    <a:moveTo>
                      <a:pt x="0" y="14"/>
                    </a:moveTo>
                    <a:lnTo>
                      <a:pt x="12" y="12"/>
                    </a:lnTo>
                    <a:lnTo>
                      <a:pt x="12" y="12"/>
                    </a:lnTo>
                    <a:lnTo>
                      <a:pt x="12" y="10"/>
                    </a:lnTo>
                    <a:lnTo>
                      <a:pt x="14" y="10"/>
                    </a:lnTo>
                    <a:lnTo>
                      <a:pt x="16" y="10"/>
                    </a:lnTo>
                    <a:lnTo>
                      <a:pt x="16" y="10"/>
                    </a:lnTo>
                    <a:lnTo>
                      <a:pt x="38" y="8"/>
                    </a:lnTo>
                    <a:lnTo>
                      <a:pt x="38" y="8"/>
                    </a:lnTo>
                    <a:lnTo>
                      <a:pt x="42" y="8"/>
                    </a:lnTo>
                    <a:lnTo>
                      <a:pt x="44" y="2"/>
                    </a:lnTo>
                    <a:lnTo>
                      <a:pt x="44" y="2"/>
                    </a:lnTo>
                    <a:lnTo>
                      <a:pt x="42" y="0"/>
                    </a:lnTo>
                    <a:lnTo>
                      <a:pt x="42" y="0"/>
                    </a:lnTo>
                    <a:lnTo>
                      <a:pt x="38" y="0"/>
                    </a:lnTo>
                    <a:lnTo>
                      <a:pt x="38" y="0"/>
                    </a:lnTo>
                    <a:lnTo>
                      <a:pt x="28" y="0"/>
                    </a:lnTo>
                    <a:lnTo>
                      <a:pt x="28" y="0"/>
                    </a:lnTo>
                    <a:lnTo>
                      <a:pt x="22" y="2"/>
                    </a:lnTo>
                    <a:lnTo>
                      <a:pt x="20" y="2"/>
                    </a:lnTo>
                    <a:lnTo>
                      <a:pt x="16" y="0"/>
                    </a:lnTo>
                    <a:lnTo>
                      <a:pt x="16" y="0"/>
                    </a:lnTo>
                    <a:lnTo>
                      <a:pt x="14" y="0"/>
                    </a:lnTo>
                    <a:lnTo>
                      <a:pt x="12" y="2"/>
                    </a:lnTo>
                    <a:lnTo>
                      <a:pt x="12" y="2"/>
                    </a:lnTo>
                    <a:lnTo>
                      <a:pt x="8" y="2"/>
                    </a:lnTo>
                    <a:lnTo>
                      <a:pt x="6" y="2"/>
                    </a:lnTo>
                    <a:lnTo>
                      <a:pt x="6" y="2"/>
                    </a:lnTo>
                    <a:lnTo>
                      <a:pt x="2" y="2"/>
                    </a:lnTo>
                    <a:lnTo>
                      <a:pt x="0" y="4"/>
                    </a:lnTo>
                    <a:lnTo>
                      <a:pt x="0" y="6"/>
                    </a:lnTo>
                    <a:lnTo>
                      <a:pt x="0" y="6"/>
                    </a:lnTo>
                    <a:lnTo>
                      <a:pt x="2" y="8"/>
                    </a:lnTo>
                    <a:lnTo>
                      <a:pt x="2" y="8"/>
                    </a:lnTo>
                    <a:lnTo>
                      <a:pt x="0" y="10"/>
                    </a:lnTo>
                    <a:lnTo>
                      <a:pt x="0" y="10"/>
                    </a:lnTo>
                    <a:lnTo>
                      <a:pt x="0" y="10"/>
                    </a:lnTo>
                    <a:lnTo>
                      <a:pt x="0" y="14"/>
                    </a:lnTo>
                    <a:lnTo>
                      <a:pt x="0"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6" name="Freeform 186">
                <a:extLst>
                  <a:ext uri="{FF2B5EF4-FFF2-40B4-BE49-F238E27FC236}">
                    <a16:creationId xmlns:a16="http://schemas.microsoft.com/office/drawing/2014/main" id="{EA8AAC5C-1875-7F48-958E-53606C9D7F89}"/>
                  </a:ext>
                </a:extLst>
              </p:cNvPr>
              <p:cNvSpPr>
                <a:spLocks/>
              </p:cNvSpPr>
              <p:nvPr/>
            </p:nvSpPr>
            <p:spPr bwMode="auto">
              <a:xfrm>
                <a:off x="6128387" y="4291526"/>
                <a:ext cx="158509" cy="216255"/>
              </a:xfrm>
              <a:custGeom>
                <a:avLst/>
                <a:gdLst>
                  <a:gd name="T0" fmla="*/ 31 w 81"/>
                  <a:gd name="T1" fmla="*/ 104 h 108"/>
                  <a:gd name="T2" fmla="*/ 35 w 81"/>
                  <a:gd name="T3" fmla="*/ 98 h 108"/>
                  <a:gd name="T4" fmla="*/ 43 w 81"/>
                  <a:gd name="T5" fmla="*/ 102 h 108"/>
                  <a:gd name="T6" fmla="*/ 45 w 81"/>
                  <a:gd name="T7" fmla="*/ 96 h 108"/>
                  <a:gd name="T8" fmla="*/ 43 w 81"/>
                  <a:gd name="T9" fmla="*/ 88 h 108"/>
                  <a:gd name="T10" fmla="*/ 45 w 81"/>
                  <a:gd name="T11" fmla="*/ 84 h 108"/>
                  <a:gd name="T12" fmla="*/ 43 w 81"/>
                  <a:gd name="T13" fmla="*/ 78 h 108"/>
                  <a:gd name="T14" fmla="*/ 51 w 81"/>
                  <a:gd name="T15" fmla="*/ 78 h 108"/>
                  <a:gd name="T16" fmla="*/ 51 w 81"/>
                  <a:gd name="T17" fmla="*/ 74 h 108"/>
                  <a:gd name="T18" fmla="*/ 57 w 81"/>
                  <a:gd name="T19" fmla="*/ 76 h 108"/>
                  <a:gd name="T20" fmla="*/ 61 w 81"/>
                  <a:gd name="T21" fmla="*/ 76 h 108"/>
                  <a:gd name="T22" fmla="*/ 69 w 81"/>
                  <a:gd name="T23" fmla="*/ 76 h 108"/>
                  <a:gd name="T24" fmla="*/ 73 w 81"/>
                  <a:gd name="T25" fmla="*/ 82 h 108"/>
                  <a:gd name="T26" fmla="*/ 77 w 81"/>
                  <a:gd name="T27" fmla="*/ 76 h 108"/>
                  <a:gd name="T28" fmla="*/ 73 w 81"/>
                  <a:gd name="T29" fmla="*/ 68 h 108"/>
                  <a:gd name="T30" fmla="*/ 73 w 81"/>
                  <a:gd name="T31" fmla="*/ 66 h 108"/>
                  <a:gd name="T32" fmla="*/ 75 w 81"/>
                  <a:gd name="T33" fmla="*/ 60 h 108"/>
                  <a:gd name="T34" fmla="*/ 73 w 81"/>
                  <a:gd name="T35" fmla="*/ 54 h 108"/>
                  <a:gd name="T36" fmla="*/ 73 w 81"/>
                  <a:gd name="T37" fmla="*/ 46 h 108"/>
                  <a:gd name="T38" fmla="*/ 67 w 81"/>
                  <a:gd name="T39" fmla="*/ 40 h 108"/>
                  <a:gd name="T40" fmla="*/ 69 w 81"/>
                  <a:gd name="T41" fmla="*/ 38 h 108"/>
                  <a:gd name="T42" fmla="*/ 67 w 81"/>
                  <a:gd name="T43" fmla="*/ 32 h 108"/>
                  <a:gd name="T44" fmla="*/ 73 w 81"/>
                  <a:gd name="T45" fmla="*/ 26 h 108"/>
                  <a:gd name="T46" fmla="*/ 81 w 81"/>
                  <a:gd name="T47" fmla="*/ 16 h 108"/>
                  <a:gd name="T48" fmla="*/ 73 w 81"/>
                  <a:gd name="T49" fmla="*/ 14 h 108"/>
                  <a:gd name="T50" fmla="*/ 65 w 81"/>
                  <a:gd name="T51" fmla="*/ 16 h 108"/>
                  <a:gd name="T52" fmla="*/ 63 w 81"/>
                  <a:gd name="T53" fmla="*/ 10 h 108"/>
                  <a:gd name="T54" fmla="*/ 63 w 81"/>
                  <a:gd name="T55" fmla="*/ 0 h 108"/>
                  <a:gd name="T56" fmla="*/ 53 w 81"/>
                  <a:gd name="T57" fmla="*/ 0 h 108"/>
                  <a:gd name="T58" fmla="*/ 45 w 81"/>
                  <a:gd name="T59" fmla="*/ 0 h 108"/>
                  <a:gd name="T60" fmla="*/ 39 w 81"/>
                  <a:gd name="T61" fmla="*/ 2 h 108"/>
                  <a:gd name="T62" fmla="*/ 10 w 81"/>
                  <a:gd name="T63" fmla="*/ 20 h 108"/>
                  <a:gd name="T64" fmla="*/ 8 w 81"/>
                  <a:gd name="T65" fmla="*/ 24 h 108"/>
                  <a:gd name="T66" fmla="*/ 8 w 81"/>
                  <a:gd name="T67" fmla="*/ 28 h 108"/>
                  <a:gd name="T68" fmla="*/ 12 w 81"/>
                  <a:gd name="T69" fmla="*/ 38 h 108"/>
                  <a:gd name="T70" fmla="*/ 6 w 81"/>
                  <a:gd name="T71" fmla="*/ 38 h 108"/>
                  <a:gd name="T72" fmla="*/ 8 w 81"/>
                  <a:gd name="T73" fmla="*/ 42 h 108"/>
                  <a:gd name="T74" fmla="*/ 6 w 81"/>
                  <a:gd name="T75" fmla="*/ 44 h 108"/>
                  <a:gd name="T76" fmla="*/ 8 w 81"/>
                  <a:gd name="T77" fmla="*/ 46 h 108"/>
                  <a:gd name="T78" fmla="*/ 4 w 81"/>
                  <a:gd name="T79" fmla="*/ 60 h 108"/>
                  <a:gd name="T80" fmla="*/ 0 w 81"/>
                  <a:gd name="T81" fmla="*/ 64 h 108"/>
                  <a:gd name="T82" fmla="*/ 4 w 81"/>
                  <a:gd name="T83" fmla="*/ 66 h 108"/>
                  <a:gd name="T84" fmla="*/ 4 w 81"/>
                  <a:gd name="T85" fmla="*/ 70 h 108"/>
                  <a:gd name="T86" fmla="*/ 8 w 81"/>
                  <a:gd name="T87" fmla="*/ 74 h 108"/>
                  <a:gd name="T88" fmla="*/ 10 w 81"/>
                  <a:gd name="T89" fmla="*/ 76 h 108"/>
                  <a:gd name="T90" fmla="*/ 6 w 81"/>
                  <a:gd name="T91" fmla="*/ 76 h 108"/>
                  <a:gd name="T92" fmla="*/ 26 w 81"/>
                  <a:gd name="T93" fmla="*/ 98 h 108"/>
                  <a:gd name="T94" fmla="*/ 26 w 81"/>
                  <a:gd name="T95" fmla="*/ 104 h 108"/>
                  <a:gd name="T96" fmla="*/ 31 w 81"/>
                  <a:gd name="T9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 h="108">
                    <a:moveTo>
                      <a:pt x="31" y="108"/>
                    </a:moveTo>
                    <a:lnTo>
                      <a:pt x="31" y="108"/>
                    </a:lnTo>
                    <a:lnTo>
                      <a:pt x="31" y="104"/>
                    </a:lnTo>
                    <a:lnTo>
                      <a:pt x="33" y="100"/>
                    </a:lnTo>
                    <a:lnTo>
                      <a:pt x="35" y="98"/>
                    </a:lnTo>
                    <a:lnTo>
                      <a:pt x="35" y="98"/>
                    </a:lnTo>
                    <a:lnTo>
                      <a:pt x="39" y="100"/>
                    </a:lnTo>
                    <a:lnTo>
                      <a:pt x="43" y="102"/>
                    </a:lnTo>
                    <a:lnTo>
                      <a:pt x="43" y="102"/>
                    </a:lnTo>
                    <a:lnTo>
                      <a:pt x="45" y="102"/>
                    </a:lnTo>
                    <a:lnTo>
                      <a:pt x="47" y="100"/>
                    </a:lnTo>
                    <a:lnTo>
                      <a:pt x="45" y="96"/>
                    </a:lnTo>
                    <a:lnTo>
                      <a:pt x="45" y="96"/>
                    </a:lnTo>
                    <a:lnTo>
                      <a:pt x="43" y="90"/>
                    </a:lnTo>
                    <a:lnTo>
                      <a:pt x="43" y="88"/>
                    </a:lnTo>
                    <a:lnTo>
                      <a:pt x="43" y="86"/>
                    </a:lnTo>
                    <a:lnTo>
                      <a:pt x="43" y="86"/>
                    </a:lnTo>
                    <a:lnTo>
                      <a:pt x="45" y="84"/>
                    </a:lnTo>
                    <a:lnTo>
                      <a:pt x="43" y="82"/>
                    </a:lnTo>
                    <a:lnTo>
                      <a:pt x="43" y="82"/>
                    </a:lnTo>
                    <a:lnTo>
                      <a:pt x="43" y="78"/>
                    </a:lnTo>
                    <a:lnTo>
                      <a:pt x="45" y="78"/>
                    </a:lnTo>
                    <a:lnTo>
                      <a:pt x="51" y="78"/>
                    </a:lnTo>
                    <a:lnTo>
                      <a:pt x="51" y="78"/>
                    </a:lnTo>
                    <a:lnTo>
                      <a:pt x="53" y="78"/>
                    </a:lnTo>
                    <a:lnTo>
                      <a:pt x="51" y="74"/>
                    </a:lnTo>
                    <a:lnTo>
                      <a:pt x="51" y="74"/>
                    </a:lnTo>
                    <a:lnTo>
                      <a:pt x="53" y="74"/>
                    </a:lnTo>
                    <a:lnTo>
                      <a:pt x="53" y="74"/>
                    </a:lnTo>
                    <a:lnTo>
                      <a:pt x="57" y="76"/>
                    </a:lnTo>
                    <a:lnTo>
                      <a:pt x="57" y="78"/>
                    </a:lnTo>
                    <a:lnTo>
                      <a:pt x="57" y="78"/>
                    </a:lnTo>
                    <a:lnTo>
                      <a:pt x="61" y="76"/>
                    </a:lnTo>
                    <a:lnTo>
                      <a:pt x="67" y="76"/>
                    </a:lnTo>
                    <a:lnTo>
                      <a:pt x="67" y="76"/>
                    </a:lnTo>
                    <a:lnTo>
                      <a:pt x="69" y="76"/>
                    </a:lnTo>
                    <a:lnTo>
                      <a:pt x="69" y="78"/>
                    </a:lnTo>
                    <a:lnTo>
                      <a:pt x="73" y="82"/>
                    </a:lnTo>
                    <a:lnTo>
                      <a:pt x="73" y="82"/>
                    </a:lnTo>
                    <a:lnTo>
                      <a:pt x="75" y="84"/>
                    </a:lnTo>
                    <a:lnTo>
                      <a:pt x="75" y="82"/>
                    </a:lnTo>
                    <a:lnTo>
                      <a:pt x="77" y="76"/>
                    </a:lnTo>
                    <a:lnTo>
                      <a:pt x="77" y="76"/>
                    </a:lnTo>
                    <a:lnTo>
                      <a:pt x="77" y="70"/>
                    </a:lnTo>
                    <a:lnTo>
                      <a:pt x="73" y="68"/>
                    </a:lnTo>
                    <a:lnTo>
                      <a:pt x="73" y="68"/>
                    </a:lnTo>
                    <a:lnTo>
                      <a:pt x="73" y="66"/>
                    </a:lnTo>
                    <a:lnTo>
                      <a:pt x="73" y="66"/>
                    </a:lnTo>
                    <a:lnTo>
                      <a:pt x="75" y="64"/>
                    </a:lnTo>
                    <a:lnTo>
                      <a:pt x="75" y="60"/>
                    </a:lnTo>
                    <a:lnTo>
                      <a:pt x="75" y="60"/>
                    </a:lnTo>
                    <a:lnTo>
                      <a:pt x="73" y="58"/>
                    </a:lnTo>
                    <a:lnTo>
                      <a:pt x="73" y="54"/>
                    </a:lnTo>
                    <a:lnTo>
                      <a:pt x="73" y="54"/>
                    </a:lnTo>
                    <a:lnTo>
                      <a:pt x="73" y="50"/>
                    </a:lnTo>
                    <a:lnTo>
                      <a:pt x="73" y="46"/>
                    </a:lnTo>
                    <a:lnTo>
                      <a:pt x="73" y="46"/>
                    </a:lnTo>
                    <a:lnTo>
                      <a:pt x="71" y="42"/>
                    </a:lnTo>
                    <a:lnTo>
                      <a:pt x="67" y="40"/>
                    </a:lnTo>
                    <a:lnTo>
                      <a:pt x="67" y="40"/>
                    </a:lnTo>
                    <a:lnTo>
                      <a:pt x="67" y="40"/>
                    </a:lnTo>
                    <a:lnTo>
                      <a:pt x="67" y="38"/>
                    </a:lnTo>
                    <a:lnTo>
                      <a:pt x="69" y="38"/>
                    </a:lnTo>
                    <a:lnTo>
                      <a:pt x="69" y="38"/>
                    </a:lnTo>
                    <a:lnTo>
                      <a:pt x="67" y="32"/>
                    </a:lnTo>
                    <a:lnTo>
                      <a:pt x="67" y="32"/>
                    </a:lnTo>
                    <a:lnTo>
                      <a:pt x="69" y="28"/>
                    </a:lnTo>
                    <a:lnTo>
                      <a:pt x="73" y="26"/>
                    </a:lnTo>
                    <a:lnTo>
                      <a:pt x="73" y="26"/>
                    </a:lnTo>
                    <a:lnTo>
                      <a:pt x="77" y="26"/>
                    </a:lnTo>
                    <a:lnTo>
                      <a:pt x="79" y="26"/>
                    </a:lnTo>
                    <a:lnTo>
                      <a:pt x="81" y="16"/>
                    </a:lnTo>
                    <a:lnTo>
                      <a:pt x="81" y="16"/>
                    </a:lnTo>
                    <a:lnTo>
                      <a:pt x="73" y="14"/>
                    </a:lnTo>
                    <a:lnTo>
                      <a:pt x="73" y="14"/>
                    </a:lnTo>
                    <a:lnTo>
                      <a:pt x="69" y="14"/>
                    </a:lnTo>
                    <a:lnTo>
                      <a:pt x="65" y="16"/>
                    </a:lnTo>
                    <a:lnTo>
                      <a:pt x="65" y="16"/>
                    </a:lnTo>
                    <a:lnTo>
                      <a:pt x="63" y="16"/>
                    </a:lnTo>
                    <a:lnTo>
                      <a:pt x="63" y="14"/>
                    </a:lnTo>
                    <a:lnTo>
                      <a:pt x="63" y="10"/>
                    </a:lnTo>
                    <a:lnTo>
                      <a:pt x="63" y="10"/>
                    </a:lnTo>
                    <a:lnTo>
                      <a:pt x="63" y="0"/>
                    </a:lnTo>
                    <a:lnTo>
                      <a:pt x="63" y="0"/>
                    </a:lnTo>
                    <a:lnTo>
                      <a:pt x="59" y="0"/>
                    </a:lnTo>
                    <a:lnTo>
                      <a:pt x="53" y="0"/>
                    </a:lnTo>
                    <a:lnTo>
                      <a:pt x="53" y="0"/>
                    </a:lnTo>
                    <a:lnTo>
                      <a:pt x="51" y="0"/>
                    </a:lnTo>
                    <a:lnTo>
                      <a:pt x="49" y="0"/>
                    </a:lnTo>
                    <a:lnTo>
                      <a:pt x="45" y="0"/>
                    </a:lnTo>
                    <a:lnTo>
                      <a:pt x="45" y="0"/>
                    </a:lnTo>
                    <a:lnTo>
                      <a:pt x="41" y="2"/>
                    </a:lnTo>
                    <a:lnTo>
                      <a:pt x="39" y="2"/>
                    </a:lnTo>
                    <a:lnTo>
                      <a:pt x="37" y="22"/>
                    </a:lnTo>
                    <a:lnTo>
                      <a:pt x="10" y="20"/>
                    </a:lnTo>
                    <a:lnTo>
                      <a:pt x="10" y="20"/>
                    </a:lnTo>
                    <a:lnTo>
                      <a:pt x="8" y="22"/>
                    </a:lnTo>
                    <a:lnTo>
                      <a:pt x="8" y="22"/>
                    </a:lnTo>
                    <a:lnTo>
                      <a:pt x="8" y="24"/>
                    </a:lnTo>
                    <a:lnTo>
                      <a:pt x="8" y="24"/>
                    </a:lnTo>
                    <a:lnTo>
                      <a:pt x="8" y="28"/>
                    </a:lnTo>
                    <a:lnTo>
                      <a:pt x="8" y="28"/>
                    </a:lnTo>
                    <a:lnTo>
                      <a:pt x="10" y="30"/>
                    </a:lnTo>
                    <a:lnTo>
                      <a:pt x="10" y="30"/>
                    </a:lnTo>
                    <a:lnTo>
                      <a:pt x="12" y="38"/>
                    </a:lnTo>
                    <a:lnTo>
                      <a:pt x="12" y="38"/>
                    </a:lnTo>
                    <a:lnTo>
                      <a:pt x="6" y="38"/>
                    </a:lnTo>
                    <a:lnTo>
                      <a:pt x="6" y="38"/>
                    </a:lnTo>
                    <a:lnTo>
                      <a:pt x="6" y="40"/>
                    </a:lnTo>
                    <a:lnTo>
                      <a:pt x="6" y="40"/>
                    </a:lnTo>
                    <a:lnTo>
                      <a:pt x="8" y="42"/>
                    </a:lnTo>
                    <a:lnTo>
                      <a:pt x="10" y="42"/>
                    </a:lnTo>
                    <a:lnTo>
                      <a:pt x="8" y="44"/>
                    </a:lnTo>
                    <a:lnTo>
                      <a:pt x="6" y="44"/>
                    </a:lnTo>
                    <a:lnTo>
                      <a:pt x="6" y="44"/>
                    </a:lnTo>
                    <a:lnTo>
                      <a:pt x="8" y="46"/>
                    </a:lnTo>
                    <a:lnTo>
                      <a:pt x="8" y="46"/>
                    </a:lnTo>
                    <a:lnTo>
                      <a:pt x="6" y="54"/>
                    </a:lnTo>
                    <a:lnTo>
                      <a:pt x="4" y="60"/>
                    </a:lnTo>
                    <a:lnTo>
                      <a:pt x="4" y="60"/>
                    </a:lnTo>
                    <a:lnTo>
                      <a:pt x="0" y="60"/>
                    </a:lnTo>
                    <a:lnTo>
                      <a:pt x="0" y="60"/>
                    </a:lnTo>
                    <a:lnTo>
                      <a:pt x="0" y="64"/>
                    </a:lnTo>
                    <a:lnTo>
                      <a:pt x="0" y="64"/>
                    </a:lnTo>
                    <a:lnTo>
                      <a:pt x="4" y="66"/>
                    </a:lnTo>
                    <a:lnTo>
                      <a:pt x="4" y="66"/>
                    </a:lnTo>
                    <a:lnTo>
                      <a:pt x="2" y="68"/>
                    </a:lnTo>
                    <a:lnTo>
                      <a:pt x="4" y="70"/>
                    </a:lnTo>
                    <a:lnTo>
                      <a:pt x="4" y="70"/>
                    </a:lnTo>
                    <a:lnTo>
                      <a:pt x="8" y="70"/>
                    </a:lnTo>
                    <a:lnTo>
                      <a:pt x="8" y="70"/>
                    </a:lnTo>
                    <a:lnTo>
                      <a:pt x="8" y="74"/>
                    </a:lnTo>
                    <a:lnTo>
                      <a:pt x="8" y="74"/>
                    </a:lnTo>
                    <a:lnTo>
                      <a:pt x="10" y="74"/>
                    </a:lnTo>
                    <a:lnTo>
                      <a:pt x="10" y="76"/>
                    </a:lnTo>
                    <a:lnTo>
                      <a:pt x="10" y="76"/>
                    </a:lnTo>
                    <a:lnTo>
                      <a:pt x="6" y="76"/>
                    </a:lnTo>
                    <a:lnTo>
                      <a:pt x="6" y="76"/>
                    </a:lnTo>
                    <a:lnTo>
                      <a:pt x="6" y="78"/>
                    </a:lnTo>
                    <a:lnTo>
                      <a:pt x="6" y="78"/>
                    </a:lnTo>
                    <a:lnTo>
                      <a:pt x="26" y="98"/>
                    </a:lnTo>
                    <a:lnTo>
                      <a:pt x="26" y="98"/>
                    </a:lnTo>
                    <a:lnTo>
                      <a:pt x="26" y="100"/>
                    </a:lnTo>
                    <a:lnTo>
                      <a:pt x="26" y="104"/>
                    </a:lnTo>
                    <a:lnTo>
                      <a:pt x="26" y="104"/>
                    </a:lnTo>
                    <a:lnTo>
                      <a:pt x="29" y="106"/>
                    </a:lnTo>
                    <a:lnTo>
                      <a:pt x="31" y="108"/>
                    </a:lnTo>
                    <a:lnTo>
                      <a:pt x="31" y="10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7" name="Freeform 193">
                <a:extLst>
                  <a:ext uri="{FF2B5EF4-FFF2-40B4-BE49-F238E27FC236}">
                    <a16:creationId xmlns:a16="http://schemas.microsoft.com/office/drawing/2014/main" id="{493A380F-5591-814A-A1FC-75B0DBAFB4C6}"/>
                  </a:ext>
                </a:extLst>
              </p:cNvPr>
              <p:cNvSpPr>
                <a:spLocks/>
              </p:cNvSpPr>
              <p:nvPr/>
            </p:nvSpPr>
            <p:spPr bwMode="auto">
              <a:xfrm>
                <a:off x="6870053" y="3999183"/>
                <a:ext cx="15656" cy="20024"/>
              </a:xfrm>
              <a:custGeom>
                <a:avLst/>
                <a:gdLst>
                  <a:gd name="T0" fmla="*/ 6 w 8"/>
                  <a:gd name="T1" fmla="*/ 0 h 10"/>
                  <a:gd name="T2" fmla="*/ 6 w 8"/>
                  <a:gd name="T3" fmla="*/ 0 h 10"/>
                  <a:gd name="T4" fmla="*/ 8 w 8"/>
                  <a:gd name="T5" fmla="*/ 2 h 10"/>
                  <a:gd name="T6" fmla="*/ 8 w 8"/>
                  <a:gd name="T7" fmla="*/ 2 h 10"/>
                  <a:gd name="T8" fmla="*/ 8 w 8"/>
                  <a:gd name="T9" fmla="*/ 6 h 10"/>
                  <a:gd name="T10" fmla="*/ 4 w 8"/>
                  <a:gd name="T11" fmla="*/ 10 h 10"/>
                  <a:gd name="T12" fmla="*/ 4 w 8"/>
                  <a:gd name="T13" fmla="*/ 10 h 10"/>
                  <a:gd name="T14" fmla="*/ 0 w 8"/>
                  <a:gd name="T15" fmla="*/ 6 h 10"/>
                  <a:gd name="T16" fmla="*/ 0 w 8"/>
                  <a:gd name="T17" fmla="*/ 2 h 10"/>
                  <a:gd name="T18" fmla="*/ 0 w 8"/>
                  <a:gd name="T19" fmla="*/ 0 h 10"/>
                  <a:gd name="T20" fmla="*/ 6 w 8"/>
                  <a:gd name="T21" fmla="*/ 0 h 10"/>
                  <a:gd name="T22" fmla="*/ 6 w 8"/>
                  <a:gd name="T2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10">
                    <a:moveTo>
                      <a:pt x="6" y="0"/>
                    </a:moveTo>
                    <a:lnTo>
                      <a:pt x="6" y="0"/>
                    </a:lnTo>
                    <a:lnTo>
                      <a:pt x="8" y="2"/>
                    </a:lnTo>
                    <a:lnTo>
                      <a:pt x="8" y="2"/>
                    </a:lnTo>
                    <a:lnTo>
                      <a:pt x="8" y="6"/>
                    </a:lnTo>
                    <a:lnTo>
                      <a:pt x="4" y="10"/>
                    </a:lnTo>
                    <a:lnTo>
                      <a:pt x="4" y="10"/>
                    </a:lnTo>
                    <a:lnTo>
                      <a:pt x="0" y="6"/>
                    </a:lnTo>
                    <a:lnTo>
                      <a:pt x="0" y="2"/>
                    </a:lnTo>
                    <a:lnTo>
                      <a:pt x="0" y="0"/>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8" name="Freeform 194">
                <a:extLst>
                  <a:ext uri="{FF2B5EF4-FFF2-40B4-BE49-F238E27FC236}">
                    <a16:creationId xmlns:a16="http://schemas.microsoft.com/office/drawing/2014/main" id="{C41DFCD9-6A18-2D4E-89E4-1F4B7B86CF56}"/>
                  </a:ext>
                </a:extLst>
              </p:cNvPr>
              <p:cNvSpPr>
                <a:spLocks/>
              </p:cNvSpPr>
              <p:nvPr/>
            </p:nvSpPr>
            <p:spPr bwMode="auto">
              <a:xfrm>
                <a:off x="6752639" y="3887051"/>
                <a:ext cx="407036" cy="356419"/>
              </a:xfrm>
              <a:custGeom>
                <a:avLst/>
                <a:gdLst>
                  <a:gd name="T0" fmla="*/ 134 w 208"/>
                  <a:gd name="T1" fmla="*/ 74 h 178"/>
                  <a:gd name="T2" fmla="*/ 142 w 208"/>
                  <a:gd name="T3" fmla="*/ 84 h 178"/>
                  <a:gd name="T4" fmla="*/ 148 w 208"/>
                  <a:gd name="T5" fmla="*/ 92 h 178"/>
                  <a:gd name="T6" fmla="*/ 190 w 208"/>
                  <a:gd name="T7" fmla="*/ 112 h 178"/>
                  <a:gd name="T8" fmla="*/ 156 w 208"/>
                  <a:gd name="T9" fmla="*/ 166 h 178"/>
                  <a:gd name="T10" fmla="*/ 134 w 208"/>
                  <a:gd name="T11" fmla="*/ 174 h 178"/>
                  <a:gd name="T12" fmla="*/ 124 w 208"/>
                  <a:gd name="T13" fmla="*/ 176 h 178"/>
                  <a:gd name="T14" fmla="*/ 116 w 208"/>
                  <a:gd name="T15" fmla="*/ 172 h 178"/>
                  <a:gd name="T16" fmla="*/ 112 w 208"/>
                  <a:gd name="T17" fmla="*/ 172 h 178"/>
                  <a:gd name="T18" fmla="*/ 106 w 208"/>
                  <a:gd name="T19" fmla="*/ 174 h 178"/>
                  <a:gd name="T20" fmla="*/ 102 w 208"/>
                  <a:gd name="T21" fmla="*/ 178 h 178"/>
                  <a:gd name="T22" fmla="*/ 94 w 208"/>
                  <a:gd name="T23" fmla="*/ 178 h 178"/>
                  <a:gd name="T24" fmla="*/ 86 w 208"/>
                  <a:gd name="T25" fmla="*/ 178 h 178"/>
                  <a:gd name="T26" fmla="*/ 76 w 208"/>
                  <a:gd name="T27" fmla="*/ 176 h 178"/>
                  <a:gd name="T28" fmla="*/ 66 w 208"/>
                  <a:gd name="T29" fmla="*/ 176 h 178"/>
                  <a:gd name="T30" fmla="*/ 62 w 208"/>
                  <a:gd name="T31" fmla="*/ 176 h 178"/>
                  <a:gd name="T32" fmla="*/ 48 w 208"/>
                  <a:gd name="T33" fmla="*/ 176 h 178"/>
                  <a:gd name="T34" fmla="*/ 46 w 208"/>
                  <a:gd name="T35" fmla="*/ 168 h 178"/>
                  <a:gd name="T36" fmla="*/ 44 w 208"/>
                  <a:gd name="T37" fmla="*/ 164 h 178"/>
                  <a:gd name="T38" fmla="*/ 34 w 208"/>
                  <a:gd name="T39" fmla="*/ 162 h 178"/>
                  <a:gd name="T40" fmla="*/ 32 w 208"/>
                  <a:gd name="T41" fmla="*/ 158 h 178"/>
                  <a:gd name="T42" fmla="*/ 26 w 208"/>
                  <a:gd name="T43" fmla="*/ 144 h 178"/>
                  <a:gd name="T44" fmla="*/ 22 w 208"/>
                  <a:gd name="T45" fmla="*/ 138 h 178"/>
                  <a:gd name="T46" fmla="*/ 16 w 208"/>
                  <a:gd name="T47" fmla="*/ 130 h 178"/>
                  <a:gd name="T48" fmla="*/ 10 w 208"/>
                  <a:gd name="T49" fmla="*/ 124 h 178"/>
                  <a:gd name="T50" fmla="*/ 0 w 208"/>
                  <a:gd name="T51" fmla="*/ 122 h 178"/>
                  <a:gd name="T52" fmla="*/ 2 w 208"/>
                  <a:gd name="T53" fmla="*/ 114 h 178"/>
                  <a:gd name="T54" fmla="*/ 12 w 208"/>
                  <a:gd name="T55" fmla="*/ 112 h 178"/>
                  <a:gd name="T56" fmla="*/ 14 w 208"/>
                  <a:gd name="T57" fmla="*/ 108 h 178"/>
                  <a:gd name="T58" fmla="*/ 16 w 208"/>
                  <a:gd name="T59" fmla="*/ 88 h 178"/>
                  <a:gd name="T60" fmla="*/ 20 w 208"/>
                  <a:gd name="T61" fmla="*/ 82 h 178"/>
                  <a:gd name="T62" fmla="*/ 22 w 208"/>
                  <a:gd name="T63" fmla="*/ 72 h 178"/>
                  <a:gd name="T64" fmla="*/ 28 w 208"/>
                  <a:gd name="T65" fmla="*/ 60 h 178"/>
                  <a:gd name="T66" fmla="*/ 34 w 208"/>
                  <a:gd name="T67" fmla="*/ 54 h 178"/>
                  <a:gd name="T68" fmla="*/ 38 w 208"/>
                  <a:gd name="T69" fmla="*/ 46 h 178"/>
                  <a:gd name="T70" fmla="*/ 42 w 208"/>
                  <a:gd name="T71" fmla="*/ 34 h 178"/>
                  <a:gd name="T72" fmla="*/ 50 w 208"/>
                  <a:gd name="T73" fmla="*/ 22 h 178"/>
                  <a:gd name="T74" fmla="*/ 64 w 208"/>
                  <a:gd name="T75" fmla="*/ 8 h 178"/>
                  <a:gd name="T76" fmla="*/ 68 w 208"/>
                  <a:gd name="T77" fmla="*/ 8 h 178"/>
                  <a:gd name="T78" fmla="*/ 72 w 208"/>
                  <a:gd name="T79" fmla="*/ 12 h 178"/>
                  <a:gd name="T80" fmla="*/ 76 w 208"/>
                  <a:gd name="T81" fmla="*/ 0 h 178"/>
                  <a:gd name="T82" fmla="*/ 84 w 208"/>
                  <a:gd name="T83" fmla="*/ 4 h 178"/>
                  <a:gd name="T84" fmla="*/ 88 w 208"/>
                  <a:gd name="T85" fmla="*/ 8 h 178"/>
                  <a:gd name="T86" fmla="*/ 94 w 208"/>
                  <a:gd name="T87" fmla="*/ 8 h 178"/>
                  <a:gd name="T88" fmla="*/ 102 w 208"/>
                  <a:gd name="T89" fmla="*/ 12 h 178"/>
                  <a:gd name="T90" fmla="*/ 114 w 208"/>
                  <a:gd name="T91" fmla="*/ 18 h 178"/>
                  <a:gd name="T92" fmla="*/ 122 w 208"/>
                  <a:gd name="T93" fmla="*/ 30 h 178"/>
                  <a:gd name="T94" fmla="*/ 130 w 208"/>
                  <a:gd name="T95" fmla="*/ 38 h 178"/>
                  <a:gd name="T96" fmla="*/ 124 w 208"/>
                  <a:gd name="T97" fmla="*/ 48 h 178"/>
                  <a:gd name="T98" fmla="*/ 122 w 208"/>
                  <a:gd name="T99" fmla="*/ 56 h 178"/>
                  <a:gd name="T100" fmla="*/ 120 w 208"/>
                  <a:gd name="T101" fmla="*/ 64 h 178"/>
                  <a:gd name="T102" fmla="*/ 128 w 208"/>
                  <a:gd name="T103" fmla="*/ 68 h 178"/>
                  <a:gd name="T104" fmla="*/ 138 w 208"/>
                  <a:gd name="T105" fmla="*/ 6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8" h="178">
                    <a:moveTo>
                      <a:pt x="138" y="68"/>
                    </a:moveTo>
                    <a:lnTo>
                      <a:pt x="134" y="74"/>
                    </a:lnTo>
                    <a:lnTo>
                      <a:pt x="134" y="74"/>
                    </a:lnTo>
                    <a:lnTo>
                      <a:pt x="140" y="80"/>
                    </a:lnTo>
                    <a:lnTo>
                      <a:pt x="140" y="80"/>
                    </a:lnTo>
                    <a:lnTo>
                      <a:pt x="142" y="84"/>
                    </a:lnTo>
                    <a:lnTo>
                      <a:pt x="144" y="88"/>
                    </a:lnTo>
                    <a:lnTo>
                      <a:pt x="144" y="88"/>
                    </a:lnTo>
                    <a:lnTo>
                      <a:pt x="148" y="92"/>
                    </a:lnTo>
                    <a:lnTo>
                      <a:pt x="154" y="96"/>
                    </a:lnTo>
                    <a:lnTo>
                      <a:pt x="154" y="96"/>
                    </a:lnTo>
                    <a:lnTo>
                      <a:pt x="190" y="112"/>
                    </a:lnTo>
                    <a:lnTo>
                      <a:pt x="208" y="112"/>
                    </a:lnTo>
                    <a:lnTo>
                      <a:pt x="172" y="166"/>
                    </a:lnTo>
                    <a:lnTo>
                      <a:pt x="156" y="166"/>
                    </a:lnTo>
                    <a:lnTo>
                      <a:pt x="150" y="170"/>
                    </a:lnTo>
                    <a:lnTo>
                      <a:pt x="138" y="170"/>
                    </a:lnTo>
                    <a:lnTo>
                      <a:pt x="134" y="174"/>
                    </a:lnTo>
                    <a:lnTo>
                      <a:pt x="134" y="174"/>
                    </a:lnTo>
                    <a:lnTo>
                      <a:pt x="128" y="174"/>
                    </a:lnTo>
                    <a:lnTo>
                      <a:pt x="124" y="176"/>
                    </a:lnTo>
                    <a:lnTo>
                      <a:pt x="120" y="174"/>
                    </a:lnTo>
                    <a:lnTo>
                      <a:pt x="120" y="174"/>
                    </a:lnTo>
                    <a:lnTo>
                      <a:pt x="116" y="172"/>
                    </a:lnTo>
                    <a:lnTo>
                      <a:pt x="116" y="170"/>
                    </a:lnTo>
                    <a:lnTo>
                      <a:pt x="116" y="170"/>
                    </a:lnTo>
                    <a:lnTo>
                      <a:pt x="112" y="172"/>
                    </a:lnTo>
                    <a:lnTo>
                      <a:pt x="110" y="174"/>
                    </a:lnTo>
                    <a:lnTo>
                      <a:pt x="106" y="174"/>
                    </a:lnTo>
                    <a:lnTo>
                      <a:pt x="106" y="174"/>
                    </a:lnTo>
                    <a:lnTo>
                      <a:pt x="104" y="174"/>
                    </a:lnTo>
                    <a:lnTo>
                      <a:pt x="102" y="174"/>
                    </a:lnTo>
                    <a:lnTo>
                      <a:pt x="102" y="178"/>
                    </a:lnTo>
                    <a:lnTo>
                      <a:pt x="102" y="178"/>
                    </a:lnTo>
                    <a:lnTo>
                      <a:pt x="94" y="178"/>
                    </a:lnTo>
                    <a:lnTo>
                      <a:pt x="94" y="178"/>
                    </a:lnTo>
                    <a:lnTo>
                      <a:pt x="90" y="178"/>
                    </a:lnTo>
                    <a:lnTo>
                      <a:pt x="86" y="178"/>
                    </a:lnTo>
                    <a:lnTo>
                      <a:pt x="86" y="178"/>
                    </a:lnTo>
                    <a:lnTo>
                      <a:pt x="80" y="176"/>
                    </a:lnTo>
                    <a:lnTo>
                      <a:pt x="76" y="176"/>
                    </a:lnTo>
                    <a:lnTo>
                      <a:pt x="76" y="176"/>
                    </a:lnTo>
                    <a:lnTo>
                      <a:pt x="72" y="176"/>
                    </a:lnTo>
                    <a:lnTo>
                      <a:pt x="68" y="178"/>
                    </a:lnTo>
                    <a:lnTo>
                      <a:pt x="66" y="176"/>
                    </a:lnTo>
                    <a:lnTo>
                      <a:pt x="66" y="176"/>
                    </a:lnTo>
                    <a:lnTo>
                      <a:pt x="64" y="176"/>
                    </a:lnTo>
                    <a:lnTo>
                      <a:pt x="62" y="176"/>
                    </a:lnTo>
                    <a:lnTo>
                      <a:pt x="58" y="178"/>
                    </a:lnTo>
                    <a:lnTo>
                      <a:pt x="58" y="178"/>
                    </a:lnTo>
                    <a:lnTo>
                      <a:pt x="48" y="176"/>
                    </a:lnTo>
                    <a:lnTo>
                      <a:pt x="46" y="172"/>
                    </a:lnTo>
                    <a:lnTo>
                      <a:pt x="46" y="172"/>
                    </a:lnTo>
                    <a:lnTo>
                      <a:pt x="46" y="168"/>
                    </a:lnTo>
                    <a:lnTo>
                      <a:pt x="46" y="166"/>
                    </a:lnTo>
                    <a:lnTo>
                      <a:pt x="44" y="164"/>
                    </a:lnTo>
                    <a:lnTo>
                      <a:pt x="44" y="164"/>
                    </a:lnTo>
                    <a:lnTo>
                      <a:pt x="40" y="164"/>
                    </a:lnTo>
                    <a:lnTo>
                      <a:pt x="40" y="164"/>
                    </a:lnTo>
                    <a:lnTo>
                      <a:pt x="34" y="162"/>
                    </a:lnTo>
                    <a:lnTo>
                      <a:pt x="32" y="162"/>
                    </a:lnTo>
                    <a:lnTo>
                      <a:pt x="32" y="158"/>
                    </a:lnTo>
                    <a:lnTo>
                      <a:pt x="32" y="158"/>
                    </a:lnTo>
                    <a:lnTo>
                      <a:pt x="28" y="152"/>
                    </a:lnTo>
                    <a:lnTo>
                      <a:pt x="26" y="144"/>
                    </a:lnTo>
                    <a:lnTo>
                      <a:pt x="26" y="144"/>
                    </a:lnTo>
                    <a:lnTo>
                      <a:pt x="26" y="140"/>
                    </a:lnTo>
                    <a:lnTo>
                      <a:pt x="22" y="138"/>
                    </a:lnTo>
                    <a:lnTo>
                      <a:pt x="22" y="138"/>
                    </a:lnTo>
                    <a:lnTo>
                      <a:pt x="20" y="134"/>
                    </a:lnTo>
                    <a:lnTo>
                      <a:pt x="16" y="130"/>
                    </a:lnTo>
                    <a:lnTo>
                      <a:pt x="16" y="130"/>
                    </a:lnTo>
                    <a:lnTo>
                      <a:pt x="14" y="126"/>
                    </a:lnTo>
                    <a:lnTo>
                      <a:pt x="10" y="124"/>
                    </a:lnTo>
                    <a:lnTo>
                      <a:pt x="10" y="124"/>
                    </a:lnTo>
                    <a:lnTo>
                      <a:pt x="4" y="124"/>
                    </a:lnTo>
                    <a:lnTo>
                      <a:pt x="2" y="124"/>
                    </a:lnTo>
                    <a:lnTo>
                      <a:pt x="0" y="122"/>
                    </a:lnTo>
                    <a:lnTo>
                      <a:pt x="0" y="122"/>
                    </a:lnTo>
                    <a:lnTo>
                      <a:pt x="2" y="114"/>
                    </a:lnTo>
                    <a:lnTo>
                      <a:pt x="2" y="114"/>
                    </a:lnTo>
                    <a:lnTo>
                      <a:pt x="8" y="114"/>
                    </a:lnTo>
                    <a:lnTo>
                      <a:pt x="8" y="114"/>
                    </a:lnTo>
                    <a:lnTo>
                      <a:pt x="12" y="112"/>
                    </a:lnTo>
                    <a:lnTo>
                      <a:pt x="12" y="112"/>
                    </a:lnTo>
                    <a:lnTo>
                      <a:pt x="12" y="112"/>
                    </a:lnTo>
                    <a:lnTo>
                      <a:pt x="14" y="108"/>
                    </a:lnTo>
                    <a:lnTo>
                      <a:pt x="16" y="104"/>
                    </a:lnTo>
                    <a:lnTo>
                      <a:pt x="16" y="104"/>
                    </a:lnTo>
                    <a:lnTo>
                      <a:pt x="16" y="88"/>
                    </a:lnTo>
                    <a:lnTo>
                      <a:pt x="16" y="88"/>
                    </a:lnTo>
                    <a:lnTo>
                      <a:pt x="16" y="86"/>
                    </a:lnTo>
                    <a:lnTo>
                      <a:pt x="20" y="82"/>
                    </a:lnTo>
                    <a:lnTo>
                      <a:pt x="22" y="76"/>
                    </a:lnTo>
                    <a:lnTo>
                      <a:pt x="22" y="72"/>
                    </a:lnTo>
                    <a:lnTo>
                      <a:pt x="22" y="72"/>
                    </a:lnTo>
                    <a:lnTo>
                      <a:pt x="22" y="64"/>
                    </a:lnTo>
                    <a:lnTo>
                      <a:pt x="22" y="64"/>
                    </a:lnTo>
                    <a:lnTo>
                      <a:pt x="28" y="60"/>
                    </a:lnTo>
                    <a:lnTo>
                      <a:pt x="28" y="60"/>
                    </a:lnTo>
                    <a:lnTo>
                      <a:pt x="32" y="58"/>
                    </a:lnTo>
                    <a:lnTo>
                      <a:pt x="34" y="54"/>
                    </a:lnTo>
                    <a:lnTo>
                      <a:pt x="34" y="54"/>
                    </a:lnTo>
                    <a:lnTo>
                      <a:pt x="38" y="46"/>
                    </a:lnTo>
                    <a:lnTo>
                      <a:pt x="38" y="46"/>
                    </a:lnTo>
                    <a:lnTo>
                      <a:pt x="40" y="40"/>
                    </a:lnTo>
                    <a:lnTo>
                      <a:pt x="42" y="34"/>
                    </a:lnTo>
                    <a:lnTo>
                      <a:pt x="42" y="34"/>
                    </a:lnTo>
                    <a:lnTo>
                      <a:pt x="44" y="30"/>
                    </a:lnTo>
                    <a:lnTo>
                      <a:pt x="46" y="26"/>
                    </a:lnTo>
                    <a:lnTo>
                      <a:pt x="50" y="22"/>
                    </a:lnTo>
                    <a:lnTo>
                      <a:pt x="50" y="22"/>
                    </a:lnTo>
                    <a:lnTo>
                      <a:pt x="56" y="10"/>
                    </a:lnTo>
                    <a:lnTo>
                      <a:pt x="64" y="8"/>
                    </a:lnTo>
                    <a:lnTo>
                      <a:pt x="64" y="8"/>
                    </a:lnTo>
                    <a:lnTo>
                      <a:pt x="66" y="8"/>
                    </a:lnTo>
                    <a:lnTo>
                      <a:pt x="68" y="8"/>
                    </a:lnTo>
                    <a:lnTo>
                      <a:pt x="70" y="8"/>
                    </a:lnTo>
                    <a:lnTo>
                      <a:pt x="70" y="8"/>
                    </a:lnTo>
                    <a:lnTo>
                      <a:pt x="72" y="12"/>
                    </a:lnTo>
                    <a:lnTo>
                      <a:pt x="76" y="0"/>
                    </a:lnTo>
                    <a:lnTo>
                      <a:pt x="76" y="0"/>
                    </a:lnTo>
                    <a:lnTo>
                      <a:pt x="76" y="0"/>
                    </a:lnTo>
                    <a:lnTo>
                      <a:pt x="80" y="0"/>
                    </a:lnTo>
                    <a:lnTo>
                      <a:pt x="80" y="0"/>
                    </a:lnTo>
                    <a:lnTo>
                      <a:pt x="84" y="4"/>
                    </a:lnTo>
                    <a:lnTo>
                      <a:pt x="86" y="6"/>
                    </a:lnTo>
                    <a:lnTo>
                      <a:pt x="88" y="8"/>
                    </a:lnTo>
                    <a:lnTo>
                      <a:pt x="88" y="8"/>
                    </a:lnTo>
                    <a:lnTo>
                      <a:pt x="92" y="6"/>
                    </a:lnTo>
                    <a:lnTo>
                      <a:pt x="94" y="6"/>
                    </a:lnTo>
                    <a:lnTo>
                      <a:pt x="94" y="8"/>
                    </a:lnTo>
                    <a:lnTo>
                      <a:pt x="94" y="8"/>
                    </a:lnTo>
                    <a:lnTo>
                      <a:pt x="98" y="10"/>
                    </a:lnTo>
                    <a:lnTo>
                      <a:pt x="102" y="12"/>
                    </a:lnTo>
                    <a:lnTo>
                      <a:pt x="110" y="14"/>
                    </a:lnTo>
                    <a:lnTo>
                      <a:pt x="110" y="14"/>
                    </a:lnTo>
                    <a:lnTo>
                      <a:pt x="114" y="18"/>
                    </a:lnTo>
                    <a:lnTo>
                      <a:pt x="118" y="22"/>
                    </a:lnTo>
                    <a:lnTo>
                      <a:pt x="118" y="22"/>
                    </a:lnTo>
                    <a:lnTo>
                      <a:pt x="122" y="30"/>
                    </a:lnTo>
                    <a:lnTo>
                      <a:pt x="124" y="34"/>
                    </a:lnTo>
                    <a:lnTo>
                      <a:pt x="124" y="34"/>
                    </a:lnTo>
                    <a:lnTo>
                      <a:pt x="130" y="38"/>
                    </a:lnTo>
                    <a:lnTo>
                      <a:pt x="130" y="38"/>
                    </a:lnTo>
                    <a:lnTo>
                      <a:pt x="126" y="44"/>
                    </a:lnTo>
                    <a:lnTo>
                      <a:pt x="124" y="48"/>
                    </a:lnTo>
                    <a:lnTo>
                      <a:pt x="124" y="52"/>
                    </a:lnTo>
                    <a:lnTo>
                      <a:pt x="124" y="52"/>
                    </a:lnTo>
                    <a:lnTo>
                      <a:pt x="122" y="56"/>
                    </a:lnTo>
                    <a:lnTo>
                      <a:pt x="122" y="58"/>
                    </a:lnTo>
                    <a:lnTo>
                      <a:pt x="120" y="62"/>
                    </a:lnTo>
                    <a:lnTo>
                      <a:pt x="120" y="64"/>
                    </a:lnTo>
                    <a:lnTo>
                      <a:pt x="120" y="64"/>
                    </a:lnTo>
                    <a:lnTo>
                      <a:pt x="124" y="68"/>
                    </a:lnTo>
                    <a:lnTo>
                      <a:pt x="128" y="68"/>
                    </a:lnTo>
                    <a:lnTo>
                      <a:pt x="128" y="68"/>
                    </a:lnTo>
                    <a:lnTo>
                      <a:pt x="132" y="66"/>
                    </a:lnTo>
                    <a:lnTo>
                      <a:pt x="138" y="6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59" name="Freeform 196">
                <a:extLst>
                  <a:ext uri="{FF2B5EF4-FFF2-40B4-BE49-F238E27FC236}">
                    <a16:creationId xmlns:a16="http://schemas.microsoft.com/office/drawing/2014/main" id="{B1C0089A-A16E-6346-8632-66D9C0387F7B}"/>
                  </a:ext>
                </a:extLst>
              </p:cNvPr>
              <p:cNvSpPr>
                <a:spLocks/>
              </p:cNvSpPr>
              <p:nvPr/>
            </p:nvSpPr>
            <p:spPr bwMode="auto">
              <a:xfrm>
                <a:off x="6862226" y="3770914"/>
                <a:ext cx="164380" cy="196231"/>
              </a:xfrm>
              <a:custGeom>
                <a:avLst/>
                <a:gdLst>
                  <a:gd name="T0" fmla="*/ 22 w 84"/>
                  <a:gd name="T1" fmla="*/ 6 h 98"/>
                  <a:gd name="T2" fmla="*/ 14 w 84"/>
                  <a:gd name="T3" fmla="*/ 4 h 98"/>
                  <a:gd name="T4" fmla="*/ 10 w 84"/>
                  <a:gd name="T5" fmla="*/ 6 h 98"/>
                  <a:gd name="T6" fmla="*/ 10 w 84"/>
                  <a:gd name="T7" fmla="*/ 10 h 98"/>
                  <a:gd name="T8" fmla="*/ 8 w 84"/>
                  <a:gd name="T9" fmla="*/ 12 h 98"/>
                  <a:gd name="T10" fmla="*/ 6 w 84"/>
                  <a:gd name="T11" fmla="*/ 12 h 98"/>
                  <a:gd name="T12" fmla="*/ 6 w 84"/>
                  <a:gd name="T13" fmla="*/ 18 h 98"/>
                  <a:gd name="T14" fmla="*/ 4 w 84"/>
                  <a:gd name="T15" fmla="*/ 24 h 98"/>
                  <a:gd name="T16" fmla="*/ 4 w 84"/>
                  <a:gd name="T17" fmla="*/ 30 h 98"/>
                  <a:gd name="T18" fmla="*/ 0 w 84"/>
                  <a:gd name="T19" fmla="*/ 42 h 98"/>
                  <a:gd name="T20" fmla="*/ 0 w 84"/>
                  <a:gd name="T21" fmla="*/ 48 h 98"/>
                  <a:gd name="T22" fmla="*/ 0 w 84"/>
                  <a:gd name="T23" fmla="*/ 52 h 98"/>
                  <a:gd name="T24" fmla="*/ 0 w 84"/>
                  <a:gd name="T25" fmla="*/ 68 h 98"/>
                  <a:gd name="T26" fmla="*/ 8 w 84"/>
                  <a:gd name="T27" fmla="*/ 66 h 98"/>
                  <a:gd name="T28" fmla="*/ 12 w 84"/>
                  <a:gd name="T29" fmla="*/ 64 h 98"/>
                  <a:gd name="T30" fmla="*/ 14 w 84"/>
                  <a:gd name="T31" fmla="*/ 66 h 98"/>
                  <a:gd name="T32" fmla="*/ 18 w 84"/>
                  <a:gd name="T33" fmla="*/ 58 h 98"/>
                  <a:gd name="T34" fmla="*/ 20 w 84"/>
                  <a:gd name="T35" fmla="*/ 56 h 98"/>
                  <a:gd name="T36" fmla="*/ 24 w 84"/>
                  <a:gd name="T37" fmla="*/ 58 h 98"/>
                  <a:gd name="T38" fmla="*/ 30 w 84"/>
                  <a:gd name="T39" fmla="*/ 64 h 98"/>
                  <a:gd name="T40" fmla="*/ 32 w 84"/>
                  <a:gd name="T41" fmla="*/ 66 h 98"/>
                  <a:gd name="T42" fmla="*/ 38 w 84"/>
                  <a:gd name="T43" fmla="*/ 64 h 98"/>
                  <a:gd name="T44" fmla="*/ 38 w 84"/>
                  <a:gd name="T45" fmla="*/ 66 h 98"/>
                  <a:gd name="T46" fmla="*/ 46 w 84"/>
                  <a:gd name="T47" fmla="*/ 70 h 98"/>
                  <a:gd name="T48" fmla="*/ 54 w 84"/>
                  <a:gd name="T49" fmla="*/ 72 h 98"/>
                  <a:gd name="T50" fmla="*/ 62 w 84"/>
                  <a:gd name="T51" fmla="*/ 82 h 98"/>
                  <a:gd name="T52" fmla="*/ 66 w 84"/>
                  <a:gd name="T53" fmla="*/ 88 h 98"/>
                  <a:gd name="T54" fmla="*/ 68 w 84"/>
                  <a:gd name="T55" fmla="*/ 92 h 98"/>
                  <a:gd name="T56" fmla="*/ 76 w 84"/>
                  <a:gd name="T57" fmla="*/ 94 h 98"/>
                  <a:gd name="T58" fmla="*/ 84 w 84"/>
                  <a:gd name="T59" fmla="*/ 92 h 98"/>
                  <a:gd name="T60" fmla="*/ 78 w 84"/>
                  <a:gd name="T61" fmla="*/ 86 h 98"/>
                  <a:gd name="T62" fmla="*/ 76 w 84"/>
                  <a:gd name="T63" fmla="*/ 86 h 98"/>
                  <a:gd name="T64" fmla="*/ 74 w 84"/>
                  <a:gd name="T65" fmla="*/ 76 h 98"/>
                  <a:gd name="T66" fmla="*/ 70 w 84"/>
                  <a:gd name="T67" fmla="*/ 74 h 98"/>
                  <a:gd name="T68" fmla="*/ 64 w 84"/>
                  <a:gd name="T69" fmla="*/ 72 h 98"/>
                  <a:gd name="T70" fmla="*/ 60 w 84"/>
                  <a:gd name="T71" fmla="*/ 60 h 98"/>
                  <a:gd name="T72" fmla="*/ 58 w 84"/>
                  <a:gd name="T73" fmla="*/ 58 h 98"/>
                  <a:gd name="T74" fmla="*/ 52 w 84"/>
                  <a:gd name="T75" fmla="*/ 52 h 98"/>
                  <a:gd name="T76" fmla="*/ 48 w 84"/>
                  <a:gd name="T77" fmla="*/ 52 h 98"/>
                  <a:gd name="T78" fmla="*/ 46 w 84"/>
                  <a:gd name="T79" fmla="*/ 52 h 98"/>
                  <a:gd name="T80" fmla="*/ 44 w 84"/>
                  <a:gd name="T81" fmla="*/ 46 h 98"/>
                  <a:gd name="T82" fmla="*/ 42 w 84"/>
                  <a:gd name="T83" fmla="*/ 46 h 98"/>
                  <a:gd name="T84" fmla="*/ 42 w 84"/>
                  <a:gd name="T85" fmla="*/ 48 h 98"/>
                  <a:gd name="T86" fmla="*/ 38 w 84"/>
                  <a:gd name="T87" fmla="*/ 44 h 98"/>
                  <a:gd name="T88" fmla="*/ 38 w 84"/>
                  <a:gd name="T89" fmla="*/ 38 h 98"/>
                  <a:gd name="T90" fmla="*/ 34 w 84"/>
                  <a:gd name="T91" fmla="*/ 22 h 98"/>
                  <a:gd name="T92" fmla="*/ 36 w 84"/>
                  <a:gd name="T93" fmla="*/ 16 h 98"/>
                  <a:gd name="T94" fmla="*/ 32 w 84"/>
                  <a:gd name="T95" fmla="*/ 10 h 98"/>
                  <a:gd name="T96" fmla="*/ 32 w 84"/>
                  <a:gd name="T97" fmla="*/ 4 h 98"/>
                  <a:gd name="T98" fmla="*/ 28 w 84"/>
                  <a:gd name="T99" fmla="*/ 2 h 98"/>
                  <a:gd name="T100" fmla="*/ 26 w 84"/>
                  <a:gd name="T10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4" h="98">
                    <a:moveTo>
                      <a:pt x="26" y="0"/>
                    </a:moveTo>
                    <a:lnTo>
                      <a:pt x="22" y="6"/>
                    </a:lnTo>
                    <a:lnTo>
                      <a:pt x="14" y="4"/>
                    </a:lnTo>
                    <a:lnTo>
                      <a:pt x="14" y="4"/>
                    </a:lnTo>
                    <a:lnTo>
                      <a:pt x="12" y="4"/>
                    </a:lnTo>
                    <a:lnTo>
                      <a:pt x="10" y="6"/>
                    </a:lnTo>
                    <a:lnTo>
                      <a:pt x="10" y="6"/>
                    </a:lnTo>
                    <a:lnTo>
                      <a:pt x="10" y="10"/>
                    </a:lnTo>
                    <a:lnTo>
                      <a:pt x="8" y="12"/>
                    </a:lnTo>
                    <a:lnTo>
                      <a:pt x="8" y="12"/>
                    </a:lnTo>
                    <a:lnTo>
                      <a:pt x="8" y="12"/>
                    </a:lnTo>
                    <a:lnTo>
                      <a:pt x="6" y="12"/>
                    </a:lnTo>
                    <a:lnTo>
                      <a:pt x="6" y="14"/>
                    </a:lnTo>
                    <a:lnTo>
                      <a:pt x="6" y="18"/>
                    </a:lnTo>
                    <a:lnTo>
                      <a:pt x="6" y="18"/>
                    </a:lnTo>
                    <a:lnTo>
                      <a:pt x="4" y="24"/>
                    </a:lnTo>
                    <a:lnTo>
                      <a:pt x="4" y="30"/>
                    </a:lnTo>
                    <a:lnTo>
                      <a:pt x="4" y="30"/>
                    </a:lnTo>
                    <a:lnTo>
                      <a:pt x="4" y="36"/>
                    </a:lnTo>
                    <a:lnTo>
                      <a:pt x="0" y="42"/>
                    </a:lnTo>
                    <a:lnTo>
                      <a:pt x="0" y="42"/>
                    </a:lnTo>
                    <a:lnTo>
                      <a:pt x="0" y="48"/>
                    </a:lnTo>
                    <a:lnTo>
                      <a:pt x="0" y="52"/>
                    </a:lnTo>
                    <a:lnTo>
                      <a:pt x="0" y="52"/>
                    </a:lnTo>
                    <a:lnTo>
                      <a:pt x="0" y="62"/>
                    </a:lnTo>
                    <a:lnTo>
                      <a:pt x="0" y="68"/>
                    </a:lnTo>
                    <a:lnTo>
                      <a:pt x="8" y="66"/>
                    </a:lnTo>
                    <a:lnTo>
                      <a:pt x="8" y="66"/>
                    </a:lnTo>
                    <a:lnTo>
                      <a:pt x="10" y="64"/>
                    </a:lnTo>
                    <a:lnTo>
                      <a:pt x="12" y="64"/>
                    </a:lnTo>
                    <a:lnTo>
                      <a:pt x="14" y="66"/>
                    </a:lnTo>
                    <a:lnTo>
                      <a:pt x="14" y="66"/>
                    </a:lnTo>
                    <a:lnTo>
                      <a:pt x="16" y="70"/>
                    </a:lnTo>
                    <a:lnTo>
                      <a:pt x="18" y="58"/>
                    </a:lnTo>
                    <a:lnTo>
                      <a:pt x="18" y="58"/>
                    </a:lnTo>
                    <a:lnTo>
                      <a:pt x="20" y="56"/>
                    </a:lnTo>
                    <a:lnTo>
                      <a:pt x="24" y="58"/>
                    </a:lnTo>
                    <a:lnTo>
                      <a:pt x="24" y="58"/>
                    </a:lnTo>
                    <a:lnTo>
                      <a:pt x="28" y="62"/>
                    </a:lnTo>
                    <a:lnTo>
                      <a:pt x="30" y="64"/>
                    </a:lnTo>
                    <a:lnTo>
                      <a:pt x="32" y="66"/>
                    </a:lnTo>
                    <a:lnTo>
                      <a:pt x="32" y="66"/>
                    </a:lnTo>
                    <a:lnTo>
                      <a:pt x="36" y="64"/>
                    </a:lnTo>
                    <a:lnTo>
                      <a:pt x="38" y="64"/>
                    </a:lnTo>
                    <a:lnTo>
                      <a:pt x="38" y="66"/>
                    </a:lnTo>
                    <a:lnTo>
                      <a:pt x="38" y="66"/>
                    </a:lnTo>
                    <a:lnTo>
                      <a:pt x="42" y="68"/>
                    </a:lnTo>
                    <a:lnTo>
                      <a:pt x="46" y="70"/>
                    </a:lnTo>
                    <a:lnTo>
                      <a:pt x="54" y="72"/>
                    </a:lnTo>
                    <a:lnTo>
                      <a:pt x="54" y="72"/>
                    </a:lnTo>
                    <a:lnTo>
                      <a:pt x="58" y="76"/>
                    </a:lnTo>
                    <a:lnTo>
                      <a:pt x="62" y="82"/>
                    </a:lnTo>
                    <a:lnTo>
                      <a:pt x="62" y="82"/>
                    </a:lnTo>
                    <a:lnTo>
                      <a:pt x="66" y="88"/>
                    </a:lnTo>
                    <a:lnTo>
                      <a:pt x="68" y="92"/>
                    </a:lnTo>
                    <a:lnTo>
                      <a:pt x="68" y="92"/>
                    </a:lnTo>
                    <a:lnTo>
                      <a:pt x="74" y="96"/>
                    </a:lnTo>
                    <a:lnTo>
                      <a:pt x="76" y="94"/>
                    </a:lnTo>
                    <a:lnTo>
                      <a:pt x="80" y="98"/>
                    </a:lnTo>
                    <a:lnTo>
                      <a:pt x="84" y="92"/>
                    </a:lnTo>
                    <a:lnTo>
                      <a:pt x="84" y="90"/>
                    </a:lnTo>
                    <a:lnTo>
                      <a:pt x="78" y="86"/>
                    </a:lnTo>
                    <a:lnTo>
                      <a:pt x="76" y="86"/>
                    </a:lnTo>
                    <a:lnTo>
                      <a:pt x="76" y="86"/>
                    </a:lnTo>
                    <a:lnTo>
                      <a:pt x="74" y="82"/>
                    </a:lnTo>
                    <a:lnTo>
                      <a:pt x="74" y="76"/>
                    </a:lnTo>
                    <a:lnTo>
                      <a:pt x="74" y="76"/>
                    </a:lnTo>
                    <a:lnTo>
                      <a:pt x="70" y="74"/>
                    </a:lnTo>
                    <a:lnTo>
                      <a:pt x="64" y="72"/>
                    </a:lnTo>
                    <a:lnTo>
                      <a:pt x="64" y="72"/>
                    </a:lnTo>
                    <a:lnTo>
                      <a:pt x="62" y="66"/>
                    </a:lnTo>
                    <a:lnTo>
                      <a:pt x="60" y="60"/>
                    </a:lnTo>
                    <a:lnTo>
                      <a:pt x="60" y="60"/>
                    </a:lnTo>
                    <a:lnTo>
                      <a:pt x="58" y="58"/>
                    </a:lnTo>
                    <a:lnTo>
                      <a:pt x="52" y="58"/>
                    </a:lnTo>
                    <a:lnTo>
                      <a:pt x="52" y="52"/>
                    </a:lnTo>
                    <a:lnTo>
                      <a:pt x="52" y="52"/>
                    </a:lnTo>
                    <a:lnTo>
                      <a:pt x="48" y="52"/>
                    </a:lnTo>
                    <a:lnTo>
                      <a:pt x="46" y="52"/>
                    </a:lnTo>
                    <a:lnTo>
                      <a:pt x="46" y="52"/>
                    </a:lnTo>
                    <a:lnTo>
                      <a:pt x="46" y="48"/>
                    </a:lnTo>
                    <a:lnTo>
                      <a:pt x="44" y="46"/>
                    </a:lnTo>
                    <a:lnTo>
                      <a:pt x="44" y="46"/>
                    </a:lnTo>
                    <a:lnTo>
                      <a:pt x="42" y="46"/>
                    </a:lnTo>
                    <a:lnTo>
                      <a:pt x="42" y="48"/>
                    </a:lnTo>
                    <a:lnTo>
                      <a:pt x="42" y="48"/>
                    </a:lnTo>
                    <a:lnTo>
                      <a:pt x="38" y="44"/>
                    </a:lnTo>
                    <a:lnTo>
                      <a:pt x="38" y="44"/>
                    </a:lnTo>
                    <a:lnTo>
                      <a:pt x="38" y="38"/>
                    </a:lnTo>
                    <a:lnTo>
                      <a:pt x="38" y="38"/>
                    </a:lnTo>
                    <a:lnTo>
                      <a:pt x="34" y="22"/>
                    </a:lnTo>
                    <a:lnTo>
                      <a:pt x="34" y="22"/>
                    </a:lnTo>
                    <a:lnTo>
                      <a:pt x="34" y="18"/>
                    </a:lnTo>
                    <a:lnTo>
                      <a:pt x="36" y="16"/>
                    </a:lnTo>
                    <a:lnTo>
                      <a:pt x="36" y="16"/>
                    </a:lnTo>
                    <a:lnTo>
                      <a:pt x="32" y="10"/>
                    </a:lnTo>
                    <a:lnTo>
                      <a:pt x="32" y="10"/>
                    </a:lnTo>
                    <a:lnTo>
                      <a:pt x="32" y="4"/>
                    </a:lnTo>
                    <a:lnTo>
                      <a:pt x="32" y="4"/>
                    </a:lnTo>
                    <a:lnTo>
                      <a:pt x="28" y="2"/>
                    </a:lnTo>
                    <a:lnTo>
                      <a:pt x="26" y="0"/>
                    </a:lnTo>
                    <a:lnTo>
                      <a:pt x="2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0" name="Freeform 197">
                <a:extLst>
                  <a:ext uri="{FF2B5EF4-FFF2-40B4-BE49-F238E27FC236}">
                    <a16:creationId xmlns:a16="http://schemas.microsoft.com/office/drawing/2014/main" id="{2F5D9314-9B4B-1F40-B14E-6B935D0A05B1}"/>
                  </a:ext>
                </a:extLst>
              </p:cNvPr>
              <p:cNvSpPr>
                <a:spLocks/>
              </p:cNvSpPr>
              <p:nvPr/>
            </p:nvSpPr>
            <p:spPr bwMode="auto">
              <a:xfrm>
                <a:off x="6147957" y="4295532"/>
                <a:ext cx="56750" cy="40047"/>
              </a:xfrm>
              <a:custGeom>
                <a:avLst/>
                <a:gdLst>
                  <a:gd name="T0" fmla="*/ 4 w 29"/>
                  <a:gd name="T1" fmla="*/ 0 h 20"/>
                  <a:gd name="T2" fmla="*/ 4 w 29"/>
                  <a:gd name="T3" fmla="*/ 0 h 20"/>
                  <a:gd name="T4" fmla="*/ 4 w 29"/>
                  <a:gd name="T5" fmla="*/ 4 h 20"/>
                  <a:gd name="T6" fmla="*/ 2 w 29"/>
                  <a:gd name="T7" fmla="*/ 4 h 20"/>
                  <a:gd name="T8" fmla="*/ 2 w 29"/>
                  <a:gd name="T9" fmla="*/ 4 h 20"/>
                  <a:gd name="T10" fmla="*/ 2 w 29"/>
                  <a:gd name="T11" fmla="*/ 8 h 20"/>
                  <a:gd name="T12" fmla="*/ 2 w 29"/>
                  <a:gd name="T13" fmla="*/ 14 h 20"/>
                  <a:gd name="T14" fmla="*/ 2 w 29"/>
                  <a:gd name="T15" fmla="*/ 14 h 20"/>
                  <a:gd name="T16" fmla="*/ 0 w 29"/>
                  <a:gd name="T17" fmla="*/ 18 h 20"/>
                  <a:gd name="T18" fmla="*/ 27 w 29"/>
                  <a:gd name="T19" fmla="*/ 20 h 20"/>
                  <a:gd name="T20" fmla="*/ 29 w 29"/>
                  <a:gd name="T21" fmla="*/ 0 h 20"/>
                  <a:gd name="T22" fmla="*/ 4 w 29"/>
                  <a:gd name="T23"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0">
                    <a:moveTo>
                      <a:pt x="4" y="0"/>
                    </a:moveTo>
                    <a:lnTo>
                      <a:pt x="4" y="0"/>
                    </a:lnTo>
                    <a:lnTo>
                      <a:pt x="4" y="4"/>
                    </a:lnTo>
                    <a:lnTo>
                      <a:pt x="2" y="4"/>
                    </a:lnTo>
                    <a:lnTo>
                      <a:pt x="2" y="4"/>
                    </a:lnTo>
                    <a:lnTo>
                      <a:pt x="2" y="8"/>
                    </a:lnTo>
                    <a:lnTo>
                      <a:pt x="2" y="14"/>
                    </a:lnTo>
                    <a:lnTo>
                      <a:pt x="2" y="14"/>
                    </a:lnTo>
                    <a:lnTo>
                      <a:pt x="0" y="18"/>
                    </a:lnTo>
                    <a:lnTo>
                      <a:pt x="27" y="20"/>
                    </a:lnTo>
                    <a:lnTo>
                      <a:pt x="29"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1" name="Freeform 199">
                <a:extLst>
                  <a:ext uri="{FF2B5EF4-FFF2-40B4-BE49-F238E27FC236}">
                    <a16:creationId xmlns:a16="http://schemas.microsoft.com/office/drawing/2014/main" id="{427C854A-8260-CA45-8AAD-A768E99CC688}"/>
                  </a:ext>
                </a:extLst>
              </p:cNvPr>
              <p:cNvSpPr>
                <a:spLocks/>
              </p:cNvSpPr>
              <p:nvPr/>
            </p:nvSpPr>
            <p:spPr bwMode="auto">
              <a:xfrm>
                <a:off x="6549122" y="3298360"/>
                <a:ext cx="289621" cy="344404"/>
              </a:xfrm>
              <a:custGeom>
                <a:avLst/>
                <a:gdLst>
                  <a:gd name="T0" fmla="*/ 146 w 148"/>
                  <a:gd name="T1" fmla="*/ 146 h 172"/>
                  <a:gd name="T2" fmla="*/ 144 w 148"/>
                  <a:gd name="T3" fmla="*/ 136 h 172"/>
                  <a:gd name="T4" fmla="*/ 144 w 148"/>
                  <a:gd name="T5" fmla="*/ 130 h 172"/>
                  <a:gd name="T6" fmla="*/ 144 w 148"/>
                  <a:gd name="T7" fmla="*/ 126 h 172"/>
                  <a:gd name="T8" fmla="*/ 132 w 148"/>
                  <a:gd name="T9" fmla="*/ 108 h 172"/>
                  <a:gd name="T10" fmla="*/ 128 w 148"/>
                  <a:gd name="T11" fmla="*/ 102 h 172"/>
                  <a:gd name="T12" fmla="*/ 124 w 148"/>
                  <a:gd name="T13" fmla="*/ 88 h 172"/>
                  <a:gd name="T14" fmla="*/ 122 w 148"/>
                  <a:gd name="T15" fmla="*/ 80 h 172"/>
                  <a:gd name="T16" fmla="*/ 118 w 148"/>
                  <a:gd name="T17" fmla="*/ 78 h 172"/>
                  <a:gd name="T18" fmla="*/ 118 w 148"/>
                  <a:gd name="T19" fmla="*/ 68 h 172"/>
                  <a:gd name="T20" fmla="*/ 110 w 148"/>
                  <a:gd name="T21" fmla="*/ 58 h 172"/>
                  <a:gd name="T22" fmla="*/ 108 w 148"/>
                  <a:gd name="T23" fmla="*/ 46 h 172"/>
                  <a:gd name="T24" fmla="*/ 114 w 148"/>
                  <a:gd name="T25" fmla="*/ 52 h 172"/>
                  <a:gd name="T26" fmla="*/ 116 w 148"/>
                  <a:gd name="T27" fmla="*/ 62 h 172"/>
                  <a:gd name="T28" fmla="*/ 124 w 148"/>
                  <a:gd name="T29" fmla="*/ 70 h 172"/>
                  <a:gd name="T30" fmla="*/ 136 w 148"/>
                  <a:gd name="T31" fmla="*/ 58 h 172"/>
                  <a:gd name="T32" fmla="*/ 138 w 148"/>
                  <a:gd name="T33" fmla="*/ 50 h 172"/>
                  <a:gd name="T34" fmla="*/ 132 w 148"/>
                  <a:gd name="T35" fmla="*/ 14 h 172"/>
                  <a:gd name="T36" fmla="*/ 126 w 148"/>
                  <a:gd name="T37" fmla="*/ 12 h 172"/>
                  <a:gd name="T38" fmla="*/ 118 w 148"/>
                  <a:gd name="T39" fmla="*/ 14 h 172"/>
                  <a:gd name="T40" fmla="*/ 112 w 148"/>
                  <a:gd name="T41" fmla="*/ 14 h 172"/>
                  <a:gd name="T42" fmla="*/ 108 w 148"/>
                  <a:gd name="T43" fmla="*/ 12 h 172"/>
                  <a:gd name="T44" fmla="*/ 100 w 148"/>
                  <a:gd name="T45" fmla="*/ 14 h 172"/>
                  <a:gd name="T46" fmla="*/ 96 w 148"/>
                  <a:gd name="T47" fmla="*/ 14 h 172"/>
                  <a:gd name="T48" fmla="*/ 96 w 148"/>
                  <a:gd name="T49" fmla="*/ 10 h 172"/>
                  <a:gd name="T50" fmla="*/ 92 w 148"/>
                  <a:gd name="T51" fmla="*/ 10 h 172"/>
                  <a:gd name="T52" fmla="*/ 90 w 148"/>
                  <a:gd name="T53" fmla="*/ 12 h 172"/>
                  <a:gd name="T54" fmla="*/ 90 w 148"/>
                  <a:gd name="T55" fmla="*/ 16 h 172"/>
                  <a:gd name="T56" fmla="*/ 86 w 148"/>
                  <a:gd name="T57" fmla="*/ 16 h 172"/>
                  <a:gd name="T58" fmla="*/ 88 w 148"/>
                  <a:gd name="T59" fmla="*/ 12 h 172"/>
                  <a:gd name="T60" fmla="*/ 76 w 148"/>
                  <a:gd name="T61" fmla="*/ 12 h 172"/>
                  <a:gd name="T62" fmla="*/ 72 w 148"/>
                  <a:gd name="T63" fmla="*/ 18 h 172"/>
                  <a:gd name="T64" fmla="*/ 64 w 148"/>
                  <a:gd name="T65" fmla="*/ 18 h 172"/>
                  <a:gd name="T66" fmla="*/ 54 w 148"/>
                  <a:gd name="T67" fmla="*/ 14 h 172"/>
                  <a:gd name="T68" fmla="*/ 38 w 148"/>
                  <a:gd name="T69" fmla="*/ 16 h 172"/>
                  <a:gd name="T70" fmla="*/ 30 w 148"/>
                  <a:gd name="T71" fmla="*/ 12 h 172"/>
                  <a:gd name="T72" fmla="*/ 28 w 148"/>
                  <a:gd name="T73" fmla="*/ 8 h 172"/>
                  <a:gd name="T74" fmla="*/ 10 w 148"/>
                  <a:gd name="T75" fmla="*/ 8 h 172"/>
                  <a:gd name="T76" fmla="*/ 4 w 148"/>
                  <a:gd name="T77" fmla="*/ 0 h 172"/>
                  <a:gd name="T78" fmla="*/ 0 w 148"/>
                  <a:gd name="T79" fmla="*/ 6 h 172"/>
                  <a:gd name="T80" fmla="*/ 4 w 148"/>
                  <a:gd name="T81" fmla="*/ 18 h 172"/>
                  <a:gd name="T82" fmla="*/ 2 w 148"/>
                  <a:gd name="T83" fmla="*/ 24 h 172"/>
                  <a:gd name="T84" fmla="*/ 0 w 148"/>
                  <a:gd name="T85" fmla="*/ 34 h 172"/>
                  <a:gd name="T86" fmla="*/ 2 w 148"/>
                  <a:gd name="T87" fmla="*/ 42 h 172"/>
                  <a:gd name="T88" fmla="*/ 102 w 148"/>
                  <a:gd name="T89" fmla="*/ 168 h 172"/>
                  <a:gd name="T90" fmla="*/ 118 w 148"/>
                  <a:gd name="T91" fmla="*/ 168 h 172"/>
                  <a:gd name="T92" fmla="*/ 126 w 148"/>
                  <a:gd name="T93" fmla="*/ 162 h 172"/>
                  <a:gd name="T94" fmla="*/ 140 w 148"/>
                  <a:gd name="T95" fmla="*/ 15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72">
                    <a:moveTo>
                      <a:pt x="148" y="148"/>
                    </a:moveTo>
                    <a:lnTo>
                      <a:pt x="148" y="148"/>
                    </a:lnTo>
                    <a:lnTo>
                      <a:pt x="146" y="146"/>
                    </a:lnTo>
                    <a:lnTo>
                      <a:pt x="146" y="146"/>
                    </a:lnTo>
                    <a:lnTo>
                      <a:pt x="144" y="136"/>
                    </a:lnTo>
                    <a:lnTo>
                      <a:pt x="144" y="136"/>
                    </a:lnTo>
                    <a:lnTo>
                      <a:pt x="148" y="134"/>
                    </a:lnTo>
                    <a:lnTo>
                      <a:pt x="148" y="134"/>
                    </a:lnTo>
                    <a:lnTo>
                      <a:pt x="144" y="130"/>
                    </a:lnTo>
                    <a:lnTo>
                      <a:pt x="144" y="130"/>
                    </a:lnTo>
                    <a:lnTo>
                      <a:pt x="144" y="126"/>
                    </a:lnTo>
                    <a:lnTo>
                      <a:pt x="144" y="126"/>
                    </a:lnTo>
                    <a:lnTo>
                      <a:pt x="136" y="110"/>
                    </a:lnTo>
                    <a:lnTo>
                      <a:pt x="136" y="110"/>
                    </a:lnTo>
                    <a:lnTo>
                      <a:pt x="132" y="108"/>
                    </a:lnTo>
                    <a:lnTo>
                      <a:pt x="132" y="108"/>
                    </a:lnTo>
                    <a:lnTo>
                      <a:pt x="128" y="102"/>
                    </a:lnTo>
                    <a:lnTo>
                      <a:pt x="128" y="102"/>
                    </a:lnTo>
                    <a:lnTo>
                      <a:pt x="126" y="94"/>
                    </a:lnTo>
                    <a:lnTo>
                      <a:pt x="124" y="88"/>
                    </a:lnTo>
                    <a:lnTo>
                      <a:pt x="124" y="88"/>
                    </a:lnTo>
                    <a:lnTo>
                      <a:pt x="122" y="82"/>
                    </a:lnTo>
                    <a:lnTo>
                      <a:pt x="122" y="82"/>
                    </a:lnTo>
                    <a:lnTo>
                      <a:pt x="122" y="80"/>
                    </a:lnTo>
                    <a:lnTo>
                      <a:pt x="122" y="80"/>
                    </a:lnTo>
                    <a:lnTo>
                      <a:pt x="118" y="78"/>
                    </a:lnTo>
                    <a:lnTo>
                      <a:pt x="118" y="78"/>
                    </a:lnTo>
                    <a:lnTo>
                      <a:pt x="118" y="72"/>
                    </a:lnTo>
                    <a:lnTo>
                      <a:pt x="118" y="68"/>
                    </a:lnTo>
                    <a:lnTo>
                      <a:pt x="118" y="68"/>
                    </a:lnTo>
                    <a:lnTo>
                      <a:pt x="114" y="64"/>
                    </a:lnTo>
                    <a:lnTo>
                      <a:pt x="114" y="64"/>
                    </a:lnTo>
                    <a:lnTo>
                      <a:pt x="110" y="58"/>
                    </a:lnTo>
                    <a:lnTo>
                      <a:pt x="106" y="50"/>
                    </a:lnTo>
                    <a:lnTo>
                      <a:pt x="106" y="50"/>
                    </a:lnTo>
                    <a:lnTo>
                      <a:pt x="108" y="46"/>
                    </a:lnTo>
                    <a:lnTo>
                      <a:pt x="108" y="46"/>
                    </a:lnTo>
                    <a:lnTo>
                      <a:pt x="112" y="48"/>
                    </a:lnTo>
                    <a:lnTo>
                      <a:pt x="114" y="52"/>
                    </a:lnTo>
                    <a:lnTo>
                      <a:pt x="114" y="52"/>
                    </a:lnTo>
                    <a:lnTo>
                      <a:pt x="116" y="58"/>
                    </a:lnTo>
                    <a:lnTo>
                      <a:pt x="116" y="62"/>
                    </a:lnTo>
                    <a:lnTo>
                      <a:pt x="116" y="62"/>
                    </a:lnTo>
                    <a:lnTo>
                      <a:pt x="124" y="70"/>
                    </a:lnTo>
                    <a:lnTo>
                      <a:pt x="124" y="70"/>
                    </a:lnTo>
                    <a:lnTo>
                      <a:pt x="130" y="70"/>
                    </a:lnTo>
                    <a:lnTo>
                      <a:pt x="130" y="70"/>
                    </a:lnTo>
                    <a:lnTo>
                      <a:pt x="136" y="58"/>
                    </a:lnTo>
                    <a:lnTo>
                      <a:pt x="136" y="58"/>
                    </a:lnTo>
                    <a:lnTo>
                      <a:pt x="138" y="50"/>
                    </a:lnTo>
                    <a:lnTo>
                      <a:pt x="138" y="50"/>
                    </a:lnTo>
                    <a:lnTo>
                      <a:pt x="136" y="44"/>
                    </a:lnTo>
                    <a:lnTo>
                      <a:pt x="134" y="22"/>
                    </a:lnTo>
                    <a:lnTo>
                      <a:pt x="132" y="14"/>
                    </a:lnTo>
                    <a:lnTo>
                      <a:pt x="130" y="12"/>
                    </a:lnTo>
                    <a:lnTo>
                      <a:pt x="130" y="12"/>
                    </a:lnTo>
                    <a:lnTo>
                      <a:pt x="126" y="12"/>
                    </a:lnTo>
                    <a:lnTo>
                      <a:pt x="122" y="12"/>
                    </a:lnTo>
                    <a:lnTo>
                      <a:pt x="122" y="12"/>
                    </a:lnTo>
                    <a:lnTo>
                      <a:pt x="118" y="14"/>
                    </a:lnTo>
                    <a:lnTo>
                      <a:pt x="112" y="16"/>
                    </a:lnTo>
                    <a:lnTo>
                      <a:pt x="112" y="16"/>
                    </a:lnTo>
                    <a:lnTo>
                      <a:pt x="112" y="14"/>
                    </a:lnTo>
                    <a:lnTo>
                      <a:pt x="112" y="12"/>
                    </a:lnTo>
                    <a:lnTo>
                      <a:pt x="108" y="12"/>
                    </a:lnTo>
                    <a:lnTo>
                      <a:pt x="108" y="12"/>
                    </a:lnTo>
                    <a:lnTo>
                      <a:pt x="104" y="14"/>
                    </a:lnTo>
                    <a:lnTo>
                      <a:pt x="102" y="16"/>
                    </a:lnTo>
                    <a:lnTo>
                      <a:pt x="100" y="14"/>
                    </a:lnTo>
                    <a:lnTo>
                      <a:pt x="100" y="14"/>
                    </a:lnTo>
                    <a:lnTo>
                      <a:pt x="96" y="14"/>
                    </a:lnTo>
                    <a:lnTo>
                      <a:pt x="96" y="14"/>
                    </a:lnTo>
                    <a:lnTo>
                      <a:pt x="94" y="12"/>
                    </a:lnTo>
                    <a:lnTo>
                      <a:pt x="96" y="12"/>
                    </a:lnTo>
                    <a:lnTo>
                      <a:pt x="96" y="10"/>
                    </a:lnTo>
                    <a:lnTo>
                      <a:pt x="96" y="10"/>
                    </a:lnTo>
                    <a:lnTo>
                      <a:pt x="92" y="10"/>
                    </a:lnTo>
                    <a:lnTo>
                      <a:pt x="92" y="10"/>
                    </a:lnTo>
                    <a:lnTo>
                      <a:pt x="90" y="10"/>
                    </a:lnTo>
                    <a:lnTo>
                      <a:pt x="88" y="12"/>
                    </a:lnTo>
                    <a:lnTo>
                      <a:pt x="90" y="12"/>
                    </a:lnTo>
                    <a:lnTo>
                      <a:pt x="90" y="12"/>
                    </a:lnTo>
                    <a:lnTo>
                      <a:pt x="90" y="14"/>
                    </a:lnTo>
                    <a:lnTo>
                      <a:pt x="90" y="16"/>
                    </a:lnTo>
                    <a:lnTo>
                      <a:pt x="90" y="18"/>
                    </a:lnTo>
                    <a:lnTo>
                      <a:pt x="86" y="16"/>
                    </a:lnTo>
                    <a:lnTo>
                      <a:pt x="86" y="16"/>
                    </a:lnTo>
                    <a:lnTo>
                      <a:pt x="86" y="14"/>
                    </a:lnTo>
                    <a:lnTo>
                      <a:pt x="88" y="12"/>
                    </a:lnTo>
                    <a:lnTo>
                      <a:pt x="88" y="12"/>
                    </a:lnTo>
                    <a:lnTo>
                      <a:pt x="82" y="14"/>
                    </a:lnTo>
                    <a:lnTo>
                      <a:pt x="76" y="12"/>
                    </a:lnTo>
                    <a:lnTo>
                      <a:pt x="76" y="12"/>
                    </a:lnTo>
                    <a:lnTo>
                      <a:pt x="74" y="18"/>
                    </a:lnTo>
                    <a:lnTo>
                      <a:pt x="74" y="18"/>
                    </a:lnTo>
                    <a:lnTo>
                      <a:pt x="72" y="18"/>
                    </a:lnTo>
                    <a:lnTo>
                      <a:pt x="68" y="16"/>
                    </a:lnTo>
                    <a:lnTo>
                      <a:pt x="68" y="16"/>
                    </a:lnTo>
                    <a:lnTo>
                      <a:pt x="64" y="18"/>
                    </a:lnTo>
                    <a:lnTo>
                      <a:pt x="58" y="18"/>
                    </a:lnTo>
                    <a:lnTo>
                      <a:pt x="58" y="18"/>
                    </a:lnTo>
                    <a:lnTo>
                      <a:pt x="54" y="14"/>
                    </a:lnTo>
                    <a:lnTo>
                      <a:pt x="54" y="14"/>
                    </a:lnTo>
                    <a:lnTo>
                      <a:pt x="46" y="16"/>
                    </a:lnTo>
                    <a:lnTo>
                      <a:pt x="38" y="16"/>
                    </a:lnTo>
                    <a:lnTo>
                      <a:pt x="38" y="14"/>
                    </a:lnTo>
                    <a:lnTo>
                      <a:pt x="38" y="14"/>
                    </a:lnTo>
                    <a:lnTo>
                      <a:pt x="30" y="12"/>
                    </a:lnTo>
                    <a:lnTo>
                      <a:pt x="30" y="12"/>
                    </a:lnTo>
                    <a:lnTo>
                      <a:pt x="28" y="8"/>
                    </a:lnTo>
                    <a:lnTo>
                      <a:pt x="28" y="8"/>
                    </a:lnTo>
                    <a:lnTo>
                      <a:pt x="22" y="6"/>
                    </a:lnTo>
                    <a:lnTo>
                      <a:pt x="18" y="6"/>
                    </a:lnTo>
                    <a:lnTo>
                      <a:pt x="10" y="8"/>
                    </a:lnTo>
                    <a:lnTo>
                      <a:pt x="6" y="2"/>
                    </a:lnTo>
                    <a:lnTo>
                      <a:pt x="6" y="2"/>
                    </a:lnTo>
                    <a:lnTo>
                      <a:pt x="4" y="0"/>
                    </a:lnTo>
                    <a:lnTo>
                      <a:pt x="0" y="2"/>
                    </a:lnTo>
                    <a:lnTo>
                      <a:pt x="0" y="2"/>
                    </a:lnTo>
                    <a:lnTo>
                      <a:pt x="0" y="6"/>
                    </a:lnTo>
                    <a:lnTo>
                      <a:pt x="0" y="12"/>
                    </a:lnTo>
                    <a:lnTo>
                      <a:pt x="0" y="12"/>
                    </a:lnTo>
                    <a:lnTo>
                      <a:pt x="4" y="18"/>
                    </a:lnTo>
                    <a:lnTo>
                      <a:pt x="4" y="22"/>
                    </a:lnTo>
                    <a:lnTo>
                      <a:pt x="2" y="24"/>
                    </a:lnTo>
                    <a:lnTo>
                      <a:pt x="2" y="24"/>
                    </a:lnTo>
                    <a:lnTo>
                      <a:pt x="0" y="28"/>
                    </a:lnTo>
                    <a:lnTo>
                      <a:pt x="0" y="34"/>
                    </a:lnTo>
                    <a:lnTo>
                      <a:pt x="0" y="34"/>
                    </a:lnTo>
                    <a:lnTo>
                      <a:pt x="0" y="40"/>
                    </a:lnTo>
                    <a:lnTo>
                      <a:pt x="2" y="42"/>
                    </a:lnTo>
                    <a:lnTo>
                      <a:pt x="2" y="42"/>
                    </a:lnTo>
                    <a:lnTo>
                      <a:pt x="6" y="48"/>
                    </a:lnTo>
                    <a:lnTo>
                      <a:pt x="6" y="168"/>
                    </a:lnTo>
                    <a:lnTo>
                      <a:pt x="102" y="168"/>
                    </a:lnTo>
                    <a:lnTo>
                      <a:pt x="106" y="166"/>
                    </a:lnTo>
                    <a:lnTo>
                      <a:pt x="106" y="168"/>
                    </a:lnTo>
                    <a:lnTo>
                      <a:pt x="118" y="168"/>
                    </a:lnTo>
                    <a:lnTo>
                      <a:pt x="120" y="172"/>
                    </a:lnTo>
                    <a:lnTo>
                      <a:pt x="126" y="170"/>
                    </a:lnTo>
                    <a:lnTo>
                      <a:pt x="126" y="162"/>
                    </a:lnTo>
                    <a:lnTo>
                      <a:pt x="132" y="160"/>
                    </a:lnTo>
                    <a:lnTo>
                      <a:pt x="136" y="152"/>
                    </a:lnTo>
                    <a:lnTo>
                      <a:pt x="140" y="152"/>
                    </a:lnTo>
                    <a:lnTo>
                      <a:pt x="148" y="14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2" name="Freeform 202">
                <a:extLst>
                  <a:ext uri="{FF2B5EF4-FFF2-40B4-BE49-F238E27FC236}">
                    <a16:creationId xmlns:a16="http://schemas.microsoft.com/office/drawing/2014/main" id="{AF1B13F5-120A-E94C-9C87-54AC80E75B64}"/>
                  </a:ext>
                </a:extLst>
              </p:cNvPr>
              <p:cNvSpPr>
                <a:spLocks/>
              </p:cNvSpPr>
              <p:nvPr/>
            </p:nvSpPr>
            <p:spPr bwMode="auto">
              <a:xfrm>
                <a:off x="6987467" y="3955132"/>
                <a:ext cx="50880" cy="68081"/>
              </a:xfrm>
              <a:custGeom>
                <a:avLst/>
                <a:gdLst>
                  <a:gd name="T0" fmla="*/ 24 w 26"/>
                  <a:gd name="T1" fmla="*/ 26 h 34"/>
                  <a:gd name="T2" fmla="*/ 24 w 26"/>
                  <a:gd name="T3" fmla="*/ 26 h 34"/>
                  <a:gd name="T4" fmla="*/ 22 w 26"/>
                  <a:gd name="T5" fmla="*/ 22 h 34"/>
                  <a:gd name="T6" fmla="*/ 22 w 26"/>
                  <a:gd name="T7" fmla="*/ 22 h 34"/>
                  <a:gd name="T8" fmla="*/ 20 w 26"/>
                  <a:gd name="T9" fmla="*/ 22 h 34"/>
                  <a:gd name="T10" fmla="*/ 20 w 26"/>
                  <a:gd name="T11" fmla="*/ 20 h 34"/>
                  <a:gd name="T12" fmla="*/ 20 w 26"/>
                  <a:gd name="T13" fmla="*/ 20 h 34"/>
                  <a:gd name="T14" fmla="*/ 26 w 26"/>
                  <a:gd name="T15" fmla="*/ 14 h 34"/>
                  <a:gd name="T16" fmla="*/ 26 w 26"/>
                  <a:gd name="T17" fmla="*/ 8 h 34"/>
                  <a:gd name="T18" fmla="*/ 26 w 26"/>
                  <a:gd name="T19" fmla="*/ 4 h 34"/>
                  <a:gd name="T20" fmla="*/ 22 w 26"/>
                  <a:gd name="T21" fmla="*/ 0 h 34"/>
                  <a:gd name="T22" fmla="*/ 16 w 26"/>
                  <a:gd name="T23" fmla="*/ 6 h 34"/>
                  <a:gd name="T24" fmla="*/ 12 w 26"/>
                  <a:gd name="T25" fmla="*/ 2 h 34"/>
                  <a:gd name="T26" fmla="*/ 10 w 26"/>
                  <a:gd name="T27" fmla="*/ 4 h 34"/>
                  <a:gd name="T28" fmla="*/ 10 w 26"/>
                  <a:gd name="T29" fmla="*/ 4 h 34"/>
                  <a:gd name="T30" fmla="*/ 6 w 26"/>
                  <a:gd name="T31" fmla="*/ 10 h 34"/>
                  <a:gd name="T32" fmla="*/ 4 w 26"/>
                  <a:gd name="T33" fmla="*/ 14 h 34"/>
                  <a:gd name="T34" fmla="*/ 4 w 26"/>
                  <a:gd name="T35" fmla="*/ 18 h 34"/>
                  <a:gd name="T36" fmla="*/ 4 w 26"/>
                  <a:gd name="T37" fmla="*/ 18 h 34"/>
                  <a:gd name="T38" fmla="*/ 2 w 26"/>
                  <a:gd name="T39" fmla="*/ 22 h 34"/>
                  <a:gd name="T40" fmla="*/ 2 w 26"/>
                  <a:gd name="T41" fmla="*/ 24 h 34"/>
                  <a:gd name="T42" fmla="*/ 0 w 26"/>
                  <a:gd name="T43" fmla="*/ 28 h 34"/>
                  <a:gd name="T44" fmla="*/ 0 w 26"/>
                  <a:gd name="T45" fmla="*/ 30 h 34"/>
                  <a:gd name="T46" fmla="*/ 0 w 26"/>
                  <a:gd name="T47" fmla="*/ 30 h 34"/>
                  <a:gd name="T48" fmla="*/ 4 w 26"/>
                  <a:gd name="T49" fmla="*/ 34 h 34"/>
                  <a:gd name="T50" fmla="*/ 8 w 26"/>
                  <a:gd name="T51" fmla="*/ 34 h 34"/>
                  <a:gd name="T52" fmla="*/ 8 w 26"/>
                  <a:gd name="T53" fmla="*/ 34 h 34"/>
                  <a:gd name="T54" fmla="*/ 12 w 26"/>
                  <a:gd name="T55" fmla="*/ 32 h 34"/>
                  <a:gd name="T56" fmla="*/ 18 w 26"/>
                  <a:gd name="T57" fmla="*/ 34 h 34"/>
                  <a:gd name="T58" fmla="*/ 24 w 26"/>
                  <a:gd name="T59"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 h="34">
                    <a:moveTo>
                      <a:pt x="24" y="26"/>
                    </a:moveTo>
                    <a:lnTo>
                      <a:pt x="24" y="26"/>
                    </a:lnTo>
                    <a:lnTo>
                      <a:pt x="22" y="22"/>
                    </a:lnTo>
                    <a:lnTo>
                      <a:pt x="22" y="22"/>
                    </a:lnTo>
                    <a:lnTo>
                      <a:pt x="20" y="22"/>
                    </a:lnTo>
                    <a:lnTo>
                      <a:pt x="20" y="20"/>
                    </a:lnTo>
                    <a:lnTo>
                      <a:pt x="20" y="20"/>
                    </a:lnTo>
                    <a:lnTo>
                      <a:pt x="26" y="14"/>
                    </a:lnTo>
                    <a:lnTo>
                      <a:pt x="26" y="8"/>
                    </a:lnTo>
                    <a:lnTo>
                      <a:pt x="26" y="4"/>
                    </a:lnTo>
                    <a:lnTo>
                      <a:pt x="22" y="0"/>
                    </a:lnTo>
                    <a:lnTo>
                      <a:pt x="16" y="6"/>
                    </a:lnTo>
                    <a:lnTo>
                      <a:pt x="12" y="2"/>
                    </a:lnTo>
                    <a:lnTo>
                      <a:pt x="10" y="4"/>
                    </a:lnTo>
                    <a:lnTo>
                      <a:pt x="10" y="4"/>
                    </a:lnTo>
                    <a:lnTo>
                      <a:pt x="6" y="10"/>
                    </a:lnTo>
                    <a:lnTo>
                      <a:pt x="4" y="14"/>
                    </a:lnTo>
                    <a:lnTo>
                      <a:pt x="4" y="18"/>
                    </a:lnTo>
                    <a:lnTo>
                      <a:pt x="4" y="18"/>
                    </a:lnTo>
                    <a:lnTo>
                      <a:pt x="2" y="22"/>
                    </a:lnTo>
                    <a:lnTo>
                      <a:pt x="2" y="24"/>
                    </a:lnTo>
                    <a:lnTo>
                      <a:pt x="0" y="28"/>
                    </a:lnTo>
                    <a:lnTo>
                      <a:pt x="0" y="30"/>
                    </a:lnTo>
                    <a:lnTo>
                      <a:pt x="0" y="30"/>
                    </a:lnTo>
                    <a:lnTo>
                      <a:pt x="4" y="34"/>
                    </a:lnTo>
                    <a:lnTo>
                      <a:pt x="8" y="34"/>
                    </a:lnTo>
                    <a:lnTo>
                      <a:pt x="8" y="34"/>
                    </a:lnTo>
                    <a:lnTo>
                      <a:pt x="12" y="32"/>
                    </a:lnTo>
                    <a:lnTo>
                      <a:pt x="18" y="34"/>
                    </a:lnTo>
                    <a:lnTo>
                      <a:pt x="24" y="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3" name="Freeform 490">
                <a:extLst>
                  <a:ext uri="{FF2B5EF4-FFF2-40B4-BE49-F238E27FC236}">
                    <a16:creationId xmlns:a16="http://schemas.microsoft.com/office/drawing/2014/main" id="{3986A086-CA07-A349-BF6D-639153609178}"/>
                  </a:ext>
                </a:extLst>
              </p:cNvPr>
              <p:cNvSpPr>
                <a:spLocks/>
              </p:cNvSpPr>
              <p:nvPr/>
            </p:nvSpPr>
            <p:spPr bwMode="auto">
              <a:xfrm>
                <a:off x="6187977" y="4251479"/>
                <a:ext cx="196876" cy="280329"/>
              </a:xfrm>
              <a:custGeom>
                <a:avLst/>
                <a:gdLst>
                  <a:gd name="T0" fmla="*/ 12 w 100"/>
                  <a:gd name="T1" fmla="*/ 136 h 140"/>
                  <a:gd name="T2" fmla="*/ 20 w 100"/>
                  <a:gd name="T3" fmla="*/ 136 h 140"/>
                  <a:gd name="T4" fmla="*/ 20 w 100"/>
                  <a:gd name="T5" fmla="*/ 132 h 140"/>
                  <a:gd name="T6" fmla="*/ 26 w 100"/>
                  <a:gd name="T7" fmla="*/ 134 h 140"/>
                  <a:gd name="T8" fmla="*/ 30 w 100"/>
                  <a:gd name="T9" fmla="*/ 134 h 140"/>
                  <a:gd name="T10" fmla="*/ 34 w 100"/>
                  <a:gd name="T11" fmla="*/ 132 h 140"/>
                  <a:gd name="T12" fmla="*/ 40 w 100"/>
                  <a:gd name="T13" fmla="*/ 132 h 140"/>
                  <a:gd name="T14" fmla="*/ 40 w 100"/>
                  <a:gd name="T15" fmla="*/ 126 h 140"/>
                  <a:gd name="T16" fmla="*/ 48 w 100"/>
                  <a:gd name="T17" fmla="*/ 128 h 140"/>
                  <a:gd name="T18" fmla="*/ 52 w 100"/>
                  <a:gd name="T19" fmla="*/ 140 h 140"/>
                  <a:gd name="T20" fmla="*/ 70 w 100"/>
                  <a:gd name="T21" fmla="*/ 130 h 140"/>
                  <a:gd name="T22" fmla="*/ 74 w 100"/>
                  <a:gd name="T23" fmla="*/ 114 h 140"/>
                  <a:gd name="T24" fmla="*/ 76 w 100"/>
                  <a:gd name="T25" fmla="*/ 100 h 140"/>
                  <a:gd name="T26" fmla="*/ 80 w 100"/>
                  <a:gd name="T27" fmla="*/ 84 h 140"/>
                  <a:gd name="T28" fmla="*/ 86 w 100"/>
                  <a:gd name="T29" fmla="*/ 74 h 140"/>
                  <a:gd name="T30" fmla="*/ 92 w 100"/>
                  <a:gd name="T31" fmla="*/ 56 h 140"/>
                  <a:gd name="T32" fmla="*/ 92 w 100"/>
                  <a:gd name="T33" fmla="*/ 36 h 140"/>
                  <a:gd name="T34" fmla="*/ 94 w 100"/>
                  <a:gd name="T35" fmla="*/ 20 h 140"/>
                  <a:gd name="T36" fmla="*/ 100 w 100"/>
                  <a:gd name="T37" fmla="*/ 0 h 140"/>
                  <a:gd name="T38" fmla="*/ 90 w 100"/>
                  <a:gd name="T39" fmla="*/ 4 h 140"/>
                  <a:gd name="T40" fmla="*/ 84 w 100"/>
                  <a:gd name="T41" fmla="*/ 2 h 140"/>
                  <a:gd name="T42" fmla="*/ 80 w 100"/>
                  <a:gd name="T43" fmla="*/ 8 h 140"/>
                  <a:gd name="T44" fmla="*/ 74 w 100"/>
                  <a:gd name="T45" fmla="*/ 12 h 140"/>
                  <a:gd name="T46" fmla="*/ 70 w 100"/>
                  <a:gd name="T47" fmla="*/ 20 h 140"/>
                  <a:gd name="T48" fmla="*/ 72 w 100"/>
                  <a:gd name="T49" fmla="*/ 26 h 140"/>
                  <a:gd name="T50" fmla="*/ 58 w 100"/>
                  <a:gd name="T51" fmla="*/ 24 h 140"/>
                  <a:gd name="T52" fmla="*/ 52 w 100"/>
                  <a:gd name="T53" fmla="*/ 22 h 140"/>
                  <a:gd name="T54" fmla="*/ 42 w 100"/>
                  <a:gd name="T55" fmla="*/ 20 h 140"/>
                  <a:gd name="T56" fmla="*/ 32 w 100"/>
                  <a:gd name="T57" fmla="*/ 30 h 140"/>
                  <a:gd name="T58" fmla="*/ 32 w 100"/>
                  <a:gd name="T59" fmla="*/ 36 h 140"/>
                  <a:gd name="T60" fmla="*/ 38 w 100"/>
                  <a:gd name="T61" fmla="*/ 34 h 140"/>
                  <a:gd name="T62" fmla="*/ 50 w 100"/>
                  <a:gd name="T63" fmla="*/ 36 h 140"/>
                  <a:gd name="T64" fmla="*/ 46 w 100"/>
                  <a:gd name="T65" fmla="*/ 46 h 140"/>
                  <a:gd name="T66" fmla="*/ 38 w 100"/>
                  <a:gd name="T67" fmla="*/ 48 h 140"/>
                  <a:gd name="T68" fmla="*/ 38 w 100"/>
                  <a:gd name="T69" fmla="*/ 58 h 140"/>
                  <a:gd name="T70" fmla="*/ 36 w 100"/>
                  <a:gd name="T71" fmla="*/ 60 h 140"/>
                  <a:gd name="T72" fmla="*/ 40 w 100"/>
                  <a:gd name="T73" fmla="*/ 62 h 140"/>
                  <a:gd name="T74" fmla="*/ 42 w 100"/>
                  <a:gd name="T75" fmla="*/ 70 h 140"/>
                  <a:gd name="T76" fmla="*/ 42 w 100"/>
                  <a:gd name="T77" fmla="*/ 78 h 140"/>
                  <a:gd name="T78" fmla="*/ 44 w 100"/>
                  <a:gd name="T79" fmla="*/ 84 h 140"/>
                  <a:gd name="T80" fmla="*/ 42 w 100"/>
                  <a:gd name="T81" fmla="*/ 88 h 140"/>
                  <a:gd name="T82" fmla="*/ 46 w 100"/>
                  <a:gd name="T83" fmla="*/ 96 h 140"/>
                  <a:gd name="T84" fmla="*/ 44 w 100"/>
                  <a:gd name="T85" fmla="*/ 104 h 140"/>
                  <a:gd name="T86" fmla="*/ 38 w 100"/>
                  <a:gd name="T87" fmla="*/ 98 h 140"/>
                  <a:gd name="T88" fmla="*/ 36 w 100"/>
                  <a:gd name="T89" fmla="*/ 96 h 140"/>
                  <a:gd name="T90" fmla="*/ 26 w 100"/>
                  <a:gd name="T91" fmla="*/ 98 h 140"/>
                  <a:gd name="T92" fmla="*/ 22 w 100"/>
                  <a:gd name="T93" fmla="*/ 94 h 140"/>
                  <a:gd name="T94" fmla="*/ 22 w 100"/>
                  <a:gd name="T95" fmla="*/ 98 h 140"/>
                  <a:gd name="T96" fmla="*/ 14 w 100"/>
                  <a:gd name="T97" fmla="*/ 98 h 140"/>
                  <a:gd name="T98" fmla="*/ 12 w 100"/>
                  <a:gd name="T99" fmla="*/ 102 h 140"/>
                  <a:gd name="T100" fmla="*/ 12 w 100"/>
                  <a:gd name="T101" fmla="*/ 106 h 140"/>
                  <a:gd name="T102" fmla="*/ 14 w 100"/>
                  <a:gd name="T103" fmla="*/ 116 h 140"/>
                  <a:gd name="T104" fmla="*/ 14 w 100"/>
                  <a:gd name="T105" fmla="*/ 122 h 140"/>
                  <a:gd name="T106" fmla="*/ 8 w 100"/>
                  <a:gd name="T107" fmla="*/ 120 h 140"/>
                  <a:gd name="T108" fmla="*/ 2 w 100"/>
                  <a:gd name="T109" fmla="*/ 120 h 140"/>
                  <a:gd name="T110" fmla="*/ 0 w 100"/>
                  <a:gd name="T111" fmla="*/ 128 h 140"/>
                  <a:gd name="T112" fmla="*/ 6 w 100"/>
                  <a:gd name="T113" fmla="*/ 134 h 140"/>
                  <a:gd name="T114" fmla="*/ 8 w 100"/>
                  <a:gd name="T115" fmla="*/ 13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0" h="140">
                    <a:moveTo>
                      <a:pt x="12" y="138"/>
                    </a:moveTo>
                    <a:lnTo>
                      <a:pt x="12" y="138"/>
                    </a:lnTo>
                    <a:lnTo>
                      <a:pt x="12" y="136"/>
                    </a:lnTo>
                    <a:lnTo>
                      <a:pt x="16" y="136"/>
                    </a:lnTo>
                    <a:lnTo>
                      <a:pt x="16" y="136"/>
                    </a:lnTo>
                    <a:lnTo>
                      <a:pt x="20" y="136"/>
                    </a:lnTo>
                    <a:lnTo>
                      <a:pt x="18" y="134"/>
                    </a:lnTo>
                    <a:lnTo>
                      <a:pt x="20" y="132"/>
                    </a:lnTo>
                    <a:lnTo>
                      <a:pt x="20" y="132"/>
                    </a:lnTo>
                    <a:lnTo>
                      <a:pt x="22" y="132"/>
                    </a:lnTo>
                    <a:lnTo>
                      <a:pt x="24" y="132"/>
                    </a:lnTo>
                    <a:lnTo>
                      <a:pt x="26" y="134"/>
                    </a:lnTo>
                    <a:lnTo>
                      <a:pt x="26" y="134"/>
                    </a:lnTo>
                    <a:lnTo>
                      <a:pt x="28" y="134"/>
                    </a:lnTo>
                    <a:lnTo>
                      <a:pt x="30" y="134"/>
                    </a:lnTo>
                    <a:lnTo>
                      <a:pt x="30" y="134"/>
                    </a:lnTo>
                    <a:lnTo>
                      <a:pt x="32" y="132"/>
                    </a:lnTo>
                    <a:lnTo>
                      <a:pt x="34" y="132"/>
                    </a:lnTo>
                    <a:lnTo>
                      <a:pt x="38" y="134"/>
                    </a:lnTo>
                    <a:lnTo>
                      <a:pt x="38" y="134"/>
                    </a:lnTo>
                    <a:lnTo>
                      <a:pt x="40" y="132"/>
                    </a:lnTo>
                    <a:lnTo>
                      <a:pt x="40" y="130"/>
                    </a:lnTo>
                    <a:lnTo>
                      <a:pt x="40" y="126"/>
                    </a:lnTo>
                    <a:lnTo>
                      <a:pt x="40" y="126"/>
                    </a:lnTo>
                    <a:lnTo>
                      <a:pt x="44" y="128"/>
                    </a:lnTo>
                    <a:lnTo>
                      <a:pt x="44" y="128"/>
                    </a:lnTo>
                    <a:lnTo>
                      <a:pt x="48" y="128"/>
                    </a:lnTo>
                    <a:lnTo>
                      <a:pt x="50" y="126"/>
                    </a:lnTo>
                    <a:lnTo>
                      <a:pt x="50" y="136"/>
                    </a:lnTo>
                    <a:lnTo>
                      <a:pt x="52" y="140"/>
                    </a:lnTo>
                    <a:lnTo>
                      <a:pt x="56" y="138"/>
                    </a:lnTo>
                    <a:lnTo>
                      <a:pt x="64" y="136"/>
                    </a:lnTo>
                    <a:lnTo>
                      <a:pt x="70" y="130"/>
                    </a:lnTo>
                    <a:lnTo>
                      <a:pt x="70" y="126"/>
                    </a:lnTo>
                    <a:lnTo>
                      <a:pt x="74" y="120"/>
                    </a:lnTo>
                    <a:lnTo>
                      <a:pt x="74" y="114"/>
                    </a:lnTo>
                    <a:lnTo>
                      <a:pt x="76" y="110"/>
                    </a:lnTo>
                    <a:lnTo>
                      <a:pt x="76" y="106"/>
                    </a:lnTo>
                    <a:lnTo>
                      <a:pt x="76" y="100"/>
                    </a:lnTo>
                    <a:lnTo>
                      <a:pt x="78" y="96"/>
                    </a:lnTo>
                    <a:lnTo>
                      <a:pt x="80" y="90"/>
                    </a:lnTo>
                    <a:lnTo>
                      <a:pt x="80" y="84"/>
                    </a:lnTo>
                    <a:lnTo>
                      <a:pt x="84" y="80"/>
                    </a:lnTo>
                    <a:lnTo>
                      <a:pt x="84" y="82"/>
                    </a:lnTo>
                    <a:lnTo>
                      <a:pt x="86" y="74"/>
                    </a:lnTo>
                    <a:lnTo>
                      <a:pt x="86" y="68"/>
                    </a:lnTo>
                    <a:lnTo>
                      <a:pt x="90" y="62"/>
                    </a:lnTo>
                    <a:lnTo>
                      <a:pt x="92" y="56"/>
                    </a:lnTo>
                    <a:lnTo>
                      <a:pt x="92" y="48"/>
                    </a:lnTo>
                    <a:lnTo>
                      <a:pt x="92" y="42"/>
                    </a:lnTo>
                    <a:lnTo>
                      <a:pt x="92" y="36"/>
                    </a:lnTo>
                    <a:lnTo>
                      <a:pt x="92" y="30"/>
                    </a:lnTo>
                    <a:lnTo>
                      <a:pt x="94" y="24"/>
                    </a:lnTo>
                    <a:lnTo>
                      <a:pt x="94" y="20"/>
                    </a:lnTo>
                    <a:lnTo>
                      <a:pt x="98" y="16"/>
                    </a:lnTo>
                    <a:lnTo>
                      <a:pt x="100" y="10"/>
                    </a:lnTo>
                    <a:lnTo>
                      <a:pt x="100" y="0"/>
                    </a:lnTo>
                    <a:lnTo>
                      <a:pt x="100" y="0"/>
                    </a:lnTo>
                    <a:lnTo>
                      <a:pt x="90" y="4"/>
                    </a:lnTo>
                    <a:lnTo>
                      <a:pt x="90" y="4"/>
                    </a:lnTo>
                    <a:lnTo>
                      <a:pt x="88" y="4"/>
                    </a:lnTo>
                    <a:lnTo>
                      <a:pt x="84" y="2"/>
                    </a:lnTo>
                    <a:lnTo>
                      <a:pt x="84" y="2"/>
                    </a:lnTo>
                    <a:lnTo>
                      <a:pt x="80" y="4"/>
                    </a:lnTo>
                    <a:lnTo>
                      <a:pt x="80" y="8"/>
                    </a:lnTo>
                    <a:lnTo>
                      <a:pt x="80" y="8"/>
                    </a:lnTo>
                    <a:lnTo>
                      <a:pt x="78" y="10"/>
                    </a:lnTo>
                    <a:lnTo>
                      <a:pt x="76" y="12"/>
                    </a:lnTo>
                    <a:lnTo>
                      <a:pt x="74" y="12"/>
                    </a:lnTo>
                    <a:lnTo>
                      <a:pt x="74" y="12"/>
                    </a:lnTo>
                    <a:lnTo>
                      <a:pt x="72" y="14"/>
                    </a:lnTo>
                    <a:lnTo>
                      <a:pt x="70" y="20"/>
                    </a:lnTo>
                    <a:lnTo>
                      <a:pt x="70" y="20"/>
                    </a:lnTo>
                    <a:lnTo>
                      <a:pt x="72" y="26"/>
                    </a:lnTo>
                    <a:lnTo>
                      <a:pt x="72" y="26"/>
                    </a:lnTo>
                    <a:lnTo>
                      <a:pt x="66" y="24"/>
                    </a:lnTo>
                    <a:lnTo>
                      <a:pt x="66" y="24"/>
                    </a:lnTo>
                    <a:lnTo>
                      <a:pt x="58" y="24"/>
                    </a:lnTo>
                    <a:lnTo>
                      <a:pt x="58" y="24"/>
                    </a:lnTo>
                    <a:lnTo>
                      <a:pt x="54" y="24"/>
                    </a:lnTo>
                    <a:lnTo>
                      <a:pt x="52" y="22"/>
                    </a:lnTo>
                    <a:lnTo>
                      <a:pt x="52" y="22"/>
                    </a:lnTo>
                    <a:lnTo>
                      <a:pt x="48" y="20"/>
                    </a:lnTo>
                    <a:lnTo>
                      <a:pt x="42" y="20"/>
                    </a:lnTo>
                    <a:lnTo>
                      <a:pt x="32" y="20"/>
                    </a:lnTo>
                    <a:lnTo>
                      <a:pt x="32" y="20"/>
                    </a:lnTo>
                    <a:lnTo>
                      <a:pt x="32" y="30"/>
                    </a:lnTo>
                    <a:lnTo>
                      <a:pt x="32" y="30"/>
                    </a:lnTo>
                    <a:lnTo>
                      <a:pt x="32" y="34"/>
                    </a:lnTo>
                    <a:lnTo>
                      <a:pt x="32" y="36"/>
                    </a:lnTo>
                    <a:lnTo>
                      <a:pt x="34" y="36"/>
                    </a:lnTo>
                    <a:lnTo>
                      <a:pt x="34" y="36"/>
                    </a:lnTo>
                    <a:lnTo>
                      <a:pt x="38" y="34"/>
                    </a:lnTo>
                    <a:lnTo>
                      <a:pt x="42" y="34"/>
                    </a:lnTo>
                    <a:lnTo>
                      <a:pt x="42" y="34"/>
                    </a:lnTo>
                    <a:lnTo>
                      <a:pt x="50" y="36"/>
                    </a:lnTo>
                    <a:lnTo>
                      <a:pt x="48" y="46"/>
                    </a:lnTo>
                    <a:lnTo>
                      <a:pt x="48" y="46"/>
                    </a:lnTo>
                    <a:lnTo>
                      <a:pt x="46" y="46"/>
                    </a:lnTo>
                    <a:lnTo>
                      <a:pt x="42" y="46"/>
                    </a:lnTo>
                    <a:lnTo>
                      <a:pt x="42" y="46"/>
                    </a:lnTo>
                    <a:lnTo>
                      <a:pt x="38" y="48"/>
                    </a:lnTo>
                    <a:lnTo>
                      <a:pt x="36" y="52"/>
                    </a:lnTo>
                    <a:lnTo>
                      <a:pt x="36" y="52"/>
                    </a:lnTo>
                    <a:lnTo>
                      <a:pt x="38" y="58"/>
                    </a:lnTo>
                    <a:lnTo>
                      <a:pt x="38" y="58"/>
                    </a:lnTo>
                    <a:lnTo>
                      <a:pt x="36" y="58"/>
                    </a:lnTo>
                    <a:lnTo>
                      <a:pt x="36" y="60"/>
                    </a:lnTo>
                    <a:lnTo>
                      <a:pt x="36" y="60"/>
                    </a:lnTo>
                    <a:lnTo>
                      <a:pt x="36" y="60"/>
                    </a:lnTo>
                    <a:lnTo>
                      <a:pt x="40" y="62"/>
                    </a:lnTo>
                    <a:lnTo>
                      <a:pt x="42" y="66"/>
                    </a:lnTo>
                    <a:lnTo>
                      <a:pt x="42" y="66"/>
                    </a:lnTo>
                    <a:lnTo>
                      <a:pt x="42" y="70"/>
                    </a:lnTo>
                    <a:lnTo>
                      <a:pt x="42" y="74"/>
                    </a:lnTo>
                    <a:lnTo>
                      <a:pt x="42" y="74"/>
                    </a:lnTo>
                    <a:lnTo>
                      <a:pt x="42" y="78"/>
                    </a:lnTo>
                    <a:lnTo>
                      <a:pt x="44" y="80"/>
                    </a:lnTo>
                    <a:lnTo>
                      <a:pt x="44" y="80"/>
                    </a:lnTo>
                    <a:lnTo>
                      <a:pt x="44" y="84"/>
                    </a:lnTo>
                    <a:lnTo>
                      <a:pt x="42" y="86"/>
                    </a:lnTo>
                    <a:lnTo>
                      <a:pt x="42" y="86"/>
                    </a:lnTo>
                    <a:lnTo>
                      <a:pt x="42" y="88"/>
                    </a:lnTo>
                    <a:lnTo>
                      <a:pt x="42" y="88"/>
                    </a:lnTo>
                    <a:lnTo>
                      <a:pt x="46" y="90"/>
                    </a:lnTo>
                    <a:lnTo>
                      <a:pt x="46" y="96"/>
                    </a:lnTo>
                    <a:lnTo>
                      <a:pt x="46" y="96"/>
                    </a:lnTo>
                    <a:lnTo>
                      <a:pt x="44" y="102"/>
                    </a:lnTo>
                    <a:lnTo>
                      <a:pt x="44" y="104"/>
                    </a:lnTo>
                    <a:lnTo>
                      <a:pt x="42" y="102"/>
                    </a:lnTo>
                    <a:lnTo>
                      <a:pt x="42" y="102"/>
                    </a:lnTo>
                    <a:lnTo>
                      <a:pt x="38" y="98"/>
                    </a:lnTo>
                    <a:lnTo>
                      <a:pt x="38" y="96"/>
                    </a:lnTo>
                    <a:lnTo>
                      <a:pt x="36" y="96"/>
                    </a:lnTo>
                    <a:lnTo>
                      <a:pt x="36" y="96"/>
                    </a:lnTo>
                    <a:lnTo>
                      <a:pt x="30" y="96"/>
                    </a:lnTo>
                    <a:lnTo>
                      <a:pt x="26" y="98"/>
                    </a:lnTo>
                    <a:lnTo>
                      <a:pt x="26" y="98"/>
                    </a:lnTo>
                    <a:lnTo>
                      <a:pt x="26" y="96"/>
                    </a:lnTo>
                    <a:lnTo>
                      <a:pt x="22" y="94"/>
                    </a:lnTo>
                    <a:lnTo>
                      <a:pt x="22" y="94"/>
                    </a:lnTo>
                    <a:lnTo>
                      <a:pt x="20" y="94"/>
                    </a:lnTo>
                    <a:lnTo>
                      <a:pt x="20" y="94"/>
                    </a:lnTo>
                    <a:lnTo>
                      <a:pt x="22" y="98"/>
                    </a:lnTo>
                    <a:lnTo>
                      <a:pt x="20" y="98"/>
                    </a:lnTo>
                    <a:lnTo>
                      <a:pt x="20" y="98"/>
                    </a:lnTo>
                    <a:lnTo>
                      <a:pt x="14" y="98"/>
                    </a:lnTo>
                    <a:lnTo>
                      <a:pt x="12" y="98"/>
                    </a:lnTo>
                    <a:lnTo>
                      <a:pt x="12" y="102"/>
                    </a:lnTo>
                    <a:lnTo>
                      <a:pt x="12" y="102"/>
                    </a:lnTo>
                    <a:lnTo>
                      <a:pt x="14" y="104"/>
                    </a:lnTo>
                    <a:lnTo>
                      <a:pt x="12" y="106"/>
                    </a:lnTo>
                    <a:lnTo>
                      <a:pt x="12" y="106"/>
                    </a:lnTo>
                    <a:lnTo>
                      <a:pt x="12" y="108"/>
                    </a:lnTo>
                    <a:lnTo>
                      <a:pt x="12" y="110"/>
                    </a:lnTo>
                    <a:lnTo>
                      <a:pt x="14" y="116"/>
                    </a:lnTo>
                    <a:lnTo>
                      <a:pt x="14" y="116"/>
                    </a:lnTo>
                    <a:lnTo>
                      <a:pt x="16" y="120"/>
                    </a:lnTo>
                    <a:lnTo>
                      <a:pt x="14" y="122"/>
                    </a:lnTo>
                    <a:lnTo>
                      <a:pt x="12" y="122"/>
                    </a:lnTo>
                    <a:lnTo>
                      <a:pt x="12" y="122"/>
                    </a:lnTo>
                    <a:lnTo>
                      <a:pt x="8" y="120"/>
                    </a:lnTo>
                    <a:lnTo>
                      <a:pt x="4" y="118"/>
                    </a:lnTo>
                    <a:lnTo>
                      <a:pt x="4" y="118"/>
                    </a:lnTo>
                    <a:lnTo>
                      <a:pt x="2" y="120"/>
                    </a:lnTo>
                    <a:lnTo>
                      <a:pt x="0" y="124"/>
                    </a:lnTo>
                    <a:lnTo>
                      <a:pt x="0" y="128"/>
                    </a:lnTo>
                    <a:lnTo>
                      <a:pt x="0" y="128"/>
                    </a:lnTo>
                    <a:lnTo>
                      <a:pt x="2" y="130"/>
                    </a:lnTo>
                    <a:lnTo>
                      <a:pt x="6" y="132"/>
                    </a:lnTo>
                    <a:lnTo>
                      <a:pt x="6" y="134"/>
                    </a:lnTo>
                    <a:lnTo>
                      <a:pt x="8" y="134"/>
                    </a:lnTo>
                    <a:lnTo>
                      <a:pt x="8" y="134"/>
                    </a:lnTo>
                    <a:lnTo>
                      <a:pt x="8" y="138"/>
                    </a:lnTo>
                    <a:lnTo>
                      <a:pt x="12" y="13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4" name="Freeform 216">
                <a:extLst>
                  <a:ext uri="{FF2B5EF4-FFF2-40B4-BE49-F238E27FC236}">
                    <a16:creationId xmlns:a16="http://schemas.microsoft.com/office/drawing/2014/main" id="{D536A1B1-3DEF-7544-B9CD-FA8CB70A24C5}"/>
                  </a:ext>
                </a:extLst>
              </p:cNvPr>
              <p:cNvSpPr>
                <a:spLocks noEditPoints="1"/>
              </p:cNvSpPr>
              <p:nvPr/>
            </p:nvSpPr>
            <p:spPr bwMode="auto">
              <a:xfrm>
                <a:off x="6258419" y="3582693"/>
                <a:ext cx="278155" cy="548645"/>
              </a:xfrm>
              <a:custGeom>
                <a:avLst/>
                <a:gdLst>
                  <a:gd name="T0" fmla="*/ 18 w 142"/>
                  <a:gd name="T1" fmla="*/ 182 h 274"/>
                  <a:gd name="T2" fmla="*/ 18 w 142"/>
                  <a:gd name="T3" fmla="*/ 188 h 274"/>
                  <a:gd name="T4" fmla="*/ 22 w 142"/>
                  <a:gd name="T5" fmla="*/ 194 h 274"/>
                  <a:gd name="T6" fmla="*/ 22 w 142"/>
                  <a:gd name="T7" fmla="*/ 202 h 274"/>
                  <a:gd name="T8" fmla="*/ 18 w 142"/>
                  <a:gd name="T9" fmla="*/ 208 h 274"/>
                  <a:gd name="T10" fmla="*/ 22 w 142"/>
                  <a:gd name="T11" fmla="*/ 218 h 274"/>
                  <a:gd name="T12" fmla="*/ 24 w 142"/>
                  <a:gd name="T13" fmla="*/ 226 h 274"/>
                  <a:gd name="T14" fmla="*/ 24 w 142"/>
                  <a:gd name="T15" fmla="*/ 232 h 274"/>
                  <a:gd name="T16" fmla="*/ 12 w 142"/>
                  <a:gd name="T17" fmla="*/ 232 h 274"/>
                  <a:gd name="T18" fmla="*/ 6 w 142"/>
                  <a:gd name="T19" fmla="*/ 238 h 274"/>
                  <a:gd name="T20" fmla="*/ 6 w 142"/>
                  <a:gd name="T21" fmla="*/ 242 h 274"/>
                  <a:gd name="T22" fmla="*/ 18 w 142"/>
                  <a:gd name="T23" fmla="*/ 260 h 274"/>
                  <a:gd name="T24" fmla="*/ 22 w 142"/>
                  <a:gd name="T25" fmla="*/ 274 h 274"/>
                  <a:gd name="T26" fmla="*/ 32 w 142"/>
                  <a:gd name="T27" fmla="*/ 268 h 274"/>
                  <a:gd name="T28" fmla="*/ 38 w 142"/>
                  <a:gd name="T29" fmla="*/ 270 h 274"/>
                  <a:gd name="T30" fmla="*/ 60 w 142"/>
                  <a:gd name="T31" fmla="*/ 266 h 274"/>
                  <a:gd name="T32" fmla="*/ 70 w 142"/>
                  <a:gd name="T33" fmla="*/ 256 h 274"/>
                  <a:gd name="T34" fmla="*/ 74 w 142"/>
                  <a:gd name="T35" fmla="*/ 254 h 274"/>
                  <a:gd name="T36" fmla="*/ 72 w 142"/>
                  <a:gd name="T37" fmla="*/ 246 h 274"/>
                  <a:gd name="T38" fmla="*/ 78 w 142"/>
                  <a:gd name="T39" fmla="*/ 242 h 274"/>
                  <a:gd name="T40" fmla="*/ 86 w 142"/>
                  <a:gd name="T41" fmla="*/ 240 h 274"/>
                  <a:gd name="T42" fmla="*/ 94 w 142"/>
                  <a:gd name="T43" fmla="*/ 236 h 274"/>
                  <a:gd name="T44" fmla="*/ 100 w 142"/>
                  <a:gd name="T45" fmla="*/ 230 h 274"/>
                  <a:gd name="T46" fmla="*/ 108 w 142"/>
                  <a:gd name="T47" fmla="*/ 226 h 274"/>
                  <a:gd name="T48" fmla="*/ 112 w 142"/>
                  <a:gd name="T49" fmla="*/ 220 h 274"/>
                  <a:gd name="T50" fmla="*/ 118 w 142"/>
                  <a:gd name="T51" fmla="*/ 216 h 274"/>
                  <a:gd name="T52" fmla="*/ 118 w 142"/>
                  <a:gd name="T53" fmla="*/ 210 h 274"/>
                  <a:gd name="T54" fmla="*/ 116 w 142"/>
                  <a:gd name="T55" fmla="*/ 204 h 274"/>
                  <a:gd name="T56" fmla="*/ 116 w 142"/>
                  <a:gd name="T57" fmla="*/ 198 h 274"/>
                  <a:gd name="T58" fmla="*/ 114 w 142"/>
                  <a:gd name="T59" fmla="*/ 192 h 274"/>
                  <a:gd name="T60" fmla="*/ 118 w 142"/>
                  <a:gd name="T61" fmla="*/ 186 h 274"/>
                  <a:gd name="T62" fmla="*/ 112 w 142"/>
                  <a:gd name="T63" fmla="*/ 182 h 274"/>
                  <a:gd name="T64" fmla="*/ 106 w 142"/>
                  <a:gd name="T65" fmla="*/ 184 h 274"/>
                  <a:gd name="T66" fmla="*/ 106 w 142"/>
                  <a:gd name="T67" fmla="*/ 178 h 274"/>
                  <a:gd name="T68" fmla="*/ 110 w 142"/>
                  <a:gd name="T69" fmla="*/ 174 h 274"/>
                  <a:gd name="T70" fmla="*/ 112 w 142"/>
                  <a:gd name="T71" fmla="*/ 168 h 274"/>
                  <a:gd name="T72" fmla="*/ 116 w 142"/>
                  <a:gd name="T73" fmla="*/ 160 h 274"/>
                  <a:gd name="T74" fmla="*/ 118 w 142"/>
                  <a:gd name="T75" fmla="*/ 152 h 274"/>
                  <a:gd name="T76" fmla="*/ 122 w 142"/>
                  <a:gd name="T77" fmla="*/ 146 h 274"/>
                  <a:gd name="T78" fmla="*/ 122 w 142"/>
                  <a:gd name="T79" fmla="*/ 140 h 274"/>
                  <a:gd name="T80" fmla="*/ 126 w 142"/>
                  <a:gd name="T81" fmla="*/ 134 h 274"/>
                  <a:gd name="T82" fmla="*/ 132 w 142"/>
                  <a:gd name="T83" fmla="*/ 132 h 274"/>
                  <a:gd name="T84" fmla="*/ 142 w 142"/>
                  <a:gd name="T85" fmla="*/ 132 h 274"/>
                  <a:gd name="T86" fmla="*/ 12 w 142"/>
                  <a:gd name="T87" fmla="*/ 10 h 274"/>
                  <a:gd name="T88" fmla="*/ 24 w 142"/>
                  <a:gd name="T89" fmla="*/ 50 h 274"/>
                  <a:gd name="T90" fmla="*/ 26 w 142"/>
                  <a:gd name="T91" fmla="*/ 58 h 274"/>
                  <a:gd name="T92" fmla="*/ 22 w 142"/>
                  <a:gd name="T93" fmla="*/ 72 h 274"/>
                  <a:gd name="T94" fmla="*/ 0 w 142"/>
                  <a:gd name="T95" fmla="*/ 146 h 274"/>
                  <a:gd name="T96" fmla="*/ 2 w 142"/>
                  <a:gd name="T97" fmla="*/ 160 h 274"/>
                  <a:gd name="T98" fmla="*/ 6 w 142"/>
                  <a:gd name="T99" fmla="*/ 160 h 274"/>
                  <a:gd name="T100" fmla="*/ 14 w 142"/>
                  <a:gd name="T101" fmla="*/ 168 h 274"/>
                  <a:gd name="T102" fmla="*/ 24 w 142"/>
                  <a:gd name="T103" fmla="*/ 168 h 274"/>
                  <a:gd name="T104" fmla="*/ 24 w 142"/>
                  <a:gd name="T105" fmla="*/ 174 h 274"/>
                  <a:gd name="T106" fmla="*/ 20 w 142"/>
                  <a:gd name="T107" fmla="*/ 172 h 274"/>
                  <a:gd name="T108" fmla="*/ 10 w 142"/>
                  <a:gd name="T109" fmla="*/ 174 h 274"/>
                  <a:gd name="T110" fmla="*/ 2 w 142"/>
                  <a:gd name="T111" fmla="*/ 16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2" h="274">
                    <a:moveTo>
                      <a:pt x="8" y="174"/>
                    </a:moveTo>
                    <a:lnTo>
                      <a:pt x="8" y="174"/>
                    </a:lnTo>
                    <a:lnTo>
                      <a:pt x="18" y="182"/>
                    </a:lnTo>
                    <a:lnTo>
                      <a:pt x="18" y="182"/>
                    </a:lnTo>
                    <a:lnTo>
                      <a:pt x="18" y="186"/>
                    </a:lnTo>
                    <a:lnTo>
                      <a:pt x="18" y="188"/>
                    </a:lnTo>
                    <a:lnTo>
                      <a:pt x="18" y="190"/>
                    </a:lnTo>
                    <a:lnTo>
                      <a:pt x="18" y="190"/>
                    </a:lnTo>
                    <a:lnTo>
                      <a:pt x="22" y="194"/>
                    </a:lnTo>
                    <a:lnTo>
                      <a:pt x="22" y="198"/>
                    </a:lnTo>
                    <a:lnTo>
                      <a:pt x="22" y="198"/>
                    </a:lnTo>
                    <a:lnTo>
                      <a:pt x="22" y="202"/>
                    </a:lnTo>
                    <a:lnTo>
                      <a:pt x="22" y="202"/>
                    </a:lnTo>
                    <a:lnTo>
                      <a:pt x="20" y="204"/>
                    </a:lnTo>
                    <a:lnTo>
                      <a:pt x="18" y="208"/>
                    </a:lnTo>
                    <a:lnTo>
                      <a:pt x="18" y="208"/>
                    </a:lnTo>
                    <a:lnTo>
                      <a:pt x="20" y="214"/>
                    </a:lnTo>
                    <a:lnTo>
                      <a:pt x="22" y="218"/>
                    </a:lnTo>
                    <a:lnTo>
                      <a:pt x="22" y="218"/>
                    </a:lnTo>
                    <a:lnTo>
                      <a:pt x="22" y="222"/>
                    </a:lnTo>
                    <a:lnTo>
                      <a:pt x="24" y="226"/>
                    </a:lnTo>
                    <a:lnTo>
                      <a:pt x="24" y="226"/>
                    </a:lnTo>
                    <a:lnTo>
                      <a:pt x="24" y="230"/>
                    </a:lnTo>
                    <a:lnTo>
                      <a:pt x="24" y="232"/>
                    </a:lnTo>
                    <a:lnTo>
                      <a:pt x="24" y="232"/>
                    </a:lnTo>
                    <a:lnTo>
                      <a:pt x="18" y="232"/>
                    </a:lnTo>
                    <a:lnTo>
                      <a:pt x="12" y="232"/>
                    </a:lnTo>
                    <a:lnTo>
                      <a:pt x="8" y="234"/>
                    </a:lnTo>
                    <a:lnTo>
                      <a:pt x="8" y="234"/>
                    </a:lnTo>
                    <a:lnTo>
                      <a:pt x="6" y="238"/>
                    </a:lnTo>
                    <a:lnTo>
                      <a:pt x="6" y="240"/>
                    </a:lnTo>
                    <a:lnTo>
                      <a:pt x="6" y="242"/>
                    </a:lnTo>
                    <a:lnTo>
                      <a:pt x="6" y="242"/>
                    </a:lnTo>
                    <a:lnTo>
                      <a:pt x="16" y="254"/>
                    </a:lnTo>
                    <a:lnTo>
                      <a:pt x="16" y="254"/>
                    </a:lnTo>
                    <a:lnTo>
                      <a:pt x="18" y="260"/>
                    </a:lnTo>
                    <a:lnTo>
                      <a:pt x="20" y="266"/>
                    </a:lnTo>
                    <a:lnTo>
                      <a:pt x="16" y="274"/>
                    </a:lnTo>
                    <a:lnTo>
                      <a:pt x="22" y="274"/>
                    </a:lnTo>
                    <a:lnTo>
                      <a:pt x="28" y="274"/>
                    </a:lnTo>
                    <a:lnTo>
                      <a:pt x="32" y="268"/>
                    </a:lnTo>
                    <a:lnTo>
                      <a:pt x="32" y="268"/>
                    </a:lnTo>
                    <a:lnTo>
                      <a:pt x="34" y="270"/>
                    </a:lnTo>
                    <a:lnTo>
                      <a:pt x="38" y="270"/>
                    </a:lnTo>
                    <a:lnTo>
                      <a:pt x="38" y="270"/>
                    </a:lnTo>
                    <a:lnTo>
                      <a:pt x="54" y="268"/>
                    </a:lnTo>
                    <a:lnTo>
                      <a:pt x="54" y="268"/>
                    </a:lnTo>
                    <a:lnTo>
                      <a:pt x="60" y="266"/>
                    </a:lnTo>
                    <a:lnTo>
                      <a:pt x="64" y="260"/>
                    </a:lnTo>
                    <a:lnTo>
                      <a:pt x="64" y="260"/>
                    </a:lnTo>
                    <a:lnTo>
                      <a:pt x="70" y="256"/>
                    </a:lnTo>
                    <a:lnTo>
                      <a:pt x="74" y="254"/>
                    </a:lnTo>
                    <a:lnTo>
                      <a:pt x="74" y="254"/>
                    </a:lnTo>
                    <a:lnTo>
                      <a:pt x="74" y="254"/>
                    </a:lnTo>
                    <a:lnTo>
                      <a:pt x="72" y="252"/>
                    </a:lnTo>
                    <a:lnTo>
                      <a:pt x="70" y="250"/>
                    </a:lnTo>
                    <a:lnTo>
                      <a:pt x="72" y="246"/>
                    </a:lnTo>
                    <a:lnTo>
                      <a:pt x="72" y="246"/>
                    </a:lnTo>
                    <a:lnTo>
                      <a:pt x="74" y="244"/>
                    </a:lnTo>
                    <a:lnTo>
                      <a:pt x="78" y="242"/>
                    </a:lnTo>
                    <a:lnTo>
                      <a:pt x="84" y="242"/>
                    </a:lnTo>
                    <a:lnTo>
                      <a:pt x="86" y="240"/>
                    </a:lnTo>
                    <a:lnTo>
                      <a:pt x="86" y="240"/>
                    </a:lnTo>
                    <a:lnTo>
                      <a:pt x="90" y="238"/>
                    </a:lnTo>
                    <a:lnTo>
                      <a:pt x="94" y="236"/>
                    </a:lnTo>
                    <a:lnTo>
                      <a:pt x="94" y="236"/>
                    </a:lnTo>
                    <a:lnTo>
                      <a:pt x="96" y="236"/>
                    </a:lnTo>
                    <a:lnTo>
                      <a:pt x="98" y="234"/>
                    </a:lnTo>
                    <a:lnTo>
                      <a:pt x="100" y="230"/>
                    </a:lnTo>
                    <a:lnTo>
                      <a:pt x="100" y="230"/>
                    </a:lnTo>
                    <a:lnTo>
                      <a:pt x="108" y="226"/>
                    </a:lnTo>
                    <a:lnTo>
                      <a:pt x="108" y="226"/>
                    </a:lnTo>
                    <a:lnTo>
                      <a:pt x="110" y="224"/>
                    </a:lnTo>
                    <a:lnTo>
                      <a:pt x="112" y="220"/>
                    </a:lnTo>
                    <a:lnTo>
                      <a:pt x="112" y="220"/>
                    </a:lnTo>
                    <a:lnTo>
                      <a:pt x="114" y="218"/>
                    </a:lnTo>
                    <a:lnTo>
                      <a:pt x="116" y="216"/>
                    </a:lnTo>
                    <a:lnTo>
                      <a:pt x="118" y="216"/>
                    </a:lnTo>
                    <a:lnTo>
                      <a:pt x="118" y="216"/>
                    </a:lnTo>
                    <a:lnTo>
                      <a:pt x="118" y="214"/>
                    </a:lnTo>
                    <a:lnTo>
                      <a:pt x="118" y="210"/>
                    </a:lnTo>
                    <a:lnTo>
                      <a:pt x="118" y="210"/>
                    </a:lnTo>
                    <a:lnTo>
                      <a:pt x="114" y="206"/>
                    </a:lnTo>
                    <a:lnTo>
                      <a:pt x="116" y="204"/>
                    </a:lnTo>
                    <a:lnTo>
                      <a:pt x="116" y="204"/>
                    </a:lnTo>
                    <a:lnTo>
                      <a:pt x="116" y="198"/>
                    </a:lnTo>
                    <a:lnTo>
                      <a:pt x="116" y="198"/>
                    </a:lnTo>
                    <a:lnTo>
                      <a:pt x="114" y="194"/>
                    </a:lnTo>
                    <a:lnTo>
                      <a:pt x="114" y="194"/>
                    </a:lnTo>
                    <a:lnTo>
                      <a:pt x="114" y="192"/>
                    </a:lnTo>
                    <a:lnTo>
                      <a:pt x="116" y="190"/>
                    </a:lnTo>
                    <a:lnTo>
                      <a:pt x="118" y="188"/>
                    </a:lnTo>
                    <a:lnTo>
                      <a:pt x="118" y="186"/>
                    </a:lnTo>
                    <a:lnTo>
                      <a:pt x="118" y="186"/>
                    </a:lnTo>
                    <a:lnTo>
                      <a:pt x="114" y="184"/>
                    </a:lnTo>
                    <a:lnTo>
                      <a:pt x="112" y="182"/>
                    </a:lnTo>
                    <a:lnTo>
                      <a:pt x="112" y="182"/>
                    </a:lnTo>
                    <a:lnTo>
                      <a:pt x="108" y="184"/>
                    </a:lnTo>
                    <a:lnTo>
                      <a:pt x="106" y="184"/>
                    </a:lnTo>
                    <a:lnTo>
                      <a:pt x="106" y="182"/>
                    </a:lnTo>
                    <a:lnTo>
                      <a:pt x="106" y="182"/>
                    </a:lnTo>
                    <a:lnTo>
                      <a:pt x="106" y="178"/>
                    </a:lnTo>
                    <a:lnTo>
                      <a:pt x="106" y="176"/>
                    </a:lnTo>
                    <a:lnTo>
                      <a:pt x="106" y="176"/>
                    </a:lnTo>
                    <a:lnTo>
                      <a:pt x="110" y="174"/>
                    </a:lnTo>
                    <a:lnTo>
                      <a:pt x="110" y="170"/>
                    </a:lnTo>
                    <a:lnTo>
                      <a:pt x="110" y="170"/>
                    </a:lnTo>
                    <a:lnTo>
                      <a:pt x="112" y="168"/>
                    </a:lnTo>
                    <a:lnTo>
                      <a:pt x="114" y="166"/>
                    </a:lnTo>
                    <a:lnTo>
                      <a:pt x="114" y="166"/>
                    </a:lnTo>
                    <a:lnTo>
                      <a:pt x="116" y="160"/>
                    </a:lnTo>
                    <a:lnTo>
                      <a:pt x="118" y="156"/>
                    </a:lnTo>
                    <a:lnTo>
                      <a:pt x="118" y="156"/>
                    </a:lnTo>
                    <a:lnTo>
                      <a:pt x="118" y="152"/>
                    </a:lnTo>
                    <a:lnTo>
                      <a:pt x="120" y="150"/>
                    </a:lnTo>
                    <a:lnTo>
                      <a:pt x="120" y="150"/>
                    </a:lnTo>
                    <a:lnTo>
                      <a:pt x="122" y="146"/>
                    </a:lnTo>
                    <a:lnTo>
                      <a:pt x="122" y="142"/>
                    </a:lnTo>
                    <a:lnTo>
                      <a:pt x="122" y="142"/>
                    </a:lnTo>
                    <a:lnTo>
                      <a:pt x="122" y="140"/>
                    </a:lnTo>
                    <a:lnTo>
                      <a:pt x="122" y="138"/>
                    </a:lnTo>
                    <a:lnTo>
                      <a:pt x="126" y="134"/>
                    </a:lnTo>
                    <a:lnTo>
                      <a:pt x="126" y="134"/>
                    </a:lnTo>
                    <a:lnTo>
                      <a:pt x="126" y="132"/>
                    </a:lnTo>
                    <a:lnTo>
                      <a:pt x="128" y="132"/>
                    </a:lnTo>
                    <a:lnTo>
                      <a:pt x="132" y="132"/>
                    </a:lnTo>
                    <a:lnTo>
                      <a:pt x="132" y="132"/>
                    </a:lnTo>
                    <a:lnTo>
                      <a:pt x="138" y="134"/>
                    </a:lnTo>
                    <a:lnTo>
                      <a:pt x="142" y="132"/>
                    </a:lnTo>
                    <a:lnTo>
                      <a:pt x="142" y="70"/>
                    </a:lnTo>
                    <a:lnTo>
                      <a:pt x="26" y="0"/>
                    </a:lnTo>
                    <a:lnTo>
                      <a:pt x="12" y="10"/>
                    </a:lnTo>
                    <a:lnTo>
                      <a:pt x="20" y="44"/>
                    </a:lnTo>
                    <a:lnTo>
                      <a:pt x="20" y="44"/>
                    </a:lnTo>
                    <a:lnTo>
                      <a:pt x="24" y="50"/>
                    </a:lnTo>
                    <a:lnTo>
                      <a:pt x="26" y="54"/>
                    </a:lnTo>
                    <a:lnTo>
                      <a:pt x="26" y="58"/>
                    </a:lnTo>
                    <a:lnTo>
                      <a:pt x="26" y="58"/>
                    </a:lnTo>
                    <a:lnTo>
                      <a:pt x="22" y="64"/>
                    </a:lnTo>
                    <a:lnTo>
                      <a:pt x="22" y="72"/>
                    </a:lnTo>
                    <a:lnTo>
                      <a:pt x="22" y="72"/>
                    </a:lnTo>
                    <a:lnTo>
                      <a:pt x="20" y="102"/>
                    </a:lnTo>
                    <a:lnTo>
                      <a:pt x="22" y="128"/>
                    </a:lnTo>
                    <a:lnTo>
                      <a:pt x="0" y="146"/>
                    </a:lnTo>
                    <a:lnTo>
                      <a:pt x="0" y="160"/>
                    </a:lnTo>
                    <a:lnTo>
                      <a:pt x="8" y="174"/>
                    </a:lnTo>
                    <a:close/>
                    <a:moveTo>
                      <a:pt x="2" y="160"/>
                    </a:moveTo>
                    <a:lnTo>
                      <a:pt x="2" y="160"/>
                    </a:lnTo>
                    <a:lnTo>
                      <a:pt x="6" y="160"/>
                    </a:lnTo>
                    <a:lnTo>
                      <a:pt x="6" y="160"/>
                    </a:lnTo>
                    <a:lnTo>
                      <a:pt x="6" y="164"/>
                    </a:lnTo>
                    <a:lnTo>
                      <a:pt x="6" y="164"/>
                    </a:lnTo>
                    <a:lnTo>
                      <a:pt x="14" y="168"/>
                    </a:lnTo>
                    <a:lnTo>
                      <a:pt x="14" y="168"/>
                    </a:lnTo>
                    <a:lnTo>
                      <a:pt x="24" y="168"/>
                    </a:lnTo>
                    <a:lnTo>
                      <a:pt x="24" y="168"/>
                    </a:lnTo>
                    <a:lnTo>
                      <a:pt x="24" y="174"/>
                    </a:lnTo>
                    <a:lnTo>
                      <a:pt x="24" y="174"/>
                    </a:lnTo>
                    <a:lnTo>
                      <a:pt x="24" y="174"/>
                    </a:lnTo>
                    <a:lnTo>
                      <a:pt x="22" y="174"/>
                    </a:lnTo>
                    <a:lnTo>
                      <a:pt x="22" y="174"/>
                    </a:lnTo>
                    <a:lnTo>
                      <a:pt x="20" y="172"/>
                    </a:lnTo>
                    <a:lnTo>
                      <a:pt x="20" y="172"/>
                    </a:lnTo>
                    <a:lnTo>
                      <a:pt x="14" y="172"/>
                    </a:lnTo>
                    <a:lnTo>
                      <a:pt x="10" y="174"/>
                    </a:lnTo>
                    <a:lnTo>
                      <a:pt x="10" y="174"/>
                    </a:lnTo>
                    <a:lnTo>
                      <a:pt x="2" y="160"/>
                    </a:lnTo>
                    <a:lnTo>
                      <a:pt x="2"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5" name="Freeform 217">
                <a:extLst>
                  <a:ext uri="{FF2B5EF4-FFF2-40B4-BE49-F238E27FC236}">
                    <a16:creationId xmlns:a16="http://schemas.microsoft.com/office/drawing/2014/main" id="{061F0331-905C-0447-A9E9-D095C93BD912}"/>
                  </a:ext>
                </a:extLst>
              </p:cNvPr>
              <p:cNvSpPr>
                <a:spLocks/>
              </p:cNvSpPr>
              <p:nvPr/>
            </p:nvSpPr>
            <p:spPr bwMode="auto">
              <a:xfrm>
                <a:off x="6262031" y="4015201"/>
                <a:ext cx="348598" cy="260305"/>
              </a:xfrm>
              <a:custGeom>
                <a:avLst/>
                <a:gdLst>
                  <a:gd name="T0" fmla="*/ 64 w 178"/>
                  <a:gd name="T1" fmla="*/ 106 h 130"/>
                  <a:gd name="T2" fmla="*/ 70 w 178"/>
                  <a:gd name="T3" fmla="*/ 98 h 130"/>
                  <a:gd name="T4" fmla="*/ 76 w 178"/>
                  <a:gd name="T5" fmla="*/ 90 h 130"/>
                  <a:gd name="T6" fmla="*/ 86 w 178"/>
                  <a:gd name="T7" fmla="*/ 92 h 130"/>
                  <a:gd name="T8" fmla="*/ 94 w 178"/>
                  <a:gd name="T9" fmla="*/ 98 h 130"/>
                  <a:gd name="T10" fmla="*/ 106 w 178"/>
                  <a:gd name="T11" fmla="*/ 100 h 130"/>
                  <a:gd name="T12" fmla="*/ 114 w 178"/>
                  <a:gd name="T13" fmla="*/ 102 h 130"/>
                  <a:gd name="T14" fmla="*/ 122 w 178"/>
                  <a:gd name="T15" fmla="*/ 100 h 130"/>
                  <a:gd name="T16" fmla="*/ 126 w 178"/>
                  <a:gd name="T17" fmla="*/ 96 h 130"/>
                  <a:gd name="T18" fmla="*/ 132 w 178"/>
                  <a:gd name="T19" fmla="*/ 100 h 130"/>
                  <a:gd name="T20" fmla="*/ 142 w 178"/>
                  <a:gd name="T21" fmla="*/ 98 h 130"/>
                  <a:gd name="T22" fmla="*/ 142 w 178"/>
                  <a:gd name="T23" fmla="*/ 94 h 130"/>
                  <a:gd name="T24" fmla="*/ 146 w 178"/>
                  <a:gd name="T25" fmla="*/ 94 h 130"/>
                  <a:gd name="T26" fmla="*/ 150 w 178"/>
                  <a:gd name="T27" fmla="*/ 94 h 130"/>
                  <a:gd name="T28" fmla="*/ 156 w 178"/>
                  <a:gd name="T29" fmla="*/ 88 h 130"/>
                  <a:gd name="T30" fmla="*/ 166 w 178"/>
                  <a:gd name="T31" fmla="*/ 88 h 130"/>
                  <a:gd name="T32" fmla="*/ 170 w 178"/>
                  <a:gd name="T33" fmla="*/ 90 h 130"/>
                  <a:gd name="T34" fmla="*/ 178 w 178"/>
                  <a:gd name="T35" fmla="*/ 88 h 130"/>
                  <a:gd name="T36" fmla="*/ 174 w 178"/>
                  <a:gd name="T37" fmla="*/ 84 h 130"/>
                  <a:gd name="T38" fmla="*/ 174 w 178"/>
                  <a:gd name="T39" fmla="*/ 76 h 130"/>
                  <a:gd name="T40" fmla="*/ 166 w 178"/>
                  <a:gd name="T41" fmla="*/ 68 h 130"/>
                  <a:gd name="T42" fmla="*/ 160 w 178"/>
                  <a:gd name="T43" fmla="*/ 58 h 130"/>
                  <a:gd name="T44" fmla="*/ 154 w 178"/>
                  <a:gd name="T45" fmla="*/ 56 h 130"/>
                  <a:gd name="T46" fmla="*/ 148 w 178"/>
                  <a:gd name="T47" fmla="*/ 52 h 130"/>
                  <a:gd name="T48" fmla="*/ 140 w 178"/>
                  <a:gd name="T49" fmla="*/ 50 h 130"/>
                  <a:gd name="T50" fmla="*/ 138 w 178"/>
                  <a:gd name="T51" fmla="*/ 48 h 130"/>
                  <a:gd name="T52" fmla="*/ 130 w 178"/>
                  <a:gd name="T53" fmla="*/ 38 h 130"/>
                  <a:gd name="T54" fmla="*/ 130 w 178"/>
                  <a:gd name="T55" fmla="*/ 32 h 130"/>
                  <a:gd name="T56" fmla="*/ 126 w 178"/>
                  <a:gd name="T57" fmla="*/ 22 h 130"/>
                  <a:gd name="T58" fmla="*/ 124 w 178"/>
                  <a:gd name="T59" fmla="*/ 16 h 130"/>
                  <a:gd name="T60" fmla="*/ 116 w 178"/>
                  <a:gd name="T61" fmla="*/ 0 h 130"/>
                  <a:gd name="T62" fmla="*/ 112 w 178"/>
                  <a:gd name="T63" fmla="*/ 2 h 130"/>
                  <a:gd name="T64" fmla="*/ 108 w 178"/>
                  <a:gd name="T65" fmla="*/ 8 h 130"/>
                  <a:gd name="T66" fmla="*/ 98 w 178"/>
                  <a:gd name="T67" fmla="*/ 14 h 130"/>
                  <a:gd name="T68" fmla="*/ 94 w 178"/>
                  <a:gd name="T69" fmla="*/ 20 h 130"/>
                  <a:gd name="T70" fmla="*/ 88 w 178"/>
                  <a:gd name="T71" fmla="*/ 22 h 130"/>
                  <a:gd name="T72" fmla="*/ 82 w 178"/>
                  <a:gd name="T73" fmla="*/ 26 h 130"/>
                  <a:gd name="T74" fmla="*/ 70 w 178"/>
                  <a:gd name="T75" fmla="*/ 30 h 130"/>
                  <a:gd name="T76" fmla="*/ 70 w 178"/>
                  <a:gd name="T77" fmla="*/ 36 h 130"/>
                  <a:gd name="T78" fmla="*/ 72 w 178"/>
                  <a:gd name="T79" fmla="*/ 38 h 130"/>
                  <a:gd name="T80" fmla="*/ 62 w 178"/>
                  <a:gd name="T81" fmla="*/ 44 h 130"/>
                  <a:gd name="T82" fmla="*/ 52 w 178"/>
                  <a:gd name="T83" fmla="*/ 52 h 130"/>
                  <a:gd name="T84" fmla="*/ 32 w 178"/>
                  <a:gd name="T85" fmla="*/ 54 h 130"/>
                  <a:gd name="T86" fmla="*/ 20 w 178"/>
                  <a:gd name="T87" fmla="*/ 58 h 130"/>
                  <a:gd name="T88" fmla="*/ 10 w 178"/>
                  <a:gd name="T89" fmla="*/ 66 h 130"/>
                  <a:gd name="T90" fmla="*/ 4 w 178"/>
                  <a:gd name="T91" fmla="*/ 76 h 130"/>
                  <a:gd name="T92" fmla="*/ 2 w 178"/>
                  <a:gd name="T93" fmla="*/ 82 h 130"/>
                  <a:gd name="T94" fmla="*/ 6 w 178"/>
                  <a:gd name="T95" fmla="*/ 88 h 130"/>
                  <a:gd name="T96" fmla="*/ 12 w 178"/>
                  <a:gd name="T97" fmla="*/ 102 h 130"/>
                  <a:gd name="T98" fmla="*/ 18 w 178"/>
                  <a:gd name="T99" fmla="*/ 112 h 130"/>
                  <a:gd name="T100" fmla="*/ 26 w 178"/>
                  <a:gd name="T101" fmla="*/ 120 h 130"/>
                  <a:gd name="T102" fmla="*/ 36 w 178"/>
                  <a:gd name="T103" fmla="*/ 130 h 130"/>
                  <a:gd name="T104" fmla="*/ 42 w 178"/>
                  <a:gd name="T105" fmla="*/ 126 h 130"/>
                  <a:gd name="T106" fmla="*/ 46 w 178"/>
                  <a:gd name="T107" fmla="*/ 120 h 130"/>
                  <a:gd name="T108" fmla="*/ 52 w 178"/>
                  <a:gd name="T109" fmla="*/ 122 h 130"/>
                  <a:gd name="T110" fmla="*/ 62 w 178"/>
                  <a:gd name="T111" fmla="*/ 11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8" h="130">
                    <a:moveTo>
                      <a:pt x="62" y="118"/>
                    </a:moveTo>
                    <a:lnTo>
                      <a:pt x="64" y="106"/>
                    </a:lnTo>
                    <a:lnTo>
                      <a:pt x="64" y="106"/>
                    </a:lnTo>
                    <a:lnTo>
                      <a:pt x="66" y="104"/>
                    </a:lnTo>
                    <a:lnTo>
                      <a:pt x="70" y="102"/>
                    </a:lnTo>
                    <a:lnTo>
                      <a:pt x="70" y="98"/>
                    </a:lnTo>
                    <a:lnTo>
                      <a:pt x="70" y="98"/>
                    </a:lnTo>
                    <a:lnTo>
                      <a:pt x="72" y="94"/>
                    </a:lnTo>
                    <a:lnTo>
                      <a:pt x="76" y="90"/>
                    </a:lnTo>
                    <a:lnTo>
                      <a:pt x="76" y="90"/>
                    </a:lnTo>
                    <a:lnTo>
                      <a:pt x="80" y="90"/>
                    </a:lnTo>
                    <a:lnTo>
                      <a:pt x="86" y="92"/>
                    </a:lnTo>
                    <a:lnTo>
                      <a:pt x="86" y="92"/>
                    </a:lnTo>
                    <a:lnTo>
                      <a:pt x="90" y="96"/>
                    </a:lnTo>
                    <a:lnTo>
                      <a:pt x="94" y="98"/>
                    </a:lnTo>
                    <a:lnTo>
                      <a:pt x="94" y="98"/>
                    </a:lnTo>
                    <a:lnTo>
                      <a:pt x="100" y="100"/>
                    </a:lnTo>
                    <a:lnTo>
                      <a:pt x="106" y="100"/>
                    </a:lnTo>
                    <a:lnTo>
                      <a:pt x="106" y="100"/>
                    </a:lnTo>
                    <a:lnTo>
                      <a:pt x="114" y="102"/>
                    </a:lnTo>
                    <a:lnTo>
                      <a:pt x="114" y="102"/>
                    </a:lnTo>
                    <a:lnTo>
                      <a:pt x="122" y="104"/>
                    </a:lnTo>
                    <a:lnTo>
                      <a:pt x="122" y="104"/>
                    </a:lnTo>
                    <a:lnTo>
                      <a:pt x="122" y="100"/>
                    </a:lnTo>
                    <a:lnTo>
                      <a:pt x="124" y="96"/>
                    </a:lnTo>
                    <a:lnTo>
                      <a:pt x="126" y="96"/>
                    </a:lnTo>
                    <a:lnTo>
                      <a:pt x="126" y="96"/>
                    </a:lnTo>
                    <a:lnTo>
                      <a:pt x="128" y="96"/>
                    </a:lnTo>
                    <a:lnTo>
                      <a:pt x="130" y="98"/>
                    </a:lnTo>
                    <a:lnTo>
                      <a:pt x="132" y="100"/>
                    </a:lnTo>
                    <a:lnTo>
                      <a:pt x="134" y="98"/>
                    </a:lnTo>
                    <a:lnTo>
                      <a:pt x="134" y="98"/>
                    </a:lnTo>
                    <a:lnTo>
                      <a:pt x="142" y="98"/>
                    </a:lnTo>
                    <a:lnTo>
                      <a:pt x="142" y="98"/>
                    </a:lnTo>
                    <a:lnTo>
                      <a:pt x="142" y="96"/>
                    </a:lnTo>
                    <a:lnTo>
                      <a:pt x="142" y="94"/>
                    </a:lnTo>
                    <a:lnTo>
                      <a:pt x="144" y="92"/>
                    </a:lnTo>
                    <a:lnTo>
                      <a:pt x="144" y="92"/>
                    </a:lnTo>
                    <a:lnTo>
                      <a:pt x="146" y="94"/>
                    </a:lnTo>
                    <a:lnTo>
                      <a:pt x="146" y="94"/>
                    </a:lnTo>
                    <a:lnTo>
                      <a:pt x="148" y="96"/>
                    </a:lnTo>
                    <a:lnTo>
                      <a:pt x="150" y="94"/>
                    </a:lnTo>
                    <a:lnTo>
                      <a:pt x="150" y="94"/>
                    </a:lnTo>
                    <a:lnTo>
                      <a:pt x="152" y="90"/>
                    </a:lnTo>
                    <a:lnTo>
                      <a:pt x="156" y="88"/>
                    </a:lnTo>
                    <a:lnTo>
                      <a:pt x="156" y="88"/>
                    </a:lnTo>
                    <a:lnTo>
                      <a:pt x="166" y="88"/>
                    </a:lnTo>
                    <a:lnTo>
                      <a:pt x="166" y="88"/>
                    </a:lnTo>
                    <a:lnTo>
                      <a:pt x="170" y="90"/>
                    </a:lnTo>
                    <a:lnTo>
                      <a:pt x="170" y="90"/>
                    </a:lnTo>
                    <a:lnTo>
                      <a:pt x="170" y="90"/>
                    </a:lnTo>
                    <a:lnTo>
                      <a:pt x="178" y="90"/>
                    </a:lnTo>
                    <a:lnTo>
                      <a:pt x="178" y="90"/>
                    </a:lnTo>
                    <a:lnTo>
                      <a:pt x="178" y="88"/>
                    </a:lnTo>
                    <a:lnTo>
                      <a:pt x="176" y="84"/>
                    </a:lnTo>
                    <a:lnTo>
                      <a:pt x="176" y="84"/>
                    </a:lnTo>
                    <a:lnTo>
                      <a:pt x="174" y="84"/>
                    </a:lnTo>
                    <a:lnTo>
                      <a:pt x="174" y="82"/>
                    </a:lnTo>
                    <a:lnTo>
                      <a:pt x="174" y="76"/>
                    </a:lnTo>
                    <a:lnTo>
                      <a:pt x="174" y="76"/>
                    </a:lnTo>
                    <a:lnTo>
                      <a:pt x="170" y="70"/>
                    </a:lnTo>
                    <a:lnTo>
                      <a:pt x="166" y="68"/>
                    </a:lnTo>
                    <a:lnTo>
                      <a:pt x="166" y="68"/>
                    </a:lnTo>
                    <a:lnTo>
                      <a:pt x="162" y="66"/>
                    </a:lnTo>
                    <a:lnTo>
                      <a:pt x="160" y="64"/>
                    </a:lnTo>
                    <a:lnTo>
                      <a:pt x="160" y="58"/>
                    </a:lnTo>
                    <a:lnTo>
                      <a:pt x="160" y="58"/>
                    </a:lnTo>
                    <a:lnTo>
                      <a:pt x="156" y="56"/>
                    </a:lnTo>
                    <a:lnTo>
                      <a:pt x="154" y="56"/>
                    </a:lnTo>
                    <a:lnTo>
                      <a:pt x="154" y="56"/>
                    </a:lnTo>
                    <a:lnTo>
                      <a:pt x="150" y="54"/>
                    </a:lnTo>
                    <a:lnTo>
                      <a:pt x="148" y="52"/>
                    </a:lnTo>
                    <a:lnTo>
                      <a:pt x="148" y="52"/>
                    </a:lnTo>
                    <a:lnTo>
                      <a:pt x="144" y="50"/>
                    </a:lnTo>
                    <a:lnTo>
                      <a:pt x="140" y="50"/>
                    </a:lnTo>
                    <a:lnTo>
                      <a:pt x="140" y="50"/>
                    </a:lnTo>
                    <a:lnTo>
                      <a:pt x="140" y="48"/>
                    </a:lnTo>
                    <a:lnTo>
                      <a:pt x="138" y="48"/>
                    </a:lnTo>
                    <a:lnTo>
                      <a:pt x="136" y="44"/>
                    </a:lnTo>
                    <a:lnTo>
                      <a:pt x="136" y="44"/>
                    </a:lnTo>
                    <a:lnTo>
                      <a:pt x="130" y="38"/>
                    </a:lnTo>
                    <a:lnTo>
                      <a:pt x="130" y="36"/>
                    </a:lnTo>
                    <a:lnTo>
                      <a:pt x="130" y="32"/>
                    </a:lnTo>
                    <a:lnTo>
                      <a:pt x="130" y="32"/>
                    </a:lnTo>
                    <a:lnTo>
                      <a:pt x="130" y="26"/>
                    </a:lnTo>
                    <a:lnTo>
                      <a:pt x="126" y="22"/>
                    </a:lnTo>
                    <a:lnTo>
                      <a:pt x="126" y="22"/>
                    </a:lnTo>
                    <a:lnTo>
                      <a:pt x="124" y="20"/>
                    </a:lnTo>
                    <a:lnTo>
                      <a:pt x="124" y="16"/>
                    </a:lnTo>
                    <a:lnTo>
                      <a:pt x="124" y="16"/>
                    </a:lnTo>
                    <a:lnTo>
                      <a:pt x="124" y="10"/>
                    </a:lnTo>
                    <a:lnTo>
                      <a:pt x="124" y="8"/>
                    </a:lnTo>
                    <a:lnTo>
                      <a:pt x="116" y="0"/>
                    </a:lnTo>
                    <a:lnTo>
                      <a:pt x="116" y="0"/>
                    </a:lnTo>
                    <a:lnTo>
                      <a:pt x="114" y="0"/>
                    </a:lnTo>
                    <a:lnTo>
                      <a:pt x="112" y="2"/>
                    </a:lnTo>
                    <a:lnTo>
                      <a:pt x="110" y="4"/>
                    </a:lnTo>
                    <a:lnTo>
                      <a:pt x="110" y="4"/>
                    </a:lnTo>
                    <a:lnTo>
                      <a:pt x="108" y="8"/>
                    </a:lnTo>
                    <a:lnTo>
                      <a:pt x="106" y="10"/>
                    </a:lnTo>
                    <a:lnTo>
                      <a:pt x="106" y="10"/>
                    </a:lnTo>
                    <a:lnTo>
                      <a:pt x="98" y="14"/>
                    </a:lnTo>
                    <a:lnTo>
                      <a:pt x="98" y="14"/>
                    </a:lnTo>
                    <a:lnTo>
                      <a:pt x="96" y="18"/>
                    </a:lnTo>
                    <a:lnTo>
                      <a:pt x="94" y="20"/>
                    </a:lnTo>
                    <a:lnTo>
                      <a:pt x="92" y="20"/>
                    </a:lnTo>
                    <a:lnTo>
                      <a:pt x="92" y="20"/>
                    </a:lnTo>
                    <a:lnTo>
                      <a:pt x="88" y="22"/>
                    </a:lnTo>
                    <a:lnTo>
                      <a:pt x="84" y="24"/>
                    </a:lnTo>
                    <a:lnTo>
                      <a:pt x="84" y="24"/>
                    </a:lnTo>
                    <a:lnTo>
                      <a:pt x="82" y="26"/>
                    </a:lnTo>
                    <a:lnTo>
                      <a:pt x="76" y="26"/>
                    </a:lnTo>
                    <a:lnTo>
                      <a:pt x="72" y="28"/>
                    </a:lnTo>
                    <a:lnTo>
                      <a:pt x="70" y="30"/>
                    </a:lnTo>
                    <a:lnTo>
                      <a:pt x="70" y="30"/>
                    </a:lnTo>
                    <a:lnTo>
                      <a:pt x="68" y="34"/>
                    </a:lnTo>
                    <a:lnTo>
                      <a:pt x="70" y="36"/>
                    </a:lnTo>
                    <a:lnTo>
                      <a:pt x="72" y="38"/>
                    </a:lnTo>
                    <a:lnTo>
                      <a:pt x="72" y="38"/>
                    </a:lnTo>
                    <a:lnTo>
                      <a:pt x="72" y="38"/>
                    </a:lnTo>
                    <a:lnTo>
                      <a:pt x="68" y="40"/>
                    </a:lnTo>
                    <a:lnTo>
                      <a:pt x="62" y="44"/>
                    </a:lnTo>
                    <a:lnTo>
                      <a:pt x="62" y="44"/>
                    </a:lnTo>
                    <a:lnTo>
                      <a:pt x="58" y="50"/>
                    </a:lnTo>
                    <a:lnTo>
                      <a:pt x="52" y="52"/>
                    </a:lnTo>
                    <a:lnTo>
                      <a:pt x="52" y="52"/>
                    </a:lnTo>
                    <a:lnTo>
                      <a:pt x="36" y="54"/>
                    </a:lnTo>
                    <a:lnTo>
                      <a:pt x="36" y="54"/>
                    </a:lnTo>
                    <a:lnTo>
                      <a:pt x="32" y="54"/>
                    </a:lnTo>
                    <a:lnTo>
                      <a:pt x="30" y="52"/>
                    </a:lnTo>
                    <a:lnTo>
                      <a:pt x="26" y="58"/>
                    </a:lnTo>
                    <a:lnTo>
                      <a:pt x="20" y="58"/>
                    </a:lnTo>
                    <a:lnTo>
                      <a:pt x="14" y="58"/>
                    </a:lnTo>
                    <a:lnTo>
                      <a:pt x="14" y="58"/>
                    </a:lnTo>
                    <a:lnTo>
                      <a:pt x="10" y="66"/>
                    </a:lnTo>
                    <a:lnTo>
                      <a:pt x="8" y="72"/>
                    </a:lnTo>
                    <a:lnTo>
                      <a:pt x="4" y="76"/>
                    </a:lnTo>
                    <a:lnTo>
                      <a:pt x="4" y="76"/>
                    </a:lnTo>
                    <a:lnTo>
                      <a:pt x="0" y="80"/>
                    </a:lnTo>
                    <a:lnTo>
                      <a:pt x="0" y="80"/>
                    </a:lnTo>
                    <a:lnTo>
                      <a:pt x="2" y="82"/>
                    </a:lnTo>
                    <a:lnTo>
                      <a:pt x="2" y="82"/>
                    </a:lnTo>
                    <a:lnTo>
                      <a:pt x="4" y="84"/>
                    </a:lnTo>
                    <a:lnTo>
                      <a:pt x="6" y="88"/>
                    </a:lnTo>
                    <a:lnTo>
                      <a:pt x="6" y="88"/>
                    </a:lnTo>
                    <a:lnTo>
                      <a:pt x="12" y="102"/>
                    </a:lnTo>
                    <a:lnTo>
                      <a:pt x="12" y="102"/>
                    </a:lnTo>
                    <a:lnTo>
                      <a:pt x="16" y="106"/>
                    </a:lnTo>
                    <a:lnTo>
                      <a:pt x="18" y="112"/>
                    </a:lnTo>
                    <a:lnTo>
                      <a:pt x="18" y="112"/>
                    </a:lnTo>
                    <a:lnTo>
                      <a:pt x="24" y="116"/>
                    </a:lnTo>
                    <a:lnTo>
                      <a:pt x="26" y="120"/>
                    </a:lnTo>
                    <a:lnTo>
                      <a:pt x="26" y="120"/>
                    </a:lnTo>
                    <a:lnTo>
                      <a:pt x="32" y="126"/>
                    </a:lnTo>
                    <a:lnTo>
                      <a:pt x="36" y="130"/>
                    </a:lnTo>
                    <a:lnTo>
                      <a:pt x="36" y="130"/>
                    </a:lnTo>
                    <a:lnTo>
                      <a:pt x="38" y="130"/>
                    </a:lnTo>
                    <a:lnTo>
                      <a:pt x="40" y="128"/>
                    </a:lnTo>
                    <a:lnTo>
                      <a:pt x="42" y="126"/>
                    </a:lnTo>
                    <a:lnTo>
                      <a:pt x="42" y="126"/>
                    </a:lnTo>
                    <a:lnTo>
                      <a:pt x="42" y="122"/>
                    </a:lnTo>
                    <a:lnTo>
                      <a:pt x="46" y="120"/>
                    </a:lnTo>
                    <a:lnTo>
                      <a:pt x="46" y="120"/>
                    </a:lnTo>
                    <a:lnTo>
                      <a:pt x="50" y="122"/>
                    </a:lnTo>
                    <a:lnTo>
                      <a:pt x="52" y="122"/>
                    </a:lnTo>
                    <a:lnTo>
                      <a:pt x="52" y="122"/>
                    </a:lnTo>
                    <a:lnTo>
                      <a:pt x="62" y="118"/>
                    </a:lnTo>
                    <a:lnTo>
                      <a:pt x="62" y="1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6" name="Freeform 238">
                <a:extLst>
                  <a:ext uri="{FF2B5EF4-FFF2-40B4-BE49-F238E27FC236}">
                    <a16:creationId xmlns:a16="http://schemas.microsoft.com/office/drawing/2014/main" id="{85F585A5-271C-0540-BE35-0E15EAC45812}"/>
                  </a:ext>
                </a:extLst>
              </p:cNvPr>
              <p:cNvSpPr>
                <a:spLocks/>
              </p:cNvSpPr>
              <p:nvPr/>
            </p:nvSpPr>
            <p:spPr bwMode="auto">
              <a:xfrm>
                <a:off x="6115729" y="3931102"/>
                <a:ext cx="216744" cy="372437"/>
              </a:xfrm>
              <a:custGeom>
                <a:avLst/>
                <a:gdLst>
                  <a:gd name="T0" fmla="*/ 2 w 111"/>
                  <a:gd name="T1" fmla="*/ 148 h 186"/>
                  <a:gd name="T2" fmla="*/ 8 w 111"/>
                  <a:gd name="T3" fmla="*/ 148 h 186"/>
                  <a:gd name="T4" fmla="*/ 8 w 111"/>
                  <a:gd name="T5" fmla="*/ 150 h 186"/>
                  <a:gd name="T6" fmla="*/ 10 w 111"/>
                  <a:gd name="T7" fmla="*/ 156 h 186"/>
                  <a:gd name="T8" fmla="*/ 16 w 111"/>
                  <a:gd name="T9" fmla="*/ 158 h 186"/>
                  <a:gd name="T10" fmla="*/ 22 w 111"/>
                  <a:gd name="T11" fmla="*/ 170 h 186"/>
                  <a:gd name="T12" fmla="*/ 45 w 111"/>
                  <a:gd name="T13" fmla="*/ 182 h 186"/>
                  <a:gd name="T14" fmla="*/ 51 w 111"/>
                  <a:gd name="T15" fmla="*/ 180 h 186"/>
                  <a:gd name="T16" fmla="*/ 57 w 111"/>
                  <a:gd name="T17" fmla="*/ 180 h 186"/>
                  <a:gd name="T18" fmla="*/ 65 w 111"/>
                  <a:gd name="T19" fmla="*/ 180 h 186"/>
                  <a:gd name="T20" fmla="*/ 79 w 111"/>
                  <a:gd name="T21" fmla="*/ 180 h 186"/>
                  <a:gd name="T22" fmla="*/ 89 w 111"/>
                  <a:gd name="T23" fmla="*/ 182 h 186"/>
                  <a:gd name="T24" fmla="*/ 95 w 111"/>
                  <a:gd name="T25" fmla="*/ 184 h 186"/>
                  <a:gd name="T26" fmla="*/ 109 w 111"/>
                  <a:gd name="T27" fmla="*/ 186 h 186"/>
                  <a:gd name="T28" fmla="*/ 107 w 111"/>
                  <a:gd name="T29" fmla="*/ 180 h 186"/>
                  <a:gd name="T30" fmla="*/ 111 w 111"/>
                  <a:gd name="T31" fmla="*/ 172 h 186"/>
                  <a:gd name="T32" fmla="*/ 101 w 111"/>
                  <a:gd name="T33" fmla="*/ 162 h 186"/>
                  <a:gd name="T34" fmla="*/ 93 w 111"/>
                  <a:gd name="T35" fmla="*/ 154 h 186"/>
                  <a:gd name="T36" fmla="*/ 87 w 111"/>
                  <a:gd name="T37" fmla="*/ 144 h 186"/>
                  <a:gd name="T38" fmla="*/ 79 w 111"/>
                  <a:gd name="T39" fmla="*/ 126 h 186"/>
                  <a:gd name="T40" fmla="*/ 75 w 111"/>
                  <a:gd name="T41" fmla="*/ 122 h 186"/>
                  <a:gd name="T42" fmla="*/ 79 w 111"/>
                  <a:gd name="T43" fmla="*/ 118 h 186"/>
                  <a:gd name="T44" fmla="*/ 89 w 111"/>
                  <a:gd name="T45" fmla="*/ 100 h 186"/>
                  <a:gd name="T46" fmla="*/ 91 w 111"/>
                  <a:gd name="T47" fmla="*/ 86 h 186"/>
                  <a:gd name="T48" fmla="*/ 79 w 111"/>
                  <a:gd name="T49" fmla="*/ 68 h 186"/>
                  <a:gd name="T50" fmla="*/ 79 w 111"/>
                  <a:gd name="T51" fmla="*/ 64 h 186"/>
                  <a:gd name="T52" fmla="*/ 85 w 111"/>
                  <a:gd name="T53" fmla="*/ 58 h 186"/>
                  <a:gd name="T54" fmla="*/ 97 w 111"/>
                  <a:gd name="T55" fmla="*/ 58 h 186"/>
                  <a:gd name="T56" fmla="*/ 97 w 111"/>
                  <a:gd name="T57" fmla="*/ 52 h 186"/>
                  <a:gd name="T58" fmla="*/ 95 w 111"/>
                  <a:gd name="T59" fmla="*/ 44 h 186"/>
                  <a:gd name="T60" fmla="*/ 91 w 111"/>
                  <a:gd name="T61" fmla="*/ 34 h 186"/>
                  <a:gd name="T62" fmla="*/ 95 w 111"/>
                  <a:gd name="T63" fmla="*/ 28 h 186"/>
                  <a:gd name="T64" fmla="*/ 95 w 111"/>
                  <a:gd name="T65" fmla="*/ 20 h 186"/>
                  <a:gd name="T66" fmla="*/ 91 w 111"/>
                  <a:gd name="T67" fmla="*/ 14 h 186"/>
                  <a:gd name="T68" fmla="*/ 91 w 111"/>
                  <a:gd name="T69" fmla="*/ 8 h 186"/>
                  <a:gd name="T70" fmla="*/ 81 w 111"/>
                  <a:gd name="T71" fmla="*/ 12 h 186"/>
                  <a:gd name="T72" fmla="*/ 85 w 111"/>
                  <a:gd name="T73" fmla="*/ 16 h 186"/>
                  <a:gd name="T74" fmla="*/ 79 w 111"/>
                  <a:gd name="T75" fmla="*/ 28 h 186"/>
                  <a:gd name="T76" fmla="*/ 75 w 111"/>
                  <a:gd name="T77" fmla="*/ 32 h 186"/>
                  <a:gd name="T78" fmla="*/ 69 w 111"/>
                  <a:gd name="T79" fmla="*/ 40 h 186"/>
                  <a:gd name="T80" fmla="*/ 69 w 111"/>
                  <a:gd name="T81" fmla="*/ 42 h 186"/>
                  <a:gd name="T82" fmla="*/ 67 w 111"/>
                  <a:gd name="T83" fmla="*/ 50 h 186"/>
                  <a:gd name="T84" fmla="*/ 63 w 111"/>
                  <a:gd name="T85" fmla="*/ 56 h 186"/>
                  <a:gd name="T86" fmla="*/ 65 w 111"/>
                  <a:gd name="T87" fmla="*/ 62 h 186"/>
                  <a:gd name="T88" fmla="*/ 63 w 111"/>
                  <a:gd name="T89" fmla="*/ 66 h 186"/>
                  <a:gd name="T90" fmla="*/ 51 w 111"/>
                  <a:gd name="T91" fmla="*/ 72 h 186"/>
                  <a:gd name="T92" fmla="*/ 49 w 111"/>
                  <a:gd name="T93" fmla="*/ 80 h 186"/>
                  <a:gd name="T94" fmla="*/ 45 w 111"/>
                  <a:gd name="T95" fmla="*/ 88 h 186"/>
                  <a:gd name="T96" fmla="*/ 41 w 111"/>
                  <a:gd name="T97" fmla="*/ 96 h 186"/>
                  <a:gd name="T98" fmla="*/ 37 w 111"/>
                  <a:gd name="T99" fmla="*/ 102 h 186"/>
                  <a:gd name="T100" fmla="*/ 37 w 111"/>
                  <a:gd name="T101" fmla="*/ 112 h 186"/>
                  <a:gd name="T102" fmla="*/ 35 w 111"/>
                  <a:gd name="T103" fmla="*/ 114 h 186"/>
                  <a:gd name="T104" fmla="*/ 28 w 111"/>
                  <a:gd name="T105" fmla="*/ 122 h 186"/>
                  <a:gd name="T106" fmla="*/ 26 w 111"/>
                  <a:gd name="T107" fmla="*/ 116 h 186"/>
                  <a:gd name="T108" fmla="*/ 24 w 111"/>
                  <a:gd name="T109" fmla="*/ 114 h 186"/>
                  <a:gd name="T110" fmla="*/ 18 w 111"/>
                  <a:gd name="T111" fmla="*/ 112 h 186"/>
                  <a:gd name="T112" fmla="*/ 8 w 111"/>
                  <a:gd name="T113" fmla="*/ 116 h 186"/>
                  <a:gd name="T114" fmla="*/ 4 w 111"/>
                  <a:gd name="T115" fmla="*/ 118 h 186"/>
                  <a:gd name="T116" fmla="*/ 0 w 111"/>
                  <a:gd name="T117" fmla="*/ 128 h 186"/>
                  <a:gd name="T118" fmla="*/ 0 w 111"/>
                  <a:gd name="T119" fmla="*/ 132 h 186"/>
                  <a:gd name="T120" fmla="*/ 2 w 111"/>
                  <a:gd name="T121" fmla="*/ 13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1" h="186">
                    <a:moveTo>
                      <a:pt x="0" y="146"/>
                    </a:moveTo>
                    <a:lnTo>
                      <a:pt x="0" y="146"/>
                    </a:lnTo>
                    <a:lnTo>
                      <a:pt x="2" y="148"/>
                    </a:lnTo>
                    <a:lnTo>
                      <a:pt x="2" y="150"/>
                    </a:lnTo>
                    <a:lnTo>
                      <a:pt x="2" y="150"/>
                    </a:lnTo>
                    <a:lnTo>
                      <a:pt x="8" y="148"/>
                    </a:lnTo>
                    <a:lnTo>
                      <a:pt x="8" y="148"/>
                    </a:lnTo>
                    <a:lnTo>
                      <a:pt x="8" y="148"/>
                    </a:lnTo>
                    <a:lnTo>
                      <a:pt x="8" y="150"/>
                    </a:lnTo>
                    <a:lnTo>
                      <a:pt x="8" y="150"/>
                    </a:lnTo>
                    <a:lnTo>
                      <a:pt x="8" y="154"/>
                    </a:lnTo>
                    <a:lnTo>
                      <a:pt x="10" y="156"/>
                    </a:lnTo>
                    <a:lnTo>
                      <a:pt x="18" y="154"/>
                    </a:lnTo>
                    <a:lnTo>
                      <a:pt x="18" y="154"/>
                    </a:lnTo>
                    <a:lnTo>
                      <a:pt x="16" y="158"/>
                    </a:lnTo>
                    <a:lnTo>
                      <a:pt x="16" y="158"/>
                    </a:lnTo>
                    <a:lnTo>
                      <a:pt x="20" y="170"/>
                    </a:lnTo>
                    <a:lnTo>
                      <a:pt x="22" y="170"/>
                    </a:lnTo>
                    <a:lnTo>
                      <a:pt x="22" y="170"/>
                    </a:lnTo>
                    <a:lnTo>
                      <a:pt x="20" y="182"/>
                    </a:lnTo>
                    <a:lnTo>
                      <a:pt x="45" y="182"/>
                    </a:lnTo>
                    <a:lnTo>
                      <a:pt x="45" y="182"/>
                    </a:lnTo>
                    <a:lnTo>
                      <a:pt x="47" y="182"/>
                    </a:lnTo>
                    <a:lnTo>
                      <a:pt x="51" y="180"/>
                    </a:lnTo>
                    <a:lnTo>
                      <a:pt x="51" y="180"/>
                    </a:lnTo>
                    <a:lnTo>
                      <a:pt x="55" y="180"/>
                    </a:lnTo>
                    <a:lnTo>
                      <a:pt x="57" y="180"/>
                    </a:lnTo>
                    <a:lnTo>
                      <a:pt x="59" y="180"/>
                    </a:lnTo>
                    <a:lnTo>
                      <a:pt x="59" y="180"/>
                    </a:lnTo>
                    <a:lnTo>
                      <a:pt x="65" y="180"/>
                    </a:lnTo>
                    <a:lnTo>
                      <a:pt x="69" y="180"/>
                    </a:lnTo>
                    <a:lnTo>
                      <a:pt x="79" y="180"/>
                    </a:lnTo>
                    <a:lnTo>
                      <a:pt x="79" y="180"/>
                    </a:lnTo>
                    <a:lnTo>
                      <a:pt x="85" y="180"/>
                    </a:lnTo>
                    <a:lnTo>
                      <a:pt x="89" y="182"/>
                    </a:lnTo>
                    <a:lnTo>
                      <a:pt x="89" y="182"/>
                    </a:lnTo>
                    <a:lnTo>
                      <a:pt x="91" y="184"/>
                    </a:lnTo>
                    <a:lnTo>
                      <a:pt x="95" y="184"/>
                    </a:lnTo>
                    <a:lnTo>
                      <a:pt x="95" y="184"/>
                    </a:lnTo>
                    <a:lnTo>
                      <a:pt x="103" y="184"/>
                    </a:lnTo>
                    <a:lnTo>
                      <a:pt x="103" y="184"/>
                    </a:lnTo>
                    <a:lnTo>
                      <a:pt x="109" y="186"/>
                    </a:lnTo>
                    <a:lnTo>
                      <a:pt x="109" y="186"/>
                    </a:lnTo>
                    <a:lnTo>
                      <a:pt x="107" y="180"/>
                    </a:lnTo>
                    <a:lnTo>
                      <a:pt x="107" y="180"/>
                    </a:lnTo>
                    <a:lnTo>
                      <a:pt x="109" y="174"/>
                    </a:lnTo>
                    <a:lnTo>
                      <a:pt x="111" y="172"/>
                    </a:lnTo>
                    <a:lnTo>
                      <a:pt x="111" y="172"/>
                    </a:lnTo>
                    <a:lnTo>
                      <a:pt x="107" y="168"/>
                    </a:lnTo>
                    <a:lnTo>
                      <a:pt x="101" y="162"/>
                    </a:lnTo>
                    <a:lnTo>
                      <a:pt x="101" y="162"/>
                    </a:lnTo>
                    <a:lnTo>
                      <a:pt x="99" y="158"/>
                    </a:lnTo>
                    <a:lnTo>
                      <a:pt x="93" y="154"/>
                    </a:lnTo>
                    <a:lnTo>
                      <a:pt x="93" y="154"/>
                    </a:lnTo>
                    <a:lnTo>
                      <a:pt x="91" y="148"/>
                    </a:lnTo>
                    <a:lnTo>
                      <a:pt x="87" y="144"/>
                    </a:lnTo>
                    <a:lnTo>
                      <a:pt x="87" y="144"/>
                    </a:lnTo>
                    <a:lnTo>
                      <a:pt x="81" y="130"/>
                    </a:lnTo>
                    <a:lnTo>
                      <a:pt x="81" y="130"/>
                    </a:lnTo>
                    <a:lnTo>
                      <a:pt x="79" y="126"/>
                    </a:lnTo>
                    <a:lnTo>
                      <a:pt x="77" y="124"/>
                    </a:lnTo>
                    <a:lnTo>
                      <a:pt x="77" y="124"/>
                    </a:lnTo>
                    <a:lnTo>
                      <a:pt x="75" y="122"/>
                    </a:lnTo>
                    <a:lnTo>
                      <a:pt x="75" y="122"/>
                    </a:lnTo>
                    <a:lnTo>
                      <a:pt x="79" y="118"/>
                    </a:lnTo>
                    <a:lnTo>
                      <a:pt x="79" y="118"/>
                    </a:lnTo>
                    <a:lnTo>
                      <a:pt x="83" y="114"/>
                    </a:lnTo>
                    <a:lnTo>
                      <a:pt x="85" y="108"/>
                    </a:lnTo>
                    <a:lnTo>
                      <a:pt x="89" y="100"/>
                    </a:lnTo>
                    <a:lnTo>
                      <a:pt x="93" y="92"/>
                    </a:lnTo>
                    <a:lnTo>
                      <a:pt x="93" y="92"/>
                    </a:lnTo>
                    <a:lnTo>
                      <a:pt x="91" y="86"/>
                    </a:lnTo>
                    <a:lnTo>
                      <a:pt x="89" y="80"/>
                    </a:lnTo>
                    <a:lnTo>
                      <a:pt x="89" y="80"/>
                    </a:lnTo>
                    <a:lnTo>
                      <a:pt x="79" y="68"/>
                    </a:lnTo>
                    <a:lnTo>
                      <a:pt x="79" y="68"/>
                    </a:lnTo>
                    <a:lnTo>
                      <a:pt x="79" y="66"/>
                    </a:lnTo>
                    <a:lnTo>
                      <a:pt x="79" y="64"/>
                    </a:lnTo>
                    <a:lnTo>
                      <a:pt x="81" y="60"/>
                    </a:lnTo>
                    <a:lnTo>
                      <a:pt x="81" y="60"/>
                    </a:lnTo>
                    <a:lnTo>
                      <a:pt x="85" y="58"/>
                    </a:lnTo>
                    <a:lnTo>
                      <a:pt x="91" y="58"/>
                    </a:lnTo>
                    <a:lnTo>
                      <a:pt x="97" y="58"/>
                    </a:lnTo>
                    <a:lnTo>
                      <a:pt x="97" y="58"/>
                    </a:lnTo>
                    <a:lnTo>
                      <a:pt x="97" y="56"/>
                    </a:lnTo>
                    <a:lnTo>
                      <a:pt x="97" y="52"/>
                    </a:lnTo>
                    <a:lnTo>
                      <a:pt x="97" y="52"/>
                    </a:lnTo>
                    <a:lnTo>
                      <a:pt x="95" y="48"/>
                    </a:lnTo>
                    <a:lnTo>
                      <a:pt x="95" y="44"/>
                    </a:lnTo>
                    <a:lnTo>
                      <a:pt x="95" y="44"/>
                    </a:lnTo>
                    <a:lnTo>
                      <a:pt x="93" y="40"/>
                    </a:lnTo>
                    <a:lnTo>
                      <a:pt x="91" y="34"/>
                    </a:lnTo>
                    <a:lnTo>
                      <a:pt x="91" y="34"/>
                    </a:lnTo>
                    <a:lnTo>
                      <a:pt x="93" y="30"/>
                    </a:lnTo>
                    <a:lnTo>
                      <a:pt x="95" y="28"/>
                    </a:lnTo>
                    <a:lnTo>
                      <a:pt x="95" y="28"/>
                    </a:lnTo>
                    <a:lnTo>
                      <a:pt x="95" y="24"/>
                    </a:lnTo>
                    <a:lnTo>
                      <a:pt x="95" y="24"/>
                    </a:lnTo>
                    <a:lnTo>
                      <a:pt x="95" y="20"/>
                    </a:lnTo>
                    <a:lnTo>
                      <a:pt x="91" y="16"/>
                    </a:lnTo>
                    <a:lnTo>
                      <a:pt x="91" y="16"/>
                    </a:lnTo>
                    <a:lnTo>
                      <a:pt x="91" y="14"/>
                    </a:lnTo>
                    <a:lnTo>
                      <a:pt x="91" y="12"/>
                    </a:lnTo>
                    <a:lnTo>
                      <a:pt x="91" y="8"/>
                    </a:lnTo>
                    <a:lnTo>
                      <a:pt x="91" y="8"/>
                    </a:lnTo>
                    <a:lnTo>
                      <a:pt x="81" y="0"/>
                    </a:lnTo>
                    <a:lnTo>
                      <a:pt x="81" y="12"/>
                    </a:lnTo>
                    <a:lnTo>
                      <a:pt x="81" y="12"/>
                    </a:lnTo>
                    <a:lnTo>
                      <a:pt x="83" y="14"/>
                    </a:lnTo>
                    <a:lnTo>
                      <a:pt x="85" y="16"/>
                    </a:lnTo>
                    <a:lnTo>
                      <a:pt x="85" y="16"/>
                    </a:lnTo>
                    <a:lnTo>
                      <a:pt x="83" y="24"/>
                    </a:lnTo>
                    <a:lnTo>
                      <a:pt x="81" y="28"/>
                    </a:lnTo>
                    <a:lnTo>
                      <a:pt x="79" y="28"/>
                    </a:lnTo>
                    <a:lnTo>
                      <a:pt x="79" y="28"/>
                    </a:lnTo>
                    <a:lnTo>
                      <a:pt x="77" y="30"/>
                    </a:lnTo>
                    <a:lnTo>
                      <a:pt x="75" y="32"/>
                    </a:lnTo>
                    <a:lnTo>
                      <a:pt x="75" y="32"/>
                    </a:lnTo>
                    <a:lnTo>
                      <a:pt x="73" y="36"/>
                    </a:lnTo>
                    <a:lnTo>
                      <a:pt x="69" y="40"/>
                    </a:lnTo>
                    <a:lnTo>
                      <a:pt x="69" y="40"/>
                    </a:lnTo>
                    <a:lnTo>
                      <a:pt x="69" y="42"/>
                    </a:lnTo>
                    <a:lnTo>
                      <a:pt x="69" y="42"/>
                    </a:lnTo>
                    <a:lnTo>
                      <a:pt x="69" y="46"/>
                    </a:lnTo>
                    <a:lnTo>
                      <a:pt x="69" y="46"/>
                    </a:lnTo>
                    <a:lnTo>
                      <a:pt x="67" y="50"/>
                    </a:lnTo>
                    <a:lnTo>
                      <a:pt x="65" y="52"/>
                    </a:lnTo>
                    <a:lnTo>
                      <a:pt x="65" y="52"/>
                    </a:lnTo>
                    <a:lnTo>
                      <a:pt x="63" y="56"/>
                    </a:lnTo>
                    <a:lnTo>
                      <a:pt x="63" y="58"/>
                    </a:lnTo>
                    <a:lnTo>
                      <a:pt x="63" y="58"/>
                    </a:lnTo>
                    <a:lnTo>
                      <a:pt x="65" y="62"/>
                    </a:lnTo>
                    <a:lnTo>
                      <a:pt x="65" y="64"/>
                    </a:lnTo>
                    <a:lnTo>
                      <a:pt x="63" y="66"/>
                    </a:lnTo>
                    <a:lnTo>
                      <a:pt x="63" y="66"/>
                    </a:lnTo>
                    <a:lnTo>
                      <a:pt x="53" y="70"/>
                    </a:lnTo>
                    <a:lnTo>
                      <a:pt x="53" y="70"/>
                    </a:lnTo>
                    <a:lnTo>
                      <a:pt x="51" y="72"/>
                    </a:lnTo>
                    <a:lnTo>
                      <a:pt x="49" y="76"/>
                    </a:lnTo>
                    <a:lnTo>
                      <a:pt x="49" y="76"/>
                    </a:lnTo>
                    <a:lnTo>
                      <a:pt x="49" y="80"/>
                    </a:lnTo>
                    <a:lnTo>
                      <a:pt x="47" y="84"/>
                    </a:lnTo>
                    <a:lnTo>
                      <a:pt x="47" y="84"/>
                    </a:lnTo>
                    <a:lnTo>
                      <a:pt x="45" y="88"/>
                    </a:lnTo>
                    <a:lnTo>
                      <a:pt x="45" y="92"/>
                    </a:lnTo>
                    <a:lnTo>
                      <a:pt x="45" y="92"/>
                    </a:lnTo>
                    <a:lnTo>
                      <a:pt x="41" y="96"/>
                    </a:lnTo>
                    <a:lnTo>
                      <a:pt x="39" y="98"/>
                    </a:lnTo>
                    <a:lnTo>
                      <a:pt x="39" y="98"/>
                    </a:lnTo>
                    <a:lnTo>
                      <a:pt x="37" y="102"/>
                    </a:lnTo>
                    <a:lnTo>
                      <a:pt x="35" y="108"/>
                    </a:lnTo>
                    <a:lnTo>
                      <a:pt x="35" y="108"/>
                    </a:lnTo>
                    <a:lnTo>
                      <a:pt x="37" y="112"/>
                    </a:lnTo>
                    <a:lnTo>
                      <a:pt x="37" y="112"/>
                    </a:lnTo>
                    <a:lnTo>
                      <a:pt x="35" y="114"/>
                    </a:lnTo>
                    <a:lnTo>
                      <a:pt x="35" y="114"/>
                    </a:lnTo>
                    <a:lnTo>
                      <a:pt x="32" y="116"/>
                    </a:lnTo>
                    <a:lnTo>
                      <a:pt x="30" y="120"/>
                    </a:lnTo>
                    <a:lnTo>
                      <a:pt x="28" y="122"/>
                    </a:lnTo>
                    <a:lnTo>
                      <a:pt x="24" y="122"/>
                    </a:lnTo>
                    <a:lnTo>
                      <a:pt x="24" y="122"/>
                    </a:lnTo>
                    <a:lnTo>
                      <a:pt x="26" y="116"/>
                    </a:lnTo>
                    <a:lnTo>
                      <a:pt x="24" y="114"/>
                    </a:lnTo>
                    <a:lnTo>
                      <a:pt x="24" y="114"/>
                    </a:lnTo>
                    <a:lnTo>
                      <a:pt x="24" y="114"/>
                    </a:lnTo>
                    <a:lnTo>
                      <a:pt x="18" y="112"/>
                    </a:lnTo>
                    <a:lnTo>
                      <a:pt x="18" y="112"/>
                    </a:lnTo>
                    <a:lnTo>
                      <a:pt x="18" y="112"/>
                    </a:lnTo>
                    <a:lnTo>
                      <a:pt x="14" y="114"/>
                    </a:lnTo>
                    <a:lnTo>
                      <a:pt x="14" y="114"/>
                    </a:lnTo>
                    <a:lnTo>
                      <a:pt x="8" y="116"/>
                    </a:lnTo>
                    <a:lnTo>
                      <a:pt x="6" y="116"/>
                    </a:lnTo>
                    <a:lnTo>
                      <a:pt x="4" y="118"/>
                    </a:lnTo>
                    <a:lnTo>
                      <a:pt x="4" y="118"/>
                    </a:lnTo>
                    <a:lnTo>
                      <a:pt x="2" y="124"/>
                    </a:lnTo>
                    <a:lnTo>
                      <a:pt x="2" y="126"/>
                    </a:lnTo>
                    <a:lnTo>
                      <a:pt x="0" y="128"/>
                    </a:lnTo>
                    <a:lnTo>
                      <a:pt x="0" y="128"/>
                    </a:lnTo>
                    <a:lnTo>
                      <a:pt x="0" y="128"/>
                    </a:lnTo>
                    <a:lnTo>
                      <a:pt x="0" y="132"/>
                    </a:lnTo>
                    <a:lnTo>
                      <a:pt x="0" y="132"/>
                    </a:lnTo>
                    <a:lnTo>
                      <a:pt x="0" y="134"/>
                    </a:lnTo>
                    <a:lnTo>
                      <a:pt x="2" y="136"/>
                    </a:lnTo>
                    <a:lnTo>
                      <a:pt x="0" y="142"/>
                    </a:lnTo>
                    <a:lnTo>
                      <a:pt x="0" y="1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7" name="Freeform 240">
                <a:extLst>
                  <a:ext uri="{FF2B5EF4-FFF2-40B4-BE49-F238E27FC236}">
                    <a16:creationId xmlns:a16="http://schemas.microsoft.com/office/drawing/2014/main" id="{14EF171F-61D2-D648-B1BE-9B2FB50BA184}"/>
                  </a:ext>
                </a:extLst>
              </p:cNvPr>
              <p:cNvSpPr>
                <a:spLocks/>
              </p:cNvSpPr>
              <p:nvPr/>
            </p:nvSpPr>
            <p:spPr bwMode="auto">
              <a:xfrm>
                <a:off x="6661202" y="4479748"/>
                <a:ext cx="59605" cy="68081"/>
              </a:xfrm>
              <a:custGeom>
                <a:avLst/>
                <a:gdLst>
                  <a:gd name="T0" fmla="*/ 0 w 30"/>
                  <a:gd name="T1" fmla="*/ 2 h 34"/>
                  <a:gd name="T2" fmla="*/ 0 w 30"/>
                  <a:gd name="T3" fmla="*/ 2 h 34"/>
                  <a:gd name="T4" fmla="*/ 2 w 30"/>
                  <a:gd name="T5" fmla="*/ 2 h 34"/>
                  <a:gd name="T6" fmla="*/ 4 w 30"/>
                  <a:gd name="T7" fmla="*/ 0 h 34"/>
                  <a:gd name="T8" fmla="*/ 6 w 30"/>
                  <a:gd name="T9" fmla="*/ 2 h 34"/>
                  <a:gd name="T10" fmla="*/ 6 w 30"/>
                  <a:gd name="T11" fmla="*/ 2 h 34"/>
                  <a:gd name="T12" fmla="*/ 8 w 30"/>
                  <a:gd name="T13" fmla="*/ 8 h 34"/>
                  <a:gd name="T14" fmla="*/ 8 w 30"/>
                  <a:gd name="T15" fmla="*/ 8 h 34"/>
                  <a:gd name="T16" fmla="*/ 12 w 30"/>
                  <a:gd name="T17" fmla="*/ 6 h 34"/>
                  <a:gd name="T18" fmla="*/ 12 w 30"/>
                  <a:gd name="T19" fmla="*/ 6 h 34"/>
                  <a:gd name="T20" fmla="*/ 14 w 30"/>
                  <a:gd name="T21" fmla="*/ 4 h 34"/>
                  <a:gd name="T22" fmla="*/ 14 w 30"/>
                  <a:gd name="T23" fmla="*/ 2 h 34"/>
                  <a:gd name="T24" fmla="*/ 14 w 30"/>
                  <a:gd name="T25" fmla="*/ 0 h 34"/>
                  <a:gd name="T26" fmla="*/ 16 w 30"/>
                  <a:gd name="T27" fmla="*/ 0 h 34"/>
                  <a:gd name="T28" fmla="*/ 16 w 30"/>
                  <a:gd name="T29" fmla="*/ 0 h 34"/>
                  <a:gd name="T30" fmla="*/ 22 w 30"/>
                  <a:gd name="T31" fmla="*/ 2 h 34"/>
                  <a:gd name="T32" fmla="*/ 24 w 30"/>
                  <a:gd name="T33" fmla="*/ 2 h 34"/>
                  <a:gd name="T34" fmla="*/ 24 w 30"/>
                  <a:gd name="T35" fmla="*/ 2 h 34"/>
                  <a:gd name="T36" fmla="*/ 24 w 30"/>
                  <a:gd name="T37" fmla="*/ 6 h 34"/>
                  <a:gd name="T38" fmla="*/ 24 w 30"/>
                  <a:gd name="T39" fmla="*/ 8 h 34"/>
                  <a:gd name="T40" fmla="*/ 26 w 30"/>
                  <a:gd name="T41" fmla="*/ 12 h 34"/>
                  <a:gd name="T42" fmla="*/ 26 w 30"/>
                  <a:gd name="T43" fmla="*/ 12 h 34"/>
                  <a:gd name="T44" fmla="*/ 30 w 30"/>
                  <a:gd name="T45" fmla="*/ 12 h 34"/>
                  <a:gd name="T46" fmla="*/ 30 w 30"/>
                  <a:gd name="T47" fmla="*/ 12 h 34"/>
                  <a:gd name="T48" fmla="*/ 30 w 30"/>
                  <a:gd name="T49" fmla="*/ 12 h 34"/>
                  <a:gd name="T50" fmla="*/ 28 w 30"/>
                  <a:gd name="T51" fmla="*/ 18 h 34"/>
                  <a:gd name="T52" fmla="*/ 28 w 30"/>
                  <a:gd name="T53" fmla="*/ 18 h 34"/>
                  <a:gd name="T54" fmla="*/ 22 w 30"/>
                  <a:gd name="T55" fmla="*/ 22 h 34"/>
                  <a:gd name="T56" fmla="*/ 20 w 30"/>
                  <a:gd name="T57" fmla="*/ 30 h 34"/>
                  <a:gd name="T58" fmla="*/ 20 w 30"/>
                  <a:gd name="T59" fmla="*/ 30 h 34"/>
                  <a:gd name="T60" fmla="*/ 14 w 30"/>
                  <a:gd name="T61" fmla="*/ 34 h 34"/>
                  <a:gd name="T62" fmla="*/ 14 w 30"/>
                  <a:gd name="T63" fmla="*/ 34 h 34"/>
                  <a:gd name="T64" fmla="*/ 8 w 30"/>
                  <a:gd name="T65" fmla="*/ 32 h 34"/>
                  <a:gd name="T66" fmla="*/ 8 w 30"/>
                  <a:gd name="T67" fmla="*/ 32 h 34"/>
                  <a:gd name="T68" fmla="*/ 8 w 30"/>
                  <a:gd name="T69" fmla="*/ 10 h 34"/>
                  <a:gd name="T70" fmla="*/ 8 w 30"/>
                  <a:gd name="T71" fmla="*/ 10 h 34"/>
                  <a:gd name="T72" fmla="*/ 2 w 30"/>
                  <a:gd name="T73" fmla="*/ 8 h 34"/>
                  <a:gd name="T74" fmla="*/ 2 w 30"/>
                  <a:gd name="T75" fmla="*/ 8 h 34"/>
                  <a:gd name="T76" fmla="*/ 0 w 30"/>
                  <a:gd name="T77" fmla="*/ 4 h 34"/>
                  <a:gd name="T78" fmla="*/ 0 w 30"/>
                  <a:gd name="T79"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0" h="34">
                    <a:moveTo>
                      <a:pt x="0" y="2"/>
                    </a:moveTo>
                    <a:lnTo>
                      <a:pt x="0" y="2"/>
                    </a:lnTo>
                    <a:lnTo>
                      <a:pt x="2" y="2"/>
                    </a:lnTo>
                    <a:lnTo>
                      <a:pt x="4" y="0"/>
                    </a:lnTo>
                    <a:lnTo>
                      <a:pt x="6" y="2"/>
                    </a:lnTo>
                    <a:lnTo>
                      <a:pt x="6" y="2"/>
                    </a:lnTo>
                    <a:lnTo>
                      <a:pt x="8" y="8"/>
                    </a:lnTo>
                    <a:lnTo>
                      <a:pt x="8" y="8"/>
                    </a:lnTo>
                    <a:lnTo>
                      <a:pt x="12" y="6"/>
                    </a:lnTo>
                    <a:lnTo>
                      <a:pt x="12" y="6"/>
                    </a:lnTo>
                    <a:lnTo>
                      <a:pt x="14" y="4"/>
                    </a:lnTo>
                    <a:lnTo>
                      <a:pt x="14" y="2"/>
                    </a:lnTo>
                    <a:lnTo>
                      <a:pt x="14" y="0"/>
                    </a:lnTo>
                    <a:lnTo>
                      <a:pt x="16" y="0"/>
                    </a:lnTo>
                    <a:lnTo>
                      <a:pt x="16" y="0"/>
                    </a:lnTo>
                    <a:lnTo>
                      <a:pt x="22" y="2"/>
                    </a:lnTo>
                    <a:lnTo>
                      <a:pt x="24" y="2"/>
                    </a:lnTo>
                    <a:lnTo>
                      <a:pt x="24" y="2"/>
                    </a:lnTo>
                    <a:lnTo>
                      <a:pt x="24" y="6"/>
                    </a:lnTo>
                    <a:lnTo>
                      <a:pt x="24" y="8"/>
                    </a:lnTo>
                    <a:lnTo>
                      <a:pt x="26" y="12"/>
                    </a:lnTo>
                    <a:lnTo>
                      <a:pt x="26" y="12"/>
                    </a:lnTo>
                    <a:lnTo>
                      <a:pt x="30" y="12"/>
                    </a:lnTo>
                    <a:lnTo>
                      <a:pt x="30" y="12"/>
                    </a:lnTo>
                    <a:lnTo>
                      <a:pt x="30" y="12"/>
                    </a:lnTo>
                    <a:lnTo>
                      <a:pt x="28" y="18"/>
                    </a:lnTo>
                    <a:lnTo>
                      <a:pt x="28" y="18"/>
                    </a:lnTo>
                    <a:lnTo>
                      <a:pt x="22" y="22"/>
                    </a:lnTo>
                    <a:lnTo>
                      <a:pt x="20" y="30"/>
                    </a:lnTo>
                    <a:lnTo>
                      <a:pt x="20" y="30"/>
                    </a:lnTo>
                    <a:lnTo>
                      <a:pt x="14" y="34"/>
                    </a:lnTo>
                    <a:lnTo>
                      <a:pt x="14" y="34"/>
                    </a:lnTo>
                    <a:lnTo>
                      <a:pt x="8" y="32"/>
                    </a:lnTo>
                    <a:lnTo>
                      <a:pt x="8" y="32"/>
                    </a:lnTo>
                    <a:lnTo>
                      <a:pt x="8" y="10"/>
                    </a:lnTo>
                    <a:lnTo>
                      <a:pt x="8" y="10"/>
                    </a:lnTo>
                    <a:lnTo>
                      <a:pt x="2" y="8"/>
                    </a:lnTo>
                    <a:lnTo>
                      <a:pt x="2" y="8"/>
                    </a:lnTo>
                    <a:lnTo>
                      <a:pt x="0" y="4"/>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8" name="Freeform 242">
                <a:extLst>
                  <a:ext uri="{FF2B5EF4-FFF2-40B4-BE49-F238E27FC236}">
                    <a16:creationId xmlns:a16="http://schemas.microsoft.com/office/drawing/2014/main" id="{3ECD59D0-4F7C-3044-9874-D5D72F273C3C}"/>
                  </a:ext>
                </a:extLst>
              </p:cNvPr>
              <p:cNvSpPr>
                <a:spLocks/>
              </p:cNvSpPr>
              <p:nvPr/>
            </p:nvSpPr>
            <p:spPr bwMode="auto">
              <a:xfrm>
                <a:off x="5749069" y="3847004"/>
                <a:ext cx="191457" cy="196231"/>
              </a:xfrm>
              <a:custGeom>
                <a:avLst/>
                <a:gdLst>
                  <a:gd name="T0" fmla="*/ 64 w 98"/>
                  <a:gd name="T1" fmla="*/ 70 h 98"/>
                  <a:gd name="T2" fmla="*/ 64 w 98"/>
                  <a:gd name="T3" fmla="*/ 72 h 98"/>
                  <a:gd name="T4" fmla="*/ 44 w 98"/>
                  <a:gd name="T5" fmla="*/ 72 h 98"/>
                  <a:gd name="T6" fmla="*/ 40 w 98"/>
                  <a:gd name="T7" fmla="*/ 74 h 98"/>
                  <a:gd name="T8" fmla="*/ 40 w 98"/>
                  <a:gd name="T9" fmla="*/ 78 h 98"/>
                  <a:gd name="T10" fmla="*/ 42 w 98"/>
                  <a:gd name="T11" fmla="*/ 88 h 98"/>
                  <a:gd name="T12" fmla="*/ 40 w 98"/>
                  <a:gd name="T13" fmla="*/ 96 h 98"/>
                  <a:gd name="T14" fmla="*/ 30 w 98"/>
                  <a:gd name="T15" fmla="*/ 98 h 98"/>
                  <a:gd name="T16" fmla="*/ 28 w 98"/>
                  <a:gd name="T17" fmla="*/ 96 h 98"/>
                  <a:gd name="T18" fmla="*/ 28 w 98"/>
                  <a:gd name="T19" fmla="*/ 90 h 98"/>
                  <a:gd name="T20" fmla="*/ 18 w 98"/>
                  <a:gd name="T21" fmla="*/ 94 h 98"/>
                  <a:gd name="T22" fmla="*/ 12 w 98"/>
                  <a:gd name="T23" fmla="*/ 88 h 98"/>
                  <a:gd name="T24" fmla="*/ 0 w 98"/>
                  <a:gd name="T25" fmla="*/ 88 h 98"/>
                  <a:gd name="T26" fmla="*/ 0 w 98"/>
                  <a:gd name="T27" fmla="*/ 78 h 98"/>
                  <a:gd name="T28" fmla="*/ 2 w 98"/>
                  <a:gd name="T29" fmla="*/ 76 h 98"/>
                  <a:gd name="T30" fmla="*/ 4 w 98"/>
                  <a:gd name="T31" fmla="*/ 72 h 98"/>
                  <a:gd name="T32" fmla="*/ 4 w 98"/>
                  <a:gd name="T33" fmla="*/ 68 h 98"/>
                  <a:gd name="T34" fmla="*/ 4 w 98"/>
                  <a:gd name="T35" fmla="*/ 62 h 98"/>
                  <a:gd name="T36" fmla="*/ 6 w 98"/>
                  <a:gd name="T37" fmla="*/ 60 h 98"/>
                  <a:gd name="T38" fmla="*/ 10 w 98"/>
                  <a:gd name="T39" fmla="*/ 56 h 98"/>
                  <a:gd name="T40" fmla="*/ 12 w 98"/>
                  <a:gd name="T41" fmla="*/ 58 h 98"/>
                  <a:gd name="T42" fmla="*/ 16 w 98"/>
                  <a:gd name="T43" fmla="*/ 48 h 98"/>
                  <a:gd name="T44" fmla="*/ 18 w 98"/>
                  <a:gd name="T45" fmla="*/ 42 h 98"/>
                  <a:gd name="T46" fmla="*/ 20 w 98"/>
                  <a:gd name="T47" fmla="*/ 40 h 98"/>
                  <a:gd name="T48" fmla="*/ 32 w 98"/>
                  <a:gd name="T49" fmla="*/ 36 h 98"/>
                  <a:gd name="T50" fmla="*/ 34 w 98"/>
                  <a:gd name="T51" fmla="*/ 34 h 98"/>
                  <a:gd name="T52" fmla="*/ 36 w 98"/>
                  <a:gd name="T53" fmla="*/ 30 h 98"/>
                  <a:gd name="T54" fmla="*/ 42 w 98"/>
                  <a:gd name="T55" fmla="*/ 22 h 98"/>
                  <a:gd name="T56" fmla="*/ 46 w 98"/>
                  <a:gd name="T57" fmla="*/ 20 h 98"/>
                  <a:gd name="T58" fmla="*/ 48 w 98"/>
                  <a:gd name="T59" fmla="*/ 18 h 98"/>
                  <a:gd name="T60" fmla="*/ 50 w 98"/>
                  <a:gd name="T61" fmla="*/ 12 h 98"/>
                  <a:gd name="T62" fmla="*/ 54 w 98"/>
                  <a:gd name="T63" fmla="*/ 8 h 98"/>
                  <a:gd name="T64" fmla="*/ 58 w 98"/>
                  <a:gd name="T65" fmla="*/ 8 h 98"/>
                  <a:gd name="T66" fmla="*/ 60 w 98"/>
                  <a:gd name="T67" fmla="*/ 4 h 98"/>
                  <a:gd name="T68" fmla="*/ 64 w 98"/>
                  <a:gd name="T69" fmla="*/ 0 h 98"/>
                  <a:gd name="T70" fmla="*/ 66 w 98"/>
                  <a:gd name="T71" fmla="*/ 2 h 98"/>
                  <a:gd name="T72" fmla="*/ 68 w 98"/>
                  <a:gd name="T73" fmla="*/ 2 h 98"/>
                  <a:gd name="T74" fmla="*/ 70 w 98"/>
                  <a:gd name="T75" fmla="*/ 2 h 98"/>
                  <a:gd name="T76" fmla="*/ 74 w 98"/>
                  <a:gd name="T77" fmla="*/ 6 h 98"/>
                  <a:gd name="T78" fmla="*/ 76 w 98"/>
                  <a:gd name="T79" fmla="*/ 18 h 98"/>
                  <a:gd name="T80" fmla="*/ 86 w 98"/>
                  <a:gd name="T81" fmla="*/ 28 h 98"/>
                  <a:gd name="T82" fmla="*/ 92 w 98"/>
                  <a:gd name="T83" fmla="*/ 42 h 98"/>
                  <a:gd name="T84" fmla="*/ 96 w 98"/>
                  <a:gd name="T85" fmla="*/ 42 h 98"/>
                  <a:gd name="T86" fmla="*/ 96 w 98"/>
                  <a:gd name="T87" fmla="*/ 42 h 98"/>
                  <a:gd name="T88" fmla="*/ 94 w 98"/>
                  <a:gd name="T89" fmla="*/ 48 h 98"/>
                  <a:gd name="T90" fmla="*/ 98 w 98"/>
                  <a:gd name="T91" fmla="*/ 62 h 98"/>
                  <a:gd name="T92" fmla="*/ 98 w 98"/>
                  <a:gd name="T93" fmla="*/ 66 h 98"/>
                  <a:gd name="T94" fmla="*/ 92 w 98"/>
                  <a:gd name="T95" fmla="*/ 68 h 98"/>
                  <a:gd name="T96" fmla="*/ 92 w 98"/>
                  <a:gd name="T97" fmla="*/ 70 h 98"/>
                  <a:gd name="T98" fmla="*/ 90 w 98"/>
                  <a:gd name="T99" fmla="*/ 72 h 98"/>
                  <a:gd name="T100" fmla="*/ 86 w 98"/>
                  <a:gd name="T101" fmla="*/ 72 h 98"/>
                  <a:gd name="T102" fmla="*/ 80 w 98"/>
                  <a:gd name="T103" fmla="*/ 72 h 98"/>
                  <a:gd name="T104" fmla="*/ 74 w 98"/>
                  <a:gd name="T105"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8" h="98">
                    <a:moveTo>
                      <a:pt x="74" y="70"/>
                    </a:moveTo>
                    <a:lnTo>
                      <a:pt x="64" y="70"/>
                    </a:lnTo>
                    <a:lnTo>
                      <a:pt x="64" y="72"/>
                    </a:lnTo>
                    <a:lnTo>
                      <a:pt x="64" y="72"/>
                    </a:lnTo>
                    <a:lnTo>
                      <a:pt x="54" y="72"/>
                    </a:lnTo>
                    <a:lnTo>
                      <a:pt x="44" y="72"/>
                    </a:lnTo>
                    <a:lnTo>
                      <a:pt x="44" y="72"/>
                    </a:lnTo>
                    <a:lnTo>
                      <a:pt x="40" y="74"/>
                    </a:lnTo>
                    <a:lnTo>
                      <a:pt x="40" y="78"/>
                    </a:lnTo>
                    <a:lnTo>
                      <a:pt x="40" y="78"/>
                    </a:lnTo>
                    <a:lnTo>
                      <a:pt x="40" y="84"/>
                    </a:lnTo>
                    <a:lnTo>
                      <a:pt x="42" y="88"/>
                    </a:lnTo>
                    <a:lnTo>
                      <a:pt x="42" y="88"/>
                    </a:lnTo>
                    <a:lnTo>
                      <a:pt x="40" y="96"/>
                    </a:lnTo>
                    <a:lnTo>
                      <a:pt x="40" y="96"/>
                    </a:lnTo>
                    <a:lnTo>
                      <a:pt x="30" y="98"/>
                    </a:lnTo>
                    <a:lnTo>
                      <a:pt x="30" y="98"/>
                    </a:lnTo>
                    <a:lnTo>
                      <a:pt x="28" y="96"/>
                    </a:lnTo>
                    <a:lnTo>
                      <a:pt x="28" y="94"/>
                    </a:lnTo>
                    <a:lnTo>
                      <a:pt x="28" y="90"/>
                    </a:lnTo>
                    <a:lnTo>
                      <a:pt x="22" y="90"/>
                    </a:lnTo>
                    <a:lnTo>
                      <a:pt x="18" y="94"/>
                    </a:lnTo>
                    <a:lnTo>
                      <a:pt x="12" y="92"/>
                    </a:lnTo>
                    <a:lnTo>
                      <a:pt x="12" y="88"/>
                    </a:lnTo>
                    <a:lnTo>
                      <a:pt x="0" y="88"/>
                    </a:lnTo>
                    <a:lnTo>
                      <a:pt x="0" y="88"/>
                    </a:lnTo>
                    <a:lnTo>
                      <a:pt x="0" y="82"/>
                    </a:lnTo>
                    <a:lnTo>
                      <a:pt x="0" y="78"/>
                    </a:lnTo>
                    <a:lnTo>
                      <a:pt x="2" y="76"/>
                    </a:lnTo>
                    <a:lnTo>
                      <a:pt x="2" y="76"/>
                    </a:lnTo>
                    <a:lnTo>
                      <a:pt x="4" y="74"/>
                    </a:lnTo>
                    <a:lnTo>
                      <a:pt x="4" y="72"/>
                    </a:lnTo>
                    <a:lnTo>
                      <a:pt x="4" y="68"/>
                    </a:lnTo>
                    <a:lnTo>
                      <a:pt x="4" y="68"/>
                    </a:lnTo>
                    <a:lnTo>
                      <a:pt x="4" y="64"/>
                    </a:lnTo>
                    <a:lnTo>
                      <a:pt x="4" y="62"/>
                    </a:lnTo>
                    <a:lnTo>
                      <a:pt x="4" y="62"/>
                    </a:lnTo>
                    <a:lnTo>
                      <a:pt x="6" y="60"/>
                    </a:lnTo>
                    <a:lnTo>
                      <a:pt x="10" y="56"/>
                    </a:lnTo>
                    <a:lnTo>
                      <a:pt x="10" y="56"/>
                    </a:lnTo>
                    <a:lnTo>
                      <a:pt x="12" y="58"/>
                    </a:lnTo>
                    <a:lnTo>
                      <a:pt x="12" y="58"/>
                    </a:lnTo>
                    <a:lnTo>
                      <a:pt x="12" y="58"/>
                    </a:lnTo>
                    <a:lnTo>
                      <a:pt x="16" y="48"/>
                    </a:lnTo>
                    <a:lnTo>
                      <a:pt x="16" y="48"/>
                    </a:lnTo>
                    <a:lnTo>
                      <a:pt x="18" y="42"/>
                    </a:lnTo>
                    <a:lnTo>
                      <a:pt x="20" y="40"/>
                    </a:lnTo>
                    <a:lnTo>
                      <a:pt x="20" y="40"/>
                    </a:lnTo>
                    <a:lnTo>
                      <a:pt x="26" y="38"/>
                    </a:lnTo>
                    <a:lnTo>
                      <a:pt x="32" y="36"/>
                    </a:lnTo>
                    <a:lnTo>
                      <a:pt x="32" y="36"/>
                    </a:lnTo>
                    <a:lnTo>
                      <a:pt x="34" y="34"/>
                    </a:lnTo>
                    <a:lnTo>
                      <a:pt x="36" y="30"/>
                    </a:lnTo>
                    <a:lnTo>
                      <a:pt x="36" y="30"/>
                    </a:lnTo>
                    <a:lnTo>
                      <a:pt x="38" y="26"/>
                    </a:lnTo>
                    <a:lnTo>
                      <a:pt x="42" y="22"/>
                    </a:lnTo>
                    <a:lnTo>
                      <a:pt x="42" y="22"/>
                    </a:lnTo>
                    <a:lnTo>
                      <a:pt x="46" y="20"/>
                    </a:lnTo>
                    <a:lnTo>
                      <a:pt x="48" y="18"/>
                    </a:lnTo>
                    <a:lnTo>
                      <a:pt x="48" y="18"/>
                    </a:lnTo>
                    <a:lnTo>
                      <a:pt x="48" y="18"/>
                    </a:lnTo>
                    <a:lnTo>
                      <a:pt x="50" y="12"/>
                    </a:lnTo>
                    <a:lnTo>
                      <a:pt x="50" y="10"/>
                    </a:lnTo>
                    <a:lnTo>
                      <a:pt x="54" y="8"/>
                    </a:lnTo>
                    <a:lnTo>
                      <a:pt x="54" y="8"/>
                    </a:lnTo>
                    <a:lnTo>
                      <a:pt x="58" y="8"/>
                    </a:lnTo>
                    <a:lnTo>
                      <a:pt x="60" y="4"/>
                    </a:lnTo>
                    <a:lnTo>
                      <a:pt x="60" y="4"/>
                    </a:lnTo>
                    <a:lnTo>
                      <a:pt x="62" y="0"/>
                    </a:lnTo>
                    <a:lnTo>
                      <a:pt x="64" y="0"/>
                    </a:lnTo>
                    <a:lnTo>
                      <a:pt x="66" y="2"/>
                    </a:lnTo>
                    <a:lnTo>
                      <a:pt x="66" y="2"/>
                    </a:lnTo>
                    <a:lnTo>
                      <a:pt x="66" y="2"/>
                    </a:lnTo>
                    <a:lnTo>
                      <a:pt x="68" y="2"/>
                    </a:lnTo>
                    <a:lnTo>
                      <a:pt x="70" y="0"/>
                    </a:lnTo>
                    <a:lnTo>
                      <a:pt x="70" y="2"/>
                    </a:lnTo>
                    <a:lnTo>
                      <a:pt x="70" y="2"/>
                    </a:lnTo>
                    <a:lnTo>
                      <a:pt x="74" y="6"/>
                    </a:lnTo>
                    <a:lnTo>
                      <a:pt x="72" y="12"/>
                    </a:lnTo>
                    <a:lnTo>
                      <a:pt x="76" y="18"/>
                    </a:lnTo>
                    <a:lnTo>
                      <a:pt x="86" y="24"/>
                    </a:lnTo>
                    <a:lnTo>
                      <a:pt x="86" y="28"/>
                    </a:lnTo>
                    <a:lnTo>
                      <a:pt x="92" y="42"/>
                    </a:lnTo>
                    <a:lnTo>
                      <a:pt x="92" y="42"/>
                    </a:lnTo>
                    <a:lnTo>
                      <a:pt x="94" y="40"/>
                    </a:lnTo>
                    <a:lnTo>
                      <a:pt x="96" y="42"/>
                    </a:lnTo>
                    <a:lnTo>
                      <a:pt x="96" y="42"/>
                    </a:lnTo>
                    <a:lnTo>
                      <a:pt x="96" y="42"/>
                    </a:lnTo>
                    <a:lnTo>
                      <a:pt x="96" y="46"/>
                    </a:lnTo>
                    <a:lnTo>
                      <a:pt x="94" y="48"/>
                    </a:lnTo>
                    <a:lnTo>
                      <a:pt x="98" y="62"/>
                    </a:lnTo>
                    <a:lnTo>
                      <a:pt x="98" y="62"/>
                    </a:lnTo>
                    <a:lnTo>
                      <a:pt x="98" y="62"/>
                    </a:lnTo>
                    <a:lnTo>
                      <a:pt x="98" y="66"/>
                    </a:lnTo>
                    <a:lnTo>
                      <a:pt x="98" y="66"/>
                    </a:lnTo>
                    <a:lnTo>
                      <a:pt x="92" y="68"/>
                    </a:lnTo>
                    <a:lnTo>
                      <a:pt x="92" y="68"/>
                    </a:lnTo>
                    <a:lnTo>
                      <a:pt x="92" y="70"/>
                    </a:lnTo>
                    <a:lnTo>
                      <a:pt x="92" y="72"/>
                    </a:lnTo>
                    <a:lnTo>
                      <a:pt x="90" y="72"/>
                    </a:lnTo>
                    <a:lnTo>
                      <a:pt x="90" y="72"/>
                    </a:lnTo>
                    <a:lnTo>
                      <a:pt x="86" y="72"/>
                    </a:lnTo>
                    <a:lnTo>
                      <a:pt x="86" y="72"/>
                    </a:lnTo>
                    <a:lnTo>
                      <a:pt x="80" y="72"/>
                    </a:lnTo>
                    <a:lnTo>
                      <a:pt x="80" y="72"/>
                    </a:lnTo>
                    <a:lnTo>
                      <a:pt x="74" y="70"/>
                    </a:lnTo>
                    <a:lnTo>
                      <a:pt x="74"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69" name="Freeform 249">
                <a:extLst>
                  <a:ext uri="{FF2B5EF4-FFF2-40B4-BE49-F238E27FC236}">
                    <a16:creationId xmlns:a16="http://schemas.microsoft.com/office/drawing/2014/main" id="{6394BBC3-6937-1647-8C41-FAE6A8A4B0D1}"/>
                  </a:ext>
                </a:extLst>
              </p:cNvPr>
              <p:cNvSpPr>
                <a:spLocks/>
              </p:cNvSpPr>
              <p:nvPr/>
            </p:nvSpPr>
            <p:spPr bwMode="auto">
              <a:xfrm>
                <a:off x="6411946" y="4984340"/>
                <a:ext cx="258288" cy="308362"/>
              </a:xfrm>
              <a:custGeom>
                <a:avLst/>
                <a:gdLst>
                  <a:gd name="T0" fmla="*/ 4 w 132"/>
                  <a:gd name="T1" fmla="*/ 128 h 154"/>
                  <a:gd name="T2" fmla="*/ 10 w 132"/>
                  <a:gd name="T3" fmla="*/ 134 h 154"/>
                  <a:gd name="T4" fmla="*/ 10 w 132"/>
                  <a:gd name="T5" fmla="*/ 146 h 154"/>
                  <a:gd name="T6" fmla="*/ 14 w 132"/>
                  <a:gd name="T7" fmla="*/ 154 h 154"/>
                  <a:gd name="T8" fmla="*/ 16 w 132"/>
                  <a:gd name="T9" fmla="*/ 154 h 154"/>
                  <a:gd name="T10" fmla="*/ 20 w 132"/>
                  <a:gd name="T11" fmla="*/ 152 h 154"/>
                  <a:gd name="T12" fmla="*/ 32 w 132"/>
                  <a:gd name="T13" fmla="*/ 146 h 154"/>
                  <a:gd name="T14" fmla="*/ 46 w 132"/>
                  <a:gd name="T15" fmla="*/ 136 h 154"/>
                  <a:gd name="T16" fmla="*/ 48 w 132"/>
                  <a:gd name="T17" fmla="*/ 130 h 154"/>
                  <a:gd name="T18" fmla="*/ 54 w 132"/>
                  <a:gd name="T19" fmla="*/ 128 h 154"/>
                  <a:gd name="T20" fmla="*/ 58 w 132"/>
                  <a:gd name="T21" fmla="*/ 132 h 154"/>
                  <a:gd name="T22" fmla="*/ 64 w 132"/>
                  <a:gd name="T23" fmla="*/ 132 h 154"/>
                  <a:gd name="T24" fmla="*/ 70 w 132"/>
                  <a:gd name="T25" fmla="*/ 132 h 154"/>
                  <a:gd name="T26" fmla="*/ 78 w 132"/>
                  <a:gd name="T27" fmla="*/ 134 h 154"/>
                  <a:gd name="T28" fmla="*/ 82 w 132"/>
                  <a:gd name="T29" fmla="*/ 132 h 154"/>
                  <a:gd name="T30" fmla="*/ 84 w 132"/>
                  <a:gd name="T31" fmla="*/ 112 h 154"/>
                  <a:gd name="T32" fmla="*/ 90 w 132"/>
                  <a:gd name="T33" fmla="*/ 108 h 154"/>
                  <a:gd name="T34" fmla="*/ 94 w 132"/>
                  <a:gd name="T35" fmla="*/ 96 h 154"/>
                  <a:gd name="T36" fmla="*/ 100 w 132"/>
                  <a:gd name="T37" fmla="*/ 90 h 154"/>
                  <a:gd name="T38" fmla="*/ 106 w 132"/>
                  <a:gd name="T39" fmla="*/ 86 h 154"/>
                  <a:gd name="T40" fmla="*/ 118 w 132"/>
                  <a:gd name="T41" fmla="*/ 80 h 154"/>
                  <a:gd name="T42" fmla="*/ 122 w 132"/>
                  <a:gd name="T43" fmla="*/ 78 h 154"/>
                  <a:gd name="T44" fmla="*/ 128 w 132"/>
                  <a:gd name="T45" fmla="*/ 76 h 154"/>
                  <a:gd name="T46" fmla="*/ 132 w 132"/>
                  <a:gd name="T47" fmla="*/ 72 h 154"/>
                  <a:gd name="T48" fmla="*/ 126 w 132"/>
                  <a:gd name="T49" fmla="*/ 68 h 154"/>
                  <a:gd name="T50" fmla="*/ 122 w 132"/>
                  <a:gd name="T51" fmla="*/ 66 h 154"/>
                  <a:gd name="T52" fmla="*/ 116 w 132"/>
                  <a:gd name="T53" fmla="*/ 64 h 154"/>
                  <a:gd name="T54" fmla="*/ 116 w 132"/>
                  <a:gd name="T55" fmla="*/ 62 h 154"/>
                  <a:gd name="T56" fmla="*/ 116 w 132"/>
                  <a:gd name="T57" fmla="*/ 52 h 154"/>
                  <a:gd name="T58" fmla="*/ 112 w 132"/>
                  <a:gd name="T59" fmla="*/ 48 h 154"/>
                  <a:gd name="T60" fmla="*/ 110 w 132"/>
                  <a:gd name="T61" fmla="*/ 44 h 154"/>
                  <a:gd name="T62" fmla="*/ 106 w 132"/>
                  <a:gd name="T63" fmla="*/ 36 h 154"/>
                  <a:gd name="T64" fmla="*/ 100 w 132"/>
                  <a:gd name="T65" fmla="*/ 32 h 154"/>
                  <a:gd name="T66" fmla="*/ 98 w 132"/>
                  <a:gd name="T67" fmla="*/ 28 h 154"/>
                  <a:gd name="T68" fmla="*/ 94 w 132"/>
                  <a:gd name="T69" fmla="*/ 30 h 154"/>
                  <a:gd name="T70" fmla="*/ 92 w 132"/>
                  <a:gd name="T71" fmla="*/ 28 h 154"/>
                  <a:gd name="T72" fmla="*/ 90 w 132"/>
                  <a:gd name="T73" fmla="*/ 26 h 154"/>
                  <a:gd name="T74" fmla="*/ 82 w 132"/>
                  <a:gd name="T75" fmla="*/ 16 h 154"/>
                  <a:gd name="T76" fmla="*/ 78 w 132"/>
                  <a:gd name="T77" fmla="*/ 8 h 154"/>
                  <a:gd name="T78" fmla="*/ 76 w 132"/>
                  <a:gd name="T79" fmla="*/ 4 h 154"/>
                  <a:gd name="T80" fmla="*/ 72 w 132"/>
                  <a:gd name="T81" fmla="*/ 0 h 154"/>
                  <a:gd name="T82" fmla="*/ 68 w 132"/>
                  <a:gd name="T83" fmla="*/ 2 h 154"/>
                  <a:gd name="T84" fmla="*/ 62 w 132"/>
                  <a:gd name="T85" fmla="*/ 2 h 154"/>
                  <a:gd name="T86" fmla="*/ 60 w 132"/>
                  <a:gd name="T87" fmla="*/ 6 h 154"/>
                  <a:gd name="T88" fmla="*/ 26 w 132"/>
                  <a:gd name="T89" fmla="*/ 8 h 154"/>
                  <a:gd name="T90" fmla="*/ 0 w 132"/>
                  <a:gd name="T91" fmla="*/ 6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 h="154">
                    <a:moveTo>
                      <a:pt x="0" y="126"/>
                    </a:moveTo>
                    <a:lnTo>
                      <a:pt x="0" y="126"/>
                    </a:lnTo>
                    <a:lnTo>
                      <a:pt x="4" y="128"/>
                    </a:lnTo>
                    <a:lnTo>
                      <a:pt x="6" y="130"/>
                    </a:lnTo>
                    <a:lnTo>
                      <a:pt x="10" y="134"/>
                    </a:lnTo>
                    <a:lnTo>
                      <a:pt x="10" y="134"/>
                    </a:lnTo>
                    <a:lnTo>
                      <a:pt x="12" y="142"/>
                    </a:lnTo>
                    <a:lnTo>
                      <a:pt x="10" y="146"/>
                    </a:lnTo>
                    <a:lnTo>
                      <a:pt x="10" y="146"/>
                    </a:lnTo>
                    <a:lnTo>
                      <a:pt x="10" y="152"/>
                    </a:lnTo>
                    <a:lnTo>
                      <a:pt x="12" y="154"/>
                    </a:lnTo>
                    <a:lnTo>
                      <a:pt x="14" y="154"/>
                    </a:lnTo>
                    <a:lnTo>
                      <a:pt x="14" y="154"/>
                    </a:lnTo>
                    <a:lnTo>
                      <a:pt x="16" y="154"/>
                    </a:lnTo>
                    <a:lnTo>
                      <a:pt x="16" y="154"/>
                    </a:lnTo>
                    <a:lnTo>
                      <a:pt x="18" y="152"/>
                    </a:lnTo>
                    <a:lnTo>
                      <a:pt x="20" y="152"/>
                    </a:lnTo>
                    <a:lnTo>
                      <a:pt x="20" y="152"/>
                    </a:lnTo>
                    <a:lnTo>
                      <a:pt x="28" y="148"/>
                    </a:lnTo>
                    <a:lnTo>
                      <a:pt x="32" y="146"/>
                    </a:lnTo>
                    <a:lnTo>
                      <a:pt x="32" y="146"/>
                    </a:lnTo>
                    <a:lnTo>
                      <a:pt x="40" y="142"/>
                    </a:lnTo>
                    <a:lnTo>
                      <a:pt x="44" y="138"/>
                    </a:lnTo>
                    <a:lnTo>
                      <a:pt x="46" y="136"/>
                    </a:lnTo>
                    <a:lnTo>
                      <a:pt x="46" y="136"/>
                    </a:lnTo>
                    <a:lnTo>
                      <a:pt x="46" y="132"/>
                    </a:lnTo>
                    <a:lnTo>
                      <a:pt x="48" y="130"/>
                    </a:lnTo>
                    <a:lnTo>
                      <a:pt x="50" y="128"/>
                    </a:lnTo>
                    <a:lnTo>
                      <a:pt x="50" y="128"/>
                    </a:lnTo>
                    <a:lnTo>
                      <a:pt x="54" y="128"/>
                    </a:lnTo>
                    <a:lnTo>
                      <a:pt x="56" y="132"/>
                    </a:lnTo>
                    <a:lnTo>
                      <a:pt x="56" y="132"/>
                    </a:lnTo>
                    <a:lnTo>
                      <a:pt x="58" y="132"/>
                    </a:lnTo>
                    <a:lnTo>
                      <a:pt x="60" y="130"/>
                    </a:lnTo>
                    <a:lnTo>
                      <a:pt x="62" y="130"/>
                    </a:lnTo>
                    <a:lnTo>
                      <a:pt x="64" y="132"/>
                    </a:lnTo>
                    <a:lnTo>
                      <a:pt x="64" y="132"/>
                    </a:lnTo>
                    <a:lnTo>
                      <a:pt x="66" y="132"/>
                    </a:lnTo>
                    <a:lnTo>
                      <a:pt x="70" y="132"/>
                    </a:lnTo>
                    <a:lnTo>
                      <a:pt x="74" y="132"/>
                    </a:lnTo>
                    <a:lnTo>
                      <a:pt x="74" y="132"/>
                    </a:lnTo>
                    <a:lnTo>
                      <a:pt x="78" y="134"/>
                    </a:lnTo>
                    <a:lnTo>
                      <a:pt x="80" y="134"/>
                    </a:lnTo>
                    <a:lnTo>
                      <a:pt x="82" y="132"/>
                    </a:lnTo>
                    <a:lnTo>
                      <a:pt x="82" y="132"/>
                    </a:lnTo>
                    <a:lnTo>
                      <a:pt x="82" y="112"/>
                    </a:lnTo>
                    <a:lnTo>
                      <a:pt x="82" y="112"/>
                    </a:lnTo>
                    <a:lnTo>
                      <a:pt x="84" y="112"/>
                    </a:lnTo>
                    <a:lnTo>
                      <a:pt x="90" y="110"/>
                    </a:lnTo>
                    <a:lnTo>
                      <a:pt x="90" y="110"/>
                    </a:lnTo>
                    <a:lnTo>
                      <a:pt x="90" y="108"/>
                    </a:lnTo>
                    <a:lnTo>
                      <a:pt x="92" y="104"/>
                    </a:lnTo>
                    <a:lnTo>
                      <a:pt x="92" y="98"/>
                    </a:lnTo>
                    <a:lnTo>
                      <a:pt x="94" y="96"/>
                    </a:lnTo>
                    <a:lnTo>
                      <a:pt x="94" y="96"/>
                    </a:lnTo>
                    <a:lnTo>
                      <a:pt x="98" y="94"/>
                    </a:lnTo>
                    <a:lnTo>
                      <a:pt x="100" y="90"/>
                    </a:lnTo>
                    <a:lnTo>
                      <a:pt x="102" y="88"/>
                    </a:lnTo>
                    <a:lnTo>
                      <a:pt x="106" y="86"/>
                    </a:lnTo>
                    <a:lnTo>
                      <a:pt x="106" y="86"/>
                    </a:lnTo>
                    <a:lnTo>
                      <a:pt x="112" y="84"/>
                    </a:lnTo>
                    <a:lnTo>
                      <a:pt x="118" y="80"/>
                    </a:lnTo>
                    <a:lnTo>
                      <a:pt x="118" y="80"/>
                    </a:lnTo>
                    <a:lnTo>
                      <a:pt x="120" y="80"/>
                    </a:lnTo>
                    <a:lnTo>
                      <a:pt x="120" y="78"/>
                    </a:lnTo>
                    <a:lnTo>
                      <a:pt x="122" y="78"/>
                    </a:lnTo>
                    <a:lnTo>
                      <a:pt x="124" y="78"/>
                    </a:lnTo>
                    <a:lnTo>
                      <a:pt x="124" y="78"/>
                    </a:lnTo>
                    <a:lnTo>
                      <a:pt x="128" y="76"/>
                    </a:lnTo>
                    <a:lnTo>
                      <a:pt x="130" y="74"/>
                    </a:lnTo>
                    <a:lnTo>
                      <a:pt x="132" y="72"/>
                    </a:lnTo>
                    <a:lnTo>
                      <a:pt x="132" y="72"/>
                    </a:lnTo>
                    <a:lnTo>
                      <a:pt x="130" y="70"/>
                    </a:lnTo>
                    <a:lnTo>
                      <a:pt x="126" y="68"/>
                    </a:lnTo>
                    <a:lnTo>
                      <a:pt x="126" y="68"/>
                    </a:lnTo>
                    <a:lnTo>
                      <a:pt x="124" y="66"/>
                    </a:lnTo>
                    <a:lnTo>
                      <a:pt x="124" y="66"/>
                    </a:lnTo>
                    <a:lnTo>
                      <a:pt x="122" y="66"/>
                    </a:lnTo>
                    <a:lnTo>
                      <a:pt x="120" y="66"/>
                    </a:lnTo>
                    <a:lnTo>
                      <a:pt x="120" y="66"/>
                    </a:lnTo>
                    <a:lnTo>
                      <a:pt x="116" y="64"/>
                    </a:lnTo>
                    <a:lnTo>
                      <a:pt x="116" y="64"/>
                    </a:lnTo>
                    <a:lnTo>
                      <a:pt x="116" y="62"/>
                    </a:lnTo>
                    <a:lnTo>
                      <a:pt x="116" y="62"/>
                    </a:lnTo>
                    <a:lnTo>
                      <a:pt x="114" y="56"/>
                    </a:lnTo>
                    <a:lnTo>
                      <a:pt x="116" y="52"/>
                    </a:lnTo>
                    <a:lnTo>
                      <a:pt x="116" y="52"/>
                    </a:lnTo>
                    <a:lnTo>
                      <a:pt x="116" y="50"/>
                    </a:lnTo>
                    <a:lnTo>
                      <a:pt x="114" y="50"/>
                    </a:lnTo>
                    <a:lnTo>
                      <a:pt x="112" y="48"/>
                    </a:lnTo>
                    <a:lnTo>
                      <a:pt x="112" y="48"/>
                    </a:lnTo>
                    <a:lnTo>
                      <a:pt x="112" y="48"/>
                    </a:lnTo>
                    <a:lnTo>
                      <a:pt x="110" y="44"/>
                    </a:lnTo>
                    <a:lnTo>
                      <a:pt x="108" y="42"/>
                    </a:lnTo>
                    <a:lnTo>
                      <a:pt x="108" y="42"/>
                    </a:lnTo>
                    <a:lnTo>
                      <a:pt x="106" y="36"/>
                    </a:lnTo>
                    <a:lnTo>
                      <a:pt x="106" y="36"/>
                    </a:lnTo>
                    <a:lnTo>
                      <a:pt x="102" y="34"/>
                    </a:lnTo>
                    <a:lnTo>
                      <a:pt x="100" y="32"/>
                    </a:lnTo>
                    <a:lnTo>
                      <a:pt x="98" y="30"/>
                    </a:lnTo>
                    <a:lnTo>
                      <a:pt x="98" y="30"/>
                    </a:lnTo>
                    <a:lnTo>
                      <a:pt x="98" y="28"/>
                    </a:lnTo>
                    <a:lnTo>
                      <a:pt x="98" y="30"/>
                    </a:lnTo>
                    <a:lnTo>
                      <a:pt x="96" y="30"/>
                    </a:lnTo>
                    <a:lnTo>
                      <a:pt x="94" y="30"/>
                    </a:lnTo>
                    <a:lnTo>
                      <a:pt x="94" y="30"/>
                    </a:lnTo>
                    <a:lnTo>
                      <a:pt x="92" y="30"/>
                    </a:lnTo>
                    <a:lnTo>
                      <a:pt x="92" y="28"/>
                    </a:lnTo>
                    <a:lnTo>
                      <a:pt x="90" y="26"/>
                    </a:lnTo>
                    <a:lnTo>
                      <a:pt x="90" y="26"/>
                    </a:lnTo>
                    <a:lnTo>
                      <a:pt x="90" y="26"/>
                    </a:lnTo>
                    <a:lnTo>
                      <a:pt x="84" y="20"/>
                    </a:lnTo>
                    <a:lnTo>
                      <a:pt x="82" y="16"/>
                    </a:lnTo>
                    <a:lnTo>
                      <a:pt x="82" y="16"/>
                    </a:lnTo>
                    <a:lnTo>
                      <a:pt x="82" y="12"/>
                    </a:lnTo>
                    <a:lnTo>
                      <a:pt x="80" y="10"/>
                    </a:lnTo>
                    <a:lnTo>
                      <a:pt x="78" y="8"/>
                    </a:lnTo>
                    <a:lnTo>
                      <a:pt x="78" y="8"/>
                    </a:lnTo>
                    <a:lnTo>
                      <a:pt x="76" y="6"/>
                    </a:lnTo>
                    <a:lnTo>
                      <a:pt x="76" y="4"/>
                    </a:lnTo>
                    <a:lnTo>
                      <a:pt x="74" y="0"/>
                    </a:lnTo>
                    <a:lnTo>
                      <a:pt x="74" y="0"/>
                    </a:lnTo>
                    <a:lnTo>
                      <a:pt x="72" y="0"/>
                    </a:lnTo>
                    <a:lnTo>
                      <a:pt x="70" y="0"/>
                    </a:lnTo>
                    <a:lnTo>
                      <a:pt x="68" y="2"/>
                    </a:lnTo>
                    <a:lnTo>
                      <a:pt x="68" y="2"/>
                    </a:lnTo>
                    <a:lnTo>
                      <a:pt x="66" y="4"/>
                    </a:lnTo>
                    <a:lnTo>
                      <a:pt x="64" y="4"/>
                    </a:lnTo>
                    <a:lnTo>
                      <a:pt x="62" y="2"/>
                    </a:lnTo>
                    <a:lnTo>
                      <a:pt x="60" y="4"/>
                    </a:lnTo>
                    <a:lnTo>
                      <a:pt x="60" y="4"/>
                    </a:lnTo>
                    <a:lnTo>
                      <a:pt x="60" y="6"/>
                    </a:lnTo>
                    <a:lnTo>
                      <a:pt x="58" y="6"/>
                    </a:lnTo>
                    <a:lnTo>
                      <a:pt x="56" y="6"/>
                    </a:lnTo>
                    <a:lnTo>
                      <a:pt x="26" y="8"/>
                    </a:lnTo>
                    <a:lnTo>
                      <a:pt x="16" y="8"/>
                    </a:lnTo>
                    <a:lnTo>
                      <a:pt x="16" y="66"/>
                    </a:lnTo>
                    <a:lnTo>
                      <a:pt x="0" y="66"/>
                    </a:lnTo>
                    <a:lnTo>
                      <a:pt x="0" y="12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0" name="Freeform 253">
                <a:extLst>
                  <a:ext uri="{FF2B5EF4-FFF2-40B4-BE49-F238E27FC236}">
                    <a16:creationId xmlns:a16="http://schemas.microsoft.com/office/drawing/2014/main" id="{9AE14963-810B-6A46-AFA3-A9537A99C791}"/>
                  </a:ext>
                </a:extLst>
              </p:cNvPr>
              <p:cNvSpPr>
                <a:spLocks/>
              </p:cNvSpPr>
              <p:nvPr/>
            </p:nvSpPr>
            <p:spPr bwMode="auto">
              <a:xfrm>
                <a:off x="5917046" y="3955131"/>
                <a:ext cx="74055" cy="228269"/>
              </a:xfrm>
              <a:custGeom>
                <a:avLst/>
                <a:gdLst>
                  <a:gd name="T0" fmla="*/ 26 w 38"/>
                  <a:gd name="T1" fmla="*/ 106 h 114"/>
                  <a:gd name="T2" fmla="*/ 28 w 38"/>
                  <a:gd name="T3" fmla="*/ 96 h 114"/>
                  <a:gd name="T4" fmla="*/ 26 w 38"/>
                  <a:gd name="T5" fmla="*/ 86 h 114"/>
                  <a:gd name="T6" fmla="*/ 24 w 38"/>
                  <a:gd name="T7" fmla="*/ 82 h 114"/>
                  <a:gd name="T8" fmla="*/ 26 w 38"/>
                  <a:gd name="T9" fmla="*/ 72 h 114"/>
                  <a:gd name="T10" fmla="*/ 26 w 38"/>
                  <a:gd name="T11" fmla="*/ 68 h 114"/>
                  <a:gd name="T12" fmla="*/ 26 w 38"/>
                  <a:gd name="T13" fmla="*/ 62 h 114"/>
                  <a:gd name="T14" fmla="*/ 28 w 38"/>
                  <a:gd name="T15" fmla="*/ 62 h 114"/>
                  <a:gd name="T16" fmla="*/ 30 w 38"/>
                  <a:gd name="T17" fmla="*/ 62 h 114"/>
                  <a:gd name="T18" fmla="*/ 30 w 38"/>
                  <a:gd name="T19" fmla="*/ 58 h 114"/>
                  <a:gd name="T20" fmla="*/ 32 w 38"/>
                  <a:gd name="T21" fmla="*/ 52 h 114"/>
                  <a:gd name="T22" fmla="*/ 34 w 38"/>
                  <a:gd name="T23" fmla="*/ 48 h 114"/>
                  <a:gd name="T24" fmla="*/ 34 w 38"/>
                  <a:gd name="T25" fmla="*/ 44 h 114"/>
                  <a:gd name="T26" fmla="*/ 36 w 38"/>
                  <a:gd name="T27" fmla="*/ 38 h 114"/>
                  <a:gd name="T28" fmla="*/ 38 w 38"/>
                  <a:gd name="T29" fmla="*/ 38 h 114"/>
                  <a:gd name="T30" fmla="*/ 36 w 38"/>
                  <a:gd name="T31" fmla="*/ 34 h 114"/>
                  <a:gd name="T32" fmla="*/ 36 w 38"/>
                  <a:gd name="T33" fmla="*/ 30 h 114"/>
                  <a:gd name="T34" fmla="*/ 36 w 38"/>
                  <a:gd name="T35" fmla="*/ 22 h 114"/>
                  <a:gd name="T36" fmla="*/ 32 w 38"/>
                  <a:gd name="T37" fmla="*/ 20 h 114"/>
                  <a:gd name="T38" fmla="*/ 34 w 38"/>
                  <a:gd name="T39" fmla="*/ 18 h 114"/>
                  <a:gd name="T40" fmla="*/ 34 w 38"/>
                  <a:gd name="T41" fmla="*/ 12 h 114"/>
                  <a:gd name="T42" fmla="*/ 26 w 38"/>
                  <a:gd name="T43" fmla="*/ 6 h 114"/>
                  <a:gd name="T44" fmla="*/ 26 w 38"/>
                  <a:gd name="T45" fmla="*/ 4 h 114"/>
                  <a:gd name="T46" fmla="*/ 24 w 38"/>
                  <a:gd name="T47" fmla="*/ 2 h 114"/>
                  <a:gd name="T48" fmla="*/ 18 w 38"/>
                  <a:gd name="T49" fmla="*/ 0 h 114"/>
                  <a:gd name="T50" fmla="*/ 12 w 38"/>
                  <a:gd name="T51" fmla="*/ 8 h 114"/>
                  <a:gd name="T52" fmla="*/ 12 w 38"/>
                  <a:gd name="T53" fmla="*/ 12 h 114"/>
                  <a:gd name="T54" fmla="*/ 6 w 38"/>
                  <a:gd name="T55" fmla="*/ 14 h 114"/>
                  <a:gd name="T56" fmla="*/ 6 w 38"/>
                  <a:gd name="T57" fmla="*/ 16 h 114"/>
                  <a:gd name="T58" fmla="*/ 4 w 38"/>
                  <a:gd name="T59" fmla="*/ 18 h 114"/>
                  <a:gd name="T60" fmla="*/ 0 w 38"/>
                  <a:gd name="T61" fmla="*/ 18 h 114"/>
                  <a:gd name="T62" fmla="*/ 10 w 38"/>
                  <a:gd name="T63" fmla="*/ 36 h 114"/>
                  <a:gd name="T64" fmla="*/ 10 w 38"/>
                  <a:gd name="T65" fmla="*/ 38 h 114"/>
                  <a:gd name="T66" fmla="*/ 10 w 38"/>
                  <a:gd name="T67" fmla="*/ 44 h 114"/>
                  <a:gd name="T68" fmla="*/ 12 w 38"/>
                  <a:gd name="T69" fmla="*/ 52 h 114"/>
                  <a:gd name="T70" fmla="*/ 12 w 38"/>
                  <a:gd name="T71" fmla="*/ 54 h 114"/>
                  <a:gd name="T72" fmla="*/ 12 w 38"/>
                  <a:gd name="T73" fmla="*/ 62 h 114"/>
                  <a:gd name="T74" fmla="*/ 12 w 38"/>
                  <a:gd name="T75" fmla="*/ 74 h 114"/>
                  <a:gd name="T76" fmla="*/ 12 w 38"/>
                  <a:gd name="T77" fmla="*/ 80 h 114"/>
                  <a:gd name="T78" fmla="*/ 12 w 38"/>
                  <a:gd name="T79" fmla="*/ 84 h 114"/>
                  <a:gd name="T80" fmla="*/ 10 w 38"/>
                  <a:gd name="T81" fmla="*/ 94 h 114"/>
                  <a:gd name="T82" fmla="*/ 12 w 38"/>
                  <a:gd name="T83" fmla="*/ 100 h 114"/>
                  <a:gd name="T84" fmla="*/ 12 w 38"/>
                  <a:gd name="T85" fmla="*/ 102 h 114"/>
                  <a:gd name="T86" fmla="*/ 12 w 38"/>
                  <a:gd name="T87" fmla="*/ 106 h 114"/>
                  <a:gd name="T88" fmla="*/ 14 w 38"/>
                  <a:gd name="T89" fmla="*/ 114 h 114"/>
                  <a:gd name="T90" fmla="*/ 16 w 38"/>
                  <a:gd name="T91" fmla="*/ 114 h 114"/>
                  <a:gd name="T92" fmla="*/ 18 w 38"/>
                  <a:gd name="T93" fmla="*/ 108 h 114"/>
                  <a:gd name="T94" fmla="*/ 26 w 38"/>
                  <a:gd name="T95" fmla="*/ 10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8" h="114">
                    <a:moveTo>
                      <a:pt x="26" y="106"/>
                    </a:moveTo>
                    <a:lnTo>
                      <a:pt x="26" y="106"/>
                    </a:lnTo>
                    <a:lnTo>
                      <a:pt x="28" y="96"/>
                    </a:lnTo>
                    <a:lnTo>
                      <a:pt x="28" y="96"/>
                    </a:lnTo>
                    <a:lnTo>
                      <a:pt x="28" y="90"/>
                    </a:lnTo>
                    <a:lnTo>
                      <a:pt x="26" y="86"/>
                    </a:lnTo>
                    <a:lnTo>
                      <a:pt x="26" y="86"/>
                    </a:lnTo>
                    <a:lnTo>
                      <a:pt x="24" y="82"/>
                    </a:lnTo>
                    <a:lnTo>
                      <a:pt x="26" y="76"/>
                    </a:lnTo>
                    <a:lnTo>
                      <a:pt x="26" y="72"/>
                    </a:lnTo>
                    <a:lnTo>
                      <a:pt x="26" y="68"/>
                    </a:lnTo>
                    <a:lnTo>
                      <a:pt x="26" y="68"/>
                    </a:lnTo>
                    <a:lnTo>
                      <a:pt x="26" y="64"/>
                    </a:lnTo>
                    <a:lnTo>
                      <a:pt x="26" y="62"/>
                    </a:lnTo>
                    <a:lnTo>
                      <a:pt x="28" y="62"/>
                    </a:lnTo>
                    <a:lnTo>
                      <a:pt x="28" y="62"/>
                    </a:lnTo>
                    <a:lnTo>
                      <a:pt x="30" y="62"/>
                    </a:lnTo>
                    <a:lnTo>
                      <a:pt x="30" y="62"/>
                    </a:lnTo>
                    <a:lnTo>
                      <a:pt x="30" y="58"/>
                    </a:lnTo>
                    <a:lnTo>
                      <a:pt x="30" y="58"/>
                    </a:lnTo>
                    <a:lnTo>
                      <a:pt x="30" y="54"/>
                    </a:lnTo>
                    <a:lnTo>
                      <a:pt x="32" y="52"/>
                    </a:lnTo>
                    <a:lnTo>
                      <a:pt x="32" y="52"/>
                    </a:lnTo>
                    <a:lnTo>
                      <a:pt x="34" y="48"/>
                    </a:lnTo>
                    <a:lnTo>
                      <a:pt x="34" y="44"/>
                    </a:lnTo>
                    <a:lnTo>
                      <a:pt x="34" y="44"/>
                    </a:lnTo>
                    <a:lnTo>
                      <a:pt x="34" y="40"/>
                    </a:lnTo>
                    <a:lnTo>
                      <a:pt x="36" y="38"/>
                    </a:lnTo>
                    <a:lnTo>
                      <a:pt x="36" y="38"/>
                    </a:lnTo>
                    <a:lnTo>
                      <a:pt x="38" y="38"/>
                    </a:lnTo>
                    <a:lnTo>
                      <a:pt x="36" y="36"/>
                    </a:lnTo>
                    <a:lnTo>
                      <a:pt x="36" y="34"/>
                    </a:lnTo>
                    <a:lnTo>
                      <a:pt x="36" y="30"/>
                    </a:lnTo>
                    <a:lnTo>
                      <a:pt x="36" y="30"/>
                    </a:lnTo>
                    <a:lnTo>
                      <a:pt x="38" y="26"/>
                    </a:lnTo>
                    <a:lnTo>
                      <a:pt x="36" y="22"/>
                    </a:lnTo>
                    <a:lnTo>
                      <a:pt x="36" y="22"/>
                    </a:lnTo>
                    <a:lnTo>
                      <a:pt x="32" y="20"/>
                    </a:lnTo>
                    <a:lnTo>
                      <a:pt x="34" y="18"/>
                    </a:lnTo>
                    <a:lnTo>
                      <a:pt x="34" y="18"/>
                    </a:lnTo>
                    <a:lnTo>
                      <a:pt x="34" y="16"/>
                    </a:lnTo>
                    <a:lnTo>
                      <a:pt x="34" y="12"/>
                    </a:lnTo>
                    <a:lnTo>
                      <a:pt x="34" y="10"/>
                    </a:lnTo>
                    <a:lnTo>
                      <a:pt x="26" y="6"/>
                    </a:lnTo>
                    <a:lnTo>
                      <a:pt x="26" y="6"/>
                    </a:lnTo>
                    <a:lnTo>
                      <a:pt x="26" y="4"/>
                    </a:lnTo>
                    <a:lnTo>
                      <a:pt x="24" y="2"/>
                    </a:lnTo>
                    <a:lnTo>
                      <a:pt x="24" y="2"/>
                    </a:lnTo>
                    <a:lnTo>
                      <a:pt x="20" y="0"/>
                    </a:lnTo>
                    <a:lnTo>
                      <a:pt x="18" y="0"/>
                    </a:lnTo>
                    <a:lnTo>
                      <a:pt x="12" y="8"/>
                    </a:lnTo>
                    <a:lnTo>
                      <a:pt x="12" y="8"/>
                    </a:lnTo>
                    <a:lnTo>
                      <a:pt x="12" y="8"/>
                    </a:lnTo>
                    <a:lnTo>
                      <a:pt x="12" y="12"/>
                    </a:lnTo>
                    <a:lnTo>
                      <a:pt x="12" y="12"/>
                    </a:lnTo>
                    <a:lnTo>
                      <a:pt x="6" y="14"/>
                    </a:lnTo>
                    <a:lnTo>
                      <a:pt x="6" y="14"/>
                    </a:lnTo>
                    <a:lnTo>
                      <a:pt x="6" y="16"/>
                    </a:lnTo>
                    <a:lnTo>
                      <a:pt x="6" y="18"/>
                    </a:lnTo>
                    <a:lnTo>
                      <a:pt x="4" y="18"/>
                    </a:lnTo>
                    <a:lnTo>
                      <a:pt x="4" y="18"/>
                    </a:lnTo>
                    <a:lnTo>
                      <a:pt x="0" y="18"/>
                    </a:lnTo>
                    <a:lnTo>
                      <a:pt x="0" y="32"/>
                    </a:lnTo>
                    <a:lnTo>
                      <a:pt x="10" y="36"/>
                    </a:lnTo>
                    <a:lnTo>
                      <a:pt x="10" y="36"/>
                    </a:lnTo>
                    <a:lnTo>
                      <a:pt x="10" y="38"/>
                    </a:lnTo>
                    <a:lnTo>
                      <a:pt x="10" y="44"/>
                    </a:lnTo>
                    <a:lnTo>
                      <a:pt x="10" y="44"/>
                    </a:lnTo>
                    <a:lnTo>
                      <a:pt x="10" y="50"/>
                    </a:lnTo>
                    <a:lnTo>
                      <a:pt x="12" y="52"/>
                    </a:lnTo>
                    <a:lnTo>
                      <a:pt x="12" y="52"/>
                    </a:lnTo>
                    <a:lnTo>
                      <a:pt x="12" y="54"/>
                    </a:lnTo>
                    <a:lnTo>
                      <a:pt x="12" y="62"/>
                    </a:lnTo>
                    <a:lnTo>
                      <a:pt x="12" y="62"/>
                    </a:lnTo>
                    <a:lnTo>
                      <a:pt x="10" y="68"/>
                    </a:lnTo>
                    <a:lnTo>
                      <a:pt x="12" y="74"/>
                    </a:lnTo>
                    <a:lnTo>
                      <a:pt x="12" y="74"/>
                    </a:lnTo>
                    <a:lnTo>
                      <a:pt x="12" y="80"/>
                    </a:lnTo>
                    <a:lnTo>
                      <a:pt x="12" y="84"/>
                    </a:lnTo>
                    <a:lnTo>
                      <a:pt x="12" y="84"/>
                    </a:lnTo>
                    <a:lnTo>
                      <a:pt x="10" y="90"/>
                    </a:lnTo>
                    <a:lnTo>
                      <a:pt x="10" y="94"/>
                    </a:lnTo>
                    <a:lnTo>
                      <a:pt x="10" y="94"/>
                    </a:lnTo>
                    <a:lnTo>
                      <a:pt x="12" y="100"/>
                    </a:lnTo>
                    <a:lnTo>
                      <a:pt x="12" y="102"/>
                    </a:lnTo>
                    <a:lnTo>
                      <a:pt x="12" y="102"/>
                    </a:lnTo>
                    <a:lnTo>
                      <a:pt x="12" y="106"/>
                    </a:lnTo>
                    <a:lnTo>
                      <a:pt x="12" y="106"/>
                    </a:lnTo>
                    <a:lnTo>
                      <a:pt x="14" y="112"/>
                    </a:lnTo>
                    <a:lnTo>
                      <a:pt x="14" y="114"/>
                    </a:lnTo>
                    <a:lnTo>
                      <a:pt x="16" y="114"/>
                    </a:lnTo>
                    <a:lnTo>
                      <a:pt x="16" y="114"/>
                    </a:lnTo>
                    <a:lnTo>
                      <a:pt x="18" y="108"/>
                    </a:lnTo>
                    <a:lnTo>
                      <a:pt x="18" y="108"/>
                    </a:lnTo>
                    <a:lnTo>
                      <a:pt x="26" y="106"/>
                    </a:lnTo>
                    <a:lnTo>
                      <a:pt x="26" y="10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1" name="Freeform 263">
                <a:extLst>
                  <a:ext uri="{FF2B5EF4-FFF2-40B4-BE49-F238E27FC236}">
                    <a16:creationId xmlns:a16="http://schemas.microsoft.com/office/drawing/2014/main" id="{20621E11-CFAB-9142-968E-70970CEA34B4}"/>
                  </a:ext>
                </a:extLst>
              </p:cNvPr>
              <p:cNvSpPr>
                <a:spLocks noEditPoints="1"/>
              </p:cNvSpPr>
              <p:nvPr/>
            </p:nvSpPr>
            <p:spPr bwMode="auto">
              <a:xfrm>
                <a:off x="6207846" y="4515789"/>
                <a:ext cx="328729" cy="472555"/>
              </a:xfrm>
              <a:custGeom>
                <a:avLst/>
                <a:gdLst>
                  <a:gd name="T0" fmla="*/ 12 w 168"/>
                  <a:gd name="T1" fmla="*/ 12 h 236"/>
                  <a:gd name="T2" fmla="*/ 14 w 168"/>
                  <a:gd name="T3" fmla="*/ 4 h 236"/>
                  <a:gd name="T4" fmla="*/ 12 w 168"/>
                  <a:gd name="T5" fmla="*/ 0 h 236"/>
                  <a:gd name="T6" fmla="*/ 10 w 168"/>
                  <a:gd name="T7" fmla="*/ 4 h 236"/>
                  <a:gd name="T8" fmla="*/ 2 w 168"/>
                  <a:gd name="T9" fmla="*/ 4 h 236"/>
                  <a:gd name="T10" fmla="*/ 2 w 168"/>
                  <a:gd name="T11" fmla="*/ 14 h 236"/>
                  <a:gd name="T12" fmla="*/ 10 w 168"/>
                  <a:gd name="T13" fmla="*/ 32 h 236"/>
                  <a:gd name="T14" fmla="*/ 14 w 168"/>
                  <a:gd name="T15" fmla="*/ 48 h 236"/>
                  <a:gd name="T16" fmla="*/ 18 w 168"/>
                  <a:gd name="T17" fmla="*/ 56 h 236"/>
                  <a:gd name="T18" fmla="*/ 22 w 168"/>
                  <a:gd name="T19" fmla="*/ 64 h 236"/>
                  <a:gd name="T20" fmla="*/ 24 w 168"/>
                  <a:gd name="T21" fmla="*/ 74 h 236"/>
                  <a:gd name="T22" fmla="*/ 22 w 168"/>
                  <a:gd name="T23" fmla="*/ 76 h 236"/>
                  <a:gd name="T24" fmla="*/ 20 w 168"/>
                  <a:gd name="T25" fmla="*/ 82 h 236"/>
                  <a:gd name="T26" fmla="*/ 22 w 168"/>
                  <a:gd name="T27" fmla="*/ 96 h 236"/>
                  <a:gd name="T28" fmla="*/ 26 w 168"/>
                  <a:gd name="T29" fmla="*/ 110 h 236"/>
                  <a:gd name="T30" fmla="*/ 26 w 168"/>
                  <a:gd name="T31" fmla="*/ 138 h 236"/>
                  <a:gd name="T32" fmla="*/ 18 w 168"/>
                  <a:gd name="T33" fmla="*/ 146 h 236"/>
                  <a:gd name="T34" fmla="*/ 16 w 168"/>
                  <a:gd name="T35" fmla="*/ 156 h 236"/>
                  <a:gd name="T36" fmla="*/ 10 w 168"/>
                  <a:gd name="T37" fmla="*/ 168 h 236"/>
                  <a:gd name="T38" fmla="*/ 8 w 168"/>
                  <a:gd name="T39" fmla="*/ 180 h 236"/>
                  <a:gd name="T40" fmla="*/ 2 w 168"/>
                  <a:gd name="T41" fmla="*/ 192 h 236"/>
                  <a:gd name="T42" fmla="*/ 2 w 168"/>
                  <a:gd name="T43" fmla="*/ 210 h 236"/>
                  <a:gd name="T44" fmla="*/ 0 w 168"/>
                  <a:gd name="T45" fmla="*/ 214 h 236"/>
                  <a:gd name="T46" fmla="*/ 10 w 168"/>
                  <a:gd name="T47" fmla="*/ 220 h 236"/>
                  <a:gd name="T48" fmla="*/ 16 w 168"/>
                  <a:gd name="T49" fmla="*/ 218 h 236"/>
                  <a:gd name="T50" fmla="*/ 26 w 168"/>
                  <a:gd name="T51" fmla="*/ 220 h 236"/>
                  <a:gd name="T52" fmla="*/ 88 w 168"/>
                  <a:gd name="T53" fmla="*/ 226 h 236"/>
                  <a:gd name="T54" fmla="*/ 92 w 168"/>
                  <a:gd name="T55" fmla="*/ 230 h 236"/>
                  <a:gd name="T56" fmla="*/ 100 w 168"/>
                  <a:gd name="T57" fmla="*/ 230 h 236"/>
                  <a:gd name="T58" fmla="*/ 106 w 168"/>
                  <a:gd name="T59" fmla="*/ 232 h 236"/>
                  <a:gd name="T60" fmla="*/ 112 w 168"/>
                  <a:gd name="T61" fmla="*/ 232 h 236"/>
                  <a:gd name="T62" fmla="*/ 154 w 168"/>
                  <a:gd name="T63" fmla="*/ 230 h 236"/>
                  <a:gd name="T64" fmla="*/ 150 w 168"/>
                  <a:gd name="T65" fmla="*/ 224 h 236"/>
                  <a:gd name="T66" fmla="*/ 140 w 168"/>
                  <a:gd name="T67" fmla="*/ 210 h 236"/>
                  <a:gd name="T68" fmla="*/ 136 w 168"/>
                  <a:gd name="T69" fmla="*/ 142 h 236"/>
                  <a:gd name="T70" fmla="*/ 166 w 168"/>
                  <a:gd name="T71" fmla="*/ 138 h 236"/>
                  <a:gd name="T72" fmla="*/ 168 w 168"/>
                  <a:gd name="T73" fmla="*/ 122 h 236"/>
                  <a:gd name="T74" fmla="*/ 166 w 168"/>
                  <a:gd name="T75" fmla="*/ 112 h 236"/>
                  <a:gd name="T76" fmla="*/ 150 w 168"/>
                  <a:gd name="T77" fmla="*/ 114 h 236"/>
                  <a:gd name="T78" fmla="*/ 144 w 168"/>
                  <a:gd name="T79" fmla="*/ 112 h 236"/>
                  <a:gd name="T80" fmla="*/ 142 w 168"/>
                  <a:gd name="T81" fmla="*/ 100 h 236"/>
                  <a:gd name="T82" fmla="*/ 142 w 168"/>
                  <a:gd name="T83" fmla="*/ 88 h 236"/>
                  <a:gd name="T84" fmla="*/ 138 w 168"/>
                  <a:gd name="T85" fmla="*/ 80 h 236"/>
                  <a:gd name="T86" fmla="*/ 136 w 168"/>
                  <a:gd name="T87" fmla="*/ 72 h 236"/>
                  <a:gd name="T88" fmla="*/ 136 w 168"/>
                  <a:gd name="T89" fmla="*/ 64 h 236"/>
                  <a:gd name="T90" fmla="*/ 134 w 168"/>
                  <a:gd name="T91" fmla="*/ 54 h 236"/>
                  <a:gd name="T92" fmla="*/ 122 w 168"/>
                  <a:gd name="T93" fmla="*/ 46 h 236"/>
                  <a:gd name="T94" fmla="*/ 114 w 168"/>
                  <a:gd name="T95" fmla="*/ 46 h 236"/>
                  <a:gd name="T96" fmla="*/ 106 w 168"/>
                  <a:gd name="T97" fmla="*/ 46 h 236"/>
                  <a:gd name="T98" fmla="*/ 106 w 168"/>
                  <a:gd name="T99" fmla="*/ 56 h 236"/>
                  <a:gd name="T100" fmla="*/ 100 w 168"/>
                  <a:gd name="T101" fmla="*/ 58 h 236"/>
                  <a:gd name="T102" fmla="*/ 96 w 168"/>
                  <a:gd name="T103" fmla="*/ 62 h 236"/>
                  <a:gd name="T104" fmla="*/ 84 w 168"/>
                  <a:gd name="T105" fmla="*/ 60 h 236"/>
                  <a:gd name="T106" fmla="*/ 80 w 168"/>
                  <a:gd name="T107" fmla="*/ 52 h 236"/>
                  <a:gd name="T108" fmla="*/ 78 w 168"/>
                  <a:gd name="T109" fmla="*/ 38 h 236"/>
                  <a:gd name="T110" fmla="*/ 48 w 168"/>
                  <a:gd name="T111" fmla="*/ 26 h 236"/>
                  <a:gd name="T112" fmla="*/ 26 w 168"/>
                  <a:gd name="T113" fmla="*/ 24 h 236"/>
                  <a:gd name="T114" fmla="*/ 12 w 168"/>
                  <a:gd name="T115" fmla="*/ 3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8" h="236">
                    <a:moveTo>
                      <a:pt x="6" y="16"/>
                    </a:moveTo>
                    <a:lnTo>
                      <a:pt x="12" y="12"/>
                    </a:lnTo>
                    <a:lnTo>
                      <a:pt x="12" y="12"/>
                    </a:lnTo>
                    <a:lnTo>
                      <a:pt x="12" y="12"/>
                    </a:lnTo>
                    <a:lnTo>
                      <a:pt x="12" y="8"/>
                    </a:lnTo>
                    <a:lnTo>
                      <a:pt x="12" y="8"/>
                    </a:lnTo>
                    <a:lnTo>
                      <a:pt x="12" y="6"/>
                    </a:lnTo>
                    <a:lnTo>
                      <a:pt x="14" y="4"/>
                    </a:lnTo>
                    <a:lnTo>
                      <a:pt x="16" y="2"/>
                    </a:lnTo>
                    <a:lnTo>
                      <a:pt x="16" y="2"/>
                    </a:lnTo>
                    <a:lnTo>
                      <a:pt x="14" y="0"/>
                    </a:lnTo>
                    <a:lnTo>
                      <a:pt x="12" y="0"/>
                    </a:lnTo>
                    <a:lnTo>
                      <a:pt x="10" y="0"/>
                    </a:lnTo>
                    <a:lnTo>
                      <a:pt x="10" y="0"/>
                    </a:lnTo>
                    <a:lnTo>
                      <a:pt x="8" y="4"/>
                    </a:lnTo>
                    <a:lnTo>
                      <a:pt x="10" y="4"/>
                    </a:lnTo>
                    <a:lnTo>
                      <a:pt x="10" y="4"/>
                    </a:lnTo>
                    <a:lnTo>
                      <a:pt x="6" y="4"/>
                    </a:lnTo>
                    <a:lnTo>
                      <a:pt x="6" y="4"/>
                    </a:lnTo>
                    <a:lnTo>
                      <a:pt x="2" y="4"/>
                    </a:lnTo>
                    <a:lnTo>
                      <a:pt x="2" y="6"/>
                    </a:lnTo>
                    <a:lnTo>
                      <a:pt x="2" y="6"/>
                    </a:lnTo>
                    <a:lnTo>
                      <a:pt x="2" y="10"/>
                    </a:lnTo>
                    <a:lnTo>
                      <a:pt x="2" y="14"/>
                    </a:lnTo>
                    <a:lnTo>
                      <a:pt x="2" y="14"/>
                    </a:lnTo>
                    <a:lnTo>
                      <a:pt x="6" y="16"/>
                    </a:lnTo>
                    <a:lnTo>
                      <a:pt x="6" y="16"/>
                    </a:lnTo>
                    <a:close/>
                    <a:moveTo>
                      <a:pt x="10" y="32"/>
                    </a:moveTo>
                    <a:lnTo>
                      <a:pt x="10" y="32"/>
                    </a:lnTo>
                    <a:lnTo>
                      <a:pt x="10" y="38"/>
                    </a:lnTo>
                    <a:lnTo>
                      <a:pt x="10" y="38"/>
                    </a:lnTo>
                    <a:lnTo>
                      <a:pt x="14" y="48"/>
                    </a:lnTo>
                    <a:lnTo>
                      <a:pt x="14" y="48"/>
                    </a:lnTo>
                    <a:lnTo>
                      <a:pt x="18" y="52"/>
                    </a:lnTo>
                    <a:lnTo>
                      <a:pt x="18" y="52"/>
                    </a:lnTo>
                    <a:lnTo>
                      <a:pt x="18" y="56"/>
                    </a:lnTo>
                    <a:lnTo>
                      <a:pt x="18" y="60"/>
                    </a:lnTo>
                    <a:lnTo>
                      <a:pt x="18" y="60"/>
                    </a:lnTo>
                    <a:lnTo>
                      <a:pt x="22" y="64"/>
                    </a:lnTo>
                    <a:lnTo>
                      <a:pt x="22" y="64"/>
                    </a:lnTo>
                    <a:lnTo>
                      <a:pt x="22" y="66"/>
                    </a:lnTo>
                    <a:lnTo>
                      <a:pt x="20" y="70"/>
                    </a:lnTo>
                    <a:lnTo>
                      <a:pt x="20" y="70"/>
                    </a:lnTo>
                    <a:lnTo>
                      <a:pt x="24" y="74"/>
                    </a:lnTo>
                    <a:lnTo>
                      <a:pt x="24" y="74"/>
                    </a:lnTo>
                    <a:lnTo>
                      <a:pt x="24" y="76"/>
                    </a:lnTo>
                    <a:lnTo>
                      <a:pt x="22" y="76"/>
                    </a:lnTo>
                    <a:lnTo>
                      <a:pt x="22" y="76"/>
                    </a:lnTo>
                    <a:lnTo>
                      <a:pt x="22" y="78"/>
                    </a:lnTo>
                    <a:lnTo>
                      <a:pt x="22" y="80"/>
                    </a:lnTo>
                    <a:lnTo>
                      <a:pt x="22" y="80"/>
                    </a:lnTo>
                    <a:lnTo>
                      <a:pt x="20" y="82"/>
                    </a:lnTo>
                    <a:lnTo>
                      <a:pt x="20" y="82"/>
                    </a:lnTo>
                    <a:lnTo>
                      <a:pt x="20" y="92"/>
                    </a:lnTo>
                    <a:lnTo>
                      <a:pt x="22" y="96"/>
                    </a:lnTo>
                    <a:lnTo>
                      <a:pt x="22" y="96"/>
                    </a:lnTo>
                    <a:lnTo>
                      <a:pt x="22" y="100"/>
                    </a:lnTo>
                    <a:lnTo>
                      <a:pt x="20" y="102"/>
                    </a:lnTo>
                    <a:lnTo>
                      <a:pt x="20" y="102"/>
                    </a:lnTo>
                    <a:lnTo>
                      <a:pt x="26" y="110"/>
                    </a:lnTo>
                    <a:lnTo>
                      <a:pt x="26" y="110"/>
                    </a:lnTo>
                    <a:lnTo>
                      <a:pt x="28" y="116"/>
                    </a:lnTo>
                    <a:lnTo>
                      <a:pt x="28" y="124"/>
                    </a:lnTo>
                    <a:lnTo>
                      <a:pt x="26" y="138"/>
                    </a:lnTo>
                    <a:lnTo>
                      <a:pt x="26" y="138"/>
                    </a:lnTo>
                    <a:lnTo>
                      <a:pt x="22" y="144"/>
                    </a:lnTo>
                    <a:lnTo>
                      <a:pt x="18" y="146"/>
                    </a:lnTo>
                    <a:lnTo>
                      <a:pt x="18" y="146"/>
                    </a:lnTo>
                    <a:lnTo>
                      <a:pt x="18" y="150"/>
                    </a:lnTo>
                    <a:lnTo>
                      <a:pt x="18" y="152"/>
                    </a:lnTo>
                    <a:lnTo>
                      <a:pt x="18" y="152"/>
                    </a:lnTo>
                    <a:lnTo>
                      <a:pt x="16" y="156"/>
                    </a:lnTo>
                    <a:lnTo>
                      <a:pt x="12" y="158"/>
                    </a:lnTo>
                    <a:lnTo>
                      <a:pt x="12" y="158"/>
                    </a:lnTo>
                    <a:lnTo>
                      <a:pt x="10" y="164"/>
                    </a:lnTo>
                    <a:lnTo>
                      <a:pt x="10" y="168"/>
                    </a:lnTo>
                    <a:lnTo>
                      <a:pt x="10" y="178"/>
                    </a:lnTo>
                    <a:lnTo>
                      <a:pt x="10" y="178"/>
                    </a:lnTo>
                    <a:lnTo>
                      <a:pt x="8" y="180"/>
                    </a:lnTo>
                    <a:lnTo>
                      <a:pt x="8" y="180"/>
                    </a:lnTo>
                    <a:lnTo>
                      <a:pt x="6" y="182"/>
                    </a:lnTo>
                    <a:lnTo>
                      <a:pt x="6" y="186"/>
                    </a:lnTo>
                    <a:lnTo>
                      <a:pt x="6" y="186"/>
                    </a:lnTo>
                    <a:lnTo>
                      <a:pt x="2" y="192"/>
                    </a:lnTo>
                    <a:lnTo>
                      <a:pt x="0" y="198"/>
                    </a:lnTo>
                    <a:lnTo>
                      <a:pt x="0" y="198"/>
                    </a:lnTo>
                    <a:lnTo>
                      <a:pt x="0" y="204"/>
                    </a:lnTo>
                    <a:lnTo>
                      <a:pt x="2" y="210"/>
                    </a:lnTo>
                    <a:lnTo>
                      <a:pt x="2" y="210"/>
                    </a:lnTo>
                    <a:lnTo>
                      <a:pt x="0" y="212"/>
                    </a:lnTo>
                    <a:lnTo>
                      <a:pt x="0" y="214"/>
                    </a:lnTo>
                    <a:lnTo>
                      <a:pt x="0" y="214"/>
                    </a:lnTo>
                    <a:lnTo>
                      <a:pt x="0" y="220"/>
                    </a:lnTo>
                    <a:lnTo>
                      <a:pt x="0" y="220"/>
                    </a:lnTo>
                    <a:lnTo>
                      <a:pt x="4" y="220"/>
                    </a:lnTo>
                    <a:lnTo>
                      <a:pt x="10" y="220"/>
                    </a:lnTo>
                    <a:lnTo>
                      <a:pt x="10" y="220"/>
                    </a:lnTo>
                    <a:lnTo>
                      <a:pt x="12" y="220"/>
                    </a:lnTo>
                    <a:lnTo>
                      <a:pt x="14" y="218"/>
                    </a:lnTo>
                    <a:lnTo>
                      <a:pt x="16" y="218"/>
                    </a:lnTo>
                    <a:lnTo>
                      <a:pt x="18" y="216"/>
                    </a:lnTo>
                    <a:lnTo>
                      <a:pt x="18" y="216"/>
                    </a:lnTo>
                    <a:lnTo>
                      <a:pt x="22" y="218"/>
                    </a:lnTo>
                    <a:lnTo>
                      <a:pt x="26" y="220"/>
                    </a:lnTo>
                    <a:lnTo>
                      <a:pt x="84" y="222"/>
                    </a:lnTo>
                    <a:lnTo>
                      <a:pt x="84" y="222"/>
                    </a:lnTo>
                    <a:lnTo>
                      <a:pt x="86" y="224"/>
                    </a:lnTo>
                    <a:lnTo>
                      <a:pt x="88" y="226"/>
                    </a:lnTo>
                    <a:lnTo>
                      <a:pt x="90" y="228"/>
                    </a:lnTo>
                    <a:lnTo>
                      <a:pt x="90" y="228"/>
                    </a:lnTo>
                    <a:lnTo>
                      <a:pt x="92" y="228"/>
                    </a:lnTo>
                    <a:lnTo>
                      <a:pt x="92" y="230"/>
                    </a:lnTo>
                    <a:lnTo>
                      <a:pt x="94" y="230"/>
                    </a:lnTo>
                    <a:lnTo>
                      <a:pt x="96" y="230"/>
                    </a:lnTo>
                    <a:lnTo>
                      <a:pt x="96" y="230"/>
                    </a:lnTo>
                    <a:lnTo>
                      <a:pt x="100" y="230"/>
                    </a:lnTo>
                    <a:lnTo>
                      <a:pt x="102" y="232"/>
                    </a:lnTo>
                    <a:lnTo>
                      <a:pt x="104" y="232"/>
                    </a:lnTo>
                    <a:lnTo>
                      <a:pt x="106" y="232"/>
                    </a:lnTo>
                    <a:lnTo>
                      <a:pt x="106" y="232"/>
                    </a:lnTo>
                    <a:lnTo>
                      <a:pt x="110" y="232"/>
                    </a:lnTo>
                    <a:lnTo>
                      <a:pt x="110" y="232"/>
                    </a:lnTo>
                    <a:lnTo>
                      <a:pt x="112" y="232"/>
                    </a:lnTo>
                    <a:lnTo>
                      <a:pt x="112" y="232"/>
                    </a:lnTo>
                    <a:lnTo>
                      <a:pt x="118" y="234"/>
                    </a:lnTo>
                    <a:lnTo>
                      <a:pt x="122" y="236"/>
                    </a:lnTo>
                    <a:lnTo>
                      <a:pt x="122" y="236"/>
                    </a:lnTo>
                    <a:lnTo>
                      <a:pt x="154" y="230"/>
                    </a:lnTo>
                    <a:lnTo>
                      <a:pt x="154" y="230"/>
                    </a:lnTo>
                    <a:lnTo>
                      <a:pt x="152" y="230"/>
                    </a:lnTo>
                    <a:lnTo>
                      <a:pt x="150" y="226"/>
                    </a:lnTo>
                    <a:lnTo>
                      <a:pt x="150" y="224"/>
                    </a:lnTo>
                    <a:lnTo>
                      <a:pt x="146" y="220"/>
                    </a:lnTo>
                    <a:lnTo>
                      <a:pt x="146" y="220"/>
                    </a:lnTo>
                    <a:lnTo>
                      <a:pt x="142" y="214"/>
                    </a:lnTo>
                    <a:lnTo>
                      <a:pt x="140" y="210"/>
                    </a:lnTo>
                    <a:lnTo>
                      <a:pt x="140" y="210"/>
                    </a:lnTo>
                    <a:lnTo>
                      <a:pt x="138" y="204"/>
                    </a:lnTo>
                    <a:lnTo>
                      <a:pt x="136" y="202"/>
                    </a:lnTo>
                    <a:lnTo>
                      <a:pt x="136" y="142"/>
                    </a:lnTo>
                    <a:lnTo>
                      <a:pt x="166" y="142"/>
                    </a:lnTo>
                    <a:lnTo>
                      <a:pt x="166" y="142"/>
                    </a:lnTo>
                    <a:lnTo>
                      <a:pt x="166" y="138"/>
                    </a:lnTo>
                    <a:lnTo>
                      <a:pt x="166" y="138"/>
                    </a:lnTo>
                    <a:lnTo>
                      <a:pt x="166" y="130"/>
                    </a:lnTo>
                    <a:lnTo>
                      <a:pt x="166" y="130"/>
                    </a:lnTo>
                    <a:lnTo>
                      <a:pt x="166" y="126"/>
                    </a:lnTo>
                    <a:lnTo>
                      <a:pt x="168" y="122"/>
                    </a:lnTo>
                    <a:lnTo>
                      <a:pt x="168" y="122"/>
                    </a:lnTo>
                    <a:lnTo>
                      <a:pt x="168" y="116"/>
                    </a:lnTo>
                    <a:lnTo>
                      <a:pt x="166" y="112"/>
                    </a:lnTo>
                    <a:lnTo>
                      <a:pt x="166" y="112"/>
                    </a:lnTo>
                    <a:lnTo>
                      <a:pt x="156" y="112"/>
                    </a:lnTo>
                    <a:lnTo>
                      <a:pt x="156" y="112"/>
                    </a:lnTo>
                    <a:lnTo>
                      <a:pt x="154" y="112"/>
                    </a:lnTo>
                    <a:lnTo>
                      <a:pt x="150" y="114"/>
                    </a:lnTo>
                    <a:lnTo>
                      <a:pt x="150" y="114"/>
                    </a:lnTo>
                    <a:lnTo>
                      <a:pt x="148" y="116"/>
                    </a:lnTo>
                    <a:lnTo>
                      <a:pt x="144" y="112"/>
                    </a:lnTo>
                    <a:lnTo>
                      <a:pt x="144" y="112"/>
                    </a:lnTo>
                    <a:lnTo>
                      <a:pt x="142" y="108"/>
                    </a:lnTo>
                    <a:lnTo>
                      <a:pt x="142" y="104"/>
                    </a:lnTo>
                    <a:lnTo>
                      <a:pt x="142" y="104"/>
                    </a:lnTo>
                    <a:lnTo>
                      <a:pt x="142" y="100"/>
                    </a:lnTo>
                    <a:lnTo>
                      <a:pt x="142" y="96"/>
                    </a:lnTo>
                    <a:lnTo>
                      <a:pt x="142" y="96"/>
                    </a:lnTo>
                    <a:lnTo>
                      <a:pt x="144" y="92"/>
                    </a:lnTo>
                    <a:lnTo>
                      <a:pt x="142" y="88"/>
                    </a:lnTo>
                    <a:lnTo>
                      <a:pt x="142" y="88"/>
                    </a:lnTo>
                    <a:lnTo>
                      <a:pt x="140" y="86"/>
                    </a:lnTo>
                    <a:lnTo>
                      <a:pt x="140" y="84"/>
                    </a:lnTo>
                    <a:lnTo>
                      <a:pt x="138" y="80"/>
                    </a:lnTo>
                    <a:lnTo>
                      <a:pt x="138" y="80"/>
                    </a:lnTo>
                    <a:lnTo>
                      <a:pt x="136" y="76"/>
                    </a:lnTo>
                    <a:lnTo>
                      <a:pt x="136" y="72"/>
                    </a:lnTo>
                    <a:lnTo>
                      <a:pt x="136" y="72"/>
                    </a:lnTo>
                    <a:lnTo>
                      <a:pt x="136" y="66"/>
                    </a:lnTo>
                    <a:lnTo>
                      <a:pt x="136" y="64"/>
                    </a:lnTo>
                    <a:lnTo>
                      <a:pt x="136" y="64"/>
                    </a:lnTo>
                    <a:lnTo>
                      <a:pt x="136" y="64"/>
                    </a:lnTo>
                    <a:lnTo>
                      <a:pt x="134" y="62"/>
                    </a:lnTo>
                    <a:lnTo>
                      <a:pt x="134" y="60"/>
                    </a:lnTo>
                    <a:lnTo>
                      <a:pt x="134" y="54"/>
                    </a:lnTo>
                    <a:lnTo>
                      <a:pt x="134" y="54"/>
                    </a:lnTo>
                    <a:lnTo>
                      <a:pt x="132" y="50"/>
                    </a:lnTo>
                    <a:lnTo>
                      <a:pt x="128" y="50"/>
                    </a:lnTo>
                    <a:lnTo>
                      <a:pt x="122" y="50"/>
                    </a:lnTo>
                    <a:lnTo>
                      <a:pt x="122" y="46"/>
                    </a:lnTo>
                    <a:lnTo>
                      <a:pt x="122" y="46"/>
                    </a:lnTo>
                    <a:lnTo>
                      <a:pt x="122" y="46"/>
                    </a:lnTo>
                    <a:lnTo>
                      <a:pt x="120" y="46"/>
                    </a:lnTo>
                    <a:lnTo>
                      <a:pt x="114" y="46"/>
                    </a:lnTo>
                    <a:lnTo>
                      <a:pt x="114" y="46"/>
                    </a:lnTo>
                    <a:lnTo>
                      <a:pt x="108" y="44"/>
                    </a:lnTo>
                    <a:lnTo>
                      <a:pt x="106" y="46"/>
                    </a:lnTo>
                    <a:lnTo>
                      <a:pt x="106" y="46"/>
                    </a:lnTo>
                    <a:lnTo>
                      <a:pt x="104" y="48"/>
                    </a:lnTo>
                    <a:lnTo>
                      <a:pt x="104" y="52"/>
                    </a:lnTo>
                    <a:lnTo>
                      <a:pt x="106" y="56"/>
                    </a:lnTo>
                    <a:lnTo>
                      <a:pt x="106" y="56"/>
                    </a:lnTo>
                    <a:lnTo>
                      <a:pt x="106" y="58"/>
                    </a:lnTo>
                    <a:lnTo>
                      <a:pt x="104" y="60"/>
                    </a:lnTo>
                    <a:lnTo>
                      <a:pt x="102" y="60"/>
                    </a:lnTo>
                    <a:lnTo>
                      <a:pt x="100" y="58"/>
                    </a:lnTo>
                    <a:lnTo>
                      <a:pt x="100" y="58"/>
                    </a:lnTo>
                    <a:lnTo>
                      <a:pt x="100" y="58"/>
                    </a:lnTo>
                    <a:lnTo>
                      <a:pt x="98" y="60"/>
                    </a:lnTo>
                    <a:lnTo>
                      <a:pt x="96" y="62"/>
                    </a:lnTo>
                    <a:lnTo>
                      <a:pt x="94" y="62"/>
                    </a:lnTo>
                    <a:lnTo>
                      <a:pt x="94" y="62"/>
                    </a:lnTo>
                    <a:lnTo>
                      <a:pt x="88" y="62"/>
                    </a:lnTo>
                    <a:lnTo>
                      <a:pt x="84" y="60"/>
                    </a:lnTo>
                    <a:lnTo>
                      <a:pt x="84" y="60"/>
                    </a:lnTo>
                    <a:lnTo>
                      <a:pt x="82" y="58"/>
                    </a:lnTo>
                    <a:lnTo>
                      <a:pt x="80" y="52"/>
                    </a:lnTo>
                    <a:lnTo>
                      <a:pt x="80" y="52"/>
                    </a:lnTo>
                    <a:lnTo>
                      <a:pt x="80" y="46"/>
                    </a:lnTo>
                    <a:lnTo>
                      <a:pt x="78" y="42"/>
                    </a:lnTo>
                    <a:lnTo>
                      <a:pt x="78" y="42"/>
                    </a:lnTo>
                    <a:lnTo>
                      <a:pt x="78" y="38"/>
                    </a:lnTo>
                    <a:lnTo>
                      <a:pt x="78" y="34"/>
                    </a:lnTo>
                    <a:lnTo>
                      <a:pt x="78" y="34"/>
                    </a:lnTo>
                    <a:lnTo>
                      <a:pt x="76" y="24"/>
                    </a:lnTo>
                    <a:lnTo>
                      <a:pt x="48" y="26"/>
                    </a:lnTo>
                    <a:lnTo>
                      <a:pt x="48" y="26"/>
                    </a:lnTo>
                    <a:lnTo>
                      <a:pt x="32" y="24"/>
                    </a:lnTo>
                    <a:lnTo>
                      <a:pt x="32" y="24"/>
                    </a:lnTo>
                    <a:lnTo>
                      <a:pt x="26" y="24"/>
                    </a:lnTo>
                    <a:lnTo>
                      <a:pt x="22" y="26"/>
                    </a:lnTo>
                    <a:lnTo>
                      <a:pt x="18" y="28"/>
                    </a:lnTo>
                    <a:lnTo>
                      <a:pt x="18" y="28"/>
                    </a:lnTo>
                    <a:lnTo>
                      <a:pt x="12" y="32"/>
                    </a:lnTo>
                    <a:lnTo>
                      <a:pt x="10" y="32"/>
                    </a:lnTo>
                    <a:lnTo>
                      <a:pt x="10" y="3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2" name="Freeform 265">
                <a:extLst>
                  <a:ext uri="{FF2B5EF4-FFF2-40B4-BE49-F238E27FC236}">
                    <a16:creationId xmlns:a16="http://schemas.microsoft.com/office/drawing/2014/main" id="{43119139-17EC-DD4C-B449-C42E34DFB4E8}"/>
                  </a:ext>
                </a:extLst>
              </p:cNvPr>
              <p:cNvSpPr>
                <a:spLocks/>
              </p:cNvSpPr>
              <p:nvPr/>
            </p:nvSpPr>
            <p:spPr bwMode="auto">
              <a:xfrm>
                <a:off x="5685852" y="3110139"/>
                <a:ext cx="514767" cy="624734"/>
              </a:xfrm>
              <a:custGeom>
                <a:avLst/>
                <a:gdLst>
                  <a:gd name="T0" fmla="*/ 162 w 263"/>
                  <a:gd name="T1" fmla="*/ 310 h 312"/>
                  <a:gd name="T2" fmla="*/ 150 w 263"/>
                  <a:gd name="T3" fmla="*/ 312 h 312"/>
                  <a:gd name="T4" fmla="*/ 148 w 263"/>
                  <a:gd name="T5" fmla="*/ 304 h 312"/>
                  <a:gd name="T6" fmla="*/ 148 w 263"/>
                  <a:gd name="T7" fmla="*/ 294 h 312"/>
                  <a:gd name="T8" fmla="*/ 140 w 263"/>
                  <a:gd name="T9" fmla="*/ 288 h 312"/>
                  <a:gd name="T10" fmla="*/ 130 w 263"/>
                  <a:gd name="T11" fmla="*/ 278 h 312"/>
                  <a:gd name="T12" fmla="*/ 0 w 263"/>
                  <a:gd name="T13" fmla="*/ 154 h 312"/>
                  <a:gd name="T14" fmla="*/ 4 w 263"/>
                  <a:gd name="T15" fmla="*/ 150 h 312"/>
                  <a:gd name="T16" fmla="*/ 20 w 263"/>
                  <a:gd name="T17" fmla="*/ 138 h 312"/>
                  <a:gd name="T18" fmla="*/ 34 w 263"/>
                  <a:gd name="T19" fmla="*/ 132 h 312"/>
                  <a:gd name="T20" fmla="*/ 42 w 263"/>
                  <a:gd name="T21" fmla="*/ 128 h 312"/>
                  <a:gd name="T22" fmla="*/ 56 w 263"/>
                  <a:gd name="T23" fmla="*/ 120 h 312"/>
                  <a:gd name="T24" fmla="*/ 64 w 263"/>
                  <a:gd name="T25" fmla="*/ 108 h 312"/>
                  <a:gd name="T26" fmla="*/ 74 w 263"/>
                  <a:gd name="T27" fmla="*/ 96 h 312"/>
                  <a:gd name="T28" fmla="*/ 78 w 263"/>
                  <a:gd name="T29" fmla="*/ 90 h 312"/>
                  <a:gd name="T30" fmla="*/ 84 w 263"/>
                  <a:gd name="T31" fmla="*/ 84 h 312"/>
                  <a:gd name="T32" fmla="*/ 90 w 263"/>
                  <a:gd name="T33" fmla="*/ 76 h 312"/>
                  <a:gd name="T34" fmla="*/ 86 w 263"/>
                  <a:gd name="T35" fmla="*/ 62 h 312"/>
                  <a:gd name="T36" fmla="*/ 82 w 263"/>
                  <a:gd name="T37" fmla="*/ 58 h 312"/>
                  <a:gd name="T38" fmla="*/ 82 w 263"/>
                  <a:gd name="T39" fmla="*/ 44 h 312"/>
                  <a:gd name="T40" fmla="*/ 78 w 263"/>
                  <a:gd name="T41" fmla="*/ 34 h 312"/>
                  <a:gd name="T42" fmla="*/ 88 w 263"/>
                  <a:gd name="T43" fmla="*/ 32 h 312"/>
                  <a:gd name="T44" fmla="*/ 94 w 263"/>
                  <a:gd name="T45" fmla="*/ 24 h 312"/>
                  <a:gd name="T46" fmla="*/ 108 w 263"/>
                  <a:gd name="T47" fmla="*/ 20 h 312"/>
                  <a:gd name="T48" fmla="*/ 114 w 263"/>
                  <a:gd name="T49" fmla="*/ 14 h 312"/>
                  <a:gd name="T50" fmla="*/ 124 w 263"/>
                  <a:gd name="T51" fmla="*/ 10 h 312"/>
                  <a:gd name="T52" fmla="*/ 132 w 263"/>
                  <a:gd name="T53" fmla="*/ 8 h 312"/>
                  <a:gd name="T54" fmla="*/ 146 w 263"/>
                  <a:gd name="T55" fmla="*/ 6 h 312"/>
                  <a:gd name="T56" fmla="*/ 162 w 263"/>
                  <a:gd name="T57" fmla="*/ 2 h 312"/>
                  <a:gd name="T58" fmla="*/ 178 w 263"/>
                  <a:gd name="T59" fmla="*/ 2 h 312"/>
                  <a:gd name="T60" fmla="*/ 184 w 263"/>
                  <a:gd name="T61" fmla="*/ 2 h 312"/>
                  <a:gd name="T62" fmla="*/ 192 w 263"/>
                  <a:gd name="T63" fmla="*/ 2 h 312"/>
                  <a:gd name="T64" fmla="*/ 202 w 263"/>
                  <a:gd name="T65" fmla="*/ 2 h 312"/>
                  <a:gd name="T66" fmla="*/ 208 w 263"/>
                  <a:gd name="T67" fmla="*/ 0 h 312"/>
                  <a:gd name="T68" fmla="*/ 214 w 263"/>
                  <a:gd name="T69" fmla="*/ 8 h 312"/>
                  <a:gd name="T70" fmla="*/ 218 w 263"/>
                  <a:gd name="T71" fmla="*/ 18 h 312"/>
                  <a:gd name="T72" fmla="*/ 220 w 263"/>
                  <a:gd name="T73" fmla="*/ 36 h 312"/>
                  <a:gd name="T74" fmla="*/ 218 w 263"/>
                  <a:gd name="T75" fmla="*/ 42 h 312"/>
                  <a:gd name="T76" fmla="*/ 210 w 263"/>
                  <a:gd name="T77" fmla="*/ 52 h 312"/>
                  <a:gd name="T78" fmla="*/ 206 w 263"/>
                  <a:gd name="T79" fmla="*/ 56 h 312"/>
                  <a:gd name="T80" fmla="*/ 212 w 263"/>
                  <a:gd name="T81" fmla="*/ 70 h 312"/>
                  <a:gd name="T82" fmla="*/ 224 w 263"/>
                  <a:gd name="T83" fmla="*/ 86 h 312"/>
                  <a:gd name="T84" fmla="*/ 226 w 263"/>
                  <a:gd name="T85" fmla="*/ 118 h 312"/>
                  <a:gd name="T86" fmla="*/ 228 w 263"/>
                  <a:gd name="T87" fmla="*/ 152 h 312"/>
                  <a:gd name="T88" fmla="*/ 228 w 263"/>
                  <a:gd name="T89" fmla="*/ 162 h 312"/>
                  <a:gd name="T90" fmla="*/ 230 w 263"/>
                  <a:gd name="T91" fmla="*/ 164 h 312"/>
                  <a:gd name="T92" fmla="*/ 228 w 263"/>
                  <a:gd name="T93" fmla="*/ 184 h 312"/>
                  <a:gd name="T94" fmla="*/ 220 w 263"/>
                  <a:gd name="T95" fmla="*/ 192 h 312"/>
                  <a:gd name="T96" fmla="*/ 226 w 263"/>
                  <a:gd name="T97" fmla="*/ 202 h 312"/>
                  <a:gd name="T98" fmla="*/ 232 w 263"/>
                  <a:gd name="T99" fmla="*/ 216 h 312"/>
                  <a:gd name="T100" fmla="*/ 238 w 263"/>
                  <a:gd name="T101" fmla="*/ 224 h 312"/>
                  <a:gd name="T102" fmla="*/ 250 w 263"/>
                  <a:gd name="T103" fmla="*/ 230 h 312"/>
                  <a:gd name="T104" fmla="*/ 257 w 263"/>
                  <a:gd name="T105" fmla="*/ 23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3" h="312">
                    <a:moveTo>
                      <a:pt x="263" y="238"/>
                    </a:moveTo>
                    <a:lnTo>
                      <a:pt x="190" y="292"/>
                    </a:lnTo>
                    <a:lnTo>
                      <a:pt x="182" y="306"/>
                    </a:lnTo>
                    <a:lnTo>
                      <a:pt x="162" y="310"/>
                    </a:lnTo>
                    <a:lnTo>
                      <a:pt x="162" y="310"/>
                    </a:lnTo>
                    <a:lnTo>
                      <a:pt x="156" y="312"/>
                    </a:lnTo>
                    <a:lnTo>
                      <a:pt x="150" y="312"/>
                    </a:lnTo>
                    <a:lnTo>
                      <a:pt x="150" y="312"/>
                    </a:lnTo>
                    <a:lnTo>
                      <a:pt x="150" y="312"/>
                    </a:lnTo>
                    <a:lnTo>
                      <a:pt x="150" y="310"/>
                    </a:lnTo>
                    <a:lnTo>
                      <a:pt x="148" y="304"/>
                    </a:lnTo>
                    <a:lnTo>
                      <a:pt x="148" y="304"/>
                    </a:lnTo>
                    <a:lnTo>
                      <a:pt x="148" y="302"/>
                    </a:lnTo>
                    <a:lnTo>
                      <a:pt x="148" y="298"/>
                    </a:lnTo>
                    <a:lnTo>
                      <a:pt x="148" y="298"/>
                    </a:lnTo>
                    <a:lnTo>
                      <a:pt x="148" y="294"/>
                    </a:lnTo>
                    <a:lnTo>
                      <a:pt x="148" y="292"/>
                    </a:lnTo>
                    <a:lnTo>
                      <a:pt x="144" y="290"/>
                    </a:lnTo>
                    <a:lnTo>
                      <a:pt x="144" y="290"/>
                    </a:lnTo>
                    <a:lnTo>
                      <a:pt x="140" y="288"/>
                    </a:lnTo>
                    <a:lnTo>
                      <a:pt x="134" y="284"/>
                    </a:lnTo>
                    <a:lnTo>
                      <a:pt x="134" y="284"/>
                    </a:lnTo>
                    <a:lnTo>
                      <a:pt x="130" y="280"/>
                    </a:lnTo>
                    <a:lnTo>
                      <a:pt x="130" y="278"/>
                    </a:lnTo>
                    <a:lnTo>
                      <a:pt x="46" y="214"/>
                    </a:lnTo>
                    <a:lnTo>
                      <a:pt x="0" y="180"/>
                    </a:lnTo>
                    <a:lnTo>
                      <a:pt x="0" y="168"/>
                    </a:lnTo>
                    <a:lnTo>
                      <a:pt x="0" y="154"/>
                    </a:lnTo>
                    <a:lnTo>
                      <a:pt x="0" y="154"/>
                    </a:lnTo>
                    <a:lnTo>
                      <a:pt x="0" y="154"/>
                    </a:lnTo>
                    <a:lnTo>
                      <a:pt x="4" y="150"/>
                    </a:lnTo>
                    <a:lnTo>
                      <a:pt x="4" y="150"/>
                    </a:lnTo>
                    <a:lnTo>
                      <a:pt x="10" y="142"/>
                    </a:lnTo>
                    <a:lnTo>
                      <a:pt x="10" y="142"/>
                    </a:lnTo>
                    <a:lnTo>
                      <a:pt x="14" y="140"/>
                    </a:lnTo>
                    <a:lnTo>
                      <a:pt x="20" y="138"/>
                    </a:lnTo>
                    <a:lnTo>
                      <a:pt x="20" y="138"/>
                    </a:lnTo>
                    <a:lnTo>
                      <a:pt x="28" y="136"/>
                    </a:lnTo>
                    <a:lnTo>
                      <a:pt x="32" y="134"/>
                    </a:lnTo>
                    <a:lnTo>
                      <a:pt x="34" y="132"/>
                    </a:lnTo>
                    <a:lnTo>
                      <a:pt x="34" y="132"/>
                    </a:lnTo>
                    <a:lnTo>
                      <a:pt x="38" y="128"/>
                    </a:lnTo>
                    <a:lnTo>
                      <a:pt x="42" y="128"/>
                    </a:lnTo>
                    <a:lnTo>
                      <a:pt x="42" y="128"/>
                    </a:lnTo>
                    <a:lnTo>
                      <a:pt x="48" y="126"/>
                    </a:lnTo>
                    <a:lnTo>
                      <a:pt x="52" y="124"/>
                    </a:lnTo>
                    <a:lnTo>
                      <a:pt x="52" y="124"/>
                    </a:lnTo>
                    <a:lnTo>
                      <a:pt x="56" y="120"/>
                    </a:lnTo>
                    <a:lnTo>
                      <a:pt x="58" y="114"/>
                    </a:lnTo>
                    <a:lnTo>
                      <a:pt x="62" y="108"/>
                    </a:lnTo>
                    <a:lnTo>
                      <a:pt x="62" y="108"/>
                    </a:lnTo>
                    <a:lnTo>
                      <a:pt x="64" y="108"/>
                    </a:lnTo>
                    <a:lnTo>
                      <a:pt x="70" y="104"/>
                    </a:lnTo>
                    <a:lnTo>
                      <a:pt x="70" y="104"/>
                    </a:lnTo>
                    <a:lnTo>
                      <a:pt x="74" y="100"/>
                    </a:lnTo>
                    <a:lnTo>
                      <a:pt x="74" y="96"/>
                    </a:lnTo>
                    <a:lnTo>
                      <a:pt x="74" y="96"/>
                    </a:lnTo>
                    <a:lnTo>
                      <a:pt x="74" y="94"/>
                    </a:lnTo>
                    <a:lnTo>
                      <a:pt x="76" y="92"/>
                    </a:lnTo>
                    <a:lnTo>
                      <a:pt x="78" y="90"/>
                    </a:lnTo>
                    <a:lnTo>
                      <a:pt x="80" y="88"/>
                    </a:lnTo>
                    <a:lnTo>
                      <a:pt x="80" y="88"/>
                    </a:lnTo>
                    <a:lnTo>
                      <a:pt x="82" y="86"/>
                    </a:lnTo>
                    <a:lnTo>
                      <a:pt x="84" y="84"/>
                    </a:lnTo>
                    <a:lnTo>
                      <a:pt x="90" y="80"/>
                    </a:lnTo>
                    <a:lnTo>
                      <a:pt x="90" y="80"/>
                    </a:lnTo>
                    <a:lnTo>
                      <a:pt x="92" y="78"/>
                    </a:lnTo>
                    <a:lnTo>
                      <a:pt x="90" y="76"/>
                    </a:lnTo>
                    <a:lnTo>
                      <a:pt x="88" y="72"/>
                    </a:lnTo>
                    <a:lnTo>
                      <a:pt x="88" y="72"/>
                    </a:lnTo>
                    <a:lnTo>
                      <a:pt x="86" y="68"/>
                    </a:lnTo>
                    <a:lnTo>
                      <a:pt x="86" y="62"/>
                    </a:lnTo>
                    <a:lnTo>
                      <a:pt x="86" y="62"/>
                    </a:lnTo>
                    <a:lnTo>
                      <a:pt x="84" y="60"/>
                    </a:lnTo>
                    <a:lnTo>
                      <a:pt x="82" y="58"/>
                    </a:lnTo>
                    <a:lnTo>
                      <a:pt x="82" y="58"/>
                    </a:lnTo>
                    <a:lnTo>
                      <a:pt x="80" y="54"/>
                    </a:lnTo>
                    <a:lnTo>
                      <a:pt x="80" y="54"/>
                    </a:lnTo>
                    <a:lnTo>
                      <a:pt x="82" y="48"/>
                    </a:lnTo>
                    <a:lnTo>
                      <a:pt x="82" y="44"/>
                    </a:lnTo>
                    <a:lnTo>
                      <a:pt x="82" y="44"/>
                    </a:lnTo>
                    <a:lnTo>
                      <a:pt x="82" y="40"/>
                    </a:lnTo>
                    <a:lnTo>
                      <a:pt x="80" y="38"/>
                    </a:lnTo>
                    <a:lnTo>
                      <a:pt x="78" y="34"/>
                    </a:lnTo>
                    <a:lnTo>
                      <a:pt x="78" y="34"/>
                    </a:lnTo>
                    <a:lnTo>
                      <a:pt x="82" y="32"/>
                    </a:lnTo>
                    <a:lnTo>
                      <a:pt x="82" y="32"/>
                    </a:lnTo>
                    <a:lnTo>
                      <a:pt x="88" y="32"/>
                    </a:lnTo>
                    <a:lnTo>
                      <a:pt x="88" y="32"/>
                    </a:lnTo>
                    <a:lnTo>
                      <a:pt x="90" y="30"/>
                    </a:lnTo>
                    <a:lnTo>
                      <a:pt x="92" y="26"/>
                    </a:lnTo>
                    <a:lnTo>
                      <a:pt x="94" y="24"/>
                    </a:lnTo>
                    <a:lnTo>
                      <a:pt x="98" y="20"/>
                    </a:lnTo>
                    <a:lnTo>
                      <a:pt x="98" y="20"/>
                    </a:lnTo>
                    <a:lnTo>
                      <a:pt x="104" y="20"/>
                    </a:lnTo>
                    <a:lnTo>
                      <a:pt x="108" y="20"/>
                    </a:lnTo>
                    <a:lnTo>
                      <a:pt x="108" y="20"/>
                    </a:lnTo>
                    <a:lnTo>
                      <a:pt x="112" y="16"/>
                    </a:lnTo>
                    <a:lnTo>
                      <a:pt x="114" y="14"/>
                    </a:lnTo>
                    <a:lnTo>
                      <a:pt x="114" y="14"/>
                    </a:lnTo>
                    <a:lnTo>
                      <a:pt x="118" y="14"/>
                    </a:lnTo>
                    <a:lnTo>
                      <a:pt x="122" y="14"/>
                    </a:lnTo>
                    <a:lnTo>
                      <a:pt x="122" y="14"/>
                    </a:lnTo>
                    <a:lnTo>
                      <a:pt x="124" y="10"/>
                    </a:lnTo>
                    <a:lnTo>
                      <a:pt x="124" y="10"/>
                    </a:lnTo>
                    <a:lnTo>
                      <a:pt x="128" y="10"/>
                    </a:lnTo>
                    <a:lnTo>
                      <a:pt x="132" y="8"/>
                    </a:lnTo>
                    <a:lnTo>
                      <a:pt x="132" y="8"/>
                    </a:lnTo>
                    <a:lnTo>
                      <a:pt x="134" y="4"/>
                    </a:lnTo>
                    <a:lnTo>
                      <a:pt x="134" y="4"/>
                    </a:lnTo>
                    <a:lnTo>
                      <a:pt x="140" y="6"/>
                    </a:lnTo>
                    <a:lnTo>
                      <a:pt x="146" y="6"/>
                    </a:lnTo>
                    <a:lnTo>
                      <a:pt x="146" y="6"/>
                    </a:lnTo>
                    <a:lnTo>
                      <a:pt x="150" y="6"/>
                    </a:lnTo>
                    <a:lnTo>
                      <a:pt x="154" y="4"/>
                    </a:lnTo>
                    <a:lnTo>
                      <a:pt x="162" y="2"/>
                    </a:lnTo>
                    <a:lnTo>
                      <a:pt x="162" y="2"/>
                    </a:lnTo>
                    <a:lnTo>
                      <a:pt x="170" y="2"/>
                    </a:lnTo>
                    <a:lnTo>
                      <a:pt x="178" y="2"/>
                    </a:lnTo>
                    <a:lnTo>
                      <a:pt x="178" y="2"/>
                    </a:lnTo>
                    <a:lnTo>
                      <a:pt x="178" y="4"/>
                    </a:lnTo>
                    <a:lnTo>
                      <a:pt x="178" y="4"/>
                    </a:lnTo>
                    <a:lnTo>
                      <a:pt x="182" y="4"/>
                    </a:lnTo>
                    <a:lnTo>
                      <a:pt x="184" y="2"/>
                    </a:lnTo>
                    <a:lnTo>
                      <a:pt x="184" y="2"/>
                    </a:lnTo>
                    <a:lnTo>
                      <a:pt x="188" y="4"/>
                    </a:lnTo>
                    <a:lnTo>
                      <a:pt x="192" y="4"/>
                    </a:lnTo>
                    <a:lnTo>
                      <a:pt x="192" y="2"/>
                    </a:lnTo>
                    <a:lnTo>
                      <a:pt x="192" y="2"/>
                    </a:lnTo>
                    <a:lnTo>
                      <a:pt x="198" y="0"/>
                    </a:lnTo>
                    <a:lnTo>
                      <a:pt x="198" y="0"/>
                    </a:lnTo>
                    <a:lnTo>
                      <a:pt x="202" y="2"/>
                    </a:lnTo>
                    <a:lnTo>
                      <a:pt x="204" y="6"/>
                    </a:lnTo>
                    <a:lnTo>
                      <a:pt x="206" y="6"/>
                    </a:lnTo>
                    <a:lnTo>
                      <a:pt x="206" y="6"/>
                    </a:lnTo>
                    <a:lnTo>
                      <a:pt x="208" y="0"/>
                    </a:lnTo>
                    <a:lnTo>
                      <a:pt x="208" y="0"/>
                    </a:lnTo>
                    <a:lnTo>
                      <a:pt x="214" y="2"/>
                    </a:lnTo>
                    <a:lnTo>
                      <a:pt x="214" y="2"/>
                    </a:lnTo>
                    <a:lnTo>
                      <a:pt x="214" y="8"/>
                    </a:lnTo>
                    <a:lnTo>
                      <a:pt x="214" y="12"/>
                    </a:lnTo>
                    <a:lnTo>
                      <a:pt x="216" y="14"/>
                    </a:lnTo>
                    <a:lnTo>
                      <a:pt x="216" y="14"/>
                    </a:lnTo>
                    <a:lnTo>
                      <a:pt x="218" y="18"/>
                    </a:lnTo>
                    <a:lnTo>
                      <a:pt x="218" y="22"/>
                    </a:lnTo>
                    <a:lnTo>
                      <a:pt x="218" y="22"/>
                    </a:lnTo>
                    <a:lnTo>
                      <a:pt x="218" y="28"/>
                    </a:lnTo>
                    <a:lnTo>
                      <a:pt x="220" y="36"/>
                    </a:lnTo>
                    <a:lnTo>
                      <a:pt x="220" y="36"/>
                    </a:lnTo>
                    <a:lnTo>
                      <a:pt x="220" y="38"/>
                    </a:lnTo>
                    <a:lnTo>
                      <a:pt x="218" y="40"/>
                    </a:lnTo>
                    <a:lnTo>
                      <a:pt x="218" y="42"/>
                    </a:lnTo>
                    <a:lnTo>
                      <a:pt x="216" y="42"/>
                    </a:lnTo>
                    <a:lnTo>
                      <a:pt x="216" y="42"/>
                    </a:lnTo>
                    <a:lnTo>
                      <a:pt x="214" y="48"/>
                    </a:lnTo>
                    <a:lnTo>
                      <a:pt x="210" y="52"/>
                    </a:lnTo>
                    <a:lnTo>
                      <a:pt x="210" y="52"/>
                    </a:lnTo>
                    <a:lnTo>
                      <a:pt x="206" y="52"/>
                    </a:lnTo>
                    <a:lnTo>
                      <a:pt x="206" y="56"/>
                    </a:lnTo>
                    <a:lnTo>
                      <a:pt x="206" y="56"/>
                    </a:lnTo>
                    <a:lnTo>
                      <a:pt x="208" y="70"/>
                    </a:lnTo>
                    <a:lnTo>
                      <a:pt x="208" y="70"/>
                    </a:lnTo>
                    <a:lnTo>
                      <a:pt x="210" y="70"/>
                    </a:lnTo>
                    <a:lnTo>
                      <a:pt x="212" y="70"/>
                    </a:lnTo>
                    <a:lnTo>
                      <a:pt x="214" y="72"/>
                    </a:lnTo>
                    <a:lnTo>
                      <a:pt x="214" y="72"/>
                    </a:lnTo>
                    <a:lnTo>
                      <a:pt x="216" y="84"/>
                    </a:lnTo>
                    <a:lnTo>
                      <a:pt x="224" y="86"/>
                    </a:lnTo>
                    <a:lnTo>
                      <a:pt x="228" y="116"/>
                    </a:lnTo>
                    <a:lnTo>
                      <a:pt x="228" y="116"/>
                    </a:lnTo>
                    <a:lnTo>
                      <a:pt x="226" y="118"/>
                    </a:lnTo>
                    <a:lnTo>
                      <a:pt x="226" y="118"/>
                    </a:lnTo>
                    <a:lnTo>
                      <a:pt x="226" y="120"/>
                    </a:lnTo>
                    <a:lnTo>
                      <a:pt x="228" y="122"/>
                    </a:lnTo>
                    <a:lnTo>
                      <a:pt x="228" y="124"/>
                    </a:lnTo>
                    <a:lnTo>
                      <a:pt x="228" y="152"/>
                    </a:lnTo>
                    <a:lnTo>
                      <a:pt x="232" y="158"/>
                    </a:lnTo>
                    <a:lnTo>
                      <a:pt x="232" y="158"/>
                    </a:lnTo>
                    <a:lnTo>
                      <a:pt x="230" y="160"/>
                    </a:lnTo>
                    <a:lnTo>
                      <a:pt x="228" y="162"/>
                    </a:lnTo>
                    <a:lnTo>
                      <a:pt x="228" y="162"/>
                    </a:lnTo>
                    <a:lnTo>
                      <a:pt x="228" y="162"/>
                    </a:lnTo>
                    <a:lnTo>
                      <a:pt x="228" y="164"/>
                    </a:lnTo>
                    <a:lnTo>
                      <a:pt x="230" y="164"/>
                    </a:lnTo>
                    <a:lnTo>
                      <a:pt x="228" y="168"/>
                    </a:lnTo>
                    <a:lnTo>
                      <a:pt x="228" y="168"/>
                    </a:lnTo>
                    <a:lnTo>
                      <a:pt x="230" y="174"/>
                    </a:lnTo>
                    <a:lnTo>
                      <a:pt x="228" y="184"/>
                    </a:lnTo>
                    <a:lnTo>
                      <a:pt x="228" y="184"/>
                    </a:lnTo>
                    <a:lnTo>
                      <a:pt x="226" y="188"/>
                    </a:lnTo>
                    <a:lnTo>
                      <a:pt x="224" y="190"/>
                    </a:lnTo>
                    <a:lnTo>
                      <a:pt x="220" y="192"/>
                    </a:lnTo>
                    <a:lnTo>
                      <a:pt x="220" y="192"/>
                    </a:lnTo>
                    <a:lnTo>
                      <a:pt x="224" y="198"/>
                    </a:lnTo>
                    <a:lnTo>
                      <a:pt x="224" y="198"/>
                    </a:lnTo>
                    <a:lnTo>
                      <a:pt x="226" y="202"/>
                    </a:lnTo>
                    <a:lnTo>
                      <a:pt x="230" y="208"/>
                    </a:lnTo>
                    <a:lnTo>
                      <a:pt x="230" y="208"/>
                    </a:lnTo>
                    <a:lnTo>
                      <a:pt x="232" y="212"/>
                    </a:lnTo>
                    <a:lnTo>
                      <a:pt x="232" y="216"/>
                    </a:lnTo>
                    <a:lnTo>
                      <a:pt x="232" y="216"/>
                    </a:lnTo>
                    <a:lnTo>
                      <a:pt x="234" y="222"/>
                    </a:lnTo>
                    <a:lnTo>
                      <a:pt x="236" y="224"/>
                    </a:lnTo>
                    <a:lnTo>
                      <a:pt x="238" y="224"/>
                    </a:lnTo>
                    <a:lnTo>
                      <a:pt x="238" y="224"/>
                    </a:lnTo>
                    <a:lnTo>
                      <a:pt x="248" y="226"/>
                    </a:lnTo>
                    <a:lnTo>
                      <a:pt x="248" y="226"/>
                    </a:lnTo>
                    <a:lnTo>
                      <a:pt x="250" y="230"/>
                    </a:lnTo>
                    <a:lnTo>
                      <a:pt x="252" y="232"/>
                    </a:lnTo>
                    <a:lnTo>
                      <a:pt x="255" y="232"/>
                    </a:lnTo>
                    <a:lnTo>
                      <a:pt x="255" y="232"/>
                    </a:lnTo>
                    <a:lnTo>
                      <a:pt x="257" y="232"/>
                    </a:lnTo>
                    <a:lnTo>
                      <a:pt x="259" y="234"/>
                    </a:lnTo>
                    <a:lnTo>
                      <a:pt x="263" y="238"/>
                    </a:lnTo>
                    <a:lnTo>
                      <a:pt x="263" y="23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73" name="Group 672">
              <a:extLst>
                <a:ext uri="{FF2B5EF4-FFF2-40B4-BE49-F238E27FC236}">
                  <a16:creationId xmlns:a16="http://schemas.microsoft.com/office/drawing/2014/main" id="{B2588A79-C958-4149-A324-B85C32792843}"/>
                </a:ext>
              </a:extLst>
            </p:cNvPr>
            <p:cNvGrpSpPr/>
            <p:nvPr/>
          </p:nvGrpSpPr>
          <p:grpSpPr>
            <a:xfrm>
              <a:off x="4998526" y="1180214"/>
              <a:ext cx="4048462" cy="2019059"/>
              <a:chOff x="4120606" y="1123805"/>
              <a:chExt cx="4084054" cy="2074438"/>
            </a:xfrm>
            <a:solidFill>
              <a:schemeClr val="tx2"/>
            </a:solidFill>
          </p:grpSpPr>
          <p:grpSp>
            <p:nvGrpSpPr>
              <p:cNvPr id="674" name="Group 673">
                <a:extLst>
                  <a:ext uri="{FF2B5EF4-FFF2-40B4-BE49-F238E27FC236}">
                    <a16:creationId xmlns:a16="http://schemas.microsoft.com/office/drawing/2014/main" id="{661F7202-9DF8-DB41-A702-24767B7EF80F}"/>
                  </a:ext>
                </a:extLst>
              </p:cNvPr>
              <p:cNvGrpSpPr/>
              <p:nvPr/>
            </p:nvGrpSpPr>
            <p:grpSpPr>
              <a:xfrm>
                <a:off x="4120606" y="1123805"/>
                <a:ext cx="1358091" cy="905063"/>
                <a:chOff x="4120606" y="1123805"/>
                <a:chExt cx="1358091" cy="905063"/>
              </a:xfrm>
              <a:grpFill/>
            </p:grpSpPr>
            <p:sp>
              <p:nvSpPr>
                <p:cNvPr id="722" name="Freeform 122">
                  <a:extLst>
                    <a:ext uri="{FF2B5EF4-FFF2-40B4-BE49-F238E27FC236}">
                      <a16:creationId xmlns:a16="http://schemas.microsoft.com/office/drawing/2014/main" id="{8AC62ECE-AC8F-3E45-8DB0-E903C4E0FF07}"/>
                    </a:ext>
                  </a:extLst>
                </p:cNvPr>
                <p:cNvSpPr>
                  <a:spLocks noEditPoints="1"/>
                </p:cNvSpPr>
                <p:nvPr/>
              </p:nvSpPr>
              <p:spPr bwMode="auto">
                <a:xfrm>
                  <a:off x="4120606" y="1123805"/>
                  <a:ext cx="1115433" cy="893049"/>
                </a:xfrm>
                <a:custGeom>
                  <a:avLst/>
                  <a:gdLst>
                    <a:gd name="T0" fmla="*/ 482 w 570"/>
                    <a:gd name="T1" fmla="*/ 190 h 446"/>
                    <a:gd name="T2" fmla="*/ 192 w 570"/>
                    <a:gd name="T3" fmla="*/ 334 h 446"/>
                    <a:gd name="T4" fmla="*/ 214 w 570"/>
                    <a:gd name="T5" fmla="*/ 316 h 446"/>
                    <a:gd name="T6" fmla="*/ 458 w 570"/>
                    <a:gd name="T7" fmla="*/ 210 h 446"/>
                    <a:gd name="T8" fmla="*/ 464 w 570"/>
                    <a:gd name="T9" fmla="*/ 224 h 446"/>
                    <a:gd name="T10" fmla="*/ 478 w 570"/>
                    <a:gd name="T11" fmla="*/ 220 h 446"/>
                    <a:gd name="T12" fmla="*/ 498 w 570"/>
                    <a:gd name="T13" fmla="*/ 186 h 446"/>
                    <a:gd name="T14" fmla="*/ 520 w 570"/>
                    <a:gd name="T15" fmla="*/ 176 h 446"/>
                    <a:gd name="T16" fmla="*/ 0 w 570"/>
                    <a:gd name="T17" fmla="*/ 132 h 446"/>
                    <a:gd name="T18" fmla="*/ 500 w 570"/>
                    <a:gd name="T19" fmla="*/ 44 h 446"/>
                    <a:gd name="T20" fmla="*/ 350 w 570"/>
                    <a:gd name="T21" fmla="*/ 22 h 446"/>
                    <a:gd name="T22" fmla="*/ 380 w 570"/>
                    <a:gd name="T23" fmla="*/ 18 h 446"/>
                    <a:gd name="T24" fmla="*/ 474 w 570"/>
                    <a:gd name="T25" fmla="*/ 24 h 446"/>
                    <a:gd name="T26" fmla="*/ 442 w 570"/>
                    <a:gd name="T27" fmla="*/ 6 h 446"/>
                    <a:gd name="T28" fmla="*/ 330 w 570"/>
                    <a:gd name="T29" fmla="*/ 6 h 446"/>
                    <a:gd name="T30" fmla="*/ 294 w 570"/>
                    <a:gd name="T31" fmla="*/ 12 h 446"/>
                    <a:gd name="T32" fmla="*/ 290 w 570"/>
                    <a:gd name="T33" fmla="*/ 30 h 446"/>
                    <a:gd name="T34" fmla="*/ 266 w 570"/>
                    <a:gd name="T35" fmla="*/ 50 h 446"/>
                    <a:gd name="T36" fmla="*/ 214 w 570"/>
                    <a:gd name="T37" fmla="*/ 42 h 446"/>
                    <a:gd name="T38" fmla="*/ 178 w 570"/>
                    <a:gd name="T39" fmla="*/ 40 h 446"/>
                    <a:gd name="T40" fmla="*/ 118 w 570"/>
                    <a:gd name="T41" fmla="*/ 52 h 446"/>
                    <a:gd name="T42" fmla="*/ 56 w 570"/>
                    <a:gd name="T43" fmla="*/ 78 h 446"/>
                    <a:gd name="T44" fmla="*/ 16 w 570"/>
                    <a:gd name="T45" fmla="*/ 108 h 446"/>
                    <a:gd name="T46" fmla="*/ 66 w 570"/>
                    <a:gd name="T47" fmla="*/ 132 h 446"/>
                    <a:gd name="T48" fmla="*/ 26 w 570"/>
                    <a:gd name="T49" fmla="*/ 156 h 446"/>
                    <a:gd name="T50" fmla="*/ 90 w 570"/>
                    <a:gd name="T51" fmla="*/ 152 h 446"/>
                    <a:gd name="T52" fmla="*/ 156 w 570"/>
                    <a:gd name="T53" fmla="*/ 184 h 446"/>
                    <a:gd name="T54" fmla="*/ 170 w 570"/>
                    <a:gd name="T55" fmla="*/ 222 h 446"/>
                    <a:gd name="T56" fmla="*/ 200 w 570"/>
                    <a:gd name="T57" fmla="*/ 244 h 446"/>
                    <a:gd name="T58" fmla="*/ 190 w 570"/>
                    <a:gd name="T59" fmla="*/ 258 h 446"/>
                    <a:gd name="T60" fmla="*/ 174 w 570"/>
                    <a:gd name="T61" fmla="*/ 284 h 446"/>
                    <a:gd name="T62" fmla="*/ 208 w 570"/>
                    <a:gd name="T63" fmla="*/ 272 h 446"/>
                    <a:gd name="T64" fmla="*/ 206 w 570"/>
                    <a:gd name="T65" fmla="*/ 304 h 446"/>
                    <a:gd name="T66" fmla="*/ 184 w 570"/>
                    <a:gd name="T67" fmla="*/ 314 h 446"/>
                    <a:gd name="T68" fmla="*/ 186 w 570"/>
                    <a:gd name="T69" fmla="*/ 320 h 446"/>
                    <a:gd name="T70" fmla="*/ 184 w 570"/>
                    <a:gd name="T71" fmla="*/ 350 h 446"/>
                    <a:gd name="T72" fmla="*/ 210 w 570"/>
                    <a:gd name="T73" fmla="*/ 366 h 446"/>
                    <a:gd name="T74" fmla="*/ 204 w 570"/>
                    <a:gd name="T75" fmla="*/ 392 h 446"/>
                    <a:gd name="T76" fmla="*/ 228 w 570"/>
                    <a:gd name="T77" fmla="*/ 410 h 446"/>
                    <a:gd name="T78" fmla="*/ 238 w 570"/>
                    <a:gd name="T79" fmla="*/ 430 h 446"/>
                    <a:gd name="T80" fmla="*/ 266 w 570"/>
                    <a:gd name="T81" fmla="*/ 428 h 446"/>
                    <a:gd name="T82" fmla="*/ 280 w 570"/>
                    <a:gd name="T83" fmla="*/ 434 h 446"/>
                    <a:gd name="T84" fmla="*/ 292 w 570"/>
                    <a:gd name="T85" fmla="*/ 398 h 446"/>
                    <a:gd name="T86" fmla="*/ 302 w 570"/>
                    <a:gd name="T87" fmla="*/ 358 h 446"/>
                    <a:gd name="T88" fmla="*/ 338 w 570"/>
                    <a:gd name="T89" fmla="*/ 350 h 446"/>
                    <a:gd name="T90" fmla="*/ 382 w 570"/>
                    <a:gd name="T91" fmla="*/ 310 h 446"/>
                    <a:gd name="T92" fmla="*/ 428 w 570"/>
                    <a:gd name="T93" fmla="*/ 298 h 446"/>
                    <a:gd name="T94" fmla="*/ 480 w 570"/>
                    <a:gd name="T95" fmla="*/ 270 h 446"/>
                    <a:gd name="T96" fmla="*/ 448 w 570"/>
                    <a:gd name="T97" fmla="*/ 260 h 446"/>
                    <a:gd name="T98" fmla="*/ 426 w 570"/>
                    <a:gd name="T99" fmla="*/ 242 h 446"/>
                    <a:gd name="T100" fmla="*/ 484 w 570"/>
                    <a:gd name="T101" fmla="*/ 260 h 446"/>
                    <a:gd name="T102" fmla="*/ 452 w 570"/>
                    <a:gd name="T103" fmla="*/ 230 h 446"/>
                    <a:gd name="T104" fmla="*/ 446 w 570"/>
                    <a:gd name="T105" fmla="*/ 214 h 446"/>
                    <a:gd name="T106" fmla="*/ 486 w 570"/>
                    <a:gd name="T107" fmla="*/ 198 h 446"/>
                    <a:gd name="T108" fmla="*/ 490 w 570"/>
                    <a:gd name="T109" fmla="*/ 186 h 446"/>
                    <a:gd name="T110" fmla="*/ 498 w 570"/>
                    <a:gd name="T111" fmla="*/ 154 h 446"/>
                    <a:gd name="T112" fmla="*/ 508 w 570"/>
                    <a:gd name="T113" fmla="*/ 132 h 446"/>
                    <a:gd name="T114" fmla="*/ 500 w 570"/>
                    <a:gd name="T115" fmla="*/ 114 h 446"/>
                    <a:gd name="T116" fmla="*/ 520 w 570"/>
                    <a:gd name="T117" fmla="*/ 78 h 446"/>
                    <a:gd name="T118" fmla="*/ 554 w 570"/>
                    <a:gd name="T119" fmla="*/ 62 h 446"/>
                    <a:gd name="T120" fmla="*/ 496 w 570"/>
                    <a:gd name="T121" fmla="*/ 46 h 446"/>
                    <a:gd name="T122" fmla="*/ 460 w 570"/>
                    <a:gd name="T123" fmla="*/ 42 h 446"/>
                    <a:gd name="T124" fmla="*/ 378 w 570"/>
                    <a:gd name="T125" fmla="*/ 46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70" h="446">
                      <a:moveTo>
                        <a:pt x="504" y="148"/>
                      </a:moveTo>
                      <a:lnTo>
                        <a:pt x="506" y="148"/>
                      </a:lnTo>
                      <a:lnTo>
                        <a:pt x="506" y="148"/>
                      </a:lnTo>
                      <a:lnTo>
                        <a:pt x="506" y="148"/>
                      </a:lnTo>
                      <a:lnTo>
                        <a:pt x="504" y="148"/>
                      </a:lnTo>
                      <a:lnTo>
                        <a:pt x="504" y="148"/>
                      </a:lnTo>
                      <a:close/>
                      <a:moveTo>
                        <a:pt x="272" y="442"/>
                      </a:moveTo>
                      <a:lnTo>
                        <a:pt x="270" y="444"/>
                      </a:lnTo>
                      <a:lnTo>
                        <a:pt x="270" y="444"/>
                      </a:lnTo>
                      <a:lnTo>
                        <a:pt x="272" y="444"/>
                      </a:lnTo>
                      <a:lnTo>
                        <a:pt x="274" y="446"/>
                      </a:lnTo>
                      <a:lnTo>
                        <a:pt x="274" y="446"/>
                      </a:lnTo>
                      <a:lnTo>
                        <a:pt x="274" y="444"/>
                      </a:lnTo>
                      <a:lnTo>
                        <a:pt x="274" y="442"/>
                      </a:lnTo>
                      <a:lnTo>
                        <a:pt x="274" y="442"/>
                      </a:lnTo>
                      <a:lnTo>
                        <a:pt x="272" y="442"/>
                      </a:lnTo>
                      <a:lnTo>
                        <a:pt x="272" y="442"/>
                      </a:lnTo>
                      <a:close/>
                      <a:moveTo>
                        <a:pt x="258" y="426"/>
                      </a:moveTo>
                      <a:lnTo>
                        <a:pt x="258" y="426"/>
                      </a:lnTo>
                      <a:lnTo>
                        <a:pt x="258" y="428"/>
                      </a:lnTo>
                      <a:lnTo>
                        <a:pt x="258" y="428"/>
                      </a:lnTo>
                      <a:lnTo>
                        <a:pt x="258" y="428"/>
                      </a:lnTo>
                      <a:lnTo>
                        <a:pt x="258" y="426"/>
                      </a:lnTo>
                      <a:lnTo>
                        <a:pt x="258" y="426"/>
                      </a:lnTo>
                      <a:lnTo>
                        <a:pt x="258" y="426"/>
                      </a:lnTo>
                      <a:close/>
                      <a:moveTo>
                        <a:pt x="482" y="190"/>
                      </a:moveTo>
                      <a:lnTo>
                        <a:pt x="482" y="190"/>
                      </a:lnTo>
                      <a:lnTo>
                        <a:pt x="482" y="196"/>
                      </a:lnTo>
                      <a:lnTo>
                        <a:pt x="482" y="196"/>
                      </a:lnTo>
                      <a:lnTo>
                        <a:pt x="484" y="196"/>
                      </a:lnTo>
                      <a:lnTo>
                        <a:pt x="484" y="196"/>
                      </a:lnTo>
                      <a:lnTo>
                        <a:pt x="490" y="196"/>
                      </a:lnTo>
                      <a:lnTo>
                        <a:pt x="490" y="196"/>
                      </a:lnTo>
                      <a:lnTo>
                        <a:pt x="492" y="194"/>
                      </a:lnTo>
                      <a:lnTo>
                        <a:pt x="492" y="194"/>
                      </a:lnTo>
                      <a:lnTo>
                        <a:pt x="490" y="192"/>
                      </a:lnTo>
                      <a:lnTo>
                        <a:pt x="482" y="190"/>
                      </a:lnTo>
                      <a:lnTo>
                        <a:pt x="482" y="190"/>
                      </a:lnTo>
                      <a:close/>
                      <a:moveTo>
                        <a:pt x="430" y="70"/>
                      </a:moveTo>
                      <a:lnTo>
                        <a:pt x="430" y="70"/>
                      </a:lnTo>
                      <a:lnTo>
                        <a:pt x="432" y="68"/>
                      </a:lnTo>
                      <a:lnTo>
                        <a:pt x="430" y="70"/>
                      </a:lnTo>
                      <a:lnTo>
                        <a:pt x="428" y="72"/>
                      </a:lnTo>
                      <a:lnTo>
                        <a:pt x="428" y="72"/>
                      </a:lnTo>
                      <a:lnTo>
                        <a:pt x="426" y="74"/>
                      </a:lnTo>
                      <a:lnTo>
                        <a:pt x="426" y="74"/>
                      </a:lnTo>
                      <a:lnTo>
                        <a:pt x="424" y="74"/>
                      </a:lnTo>
                      <a:lnTo>
                        <a:pt x="424" y="72"/>
                      </a:lnTo>
                      <a:lnTo>
                        <a:pt x="426" y="70"/>
                      </a:lnTo>
                      <a:lnTo>
                        <a:pt x="430" y="70"/>
                      </a:lnTo>
                      <a:lnTo>
                        <a:pt x="430" y="70"/>
                      </a:lnTo>
                      <a:close/>
                      <a:moveTo>
                        <a:pt x="294" y="34"/>
                      </a:moveTo>
                      <a:lnTo>
                        <a:pt x="294" y="34"/>
                      </a:lnTo>
                      <a:lnTo>
                        <a:pt x="296" y="36"/>
                      </a:lnTo>
                      <a:lnTo>
                        <a:pt x="298" y="36"/>
                      </a:lnTo>
                      <a:lnTo>
                        <a:pt x="296" y="36"/>
                      </a:lnTo>
                      <a:lnTo>
                        <a:pt x="296" y="36"/>
                      </a:lnTo>
                      <a:lnTo>
                        <a:pt x="294" y="34"/>
                      </a:lnTo>
                      <a:lnTo>
                        <a:pt x="294" y="34"/>
                      </a:lnTo>
                      <a:lnTo>
                        <a:pt x="294" y="34"/>
                      </a:lnTo>
                      <a:lnTo>
                        <a:pt x="294" y="34"/>
                      </a:lnTo>
                      <a:close/>
                      <a:moveTo>
                        <a:pt x="334" y="338"/>
                      </a:moveTo>
                      <a:lnTo>
                        <a:pt x="334" y="338"/>
                      </a:lnTo>
                      <a:lnTo>
                        <a:pt x="340" y="338"/>
                      </a:lnTo>
                      <a:lnTo>
                        <a:pt x="340" y="338"/>
                      </a:lnTo>
                      <a:lnTo>
                        <a:pt x="336" y="342"/>
                      </a:lnTo>
                      <a:lnTo>
                        <a:pt x="336" y="342"/>
                      </a:lnTo>
                      <a:lnTo>
                        <a:pt x="334" y="342"/>
                      </a:lnTo>
                      <a:lnTo>
                        <a:pt x="334" y="342"/>
                      </a:lnTo>
                      <a:lnTo>
                        <a:pt x="332" y="338"/>
                      </a:lnTo>
                      <a:lnTo>
                        <a:pt x="332" y="338"/>
                      </a:lnTo>
                      <a:lnTo>
                        <a:pt x="334" y="338"/>
                      </a:lnTo>
                      <a:lnTo>
                        <a:pt x="334" y="338"/>
                      </a:lnTo>
                      <a:close/>
                      <a:moveTo>
                        <a:pt x="192" y="332"/>
                      </a:moveTo>
                      <a:lnTo>
                        <a:pt x="192" y="332"/>
                      </a:lnTo>
                      <a:lnTo>
                        <a:pt x="192" y="334"/>
                      </a:lnTo>
                      <a:lnTo>
                        <a:pt x="192" y="334"/>
                      </a:lnTo>
                      <a:lnTo>
                        <a:pt x="192" y="334"/>
                      </a:lnTo>
                      <a:lnTo>
                        <a:pt x="192" y="334"/>
                      </a:lnTo>
                      <a:lnTo>
                        <a:pt x="190" y="332"/>
                      </a:lnTo>
                      <a:lnTo>
                        <a:pt x="190" y="332"/>
                      </a:lnTo>
                      <a:lnTo>
                        <a:pt x="192" y="332"/>
                      </a:lnTo>
                      <a:lnTo>
                        <a:pt x="192" y="332"/>
                      </a:lnTo>
                      <a:close/>
                      <a:moveTo>
                        <a:pt x="218" y="330"/>
                      </a:moveTo>
                      <a:lnTo>
                        <a:pt x="218" y="330"/>
                      </a:lnTo>
                      <a:lnTo>
                        <a:pt x="218" y="330"/>
                      </a:lnTo>
                      <a:lnTo>
                        <a:pt x="218" y="330"/>
                      </a:lnTo>
                      <a:lnTo>
                        <a:pt x="218" y="330"/>
                      </a:lnTo>
                      <a:lnTo>
                        <a:pt x="218" y="332"/>
                      </a:lnTo>
                      <a:lnTo>
                        <a:pt x="218" y="332"/>
                      </a:lnTo>
                      <a:lnTo>
                        <a:pt x="210" y="336"/>
                      </a:lnTo>
                      <a:lnTo>
                        <a:pt x="210" y="336"/>
                      </a:lnTo>
                      <a:lnTo>
                        <a:pt x="208" y="336"/>
                      </a:lnTo>
                      <a:lnTo>
                        <a:pt x="210" y="334"/>
                      </a:lnTo>
                      <a:lnTo>
                        <a:pt x="210" y="334"/>
                      </a:lnTo>
                      <a:lnTo>
                        <a:pt x="212" y="332"/>
                      </a:lnTo>
                      <a:lnTo>
                        <a:pt x="212" y="332"/>
                      </a:lnTo>
                      <a:lnTo>
                        <a:pt x="218" y="330"/>
                      </a:lnTo>
                      <a:lnTo>
                        <a:pt x="218" y="330"/>
                      </a:lnTo>
                      <a:close/>
                      <a:moveTo>
                        <a:pt x="214" y="318"/>
                      </a:moveTo>
                      <a:lnTo>
                        <a:pt x="214" y="318"/>
                      </a:lnTo>
                      <a:lnTo>
                        <a:pt x="214" y="318"/>
                      </a:lnTo>
                      <a:lnTo>
                        <a:pt x="214" y="318"/>
                      </a:lnTo>
                      <a:lnTo>
                        <a:pt x="214" y="318"/>
                      </a:lnTo>
                      <a:lnTo>
                        <a:pt x="214" y="318"/>
                      </a:lnTo>
                      <a:lnTo>
                        <a:pt x="212" y="318"/>
                      </a:lnTo>
                      <a:lnTo>
                        <a:pt x="214" y="318"/>
                      </a:lnTo>
                      <a:lnTo>
                        <a:pt x="214" y="318"/>
                      </a:lnTo>
                      <a:close/>
                      <a:moveTo>
                        <a:pt x="214" y="314"/>
                      </a:moveTo>
                      <a:lnTo>
                        <a:pt x="214" y="314"/>
                      </a:lnTo>
                      <a:lnTo>
                        <a:pt x="216" y="314"/>
                      </a:lnTo>
                      <a:lnTo>
                        <a:pt x="216" y="316"/>
                      </a:lnTo>
                      <a:lnTo>
                        <a:pt x="216" y="316"/>
                      </a:lnTo>
                      <a:lnTo>
                        <a:pt x="214" y="316"/>
                      </a:lnTo>
                      <a:lnTo>
                        <a:pt x="214" y="314"/>
                      </a:lnTo>
                      <a:lnTo>
                        <a:pt x="214" y="314"/>
                      </a:lnTo>
                      <a:lnTo>
                        <a:pt x="214" y="314"/>
                      </a:lnTo>
                      <a:close/>
                      <a:moveTo>
                        <a:pt x="434" y="266"/>
                      </a:moveTo>
                      <a:lnTo>
                        <a:pt x="434" y="266"/>
                      </a:lnTo>
                      <a:lnTo>
                        <a:pt x="434" y="266"/>
                      </a:lnTo>
                      <a:lnTo>
                        <a:pt x="436" y="268"/>
                      </a:lnTo>
                      <a:lnTo>
                        <a:pt x="434" y="270"/>
                      </a:lnTo>
                      <a:lnTo>
                        <a:pt x="434" y="270"/>
                      </a:lnTo>
                      <a:lnTo>
                        <a:pt x="428" y="268"/>
                      </a:lnTo>
                      <a:lnTo>
                        <a:pt x="428" y="268"/>
                      </a:lnTo>
                      <a:lnTo>
                        <a:pt x="430" y="268"/>
                      </a:lnTo>
                      <a:lnTo>
                        <a:pt x="430" y="268"/>
                      </a:lnTo>
                      <a:lnTo>
                        <a:pt x="434" y="266"/>
                      </a:lnTo>
                      <a:lnTo>
                        <a:pt x="434" y="266"/>
                      </a:lnTo>
                      <a:close/>
                      <a:moveTo>
                        <a:pt x="192" y="248"/>
                      </a:moveTo>
                      <a:lnTo>
                        <a:pt x="192" y="248"/>
                      </a:lnTo>
                      <a:lnTo>
                        <a:pt x="190" y="248"/>
                      </a:lnTo>
                      <a:lnTo>
                        <a:pt x="190" y="248"/>
                      </a:lnTo>
                      <a:lnTo>
                        <a:pt x="194" y="248"/>
                      </a:lnTo>
                      <a:lnTo>
                        <a:pt x="194" y="248"/>
                      </a:lnTo>
                      <a:lnTo>
                        <a:pt x="194" y="248"/>
                      </a:lnTo>
                      <a:lnTo>
                        <a:pt x="192" y="248"/>
                      </a:lnTo>
                      <a:lnTo>
                        <a:pt x="192" y="248"/>
                      </a:lnTo>
                      <a:close/>
                      <a:moveTo>
                        <a:pt x="182" y="244"/>
                      </a:moveTo>
                      <a:lnTo>
                        <a:pt x="182" y="244"/>
                      </a:lnTo>
                      <a:lnTo>
                        <a:pt x="180" y="246"/>
                      </a:lnTo>
                      <a:lnTo>
                        <a:pt x="180" y="248"/>
                      </a:lnTo>
                      <a:lnTo>
                        <a:pt x="180" y="248"/>
                      </a:lnTo>
                      <a:lnTo>
                        <a:pt x="180" y="250"/>
                      </a:lnTo>
                      <a:lnTo>
                        <a:pt x="180" y="250"/>
                      </a:lnTo>
                      <a:lnTo>
                        <a:pt x="184" y="250"/>
                      </a:lnTo>
                      <a:lnTo>
                        <a:pt x="184" y="250"/>
                      </a:lnTo>
                      <a:lnTo>
                        <a:pt x="184" y="246"/>
                      </a:lnTo>
                      <a:lnTo>
                        <a:pt x="182" y="244"/>
                      </a:lnTo>
                      <a:lnTo>
                        <a:pt x="182" y="244"/>
                      </a:lnTo>
                      <a:close/>
                      <a:moveTo>
                        <a:pt x="458" y="210"/>
                      </a:moveTo>
                      <a:lnTo>
                        <a:pt x="458" y="210"/>
                      </a:lnTo>
                      <a:lnTo>
                        <a:pt x="458" y="210"/>
                      </a:lnTo>
                      <a:lnTo>
                        <a:pt x="452" y="212"/>
                      </a:lnTo>
                      <a:lnTo>
                        <a:pt x="452" y="212"/>
                      </a:lnTo>
                      <a:lnTo>
                        <a:pt x="452" y="214"/>
                      </a:lnTo>
                      <a:lnTo>
                        <a:pt x="452" y="214"/>
                      </a:lnTo>
                      <a:lnTo>
                        <a:pt x="454" y="216"/>
                      </a:lnTo>
                      <a:lnTo>
                        <a:pt x="454" y="216"/>
                      </a:lnTo>
                      <a:lnTo>
                        <a:pt x="446" y="214"/>
                      </a:lnTo>
                      <a:lnTo>
                        <a:pt x="444" y="214"/>
                      </a:lnTo>
                      <a:lnTo>
                        <a:pt x="440" y="216"/>
                      </a:lnTo>
                      <a:lnTo>
                        <a:pt x="440" y="216"/>
                      </a:lnTo>
                      <a:lnTo>
                        <a:pt x="438" y="218"/>
                      </a:lnTo>
                      <a:lnTo>
                        <a:pt x="438" y="218"/>
                      </a:lnTo>
                      <a:lnTo>
                        <a:pt x="438" y="222"/>
                      </a:lnTo>
                      <a:lnTo>
                        <a:pt x="438" y="222"/>
                      </a:lnTo>
                      <a:lnTo>
                        <a:pt x="442" y="222"/>
                      </a:lnTo>
                      <a:lnTo>
                        <a:pt x="442" y="222"/>
                      </a:lnTo>
                      <a:lnTo>
                        <a:pt x="444" y="224"/>
                      </a:lnTo>
                      <a:lnTo>
                        <a:pt x="444" y="224"/>
                      </a:lnTo>
                      <a:lnTo>
                        <a:pt x="446" y="224"/>
                      </a:lnTo>
                      <a:lnTo>
                        <a:pt x="446" y="224"/>
                      </a:lnTo>
                      <a:lnTo>
                        <a:pt x="450" y="222"/>
                      </a:lnTo>
                      <a:lnTo>
                        <a:pt x="450" y="222"/>
                      </a:lnTo>
                      <a:lnTo>
                        <a:pt x="452" y="222"/>
                      </a:lnTo>
                      <a:lnTo>
                        <a:pt x="452" y="222"/>
                      </a:lnTo>
                      <a:lnTo>
                        <a:pt x="454" y="220"/>
                      </a:lnTo>
                      <a:lnTo>
                        <a:pt x="454" y="218"/>
                      </a:lnTo>
                      <a:lnTo>
                        <a:pt x="454" y="218"/>
                      </a:lnTo>
                      <a:lnTo>
                        <a:pt x="456" y="218"/>
                      </a:lnTo>
                      <a:lnTo>
                        <a:pt x="456" y="218"/>
                      </a:lnTo>
                      <a:lnTo>
                        <a:pt x="458" y="220"/>
                      </a:lnTo>
                      <a:lnTo>
                        <a:pt x="458" y="220"/>
                      </a:lnTo>
                      <a:lnTo>
                        <a:pt x="466" y="222"/>
                      </a:lnTo>
                      <a:lnTo>
                        <a:pt x="466" y="222"/>
                      </a:lnTo>
                      <a:lnTo>
                        <a:pt x="468" y="222"/>
                      </a:lnTo>
                      <a:lnTo>
                        <a:pt x="468" y="222"/>
                      </a:lnTo>
                      <a:lnTo>
                        <a:pt x="466" y="224"/>
                      </a:lnTo>
                      <a:lnTo>
                        <a:pt x="464" y="224"/>
                      </a:lnTo>
                      <a:lnTo>
                        <a:pt x="466" y="224"/>
                      </a:lnTo>
                      <a:lnTo>
                        <a:pt x="466" y="224"/>
                      </a:lnTo>
                      <a:lnTo>
                        <a:pt x="466" y="226"/>
                      </a:lnTo>
                      <a:lnTo>
                        <a:pt x="466" y="226"/>
                      </a:lnTo>
                      <a:lnTo>
                        <a:pt x="466" y="226"/>
                      </a:lnTo>
                      <a:lnTo>
                        <a:pt x="466" y="228"/>
                      </a:lnTo>
                      <a:lnTo>
                        <a:pt x="466" y="230"/>
                      </a:lnTo>
                      <a:lnTo>
                        <a:pt x="468" y="232"/>
                      </a:lnTo>
                      <a:lnTo>
                        <a:pt x="476" y="236"/>
                      </a:lnTo>
                      <a:lnTo>
                        <a:pt x="476" y="236"/>
                      </a:lnTo>
                      <a:lnTo>
                        <a:pt x="480" y="238"/>
                      </a:lnTo>
                      <a:lnTo>
                        <a:pt x="480" y="238"/>
                      </a:lnTo>
                      <a:lnTo>
                        <a:pt x="486" y="238"/>
                      </a:lnTo>
                      <a:lnTo>
                        <a:pt x="486" y="238"/>
                      </a:lnTo>
                      <a:lnTo>
                        <a:pt x="486" y="238"/>
                      </a:lnTo>
                      <a:lnTo>
                        <a:pt x="486" y="236"/>
                      </a:lnTo>
                      <a:lnTo>
                        <a:pt x="486" y="236"/>
                      </a:lnTo>
                      <a:lnTo>
                        <a:pt x="482" y="234"/>
                      </a:lnTo>
                      <a:lnTo>
                        <a:pt x="480" y="234"/>
                      </a:lnTo>
                      <a:lnTo>
                        <a:pt x="484" y="232"/>
                      </a:lnTo>
                      <a:lnTo>
                        <a:pt x="484" y="230"/>
                      </a:lnTo>
                      <a:lnTo>
                        <a:pt x="484" y="230"/>
                      </a:lnTo>
                      <a:lnTo>
                        <a:pt x="478" y="228"/>
                      </a:lnTo>
                      <a:lnTo>
                        <a:pt x="478" y="228"/>
                      </a:lnTo>
                      <a:lnTo>
                        <a:pt x="474" y="226"/>
                      </a:lnTo>
                      <a:lnTo>
                        <a:pt x="474" y="226"/>
                      </a:lnTo>
                      <a:lnTo>
                        <a:pt x="474" y="226"/>
                      </a:lnTo>
                      <a:lnTo>
                        <a:pt x="474" y="226"/>
                      </a:lnTo>
                      <a:lnTo>
                        <a:pt x="478" y="226"/>
                      </a:lnTo>
                      <a:lnTo>
                        <a:pt x="478" y="226"/>
                      </a:lnTo>
                      <a:lnTo>
                        <a:pt x="480" y="228"/>
                      </a:lnTo>
                      <a:lnTo>
                        <a:pt x="480" y="228"/>
                      </a:lnTo>
                      <a:lnTo>
                        <a:pt x="482" y="228"/>
                      </a:lnTo>
                      <a:lnTo>
                        <a:pt x="484" y="228"/>
                      </a:lnTo>
                      <a:lnTo>
                        <a:pt x="484" y="228"/>
                      </a:lnTo>
                      <a:lnTo>
                        <a:pt x="484" y="222"/>
                      </a:lnTo>
                      <a:lnTo>
                        <a:pt x="484" y="222"/>
                      </a:lnTo>
                      <a:lnTo>
                        <a:pt x="478" y="220"/>
                      </a:lnTo>
                      <a:lnTo>
                        <a:pt x="472" y="222"/>
                      </a:lnTo>
                      <a:lnTo>
                        <a:pt x="472" y="222"/>
                      </a:lnTo>
                      <a:lnTo>
                        <a:pt x="474" y="220"/>
                      </a:lnTo>
                      <a:lnTo>
                        <a:pt x="474" y="220"/>
                      </a:lnTo>
                      <a:lnTo>
                        <a:pt x="476" y="220"/>
                      </a:lnTo>
                      <a:lnTo>
                        <a:pt x="476" y="220"/>
                      </a:lnTo>
                      <a:lnTo>
                        <a:pt x="478" y="216"/>
                      </a:lnTo>
                      <a:lnTo>
                        <a:pt x="470" y="216"/>
                      </a:lnTo>
                      <a:lnTo>
                        <a:pt x="470" y="216"/>
                      </a:lnTo>
                      <a:lnTo>
                        <a:pt x="472" y="214"/>
                      </a:lnTo>
                      <a:lnTo>
                        <a:pt x="472" y="214"/>
                      </a:lnTo>
                      <a:lnTo>
                        <a:pt x="464" y="212"/>
                      </a:lnTo>
                      <a:lnTo>
                        <a:pt x="458" y="210"/>
                      </a:lnTo>
                      <a:lnTo>
                        <a:pt x="458" y="210"/>
                      </a:lnTo>
                      <a:close/>
                      <a:moveTo>
                        <a:pt x="148" y="186"/>
                      </a:moveTo>
                      <a:lnTo>
                        <a:pt x="148" y="186"/>
                      </a:lnTo>
                      <a:lnTo>
                        <a:pt x="146" y="188"/>
                      </a:lnTo>
                      <a:lnTo>
                        <a:pt x="146" y="188"/>
                      </a:lnTo>
                      <a:lnTo>
                        <a:pt x="148" y="188"/>
                      </a:lnTo>
                      <a:lnTo>
                        <a:pt x="148" y="188"/>
                      </a:lnTo>
                      <a:lnTo>
                        <a:pt x="150" y="188"/>
                      </a:lnTo>
                      <a:lnTo>
                        <a:pt x="152" y="186"/>
                      </a:lnTo>
                      <a:lnTo>
                        <a:pt x="152" y="186"/>
                      </a:lnTo>
                      <a:lnTo>
                        <a:pt x="148" y="186"/>
                      </a:lnTo>
                      <a:lnTo>
                        <a:pt x="148" y="186"/>
                      </a:lnTo>
                      <a:close/>
                      <a:moveTo>
                        <a:pt x="512" y="184"/>
                      </a:moveTo>
                      <a:lnTo>
                        <a:pt x="512" y="184"/>
                      </a:lnTo>
                      <a:lnTo>
                        <a:pt x="510" y="186"/>
                      </a:lnTo>
                      <a:lnTo>
                        <a:pt x="510" y="186"/>
                      </a:lnTo>
                      <a:lnTo>
                        <a:pt x="512" y="186"/>
                      </a:lnTo>
                      <a:lnTo>
                        <a:pt x="512" y="186"/>
                      </a:lnTo>
                      <a:lnTo>
                        <a:pt x="512" y="186"/>
                      </a:lnTo>
                      <a:lnTo>
                        <a:pt x="512" y="184"/>
                      </a:lnTo>
                      <a:lnTo>
                        <a:pt x="512" y="184"/>
                      </a:lnTo>
                      <a:close/>
                      <a:moveTo>
                        <a:pt x="498" y="180"/>
                      </a:moveTo>
                      <a:lnTo>
                        <a:pt x="498" y="180"/>
                      </a:lnTo>
                      <a:lnTo>
                        <a:pt x="498" y="182"/>
                      </a:lnTo>
                      <a:lnTo>
                        <a:pt x="498" y="186"/>
                      </a:lnTo>
                      <a:lnTo>
                        <a:pt x="498" y="186"/>
                      </a:lnTo>
                      <a:lnTo>
                        <a:pt x="500" y="186"/>
                      </a:lnTo>
                      <a:lnTo>
                        <a:pt x="500" y="186"/>
                      </a:lnTo>
                      <a:lnTo>
                        <a:pt x="504" y="186"/>
                      </a:lnTo>
                      <a:lnTo>
                        <a:pt x="504" y="186"/>
                      </a:lnTo>
                      <a:lnTo>
                        <a:pt x="504" y="182"/>
                      </a:lnTo>
                      <a:lnTo>
                        <a:pt x="504" y="182"/>
                      </a:lnTo>
                      <a:lnTo>
                        <a:pt x="500" y="182"/>
                      </a:lnTo>
                      <a:lnTo>
                        <a:pt x="500" y="182"/>
                      </a:lnTo>
                      <a:lnTo>
                        <a:pt x="500" y="180"/>
                      </a:lnTo>
                      <a:lnTo>
                        <a:pt x="500" y="180"/>
                      </a:lnTo>
                      <a:lnTo>
                        <a:pt x="498" y="180"/>
                      </a:lnTo>
                      <a:lnTo>
                        <a:pt x="498" y="180"/>
                      </a:lnTo>
                      <a:close/>
                      <a:moveTo>
                        <a:pt x="478" y="174"/>
                      </a:moveTo>
                      <a:lnTo>
                        <a:pt x="478" y="174"/>
                      </a:lnTo>
                      <a:lnTo>
                        <a:pt x="480" y="174"/>
                      </a:lnTo>
                      <a:lnTo>
                        <a:pt x="480" y="176"/>
                      </a:lnTo>
                      <a:lnTo>
                        <a:pt x="480" y="180"/>
                      </a:lnTo>
                      <a:lnTo>
                        <a:pt x="480" y="180"/>
                      </a:lnTo>
                      <a:lnTo>
                        <a:pt x="478" y="180"/>
                      </a:lnTo>
                      <a:lnTo>
                        <a:pt x="478" y="180"/>
                      </a:lnTo>
                      <a:lnTo>
                        <a:pt x="478" y="176"/>
                      </a:lnTo>
                      <a:lnTo>
                        <a:pt x="478" y="174"/>
                      </a:lnTo>
                      <a:lnTo>
                        <a:pt x="478" y="174"/>
                      </a:lnTo>
                      <a:lnTo>
                        <a:pt x="478" y="174"/>
                      </a:lnTo>
                      <a:close/>
                      <a:moveTo>
                        <a:pt x="512" y="166"/>
                      </a:moveTo>
                      <a:lnTo>
                        <a:pt x="512" y="166"/>
                      </a:lnTo>
                      <a:lnTo>
                        <a:pt x="512" y="168"/>
                      </a:lnTo>
                      <a:lnTo>
                        <a:pt x="512" y="168"/>
                      </a:lnTo>
                      <a:lnTo>
                        <a:pt x="508" y="168"/>
                      </a:lnTo>
                      <a:lnTo>
                        <a:pt x="508" y="168"/>
                      </a:lnTo>
                      <a:lnTo>
                        <a:pt x="510" y="176"/>
                      </a:lnTo>
                      <a:lnTo>
                        <a:pt x="512" y="178"/>
                      </a:lnTo>
                      <a:lnTo>
                        <a:pt x="516" y="178"/>
                      </a:lnTo>
                      <a:lnTo>
                        <a:pt x="516" y="178"/>
                      </a:lnTo>
                      <a:lnTo>
                        <a:pt x="518" y="176"/>
                      </a:lnTo>
                      <a:lnTo>
                        <a:pt x="518" y="176"/>
                      </a:lnTo>
                      <a:lnTo>
                        <a:pt x="520" y="176"/>
                      </a:lnTo>
                      <a:lnTo>
                        <a:pt x="520" y="176"/>
                      </a:lnTo>
                      <a:lnTo>
                        <a:pt x="520" y="176"/>
                      </a:lnTo>
                      <a:lnTo>
                        <a:pt x="520" y="176"/>
                      </a:lnTo>
                      <a:lnTo>
                        <a:pt x="522" y="176"/>
                      </a:lnTo>
                      <a:lnTo>
                        <a:pt x="522" y="176"/>
                      </a:lnTo>
                      <a:lnTo>
                        <a:pt x="522" y="172"/>
                      </a:lnTo>
                      <a:lnTo>
                        <a:pt x="522" y="172"/>
                      </a:lnTo>
                      <a:lnTo>
                        <a:pt x="520" y="174"/>
                      </a:lnTo>
                      <a:lnTo>
                        <a:pt x="520" y="174"/>
                      </a:lnTo>
                      <a:lnTo>
                        <a:pt x="516" y="172"/>
                      </a:lnTo>
                      <a:lnTo>
                        <a:pt x="516" y="172"/>
                      </a:lnTo>
                      <a:lnTo>
                        <a:pt x="514" y="166"/>
                      </a:lnTo>
                      <a:lnTo>
                        <a:pt x="512" y="166"/>
                      </a:lnTo>
                      <a:close/>
                      <a:moveTo>
                        <a:pt x="506" y="150"/>
                      </a:moveTo>
                      <a:lnTo>
                        <a:pt x="506" y="150"/>
                      </a:lnTo>
                      <a:lnTo>
                        <a:pt x="504" y="152"/>
                      </a:lnTo>
                      <a:lnTo>
                        <a:pt x="504" y="152"/>
                      </a:lnTo>
                      <a:lnTo>
                        <a:pt x="508" y="156"/>
                      </a:lnTo>
                      <a:lnTo>
                        <a:pt x="510" y="160"/>
                      </a:lnTo>
                      <a:lnTo>
                        <a:pt x="508" y="158"/>
                      </a:lnTo>
                      <a:lnTo>
                        <a:pt x="508" y="158"/>
                      </a:lnTo>
                      <a:lnTo>
                        <a:pt x="508" y="154"/>
                      </a:lnTo>
                      <a:lnTo>
                        <a:pt x="508" y="154"/>
                      </a:lnTo>
                      <a:lnTo>
                        <a:pt x="506" y="152"/>
                      </a:lnTo>
                      <a:lnTo>
                        <a:pt x="506" y="152"/>
                      </a:lnTo>
                      <a:lnTo>
                        <a:pt x="508" y="150"/>
                      </a:lnTo>
                      <a:lnTo>
                        <a:pt x="506" y="150"/>
                      </a:lnTo>
                      <a:close/>
                      <a:moveTo>
                        <a:pt x="12" y="132"/>
                      </a:moveTo>
                      <a:lnTo>
                        <a:pt x="12" y="132"/>
                      </a:lnTo>
                      <a:lnTo>
                        <a:pt x="12" y="132"/>
                      </a:lnTo>
                      <a:lnTo>
                        <a:pt x="14" y="132"/>
                      </a:lnTo>
                      <a:lnTo>
                        <a:pt x="12" y="132"/>
                      </a:lnTo>
                      <a:lnTo>
                        <a:pt x="12" y="132"/>
                      </a:lnTo>
                      <a:lnTo>
                        <a:pt x="12" y="132"/>
                      </a:lnTo>
                      <a:lnTo>
                        <a:pt x="12" y="132"/>
                      </a:lnTo>
                      <a:close/>
                      <a:moveTo>
                        <a:pt x="2" y="130"/>
                      </a:moveTo>
                      <a:lnTo>
                        <a:pt x="2" y="130"/>
                      </a:lnTo>
                      <a:lnTo>
                        <a:pt x="0" y="132"/>
                      </a:lnTo>
                      <a:lnTo>
                        <a:pt x="0" y="132"/>
                      </a:lnTo>
                      <a:lnTo>
                        <a:pt x="2" y="132"/>
                      </a:lnTo>
                      <a:lnTo>
                        <a:pt x="2" y="132"/>
                      </a:lnTo>
                      <a:lnTo>
                        <a:pt x="4" y="132"/>
                      </a:lnTo>
                      <a:lnTo>
                        <a:pt x="6" y="130"/>
                      </a:lnTo>
                      <a:lnTo>
                        <a:pt x="6" y="130"/>
                      </a:lnTo>
                      <a:lnTo>
                        <a:pt x="2" y="130"/>
                      </a:lnTo>
                      <a:lnTo>
                        <a:pt x="2" y="130"/>
                      </a:lnTo>
                      <a:close/>
                      <a:moveTo>
                        <a:pt x="500" y="76"/>
                      </a:moveTo>
                      <a:lnTo>
                        <a:pt x="500" y="76"/>
                      </a:lnTo>
                      <a:lnTo>
                        <a:pt x="500" y="80"/>
                      </a:lnTo>
                      <a:lnTo>
                        <a:pt x="500" y="80"/>
                      </a:lnTo>
                      <a:lnTo>
                        <a:pt x="504" y="78"/>
                      </a:lnTo>
                      <a:lnTo>
                        <a:pt x="500" y="76"/>
                      </a:lnTo>
                      <a:lnTo>
                        <a:pt x="500" y="76"/>
                      </a:lnTo>
                      <a:close/>
                      <a:moveTo>
                        <a:pt x="438" y="66"/>
                      </a:moveTo>
                      <a:lnTo>
                        <a:pt x="438" y="66"/>
                      </a:lnTo>
                      <a:lnTo>
                        <a:pt x="442" y="66"/>
                      </a:lnTo>
                      <a:lnTo>
                        <a:pt x="440" y="66"/>
                      </a:lnTo>
                      <a:lnTo>
                        <a:pt x="434" y="70"/>
                      </a:lnTo>
                      <a:lnTo>
                        <a:pt x="434" y="70"/>
                      </a:lnTo>
                      <a:lnTo>
                        <a:pt x="430" y="68"/>
                      </a:lnTo>
                      <a:lnTo>
                        <a:pt x="430" y="68"/>
                      </a:lnTo>
                      <a:lnTo>
                        <a:pt x="434" y="68"/>
                      </a:lnTo>
                      <a:lnTo>
                        <a:pt x="434" y="68"/>
                      </a:lnTo>
                      <a:lnTo>
                        <a:pt x="438" y="66"/>
                      </a:lnTo>
                      <a:lnTo>
                        <a:pt x="438" y="66"/>
                      </a:lnTo>
                      <a:close/>
                      <a:moveTo>
                        <a:pt x="508" y="40"/>
                      </a:moveTo>
                      <a:lnTo>
                        <a:pt x="508" y="40"/>
                      </a:lnTo>
                      <a:lnTo>
                        <a:pt x="508" y="42"/>
                      </a:lnTo>
                      <a:lnTo>
                        <a:pt x="508" y="42"/>
                      </a:lnTo>
                      <a:lnTo>
                        <a:pt x="508" y="42"/>
                      </a:lnTo>
                      <a:lnTo>
                        <a:pt x="508" y="42"/>
                      </a:lnTo>
                      <a:lnTo>
                        <a:pt x="508" y="40"/>
                      </a:lnTo>
                      <a:lnTo>
                        <a:pt x="508" y="40"/>
                      </a:lnTo>
                      <a:close/>
                      <a:moveTo>
                        <a:pt x="500" y="40"/>
                      </a:moveTo>
                      <a:lnTo>
                        <a:pt x="500" y="40"/>
                      </a:lnTo>
                      <a:lnTo>
                        <a:pt x="500" y="44"/>
                      </a:lnTo>
                      <a:lnTo>
                        <a:pt x="500" y="44"/>
                      </a:lnTo>
                      <a:lnTo>
                        <a:pt x="500" y="44"/>
                      </a:lnTo>
                      <a:lnTo>
                        <a:pt x="500" y="40"/>
                      </a:lnTo>
                      <a:lnTo>
                        <a:pt x="500" y="40"/>
                      </a:lnTo>
                      <a:close/>
                      <a:moveTo>
                        <a:pt x="182" y="32"/>
                      </a:moveTo>
                      <a:lnTo>
                        <a:pt x="182" y="32"/>
                      </a:lnTo>
                      <a:lnTo>
                        <a:pt x="184" y="38"/>
                      </a:lnTo>
                      <a:lnTo>
                        <a:pt x="184" y="38"/>
                      </a:lnTo>
                      <a:lnTo>
                        <a:pt x="186" y="40"/>
                      </a:lnTo>
                      <a:lnTo>
                        <a:pt x="192" y="44"/>
                      </a:lnTo>
                      <a:lnTo>
                        <a:pt x="204" y="46"/>
                      </a:lnTo>
                      <a:lnTo>
                        <a:pt x="204" y="46"/>
                      </a:lnTo>
                      <a:lnTo>
                        <a:pt x="206" y="46"/>
                      </a:lnTo>
                      <a:lnTo>
                        <a:pt x="206" y="46"/>
                      </a:lnTo>
                      <a:lnTo>
                        <a:pt x="206" y="44"/>
                      </a:lnTo>
                      <a:lnTo>
                        <a:pt x="206" y="44"/>
                      </a:lnTo>
                      <a:lnTo>
                        <a:pt x="204" y="42"/>
                      </a:lnTo>
                      <a:lnTo>
                        <a:pt x="204" y="42"/>
                      </a:lnTo>
                      <a:lnTo>
                        <a:pt x="198" y="40"/>
                      </a:lnTo>
                      <a:lnTo>
                        <a:pt x="198" y="40"/>
                      </a:lnTo>
                      <a:lnTo>
                        <a:pt x="194" y="40"/>
                      </a:lnTo>
                      <a:lnTo>
                        <a:pt x="194" y="40"/>
                      </a:lnTo>
                      <a:lnTo>
                        <a:pt x="192" y="36"/>
                      </a:lnTo>
                      <a:lnTo>
                        <a:pt x="192" y="36"/>
                      </a:lnTo>
                      <a:lnTo>
                        <a:pt x="188" y="36"/>
                      </a:lnTo>
                      <a:lnTo>
                        <a:pt x="188" y="36"/>
                      </a:lnTo>
                      <a:lnTo>
                        <a:pt x="182" y="32"/>
                      </a:lnTo>
                      <a:lnTo>
                        <a:pt x="182" y="32"/>
                      </a:lnTo>
                      <a:close/>
                      <a:moveTo>
                        <a:pt x="358" y="18"/>
                      </a:moveTo>
                      <a:lnTo>
                        <a:pt x="358" y="18"/>
                      </a:lnTo>
                      <a:lnTo>
                        <a:pt x="360" y="20"/>
                      </a:lnTo>
                      <a:lnTo>
                        <a:pt x="360" y="20"/>
                      </a:lnTo>
                      <a:lnTo>
                        <a:pt x="356" y="22"/>
                      </a:lnTo>
                      <a:lnTo>
                        <a:pt x="356" y="22"/>
                      </a:lnTo>
                      <a:lnTo>
                        <a:pt x="356" y="24"/>
                      </a:lnTo>
                      <a:lnTo>
                        <a:pt x="356" y="24"/>
                      </a:lnTo>
                      <a:lnTo>
                        <a:pt x="350" y="22"/>
                      </a:lnTo>
                      <a:lnTo>
                        <a:pt x="350" y="22"/>
                      </a:lnTo>
                      <a:lnTo>
                        <a:pt x="350" y="24"/>
                      </a:lnTo>
                      <a:lnTo>
                        <a:pt x="350" y="24"/>
                      </a:lnTo>
                      <a:lnTo>
                        <a:pt x="350" y="24"/>
                      </a:lnTo>
                      <a:lnTo>
                        <a:pt x="350" y="22"/>
                      </a:lnTo>
                      <a:lnTo>
                        <a:pt x="350" y="20"/>
                      </a:lnTo>
                      <a:lnTo>
                        <a:pt x="350" y="20"/>
                      </a:lnTo>
                      <a:lnTo>
                        <a:pt x="358" y="18"/>
                      </a:lnTo>
                      <a:lnTo>
                        <a:pt x="358" y="18"/>
                      </a:lnTo>
                      <a:close/>
                      <a:moveTo>
                        <a:pt x="402" y="16"/>
                      </a:moveTo>
                      <a:lnTo>
                        <a:pt x="402" y="16"/>
                      </a:lnTo>
                      <a:lnTo>
                        <a:pt x="410" y="16"/>
                      </a:lnTo>
                      <a:lnTo>
                        <a:pt x="410" y="16"/>
                      </a:lnTo>
                      <a:lnTo>
                        <a:pt x="420" y="16"/>
                      </a:lnTo>
                      <a:lnTo>
                        <a:pt x="420" y="16"/>
                      </a:lnTo>
                      <a:lnTo>
                        <a:pt x="430" y="16"/>
                      </a:lnTo>
                      <a:lnTo>
                        <a:pt x="430" y="16"/>
                      </a:lnTo>
                      <a:lnTo>
                        <a:pt x="410" y="18"/>
                      </a:lnTo>
                      <a:lnTo>
                        <a:pt x="410" y="18"/>
                      </a:lnTo>
                      <a:lnTo>
                        <a:pt x="404" y="18"/>
                      </a:lnTo>
                      <a:lnTo>
                        <a:pt x="398" y="18"/>
                      </a:lnTo>
                      <a:lnTo>
                        <a:pt x="398" y="20"/>
                      </a:lnTo>
                      <a:lnTo>
                        <a:pt x="398" y="20"/>
                      </a:lnTo>
                      <a:lnTo>
                        <a:pt x="392" y="20"/>
                      </a:lnTo>
                      <a:lnTo>
                        <a:pt x="388" y="20"/>
                      </a:lnTo>
                      <a:lnTo>
                        <a:pt x="388" y="18"/>
                      </a:lnTo>
                      <a:lnTo>
                        <a:pt x="388" y="18"/>
                      </a:lnTo>
                      <a:lnTo>
                        <a:pt x="390" y="18"/>
                      </a:lnTo>
                      <a:lnTo>
                        <a:pt x="390" y="18"/>
                      </a:lnTo>
                      <a:lnTo>
                        <a:pt x="402" y="16"/>
                      </a:lnTo>
                      <a:lnTo>
                        <a:pt x="402" y="16"/>
                      </a:lnTo>
                      <a:close/>
                      <a:moveTo>
                        <a:pt x="368" y="12"/>
                      </a:moveTo>
                      <a:lnTo>
                        <a:pt x="370" y="12"/>
                      </a:lnTo>
                      <a:lnTo>
                        <a:pt x="370" y="12"/>
                      </a:lnTo>
                      <a:lnTo>
                        <a:pt x="370" y="16"/>
                      </a:lnTo>
                      <a:lnTo>
                        <a:pt x="370" y="16"/>
                      </a:lnTo>
                      <a:lnTo>
                        <a:pt x="372" y="18"/>
                      </a:lnTo>
                      <a:lnTo>
                        <a:pt x="372" y="18"/>
                      </a:lnTo>
                      <a:lnTo>
                        <a:pt x="380" y="18"/>
                      </a:lnTo>
                      <a:lnTo>
                        <a:pt x="386" y="20"/>
                      </a:lnTo>
                      <a:lnTo>
                        <a:pt x="386" y="20"/>
                      </a:lnTo>
                      <a:lnTo>
                        <a:pt x="380" y="18"/>
                      </a:lnTo>
                      <a:lnTo>
                        <a:pt x="380" y="18"/>
                      </a:lnTo>
                      <a:lnTo>
                        <a:pt x="372" y="20"/>
                      </a:lnTo>
                      <a:lnTo>
                        <a:pt x="372" y="20"/>
                      </a:lnTo>
                      <a:lnTo>
                        <a:pt x="372" y="22"/>
                      </a:lnTo>
                      <a:lnTo>
                        <a:pt x="372" y="22"/>
                      </a:lnTo>
                      <a:lnTo>
                        <a:pt x="372" y="22"/>
                      </a:lnTo>
                      <a:lnTo>
                        <a:pt x="370" y="22"/>
                      </a:lnTo>
                      <a:lnTo>
                        <a:pt x="370" y="22"/>
                      </a:lnTo>
                      <a:lnTo>
                        <a:pt x="370" y="20"/>
                      </a:lnTo>
                      <a:lnTo>
                        <a:pt x="370" y="20"/>
                      </a:lnTo>
                      <a:lnTo>
                        <a:pt x="366" y="20"/>
                      </a:lnTo>
                      <a:lnTo>
                        <a:pt x="366" y="18"/>
                      </a:lnTo>
                      <a:lnTo>
                        <a:pt x="366" y="18"/>
                      </a:lnTo>
                      <a:lnTo>
                        <a:pt x="368" y="18"/>
                      </a:lnTo>
                      <a:lnTo>
                        <a:pt x="368" y="14"/>
                      </a:lnTo>
                      <a:lnTo>
                        <a:pt x="368" y="12"/>
                      </a:lnTo>
                      <a:lnTo>
                        <a:pt x="368" y="12"/>
                      </a:lnTo>
                      <a:close/>
                      <a:moveTo>
                        <a:pt x="482" y="36"/>
                      </a:moveTo>
                      <a:lnTo>
                        <a:pt x="482" y="36"/>
                      </a:lnTo>
                      <a:lnTo>
                        <a:pt x="486" y="34"/>
                      </a:lnTo>
                      <a:lnTo>
                        <a:pt x="488" y="32"/>
                      </a:lnTo>
                      <a:lnTo>
                        <a:pt x="488" y="32"/>
                      </a:lnTo>
                      <a:lnTo>
                        <a:pt x="490" y="32"/>
                      </a:lnTo>
                      <a:lnTo>
                        <a:pt x="490" y="32"/>
                      </a:lnTo>
                      <a:lnTo>
                        <a:pt x="496" y="30"/>
                      </a:lnTo>
                      <a:lnTo>
                        <a:pt x="496" y="30"/>
                      </a:lnTo>
                      <a:lnTo>
                        <a:pt x="494" y="28"/>
                      </a:lnTo>
                      <a:lnTo>
                        <a:pt x="494" y="28"/>
                      </a:lnTo>
                      <a:lnTo>
                        <a:pt x="492" y="26"/>
                      </a:lnTo>
                      <a:lnTo>
                        <a:pt x="488" y="26"/>
                      </a:lnTo>
                      <a:lnTo>
                        <a:pt x="488" y="26"/>
                      </a:lnTo>
                      <a:lnTo>
                        <a:pt x="486" y="24"/>
                      </a:lnTo>
                      <a:lnTo>
                        <a:pt x="486" y="24"/>
                      </a:lnTo>
                      <a:lnTo>
                        <a:pt x="480" y="24"/>
                      </a:lnTo>
                      <a:lnTo>
                        <a:pt x="474" y="24"/>
                      </a:lnTo>
                      <a:lnTo>
                        <a:pt x="474" y="24"/>
                      </a:lnTo>
                      <a:lnTo>
                        <a:pt x="474" y="22"/>
                      </a:lnTo>
                      <a:lnTo>
                        <a:pt x="474" y="22"/>
                      </a:lnTo>
                      <a:lnTo>
                        <a:pt x="470" y="20"/>
                      </a:lnTo>
                      <a:lnTo>
                        <a:pt x="470" y="20"/>
                      </a:lnTo>
                      <a:lnTo>
                        <a:pt x="468" y="20"/>
                      </a:lnTo>
                      <a:lnTo>
                        <a:pt x="468" y="20"/>
                      </a:lnTo>
                      <a:lnTo>
                        <a:pt x="466" y="22"/>
                      </a:lnTo>
                      <a:lnTo>
                        <a:pt x="466" y="22"/>
                      </a:lnTo>
                      <a:lnTo>
                        <a:pt x="466" y="18"/>
                      </a:lnTo>
                      <a:lnTo>
                        <a:pt x="466" y="18"/>
                      </a:lnTo>
                      <a:lnTo>
                        <a:pt x="464" y="18"/>
                      </a:lnTo>
                      <a:lnTo>
                        <a:pt x="464" y="18"/>
                      </a:lnTo>
                      <a:lnTo>
                        <a:pt x="458" y="22"/>
                      </a:lnTo>
                      <a:lnTo>
                        <a:pt x="450" y="24"/>
                      </a:lnTo>
                      <a:lnTo>
                        <a:pt x="450" y="22"/>
                      </a:lnTo>
                      <a:lnTo>
                        <a:pt x="450" y="22"/>
                      </a:lnTo>
                      <a:lnTo>
                        <a:pt x="458" y="20"/>
                      </a:lnTo>
                      <a:lnTo>
                        <a:pt x="458" y="20"/>
                      </a:lnTo>
                      <a:lnTo>
                        <a:pt x="458" y="18"/>
                      </a:lnTo>
                      <a:lnTo>
                        <a:pt x="458" y="18"/>
                      </a:lnTo>
                      <a:lnTo>
                        <a:pt x="458" y="16"/>
                      </a:lnTo>
                      <a:lnTo>
                        <a:pt x="458" y="16"/>
                      </a:lnTo>
                      <a:lnTo>
                        <a:pt x="454" y="12"/>
                      </a:lnTo>
                      <a:lnTo>
                        <a:pt x="450" y="10"/>
                      </a:lnTo>
                      <a:lnTo>
                        <a:pt x="450" y="10"/>
                      </a:lnTo>
                      <a:lnTo>
                        <a:pt x="448" y="12"/>
                      </a:lnTo>
                      <a:lnTo>
                        <a:pt x="446" y="14"/>
                      </a:lnTo>
                      <a:lnTo>
                        <a:pt x="446" y="14"/>
                      </a:lnTo>
                      <a:lnTo>
                        <a:pt x="440" y="16"/>
                      </a:lnTo>
                      <a:lnTo>
                        <a:pt x="432" y="16"/>
                      </a:lnTo>
                      <a:lnTo>
                        <a:pt x="432" y="16"/>
                      </a:lnTo>
                      <a:lnTo>
                        <a:pt x="436" y="10"/>
                      </a:lnTo>
                      <a:lnTo>
                        <a:pt x="436" y="10"/>
                      </a:lnTo>
                      <a:lnTo>
                        <a:pt x="442" y="10"/>
                      </a:lnTo>
                      <a:lnTo>
                        <a:pt x="442" y="10"/>
                      </a:lnTo>
                      <a:lnTo>
                        <a:pt x="442" y="6"/>
                      </a:lnTo>
                      <a:lnTo>
                        <a:pt x="442" y="6"/>
                      </a:lnTo>
                      <a:lnTo>
                        <a:pt x="438" y="4"/>
                      </a:lnTo>
                      <a:lnTo>
                        <a:pt x="438" y="4"/>
                      </a:lnTo>
                      <a:lnTo>
                        <a:pt x="422" y="4"/>
                      </a:lnTo>
                      <a:lnTo>
                        <a:pt x="422" y="4"/>
                      </a:lnTo>
                      <a:lnTo>
                        <a:pt x="418" y="4"/>
                      </a:lnTo>
                      <a:lnTo>
                        <a:pt x="412" y="2"/>
                      </a:lnTo>
                      <a:lnTo>
                        <a:pt x="412" y="2"/>
                      </a:lnTo>
                      <a:lnTo>
                        <a:pt x="412" y="4"/>
                      </a:lnTo>
                      <a:lnTo>
                        <a:pt x="412" y="4"/>
                      </a:lnTo>
                      <a:lnTo>
                        <a:pt x="406" y="4"/>
                      </a:lnTo>
                      <a:lnTo>
                        <a:pt x="406" y="4"/>
                      </a:lnTo>
                      <a:lnTo>
                        <a:pt x="404" y="4"/>
                      </a:lnTo>
                      <a:lnTo>
                        <a:pt x="398" y="6"/>
                      </a:lnTo>
                      <a:lnTo>
                        <a:pt x="398" y="6"/>
                      </a:lnTo>
                      <a:lnTo>
                        <a:pt x="392" y="2"/>
                      </a:lnTo>
                      <a:lnTo>
                        <a:pt x="388" y="2"/>
                      </a:lnTo>
                      <a:lnTo>
                        <a:pt x="386" y="0"/>
                      </a:lnTo>
                      <a:lnTo>
                        <a:pt x="386" y="0"/>
                      </a:lnTo>
                      <a:lnTo>
                        <a:pt x="382" y="2"/>
                      </a:lnTo>
                      <a:lnTo>
                        <a:pt x="382" y="2"/>
                      </a:lnTo>
                      <a:lnTo>
                        <a:pt x="378" y="2"/>
                      </a:lnTo>
                      <a:lnTo>
                        <a:pt x="374" y="2"/>
                      </a:lnTo>
                      <a:lnTo>
                        <a:pt x="374" y="2"/>
                      </a:lnTo>
                      <a:lnTo>
                        <a:pt x="366" y="2"/>
                      </a:lnTo>
                      <a:lnTo>
                        <a:pt x="358" y="2"/>
                      </a:lnTo>
                      <a:lnTo>
                        <a:pt x="358" y="2"/>
                      </a:lnTo>
                      <a:lnTo>
                        <a:pt x="348" y="2"/>
                      </a:lnTo>
                      <a:lnTo>
                        <a:pt x="338" y="0"/>
                      </a:lnTo>
                      <a:lnTo>
                        <a:pt x="338" y="0"/>
                      </a:lnTo>
                      <a:lnTo>
                        <a:pt x="338" y="2"/>
                      </a:lnTo>
                      <a:lnTo>
                        <a:pt x="338" y="4"/>
                      </a:lnTo>
                      <a:lnTo>
                        <a:pt x="338" y="4"/>
                      </a:lnTo>
                      <a:lnTo>
                        <a:pt x="328" y="2"/>
                      </a:lnTo>
                      <a:lnTo>
                        <a:pt x="328" y="2"/>
                      </a:lnTo>
                      <a:lnTo>
                        <a:pt x="328" y="4"/>
                      </a:lnTo>
                      <a:lnTo>
                        <a:pt x="328" y="4"/>
                      </a:lnTo>
                      <a:lnTo>
                        <a:pt x="330" y="6"/>
                      </a:lnTo>
                      <a:lnTo>
                        <a:pt x="330" y="6"/>
                      </a:lnTo>
                      <a:lnTo>
                        <a:pt x="326" y="6"/>
                      </a:lnTo>
                      <a:lnTo>
                        <a:pt x="320" y="6"/>
                      </a:lnTo>
                      <a:lnTo>
                        <a:pt x="320" y="6"/>
                      </a:lnTo>
                      <a:lnTo>
                        <a:pt x="320" y="4"/>
                      </a:lnTo>
                      <a:lnTo>
                        <a:pt x="318" y="4"/>
                      </a:lnTo>
                      <a:lnTo>
                        <a:pt x="318" y="4"/>
                      </a:lnTo>
                      <a:lnTo>
                        <a:pt x="318" y="8"/>
                      </a:lnTo>
                      <a:lnTo>
                        <a:pt x="318" y="8"/>
                      </a:lnTo>
                      <a:lnTo>
                        <a:pt x="316" y="8"/>
                      </a:lnTo>
                      <a:lnTo>
                        <a:pt x="316" y="10"/>
                      </a:lnTo>
                      <a:lnTo>
                        <a:pt x="316" y="10"/>
                      </a:lnTo>
                      <a:lnTo>
                        <a:pt x="316" y="10"/>
                      </a:lnTo>
                      <a:lnTo>
                        <a:pt x="320" y="10"/>
                      </a:lnTo>
                      <a:lnTo>
                        <a:pt x="320" y="12"/>
                      </a:lnTo>
                      <a:lnTo>
                        <a:pt x="320" y="12"/>
                      </a:lnTo>
                      <a:lnTo>
                        <a:pt x="312" y="12"/>
                      </a:lnTo>
                      <a:lnTo>
                        <a:pt x="310" y="14"/>
                      </a:lnTo>
                      <a:lnTo>
                        <a:pt x="312" y="16"/>
                      </a:lnTo>
                      <a:lnTo>
                        <a:pt x="316" y="20"/>
                      </a:lnTo>
                      <a:lnTo>
                        <a:pt x="316" y="20"/>
                      </a:lnTo>
                      <a:lnTo>
                        <a:pt x="312" y="20"/>
                      </a:lnTo>
                      <a:lnTo>
                        <a:pt x="312" y="20"/>
                      </a:lnTo>
                      <a:lnTo>
                        <a:pt x="308" y="14"/>
                      </a:lnTo>
                      <a:lnTo>
                        <a:pt x="308" y="14"/>
                      </a:lnTo>
                      <a:lnTo>
                        <a:pt x="304" y="14"/>
                      </a:lnTo>
                      <a:lnTo>
                        <a:pt x="304" y="14"/>
                      </a:lnTo>
                      <a:lnTo>
                        <a:pt x="304" y="16"/>
                      </a:lnTo>
                      <a:lnTo>
                        <a:pt x="306" y="16"/>
                      </a:lnTo>
                      <a:lnTo>
                        <a:pt x="306" y="16"/>
                      </a:lnTo>
                      <a:lnTo>
                        <a:pt x="308" y="18"/>
                      </a:lnTo>
                      <a:lnTo>
                        <a:pt x="308" y="18"/>
                      </a:lnTo>
                      <a:lnTo>
                        <a:pt x="304" y="16"/>
                      </a:lnTo>
                      <a:lnTo>
                        <a:pt x="302" y="22"/>
                      </a:lnTo>
                      <a:lnTo>
                        <a:pt x="302" y="22"/>
                      </a:lnTo>
                      <a:lnTo>
                        <a:pt x="296" y="20"/>
                      </a:lnTo>
                      <a:lnTo>
                        <a:pt x="294" y="16"/>
                      </a:lnTo>
                      <a:lnTo>
                        <a:pt x="294" y="16"/>
                      </a:lnTo>
                      <a:lnTo>
                        <a:pt x="294" y="12"/>
                      </a:lnTo>
                      <a:lnTo>
                        <a:pt x="294" y="12"/>
                      </a:lnTo>
                      <a:lnTo>
                        <a:pt x="288" y="10"/>
                      </a:lnTo>
                      <a:lnTo>
                        <a:pt x="280" y="10"/>
                      </a:lnTo>
                      <a:lnTo>
                        <a:pt x="280" y="10"/>
                      </a:lnTo>
                      <a:lnTo>
                        <a:pt x="280" y="12"/>
                      </a:lnTo>
                      <a:lnTo>
                        <a:pt x="280" y="12"/>
                      </a:lnTo>
                      <a:lnTo>
                        <a:pt x="280" y="14"/>
                      </a:lnTo>
                      <a:lnTo>
                        <a:pt x="280" y="14"/>
                      </a:lnTo>
                      <a:lnTo>
                        <a:pt x="280" y="14"/>
                      </a:lnTo>
                      <a:lnTo>
                        <a:pt x="272" y="14"/>
                      </a:lnTo>
                      <a:lnTo>
                        <a:pt x="272" y="14"/>
                      </a:lnTo>
                      <a:lnTo>
                        <a:pt x="272" y="14"/>
                      </a:lnTo>
                      <a:lnTo>
                        <a:pt x="272" y="14"/>
                      </a:lnTo>
                      <a:lnTo>
                        <a:pt x="272" y="14"/>
                      </a:lnTo>
                      <a:lnTo>
                        <a:pt x="272" y="14"/>
                      </a:lnTo>
                      <a:lnTo>
                        <a:pt x="272" y="16"/>
                      </a:lnTo>
                      <a:lnTo>
                        <a:pt x="272" y="16"/>
                      </a:lnTo>
                      <a:lnTo>
                        <a:pt x="274" y="18"/>
                      </a:lnTo>
                      <a:lnTo>
                        <a:pt x="274" y="18"/>
                      </a:lnTo>
                      <a:lnTo>
                        <a:pt x="274" y="18"/>
                      </a:lnTo>
                      <a:lnTo>
                        <a:pt x="274" y="18"/>
                      </a:lnTo>
                      <a:lnTo>
                        <a:pt x="272" y="18"/>
                      </a:lnTo>
                      <a:lnTo>
                        <a:pt x="272" y="18"/>
                      </a:lnTo>
                      <a:lnTo>
                        <a:pt x="272" y="22"/>
                      </a:lnTo>
                      <a:lnTo>
                        <a:pt x="272" y="22"/>
                      </a:lnTo>
                      <a:lnTo>
                        <a:pt x="278" y="24"/>
                      </a:lnTo>
                      <a:lnTo>
                        <a:pt x="280" y="24"/>
                      </a:lnTo>
                      <a:lnTo>
                        <a:pt x="280" y="24"/>
                      </a:lnTo>
                      <a:lnTo>
                        <a:pt x="284" y="24"/>
                      </a:lnTo>
                      <a:lnTo>
                        <a:pt x="286" y="24"/>
                      </a:lnTo>
                      <a:lnTo>
                        <a:pt x="288" y="24"/>
                      </a:lnTo>
                      <a:lnTo>
                        <a:pt x="288" y="24"/>
                      </a:lnTo>
                      <a:lnTo>
                        <a:pt x="290" y="28"/>
                      </a:lnTo>
                      <a:lnTo>
                        <a:pt x="290" y="30"/>
                      </a:lnTo>
                      <a:lnTo>
                        <a:pt x="290" y="30"/>
                      </a:lnTo>
                      <a:lnTo>
                        <a:pt x="294" y="34"/>
                      </a:lnTo>
                      <a:lnTo>
                        <a:pt x="294" y="34"/>
                      </a:lnTo>
                      <a:lnTo>
                        <a:pt x="290" y="30"/>
                      </a:lnTo>
                      <a:lnTo>
                        <a:pt x="290" y="30"/>
                      </a:lnTo>
                      <a:lnTo>
                        <a:pt x="290" y="30"/>
                      </a:lnTo>
                      <a:lnTo>
                        <a:pt x="288" y="28"/>
                      </a:lnTo>
                      <a:lnTo>
                        <a:pt x="284" y="26"/>
                      </a:lnTo>
                      <a:lnTo>
                        <a:pt x="278" y="24"/>
                      </a:lnTo>
                      <a:lnTo>
                        <a:pt x="278" y="24"/>
                      </a:lnTo>
                      <a:lnTo>
                        <a:pt x="268" y="24"/>
                      </a:lnTo>
                      <a:lnTo>
                        <a:pt x="264" y="26"/>
                      </a:lnTo>
                      <a:lnTo>
                        <a:pt x="264" y="26"/>
                      </a:lnTo>
                      <a:lnTo>
                        <a:pt x="266" y="30"/>
                      </a:lnTo>
                      <a:lnTo>
                        <a:pt x="266" y="30"/>
                      </a:lnTo>
                      <a:lnTo>
                        <a:pt x="268" y="30"/>
                      </a:lnTo>
                      <a:lnTo>
                        <a:pt x="268" y="30"/>
                      </a:lnTo>
                      <a:lnTo>
                        <a:pt x="270" y="34"/>
                      </a:lnTo>
                      <a:lnTo>
                        <a:pt x="270" y="34"/>
                      </a:lnTo>
                      <a:lnTo>
                        <a:pt x="262" y="28"/>
                      </a:lnTo>
                      <a:lnTo>
                        <a:pt x="262" y="28"/>
                      </a:lnTo>
                      <a:lnTo>
                        <a:pt x="258" y="26"/>
                      </a:lnTo>
                      <a:lnTo>
                        <a:pt x="256" y="26"/>
                      </a:lnTo>
                      <a:lnTo>
                        <a:pt x="250" y="28"/>
                      </a:lnTo>
                      <a:lnTo>
                        <a:pt x="250" y="28"/>
                      </a:lnTo>
                      <a:lnTo>
                        <a:pt x="242" y="28"/>
                      </a:lnTo>
                      <a:lnTo>
                        <a:pt x="242" y="28"/>
                      </a:lnTo>
                      <a:lnTo>
                        <a:pt x="242" y="30"/>
                      </a:lnTo>
                      <a:lnTo>
                        <a:pt x="242" y="30"/>
                      </a:lnTo>
                      <a:lnTo>
                        <a:pt x="244" y="32"/>
                      </a:lnTo>
                      <a:lnTo>
                        <a:pt x="244" y="32"/>
                      </a:lnTo>
                      <a:lnTo>
                        <a:pt x="246" y="36"/>
                      </a:lnTo>
                      <a:lnTo>
                        <a:pt x="246" y="36"/>
                      </a:lnTo>
                      <a:lnTo>
                        <a:pt x="248" y="36"/>
                      </a:lnTo>
                      <a:lnTo>
                        <a:pt x="248" y="36"/>
                      </a:lnTo>
                      <a:lnTo>
                        <a:pt x="250" y="40"/>
                      </a:lnTo>
                      <a:lnTo>
                        <a:pt x="250" y="40"/>
                      </a:lnTo>
                      <a:lnTo>
                        <a:pt x="256" y="44"/>
                      </a:lnTo>
                      <a:lnTo>
                        <a:pt x="256" y="44"/>
                      </a:lnTo>
                      <a:lnTo>
                        <a:pt x="260" y="48"/>
                      </a:lnTo>
                      <a:lnTo>
                        <a:pt x="260" y="48"/>
                      </a:lnTo>
                      <a:lnTo>
                        <a:pt x="266" y="50"/>
                      </a:lnTo>
                      <a:lnTo>
                        <a:pt x="272" y="52"/>
                      </a:lnTo>
                      <a:lnTo>
                        <a:pt x="272" y="52"/>
                      </a:lnTo>
                      <a:lnTo>
                        <a:pt x="274" y="56"/>
                      </a:lnTo>
                      <a:lnTo>
                        <a:pt x="274" y="56"/>
                      </a:lnTo>
                      <a:lnTo>
                        <a:pt x="270" y="52"/>
                      </a:lnTo>
                      <a:lnTo>
                        <a:pt x="270" y="52"/>
                      </a:lnTo>
                      <a:lnTo>
                        <a:pt x="266" y="54"/>
                      </a:lnTo>
                      <a:lnTo>
                        <a:pt x="264" y="52"/>
                      </a:lnTo>
                      <a:lnTo>
                        <a:pt x="264" y="52"/>
                      </a:lnTo>
                      <a:lnTo>
                        <a:pt x="262" y="52"/>
                      </a:lnTo>
                      <a:lnTo>
                        <a:pt x="260" y="52"/>
                      </a:lnTo>
                      <a:lnTo>
                        <a:pt x="256" y="58"/>
                      </a:lnTo>
                      <a:lnTo>
                        <a:pt x="256" y="58"/>
                      </a:lnTo>
                      <a:lnTo>
                        <a:pt x="252" y="56"/>
                      </a:lnTo>
                      <a:lnTo>
                        <a:pt x="252" y="56"/>
                      </a:lnTo>
                      <a:lnTo>
                        <a:pt x="250" y="54"/>
                      </a:lnTo>
                      <a:lnTo>
                        <a:pt x="250" y="54"/>
                      </a:lnTo>
                      <a:lnTo>
                        <a:pt x="248" y="54"/>
                      </a:lnTo>
                      <a:lnTo>
                        <a:pt x="246" y="54"/>
                      </a:lnTo>
                      <a:lnTo>
                        <a:pt x="246" y="54"/>
                      </a:lnTo>
                      <a:lnTo>
                        <a:pt x="238" y="46"/>
                      </a:lnTo>
                      <a:lnTo>
                        <a:pt x="238" y="46"/>
                      </a:lnTo>
                      <a:lnTo>
                        <a:pt x="238" y="40"/>
                      </a:lnTo>
                      <a:lnTo>
                        <a:pt x="236" y="40"/>
                      </a:lnTo>
                      <a:lnTo>
                        <a:pt x="236" y="40"/>
                      </a:lnTo>
                      <a:lnTo>
                        <a:pt x="232" y="36"/>
                      </a:lnTo>
                      <a:lnTo>
                        <a:pt x="226" y="30"/>
                      </a:lnTo>
                      <a:lnTo>
                        <a:pt x="226" y="30"/>
                      </a:lnTo>
                      <a:lnTo>
                        <a:pt x="216" y="28"/>
                      </a:lnTo>
                      <a:lnTo>
                        <a:pt x="216" y="28"/>
                      </a:lnTo>
                      <a:lnTo>
                        <a:pt x="214" y="28"/>
                      </a:lnTo>
                      <a:lnTo>
                        <a:pt x="214" y="28"/>
                      </a:lnTo>
                      <a:lnTo>
                        <a:pt x="214" y="36"/>
                      </a:lnTo>
                      <a:lnTo>
                        <a:pt x="214" y="36"/>
                      </a:lnTo>
                      <a:lnTo>
                        <a:pt x="216" y="40"/>
                      </a:lnTo>
                      <a:lnTo>
                        <a:pt x="216" y="40"/>
                      </a:lnTo>
                      <a:lnTo>
                        <a:pt x="216" y="42"/>
                      </a:lnTo>
                      <a:lnTo>
                        <a:pt x="214" y="42"/>
                      </a:lnTo>
                      <a:lnTo>
                        <a:pt x="214" y="42"/>
                      </a:lnTo>
                      <a:lnTo>
                        <a:pt x="214" y="42"/>
                      </a:lnTo>
                      <a:lnTo>
                        <a:pt x="214" y="40"/>
                      </a:lnTo>
                      <a:lnTo>
                        <a:pt x="212" y="40"/>
                      </a:lnTo>
                      <a:lnTo>
                        <a:pt x="212" y="40"/>
                      </a:lnTo>
                      <a:lnTo>
                        <a:pt x="212" y="44"/>
                      </a:lnTo>
                      <a:lnTo>
                        <a:pt x="212" y="44"/>
                      </a:lnTo>
                      <a:lnTo>
                        <a:pt x="214" y="46"/>
                      </a:lnTo>
                      <a:lnTo>
                        <a:pt x="214" y="46"/>
                      </a:lnTo>
                      <a:lnTo>
                        <a:pt x="214" y="50"/>
                      </a:lnTo>
                      <a:lnTo>
                        <a:pt x="214" y="52"/>
                      </a:lnTo>
                      <a:lnTo>
                        <a:pt x="214" y="52"/>
                      </a:lnTo>
                      <a:lnTo>
                        <a:pt x="212" y="54"/>
                      </a:lnTo>
                      <a:lnTo>
                        <a:pt x="212" y="54"/>
                      </a:lnTo>
                      <a:lnTo>
                        <a:pt x="210" y="54"/>
                      </a:lnTo>
                      <a:lnTo>
                        <a:pt x="210" y="54"/>
                      </a:lnTo>
                      <a:lnTo>
                        <a:pt x="206" y="50"/>
                      </a:lnTo>
                      <a:lnTo>
                        <a:pt x="200" y="48"/>
                      </a:lnTo>
                      <a:lnTo>
                        <a:pt x="200" y="48"/>
                      </a:lnTo>
                      <a:lnTo>
                        <a:pt x="198" y="48"/>
                      </a:lnTo>
                      <a:lnTo>
                        <a:pt x="198" y="46"/>
                      </a:lnTo>
                      <a:lnTo>
                        <a:pt x="198" y="46"/>
                      </a:lnTo>
                      <a:lnTo>
                        <a:pt x="196" y="46"/>
                      </a:lnTo>
                      <a:lnTo>
                        <a:pt x="196" y="48"/>
                      </a:lnTo>
                      <a:lnTo>
                        <a:pt x="196" y="48"/>
                      </a:lnTo>
                      <a:lnTo>
                        <a:pt x="194" y="48"/>
                      </a:lnTo>
                      <a:lnTo>
                        <a:pt x="192" y="46"/>
                      </a:lnTo>
                      <a:lnTo>
                        <a:pt x="188" y="44"/>
                      </a:lnTo>
                      <a:lnTo>
                        <a:pt x="188" y="44"/>
                      </a:lnTo>
                      <a:lnTo>
                        <a:pt x="186" y="46"/>
                      </a:lnTo>
                      <a:lnTo>
                        <a:pt x="186" y="46"/>
                      </a:lnTo>
                      <a:lnTo>
                        <a:pt x="180" y="52"/>
                      </a:lnTo>
                      <a:lnTo>
                        <a:pt x="180" y="52"/>
                      </a:lnTo>
                      <a:lnTo>
                        <a:pt x="180" y="52"/>
                      </a:lnTo>
                      <a:lnTo>
                        <a:pt x="180" y="54"/>
                      </a:lnTo>
                      <a:lnTo>
                        <a:pt x="180" y="54"/>
                      </a:lnTo>
                      <a:lnTo>
                        <a:pt x="180" y="54"/>
                      </a:lnTo>
                      <a:lnTo>
                        <a:pt x="178" y="40"/>
                      </a:lnTo>
                      <a:lnTo>
                        <a:pt x="176" y="36"/>
                      </a:lnTo>
                      <a:lnTo>
                        <a:pt x="174" y="34"/>
                      </a:lnTo>
                      <a:lnTo>
                        <a:pt x="170" y="32"/>
                      </a:lnTo>
                      <a:lnTo>
                        <a:pt x="170" y="32"/>
                      </a:lnTo>
                      <a:lnTo>
                        <a:pt x="164" y="36"/>
                      </a:lnTo>
                      <a:lnTo>
                        <a:pt x="164" y="40"/>
                      </a:lnTo>
                      <a:lnTo>
                        <a:pt x="164" y="40"/>
                      </a:lnTo>
                      <a:lnTo>
                        <a:pt x="160" y="36"/>
                      </a:lnTo>
                      <a:lnTo>
                        <a:pt x="160" y="36"/>
                      </a:lnTo>
                      <a:lnTo>
                        <a:pt x="158" y="36"/>
                      </a:lnTo>
                      <a:lnTo>
                        <a:pt x="158" y="36"/>
                      </a:lnTo>
                      <a:lnTo>
                        <a:pt x="158" y="36"/>
                      </a:lnTo>
                      <a:lnTo>
                        <a:pt x="156" y="40"/>
                      </a:lnTo>
                      <a:lnTo>
                        <a:pt x="156" y="40"/>
                      </a:lnTo>
                      <a:lnTo>
                        <a:pt x="154" y="40"/>
                      </a:lnTo>
                      <a:lnTo>
                        <a:pt x="154" y="40"/>
                      </a:lnTo>
                      <a:lnTo>
                        <a:pt x="154" y="38"/>
                      </a:lnTo>
                      <a:lnTo>
                        <a:pt x="152" y="36"/>
                      </a:lnTo>
                      <a:lnTo>
                        <a:pt x="152" y="36"/>
                      </a:lnTo>
                      <a:lnTo>
                        <a:pt x="146" y="38"/>
                      </a:lnTo>
                      <a:lnTo>
                        <a:pt x="140" y="38"/>
                      </a:lnTo>
                      <a:lnTo>
                        <a:pt x="140" y="38"/>
                      </a:lnTo>
                      <a:lnTo>
                        <a:pt x="134" y="40"/>
                      </a:lnTo>
                      <a:lnTo>
                        <a:pt x="126" y="40"/>
                      </a:lnTo>
                      <a:lnTo>
                        <a:pt x="126" y="40"/>
                      </a:lnTo>
                      <a:lnTo>
                        <a:pt x="120" y="44"/>
                      </a:lnTo>
                      <a:lnTo>
                        <a:pt x="120" y="44"/>
                      </a:lnTo>
                      <a:lnTo>
                        <a:pt x="116" y="44"/>
                      </a:lnTo>
                      <a:lnTo>
                        <a:pt x="116" y="44"/>
                      </a:lnTo>
                      <a:lnTo>
                        <a:pt x="118" y="46"/>
                      </a:lnTo>
                      <a:lnTo>
                        <a:pt x="118" y="46"/>
                      </a:lnTo>
                      <a:lnTo>
                        <a:pt x="120" y="50"/>
                      </a:lnTo>
                      <a:lnTo>
                        <a:pt x="120" y="54"/>
                      </a:lnTo>
                      <a:lnTo>
                        <a:pt x="120" y="54"/>
                      </a:lnTo>
                      <a:lnTo>
                        <a:pt x="122" y="56"/>
                      </a:lnTo>
                      <a:lnTo>
                        <a:pt x="122" y="56"/>
                      </a:lnTo>
                      <a:lnTo>
                        <a:pt x="118" y="52"/>
                      </a:lnTo>
                      <a:lnTo>
                        <a:pt x="118" y="52"/>
                      </a:lnTo>
                      <a:lnTo>
                        <a:pt x="116" y="48"/>
                      </a:lnTo>
                      <a:lnTo>
                        <a:pt x="114" y="46"/>
                      </a:lnTo>
                      <a:lnTo>
                        <a:pt x="114" y="46"/>
                      </a:lnTo>
                      <a:lnTo>
                        <a:pt x="110" y="44"/>
                      </a:lnTo>
                      <a:lnTo>
                        <a:pt x="110" y="44"/>
                      </a:lnTo>
                      <a:lnTo>
                        <a:pt x="108" y="44"/>
                      </a:lnTo>
                      <a:lnTo>
                        <a:pt x="106" y="46"/>
                      </a:lnTo>
                      <a:lnTo>
                        <a:pt x="106" y="46"/>
                      </a:lnTo>
                      <a:lnTo>
                        <a:pt x="102" y="54"/>
                      </a:lnTo>
                      <a:lnTo>
                        <a:pt x="102" y="54"/>
                      </a:lnTo>
                      <a:lnTo>
                        <a:pt x="102" y="54"/>
                      </a:lnTo>
                      <a:lnTo>
                        <a:pt x="102" y="56"/>
                      </a:lnTo>
                      <a:lnTo>
                        <a:pt x="102" y="56"/>
                      </a:lnTo>
                      <a:lnTo>
                        <a:pt x="106" y="60"/>
                      </a:lnTo>
                      <a:lnTo>
                        <a:pt x="106" y="60"/>
                      </a:lnTo>
                      <a:lnTo>
                        <a:pt x="104" y="62"/>
                      </a:lnTo>
                      <a:lnTo>
                        <a:pt x="104" y="62"/>
                      </a:lnTo>
                      <a:lnTo>
                        <a:pt x="102" y="62"/>
                      </a:lnTo>
                      <a:lnTo>
                        <a:pt x="102" y="62"/>
                      </a:lnTo>
                      <a:lnTo>
                        <a:pt x="102" y="60"/>
                      </a:lnTo>
                      <a:lnTo>
                        <a:pt x="100" y="58"/>
                      </a:lnTo>
                      <a:lnTo>
                        <a:pt x="100" y="58"/>
                      </a:lnTo>
                      <a:lnTo>
                        <a:pt x="90" y="56"/>
                      </a:lnTo>
                      <a:lnTo>
                        <a:pt x="90" y="56"/>
                      </a:lnTo>
                      <a:lnTo>
                        <a:pt x="84" y="58"/>
                      </a:lnTo>
                      <a:lnTo>
                        <a:pt x="78" y="60"/>
                      </a:lnTo>
                      <a:lnTo>
                        <a:pt x="68" y="66"/>
                      </a:lnTo>
                      <a:lnTo>
                        <a:pt x="68" y="66"/>
                      </a:lnTo>
                      <a:lnTo>
                        <a:pt x="58" y="68"/>
                      </a:lnTo>
                      <a:lnTo>
                        <a:pt x="54" y="68"/>
                      </a:lnTo>
                      <a:lnTo>
                        <a:pt x="52" y="70"/>
                      </a:lnTo>
                      <a:lnTo>
                        <a:pt x="52" y="70"/>
                      </a:lnTo>
                      <a:lnTo>
                        <a:pt x="50" y="74"/>
                      </a:lnTo>
                      <a:lnTo>
                        <a:pt x="50" y="74"/>
                      </a:lnTo>
                      <a:lnTo>
                        <a:pt x="48" y="78"/>
                      </a:lnTo>
                      <a:lnTo>
                        <a:pt x="50" y="80"/>
                      </a:lnTo>
                      <a:lnTo>
                        <a:pt x="50" y="80"/>
                      </a:lnTo>
                      <a:lnTo>
                        <a:pt x="56" y="78"/>
                      </a:lnTo>
                      <a:lnTo>
                        <a:pt x="62" y="78"/>
                      </a:lnTo>
                      <a:lnTo>
                        <a:pt x="62" y="78"/>
                      </a:lnTo>
                      <a:lnTo>
                        <a:pt x="66" y="82"/>
                      </a:lnTo>
                      <a:lnTo>
                        <a:pt x="66" y="82"/>
                      </a:lnTo>
                      <a:lnTo>
                        <a:pt x="70" y="78"/>
                      </a:lnTo>
                      <a:lnTo>
                        <a:pt x="70" y="78"/>
                      </a:lnTo>
                      <a:lnTo>
                        <a:pt x="74" y="80"/>
                      </a:lnTo>
                      <a:lnTo>
                        <a:pt x="74" y="80"/>
                      </a:lnTo>
                      <a:lnTo>
                        <a:pt x="82" y="78"/>
                      </a:lnTo>
                      <a:lnTo>
                        <a:pt x="82" y="78"/>
                      </a:lnTo>
                      <a:lnTo>
                        <a:pt x="80" y="80"/>
                      </a:lnTo>
                      <a:lnTo>
                        <a:pt x="82" y="84"/>
                      </a:lnTo>
                      <a:lnTo>
                        <a:pt x="82" y="84"/>
                      </a:lnTo>
                      <a:lnTo>
                        <a:pt x="80" y="86"/>
                      </a:lnTo>
                      <a:lnTo>
                        <a:pt x="78" y="86"/>
                      </a:lnTo>
                      <a:lnTo>
                        <a:pt x="78" y="86"/>
                      </a:lnTo>
                      <a:lnTo>
                        <a:pt x="80" y="88"/>
                      </a:lnTo>
                      <a:lnTo>
                        <a:pt x="80" y="92"/>
                      </a:lnTo>
                      <a:lnTo>
                        <a:pt x="70" y="100"/>
                      </a:lnTo>
                      <a:lnTo>
                        <a:pt x="70" y="100"/>
                      </a:lnTo>
                      <a:lnTo>
                        <a:pt x="68" y="100"/>
                      </a:lnTo>
                      <a:lnTo>
                        <a:pt x="68" y="100"/>
                      </a:lnTo>
                      <a:lnTo>
                        <a:pt x="66" y="104"/>
                      </a:lnTo>
                      <a:lnTo>
                        <a:pt x="66" y="104"/>
                      </a:lnTo>
                      <a:lnTo>
                        <a:pt x="64" y="102"/>
                      </a:lnTo>
                      <a:lnTo>
                        <a:pt x="62" y="100"/>
                      </a:lnTo>
                      <a:lnTo>
                        <a:pt x="62" y="100"/>
                      </a:lnTo>
                      <a:lnTo>
                        <a:pt x="50" y="100"/>
                      </a:lnTo>
                      <a:lnTo>
                        <a:pt x="50" y="100"/>
                      </a:lnTo>
                      <a:lnTo>
                        <a:pt x="44" y="104"/>
                      </a:lnTo>
                      <a:lnTo>
                        <a:pt x="38" y="106"/>
                      </a:lnTo>
                      <a:lnTo>
                        <a:pt x="38" y="106"/>
                      </a:lnTo>
                      <a:lnTo>
                        <a:pt x="32" y="104"/>
                      </a:lnTo>
                      <a:lnTo>
                        <a:pt x="32" y="104"/>
                      </a:lnTo>
                      <a:lnTo>
                        <a:pt x="22" y="106"/>
                      </a:lnTo>
                      <a:lnTo>
                        <a:pt x="22" y="106"/>
                      </a:lnTo>
                      <a:lnTo>
                        <a:pt x="16" y="106"/>
                      </a:lnTo>
                      <a:lnTo>
                        <a:pt x="16" y="108"/>
                      </a:lnTo>
                      <a:lnTo>
                        <a:pt x="16" y="108"/>
                      </a:lnTo>
                      <a:lnTo>
                        <a:pt x="12" y="108"/>
                      </a:lnTo>
                      <a:lnTo>
                        <a:pt x="6" y="108"/>
                      </a:lnTo>
                      <a:lnTo>
                        <a:pt x="6" y="108"/>
                      </a:lnTo>
                      <a:lnTo>
                        <a:pt x="2" y="114"/>
                      </a:lnTo>
                      <a:lnTo>
                        <a:pt x="2" y="114"/>
                      </a:lnTo>
                      <a:lnTo>
                        <a:pt x="2" y="116"/>
                      </a:lnTo>
                      <a:lnTo>
                        <a:pt x="2" y="116"/>
                      </a:lnTo>
                      <a:lnTo>
                        <a:pt x="4" y="116"/>
                      </a:lnTo>
                      <a:lnTo>
                        <a:pt x="4" y="116"/>
                      </a:lnTo>
                      <a:lnTo>
                        <a:pt x="6" y="120"/>
                      </a:lnTo>
                      <a:lnTo>
                        <a:pt x="6" y="120"/>
                      </a:lnTo>
                      <a:lnTo>
                        <a:pt x="8" y="122"/>
                      </a:lnTo>
                      <a:lnTo>
                        <a:pt x="8" y="122"/>
                      </a:lnTo>
                      <a:lnTo>
                        <a:pt x="8" y="124"/>
                      </a:lnTo>
                      <a:lnTo>
                        <a:pt x="8" y="124"/>
                      </a:lnTo>
                      <a:lnTo>
                        <a:pt x="14" y="124"/>
                      </a:lnTo>
                      <a:lnTo>
                        <a:pt x="14" y="126"/>
                      </a:lnTo>
                      <a:lnTo>
                        <a:pt x="14" y="126"/>
                      </a:lnTo>
                      <a:lnTo>
                        <a:pt x="14" y="126"/>
                      </a:lnTo>
                      <a:lnTo>
                        <a:pt x="16" y="126"/>
                      </a:lnTo>
                      <a:lnTo>
                        <a:pt x="16" y="126"/>
                      </a:lnTo>
                      <a:lnTo>
                        <a:pt x="16" y="128"/>
                      </a:lnTo>
                      <a:lnTo>
                        <a:pt x="16" y="128"/>
                      </a:lnTo>
                      <a:lnTo>
                        <a:pt x="22" y="128"/>
                      </a:lnTo>
                      <a:lnTo>
                        <a:pt x="22" y="128"/>
                      </a:lnTo>
                      <a:lnTo>
                        <a:pt x="30" y="130"/>
                      </a:lnTo>
                      <a:lnTo>
                        <a:pt x="30" y="128"/>
                      </a:lnTo>
                      <a:lnTo>
                        <a:pt x="32" y="124"/>
                      </a:lnTo>
                      <a:lnTo>
                        <a:pt x="32" y="124"/>
                      </a:lnTo>
                      <a:lnTo>
                        <a:pt x="36" y="124"/>
                      </a:lnTo>
                      <a:lnTo>
                        <a:pt x="36" y="124"/>
                      </a:lnTo>
                      <a:lnTo>
                        <a:pt x="38" y="130"/>
                      </a:lnTo>
                      <a:lnTo>
                        <a:pt x="38" y="130"/>
                      </a:lnTo>
                      <a:lnTo>
                        <a:pt x="50" y="128"/>
                      </a:lnTo>
                      <a:lnTo>
                        <a:pt x="64" y="128"/>
                      </a:lnTo>
                      <a:lnTo>
                        <a:pt x="64" y="128"/>
                      </a:lnTo>
                      <a:lnTo>
                        <a:pt x="66" y="132"/>
                      </a:lnTo>
                      <a:lnTo>
                        <a:pt x="66" y="132"/>
                      </a:lnTo>
                      <a:lnTo>
                        <a:pt x="62" y="132"/>
                      </a:lnTo>
                      <a:lnTo>
                        <a:pt x="62" y="134"/>
                      </a:lnTo>
                      <a:lnTo>
                        <a:pt x="60" y="134"/>
                      </a:lnTo>
                      <a:lnTo>
                        <a:pt x="60" y="134"/>
                      </a:lnTo>
                      <a:lnTo>
                        <a:pt x="58" y="132"/>
                      </a:lnTo>
                      <a:lnTo>
                        <a:pt x="58" y="132"/>
                      </a:lnTo>
                      <a:lnTo>
                        <a:pt x="46" y="132"/>
                      </a:lnTo>
                      <a:lnTo>
                        <a:pt x="46" y="134"/>
                      </a:lnTo>
                      <a:lnTo>
                        <a:pt x="46" y="134"/>
                      </a:lnTo>
                      <a:lnTo>
                        <a:pt x="38" y="132"/>
                      </a:lnTo>
                      <a:lnTo>
                        <a:pt x="38" y="132"/>
                      </a:lnTo>
                      <a:lnTo>
                        <a:pt x="24" y="138"/>
                      </a:lnTo>
                      <a:lnTo>
                        <a:pt x="24" y="138"/>
                      </a:lnTo>
                      <a:lnTo>
                        <a:pt x="24" y="140"/>
                      </a:lnTo>
                      <a:lnTo>
                        <a:pt x="24" y="140"/>
                      </a:lnTo>
                      <a:lnTo>
                        <a:pt x="28" y="140"/>
                      </a:lnTo>
                      <a:lnTo>
                        <a:pt x="28" y="140"/>
                      </a:lnTo>
                      <a:lnTo>
                        <a:pt x="20" y="140"/>
                      </a:lnTo>
                      <a:lnTo>
                        <a:pt x="20" y="140"/>
                      </a:lnTo>
                      <a:lnTo>
                        <a:pt x="16" y="140"/>
                      </a:lnTo>
                      <a:lnTo>
                        <a:pt x="16" y="138"/>
                      </a:lnTo>
                      <a:lnTo>
                        <a:pt x="14" y="138"/>
                      </a:lnTo>
                      <a:lnTo>
                        <a:pt x="8" y="140"/>
                      </a:lnTo>
                      <a:lnTo>
                        <a:pt x="8" y="140"/>
                      </a:lnTo>
                      <a:lnTo>
                        <a:pt x="12" y="146"/>
                      </a:lnTo>
                      <a:lnTo>
                        <a:pt x="12" y="146"/>
                      </a:lnTo>
                      <a:lnTo>
                        <a:pt x="14" y="146"/>
                      </a:lnTo>
                      <a:lnTo>
                        <a:pt x="16" y="146"/>
                      </a:lnTo>
                      <a:lnTo>
                        <a:pt x="16" y="146"/>
                      </a:lnTo>
                      <a:lnTo>
                        <a:pt x="18" y="148"/>
                      </a:lnTo>
                      <a:lnTo>
                        <a:pt x="18" y="148"/>
                      </a:lnTo>
                      <a:lnTo>
                        <a:pt x="22" y="148"/>
                      </a:lnTo>
                      <a:lnTo>
                        <a:pt x="26" y="148"/>
                      </a:lnTo>
                      <a:lnTo>
                        <a:pt x="26" y="148"/>
                      </a:lnTo>
                      <a:lnTo>
                        <a:pt x="22" y="152"/>
                      </a:lnTo>
                      <a:lnTo>
                        <a:pt x="22" y="152"/>
                      </a:lnTo>
                      <a:lnTo>
                        <a:pt x="26" y="156"/>
                      </a:lnTo>
                      <a:lnTo>
                        <a:pt x="28" y="158"/>
                      </a:lnTo>
                      <a:lnTo>
                        <a:pt x="30" y="160"/>
                      </a:lnTo>
                      <a:lnTo>
                        <a:pt x="30" y="160"/>
                      </a:lnTo>
                      <a:lnTo>
                        <a:pt x="32" y="160"/>
                      </a:lnTo>
                      <a:lnTo>
                        <a:pt x="36" y="160"/>
                      </a:lnTo>
                      <a:lnTo>
                        <a:pt x="36" y="160"/>
                      </a:lnTo>
                      <a:lnTo>
                        <a:pt x="46" y="162"/>
                      </a:lnTo>
                      <a:lnTo>
                        <a:pt x="46" y="162"/>
                      </a:lnTo>
                      <a:lnTo>
                        <a:pt x="44" y="156"/>
                      </a:lnTo>
                      <a:lnTo>
                        <a:pt x="46" y="152"/>
                      </a:lnTo>
                      <a:lnTo>
                        <a:pt x="46" y="152"/>
                      </a:lnTo>
                      <a:lnTo>
                        <a:pt x="54" y="156"/>
                      </a:lnTo>
                      <a:lnTo>
                        <a:pt x="54" y="156"/>
                      </a:lnTo>
                      <a:lnTo>
                        <a:pt x="54" y="154"/>
                      </a:lnTo>
                      <a:lnTo>
                        <a:pt x="54" y="154"/>
                      </a:lnTo>
                      <a:lnTo>
                        <a:pt x="58" y="152"/>
                      </a:lnTo>
                      <a:lnTo>
                        <a:pt x="64" y="152"/>
                      </a:lnTo>
                      <a:lnTo>
                        <a:pt x="64" y="152"/>
                      </a:lnTo>
                      <a:lnTo>
                        <a:pt x="64" y="154"/>
                      </a:lnTo>
                      <a:lnTo>
                        <a:pt x="64" y="154"/>
                      </a:lnTo>
                      <a:lnTo>
                        <a:pt x="66" y="156"/>
                      </a:lnTo>
                      <a:lnTo>
                        <a:pt x="68" y="158"/>
                      </a:lnTo>
                      <a:lnTo>
                        <a:pt x="68" y="158"/>
                      </a:lnTo>
                      <a:lnTo>
                        <a:pt x="70" y="154"/>
                      </a:lnTo>
                      <a:lnTo>
                        <a:pt x="70" y="154"/>
                      </a:lnTo>
                      <a:lnTo>
                        <a:pt x="74" y="154"/>
                      </a:lnTo>
                      <a:lnTo>
                        <a:pt x="74" y="154"/>
                      </a:lnTo>
                      <a:lnTo>
                        <a:pt x="76" y="154"/>
                      </a:lnTo>
                      <a:lnTo>
                        <a:pt x="76" y="154"/>
                      </a:lnTo>
                      <a:lnTo>
                        <a:pt x="80" y="154"/>
                      </a:lnTo>
                      <a:lnTo>
                        <a:pt x="84" y="154"/>
                      </a:lnTo>
                      <a:lnTo>
                        <a:pt x="84" y="154"/>
                      </a:lnTo>
                      <a:lnTo>
                        <a:pt x="84" y="152"/>
                      </a:lnTo>
                      <a:lnTo>
                        <a:pt x="84" y="152"/>
                      </a:lnTo>
                      <a:lnTo>
                        <a:pt x="90" y="148"/>
                      </a:lnTo>
                      <a:lnTo>
                        <a:pt x="90" y="148"/>
                      </a:lnTo>
                      <a:lnTo>
                        <a:pt x="90" y="152"/>
                      </a:lnTo>
                      <a:lnTo>
                        <a:pt x="90" y="152"/>
                      </a:lnTo>
                      <a:lnTo>
                        <a:pt x="90" y="156"/>
                      </a:lnTo>
                      <a:lnTo>
                        <a:pt x="90" y="156"/>
                      </a:lnTo>
                      <a:lnTo>
                        <a:pt x="96" y="150"/>
                      </a:lnTo>
                      <a:lnTo>
                        <a:pt x="96" y="150"/>
                      </a:lnTo>
                      <a:lnTo>
                        <a:pt x="100" y="150"/>
                      </a:lnTo>
                      <a:lnTo>
                        <a:pt x="102" y="154"/>
                      </a:lnTo>
                      <a:lnTo>
                        <a:pt x="102" y="154"/>
                      </a:lnTo>
                      <a:lnTo>
                        <a:pt x="108" y="154"/>
                      </a:lnTo>
                      <a:lnTo>
                        <a:pt x="116" y="156"/>
                      </a:lnTo>
                      <a:lnTo>
                        <a:pt x="116" y="156"/>
                      </a:lnTo>
                      <a:lnTo>
                        <a:pt x="116" y="158"/>
                      </a:lnTo>
                      <a:lnTo>
                        <a:pt x="116" y="158"/>
                      </a:lnTo>
                      <a:lnTo>
                        <a:pt x="122" y="162"/>
                      </a:lnTo>
                      <a:lnTo>
                        <a:pt x="122" y="162"/>
                      </a:lnTo>
                      <a:lnTo>
                        <a:pt x="124" y="164"/>
                      </a:lnTo>
                      <a:lnTo>
                        <a:pt x="124" y="164"/>
                      </a:lnTo>
                      <a:lnTo>
                        <a:pt x="128" y="164"/>
                      </a:lnTo>
                      <a:lnTo>
                        <a:pt x="132" y="164"/>
                      </a:lnTo>
                      <a:lnTo>
                        <a:pt x="132" y="164"/>
                      </a:lnTo>
                      <a:lnTo>
                        <a:pt x="138" y="168"/>
                      </a:lnTo>
                      <a:lnTo>
                        <a:pt x="138" y="168"/>
                      </a:lnTo>
                      <a:lnTo>
                        <a:pt x="138" y="170"/>
                      </a:lnTo>
                      <a:lnTo>
                        <a:pt x="138" y="172"/>
                      </a:lnTo>
                      <a:lnTo>
                        <a:pt x="138" y="172"/>
                      </a:lnTo>
                      <a:lnTo>
                        <a:pt x="140" y="172"/>
                      </a:lnTo>
                      <a:lnTo>
                        <a:pt x="140" y="172"/>
                      </a:lnTo>
                      <a:lnTo>
                        <a:pt x="146" y="176"/>
                      </a:lnTo>
                      <a:lnTo>
                        <a:pt x="146" y="176"/>
                      </a:lnTo>
                      <a:lnTo>
                        <a:pt x="150" y="182"/>
                      </a:lnTo>
                      <a:lnTo>
                        <a:pt x="150" y="182"/>
                      </a:lnTo>
                      <a:lnTo>
                        <a:pt x="154" y="182"/>
                      </a:lnTo>
                      <a:lnTo>
                        <a:pt x="154" y="182"/>
                      </a:lnTo>
                      <a:lnTo>
                        <a:pt x="156" y="184"/>
                      </a:lnTo>
                      <a:lnTo>
                        <a:pt x="156" y="184"/>
                      </a:lnTo>
                      <a:lnTo>
                        <a:pt x="156" y="184"/>
                      </a:lnTo>
                      <a:lnTo>
                        <a:pt x="156" y="184"/>
                      </a:lnTo>
                      <a:lnTo>
                        <a:pt x="156" y="184"/>
                      </a:lnTo>
                      <a:lnTo>
                        <a:pt x="156" y="184"/>
                      </a:lnTo>
                      <a:lnTo>
                        <a:pt x="156" y="186"/>
                      </a:lnTo>
                      <a:lnTo>
                        <a:pt x="156" y="186"/>
                      </a:lnTo>
                      <a:lnTo>
                        <a:pt x="154" y="186"/>
                      </a:lnTo>
                      <a:lnTo>
                        <a:pt x="154" y="186"/>
                      </a:lnTo>
                      <a:lnTo>
                        <a:pt x="156" y="190"/>
                      </a:lnTo>
                      <a:lnTo>
                        <a:pt x="156" y="190"/>
                      </a:lnTo>
                      <a:lnTo>
                        <a:pt x="154" y="192"/>
                      </a:lnTo>
                      <a:lnTo>
                        <a:pt x="154" y="192"/>
                      </a:lnTo>
                      <a:lnTo>
                        <a:pt x="150" y="192"/>
                      </a:lnTo>
                      <a:lnTo>
                        <a:pt x="150" y="192"/>
                      </a:lnTo>
                      <a:lnTo>
                        <a:pt x="150" y="194"/>
                      </a:lnTo>
                      <a:lnTo>
                        <a:pt x="150" y="194"/>
                      </a:lnTo>
                      <a:lnTo>
                        <a:pt x="156" y="192"/>
                      </a:lnTo>
                      <a:lnTo>
                        <a:pt x="156" y="192"/>
                      </a:lnTo>
                      <a:lnTo>
                        <a:pt x="156" y="194"/>
                      </a:lnTo>
                      <a:lnTo>
                        <a:pt x="156" y="194"/>
                      </a:lnTo>
                      <a:lnTo>
                        <a:pt x="164" y="202"/>
                      </a:lnTo>
                      <a:lnTo>
                        <a:pt x="164" y="202"/>
                      </a:lnTo>
                      <a:lnTo>
                        <a:pt x="164" y="204"/>
                      </a:lnTo>
                      <a:lnTo>
                        <a:pt x="162" y="204"/>
                      </a:lnTo>
                      <a:lnTo>
                        <a:pt x="162" y="206"/>
                      </a:lnTo>
                      <a:lnTo>
                        <a:pt x="162" y="206"/>
                      </a:lnTo>
                      <a:lnTo>
                        <a:pt x="166" y="208"/>
                      </a:lnTo>
                      <a:lnTo>
                        <a:pt x="168" y="210"/>
                      </a:lnTo>
                      <a:lnTo>
                        <a:pt x="168" y="210"/>
                      </a:lnTo>
                      <a:lnTo>
                        <a:pt x="166" y="214"/>
                      </a:lnTo>
                      <a:lnTo>
                        <a:pt x="166" y="214"/>
                      </a:lnTo>
                      <a:lnTo>
                        <a:pt x="170" y="214"/>
                      </a:lnTo>
                      <a:lnTo>
                        <a:pt x="170" y="214"/>
                      </a:lnTo>
                      <a:lnTo>
                        <a:pt x="170" y="214"/>
                      </a:lnTo>
                      <a:lnTo>
                        <a:pt x="170" y="216"/>
                      </a:lnTo>
                      <a:lnTo>
                        <a:pt x="170" y="216"/>
                      </a:lnTo>
                      <a:lnTo>
                        <a:pt x="170" y="216"/>
                      </a:lnTo>
                      <a:lnTo>
                        <a:pt x="170" y="218"/>
                      </a:lnTo>
                      <a:lnTo>
                        <a:pt x="170" y="218"/>
                      </a:lnTo>
                      <a:lnTo>
                        <a:pt x="168" y="220"/>
                      </a:lnTo>
                      <a:lnTo>
                        <a:pt x="170" y="222"/>
                      </a:lnTo>
                      <a:lnTo>
                        <a:pt x="170" y="222"/>
                      </a:lnTo>
                      <a:lnTo>
                        <a:pt x="170" y="222"/>
                      </a:lnTo>
                      <a:lnTo>
                        <a:pt x="162" y="224"/>
                      </a:lnTo>
                      <a:lnTo>
                        <a:pt x="162" y="224"/>
                      </a:lnTo>
                      <a:lnTo>
                        <a:pt x="162" y="224"/>
                      </a:lnTo>
                      <a:lnTo>
                        <a:pt x="164" y="224"/>
                      </a:lnTo>
                      <a:lnTo>
                        <a:pt x="164" y="224"/>
                      </a:lnTo>
                      <a:lnTo>
                        <a:pt x="164" y="228"/>
                      </a:lnTo>
                      <a:lnTo>
                        <a:pt x="162" y="230"/>
                      </a:lnTo>
                      <a:lnTo>
                        <a:pt x="162" y="230"/>
                      </a:lnTo>
                      <a:lnTo>
                        <a:pt x="160" y="232"/>
                      </a:lnTo>
                      <a:lnTo>
                        <a:pt x="160" y="232"/>
                      </a:lnTo>
                      <a:lnTo>
                        <a:pt x="160" y="234"/>
                      </a:lnTo>
                      <a:lnTo>
                        <a:pt x="160" y="234"/>
                      </a:lnTo>
                      <a:lnTo>
                        <a:pt x="164" y="234"/>
                      </a:lnTo>
                      <a:lnTo>
                        <a:pt x="164" y="234"/>
                      </a:lnTo>
                      <a:lnTo>
                        <a:pt x="162" y="238"/>
                      </a:lnTo>
                      <a:lnTo>
                        <a:pt x="162" y="238"/>
                      </a:lnTo>
                      <a:lnTo>
                        <a:pt x="160" y="238"/>
                      </a:lnTo>
                      <a:lnTo>
                        <a:pt x="160" y="240"/>
                      </a:lnTo>
                      <a:lnTo>
                        <a:pt x="160" y="240"/>
                      </a:lnTo>
                      <a:lnTo>
                        <a:pt x="166" y="244"/>
                      </a:lnTo>
                      <a:lnTo>
                        <a:pt x="168" y="244"/>
                      </a:lnTo>
                      <a:lnTo>
                        <a:pt x="172" y="242"/>
                      </a:lnTo>
                      <a:lnTo>
                        <a:pt x="172" y="242"/>
                      </a:lnTo>
                      <a:lnTo>
                        <a:pt x="174" y="236"/>
                      </a:lnTo>
                      <a:lnTo>
                        <a:pt x="176" y="236"/>
                      </a:lnTo>
                      <a:lnTo>
                        <a:pt x="176" y="236"/>
                      </a:lnTo>
                      <a:lnTo>
                        <a:pt x="176" y="240"/>
                      </a:lnTo>
                      <a:lnTo>
                        <a:pt x="176" y="240"/>
                      </a:lnTo>
                      <a:lnTo>
                        <a:pt x="184" y="240"/>
                      </a:lnTo>
                      <a:lnTo>
                        <a:pt x="192" y="242"/>
                      </a:lnTo>
                      <a:lnTo>
                        <a:pt x="192" y="242"/>
                      </a:lnTo>
                      <a:lnTo>
                        <a:pt x="192" y="242"/>
                      </a:lnTo>
                      <a:lnTo>
                        <a:pt x="192" y="242"/>
                      </a:lnTo>
                      <a:lnTo>
                        <a:pt x="192" y="244"/>
                      </a:lnTo>
                      <a:lnTo>
                        <a:pt x="192" y="244"/>
                      </a:lnTo>
                      <a:lnTo>
                        <a:pt x="200" y="244"/>
                      </a:lnTo>
                      <a:lnTo>
                        <a:pt x="200" y="244"/>
                      </a:lnTo>
                      <a:lnTo>
                        <a:pt x="202" y="242"/>
                      </a:lnTo>
                      <a:lnTo>
                        <a:pt x="202" y="242"/>
                      </a:lnTo>
                      <a:lnTo>
                        <a:pt x="204" y="242"/>
                      </a:lnTo>
                      <a:lnTo>
                        <a:pt x="204" y="242"/>
                      </a:lnTo>
                      <a:lnTo>
                        <a:pt x="200" y="246"/>
                      </a:lnTo>
                      <a:lnTo>
                        <a:pt x="200" y="246"/>
                      </a:lnTo>
                      <a:lnTo>
                        <a:pt x="198" y="246"/>
                      </a:lnTo>
                      <a:lnTo>
                        <a:pt x="202" y="248"/>
                      </a:lnTo>
                      <a:lnTo>
                        <a:pt x="208" y="248"/>
                      </a:lnTo>
                      <a:lnTo>
                        <a:pt x="208" y="248"/>
                      </a:lnTo>
                      <a:lnTo>
                        <a:pt x="208" y="250"/>
                      </a:lnTo>
                      <a:lnTo>
                        <a:pt x="208" y="250"/>
                      </a:lnTo>
                      <a:lnTo>
                        <a:pt x="202" y="250"/>
                      </a:lnTo>
                      <a:lnTo>
                        <a:pt x="202" y="250"/>
                      </a:lnTo>
                      <a:lnTo>
                        <a:pt x="206" y="252"/>
                      </a:lnTo>
                      <a:lnTo>
                        <a:pt x="206" y="252"/>
                      </a:lnTo>
                      <a:lnTo>
                        <a:pt x="208" y="254"/>
                      </a:lnTo>
                      <a:lnTo>
                        <a:pt x="206" y="254"/>
                      </a:lnTo>
                      <a:lnTo>
                        <a:pt x="202" y="254"/>
                      </a:lnTo>
                      <a:lnTo>
                        <a:pt x="202" y="256"/>
                      </a:lnTo>
                      <a:lnTo>
                        <a:pt x="202" y="256"/>
                      </a:lnTo>
                      <a:lnTo>
                        <a:pt x="202" y="256"/>
                      </a:lnTo>
                      <a:lnTo>
                        <a:pt x="202" y="256"/>
                      </a:lnTo>
                      <a:lnTo>
                        <a:pt x="206" y="256"/>
                      </a:lnTo>
                      <a:lnTo>
                        <a:pt x="206" y="256"/>
                      </a:lnTo>
                      <a:lnTo>
                        <a:pt x="208" y="258"/>
                      </a:lnTo>
                      <a:lnTo>
                        <a:pt x="208" y="258"/>
                      </a:lnTo>
                      <a:lnTo>
                        <a:pt x="208" y="258"/>
                      </a:lnTo>
                      <a:lnTo>
                        <a:pt x="204" y="260"/>
                      </a:lnTo>
                      <a:lnTo>
                        <a:pt x="202" y="260"/>
                      </a:lnTo>
                      <a:lnTo>
                        <a:pt x="208" y="264"/>
                      </a:lnTo>
                      <a:lnTo>
                        <a:pt x="208" y="264"/>
                      </a:lnTo>
                      <a:lnTo>
                        <a:pt x="208" y="266"/>
                      </a:lnTo>
                      <a:lnTo>
                        <a:pt x="208" y="266"/>
                      </a:lnTo>
                      <a:lnTo>
                        <a:pt x="200" y="264"/>
                      </a:lnTo>
                      <a:lnTo>
                        <a:pt x="194" y="260"/>
                      </a:lnTo>
                      <a:lnTo>
                        <a:pt x="194" y="260"/>
                      </a:lnTo>
                      <a:lnTo>
                        <a:pt x="190" y="258"/>
                      </a:lnTo>
                      <a:lnTo>
                        <a:pt x="190" y="258"/>
                      </a:lnTo>
                      <a:lnTo>
                        <a:pt x="180" y="256"/>
                      </a:lnTo>
                      <a:lnTo>
                        <a:pt x="170" y="256"/>
                      </a:lnTo>
                      <a:lnTo>
                        <a:pt x="170" y="256"/>
                      </a:lnTo>
                      <a:lnTo>
                        <a:pt x="168" y="258"/>
                      </a:lnTo>
                      <a:lnTo>
                        <a:pt x="168" y="258"/>
                      </a:lnTo>
                      <a:lnTo>
                        <a:pt x="170" y="262"/>
                      </a:lnTo>
                      <a:lnTo>
                        <a:pt x="170" y="262"/>
                      </a:lnTo>
                      <a:lnTo>
                        <a:pt x="174" y="262"/>
                      </a:lnTo>
                      <a:lnTo>
                        <a:pt x="174" y="262"/>
                      </a:lnTo>
                      <a:lnTo>
                        <a:pt x="174" y="262"/>
                      </a:lnTo>
                      <a:lnTo>
                        <a:pt x="178" y="264"/>
                      </a:lnTo>
                      <a:lnTo>
                        <a:pt x="178" y="266"/>
                      </a:lnTo>
                      <a:lnTo>
                        <a:pt x="178" y="266"/>
                      </a:lnTo>
                      <a:lnTo>
                        <a:pt x="178" y="266"/>
                      </a:lnTo>
                      <a:lnTo>
                        <a:pt x="176" y="268"/>
                      </a:lnTo>
                      <a:lnTo>
                        <a:pt x="172" y="266"/>
                      </a:lnTo>
                      <a:lnTo>
                        <a:pt x="172" y="266"/>
                      </a:lnTo>
                      <a:lnTo>
                        <a:pt x="168" y="266"/>
                      </a:lnTo>
                      <a:lnTo>
                        <a:pt x="168" y="266"/>
                      </a:lnTo>
                      <a:lnTo>
                        <a:pt x="166" y="268"/>
                      </a:lnTo>
                      <a:lnTo>
                        <a:pt x="166" y="268"/>
                      </a:lnTo>
                      <a:lnTo>
                        <a:pt x="168" y="274"/>
                      </a:lnTo>
                      <a:lnTo>
                        <a:pt x="164" y="276"/>
                      </a:lnTo>
                      <a:lnTo>
                        <a:pt x="164" y="276"/>
                      </a:lnTo>
                      <a:lnTo>
                        <a:pt x="164" y="280"/>
                      </a:lnTo>
                      <a:lnTo>
                        <a:pt x="164" y="280"/>
                      </a:lnTo>
                      <a:lnTo>
                        <a:pt x="162" y="280"/>
                      </a:lnTo>
                      <a:lnTo>
                        <a:pt x="162" y="282"/>
                      </a:lnTo>
                      <a:lnTo>
                        <a:pt x="162" y="282"/>
                      </a:lnTo>
                      <a:lnTo>
                        <a:pt x="164" y="284"/>
                      </a:lnTo>
                      <a:lnTo>
                        <a:pt x="164" y="284"/>
                      </a:lnTo>
                      <a:lnTo>
                        <a:pt x="168" y="284"/>
                      </a:lnTo>
                      <a:lnTo>
                        <a:pt x="170" y="284"/>
                      </a:lnTo>
                      <a:lnTo>
                        <a:pt x="170" y="284"/>
                      </a:lnTo>
                      <a:lnTo>
                        <a:pt x="172" y="284"/>
                      </a:lnTo>
                      <a:lnTo>
                        <a:pt x="174" y="284"/>
                      </a:lnTo>
                      <a:lnTo>
                        <a:pt x="174" y="284"/>
                      </a:lnTo>
                      <a:lnTo>
                        <a:pt x="174" y="284"/>
                      </a:lnTo>
                      <a:lnTo>
                        <a:pt x="176" y="284"/>
                      </a:lnTo>
                      <a:lnTo>
                        <a:pt x="176" y="284"/>
                      </a:lnTo>
                      <a:lnTo>
                        <a:pt x="176" y="286"/>
                      </a:lnTo>
                      <a:lnTo>
                        <a:pt x="168" y="286"/>
                      </a:lnTo>
                      <a:lnTo>
                        <a:pt x="168" y="288"/>
                      </a:lnTo>
                      <a:lnTo>
                        <a:pt x="168" y="288"/>
                      </a:lnTo>
                      <a:lnTo>
                        <a:pt x="172" y="292"/>
                      </a:lnTo>
                      <a:lnTo>
                        <a:pt x="172" y="292"/>
                      </a:lnTo>
                      <a:lnTo>
                        <a:pt x="178" y="290"/>
                      </a:lnTo>
                      <a:lnTo>
                        <a:pt x="180" y="290"/>
                      </a:lnTo>
                      <a:lnTo>
                        <a:pt x="180" y="290"/>
                      </a:lnTo>
                      <a:lnTo>
                        <a:pt x="186" y="288"/>
                      </a:lnTo>
                      <a:lnTo>
                        <a:pt x="194" y="284"/>
                      </a:lnTo>
                      <a:lnTo>
                        <a:pt x="194" y="284"/>
                      </a:lnTo>
                      <a:lnTo>
                        <a:pt x="194" y="280"/>
                      </a:lnTo>
                      <a:lnTo>
                        <a:pt x="194" y="280"/>
                      </a:lnTo>
                      <a:lnTo>
                        <a:pt x="188" y="276"/>
                      </a:lnTo>
                      <a:lnTo>
                        <a:pt x="188" y="276"/>
                      </a:lnTo>
                      <a:lnTo>
                        <a:pt x="186" y="270"/>
                      </a:lnTo>
                      <a:lnTo>
                        <a:pt x="186" y="270"/>
                      </a:lnTo>
                      <a:lnTo>
                        <a:pt x="180" y="268"/>
                      </a:lnTo>
                      <a:lnTo>
                        <a:pt x="180" y="268"/>
                      </a:lnTo>
                      <a:lnTo>
                        <a:pt x="180" y="266"/>
                      </a:lnTo>
                      <a:lnTo>
                        <a:pt x="178" y="264"/>
                      </a:lnTo>
                      <a:lnTo>
                        <a:pt x="178" y="264"/>
                      </a:lnTo>
                      <a:lnTo>
                        <a:pt x="184" y="266"/>
                      </a:lnTo>
                      <a:lnTo>
                        <a:pt x="188" y="268"/>
                      </a:lnTo>
                      <a:lnTo>
                        <a:pt x="188" y="268"/>
                      </a:lnTo>
                      <a:lnTo>
                        <a:pt x="192" y="272"/>
                      </a:lnTo>
                      <a:lnTo>
                        <a:pt x="194" y="272"/>
                      </a:lnTo>
                      <a:lnTo>
                        <a:pt x="198" y="272"/>
                      </a:lnTo>
                      <a:lnTo>
                        <a:pt x="198" y="272"/>
                      </a:lnTo>
                      <a:lnTo>
                        <a:pt x="200" y="270"/>
                      </a:lnTo>
                      <a:lnTo>
                        <a:pt x="202" y="272"/>
                      </a:lnTo>
                      <a:lnTo>
                        <a:pt x="202" y="272"/>
                      </a:lnTo>
                      <a:lnTo>
                        <a:pt x="208" y="272"/>
                      </a:lnTo>
                      <a:lnTo>
                        <a:pt x="208" y="272"/>
                      </a:lnTo>
                      <a:lnTo>
                        <a:pt x="208" y="272"/>
                      </a:lnTo>
                      <a:lnTo>
                        <a:pt x="208" y="274"/>
                      </a:lnTo>
                      <a:lnTo>
                        <a:pt x="208" y="274"/>
                      </a:lnTo>
                      <a:lnTo>
                        <a:pt x="208" y="276"/>
                      </a:lnTo>
                      <a:lnTo>
                        <a:pt x="208" y="278"/>
                      </a:lnTo>
                      <a:lnTo>
                        <a:pt x="208" y="278"/>
                      </a:lnTo>
                      <a:lnTo>
                        <a:pt x="206" y="278"/>
                      </a:lnTo>
                      <a:lnTo>
                        <a:pt x="206" y="278"/>
                      </a:lnTo>
                      <a:lnTo>
                        <a:pt x="206" y="282"/>
                      </a:lnTo>
                      <a:lnTo>
                        <a:pt x="206" y="282"/>
                      </a:lnTo>
                      <a:lnTo>
                        <a:pt x="208" y="282"/>
                      </a:lnTo>
                      <a:lnTo>
                        <a:pt x="208" y="282"/>
                      </a:lnTo>
                      <a:lnTo>
                        <a:pt x="206" y="284"/>
                      </a:lnTo>
                      <a:lnTo>
                        <a:pt x="206" y="286"/>
                      </a:lnTo>
                      <a:lnTo>
                        <a:pt x="206" y="286"/>
                      </a:lnTo>
                      <a:lnTo>
                        <a:pt x="210" y="286"/>
                      </a:lnTo>
                      <a:lnTo>
                        <a:pt x="210" y="290"/>
                      </a:lnTo>
                      <a:lnTo>
                        <a:pt x="210" y="290"/>
                      </a:lnTo>
                      <a:lnTo>
                        <a:pt x="212" y="290"/>
                      </a:lnTo>
                      <a:lnTo>
                        <a:pt x="212" y="290"/>
                      </a:lnTo>
                      <a:lnTo>
                        <a:pt x="212" y="292"/>
                      </a:lnTo>
                      <a:lnTo>
                        <a:pt x="212" y="292"/>
                      </a:lnTo>
                      <a:lnTo>
                        <a:pt x="210" y="294"/>
                      </a:lnTo>
                      <a:lnTo>
                        <a:pt x="210" y="296"/>
                      </a:lnTo>
                      <a:lnTo>
                        <a:pt x="208" y="294"/>
                      </a:lnTo>
                      <a:lnTo>
                        <a:pt x="208" y="294"/>
                      </a:lnTo>
                      <a:lnTo>
                        <a:pt x="208" y="292"/>
                      </a:lnTo>
                      <a:lnTo>
                        <a:pt x="208" y="290"/>
                      </a:lnTo>
                      <a:lnTo>
                        <a:pt x="208" y="290"/>
                      </a:lnTo>
                      <a:lnTo>
                        <a:pt x="204" y="290"/>
                      </a:lnTo>
                      <a:lnTo>
                        <a:pt x="204" y="290"/>
                      </a:lnTo>
                      <a:lnTo>
                        <a:pt x="204" y="298"/>
                      </a:lnTo>
                      <a:lnTo>
                        <a:pt x="204" y="298"/>
                      </a:lnTo>
                      <a:lnTo>
                        <a:pt x="204" y="298"/>
                      </a:lnTo>
                      <a:lnTo>
                        <a:pt x="206" y="300"/>
                      </a:lnTo>
                      <a:lnTo>
                        <a:pt x="206" y="300"/>
                      </a:lnTo>
                      <a:lnTo>
                        <a:pt x="206" y="304"/>
                      </a:lnTo>
                      <a:lnTo>
                        <a:pt x="206" y="304"/>
                      </a:lnTo>
                      <a:lnTo>
                        <a:pt x="202" y="304"/>
                      </a:lnTo>
                      <a:lnTo>
                        <a:pt x="196" y="304"/>
                      </a:lnTo>
                      <a:lnTo>
                        <a:pt x="196" y="304"/>
                      </a:lnTo>
                      <a:lnTo>
                        <a:pt x="194" y="304"/>
                      </a:lnTo>
                      <a:lnTo>
                        <a:pt x="194" y="304"/>
                      </a:lnTo>
                      <a:lnTo>
                        <a:pt x="194" y="304"/>
                      </a:lnTo>
                      <a:lnTo>
                        <a:pt x="194" y="306"/>
                      </a:lnTo>
                      <a:lnTo>
                        <a:pt x="194" y="306"/>
                      </a:lnTo>
                      <a:lnTo>
                        <a:pt x="190" y="308"/>
                      </a:lnTo>
                      <a:lnTo>
                        <a:pt x="190" y="308"/>
                      </a:lnTo>
                      <a:lnTo>
                        <a:pt x="186" y="308"/>
                      </a:lnTo>
                      <a:lnTo>
                        <a:pt x="186" y="310"/>
                      </a:lnTo>
                      <a:lnTo>
                        <a:pt x="186" y="310"/>
                      </a:lnTo>
                      <a:lnTo>
                        <a:pt x="198" y="310"/>
                      </a:lnTo>
                      <a:lnTo>
                        <a:pt x="202" y="308"/>
                      </a:lnTo>
                      <a:lnTo>
                        <a:pt x="206" y="306"/>
                      </a:lnTo>
                      <a:lnTo>
                        <a:pt x="206" y="306"/>
                      </a:lnTo>
                      <a:lnTo>
                        <a:pt x="208" y="312"/>
                      </a:lnTo>
                      <a:lnTo>
                        <a:pt x="202" y="312"/>
                      </a:lnTo>
                      <a:lnTo>
                        <a:pt x="202" y="312"/>
                      </a:lnTo>
                      <a:lnTo>
                        <a:pt x="198" y="312"/>
                      </a:lnTo>
                      <a:lnTo>
                        <a:pt x="194" y="312"/>
                      </a:lnTo>
                      <a:lnTo>
                        <a:pt x="194" y="312"/>
                      </a:lnTo>
                      <a:lnTo>
                        <a:pt x="192" y="310"/>
                      </a:lnTo>
                      <a:lnTo>
                        <a:pt x="192" y="310"/>
                      </a:lnTo>
                      <a:lnTo>
                        <a:pt x="188" y="310"/>
                      </a:lnTo>
                      <a:lnTo>
                        <a:pt x="188" y="312"/>
                      </a:lnTo>
                      <a:lnTo>
                        <a:pt x="188" y="312"/>
                      </a:lnTo>
                      <a:lnTo>
                        <a:pt x="192" y="314"/>
                      </a:lnTo>
                      <a:lnTo>
                        <a:pt x="194" y="316"/>
                      </a:lnTo>
                      <a:lnTo>
                        <a:pt x="194" y="316"/>
                      </a:lnTo>
                      <a:lnTo>
                        <a:pt x="194" y="316"/>
                      </a:lnTo>
                      <a:lnTo>
                        <a:pt x="192" y="316"/>
                      </a:lnTo>
                      <a:lnTo>
                        <a:pt x="192" y="316"/>
                      </a:lnTo>
                      <a:lnTo>
                        <a:pt x="188" y="314"/>
                      </a:lnTo>
                      <a:lnTo>
                        <a:pt x="188" y="314"/>
                      </a:lnTo>
                      <a:lnTo>
                        <a:pt x="186" y="314"/>
                      </a:lnTo>
                      <a:lnTo>
                        <a:pt x="184" y="314"/>
                      </a:lnTo>
                      <a:lnTo>
                        <a:pt x="182" y="318"/>
                      </a:lnTo>
                      <a:lnTo>
                        <a:pt x="182" y="318"/>
                      </a:lnTo>
                      <a:lnTo>
                        <a:pt x="180" y="320"/>
                      </a:lnTo>
                      <a:lnTo>
                        <a:pt x="180" y="320"/>
                      </a:lnTo>
                      <a:lnTo>
                        <a:pt x="180" y="324"/>
                      </a:lnTo>
                      <a:lnTo>
                        <a:pt x="180" y="324"/>
                      </a:lnTo>
                      <a:lnTo>
                        <a:pt x="186" y="320"/>
                      </a:lnTo>
                      <a:lnTo>
                        <a:pt x="186" y="318"/>
                      </a:lnTo>
                      <a:lnTo>
                        <a:pt x="186" y="318"/>
                      </a:lnTo>
                      <a:lnTo>
                        <a:pt x="190" y="320"/>
                      </a:lnTo>
                      <a:lnTo>
                        <a:pt x="190" y="320"/>
                      </a:lnTo>
                      <a:lnTo>
                        <a:pt x="198" y="316"/>
                      </a:lnTo>
                      <a:lnTo>
                        <a:pt x="198" y="316"/>
                      </a:lnTo>
                      <a:lnTo>
                        <a:pt x="196" y="318"/>
                      </a:lnTo>
                      <a:lnTo>
                        <a:pt x="200" y="320"/>
                      </a:lnTo>
                      <a:lnTo>
                        <a:pt x="200" y="322"/>
                      </a:lnTo>
                      <a:lnTo>
                        <a:pt x="200" y="322"/>
                      </a:lnTo>
                      <a:lnTo>
                        <a:pt x="206" y="320"/>
                      </a:lnTo>
                      <a:lnTo>
                        <a:pt x="206" y="320"/>
                      </a:lnTo>
                      <a:lnTo>
                        <a:pt x="204" y="316"/>
                      </a:lnTo>
                      <a:lnTo>
                        <a:pt x="204" y="316"/>
                      </a:lnTo>
                      <a:lnTo>
                        <a:pt x="210" y="316"/>
                      </a:lnTo>
                      <a:lnTo>
                        <a:pt x="210" y="316"/>
                      </a:lnTo>
                      <a:lnTo>
                        <a:pt x="208" y="318"/>
                      </a:lnTo>
                      <a:lnTo>
                        <a:pt x="208" y="320"/>
                      </a:lnTo>
                      <a:lnTo>
                        <a:pt x="208" y="318"/>
                      </a:lnTo>
                      <a:lnTo>
                        <a:pt x="208" y="318"/>
                      </a:lnTo>
                      <a:lnTo>
                        <a:pt x="208" y="320"/>
                      </a:lnTo>
                      <a:lnTo>
                        <a:pt x="208" y="320"/>
                      </a:lnTo>
                      <a:lnTo>
                        <a:pt x="208" y="320"/>
                      </a:lnTo>
                      <a:lnTo>
                        <a:pt x="206" y="324"/>
                      </a:lnTo>
                      <a:lnTo>
                        <a:pt x="206" y="324"/>
                      </a:lnTo>
                      <a:lnTo>
                        <a:pt x="200" y="324"/>
                      </a:lnTo>
                      <a:lnTo>
                        <a:pt x="200" y="324"/>
                      </a:lnTo>
                      <a:lnTo>
                        <a:pt x="194" y="322"/>
                      </a:lnTo>
                      <a:lnTo>
                        <a:pt x="190" y="320"/>
                      </a:lnTo>
                      <a:lnTo>
                        <a:pt x="186" y="320"/>
                      </a:lnTo>
                      <a:lnTo>
                        <a:pt x="186" y="320"/>
                      </a:lnTo>
                      <a:lnTo>
                        <a:pt x="186" y="320"/>
                      </a:lnTo>
                      <a:lnTo>
                        <a:pt x="184" y="324"/>
                      </a:lnTo>
                      <a:lnTo>
                        <a:pt x="184" y="326"/>
                      </a:lnTo>
                      <a:lnTo>
                        <a:pt x="184" y="326"/>
                      </a:lnTo>
                      <a:lnTo>
                        <a:pt x="180" y="326"/>
                      </a:lnTo>
                      <a:lnTo>
                        <a:pt x="180" y="326"/>
                      </a:lnTo>
                      <a:lnTo>
                        <a:pt x="178" y="328"/>
                      </a:lnTo>
                      <a:lnTo>
                        <a:pt x="178" y="328"/>
                      </a:lnTo>
                      <a:lnTo>
                        <a:pt x="180" y="330"/>
                      </a:lnTo>
                      <a:lnTo>
                        <a:pt x="180" y="330"/>
                      </a:lnTo>
                      <a:lnTo>
                        <a:pt x="180" y="332"/>
                      </a:lnTo>
                      <a:lnTo>
                        <a:pt x="180" y="332"/>
                      </a:lnTo>
                      <a:lnTo>
                        <a:pt x="182" y="334"/>
                      </a:lnTo>
                      <a:lnTo>
                        <a:pt x="184" y="334"/>
                      </a:lnTo>
                      <a:lnTo>
                        <a:pt x="184" y="334"/>
                      </a:lnTo>
                      <a:lnTo>
                        <a:pt x="184" y="336"/>
                      </a:lnTo>
                      <a:lnTo>
                        <a:pt x="186" y="336"/>
                      </a:lnTo>
                      <a:lnTo>
                        <a:pt x="186" y="336"/>
                      </a:lnTo>
                      <a:lnTo>
                        <a:pt x="184" y="340"/>
                      </a:lnTo>
                      <a:lnTo>
                        <a:pt x="184" y="340"/>
                      </a:lnTo>
                      <a:lnTo>
                        <a:pt x="182" y="340"/>
                      </a:lnTo>
                      <a:lnTo>
                        <a:pt x="182" y="340"/>
                      </a:lnTo>
                      <a:lnTo>
                        <a:pt x="182" y="342"/>
                      </a:lnTo>
                      <a:lnTo>
                        <a:pt x="182" y="344"/>
                      </a:lnTo>
                      <a:lnTo>
                        <a:pt x="182" y="344"/>
                      </a:lnTo>
                      <a:lnTo>
                        <a:pt x="184" y="342"/>
                      </a:lnTo>
                      <a:lnTo>
                        <a:pt x="184" y="342"/>
                      </a:lnTo>
                      <a:lnTo>
                        <a:pt x="184" y="344"/>
                      </a:lnTo>
                      <a:lnTo>
                        <a:pt x="184" y="344"/>
                      </a:lnTo>
                      <a:lnTo>
                        <a:pt x="180" y="344"/>
                      </a:lnTo>
                      <a:lnTo>
                        <a:pt x="180" y="346"/>
                      </a:lnTo>
                      <a:lnTo>
                        <a:pt x="180" y="346"/>
                      </a:lnTo>
                      <a:lnTo>
                        <a:pt x="182" y="350"/>
                      </a:lnTo>
                      <a:lnTo>
                        <a:pt x="182" y="350"/>
                      </a:lnTo>
                      <a:lnTo>
                        <a:pt x="188" y="348"/>
                      </a:lnTo>
                      <a:lnTo>
                        <a:pt x="188" y="348"/>
                      </a:lnTo>
                      <a:lnTo>
                        <a:pt x="184" y="350"/>
                      </a:lnTo>
                      <a:lnTo>
                        <a:pt x="184" y="350"/>
                      </a:lnTo>
                      <a:lnTo>
                        <a:pt x="184" y="354"/>
                      </a:lnTo>
                      <a:lnTo>
                        <a:pt x="184" y="354"/>
                      </a:lnTo>
                      <a:lnTo>
                        <a:pt x="188" y="352"/>
                      </a:lnTo>
                      <a:lnTo>
                        <a:pt x="188" y="352"/>
                      </a:lnTo>
                      <a:lnTo>
                        <a:pt x="190" y="354"/>
                      </a:lnTo>
                      <a:lnTo>
                        <a:pt x="192" y="354"/>
                      </a:lnTo>
                      <a:lnTo>
                        <a:pt x="192" y="354"/>
                      </a:lnTo>
                      <a:lnTo>
                        <a:pt x="192" y="352"/>
                      </a:lnTo>
                      <a:lnTo>
                        <a:pt x="192" y="352"/>
                      </a:lnTo>
                      <a:lnTo>
                        <a:pt x="196" y="350"/>
                      </a:lnTo>
                      <a:lnTo>
                        <a:pt x="196" y="350"/>
                      </a:lnTo>
                      <a:lnTo>
                        <a:pt x="190" y="356"/>
                      </a:lnTo>
                      <a:lnTo>
                        <a:pt x="190" y="356"/>
                      </a:lnTo>
                      <a:lnTo>
                        <a:pt x="194" y="358"/>
                      </a:lnTo>
                      <a:lnTo>
                        <a:pt x="194" y="360"/>
                      </a:lnTo>
                      <a:lnTo>
                        <a:pt x="194" y="360"/>
                      </a:lnTo>
                      <a:lnTo>
                        <a:pt x="192" y="360"/>
                      </a:lnTo>
                      <a:lnTo>
                        <a:pt x="192" y="360"/>
                      </a:lnTo>
                      <a:lnTo>
                        <a:pt x="192" y="364"/>
                      </a:lnTo>
                      <a:lnTo>
                        <a:pt x="192" y="364"/>
                      </a:lnTo>
                      <a:lnTo>
                        <a:pt x="196" y="364"/>
                      </a:lnTo>
                      <a:lnTo>
                        <a:pt x="196" y="364"/>
                      </a:lnTo>
                      <a:lnTo>
                        <a:pt x="196" y="366"/>
                      </a:lnTo>
                      <a:lnTo>
                        <a:pt x="196" y="366"/>
                      </a:lnTo>
                      <a:lnTo>
                        <a:pt x="198" y="366"/>
                      </a:lnTo>
                      <a:lnTo>
                        <a:pt x="198" y="366"/>
                      </a:lnTo>
                      <a:lnTo>
                        <a:pt x="196" y="370"/>
                      </a:lnTo>
                      <a:lnTo>
                        <a:pt x="196" y="374"/>
                      </a:lnTo>
                      <a:lnTo>
                        <a:pt x="202" y="368"/>
                      </a:lnTo>
                      <a:lnTo>
                        <a:pt x="202" y="368"/>
                      </a:lnTo>
                      <a:lnTo>
                        <a:pt x="204" y="368"/>
                      </a:lnTo>
                      <a:lnTo>
                        <a:pt x="206" y="368"/>
                      </a:lnTo>
                      <a:lnTo>
                        <a:pt x="206" y="368"/>
                      </a:lnTo>
                      <a:lnTo>
                        <a:pt x="206" y="366"/>
                      </a:lnTo>
                      <a:lnTo>
                        <a:pt x="206" y="366"/>
                      </a:lnTo>
                      <a:lnTo>
                        <a:pt x="208" y="366"/>
                      </a:lnTo>
                      <a:lnTo>
                        <a:pt x="210" y="366"/>
                      </a:lnTo>
                      <a:lnTo>
                        <a:pt x="210" y="366"/>
                      </a:lnTo>
                      <a:lnTo>
                        <a:pt x="210" y="370"/>
                      </a:lnTo>
                      <a:lnTo>
                        <a:pt x="210" y="372"/>
                      </a:lnTo>
                      <a:lnTo>
                        <a:pt x="210" y="372"/>
                      </a:lnTo>
                      <a:lnTo>
                        <a:pt x="208" y="372"/>
                      </a:lnTo>
                      <a:lnTo>
                        <a:pt x="206" y="370"/>
                      </a:lnTo>
                      <a:lnTo>
                        <a:pt x="206" y="370"/>
                      </a:lnTo>
                      <a:lnTo>
                        <a:pt x="206" y="372"/>
                      </a:lnTo>
                      <a:lnTo>
                        <a:pt x="206" y="372"/>
                      </a:lnTo>
                      <a:lnTo>
                        <a:pt x="208" y="374"/>
                      </a:lnTo>
                      <a:lnTo>
                        <a:pt x="208" y="374"/>
                      </a:lnTo>
                      <a:lnTo>
                        <a:pt x="208" y="374"/>
                      </a:lnTo>
                      <a:lnTo>
                        <a:pt x="198" y="376"/>
                      </a:lnTo>
                      <a:lnTo>
                        <a:pt x="198" y="378"/>
                      </a:lnTo>
                      <a:lnTo>
                        <a:pt x="198" y="378"/>
                      </a:lnTo>
                      <a:lnTo>
                        <a:pt x="204" y="378"/>
                      </a:lnTo>
                      <a:lnTo>
                        <a:pt x="204" y="380"/>
                      </a:lnTo>
                      <a:lnTo>
                        <a:pt x="204" y="380"/>
                      </a:lnTo>
                      <a:lnTo>
                        <a:pt x="200" y="380"/>
                      </a:lnTo>
                      <a:lnTo>
                        <a:pt x="200" y="380"/>
                      </a:lnTo>
                      <a:lnTo>
                        <a:pt x="198" y="380"/>
                      </a:lnTo>
                      <a:lnTo>
                        <a:pt x="198" y="380"/>
                      </a:lnTo>
                      <a:lnTo>
                        <a:pt x="198" y="380"/>
                      </a:lnTo>
                      <a:lnTo>
                        <a:pt x="198" y="380"/>
                      </a:lnTo>
                      <a:lnTo>
                        <a:pt x="200" y="382"/>
                      </a:lnTo>
                      <a:lnTo>
                        <a:pt x="200" y="382"/>
                      </a:lnTo>
                      <a:lnTo>
                        <a:pt x="200" y="382"/>
                      </a:lnTo>
                      <a:lnTo>
                        <a:pt x="202" y="382"/>
                      </a:lnTo>
                      <a:lnTo>
                        <a:pt x="200" y="386"/>
                      </a:lnTo>
                      <a:lnTo>
                        <a:pt x="200" y="386"/>
                      </a:lnTo>
                      <a:lnTo>
                        <a:pt x="200" y="386"/>
                      </a:lnTo>
                      <a:lnTo>
                        <a:pt x="202" y="388"/>
                      </a:lnTo>
                      <a:lnTo>
                        <a:pt x="206" y="386"/>
                      </a:lnTo>
                      <a:lnTo>
                        <a:pt x="206" y="386"/>
                      </a:lnTo>
                      <a:lnTo>
                        <a:pt x="206" y="390"/>
                      </a:lnTo>
                      <a:lnTo>
                        <a:pt x="206" y="390"/>
                      </a:lnTo>
                      <a:lnTo>
                        <a:pt x="204" y="390"/>
                      </a:lnTo>
                      <a:lnTo>
                        <a:pt x="204" y="392"/>
                      </a:lnTo>
                      <a:lnTo>
                        <a:pt x="204" y="392"/>
                      </a:lnTo>
                      <a:lnTo>
                        <a:pt x="204" y="392"/>
                      </a:lnTo>
                      <a:lnTo>
                        <a:pt x="208" y="392"/>
                      </a:lnTo>
                      <a:lnTo>
                        <a:pt x="208" y="392"/>
                      </a:lnTo>
                      <a:lnTo>
                        <a:pt x="206" y="394"/>
                      </a:lnTo>
                      <a:lnTo>
                        <a:pt x="206" y="394"/>
                      </a:lnTo>
                      <a:lnTo>
                        <a:pt x="206" y="398"/>
                      </a:lnTo>
                      <a:lnTo>
                        <a:pt x="206" y="398"/>
                      </a:lnTo>
                      <a:lnTo>
                        <a:pt x="208" y="396"/>
                      </a:lnTo>
                      <a:lnTo>
                        <a:pt x="208" y="396"/>
                      </a:lnTo>
                      <a:lnTo>
                        <a:pt x="208" y="396"/>
                      </a:lnTo>
                      <a:lnTo>
                        <a:pt x="208" y="396"/>
                      </a:lnTo>
                      <a:lnTo>
                        <a:pt x="208" y="394"/>
                      </a:lnTo>
                      <a:lnTo>
                        <a:pt x="208" y="394"/>
                      </a:lnTo>
                      <a:lnTo>
                        <a:pt x="212" y="394"/>
                      </a:lnTo>
                      <a:lnTo>
                        <a:pt x="212" y="394"/>
                      </a:lnTo>
                      <a:lnTo>
                        <a:pt x="212" y="400"/>
                      </a:lnTo>
                      <a:lnTo>
                        <a:pt x="212" y="402"/>
                      </a:lnTo>
                      <a:lnTo>
                        <a:pt x="216" y="400"/>
                      </a:lnTo>
                      <a:lnTo>
                        <a:pt x="216" y="400"/>
                      </a:lnTo>
                      <a:lnTo>
                        <a:pt x="216" y="404"/>
                      </a:lnTo>
                      <a:lnTo>
                        <a:pt x="216" y="406"/>
                      </a:lnTo>
                      <a:lnTo>
                        <a:pt x="216" y="406"/>
                      </a:lnTo>
                      <a:lnTo>
                        <a:pt x="218" y="406"/>
                      </a:lnTo>
                      <a:lnTo>
                        <a:pt x="222" y="404"/>
                      </a:lnTo>
                      <a:lnTo>
                        <a:pt x="222" y="404"/>
                      </a:lnTo>
                      <a:lnTo>
                        <a:pt x="224" y="404"/>
                      </a:lnTo>
                      <a:lnTo>
                        <a:pt x="224" y="404"/>
                      </a:lnTo>
                      <a:lnTo>
                        <a:pt x="224" y="406"/>
                      </a:lnTo>
                      <a:lnTo>
                        <a:pt x="224" y="408"/>
                      </a:lnTo>
                      <a:lnTo>
                        <a:pt x="224" y="408"/>
                      </a:lnTo>
                      <a:lnTo>
                        <a:pt x="224" y="408"/>
                      </a:lnTo>
                      <a:lnTo>
                        <a:pt x="224" y="408"/>
                      </a:lnTo>
                      <a:lnTo>
                        <a:pt x="224" y="410"/>
                      </a:lnTo>
                      <a:lnTo>
                        <a:pt x="224" y="410"/>
                      </a:lnTo>
                      <a:lnTo>
                        <a:pt x="228" y="408"/>
                      </a:lnTo>
                      <a:lnTo>
                        <a:pt x="228" y="408"/>
                      </a:lnTo>
                      <a:lnTo>
                        <a:pt x="228" y="410"/>
                      </a:lnTo>
                      <a:lnTo>
                        <a:pt x="228" y="410"/>
                      </a:lnTo>
                      <a:lnTo>
                        <a:pt x="226" y="412"/>
                      </a:lnTo>
                      <a:lnTo>
                        <a:pt x="226" y="412"/>
                      </a:lnTo>
                      <a:lnTo>
                        <a:pt x="226" y="412"/>
                      </a:lnTo>
                      <a:lnTo>
                        <a:pt x="228" y="412"/>
                      </a:lnTo>
                      <a:lnTo>
                        <a:pt x="230" y="412"/>
                      </a:lnTo>
                      <a:lnTo>
                        <a:pt x="230" y="416"/>
                      </a:lnTo>
                      <a:lnTo>
                        <a:pt x="230" y="416"/>
                      </a:lnTo>
                      <a:lnTo>
                        <a:pt x="228" y="418"/>
                      </a:lnTo>
                      <a:lnTo>
                        <a:pt x="228" y="418"/>
                      </a:lnTo>
                      <a:lnTo>
                        <a:pt x="230" y="420"/>
                      </a:lnTo>
                      <a:lnTo>
                        <a:pt x="230" y="420"/>
                      </a:lnTo>
                      <a:lnTo>
                        <a:pt x="232" y="416"/>
                      </a:lnTo>
                      <a:lnTo>
                        <a:pt x="232" y="416"/>
                      </a:lnTo>
                      <a:lnTo>
                        <a:pt x="234" y="418"/>
                      </a:lnTo>
                      <a:lnTo>
                        <a:pt x="234" y="418"/>
                      </a:lnTo>
                      <a:lnTo>
                        <a:pt x="234" y="418"/>
                      </a:lnTo>
                      <a:lnTo>
                        <a:pt x="234" y="418"/>
                      </a:lnTo>
                      <a:lnTo>
                        <a:pt x="234" y="418"/>
                      </a:lnTo>
                      <a:lnTo>
                        <a:pt x="234" y="418"/>
                      </a:lnTo>
                      <a:lnTo>
                        <a:pt x="232" y="418"/>
                      </a:lnTo>
                      <a:lnTo>
                        <a:pt x="234" y="420"/>
                      </a:lnTo>
                      <a:lnTo>
                        <a:pt x="234" y="420"/>
                      </a:lnTo>
                      <a:lnTo>
                        <a:pt x="232" y="420"/>
                      </a:lnTo>
                      <a:lnTo>
                        <a:pt x="230" y="420"/>
                      </a:lnTo>
                      <a:lnTo>
                        <a:pt x="230" y="422"/>
                      </a:lnTo>
                      <a:lnTo>
                        <a:pt x="230" y="422"/>
                      </a:lnTo>
                      <a:lnTo>
                        <a:pt x="234" y="422"/>
                      </a:lnTo>
                      <a:lnTo>
                        <a:pt x="234" y="422"/>
                      </a:lnTo>
                      <a:lnTo>
                        <a:pt x="234" y="422"/>
                      </a:lnTo>
                      <a:lnTo>
                        <a:pt x="232" y="424"/>
                      </a:lnTo>
                      <a:lnTo>
                        <a:pt x="232" y="424"/>
                      </a:lnTo>
                      <a:lnTo>
                        <a:pt x="232" y="426"/>
                      </a:lnTo>
                      <a:lnTo>
                        <a:pt x="232" y="426"/>
                      </a:lnTo>
                      <a:lnTo>
                        <a:pt x="236" y="426"/>
                      </a:lnTo>
                      <a:lnTo>
                        <a:pt x="236" y="430"/>
                      </a:lnTo>
                      <a:lnTo>
                        <a:pt x="236" y="430"/>
                      </a:lnTo>
                      <a:lnTo>
                        <a:pt x="238" y="430"/>
                      </a:lnTo>
                      <a:lnTo>
                        <a:pt x="238" y="430"/>
                      </a:lnTo>
                      <a:lnTo>
                        <a:pt x="240" y="430"/>
                      </a:lnTo>
                      <a:lnTo>
                        <a:pt x="240" y="428"/>
                      </a:lnTo>
                      <a:lnTo>
                        <a:pt x="240" y="426"/>
                      </a:lnTo>
                      <a:lnTo>
                        <a:pt x="240" y="426"/>
                      </a:lnTo>
                      <a:lnTo>
                        <a:pt x="242" y="428"/>
                      </a:lnTo>
                      <a:lnTo>
                        <a:pt x="242" y="428"/>
                      </a:lnTo>
                      <a:lnTo>
                        <a:pt x="242" y="428"/>
                      </a:lnTo>
                      <a:lnTo>
                        <a:pt x="248" y="426"/>
                      </a:lnTo>
                      <a:lnTo>
                        <a:pt x="248" y="426"/>
                      </a:lnTo>
                      <a:lnTo>
                        <a:pt x="252" y="420"/>
                      </a:lnTo>
                      <a:lnTo>
                        <a:pt x="252" y="420"/>
                      </a:lnTo>
                      <a:lnTo>
                        <a:pt x="254" y="420"/>
                      </a:lnTo>
                      <a:lnTo>
                        <a:pt x="254" y="420"/>
                      </a:lnTo>
                      <a:lnTo>
                        <a:pt x="252" y="426"/>
                      </a:lnTo>
                      <a:lnTo>
                        <a:pt x="252" y="426"/>
                      </a:lnTo>
                      <a:lnTo>
                        <a:pt x="254" y="426"/>
                      </a:lnTo>
                      <a:lnTo>
                        <a:pt x="254" y="428"/>
                      </a:lnTo>
                      <a:lnTo>
                        <a:pt x="254" y="428"/>
                      </a:lnTo>
                      <a:lnTo>
                        <a:pt x="252" y="428"/>
                      </a:lnTo>
                      <a:lnTo>
                        <a:pt x="252" y="428"/>
                      </a:lnTo>
                      <a:lnTo>
                        <a:pt x="256" y="428"/>
                      </a:lnTo>
                      <a:lnTo>
                        <a:pt x="256" y="428"/>
                      </a:lnTo>
                      <a:lnTo>
                        <a:pt x="258" y="428"/>
                      </a:lnTo>
                      <a:lnTo>
                        <a:pt x="258" y="428"/>
                      </a:lnTo>
                      <a:lnTo>
                        <a:pt x="256" y="432"/>
                      </a:lnTo>
                      <a:lnTo>
                        <a:pt x="256" y="432"/>
                      </a:lnTo>
                      <a:lnTo>
                        <a:pt x="258" y="432"/>
                      </a:lnTo>
                      <a:lnTo>
                        <a:pt x="258" y="432"/>
                      </a:lnTo>
                      <a:lnTo>
                        <a:pt x="260" y="432"/>
                      </a:lnTo>
                      <a:lnTo>
                        <a:pt x="260" y="432"/>
                      </a:lnTo>
                      <a:lnTo>
                        <a:pt x="262" y="428"/>
                      </a:lnTo>
                      <a:lnTo>
                        <a:pt x="262" y="428"/>
                      </a:lnTo>
                      <a:lnTo>
                        <a:pt x="262" y="428"/>
                      </a:lnTo>
                      <a:lnTo>
                        <a:pt x="264" y="430"/>
                      </a:lnTo>
                      <a:lnTo>
                        <a:pt x="264" y="430"/>
                      </a:lnTo>
                      <a:lnTo>
                        <a:pt x="264" y="430"/>
                      </a:lnTo>
                      <a:lnTo>
                        <a:pt x="266" y="428"/>
                      </a:lnTo>
                      <a:lnTo>
                        <a:pt x="266" y="428"/>
                      </a:lnTo>
                      <a:lnTo>
                        <a:pt x="266" y="432"/>
                      </a:lnTo>
                      <a:lnTo>
                        <a:pt x="266" y="432"/>
                      </a:lnTo>
                      <a:lnTo>
                        <a:pt x="264" y="434"/>
                      </a:lnTo>
                      <a:lnTo>
                        <a:pt x="264" y="434"/>
                      </a:lnTo>
                      <a:lnTo>
                        <a:pt x="264" y="436"/>
                      </a:lnTo>
                      <a:lnTo>
                        <a:pt x="264" y="436"/>
                      </a:lnTo>
                      <a:lnTo>
                        <a:pt x="268" y="432"/>
                      </a:lnTo>
                      <a:lnTo>
                        <a:pt x="268" y="432"/>
                      </a:lnTo>
                      <a:lnTo>
                        <a:pt x="268" y="436"/>
                      </a:lnTo>
                      <a:lnTo>
                        <a:pt x="268" y="438"/>
                      </a:lnTo>
                      <a:lnTo>
                        <a:pt x="268" y="438"/>
                      </a:lnTo>
                      <a:lnTo>
                        <a:pt x="268" y="438"/>
                      </a:lnTo>
                      <a:lnTo>
                        <a:pt x="270" y="438"/>
                      </a:lnTo>
                      <a:lnTo>
                        <a:pt x="270" y="438"/>
                      </a:lnTo>
                      <a:lnTo>
                        <a:pt x="272" y="434"/>
                      </a:lnTo>
                      <a:lnTo>
                        <a:pt x="272" y="434"/>
                      </a:lnTo>
                      <a:lnTo>
                        <a:pt x="272" y="434"/>
                      </a:lnTo>
                      <a:lnTo>
                        <a:pt x="274" y="436"/>
                      </a:lnTo>
                      <a:lnTo>
                        <a:pt x="274" y="436"/>
                      </a:lnTo>
                      <a:lnTo>
                        <a:pt x="272" y="436"/>
                      </a:lnTo>
                      <a:lnTo>
                        <a:pt x="272" y="436"/>
                      </a:lnTo>
                      <a:lnTo>
                        <a:pt x="272" y="440"/>
                      </a:lnTo>
                      <a:lnTo>
                        <a:pt x="272" y="440"/>
                      </a:lnTo>
                      <a:lnTo>
                        <a:pt x="278" y="442"/>
                      </a:lnTo>
                      <a:lnTo>
                        <a:pt x="278" y="442"/>
                      </a:lnTo>
                      <a:lnTo>
                        <a:pt x="280" y="440"/>
                      </a:lnTo>
                      <a:lnTo>
                        <a:pt x="280" y="440"/>
                      </a:lnTo>
                      <a:lnTo>
                        <a:pt x="282" y="440"/>
                      </a:lnTo>
                      <a:lnTo>
                        <a:pt x="282" y="440"/>
                      </a:lnTo>
                      <a:lnTo>
                        <a:pt x="280" y="440"/>
                      </a:lnTo>
                      <a:lnTo>
                        <a:pt x="280" y="440"/>
                      </a:lnTo>
                      <a:lnTo>
                        <a:pt x="284" y="438"/>
                      </a:lnTo>
                      <a:lnTo>
                        <a:pt x="284" y="438"/>
                      </a:lnTo>
                      <a:lnTo>
                        <a:pt x="282" y="436"/>
                      </a:lnTo>
                      <a:lnTo>
                        <a:pt x="282" y="436"/>
                      </a:lnTo>
                      <a:lnTo>
                        <a:pt x="280" y="436"/>
                      </a:lnTo>
                      <a:lnTo>
                        <a:pt x="280" y="434"/>
                      </a:lnTo>
                      <a:lnTo>
                        <a:pt x="280" y="434"/>
                      </a:lnTo>
                      <a:lnTo>
                        <a:pt x="280" y="434"/>
                      </a:lnTo>
                      <a:lnTo>
                        <a:pt x="282" y="432"/>
                      </a:lnTo>
                      <a:lnTo>
                        <a:pt x="280" y="430"/>
                      </a:lnTo>
                      <a:lnTo>
                        <a:pt x="280" y="430"/>
                      </a:lnTo>
                      <a:lnTo>
                        <a:pt x="280" y="430"/>
                      </a:lnTo>
                      <a:lnTo>
                        <a:pt x="276" y="430"/>
                      </a:lnTo>
                      <a:lnTo>
                        <a:pt x="276" y="428"/>
                      </a:lnTo>
                      <a:lnTo>
                        <a:pt x="276" y="428"/>
                      </a:lnTo>
                      <a:lnTo>
                        <a:pt x="280" y="428"/>
                      </a:lnTo>
                      <a:lnTo>
                        <a:pt x="280" y="428"/>
                      </a:lnTo>
                      <a:lnTo>
                        <a:pt x="282" y="426"/>
                      </a:lnTo>
                      <a:lnTo>
                        <a:pt x="280" y="426"/>
                      </a:lnTo>
                      <a:lnTo>
                        <a:pt x="282" y="426"/>
                      </a:lnTo>
                      <a:lnTo>
                        <a:pt x="282" y="426"/>
                      </a:lnTo>
                      <a:lnTo>
                        <a:pt x="282" y="422"/>
                      </a:lnTo>
                      <a:lnTo>
                        <a:pt x="282" y="420"/>
                      </a:lnTo>
                      <a:lnTo>
                        <a:pt x="286" y="418"/>
                      </a:lnTo>
                      <a:lnTo>
                        <a:pt x="286" y="418"/>
                      </a:lnTo>
                      <a:lnTo>
                        <a:pt x="286" y="416"/>
                      </a:lnTo>
                      <a:lnTo>
                        <a:pt x="284" y="414"/>
                      </a:lnTo>
                      <a:lnTo>
                        <a:pt x="284" y="414"/>
                      </a:lnTo>
                      <a:lnTo>
                        <a:pt x="288" y="412"/>
                      </a:lnTo>
                      <a:lnTo>
                        <a:pt x="288" y="412"/>
                      </a:lnTo>
                      <a:lnTo>
                        <a:pt x="290" y="408"/>
                      </a:lnTo>
                      <a:lnTo>
                        <a:pt x="290" y="408"/>
                      </a:lnTo>
                      <a:lnTo>
                        <a:pt x="288" y="406"/>
                      </a:lnTo>
                      <a:lnTo>
                        <a:pt x="288" y="406"/>
                      </a:lnTo>
                      <a:lnTo>
                        <a:pt x="288" y="406"/>
                      </a:lnTo>
                      <a:lnTo>
                        <a:pt x="288" y="400"/>
                      </a:lnTo>
                      <a:lnTo>
                        <a:pt x="288" y="400"/>
                      </a:lnTo>
                      <a:lnTo>
                        <a:pt x="290" y="400"/>
                      </a:lnTo>
                      <a:lnTo>
                        <a:pt x="290" y="400"/>
                      </a:lnTo>
                      <a:lnTo>
                        <a:pt x="290" y="402"/>
                      </a:lnTo>
                      <a:lnTo>
                        <a:pt x="292" y="402"/>
                      </a:lnTo>
                      <a:lnTo>
                        <a:pt x="292" y="402"/>
                      </a:lnTo>
                      <a:lnTo>
                        <a:pt x="292" y="400"/>
                      </a:lnTo>
                      <a:lnTo>
                        <a:pt x="292" y="398"/>
                      </a:lnTo>
                      <a:lnTo>
                        <a:pt x="292" y="398"/>
                      </a:lnTo>
                      <a:lnTo>
                        <a:pt x="292" y="396"/>
                      </a:lnTo>
                      <a:lnTo>
                        <a:pt x="292" y="396"/>
                      </a:lnTo>
                      <a:lnTo>
                        <a:pt x="290" y="396"/>
                      </a:lnTo>
                      <a:lnTo>
                        <a:pt x="290" y="396"/>
                      </a:lnTo>
                      <a:lnTo>
                        <a:pt x="290" y="394"/>
                      </a:lnTo>
                      <a:lnTo>
                        <a:pt x="290" y="394"/>
                      </a:lnTo>
                      <a:lnTo>
                        <a:pt x="292" y="394"/>
                      </a:lnTo>
                      <a:lnTo>
                        <a:pt x="292" y="392"/>
                      </a:lnTo>
                      <a:lnTo>
                        <a:pt x="292" y="392"/>
                      </a:lnTo>
                      <a:lnTo>
                        <a:pt x="298" y="394"/>
                      </a:lnTo>
                      <a:lnTo>
                        <a:pt x="298" y="394"/>
                      </a:lnTo>
                      <a:lnTo>
                        <a:pt x="296" y="390"/>
                      </a:lnTo>
                      <a:lnTo>
                        <a:pt x="298" y="390"/>
                      </a:lnTo>
                      <a:lnTo>
                        <a:pt x="298" y="390"/>
                      </a:lnTo>
                      <a:lnTo>
                        <a:pt x="298" y="386"/>
                      </a:lnTo>
                      <a:lnTo>
                        <a:pt x="296" y="382"/>
                      </a:lnTo>
                      <a:lnTo>
                        <a:pt x="296" y="382"/>
                      </a:lnTo>
                      <a:lnTo>
                        <a:pt x="298" y="382"/>
                      </a:lnTo>
                      <a:lnTo>
                        <a:pt x="298" y="382"/>
                      </a:lnTo>
                      <a:lnTo>
                        <a:pt x="300" y="386"/>
                      </a:lnTo>
                      <a:lnTo>
                        <a:pt x="300" y="386"/>
                      </a:lnTo>
                      <a:lnTo>
                        <a:pt x="302" y="386"/>
                      </a:lnTo>
                      <a:lnTo>
                        <a:pt x="302" y="384"/>
                      </a:lnTo>
                      <a:lnTo>
                        <a:pt x="302" y="382"/>
                      </a:lnTo>
                      <a:lnTo>
                        <a:pt x="302" y="382"/>
                      </a:lnTo>
                      <a:lnTo>
                        <a:pt x="302" y="378"/>
                      </a:lnTo>
                      <a:lnTo>
                        <a:pt x="304" y="374"/>
                      </a:lnTo>
                      <a:lnTo>
                        <a:pt x="304" y="374"/>
                      </a:lnTo>
                      <a:lnTo>
                        <a:pt x="296" y="372"/>
                      </a:lnTo>
                      <a:lnTo>
                        <a:pt x="296" y="370"/>
                      </a:lnTo>
                      <a:lnTo>
                        <a:pt x="296" y="370"/>
                      </a:lnTo>
                      <a:lnTo>
                        <a:pt x="300" y="372"/>
                      </a:lnTo>
                      <a:lnTo>
                        <a:pt x="300" y="372"/>
                      </a:lnTo>
                      <a:lnTo>
                        <a:pt x="306" y="372"/>
                      </a:lnTo>
                      <a:lnTo>
                        <a:pt x="306" y="372"/>
                      </a:lnTo>
                      <a:lnTo>
                        <a:pt x="306" y="364"/>
                      </a:lnTo>
                      <a:lnTo>
                        <a:pt x="304" y="360"/>
                      </a:lnTo>
                      <a:lnTo>
                        <a:pt x="302" y="358"/>
                      </a:lnTo>
                      <a:lnTo>
                        <a:pt x="302" y="356"/>
                      </a:lnTo>
                      <a:lnTo>
                        <a:pt x="302" y="356"/>
                      </a:lnTo>
                      <a:lnTo>
                        <a:pt x="304" y="356"/>
                      </a:lnTo>
                      <a:lnTo>
                        <a:pt x="304" y="356"/>
                      </a:lnTo>
                      <a:lnTo>
                        <a:pt x="304" y="356"/>
                      </a:lnTo>
                      <a:lnTo>
                        <a:pt x="306" y="356"/>
                      </a:lnTo>
                      <a:lnTo>
                        <a:pt x="306" y="356"/>
                      </a:lnTo>
                      <a:lnTo>
                        <a:pt x="308" y="356"/>
                      </a:lnTo>
                      <a:lnTo>
                        <a:pt x="308" y="356"/>
                      </a:lnTo>
                      <a:lnTo>
                        <a:pt x="310" y="354"/>
                      </a:lnTo>
                      <a:lnTo>
                        <a:pt x="310" y="354"/>
                      </a:lnTo>
                      <a:lnTo>
                        <a:pt x="310" y="350"/>
                      </a:lnTo>
                      <a:lnTo>
                        <a:pt x="310" y="350"/>
                      </a:lnTo>
                      <a:lnTo>
                        <a:pt x="310" y="350"/>
                      </a:lnTo>
                      <a:lnTo>
                        <a:pt x="314" y="350"/>
                      </a:lnTo>
                      <a:lnTo>
                        <a:pt x="316" y="350"/>
                      </a:lnTo>
                      <a:lnTo>
                        <a:pt x="316" y="350"/>
                      </a:lnTo>
                      <a:lnTo>
                        <a:pt x="318" y="350"/>
                      </a:lnTo>
                      <a:lnTo>
                        <a:pt x="318" y="350"/>
                      </a:lnTo>
                      <a:lnTo>
                        <a:pt x="316" y="350"/>
                      </a:lnTo>
                      <a:lnTo>
                        <a:pt x="318" y="348"/>
                      </a:lnTo>
                      <a:lnTo>
                        <a:pt x="318" y="348"/>
                      </a:lnTo>
                      <a:lnTo>
                        <a:pt x="322" y="348"/>
                      </a:lnTo>
                      <a:lnTo>
                        <a:pt x="326" y="350"/>
                      </a:lnTo>
                      <a:lnTo>
                        <a:pt x="326" y="350"/>
                      </a:lnTo>
                      <a:lnTo>
                        <a:pt x="328" y="348"/>
                      </a:lnTo>
                      <a:lnTo>
                        <a:pt x="330" y="346"/>
                      </a:lnTo>
                      <a:lnTo>
                        <a:pt x="330" y="346"/>
                      </a:lnTo>
                      <a:lnTo>
                        <a:pt x="334" y="344"/>
                      </a:lnTo>
                      <a:lnTo>
                        <a:pt x="334" y="344"/>
                      </a:lnTo>
                      <a:lnTo>
                        <a:pt x="336" y="350"/>
                      </a:lnTo>
                      <a:lnTo>
                        <a:pt x="336" y="352"/>
                      </a:lnTo>
                      <a:lnTo>
                        <a:pt x="336" y="352"/>
                      </a:lnTo>
                      <a:lnTo>
                        <a:pt x="338" y="352"/>
                      </a:lnTo>
                      <a:lnTo>
                        <a:pt x="336" y="350"/>
                      </a:lnTo>
                      <a:lnTo>
                        <a:pt x="336" y="350"/>
                      </a:lnTo>
                      <a:lnTo>
                        <a:pt x="338" y="350"/>
                      </a:lnTo>
                      <a:lnTo>
                        <a:pt x="338" y="350"/>
                      </a:lnTo>
                      <a:lnTo>
                        <a:pt x="338" y="350"/>
                      </a:lnTo>
                      <a:lnTo>
                        <a:pt x="340" y="348"/>
                      </a:lnTo>
                      <a:lnTo>
                        <a:pt x="340" y="348"/>
                      </a:lnTo>
                      <a:lnTo>
                        <a:pt x="342" y="344"/>
                      </a:lnTo>
                      <a:lnTo>
                        <a:pt x="342" y="344"/>
                      </a:lnTo>
                      <a:lnTo>
                        <a:pt x="346" y="344"/>
                      </a:lnTo>
                      <a:lnTo>
                        <a:pt x="346" y="344"/>
                      </a:lnTo>
                      <a:lnTo>
                        <a:pt x="346" y="344"/>
                      </a:lnTo>
                      <a:lnTo>
                        <a:pt x="348" y="346"/>
                      </a:lnTo>
                      <a:lnTo>
                        <a:pt x="348" y="346"/>
                      </a:lnTo>
                      <a:lnTo>
                        <a:pt x="348" y="346"/>
                      </a:lnTo>
                      <a:lnTo>
                        <a:pt x="348" y="346"/>
                      </a:lnTo>
                      <a:lnTo>
                        <a:pt x="350" y="344"/>
                      </a:lnTo>
                      <a:lnTo>
                        <a:pt x="350" y="344"/>
                      </a:lnTo>
                      <a:lnTo>
                        <a:pt x="350" y="340"/>
                      </a:lnTo>
                      <a:lnTo>
                        <a:pt x="350" y="340"/>
                      </a:lnTo>
                      <a:lnTo>
                        <a:pt x="354" y="338"/>
                      </a:lnTo>
                      <a:lnTo>
                        <a:pt x="354" y="338"/>
                      </a:lnTo>
                      <a:lnTo>
                        <a:pt x="356" y="336"/>
                      </a:lnTo>
                      <a:lnTo>
                        <a:pt x="356" y="332"/>
                      </a:lnTo>
                      <a:lnTo>
                        <a:pt x="356" y="332"/>
                      </a:lnTo>
                      <a:lnTo>
                        <a:pt x="360" y="332"/>
                      </a:lnTo>
                      <a:lnTo>
                        <a:pt x="360" y="332"/>
                      </a:lnTo>
                      <a:lnTo>
                        <a:pt x="364" y="328"/>
                      </a:lnTo>
                      <a:lnTo>
                        <a:pt x="364" y="328"/>
                      </a:lnTo>
                      <a:lnTo>
                        <a:pt x="370" y="326"/>
                      </a:lnTo>
                      <a:lnTo>
                        <a:pt x="370" y="326"/>
                      </a:lnTo>
                      <a:lnTo>
                        <a:pt x="374" y="322"/>
                      </a:lnTo>
                      <a:lnTo>
                        <a:pt x="374" y="318"/>
                      </a:lnTo>
                      <a:lnTo>
                        <a:pt x="378" y="316"/>
                      </a:lnTo>
                      <a:lnTo>
                        <a:pt x="378" y="316"/>
                      </a:lnTo>
                      <a:lnTo>
                        <a:pt x="378" y="316"/>
                      </a:lnTo>
                      <a:lnTo>
                        <a:pt x="380" y="318"/>
                      </a:lnTo>
                      <a:lnTo>
                        <a:pt x="382" y="316"/>
                      </a:lnTo>
                      <a:lnTo>
                        <a:pt x="382" y="314"/>
                      </a:lnTo>
                      <a:lnTo>
                        <a:pt x="382" y="314"/>
                      </a:lnTo>
                      <a:lnTo>
                        <a:pt x="382" y="310"/>
                      </a:lnTo>
                      <a:lnTo>
                        <a:pt x="382" y="310"/>
                      </a:lnTo>
                      <a:lnTo>
                        <a:pt x="380" y="308"/>
                      </a:lnTo>
                      <a:lnTo>
                        <a:pt x="380" y="308"/>
                      </a:lnTo>
                      <a:lnTo>
                        <a:pt x="378" y="304"/>
                      </a:lnTo>
                      <a:lnTo>
                        <a:pt x="378" y="298"/>
                      </a:lnTo>
                      <a:lnTo>
                        <a:pt x="378" y="298"/>
                      </a:lnTo>
                      <a:lnTo>
                        <a:pt x="380" y="304"/>
                      </a:lnTo>
                      <a:lnTo>
                        <a:pt x="384" y="306"/>
                      </a:lnTo>
                      <a:lnTo>
                        <a:pt x="390" y="308"/>
                      </a:lnTo>
                      <a:lnTo>
                        <a:pt x="396" y="308"/>
                      </a:lnTo>
                      <a:lnTo>
                        <a:pt x="396" y="306"/>
                      </a:lnTo>
                      <a:lnTo>
                        <a:pt x="396" y="306"/>
                      </a:lnTo>
                      <a:lnTo>
                        <a:pt x="400" y="306"/>
                      </a:lnTo>
                      <a:lnTo>
                        <a:pt x="400" y="306"/>
                      </a:lnTo>
                      <a:lnTo>
                        <a:pt x="400" y="304"/>
                      </a:lnTo>
                      <a:lnTo>
                        <a:pt x="400" y="302"/>
                      </a:lnTo>
                      <a:lnTo>
                        <a:pt x="400" y="302"/>
                      </a:lnTo>
                      <a:lnTo>
                        <a:pt x="402" y="302"/>
                      </a:lnTo>
                      <a:lnTo>
                        <a:pt x="402" y="302"/>
                      </a:lnTo>
                      <a:lnTo>
                        <a:pt x="402" y="306"/>
                      </a:lnTo>
                      <a:lnTo>
                        <a:pt x="402" y="306"/>
                      </a:lnTo>
                      <a:lnTo>
                        <a:pt x="406" y="304"/>
                      </a:lnTo>
                      <a:lnTo>
                        <a:pt x="406" y="304"/>
                      </a:lnTo>
                      <a:lnTo>
                        <a:pt x="408" y="304"/>
                      </a:lnTo>
                      <a:lnTo>
                        <a:pt x="408" y="304"/>
                      </a:lnTo>
                      <a:lnTo>
                        <a:pt x="410" y="302"/>
                      </a:lnTo>
                      <a:lnTo>
                        <a:pt x="410" y="302"/>
                      </a:lnTo>
                      <a:lnTo>
                        <a:pt x="412" y="302"/>
                      </a:lnTo>
                      <a:lnTo>
                        <a:pt x="412" y="302"/>
                      </a:lnTo>
                      <a:lnTo>
                        <a:pt x="412" y="304"/>
                      </a:lnTo>
                      <a:lnTo>
                        <a:pt x="412" y="304"/>
                      </a:lnTo>
                      <a:lnTo>
                        <a:pt x="416" y="302"/>
                      </a:lnTo>
                      <a:lnTo>
                        <a:pt x="420" y="302"/>
                      </a:lnTo>
                      <a:lnTo>
                        <a:pt x="420" y="300"/>
                      </a:lnTo>
                      <a:lnTo>
                        <a:pt x="420" y="300"/>
                      </a:lnTo>
                      <a:lnTo>
                        <a:pt x="422" y="300"/>
                      </a:lnTo>
                      <a:lnTo>
                        <a:pt x="424" y="302"/>
                      </a:lnTo>
                      <a:lnTo>
                        <a:pt x="424" y="302"/>
                      </a:lnTo>
                      <a:lnTo>
                        <a:pt x="428" y="298"/>
                      </a:lnTo>
                      <a:lnTo>
                        <a:pt x="428" y="298"/>
                      </a:lnTo>
                      <a:lnTo>
                        <a:pt x="430" y="298"/>
                      </a:lnTo>
                      <a:lnTo>
                        <a:pt x="430" y="298"/>
                      </a:lnTo>
                      <a:lnTo>
                        <a:pt x="438" y="296"/>
                      </a:lnTo>
                      <a:lnTo>
                        <a:pt x="438" y="290"/>
                      </a:lnTo>
                      <a:lnTo>
                        <a:pt x="438" y="290"/>
                      </a:lnTo>
                      <a:lnTo>
                        <a:pt x="440" y="290"/>
                      </a:lnTo>
                      <a:lnTo>
                        <a:pt x="442" y="292"/>
                      </a:lnTo>
                      <a:lnTo>
                        <a:pt x="442" y="292"/>
                      </a:lnTo>
                      <a:lnTo>
                        <a:pt x="444" y="292"/>
                      </a:lnTo>
                      <a:lnTo>
                        <a:pt x="444" y="292"/>
                      </a:lnTo>
                      <a:lnTo>
                        <a:pt x="448" y="286"/>
                      </a:lnTo>
                      <a:lnTo>
                        <a:pt x="448" y="286"/>
                      </a:lnTo>
                      <a:lnTo>
                        <a:pt x="452" y="286"/>
                      </a:lnTo>
                      <a:lnTo>
                        <a:pt x="452" y="286"/>
                      </a:lnTo>
                      <a:lnTo>
                        <a:pt x="452" y="288"/>
                      </a:lnTo>
                      <a:lnTo>
                        <a:pt x="452" y="288"/>
                      </a:lnTo>
                      <a:lnTo>
                        <a:pt x="454" y="286"/>
                      </a:lnTo>
                      <a:lnTo>
                        <a:pt x="454" y="286"/>
                      </a:lnTo>
                      <a:lnTo>
                        <a:pt x="456" y="286"/>
                      </a:lnTo>
                      <a:lnTo>
                        <a:pt x="456" y="286"/>
                      </a:lnTo>
                      <a:lnTo>
                        <a:pt x="458" y="284"/>
                      </a:lnTo>
                      <a:lnTo>
                        <a:pt x="458" y="284"/>
                      </a:lnTo>
                      <a:lnTo>
                        <a:pt x="460" y="284"/>
                      </a:lnTo>
                      <a:lnTo>
                        <a:pt x="462" y="284"/>
                      </a:lnTo>
                      <a:lnTo>
                        <a:pt x="462" y="284"/>
                      </a:lnTo>
                      <a:lnTo>
                        <a:pt x="466" y="282"/>
                      </a:lnTo>
                      <a:lnTo>
                        <a:pt x="466" y="282"/>
                      </a:lnTo>
                      <a:lnTo>
                        <a:pt x="470" y="282"/>
                      </a:lnTo>
                      <a:lnTo>
                        <a:pt x="470" y="282"/>
                      </a:lnTo>
                      <a:lnTo>
                        <a:pt x="470" y="278"/>
                      </a:lnTo>
                      <a:lnTo>
                        <a:pt x="474" y="278"/>
                      </a:lnTo>
                      <a:lnTo>
                        <a:pt x="474" y="278"/>
                      </a:lnTo>
                      <a:lnTo>
                        <a:pt x="474" y="274"/>
                      </a:lnTo>
                      <a:lnTo>
                        <a:pt x="474" y="274"/>
                      </a:lnTo>
                      <a:lnTo>
                        <a:pt x="476" y="270"/>
                      </a:lnTo>
                      <a:lnTo>
                        <a:pt x="476" y="270"/>
                      </a:lnTo>
                      <a:lnTo>
                        <a:pt x="480" y="270"/>
                      </a:lnTo>
                      <a:lnTo>
                        <a:pt x="480" y="270"/>
                      </a:lnTo>
                      <a:lnTo>
                        <a:pt x="482" y="268"/>
                      </a:lnTo>
                      <a:lnTo>
                        <a:pt x="482" y="268"/>
                      </a:lnTo>
                      <a:lnTo>
                        <a:pt x="482" y="268"/>
                      </a:lnTo>
                      <a:lnTo>
                        <a:pt x="474" y="268"/>
                      </a:lnTo>
                      <a:lnTo>
                        <a:pt x="466" y="266"/>
                      </a:lnTo>
                      <a:lnTo>
                        <a:pt x="466" y="266"/>
                      </a:lnTo>
                      <a:lnTo>
                        <a:pt x="462" y="264"/>
                      </a:lnTo>
                      <a:lnTo>
                        <a:pt x="462" y="264"/>
                      </a:lnTo>
                      <a:lnTo>
                        <a:pt x="460" y="264"/>
                      </a:lnTo>
                      <a:lnTo>
                        <a:pt x="458" y="264"/>
                      </a:lnTo>
                      <a:lnTo>
                        <a:pt x="458" y="262"/>
                      </a:lnTo>
                      <a:lnTo>
                        <a:pt x="458" y="262"/>
                      </a:lnTo>
                      <a:lnTo>
                        <a:pt x="454" y="264"/>
                      </a:lnTo>
                      <a:lnTo>
                        <a:pt x="450" y="266"/>
                      </a:lnTo>
                      <a:lnTo>
                        <a:pt x="450" y="266"/>
                      </a:lnTo>
                      <a:lnTo>
                        <a:pt x="438" y="266"/>
                      </a:lnTo>
                      <a:lnTo>
                        <a:pt x="438" y="266"/>
                      </a:lnTo>
                      <a:lnTo>
                        <a:pt x="440" y="264"/>
                      </a:lnTo>
                      <a:lnTo>
                        <a:pt x="442" y="262"/>
                      </a:lnTo>
                      <a:lnTo>
                        <a:pt x="436" y="260"/>
                      </a:lnTo>
                      <a:lnTo>
                        <a:pt x="422" y="262"/>
                      </a:lnTo>
                      <a:lnTo>
                        <a:pt x="422" y="262"/>
                      </a:lnTo>
                      <a:lnTo>
                        <a:pt x="420" y="258"/>
                      </a:lnTo>
                      <a:lnTo>
                        <a:pt x="420" y="258"/>
                      </a:lnTo>
                      <a:lnTo>
                        <a:pt x="420" y="258"/>
                      </a:lnTo>
                      <a:lnTo>
                        <a:pt x="420" y="256"/>
                      </a:lnTo>
                      <a:lnTo>
                        <a:pt x="420" y="256"/>
                      </a:lnTo>
                      <a:lnTo>
                        <a:pt x="422" y="256"/>
                      </a:lnTo>
                      <a:lnTo>
                        <a:pt x="422" y="256"/>
                      </a:lnTo>
                      <a:lnTo>
                        <a:pt x="422" y="256"/>
                      </a:lnTo>
                      <a:lnTo>
                        <a:pt x="422" y="262"/>
                      </a:lnTo>
                      <a:lnTo>
                        <a:pt x="422" y="262"/>
                      </a:lnTo>
                      <a:lnTo>
                        <a:pt x="432" y="260"/>
                      </a:lnTo>
                      <a:lnTo>
                        <a:pt x="442" y="258"/>
                      </a:lnTo>
                      <a:lnTo>
                        <a:pt x="442" y="258"/>
                      </a:lnTo>
                      <a:lnTo>
                        <a:pt x="444" y="260"/>
                      </a:lnTo>
                      <a:lnTo>
                        <a:pt x="448" y="260"/>
                      </a:lnTo>
                      <a:lnTo>
                        <a:pt x="448" y="260"/>
                      </a:lnTo>
                      <a:lnTo>
                        <a:pt x="450" y="258"/>
                      </a:lnTo>
                      <a:lnTo>
                        <a:pt x="450" y="258"/>
                      </a:lnTo>
                      <a:lnTo>
                        <a:pt x="448" y="254"/>
                      </a:lnTo>
                      <a:lnTo>
                        <a:pt x="448" y="254"/>
                      </a:lnTo>
                      <a:lnTo>
                        <a:pt x="440" y="254"/>
                      </a:lnTo>
                      <a:lnTo>
                        <a:pt x="430" y="254"/>
                      </a:lnTo>
                      <a:lnTo>
                        <a:pt x="430" y="254"/>
                      </a:lnTo>
                      <a:lnTo>
                        <a:pt x="426" y="256"/>
                      </a:lnTo>
                      <a:lnTo>
                        <a:pt x="422" y="256"/>
                      </a:lnTo>
                      <a:lnTo>
                        <a:pt x="424" y="254"/>
                      </a:lnTo>
                      <a:lnTo>
                        <a:pt x="424" y="254"/>
                      </a:lnTo>
                      <a:lnTo>
                        <a:pt x="426" y="252"/>
                      </a:lnTo>
                      <a:lnTo>
                        <a:pt x="426" y="250"/>
                      </a:lnTo>
                      <a:lnTo>
                        <a:pt x="426" y="250"/>
                      </a:lnTo>
                      <a:lnTo>
                        <a:pt x="428" y="252"/>
                      </a:lnTo>
                      <a:lnTo>
                        <a:pt x="428" y="252"/>
                      </a:lnTo>
                      <a:lnTo>
                        <a:pt x="428" y="252"/>
                      </a:lnTo>
                      <a:lnTo>
                        <a:pt x="442" y="254"/>
                      </a:lnTo>
                      <a:lnTo>
                        <a:pt x="442" y="254"/>
                      </a:lnTo>
                      <a:lnTo>
                        <a:pt x="444" y="250"/>
                      </a:lnTo>
                      <a:lnTo>
                        <a:pt x="444" y="250"/>
                      </a:lnTo>
                      <a:lnTo>
                        <a:pt x="450" y="250"/>
                      </a:lnTo>
                      <a:lnTo>
                        <a:pt x="450" y="250"/>
                      </a:lnTo>
                      <a:lnTo>
                        <a:pt x="450" y="250"/>
                      </a:lnTo>
                      <a:lnTo>
                        <a:pt x="450" y="248"/>
                      </a:lnTo>
                      <a:lnTo>
                        <a:pt x="450" y="246"/>
                      </a:lnTo>
                      <a:lnTo>
                        <a:pt x="450" y="246"/>
                      </a:lnTo>
                      <a:lnTo>
                        <a:pt x="442" y="244"/>
                      </a:lnTo>
                      <a:lnTo>
                        <a:pt x="442" y="242"/>
                      </a:lnTo>
                      <a:lnTo>
                        <a:pt x="442" y="242"/>
                      </a:lnTo>
                      <a:lnTo>
                        <a:pt x="432" y="244"/>
                      </a:lnTo>
                      <a:lnTo>
                        <a:pt x="422" y="244"/>
                      </a:lnTo>
                      <a:lnTo>
                        <a:pt x="420" y="244"/>
                      </a:lnTo>
                      <a:lnTo>
                        <a:pt x="420" y="244"/>
                      </a:lnTo>
                      <a:lnTo>
                        <a:pt x="426" y="242"/>
                      </a:lnTo>
                      <a:lnTo>
                        <a:pt x="426" y="242"/>
                      </a:lnTo>
                      <a:lnTo>
                        <a:pt x="426" y="242"/>
                      </a:lnTo>
                      <a:lnTo>
                        <a:pt x="426" y="240"/>
                      </a:lnTo>
                      <a:lnTo>
                        <a:pt x="422" y="238"/>
                      </a:lnTo>
                      <a:lnTo>
                        <a:pt x="422" y="238"/>
                      </a:lnTo>
                      <a:lnTo>
                        <a:pt x="424" y="238"/>
                      </a:lnTo>
                      <a:lnTo>
                        <a:pt x="424" y="236"/>
                      </a:lnTo>
                      <a:lnTo>
                        <a:pt x="424" y="236"/>
                      </a:lnTo>
                      <a:lnTo>
                        <a:pt x="428" y="240"/>
                      </a:lnTo>
                      <a:lnTo>
                        <a:pt x="428" y="240"/>
                      </a:lnTo>
                      <a:lnTo>
                        <a:pt x="434" y="240"/>
                      </a:lnTo>
                      <a:lnTo>
                        <a:pt x="442" y="240"/>
                      </a:lnTo>
                      <a:lnTo>
                        <a:pt x="442" y="242"/>
                      </a:lnTo>
                      <a:lnTo>
                        <a:pt x="442" y="242"/>
                      </a:lnTo>
                      <a:lnTo>
                        <a:pt x="446" y="242"/>
                      </a:lnTo>
                      <a:lnTo>
                        <a:pt x="446" y="242"/>
                      </a:lnTo>
                      <a:lnTo>
                        <a:pt x="450" y="244"/>
                      </a:lnTo>
                      <a:lnTo>
                        <a:pt x="450" y="244"/>
                      </a:lnTo>
                      <a:lnTo>
                        <a:pt x="454" y="246"/>
                      </a:lnTo>
                      <a:lnTo>
                        <a:pt x="458" y="246"/>
                      </a:lnTo>
                      <a:lnTo>
                        <a:pt x="458" y="246"/>
                      </a:lnTo>
                      <a:lnTo>
                        <a:pt x="458" y="250"/>
                      </a:lnTo>
                      <a:lnTo>
                        <a:pt x="458" y="250"/>
                      </a:lnTo>
                      <a:lnTo>
                        <a:pt x="462" y="256"/>
                      </a:lnTo>
                      <a:lnTo>
                        <a:pt x="468" y="262"/>
                      </a:lnTo>
                      <a:lnTo>
                        <a:pt x="468" y="262"/>
                      </a:lnTo>
                      <a:lnTo>
                        <a:pt x="474" y="264"/>
                      </a:lnTo>
                      <a:lnTo>
                        <a:pt x="474" y="264"/>
                      </a:lnTo>
                      <a:lnTo>
                        <a:pt x="474" y="264"/>
                      </a:lnTo>
                      <a:lnTo>
                        <a:pt x="476" y="264"/>
                      </a:lnTo>
                      <a:lnTo>
                        <a:pt x="476" y="262"/>
                      </a:lnTo>
                      <a:lnTo>
                        <a:pt x="476" y="262"/>
                      </a:lnTo>
                      <a:lnTo>
                        <a:pt x="480" y="264"/>
                      </a:lnTo>
                      <a:lnTo>
                        <a:pt x="484" y="266"/>
                      </a:lnTo>
                      <a:lnTo>
                        <a:pt x="486" y="266"/>
                      </a:lnTo>
                      <a:lnTo>
                        <a:pt x="486" y="266"/>
                      </a:lnTo>
                      <a:lnTo>
                        <a:pt x="488" y="264"/>
                      </a:lnTo>
                      <a:lnTo>
                        <a:pt x="488" y="262"/>
                      </a:lnTo>
                      <a:lnTo>
                        <a:pt x="484" y="260"/>
                      </a:lnTo>
                      <a:lnTo>
                        <a:pt x="484" y="260"/>
                      </a:lnTo>
                      <a:lnTo>
                        <a:pt x="486" y="258"/>
                      </a:lnTo>
                      <a:lnTo>
                        <a:pt x="486" y="258"/>
                      </a:lnTo>
                      <a:lnTo>
                        <a:pt x="486" y="258"/>
                      </a:lnTo>
                      <a:lnTo>
                        <a:pt x="486" y="258"/>
                      </a:lnTo>
                      <a:lnTo>
                        <a:pt x="486" y="258"/>
                      </a:lnTo>
                      <a:lnTo>
                        <a:pt x="486" y="256"/>
                      </a:lnTo>
                      <a:lnTo>
                        <a:pt x="486" y="252"/>
                      </a:lnTo>
                      <a:lnTo>
                        <a:pt x="484" y="248"/>
                      </a:lnTo>
                      <a:lnTo>
                        <a:pt x="482" y="248"/>
                      </a:lnTo>
                      <a:lnTo>
                        <a:pt x="482" y="248"/>
                      </a:lnTo>
                      <a:lnTo>
                        <a:pt x="482" y="244"/>
                      </a:lnTo>
                      <a:lnTo>
                        <a:pt x="482" y="244"/>
                      </a:lnTo>
                      <a:lnTo>
                        <a:pt x="480" y="244"/>
                      </a:lnTo>
                      <a:lnTo>
                        <a:pt x="480" y="244"/>
                      </a:lnTo>
                      <a:lnTo>
                        <a:pt x="480" y="246"/>
                      </a:lnTo>
                      <a:lnTo>
                        <a:pt x="478" y="246"/>
                      </a:lnTo>
                      <a:lnTo>
                        <a:pt x="478" y="246"/>
                      </a:lnTo>
                      <a:lnTo>
                        <a:pt x="478" y="242"/>
                      </a:lnTo>
                      <a:lnTo>
                        <a:pt x="478" y="242"/>
                      </a:lnTo>
                      <a:lnTo>
                        <a:pt x="480" y="242"/>
                      </a:lnTo>
                      <a:lnTo>
                        <a:pt x="480" y="242"/>
                      </a:lnTo>
                      <a:lnTo>
                        <a:pt x="480" y="242"/>
                      </a:lnTo>
                      <a:lnTo>
                        <a:pt x="476" y="242"/>
                      </a:lnTo>
                      <a:lnTo>
                        <a:pt x="476" y="242"/>
                      </a:lnTo>
                      <a:lnTo>
                        <a:pt x="476" y="240"/>
                      </a:lnTo>
                      <a:lnTo>
                        <a:pt x="476" y="238"/>
                      </a:lnTo>
                      <a:lnTo>
                        <a:pt x="476" y="238"/>
                      </a:lnTo>
                      <a:lnTo>
                        <a:pt x="472" y="236"/>
                      </a:lnTo>
                      <a:lnTo>
                        <a:pt x="472" y="236"/>
                      </a:lnTo>
                      <a:lnTo>
                        <a:pt x="468" y="234"/>
                      </a:lnTo>
                      <a:lnTo>
                        <a:pt x="468" y="234"/>
                      </a:lnTo>
                      <a:lnTo>
                        <a:pt x="466" y="232"/>
                      </a:lnTo>
                      <a:lnTo>
                        <a:pt x="462" y="230"/>
                      </a:lnTo>
                      <a:lnTo>
                        <a:pt x="462" y="230"/>
                      </a:lnTo>
                      <a:lnTo>
                        <a:pt x="456" y="230"/>
                      </a:lnTo>
                      <a:lnTo>
                        <a:pt x="452" y="230"/>
                      </a:lnTo>
                      <a:lnTo>
                        <a:pt x="452" y="230"/>
                      </a:lnTo>
                      <a:lnTo>
                        <a:pt x="452" y="230"/>
                      </a:lnTo>
                      <a:lnTo>
                        <a:pt x="458" y="228"/>
                      </a:lnTo>
                      <a:lnTo>
                        <a:pt x="458" y="228"/>
                      </a:lnTo>
                      <a:lnTo>
                        <a:pt x="456" y="224"/>
                      </a:lnTo>
                      <a:lnTo>
                        <a:pt x="452" y="222"/>
                      </a:lnTo>
                      <a:lnTo>
                        <a:pt x="452" y="222"/>
                      </a:lnTo>
                      <a:lnTo>
                        <a:pt x="452" y="224"/>
                      </a:lnTo>
                      <a:lnTo>
                        <a:pt x="452" y="224"/>
                      </a:lnTo>
                      <a:lnTo>
                        <a:pt x="450" y="226"/>
                      </a:lnTo>
                      <a:lnTo>
                        <a:pt x="450" y="226"/>
                      </a:lnTo>
                      <a:lnTo>
                        <a:pt x="444" y="226"/>
                      </a:lnTo>
                      <a:lnTo>
                        <a:pt x="444" y="226"/>
                      </a:lnTo>
                      <a:lnTo>
                        <a:pt x="444" y="228"/>
                      </a:lnTo>
                      <a:lnTo>
                        <a:pt x="444" y="228"/>
                      </a:lnTo>
                      <a:lnTo>
                        <a:pt x="440" y="228"/>
                      </a:lnTo>
                      <a:lnTo>
                        <a:pt x="440" y="228"/>
                      </a:lnTo>
                      <a:lnTo>
                        <a:pt x="442" y="224"/>
                      </a:lnTo>
                      <a:lnTo>
                        <a:pt x="442" y="224"/>
                      </a:lnTo>
                      <a:lnTo>
                        <a:pt x="438" y="224"/>
                      </a:lnTo>
                      <a:lnTo>
                        <a:pt x="438" y="224"/>
                      </a:lnTo>
                      <a:lnTo>
                        <a:pt x="436" y="224"/>
                      </a:lnTo>
                      <a:lnTo>
                        <a:pt x="436" y="224"/>
                      </a:lnTo>
                      <a:lnTo>
                        <a:pt x="436" y="222"/>
                      </a:lnTo>
                      <a:lnTo>
                        <a:pt x="436" y="222"/>
                      </a:lnTo>
                      <a:lnTo>
                        <a:pt x="434" y="220"/>
                      </a:lnTo>
                      <a:lnTo>
                        <a:pt x="434" y="220"/>
                      </a:lnTo>
                      <a:lnTo>
                        <a:pt x="434" y="220"/>
                      </a:lnTo>
                      <a:lnTo>
                        <a:pt x="434" y="218"/>
                      </a:lnTo>
                      <a:lnTo>
                        <a:pt x="434" y="218"/>
                      </a:lnTo>
                      <a:lnTo>
                        <a:pt x="434" y="218"/>
                      </a:lnTo>
                      <a:lnTo>
                        <a:pt x="436" y="216"/>
                      </a:lnTo>
                      <a:lnTo>
                        <a:pt x="436" y="216"/>
                      </a:lnTo>
                      <a:lnTo>
                        <a:pt x="438" y="216"/>
                      </a:lnTo>
                      <a:lnTo>
                        <a:pt x="438" y="214"/>
                      </a:lnTo>
                      <a:lnTo>
                        <a:pt x="438" y="214"/>
                      </a:lnTo>
                      <a:lnTo>
                        <a:pt x="436" y="214"/>
                      </a:lnTo>
                      <a:lnTo>
                        <a:pt x="436" y="214"/>
                      </a:lnTo>
                      <a:lnTo>
                        <a:pt x="436" y="214"/>
                      </a:lnTo>
                      <a:lnTo>
                        <a:pt x="446" y="214"/>
                      </a:lnTo>
                      <a:lnTo>
                        <a:pt x="446" y="214"/>
                      </a:lnTo>
                      <a:lnTo>
                        <a:pt x="450" y="210"/>
                      </a:lnTo>
                      <a:lnTo>
                        <a:pt x="450" y="210"/>
                      </a:lnTo>
                      <a:lnTo>
                        <a:pt x="452" y="210"/>
                      </a:lnTo>
                      <a:lnTo>
                        <a:pt x="452" y="210"/>
                      </a:lnTo>
                      <a:lnTo>
                        <a:pt x="454" y="208"/>
                      </a:lnTo>
                      <a:lnTo>
                        <a:pt x="454" y="208"/>
                      </a:lnTo>
                      <a:lnTo>
                        <a:pt x="458" y="208"/>
                      </a:lnTo>
                      <a:lnTo>
                        <a:pt x="458" y="208"/>
                      </a:lnTo>
                      <a:lnTo>
                        <a:pt x="458" y="202"/>
                      </a:lnTo>
                      <a:lnTo>
                        <a:pt x="458" y="202"/>
                      </a:lnTo>
                      <a:lnTo>
                        <a:pt x="462" y="202"/>
                      </a:lnTo>
                      <a:lnTo>
                        <a:pt x="462" y="202"/>
                      </a:lnTo>
                      <a:lnTo>
                        <a:pt x="460" y="206"/>
                      </a:lnTo>
                      <a:lnTo>
                        <a:pt x="460" y="208"/>
                      </a:lnTo>
                      <a:lnTo>
                        <a:pt x="462" y="208"/>
                      </a:lnTo>
                      <a:lnTo>
                        <a:pt x="462" y="208"/>
                      </a:lnTo>
                      <a:lnTo>
                        <a:pt x="464" y="210"/>
                      </a:lnTo>
                      <a:lnTo>
                        <a:pt x="468" y="210"/>
                      </a:lnTo>
                      <a:lnTo>
                        <a:pt x="470" y="210"/>
                      </a:lnTo>
                      <a:lnTo>
                        <a:pt x="470" y="210"/>
                      </a:lnTo>
                      <a:lnTo>
                        <a:pt x="476" y="210"/>
                      </a:lnTo>
                      <a:lnTo>
                        <a:pt x="476" y="210"/>
                      </a:lnTo>
                      <a:lnTo>
                        <a:pt x="478" y="214"/>
                      </a:lnTo>
                      <a:lnTo>
                        <a:pt x="478" y="214"/>
                      </a:lnTo>
                      <a:lnTo>
                        <a:pt x="484" y="212"/>
                      </a:lnTo>
                      <a:lnTo>
                        <a:pt x="488" y="210"/>
                      </a:lnTo>
                      <a:lnTo>
                        <a:pt x="488" y="210"/>
                      </a:lnTo>
                      <a:lnTo>
                        <a:pt x="488" y="208"/>
                      </a:lnTo>
                      <a:lnTo>
                        <a:pt x="488" y="208"/>
                      </a:lnTo>
                      <a:lnTo>
                        <a:pt x="496" y="206"/>
                      </a:lnTo>
                      <a:lnTo>
                        <a:pt x="496" y="206"/>
                      </a:lnTo>
                      <a:lnTo>
                        <a:pt x="496" y="202"/>
                      </a:lnTo>
                      <a:lnTo>
                        <a:pt x="496" y="200"/>
                      </a:lnTo>
                      <a:lnTo>
                        <a:pt x="496" y="200"/>
                      </a:lnTo>
                      <a:lnTo>
                        <a:pt x="492" y="200"/>
                      </a:lnTo>
                      <a:lnTo>
                        <a:pt x="492" y="200"/>
                      </a:lnTo>
                      <a:lnTo>
                        <a:pt x="486" y="198"/>
                      </a:lnTo>
                      <a:lnTo>
                        <a:pt x="486" y="200"/>
                      </a:lnTo>
                      <a:lnTo>
                        <a:pt x="484" y="202"/>
                      </a:lnTo>
                      <a:lnTo>
                        <a:pt x="484" y="202"/>
                      </a:lnTo>
                      <a:lnTo>
                        <a:pt x="482" y="198"/>
                      </a:lnTo>
                      <a:lnTo>
                        <a:pt x="482" y="198"/>
                      </a:lnTo>
                      <a:lnTo>
                        <a:pt x="480" y="198"/>
                      </a:lnTo>
                      <a:lnTo>
                        <a:pt x="480" y="198"/>
                      </a:lnTo>
                      <a:lnTo>
                        <a:pt x="478" y="198"/>
                      </a:lnTo>
                      <a:lnTo>
                        <a:pt x="478" y="196"/>
                      </a:lnTo>
                      <a:lnTo>
                        <a:pt x="480" y="192"/>
                      </a:lnTo>
                      <a:lnTo>
                        <a:pt x="480" y="192"/>
                      </a:lnTo>
                      <a:lnTo>
                        <a:pt x="480" y="188"/>
                      </a:lnTo>
                      <a:lnTo>
                        <a:pt x="480" y="188"/>
                      </a:lnTo>
                      <a:lnTo>
                        <a:pt x="486" y="190"/>
                      </a:lnTo>
                      <a:lnTo>
                        <a:pt x="486" y="190"/>
                      </a:lnTo>
                      <a:lnTo>
                        <a:pt x="492" y="190"/>
                      </a:lnTo>
                      <a:lnTo>
                        <a:pt x="498" y="192"/>
                      </a:lnTo>
                      <a:lnTo>
                        <a:pt x="498" y="192"/>
                      </a:lnTo>
                      <a:lnTo>
                        <a:pt x="502" y="194"/>
                      </a:lnTo>
                      <a:lnTo>
                        <a:pt x="504" y="194"/>
                      </a:lnTo>
                      <a:lnTo>
                        <a:pt x="506" y="194"/>
                      </a:lnTo>
                      <a:lnTo>
                        <a:pt x="506" y="194"/>
                      </a:lnTo>
                      <a:lnTo>
                        <a:pt x="508" y="192"/>
                      </a:lnTo>
                      <a:lnTo>
                        <a:pt x="508" y="192"/>
                      </a:lnTo>
                      <a:lnTo>
                        <a:pt x="510" y="192"/>
                      </a:lnTo>
                      <a:lnTo>
                        <a:pt x="510" y="190"/>
                      </a:lnTo>
                      <a:lnTo>
                        <a:pt x="510" y="190"/>
                      </a:lnTo>
                      <a:lnTo>
                        <a:pt x="504" y="188"/>
                      </a:lnTo>
                      <a:lnTo>
                        <a:pt x="502" y="190"/>
                      </a:lnTo>
                      <a:lnTo>
                        <a:pt x="502" y="190"/>
                      </a:lnTo>
                      <a:lnTo>
                        <a:pt x="492" y="190"/>
                      </a:lnTo>
                      <a:lnTo>
                        <a:pt x="494" y="188"/>
                      </a:lnTo>
                      <a:lnTo>
                        <a:pt x="494" y="188"/>
                      </a:lnTo>
                      <a:lnTo>
                        <a:pt x="494" y="186"/>
                      </a:lnTo>
                      <a:lnTo>
                        <a:pt x="496" y="184"/>
                      </a:lnTo>
                      <a:lnTo>
                        <a:pt x="494" y="184"/>
                      </a:lnTo>
                      <a:lnTo>
                        <a:pt x="490" y="184"/>
                      </a:lnTo>
                      <a:lnTo>
                        <a:pt x="490" y="186"/>
                      </a:lnTo>
                      <a:lnTo>
                        <a:pt x="490" y="186"/>
                      </a:lnTo>
                      <a:lnTo>
                        <a:pt x="486" y="186"/>
                      </a:lnTo>
                      <a:lnTo>
                        <a:pt x="486" y="186"/>
                      </a:lnTo>
                      <a:lnTo>
                        <a:pt x="488" y="184"/>
                      </a:lnTo>
                      <a:lnTo>
                        <a:pt x="490" y="182"/>
                      </a:lnTo>
                      <a:lnTo>
                        <a:pt x="490" y="182"/>
                      </a:lnTo>
                      <a:lnTo>
                        <a:pt x="492" y="180"/>
                      </a:lnTo>
                      <a:lnTo>
                        <a:pt x="492" y="180"/>
                      </a:lnTo>
                      <a:lnTo>
                        <a:pt x="488" y="176"/>
                      </a:lnTo>
                      <a:lnTo>
                        <a:pt x="482" y="174"/>
                      </a:lnTo>
                      <a:lnTo>
                        <a:pt x="484" y="172"/>
                      </a:lnTo>
                      <a:lnTo>
                        <a:pt x="484" y="172"/>
                      </a:lnTo>
                      <a:lnTo>
                        <a:pt x="484" y="172"/>
                      </a:lnTo>
                      <a:lnTo>
                        <a:pt x="486" y="172"/>
                      </a:lnTo>
                      <a:lnTo>
                        <a:pt x="486" y="172"/>
                      </a:lnTo>
                      <a:lnTo>
                        <a:pt x="488" y="174"/>
                      </a:lnTo>
                      <a:lnTo>
                        <a:pt x="488" y="174"/>
                      </a:lnTo>
                      <a:lnTo>
                        <a:pt x="494" y="174"/>
                      </a:lnTo>
                      <a:lnTo>
                        <a:pt x="494" y="174"/>
                      </a:lnTo>
                      <a:lnTo>
                        <a:pt x="496" y="172"/>
                      </a:lnTo>
                      <a:lnTo>
                        <a:pt x="498" y="172"/>
                      </a:lnTo>
                      <a:lnTo>
                        <a:pt x="498" y="172"/>
                      </a:lnTo>
                      <a:lnTo>
                        <a:pt x="498" y="174"/>
                      </a:lnTo>
                      <a:lnTo>
                        <a:pt x="498" y="176"/>
                      </a:lnTo>
                      <a:lnTo>
                        <a:pt x="498" y="176"/>
                      </a:lnTo>
                      <a:lnTo>
                        <a:pt x="498" y="176"/>
                      </a:lnTo>
                      <a:lnTo>
                        <a:pt x="502" y="176"/>
                      </a:lnTo>
                      <a:lnTo>
                        <a:pt x="502" y="176"/>
                      </a:lnTo>
                      <a:lnTo>
                        <a:pt x="502" y="168"/>
                      </a:lnTo>
                      <a:lnTo>
                        <a:pt x="500" y="160"/>
                      </a:lnTo>
                      <a:lnTo>
                        <a:pt x="498" y="160"/>
                      </a:lnTo>
                      <a:lnTo>
                        <a:pt x="498" y="160"/>
                      </a:lnTo>
                      <a:lnTo>
                        <a:pt x="498" y="158"/>
                      </a:lnTo>
                      <a:lnTo>
                        <a:pt x="500" y="158"/>
                      </a:lnTo>
                      <a:lnTo>
                        <a:pt x="500" y="158"/>
                      </a:lnTo>
                      <a:lnTo>
                        <a:pt x="500" y="156"/>
                      </a:lnTo>
                      <a:lnTo>
                        <a:pt x="498" y="154"/>
                      </a:lnTo>
                      <a:lnTo>
                        <a:pt x="498" y="154"/>
                      </a:lnTo>
                      <a:lnTo>
                        <a:pt x="494" y="154"/>
                      </a:lnTo>
                      <a:lnTo>
                        <a:pt x="490" y="158"/>
                      </a:lnTo>
                      <a:lnTo>
                        <a:pt x="490" y="158"/>
                      </a:lnTo>
                      <a:lnTo>
                        <a:pt x="488" y="156"/>
                      </a:lnTo>
                      <a:lnTo>
                        <a:pt x="488" y="156"/>
                      </a:lnTo>
                      <a:lnTo>
                        <a:pt x="488" y="156"/>
                      </a:lnTo>
                      <a:lnTo>
                        <a:pt x="484" y="156"/>
                      </a:lnTo>
                      <a:lnTo>
                        <a:pt x="484" y="156"/>
                      </a:lnTo>
                      <a:lnTo>
                        <a:pt x="484" y="152"/>
                      </a:lnTo>
                      <a:lnTo>
                        <a:pt x="484" y="152"/>
                      </a:lnTo>
                      <a:lnTo>
                        <a:pt x="488" y="154"/>
                      </a:lnTo>
                      <a:lnTo>
                        <a:pt x="488" y="154"/>
                      </a:lnTo>
                      <a:lnTo>
                        <a:pt x="490" y="152"/>
                      </a:lnTo>
                      <a:lnTo>
                        <a:pt x="490" y="152"/>
                      </a:lnTo>
                      <a:lnTo>
                        <a:pt x="492" y="150"/>
                      </a:lnTo>
                      <a:lnTo>
                        <a:pt x="490" y="146"/>
                      </a:lnTo>
                      <a:lnTo>
                        <a:pt x="490" y="146"/>
                      </a:lnTo>
                      <a:lnTo>
                        <a:pt x="492" y="146"/>
                      </a:lnTo>
                      <a:lnTo>
                        <a:pt x="490" y="146"/>
                      </a:lnTo>
                      <a:lnTo>
                        <a:pt x="490" y="146"/>
                      </a:lnTo>
                      <a:lnTo>
                        <a:pt x="490" y="142"/>
                      </a:lnTo>
                      <a:lnTo>
                        <a:pt x="490" y="142"/>
                      </a:lnTo>
                      <a:lnTo>
                        <a:pt x="498" y="144"/>
                      </a:lnTo>
                      <a:lnTo>
                        <a:pt x="504" y="144"/>
                      </a:lnTo>
                      <a:lnTo>
                        <a:pt x="504" y="144"/>
                      </a:lnTo>
                      <a:lnTo>
                        <a:pt x="508" y="148"/>
                      </a:lnTo>
                      <a:lnTo>
                        <a:pt x="508" y="148"/>
                      </a:lnTo>
                      <a:lnTo>
                        <a:pt x="516" y="146"/>
                      </a:lnTo>
                      <a:lnTo>
                        <a:pt x="514" y="146"/>
                      </a:lnTo>
                      <a:lnTo>
                        <a:pt x="514" y="146"/>
                      </a:lnTo>
                      <a:lnTo>
                        <a:pt x="514" y="142"/>
                      </a:lnTo>
                      <a:lnTo>
                        <a:pt x="514" y="140"/>
                      </a:lnTo>
                      <a:lnTo>
                        <a:pt x="514" y="140"/>
                      </a:lnTo>
                      <a:lnTo>
                        <a:pt x="512" y="136"/>
                      </a:lnTo>
                      <a:lnTo>
                        <a:pt x="512" y="136"/>
                      </a:lnTo>
                      <a:lnTo>
                        <a:pt x="510" y="134"/>
                      </a:lnTo>
                      <a:lnTo>
                        <a:pt x="510" y="134"/>
                      </a:lnTo>
                      <a:lnTo>
                        <a:pt x="508" y="132"/>
                      </a:lnTo>
                      <a:lnTo>
                        <a:pt x="508" y="132"/>
                      </a:lnTo>
                      <a:lnTo>
                        <a:pt x="506" y="132"/>
                      </a:lnTo>
                      <a:lnTo>
                        <a:pt x="506" y="132"/>
                      </a:lnTo>
                      <a:lnTo>
                        <a:pt x="506" y="136"/>
                      </a:lnTo>
                      <a:lnTo>
                        <a:pt x="506" y="136"/>
                      </a:lnTo>
                      <a:lnTo>
                        <a:pt x="504" y="136"/>
                      </a:lnTo>
                      <a:lnTo>
                        <a:pt x="502" y="134"/>
                      </a:lnTo>
                      <a:lnTo>
                        <a:pt x="502" y="134"/>
                      </a:lnTo>
                      <a:lnTo>
                        <a:pt x="496" y="136"/>
                      </a:lnTo>
                      <a:lnTo>
                        <a:pt x="496" y="136"/>
                      </a:lnTo>
                      <a:lnTo>
                        <a:pt x="496" y="128"/>
                      </a:lnTo>
                      <a:lnTo>
                        <a:pt x="496" y="128"/>
                      </a:lnTo>
                      <a:lnTo>
                        <a:pt x="504" y="128"/>
                      </a:lnTo>
                      <a:lnTo>
                        <a:pt x="504" y="128"/>
                      </a:lnTo>
                      <a:lnTo>
                        <a:pt x="506" y="128"/>
                      </a:lnTo>
                      <a:lnTo>
                        <a:pt x="506" y="126"/>
                      </a:lnTo>
                      <a:lnTo>
                        <a:pt x="500" y="124"/>
                      </a:lnTo>
                      <a:lnTo>
                        <a:pt x="500" y="124"/>
                      </a:lnTo>
                      <a:lnTo>
                        <a:pt x="498" y="122"/>
                      </a:lnTo>
                      <a:lnTo>
                        <a:pt x="498" y="122"/>
                      </a:lnTo>
                      <a:lnTo>
                        <a:pt x="496" y="122"/>
                      </a:lnTo>
                      <a:lnTo>
                        <a:pt x="494" y="124"/>
                      </a:lnTo>
                      <a:lnTo>
                        <a:pt x="494" y="124"/>
                      </a:lnTo>
                      <a:lnTo>
                        <a:pt x="490" y="122"/>
                      </a:lnTo>
                      <a:lnTo>
                        <a:pt x="486" y="120"/>
                      </a:lnTo>
                      <a:lnTo>
                        <a:pt x="486" y="120"/>
                      </a:lnTo>
                      <a:lnTo>
                        <a:pt x="484" y="122"/>
                      </a:lnTo>
                      <a:lnTo>
                        <a:pt x="484" y="122"/>
                      </a:lnTo>
                      <a:lnTo>
                        <a:pt x="482" y="120"/>
                      </a:lnTo>
                      <a:lnTo>
                        <a:pt x="484" y="120"/>
                      </a:lnTo>
                      <a:lnTo>
                        <a:pt x="484" y="120"/>
                      </a:lnTo>
                      <a:lnTo>
                        <a:pt x="484" y="116"/>
                      </a:lnTo>
                      <a:lnTo>
                        <a:pt x="484" y="116"/>
                      </a:lnTo>
                      <a:lnTo>
                        <a:pt x="492" y="118"/>
                      </a:lnTo>
                      <a:lnTo>
                        <a:pt x="498" y="120"/>
                      </a:lnTo>
                      <a:lnTo>
                        <a:pt x="498" y="120"/>
                      </a:lnTo>
                      <a:lnTo>
                        <a:pt x="500" y="114"/>
                      </a:lnTo>
                      <a:lnTo>
                        <a:pt x="500" y="114"/>
                      </a:lnTo>
                      <a:lnTo>
                        <a:pt x="502" y="112"/>
                      </a:lnTo>
                      <a:lnTo>
                        <a:pt x="506" y="110"/>
                      </a:lnTo>
                      <a:lnTo>
                        <a:pt x="506" y="110"/>
                      </a:lnTo>
                      <a:lnTo>
                        <a:pt x="506" y="108"/>
                      </a:lnTo>
                      <a:lnTo>
                        <a:pt x="506" y="106"/>
                      </a:lnTo>
                      <a:lnTo>
                        <a:pt x="506" y="106"/>
                      </a:lnTo>
                      <a:lnTo>
                        <a:pt x="506" y="106"/>
                      </a:lnTo>
                      <a:lnTo>
                        <a:pt x="506" y="104"/>
                      </a:lnTo>
                      <a:lnTo>
                        <a:pt x="506" y="104"/>
                      </a:lnTo>
                      <a:lnTo>
                        <a:pt x="510" y="98"/>
                      </a:lnTo>
                      <a:lnTo>
                        <a:pt x="508" y="98"/>
                      </a:lnTo>
                      <a:lnTo>
                        <a:pt x="506" y="94"/>
                      </a:lnTo>
                      <a:lnTo>
                        <a:pt x="506" y="94"/>
                      </a:lnTo>
                      <a:lnTo>
                        <a:pt x="520" y="94"/>
                      </a:lnTo>
                      <a:lnTo>
                        <a:pt x="520" y="94"/>
                      </a:lnTo>
                      <a:lnTo>
                        <a:pt x="520" y="90"/>
                      </a:lnTo>
                      <a:lnTo>
                        <a:pt x="520" y="90"/>
                      </a:lnTo>
                      <a:lnTo>
                        <a:pt x="524" y="86"/>
                      </a:lnTo>
                      <a:lnTo>
                        <a:pt x="524" y="84"/>
                      </a:lnTo>
                      <a:lnTo>
                        <a:pt x="524" y="82"/>
                      </a:lnTo>
                      <a:lnTo>
                        <a:pt x="518" y="80"/>
                      </a:lnTo>
                      <a:lnTo>
                        <a:pt x="518" y="80"/>
                      </a:lnTo>
                      <a:lnTo>
                        <a:pt x="514" y="80"/>
                      </a:lnTo>
                      <a:lnTo>
                        <a:pt x="508" y="80"/>
                      </a:lnTo>
                      <a:lnTo>
                        <a:pt x="508" y="80"/>
                      </a:lnTo>
                      <a:lnTo>
                        <a:pt x="506" y="82"/>
                      </a:lnTo>
                      <a:lnTo>
                        <a:pt x="506" y="82"/>
                      </a:lnTo>
                      <a:lnTo>
                        <a:pt x="498" y="86"/>
                      </a:lnTo>
                      <a:lnTo>
                        <a:pt x="498" y="86"/>
                      </a:lnTo>
                      <a:lnTo>
                        <a:pt x="498" y="82"/>
                      </a:lnTo>
                      <a:lnTo>
                        <a:pt x="498" y="82"/>
                      </a:lnTo>
                      <a:lnTo>
                        <a:pt x="496" y="80"/>
                      </a:lnTo>
                      <a:lnTo>
                        <a:pt x="496" y="78"/>
                      </a:lnTo>
                      <a:lnTo>
                        <a:pt x="498" y="76"/>
                      </a:lnTo>
                      <a:lnTo>
                        <a:pt x="498" y="76"/>
                      </a:lnTo>
                      <a:lnTo>
                        <a:pt x="502" y="74"/>
                      </a:lnTo>
                      <a:lnTo>
                        <a:pt x="508" y="76"/>
                      </a:lnTo>
                      <a:lnTo>
                        <a:pt x="520" y="78"/>
                      </a:lnTo>
                      <a:lnTo>
                        <a:pt x="520" y="78"/>
                      </a:lnTo>
                      <a:lnTo>
                        <a:pt x="528" y="78"/>
                      </a:lnTo>
                      <a:lnTo>
                        <a:pt x="528" y="78"/>
                      </a:lnTo>
                      <a:lnTo>
                        <a:pt x="530" y="78"/>
                      </a:lnTo>
                      <a:lnTo>
                        <a:pt x="530" y="78"/>
                      </a:lnTo>
                      <a:lnTo>
                        <a:pt x="540" y="70"/>
                      </a:lnTo>
                      <a:lnTo>
                        <a:pt x="540" y="70"/>
                      </a:lnTo>
                      <a:lnTo>
                        <a:pt x="540" y="68"/>
                      </a:lnTo>
                      <a:lnTo>
                        <a:pt x="540" y="66"/>
                      </a:lnTo>
                      <a:lnTo>
                        <a:pt x="540" y="66"/>
                      </a:lnTo>
                      <a:lnTo>
                        <a:pt x="532" y="66"/>
                      </a:lnTo>
                      <a:lnTo>
                        <a:pt x="532" y="66"/>
                      </a:lnTo>
                      <a:lnTo>
                        <a:pt x="530" y="70"/>
                      </a:lnTo>
                      <a:lnTo>
                        <a:pt x="530" y="70"/>
                      </a:lnTo>
                      <a:lnTo>
                        <a:pt x="524" y="68"/>
                      </a:lnTo>
                      <a:lnTo>
                        <a:pt x="524" y="68"/>
                      </a:lnTo>
                      <a:lnTo>
                        <a:pt x="520" y="70"/>
                      </a:lnTo>
                      <a:lnTo>
                        <a:pt x="514" y="70"/>
                      </a:lnTo>
                      <a:lnTo>
                        <a:pt x="514" y="70"/>
                      </a:lnTo>
                      <a:lnTo>
                        <a:pt x="508" y="66"/>
                      </a:lnTo>
                      <a:lnTo>
                        <a:pt x="508" y="66"/>
                      </a:lnTo>
                      <a:lnTo>
                        <a:pt x="514" y="66"/>
                      </a:lnTo>
                      <a:lnTo>
                        <a:pt x="518" y="66"/>
                      </a:lnTo>
                      <a:lnTo>
                        <a:pt x="518" y="66"/>
                      </a:lnTo>
                      <a:lnTo>
                        <a:pt x="520" y="64"/>
                      </a:lnTo>
                      <a:lnTo>
                        <a:pt x="520" y="64"/>
                      </a:lnTo>
                      <a:lnTo>
                        <a:pt x="526" y="64"/>
                      </a:lnTo>
                      <a:lnTo>
                        <a:pt x="532" y="66"/>
                      </a:lnTo>
                      <a:lnTo>
                        <a:pt x="532" y="66"/>
                      </a:lnTo>
                      <a:lnTo>
                        <a:pt x="536" y="64"/>
                      </a:lnTo>
                      <a:lnTo>
                        <a:pt x="536" y="64"/>
                      </a:lnTo>
                      <a:lnTo>
                        <a:pt x="540" y="64"/>
                      </a:lnTo>
                      <a:lnTo>
                        <a:pt x="544" y="66"/>
                      </a:lnTo>
                      <a:lnTo>
                        <a:pt x="544" y="66"/>
                      </a:lnTo>
                      <a:lnTo>
                        <a:pt x="544" y="62"/>
                      </a:lnTo>
                      <a:lnTo>
                        <a:pt x="544" y="62"/>
                      </a:lnTo>
                      <a:lnTo>
                        <a:pt x="554" y="62"/>
                      </a:lnTo>
                      <a:lnTo>
                        <a:pt x="554" y="62"/>
                      </a:lnTo>
                      <a:lnTo>
                        <a:pt x="554" y="58"/>
                      </a:lnTo>
                      <a:lnTo>
                        <a:pt x="554" y="58"/>
                      </a:lnTo>
                      <a:lnTo>
                        <a:pt x="554" y="58"/>
                      </a:lnTo>
                      <a:lnTo>
                        <a:pt x="558" y="58"/>
                      </a:lnTo>
                      <a:lnTo>
                        <a:pt x="558" y="58"/>
                      </a:lnTo>
                      <a:lnTo>
                        <a:pt x="562" y="54"/>
                      </a:lnTo>
                      <a:lnTo>
                        <a:pt x="562" y="54"/>
                      </a:lnTo>
                      <a:lnTo>
                        <a:pt x="566" y="54"/>
                      </a:lnTo>
                      <a:lnTo>
                        <a:pt x="568" y="54"/>
                      </a:lnTo>
                      <a:lnTo>
                        <a:pt x="568" y="54"/>
                      </a:lnTo>
                      <a:lnTo>
                        <a:pt x="570" y="52"/>
                      </a:lnTo>
                      <a:lnTo>
                        <a:pt x="570" y="52"/>
                      </a:lnTo>
                      <a:lnTo>
                        <a:pt x="568" y="50"/>
                      </a:lnTo>
                      <a:lnTo>
                        <a:pt x="566" y="46"/>
                      </a:lnTo>
                      <a:lnTo>
                        <a:pt x="566" y="46"/>
                      </a:lnTo>
                      <a:lnTo>
                        <a:pt x="560" y="48"/>
                      </a:lnTo>
                      <a:lnTo>
                        <a:pt x="554" y="48"/>
                      </a:lnTo>
                      <a:lnTo>
                        <a:pt x="554" y="48"/>
                      </a:lnTo>
                      <a:lnTo>
                        <a:pt x="538" y="44"/>
                      </a:lnTo>
                      <a:lnTo>
                        <a:pt x="538" y="44"/>
                      </a:lnTo>
                      <a:lnTo>
                        <a:pt x="534" y="44"/>
                      </a:lnTo>
                      <a:lnTo>
                        <a:pt x="528" y="46"/>
                      </a:lnTo>
                      <a:lnTo>
                        <a:pt x="528" y="46"/>
                      </a:lnTo>
                      <a:lnTo>
                        <a:pt x="524" y="44"/>
                      </a:lnTo>
                      <a:lnTo>
                        <a:pt x="520" y="44"/>
                      </a:lnTo>
                      <a:lnTo>
                        <a:pt x="520" y="48"/>
                      </a:lnTo>
                      <a:lnTo>
                        <a:pt x="520" y="48"/>
                      </a:lnTo>
                      <a:lnTo>
                        <a:pt x="510" y="50"/>
                      </a:lnTo>
                      <a:lnTo>
                        <a:pt x="510" y="50"/>
                      </a:lnTo>
                      <a:lnTo>
                        <a:pt x="510" y="52"/>
                      </a:lnTo>
                      <a:lnTo>
                        <a:pt x="510" y="52"/>
                      </a:lnTo>
                      <a:lnTo>
                        <a:pt x="508" y="52"/>
                      </a:lnTo>
                      <a:lnTo>
                        <a:pt x="506" y="52"/>
                      </a:lnTo>
                      <a:lnTo>
                        <a:pt x="506" y="52"/>
                      </a:lnTo>
                      <a:lnTo>
                        <a:pt x="502" y="50"/>
                      </a:lnTo>
                      <a:lnTo>
                        <a:pt x="500" y="52"/>
                      </a:lnTo>
                      <a:lnTo>
                        <a:pt x="500" y="52"/>
                      </a:lnTo>
                      <a:lnTo>
                        <a:pt x="496" y="46"/>
                      </a:lnTo>
                      <a:lnTo>
                        <a:pt x="496" y="46"/>
                      </a:lnTo>
                      <a:lnTo>
                        <a:pt x="492" y="52"/>
                      </a:lnTo>
                      <a:lnTo>
                        <a:pt x="488" y="54"/>
                      </a:lnTo>
                      <a:lnTo>
                        <a:pt x="488" y="54"/>
                      </a:lnTo>
                      <a:lnTo>
                        <a:pt x="484" y="54"/>
                      </a:lnTo>
                      <a:lnTo>
                        <a:pt x="484" y="54"/>
                      </a:lnTo>
                      <a:lnTo>
                        <a:pt x="480" y="58"/>
                      </a:lnTo>
                      <a:lnTo>
                        <a:pt x="480" y="58"/>
                      </a:lnTo>
                      <a:lnTo>
                        <a:pt x="474" y="60"/>
                      </a:lnTo>
                      <a:lnTo>
                        <a:pt x="466" y="62"/>
                      </a:lnTo>
                      <a:lnTo>
                        <a:pt x="466" y="62"/>
                      </a:lnTo>
                      <a:lnTo>
                        <a:pt x="462" y="60"/>
                      </a:lnTo>
                      <a:lnTo>
                        <a:pt x="462" y="60"/>
                      </a:lnTo>
                      <a:lnTo>
                        <a:pt x="460" y="62"/>
                      </a:lnTo>
                      <a:lnTo>
                        <a:pt x="460" y="62"/>
                      </a:lnTo>
                      <a:lnTo>
                        <a:pt x="456" y="60"/>
                      </a:lnTo>
                      <a:lnTo>
                        <a:pt x="456" y="60"/>
                      </a:lnTo>
                      <a:lnTo>
                        <a:pt x="460" y="58"/>
                      </a:lnTo>
                      <a:lnTo>
                        <a:pt x="464" y="56"/>
                      </a:lnTo>
                      <a:lnTo>
                        <a:pt x="464" y="56"/>
                      </a:lnTo>
                      <a:lnTo>
                        <a:pt x="468" y="56"/>
                      </a:lnTo>
                      <a:lnTo>
                        <a:pt x="468" y="56"/>
                      </a:lnTo>
                      <a:lnTo>
                        <a:pt x="468" y="54"/>
                      </a:lnTo>
                      <a:lnTo>
                        <a:pt x="468" y="54"/>
                      </a:lnTo>
                      <a:lnTo>
                        <a:pt x="474" y="52"/>
                      </a:lnTo>
                      <a:lnTo>
                        <a:pt x="474" y="52"/>
                      </a:lnTo>
                      <a:lnTo>
                        <a:pt x="480" y="44"/>
                      </a:lnTo>
                      <a:lnTo>
                        <a:pt x="480" y="44"/>
                      </a:lnTo>
                      <a:lnTo>
                        <a:pt x="480" y="42"/>
                      </a:lnTo>
                      <a:lnTo>
                        <a:pt x="480" y="40"/>
                      </a:lnTo>
                      <a:lnTo>
                        <a:pt x="480" y="40"/>
                      </a:lnTo>
                      <a:lnTo>
                        <a:pt x="468" y="42"/>
                      </a:lnTo>
                      <a:lnTo>
                        <a:pt x="468" y="42"/>
                      </a:lnTo>
                      <a:lnTo>
                        <a:pt x="466" y="40"/>
                      </a:lnTo>
                      <a:lnTo>
                        <a:pt x="462" y="40"/>
                      </a:lnTo>
                      <a:lnTo>
                        <a:pt x="462" y="40"/>
                      </a:lnTo>
                      <a:lnTo>
                        <a:pt x="460" y="42"/>
                      </a:lnTo>
                      <a:lnTo>
                        <a:pt x="460" y="42"/>
                      </a:lnTo>
                      <a:lnTo>
                        <a:pt x="460" y="48"/>
                      </a:lnTo>
                      <a:lnTo>
                        <a:pt x="460" y="48"/>
                      </a:lnTo>
                      <a:lnTo>
                        <a:pt x="438" y="48"/>
                      </a:lnTo>
                      <a:lnTo>
                        <a:pt x="438" y="48"/>
                      </a:lnTo>
                      <a:lnTo>
                        <a:pt x="440" y="46"/>
                      </a:lnTo>
                      <a:lnTo>
                        <a:pt x="440" y="46"/>
                      </a:lnTo>
                      <a:lnTo>
                        <a:pt x="440" y="42"/>
                      </a:lnTo>
                      <a:lnTo>
                        <a:pt x="440" y="42"/>
                      </a:lnTo>
                      <a:lnTo>
                        <a:pt x="440" y="42"/>
                      </a:lnTo>
                      <a:lnTo>
                        <a:pt x="438" y="40"/>
                      </a:lnTo>
                      <a:lnTo>
                        <a:pt x="438" y="40"/>
                      </a:lnTo>
                      <a:lnTo>
                        <a:pt x="414" y="42"/>
                      </a:lnTo>
                      <a:lnTo>
                        <a:pt x="414" y="42"/>
                      </a:lnTo>
                      <a:lnTo>
                        <a:pt x="410" y="42"/>
                      </a:lnTo>
                      <a:lnTo>
                        <a:pt x="410" y="42"/>
                      </a:lnTo>
                      <a:lnTo>
                        <a:pt x="406" y="42"/>
                      </a:lnTo>
                      <a:lnTo>
                        <a:pt x="404" y="42"/>
                      </a:lnTo>
                      <a:lnTo>
                        <a:pt x="404" y="42"/>
                      </a:lnTo>
                      <a:lnTo>
                        <a:pt x="400" y="42"/>
                      </a:lnTo>
                      <a:lnTo>
                        <a:pt x="398" y="42"/>
                      </a:lnTo>
                      <a:lnTo>
                        <a:pt x="398" y="42"/>
                      </a:lnTo>
                      <a:lnTo>
                        <a:pt x="398" y="42"/>
                      </a:lnTo>
                      <a:lnTo>
                        <a:pt x="396" y="42"/>
                      </a:lnTo>
                      <a:lnTo>
                        <a:pt x="396" y="42"/>
                      </a:lnTo>
                      <a:lnTo>
                        <a:pt x="390" y="44"/>
                      </a:lnTo>
                      <a:lnTo>
                        <a:pt x="384" y="46"/>
                      </a:lnTo>
                      <a:lnTo>
                        <a:pt x="384" y="46"/>
                      </a:lnTo>
                      <a:lnTo>
                        <a:pt x="380" y="46"/>
                      </a:lnTo>
                      <a:lnTo>
                        <a:pt x="376" y="46"/>
                      </a:lnTo>
                      <a:lnTo>
                        <a:pt x="376" y="46"/>
                      </a:lnTo>
                      <a:lnTo>
                        <a:pt x="374" y="48"/>
                      </a:lnTo>
                      <a:lnTo>
                        <a:pt x="374" y="50"/>
                      </a:lnTo>
                      <a:lnTo>
                        <a:pt x="374" y="50"/>
                      </a:lnTo>
                      <a:lnTo>
                        <a:pt x="370" y="50"/>
                      </a:lnTo>
                      <a:lnTo>
                        <a:pt x="370" y="50"/>
                      </a:lnTo>
                      <a:lnTo>
                        <a:pt x="372" y="46"/>
                      </a:lnTo>
                      <a:lnTo>
                        <a:pt x="372" y="46"/>
                      </a:lnTo>
                      <a:lnTo>
                        <a:pt x="378" y="46"/>
                      </a:lnTo>
                      <a:lnTo>
                        <a:pt x="384" y="44"/>
                      </a:lnTo>
                      <a:lnTo>
                        <a:pt x="384" y="44"/>
                      </a:lnTo>
                      <a:lnTo>
                        <a:pt x="386" y="42"/>
                      </a:lnTo>
                      <a:lnTo>
                        <a:pt x="386" y="42"/>
                      </a:lnTo>
                      <a:lnTo>
                        <a:pt x="386" y="42"/>
                      </a:lnTo>
                      <a:lnTo>
                        <a:pt x="390" y="42"/>
                      </a:lnTo>
                      <a:lnTo>
                        <a:pt x="394" y="42"/>
                      </a:lnTo>
                      <a:lnTo>
                        <a:pt x="394" y="42"/>
                      </a:lnTo>
                      <a:lnTo>
                        <a:pt x="394" y="38"/>
                      </a:lnTo>
                      <a:lnTo>
                        <a:pt x="394" y="38"/>
                      </a:lnTo>
                      <a:lnTo>
                        <a:pt x="400" y="36"/>
                      </a:lnTo>
                      <a:lnTo>
                        <a:pt x="400" y="36"/>
                      </a:lnTo>
                      <a:lnTo>
                        <a:pt x="408" y="36"/>
                      </a:lnTo>
                      <a:lnTo>
                        <a:pt x="408" y="36"/>
                      </a:lnTo>
                      <a:lnTo>
                        <a:pt x="424" y="36"/>
                      </a:lnTo>
                      <a:lnTo>
                        <a:pt x="428" y="38"/>
                      </a:lnTo>
                      <a:lnTo>
                        <a:pt x="428" y="38"/>
                      </a:lnTo>
                      <a:lnTo>
                        <a:pt x="440" y="36"/>
                      </a:lnTo>
                      <a:lnTo>
                        <a:pt x="454" y="36"/>
                      </a:lnTo>
                      <a:lnTo>
                        <a:pt x="454" y="36"/>
                      </a:lnTo>
                      <a:lnTo>
                        <a:pt x="458" y="38"/>
                      </a:lnTo>
                      <a:lnTo>
                        <a:pt x="464" y="38"/>
                      </a:lnTo>
                      <a:lnTo>
                        <a:pt x="464" y="38"/>
                      </a:lnTo>
                      <a:lnTo>
                        <a:pt x="472" y="36"/>
                      </a:lnTo>
                      <a:lnTo>
                        <a:pt x="472" y="36"/>
                      </a:lnTo>
                      <a:lnTo>
                        <a:pt x="478" y="36"/>
                      </a:lnTo>
                      <a:lnTo>
                        <a:pt x="482" y="36"/>
                      </a:lnTo>
                      <a:lnTo>
                        <a:pt x="482"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3" name="Freeform 172">
                  <a:extLst>
                    <a:ext uri="{FF2B5EF4-FFF2-40B4-BE49-F238E27FC236}">
                      <a16:creationId xmlns:a16="http://schemas.microsoft.com/office/drawing/2014/main" id="{C110EA82-7CFE-694F-B57B-737F8E2BAF46}"/>
                    </a:ext>
                  </a:extLst>
                </p:cNvPr>
                <p:cNvSpPr>
                  <a:spLocks/>
                </p:cNvSpPr>
                <p:nvPr/>
              </p:nvSpPr>
              <p:spPr bwMode="auto">
                <a:xfrm>
                  <a:off x="5275179" y="1884699"/>
                  <a:ext cx="203518" cy="144169"/>
                </a:xfrm>
                <a:custGeom>
                  <a:avLst/>
                  <a:gdLst>
                    <a:gd name="T0" fmla="*/ 76 w 104"/>
                    <a:gd name="T1" fmla="*/ 8 h 72"/>
                    <a:gd name="T2" fmla="*/ 72 w 104"/>
                    <a:gd name="T3" fmla="*/ 8 h 72"/>
                    <a:gd name="T4" fmla="*/ 68 w 104"/>
                    <a:gd name="T5" fmla="*/ 10 h 72"/>
                    <a:gd name="T6" fmla="*/ 58 w 104"/>
                    <a:gd name="T7" fmla="*/ 8 h 72"/>
                    <a:gd name="T8" fmla="*/ 54 w 104"/>
                    <a:gd name="T9" fmla="*/ 10 h 72"/>
                    <a:gd name="T10" fmla="*/ 54 w 104"/>
                    <a:gd name="T11" fmla="*/ 6 h 72"/>
                    <a:gd name="T12" fmla="*/ 48 w 104"/>
                    <a:gd name="T13" fmla="*/ 10 h 72"/>
                    <a:gd name="T14" fmla="*/ 44 w 104"/>
                    <a:gd name="T15" fmla="*/ 16 h 72"/>
                    <a:gd name="T16" fmla="*/ 40 w 104"/>
                    <a:gd name="T17" fmla="*/ 8 h 72"/>
                    <a:gd name="T18" fmla="*/ 38 w 104"/>
                    <a:gd name="T19" fmla="*/ 24 h 72"/>
                    <a:gd name="T20" fmla="*/ 32 w 104"/>
                    <a:gd name="T21" fmla="*/ 28 h 72"/>
                    <a:gd name="T22" fmla="*/ 28 w 104"/>
                    <a:gd name="T23" fmla="*/ 26 h 72"/>
                    <a:gd name="T24" fmla="*/ 28 w 104"/>
                    <a:gd name="T25" fmla="*/ 14 h 72"/>
                    <a:gd name="T26" fmla="*/ 26 w 104"/>
                    <a:gd name="T27" fmla="*/ 10 h 72"/>
                    <a:gd name="T28" fmla="*/ 16 w 104"/>
                    <a:gd name="T29" fmla="*/ 8 h 72"/>
                    <a:gd name="T30" fmla="*/ 20 w 104"/>
                    <a:gd name="T31" fmla="*/ 16 h 72"/>
                    <a:gd name="T32" fmla="*/ 12 w 104"/>
                    <a:gd name="T33" fmla="*/ 8 h 72"/>
                    <a:gd name="T34" fmla="*/ 10 w 104"/>
                    <a:gd name="T35" fmla="*/ 10 h 72"/>
                    <a:gd name="T36" fmla="*/ 10 w 104"/>
                    <a:gd name="T37" fmla="*/ 10 h 72"/>
                    <a:gd name="T38" fmla="*/ 10 w 104"/>
                    <a:gd name="T39" fmla="*/ 12 h 72"/>
                    <a:gd name="T40" fmla="*/ 4 w 104"/>
                    <a:gd name="T41" fmla="*/ 26 h 72"/>
                    <a:gd name="T42" fmla="*/ 0 w 104"/>
                    <a:gd name="T43" fmla="*/ 28 h 72"/>
                    <a:gd name="T44" fmla="*/ 6 w 104"/>
                    <a:gd name="T45" fmla="*/ 28 h 72"/>
                    <a:gd name="T46" fmla="*/ 18 w 104"/>
                    <a:gd name="T47" fmla="*/ 24 h 72"/>
                    <a:gd name="T48" fmla="*/ 16 w 104"/>
                    <a:gd name="T49" fmla="*/ 26 h 72"/>
                    <a:gd name="T50" fmla="*/ 20 w 104"/>
                    <a:gd name="T51" fmla="*/ 30 h 72"/>
                    <a:gd name="T52" fmla="*/ 14 w 104"/>
                    <a:gd name="T53" fmla="*/ 32 h 72"/>
                    <a:gd name="T54" fmla="*/ 4 w 104"/>
                    <a:gd name="T55" fmla="*/ 38 h 72"/>
                    <a:gd name="T56" fmla="*/ 10 w 104"/>
                    <a:gd name="T57" fmla="*/ 40 h 72"/>
                    <a:gd name="T58" fmla="*/ 20 w 104"/>
                    <a:gd name="T59" fmla="*/ 46 h 72"/>
                    <a:gd name="T60" fmla="*/ 22 w 104"/>
                    <a:gd name="T61" fmla="*/ 52 h 72"/>
                    <a:gd name="T62" fmla="*/ 14 w 104"/>
                    <a:gd name="T63" fmla="*/ 58 h 72"/>
                    <a:gd name="T64" fmla="*/ 30 w 104"/>
                    <a:gd name="T65" fmla="*/ 60 h 72"/>
                    <a:gd name="T66" fmla="*/ 34 w 104"/>
                    <a:gd name="T67" fmla="*/ 62 h 72"/>
                    <a:gd name="T68" fmla="*/ 38 w 104"/>
                    <a:gd name="T69" fmla="*/ 70 h 72"/>
                    <a:gd name="T70" fmla="*/ 54 w 104"/>
                    <a:gd name="T71" fmla="*/ 70 h 72"/>
                    <a:gd name="T72" fmla="*/ 56 w 104"/>
                    <a:gd name="T73" fmla="*/ 70 h 72"/>
                    <a:gd name="T74" fmla="*/ 60 w 104"/>
                    <a:gd name="T75" fmla="*/ 64 h 72"/>
                    <a:gd name="T76" fmla="*/ 64 w 104"/>
                    <a:gd name="T77" fmla="*/ 60 h 72"/>
                    <a:gd name="T78" fmla="*/ 70 w 104"/>
                    <a:gd name="T79" fmla="*/ 58 h 72"/>
                    <a:gd name="T80" fmla="*/ 80 w 104"/>
                    <a:gd name="T81" fmla="*/ 54 h 72"/>
                    <a:gd name="T82" fmla="*/ 90 w 104"/>
                    <a:gd name="T83" fmla="*/ 48 h 72"/>
                    <a:gd name="T84" fmla="*/ 94 w 104"/>
                    <a:gd name="T85" fmla="*/ 40 h 72"/>
                    <a:gd name="T86" fmla="*/ 98 w 104"/>
                    <a:gd name="T87" fmla="*/ 36 h 72"/>
                    <a:gd name="T88" fmla="*/ 102 w 104"/>
                    <a:gd name="T89" fmla="*/ 38 h 72"/>
                    <a:gd name="T90" fmla="*/ 104 w 104"/>
                    <a:gd name="T91" fmla="*/ 32 h 72"/>
                    <a:gd name="T92" fmla="*/ 102 w 104"/>
                    <a:gd name="T93" fmla="*/ 26 h 72"/>
                    <a:gd name="T94" fmla="*/ 98 w 104"/>
                    <a:gd name="T95" fmla="*/ 24 h 72"/>
                    <a:gd name="T96" fmla="*/ 94 w 104"/>
                    <a:gd name="T97" fmla="*/ 20 h 72"/>
                    <a:gd name="T98" fmla="*/ 90 w 104"/>
                    <a:gd name="T99" fmla="*/ 12 h 72"/>
                    <a:gd name="T100" fmla="*/ 94 w 104"/>
                    <a:gd name="T101" fmla="*/ 6 h 72"/>
                    <a:gd name="T102" fmla="*/ 88 w 104"/>
                    <a:gd name="T103" fmla="*/ 8 h 72"/>
                    <a:gd name="T104" fmla="*/ 80 w 104"/>
                    <a:gd name="T10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4" h="72">
                      <a:moveTo>
                        <a:pt x="80" y="0"/>
                      </a:moveTo>
                      <a:lnTo>
                        <a:pt x="80" y="0"/>
                      </a:lnTo>
                      <a:lnTo>
                        <a:pt x="76" y="0"/>
                      </a:lnTo>
                      <a:lnTo>
                        <a:pt x="76" y="0"/>
                      </a:lnTo>
                      <a:lnTo>
                        <a:pt x="76" y="8"/>
                      </a:lnTo>
                      <a:lnTo>
                        <a:pt x="76" y="8"/>
                      </a:lnTo>
                      <a:lnTo>
                        <a:pt x="74" y="10"/>
                      </a:lnTo>
                      <a:lnTo>
                        <a:pt x="72" y="10"/>
                      </a:lnTo>
                      <a:lnTo>
                        <a:pt x="72" y="10"/>
                      </a:lnTo>
                      <a:lnTo>
                        <a:pt x="72" y="8"/>
                      </a:lnTo>
                      <a:lnTo>
                        <a:pt x="70" y="6"/>
                      </a:lnTo>
                      <a:lnTo>
                        <a:pt x="70" y="6"/>
                      </a:lnTo>
                      <a:lnTo>
                        <a:pt x="70" y="6"/>
                      </a:lnTo>
                      <a:lnTo>
                        <a:pt x="68" y="10"/>
                      </a:lnTo>
                      <a:lnTo>
                        <a:pt x="68" y="10"/>
                      </a:lnTo>
                      <a:lnTo>
                        <a:pt x="66" y="10"/>
                      </a:lnTo>
                      <a:lnTo>
                        <a:pt x="64" y="12"/>
                      </a:lnTo>
                      <a:lnTo>
                        <a:pt x="64" y="12"/>
                      </a:lnTo>
                      <a:lnTo>
                        <a:pt x="60" y="10"/>
                      </a:lnTo>
                      <a:lnTo>
                        <a:pt x="58" y="8"/>
                      </a:lnTo>
                      <a:lnTo>
                        <a:pt x="58" y="8"/>
                      </a:lnTo>
                      <a:lnTo>
                        <a:pt x="58" y="16"/>
                      </a:lnTo>
                      <a:lnTo>
                        <a:pt x="58" y="16"/>
                      </a:lnTo>
                      <a:lnTo>
                        <a:pt x="56" y="14"/>
                      </a:lnTo>
                      <a:lnTo>
                        <a:pt x="54" y="10"/>
                      </a:lnTo>
                      <a:lnTo>
                        <a:pt x="54" y="10"/>
                      </a:lnTo>
                      <a:lnTo>
                        <a:pt x="54" y="8"/>
                      </a:lnTo>
                      <a:lnTo>
                        <a:pt x="54" y="8"/>
                      </a:lnTo>
                      <a:lnTo>
                        <a:pt x="54" y="6"/>
                      </a:lnTo>
                      <a:lnTo>
                        <a:pt x="54" y="6"/>
                      </a:lnTo>
                      <a:lnTo>
                        <a:pt x="52" y="6"/>
                      </a:lnTo>
                      <a:lnTo>
                        <a:pt x="52" y="6"/>
                      </a:lnTo>
                      <a:lnTo>
                        <a:pt x="50" y="8"/>
                      </a:lnTo>
                      <a:lnTo>
                        <a:pt x="50" y="8"/>
                      </a:lnTo>
                      <a:lnTo>
                        <a:pt x="48" y="10"/>
                      </a:lnTo>
                      <a:lnTo>
                        <a:pt x="46" y="10"/>
                      </a:lnTo>
                      <a:lnTo>
                        <a:pt x="44" y="12"/>
                      </a:lnTo>
                      <a:lnTo>
                        <a:pt x="46" y="16"/>
                      </a:lnTo>
                      <a:lnTo>
                        <a:pt x="46" y="16"/>
                      </a:lnTo>
                      <a:lnTo>
                        <a:pt x="44" y="16"/>
                      </a:lnTo>
                      <a:lnTo>
                        <a:pt x="44" y="18"/>
                      </a:lnTo>
                      <a:lnTo>
                        <a:pt x="44" y="18"/>
                      </a:lnTo>
                      <a:lnTo>
                        <a:pt x="42" y="12"/>
                      </a:lnTo>
                      <a:lnTo>
                        <a:pt x="42" y="12"/>
                      </a:lnTo>
                      <a:lnTo>
                        <a:pt x="40" y="8"/>
                      </a:lnTo>
                      <a:lnTo>
                        <a:pt x="40" y="8"/>
                      </a:lnTo>
                      <a:lnTo>
                        <a:pt x="38" y="10"/>
                      </a:lnTo>
                      <a:lnTo>
                        <a:pt x="38" y="10"/>
                      </a:lnTo>
                      <a:lnTo>
                        <a:pt x="38" y="16"/>
                      </a:lnTo>
                      <a:lnTo>
                        <a:pt x="38" y="24"/>
                      </a:lnTo>
                      <a:lnTo>
                        <a:pt x="38" y="24"/>
                      </a:lnTo>
                      <a:lnTo>
                        <a:pt x="34" y="22"/>
                      </a:lnTo>
                      <a:lnTo>
                        <a:pt x="32" y="22"/>
                      </a:lnTo>
                      <a:lnTo>
                        <a:pt x="32" y="22"/>
                      </a:lnTo>
                      <a:lnTo>
                        <a:pt x="32" y="28"/>
                      </a:lnTo>
                      <a:lnTo>
                        <a:pt x="32" y="28"/>
                      </a:lnTo>
                      <a:lnTo>
                        <a:pt x="28" y="30"/>
                      </a:lnTo>
                      <a:lnTo>
                        <a:pt x="28" y="30"/>
                      </a:lnTo>
                      <a:lnTo>
                        <a:pt x="28" y="26"/>
                      </a:lnTo>
                      <a:lnTo>
                        <a:pt x="28" y="26"/>
                      </a:lnTo>
                      <a:lnTo>
                        <a:pt x="28" y="20"/>
                      </a:lnTo>
                      <a:lnTo>
                        <a:pt x="28" y="18"/>
                      </a:lnTo>
                      <a:lnTo>
                        <a:pt x="28" y="16"/>
                      </a:lnTo>
                      <a:lnTo>
                        <a:pt x="28" y="16"/>
                      </a:lnTo>
                      <a:lnTo>
                        <a:pt x="28" y="14"/>
                      </a:lnTo>
                      <a:lnTo>
                        <a:pt x="28" y="12"/>
                      </a:lnTo>
                      <a:lnTo>
                        <a:pt x="26" y="12"/>
                      </a:lnTo>
                      <a:lnTo>
                        <a:pt x="26" y="12"/>
                      </a:lnTo>
                      <a:lnTo>
                        <a:pt x="26" y="10"/>
                      </a:lnTo>
                      <a:lnTo>
                        <a:pt x="26" y="10"/>
                      </a:lnTo>
                      <a:lnTo>
                        <a:pt x="24" y="6"/>
                      </a:lnTo>
                      <a:lnTo>
                        <a:pt x="24" y="6"/>
                      </a:lnTo>
                      <a:lnTo>
                        <a:pt x="16" y="6"/>
                      </a:lnTo>
                      <a:lnTo>
                        <a:pt x="16" y="8"/>
                      </a:lnTo>
                      <a:lnTo>
                        <a:pt x="16" y="8"/>
                      </a:lnTo>
                      <a:lnTo>
                        <a:pt x="20" y="10"/>
                      </a:lnTo>
                      <a:lnTo>
                        <a:pt x="20" y="10"/>
                      </a:lnTo>
                      <a:lnTo>
                        <a:pt x="20" y="14"/>
                      </a:lnTo>
                      <a:lnTo>
                        <a:pt x="22" y="16"/>
                      </a:lnTo>
                      <a:lnTo>
                        <a:pt x="20" y="16"/>
                      </a:lnTo>
                      <a:lnTo>
                        <a:pt x="20" y="16"/>
                      </a:lnTo>
                      <a:lnTo>
                        <a:pt x="18" y="14"/>
                      </a:lnTo>
                      <a:lnTo>
                        <a:pt x="18" y="14"/>
                      </a:lnTo>
                      <a:lnTo>
                        <a:pt x="14" y="12"/>
                      </a:lnTo>
                      <a:lnTo>
                        <a:pt x="12" y="8"/>
                      </a:lnTo>
                      <a:lnTo>
                        <a:pt x="12" y="8"/>
                      </a:lnTo>
                      <a:lnTo>
                        <a:pt x="12" y="8"/>
                      </a:lnTo>
                      <a:lnTo>
                        <a:pt x="12" y="8"/>
                      </a:lnTo>
                      <a:lnTo>
                        <a:pt x="10" y="6"/>
                      </a:lnTo>
                      <a:lnTo>
                        <a:pt x="10" y="10"/>
                      </a:lnTo>
                      <a:lnTo>
                        <a:pt x="10" y="10"/>
                      </a:lnTo>
                      <a:lnTo>
                        <a:pt x="10" y="10"/>
                      </a:lnTo>
                      <a:lnTo>
                        <a:pt x="10" y="10"/>
                      </a:lnTo>
                      <a:lnTo>
                        <a:pt x="10" y="10"/>
                      </a:lnTo>
                      <a:lnTo>
                        <a:pt x="10" y="10"/>
                      </a:lnTo>
                      <a:lnTo>
                        <a:pt x="10" y="10"/>
                      </a:lnTo>
                      <a:lnTo>
                        <a:pt x="6" y="12"/>
                      </a:lnTo>
                      <a:lnTo>
                        <a:pt x="6" y="12"/>
                      </a:lnTo>
                      <a:lnTo>
                        <a:pt x="8" y="12"/>
                      </a:lnTo>
                      <a:lnTo>
                        <a:pt x="10" y="12"/>
                      </a:lnTo>
                      <a:lnTo>
                        <a:pt x="10" y="12"/>
                      </a:lnTo>
                      <a:lnTo>
                        <a:pt x="10" y="18"/>
                      </a:lnTo>
                      <a:lnTo>
                        <a:pt x="8" y="20"/>
                      </a:lnTo>
                      <a:lnTo>
                        <a:pt x="8" y="20"/>
                      </a:lnTo>
                      <a:lnTo>
                        <a:pt x="4" y="26"/>
                      </a:lnTo>
                      <a:lnTo>
                        <a:pt x="4" y="26"/>
                      </a:lnTo>
                      <a:lnTo>
                        <a:pt x="2" y="26"/>
                      </a:lnTo>
                      <a:lnTo>
                        <a:pt x="0" y="24"/>
                      </a:lnTo>
                      <a:lnTo>
                        <a:pt x="0" y="28"/>
                      </a:lnTo>
                      <a:lnTo>
                        <a:pt x="0" y="28"/>
                      </a:lnTo>
                      <a:lnTo>
                        <a:pt x="4" y="28"/>
                      </a:lnTo>
                      <a:lnTo>
                        <a:pt x="4" y="28"/>
                      </a:lnTo>
                      <a:lnTo>
                        <a:pt x="4" y="28"/>
                      </a:lnTo>
                      <a:lnTo>
                        <a:pt x="6" y="28"/>
                      </a:lnTo>
                      <a:lnTo>
                        <a:pt x="6" y="28"/>
                      </a:lnTo>
                      <a:lnTo>
                        <a:pt x="8" y="26"/>
                      </a:lnTo>
                      <a:lnTo>
                        <a:pt x="8" y="26"/>
                      </a:lnTo>
                      <a:lnTo>
                        <a:pt x="16" y="22"/>
                      </a:lnTo>
                      <a:lnTo>
                        <a:pt x="16" y="22"/>
                      </a:lnTo>
                      <a:lnTo>
                        <a:pt x="18" y="24"/>
                      </a:lnTo>
                      <a:lnTo>
                        <a:pt x="18" y="24"/>
                      </a:lnTo>
                      <a:lnTo>
                        <a:pt x="20" y="24"/>
                      </a:lnTo>
                      <a:lnTo>
                        <a:pt x="20" y="26"/>
                      </a:lnTo>
                      <a:lnTo>
                        <a:pt x="16" y="26"/>
                      </a:lnTo>
                      <a:lnTo>
                        <a:pt x="16" y="26"/>
                      </a:lnTo>
                      <a:lnTo>
                        <a:pt x="18" y="32"/>
                      </a:lnTo>
                      <a:lnTo>
                        <a:pt x="18" y="32"/>
                      </a:lnTo>
                      <a:lnTo>
                        <a:pt x="20" y="30"/>
                      </a:lnTo>
                      <a:lnTo>
                        <a:pt x="20" y="30"/>
                      </a:lnTo>
                      <a:lnTo>
                        <a:pt x="20" y="30"/>
                      </a:lnTo>
                      <a:lnTo>
                        <a:pt x="20" y="32"/>
                      </a:lnTo>
                      <a:lnTo>
                        <a:pt x="20" y="34"/>
                      </a:lnTo>
                      <a:lnTo>
                        <a:pt x="20" y="34"/>
                      </a:lnTo>
                      <a:lnTo>
                        <a:pt x="14" y="32"/>
                      </a:lnTo>
                      <a:lnTo>
                        <a:pt x="14" y="32"/>
                      </a:lnTo>
                      <a:lnTo>
                        <a:pt x="12" y="34"/>
                      </a:lnTo>
                      <a:lnTo>
                        <a:pt x="8" y="38"/>
                      </a:lnTo>
                      <a:lnTo>
                        <a:pt x="8" y="38"/>
                      </a:lnTo>
                      <a:lnTo>
                        <a:pt x="4" y="38"/>
                      </a:lnTo>
                      <a:lnTo>
                        <a:pt x="4" y="38"/>
                      </a:lnTo>
                      <a:lnTo>
                        <a:pt x="4" y="40"/>
                      </a:lnTo>
                      <a:lnTo>
                        <a:pt x="4" y="42"/>
                      </a:lnTo>
                      <a:lnTo>
                        <a:pt x="4" y="42"/>
                      </a:lnTo>
                      <a:lnTo>
                        <a:pt x="8" y="42"/>
                      </a:lnTo>
                      <a:lnTo>
                        <a:pt x="10" y="40"/>
                      </a:lnTo>
                      <a:lnTo>
                        <a:pt x="10" y="40"/>
                      </a:lnTo>
                      <a:lnTo>
                        <a:pt x="18" y="42"/>
                      </a:lnTo>
                      <a:lnTo>
                        <a:pt x="18" y="42"/>
                      </a:lnTo>
                      <a:lnTo>
                        <a:pt x="20" y="46"/>
                      </a:lnTo>
                      <a:lnTo>
                        <a:pt x="20" y="46"/>
                      </a:lnTo>
                      <a:lnTo>
                        <a:pt x="20" y="46"/>
                      </a:lnTo>
                      <a:lnTo>
                        <a:pt x="22" y="46"/>
                      </a:lnTo>
                      <a:lnTo>
                        <a:pt x="22" y="46"/>
                      </a:lnTo>
                      <a:lnTo>
                        <a:pt x="22" y="50"/>
                      </a:lnTo>
                      <a:lnTo>
                        <a:pt x="22" y="52"/>
                      </a:lnTo>
                      <a:lnTo>
                        <a:pt x="22" y="52"/>
                      </a:lnTo>
                      <a:lnTo>
                        <a:pt x="22" y="56"/>
                      </a:lnTo>
                      <a:lnTo>
                        <a:pt x="22" y="56"/>
                      </a:lnTo>
                      <a:lnTo>
                        <a:pt x="18" y="56"/>
                      </a:lnTo>
                      <a:lnTo>
                        <a:pt x="14" y="58"/>
                      </a:lnTo>
                      <a:lnTo>
                        <a:pt x="14" y="60"/>
                      </a:lnTo>
                      <a:lnTo>
                        <a:pt x="14" y="60"/>
                      </a:lnTo>
                      <a:lnTo>
                        <a:pt x="22" y="60"/>
                      </a:lnTo>
                      <a:lnTo>
                        <a:pt x="30" y="58"/>
                      </a:lnTo>
                      <a:lnTo>
                        <a:pt x="30" y="60"/>
                      </a:lnTo>
                      <a:lnTo>
                        <a:pt x="30" y="60"/>
                      </a:lnTo>
                      <a:lnTo>
                        <a:pt x="32" y="60"/>
                      </a:lnTo>
                      <a:lnTo>
                        <a:pt x="34" y="60"/>
                      </a:lnTo>
                      <a:lnTo>
                        <a:pt x="34" y="62"/>
                      </a:lnTo>
                      <a:lnTo>
                        <a:pt x="34" y="62"/>
                      </a:lnTo>
                      <a:lnTo>
                        <a:pt x="40" y="64"/>
                      </a:lnTo>
                      <a:lnTo>
                        <a:pt x="42" y="64"/>
                      </a:lnTo>
                      <a:lnTo>
                        <a:pt x="42" y="64"/>
                      </a:lnTo>
                      <a:lnTo>
                        <a:pt x="38" y="70"/>
                      </a:lnTo>
                      <a:lnTo>
                        <a:pt x="38" y="70"/>
                      </a:lnTo>
                      <a:lnTo>
                        <a:pt x="42" y="68"/>
                      </a:lnTo>
                      <a:lnTo>
                        <a:pt x="42" y="68"/>
                      </a:lnTo>
                      <a:lnTo>
                        <a:pt x="48" y="70"/>
                      </a:lnTo>
                      <a:lnTo>
                        <a:pt x="50" y="72"/>
                      </a:lnTo>
                      <a:lnTo>
                        <a:pt x="54" y="70"/>
                      </a:lnTo>
                      <a:lnTo>
                        <a:pt x="54" y="70"/>
                      </a:lnTo>
                      <a:lnTo>
                        <a:pt x="56" y="68"/>
                      </a:lnTo>
                      <a:lnTo>
                        <a:pt x="56" y="68"/>
                      </a:lnTo>
                      <a:lnTo>
                        <a:pt x="56" y="68"/>
                      </a:lnTo>
                      <a:lnTo>
                        <a:pt x="56" y="70"/>
                      </a:lnTo>
                      <a:lnTo>
                        <a:pt x="58" y="70"/>
                      </a:lnTo>
                      <a:lnTo>
                        <a:pt x="58" y="70"/>
                      </a:lnTo>
                      <a:lnTo>
                        <a:pt x="60" y="68"/>
                      </a:lnTo>
                      <a:lnTo>
                        <a:pt x="60" y="68"/>
                      </a:lnTo>
                      <a:lnTo>
                        <a:pt x="60" y="64"/>
                      </a:lnTo>
                      <a:lnTo>
                        <a:pt x="60" y="62"/>
                      </a:lnTo>
                      <a:lnTo>
                        <a:pt x="60" y="62"/>
                      </a:lnTo>
                      <a:lnTo>
                        <a:pt x="60" y="58"/>
                      </a:lnTo>
                      <a:lnTo>
                        <a:pt x="60" y="58"/>
                      </a:lnTo>
                      <a:lnTo>
                        <a:pt x="64" y="60"/>
                      </a:lnTo>
                      <a:lnTo>
                        <a:pt x="68" y="62"/>
                      </a:lnTo>
                      <a:lnTo>
                        <a:pt x="68" y="62"/>
                      </a:lnTo>
                      <a:lnTo>
                        <a:pt x="70" y="62"/>
                      </a:lnTo>
                      <a:lnTo>
                        <a:pt x="70" y="62"/>
                      </a:lnTo>
                      <a:lnTo>
                        <a:pt x="70" y="58"/>
                      </a:lnTo>
                      <a:lnTo>
                        <a:pt x="72" y="58"/>
                      </a:lnTo>
                      <a:lnTo>
                        <a:pt x="72" y="58"/>
                      </a:lnTo>
                      <a:lnTo>
                        <a:pt x="76" y="60"/>
                      </a:lnTo>
                      <a:lnTo>
                        <a:pt x="76" y="60"/>
                      </a:lnTo>
                      <a:lnTo>
                        <a:pt x="80" y="54"/>
                      </a:lnTo>
                      <a:lnTo>
                        <a:pt x="80" y="54"/>
                      </a:lnTo>
                      <a:lnTo>
                        <a:pt x="84" y="52"/>
                      </a:lnTo>
                      <a:lnTo>
                        <a:pt x="88" y="52"/>
                      </a:lnTo>
                      <a:lnTo>
                        <a:pt x="88" y="52"/>
                      </a:lnTo>
                      <a:lnTo>
                        <a:pt x="90" y="48"/>
                      </a:lnTo>
                      <a:lnTo>
                        <a:pt x="90" y="48"/>
                      </a:lnTo>
                      <a:lnTo>
                        <a:pt x="92" y="48"/>
                      </a:lnTo>
                      <a:lnTo>
                        <a:pt x="92" y="48"/>
                      </a:lnTo>
                      <a:lnTo>
                        <a:pt x="94" y="40"/>
                      </a:lnTo>
                      <a:lnTo>
                        <a:pt x="94" y="40"/>
                      </a:lnTo>
                      <a:lnTo>
                        <a:pt x="98" y="40"/>
                      </a:lnTo>
                      <a:lnTo>
                        <a:pt x="98" y="38"/>
                      </a:lnTo>
                      <a:lnTo>
                        <a:pt x="98" y="36"/>
                      </a:lnTo>
                      <a:lnTo>
                        <a:pt x="98" y="36"/>
                      </a:lnTo>
                      <a:lnTo>
                        <a:pt x="98" y="36"/>
                      </a:lnTo>
                      <a:lnTo>
                        <a:pt x="100" y="36"/>
                      </a:lnTo>
                      <a:lnTo>
                        <a:pt x="98" y="38"/>
                      </a:lnTo>
                      <a:lnTo>
                        <a:pt x="98" y="38"/>
                      </a:lnTo>
                      <a:lnTo>
                        <a:pt x="100" y="38"/>
                      </a:lnTo>
                      <a:lnTo>
                        <a:pt x="102" y="38"/>
                      </a:lnTo>
                      <a:lnTo>
                        <a:pt x="102" y="38"/>
                      </a:lnTo>
                      <a:lnTo>
                        <a:pt x="104" y="36"/>
                      </a:lnTo>
                      <a:lnTo>
                        <a:pt x="102" y="34"/>
                      </a:lnTo>
                      <a:lnTo>
                        <a:pt x="104" y="32"/>
                      </a:lnTo>
                      <a:lnTo>
                        <a:pt x="104" y="32"/>
                      </a:lnTo>
                      <a:lnTo>
                        <a:pt x="102" y="32"/>
                      </a:lnTo>
                      <a:lnTo>
                        <a:pt x="102" y="30"/>
                      </a:lnTo>
                      <a:lnTo>
                        <a:pt x="102" y="30"/>
                      </a:lnTo>
                      <a:lnTo>
                        <a:pt x="102" y="28"/>
                      </a:lnTo>
                      <a:lnTo>
                        <a:pt x="102" y="26"/>
                      </a:lnTo>
                      <a:lnTo>
                        <a:pt x="102" y="26"/>
                      </a:lnTo>
                      <a:lnTo>
                        <a:pt x="100" y="22"/>
                      </a:lnTo>
                      <a:lnTo>
                        <a:pt x="100" y="22"/>
                      </a:lnTo>
                      <a:lnTo>
                        <a:pt x="100" y="22"/>
                      </a:lnTo>
                      <a:lnTo>
                        <a:pt x="98" y="24"/>
                      </a:lnTo>
                      <a:lnTo>
                        <a:pt x="98" y="22"/>
                      </a:lnTo>
                      <a:lnTo>
                        <a:pt x="98" y="22"/>
                      </a:lnTo>
                      <a:lnTo>
                        <a:pt x="96" y="20"/>
                      </a:lnTo>
                      <a:lnTo>
                        <a:pt x="94" y="20"/>
                      </a:lnTo>
                      <a:lnTo>
                        <a:pt x="94" y="20"/>
                      </a:lnTo>
                      <a:lnTo>
                        <a:pt x="92" y="22"/>
                      </a:lnTo>
                      <a:lnTo>
                        <a:pt x="92" y="22"/>
                      </a:lnTo>
                      <a:lnTo>
                        <a:pt x="92" y="14"/>
                      </a:lnTo>
                      <a:lnTo>
                        <a:pt x="92" y="14"/>
                      </a:lnTo>
                      <a:lnTo>
                        <a:pt x="90" y="12"/>
                      </a:lnTo>
                      <a:lnTo>
                        <a:pt x="90" y="12"/>
                      </a:lnTo>
                      <a:lnTo>
                        <a:pt x="90" y="8"/>
                      </a:lnTo>
                      <a:lnTo>
                        <a:pt x="90" y="8"/>
                      </a:lnTo>
                      <a:lnTo>
                        <a:pt x="94" y="6"/>
                      </a:lnTo>
                      <a:lnTo>
                        <a:pt x="94" y="6"/>
                      </a:lnTo>
                      <a:lnTo>
                        <a:pt x="96" y="4"/>
                      </a:lnTo>
                      <a:lnTo>
                        <a:pt x="96" y="4"/>
                      </a:lnTo>
                      <a:lnTo>
                        <a:pt x="88" y="6"/>
                      </a:lnTo>
                      <a:lnTo>
                        <a:pt x="88" y="6"/>
                      </a:lnTo>
                      <a:lnTo>
                        <a:pt x="88" y="8"/>
                      </a:lnTo>
                      <a:lnTo>
                        <a:pt x="86" y="8"/>
                      </a:lnTo>
                      <a:lnTo>
                        <a:pt x="86" y="8"/>
                      </a:lnTo>
                      <a:lnTo>
                        <a:pt x="82" y="0"/>
                      </a:lnTo>
                      <a:lnTo>
                        <a:pt x="82" y="0"/>
                      </a:lnTo>
                      <a:lnTo>
                        <a:pt x="80" y="0"/>
                      </a:lnTo>
                      <a:lnTo>
                        <a:pt x="8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nvGrpSpPr>
              <p:cNvPr id="675" name="Group 674">
                <a:extLst>
                  <a:ext uri="{FF2B5EF4-FFF2-40B4-BE49-F238E27FC236}">
                    <a16:creationId xmlns:a16="http://schemas.microsoft.com/office/drawing/2014/main" id="{4ADB1748-A463-5543-A1B5-058E7FA486D7}"/>
                  </a:ext>
                </a:extLst>
              </p:cNvPr>
              <p:cNvGrpSpPr/>
              <p:nvPr/>
            </p:nvGrpSpPr>
            <p:grpSpPr>
              <a:xfrm>
                <a:off x="5631334" y="1640412"/>
                <a:ext cx="2573326" cy="1557831"/>
                <a:chOff x="5631334" y="1640412"/>
                <a:chExt cx="2573326" cy="1557831"/>
              </a:xfrm>
              <a:grpFill/>
            </p:grpSpPr>
            <p:sp>
              <p:nvSpPr>
                <p:cNvPr id="676" name="Freeform 291">
                  <a:extLst>
                    <a:ext uri="{FF2B5EF4-FFF2-40B4-BE49-F238E27FC236}">
                      <a16:creationId xmlns:a16="http://schemas.microsoft.com/office/drawing/2014/main" id="{8C60473A-7861-9949-97F2-44A2B654263D}"/>
                    </a:ext>
                  </a:extLst>
                </p:cNvPr>
                <p:cNvSpPr>
                  <a:spLocks/>
                </p:cNvSpPr>
                <p:nvPr/>
              </p:nvSpPr>
              <p:spPr bwMode="auto">
                <a:xfrm>
                  <a:off x="6384743" y="2785757"/>
                  <a:ext cx="133070" cy="156184"/>
                </a:xfrm>
                <a:custGeom>
                  <a:avLst/>
                  <a:gdLst>
                    <a:gd name="T0" fmla="*/ 68 w 68"/>
                    <a:gd name="T1" fmla="*/ 28 h 78"/>
                    <a:gd name="T2" fmla="*/ 62 w 68"/>
                    <a:gd name="T3" fmla="*/ 26 h 78"/>
                    <a:gd name="T4" fmla="*/ 60 w 68"/>
                    <a:gd name="T5" fmla="*/ 22 h 78"/>
                    <a:gd name="T6" fmla="*/ 64 w 68"/>
                    <a:gd name="T7" fmla="*/ 20 h 78"/>
                    <a:gd name="T8" fmla="*/ 66 w 68"/>
                    <a:gd name="T9" fmla="*/ 20 h 78"/>
                    <a:gd name="T10" fmla="*/ 64 w 68"/>
                    <a:gd name="T11" fmla="*/ 18 h 78"/>
                    <a:gd name="T12" fmla="*/ 56 w 68"/>
                    <a:gd name="T13" fmla="*/ 14 h 78"/>
                    <a:gd name="T14" fmla="*/ 56 w 68"/>
                    <a:gd name="T15" fmla="*/ 16 h 78"/>
                    <a:gd name="T16" fmla="*/ 52 w 68"/>
                    <a:gd name="T17" fmla="*/ 20 h 78"/>
                    <a:gd name="T18" fmla="*/ 50 w 68"/>
                    <a:gd name="T19" fmla="*/ 18 h 78"/>
                    <a:gd name="T20" fmla="*/ 46 w 68"/>
                    <a:gd name="T21" fmla="*/ 14 h 78"/>
                    <a:gd name="T22" fmla="*/ 42 w 68"/>
                    <a:gd name="T23" fmla="*/ 14 h 78"/>
                    <a:gd name="T24" fmla="*/ 44 w 68"/>
                    <a:gd name="T25" fmla="*/ 10 h 78"/>
                    <a:gd name="T26" fmla="*/ 40 w 68"/>
                    <a:gd name="T27" fmla="*/ 4 h 78"/>
                    <a:gd name="T28" fmla="*/ 36 w 68"/>
                    <a:gd name="T29" fmla="*/ 0 h 78"/>
                    <a:gd name="T30" fmla="*/ 30 w 68"/>
                    <a:gd name="T31" fmla="*/ 0 h 78"/>
                    <a:gd name="T32" fmla="*/ 20 w 68"/>
                    <a:gd name="T33" fmla="*/ 4 h 78"/>
                    <a:gd name="T34" fmla="*/ 18 w 68"/>
                    <a:gd name="T35" fmla="*/ 6 h 78"/>
                    <a:gd name="T36" fmla="*/ 14 w 68"/>
                    <a:gd name="T37" fmla="*/ 8 h 78"/>
                    <a:gd name="T38" fmla="*/ 12 w 68"/>
                    <a:gd name="T39" fmla="*/ 12 h 78"/>
                    <a:gd name="T40" fmla="*/ 12 w 68"/>
                    <a:gd name="T41" fmla="*/ 14 h 78"/>
                    <a:gd name="T42" fmla="*/ 14 w 68"/>
                    <a:gd name="T43" fmla="*/ 18 h 78"/>
                    <a:gd name="T44" fmla="*/ 12 w 68"/>
                    <a:gd name="T45" fmla="*/ 22 h 78"/>
                    <a:gd name="T46" fmla="*/ 12 w 68"/>
                    <a:gd name="T47" fmla="*/ 26 h 78"/>
                    <a:gd name="T48" fmla="*/ 16 w 68"/>
                    <a:gd name="T49" fmla="*/ 30 h 78"/>
                    <a:gd name="T50" fmla="*/ 16 w 68"/>
                    <a:gd name="T51" fmla="*/ 32 h 78"/>
                    <a:gd name="T52" fmla="*/ 10 w 68"/>
                    <a:gd name="T53" fmla="*/ 34 h 78"/>
                    <a:gd name="T54" fmla="*/ 12 w 68"/>
                    <a:gd name="T55" fmla="*/ 36 h 78"/>
                    <a:gd name="T56" fmla="*/ 16 w 68"/>
                    <a:gd name="T57" fmla="*/ 38 h 78"/>
                    <a:gd name="T58" fmla="*/ 16 w 68"/>
                    <a:gd name="T59" fmla="*/ 40 h 78"/>
                    <a:gd name="T60" fmla="*/ 10 w 68"/>
                    <a:gd name="T61" fmla="*/ 44 h 78"/>
                    <a:gd name="T62" fmla="*/ 8 w 68"/>
                    <a:gd name="T63" fmla="*/ 48 h 78"/>
                    <a:gd name="T64" fmla="*/ 2 w 68"/>
                    <a:gd name="T65" fmla="*/ 50 h 78"/>
                    <a:gd name="T66" fmla="*/ 0 w 68"/>
                    <a:gd name="T67" fmla="*/ 54 h 78"/>
                    <a:gd name="T68" fmla="*/ 0 w 68"/>
                    <a:gd name="T69" fmla="*/ 58 h 78"/>
                    <a:gd name="T70" fmla="*/ 2 w 68"/>
                    <a:gd name="T71" fmla="*/ 66 h 78"/>
                    <a:gd name="T72" fmla="*/ 4 w 68"/>
                    <a:gd name="T73" fmla="*/ 66 h 78"/>
                    <a:gd name="T74" fmla="*/ 10 w 68"/>
                    <a:gd name="T75" fmla="*/ 72 h 78"/>
                    <a:gd name="T76" fmla="*/ 12 w 68"/>
                    <a:gd name="T77" fmla="*/ 66 h 78"/>
                    <a:gd name="T78" fmla="*/ 22 w 68"/>
                    <a:gd name="T79" fmla="*/ 68 h 78"/>
                    <a:gd name="T80" fmla="*/ 30 w 68"/>
                    <a:gd name="T81" fmla="*/ 70 h 78"/>
                    <a:gd name="T82" fmla="*/ 32 w 68"/>
                    <a:gd name="T83" fmla="*/ 78 h 78"/>
                    <a:gd name="T84" fmla="*/ 42 w 68"/>
                    <a:gd name="T85" fmla="*/ 70 h 78"/>
                    <a:gd name="T86" fmla="*/ 46 w 68"/>
                    <a:gd name="T87" fmla="*/ 68 h 78"/>
                    <a:gd name="T88" fmla="*/ 54 w 68"/>
                    <a:gd name="T89" fmla="*/ 68 h 78"/>
                    <a:gd name="T90" fmla="*/ 62 w 68"/>
                    <a:gd name="T91" fmla="*/ 64 h 78"/>
                    <a:gd name="T92" fmla="*/ 62 w 68"/>
                    <a:gd name="T93" fmla="*/ 64 h 78"/>
                    <a:gd name="T94" fmla="*/ 64 w 68"/>
                    <a:gd name="T95" fmla="*/ 60 h 78"/>
                    <a:gd name="T96" fmla="*/ 68 w 68"/>
                    <a:gd name="T97" fmla="*/ 52 h 78"/>
                    <a:gd name="T98" fmla="*/ 68 w 68"/>
                    <a:gd name="T99" fmla="*/ 52 h 78"/>
                    <a:gd name="T100" fmla="*/ 60 w 68"/>
                    <a:gd name="T101" fmla="*/ 48 h 78"/>
                    <a:gd name="T102" fmla="*/ 58 w 68"/>
                    <a:gd name="T103" fmla="*/ 44 h 78"/>
                    <a:gd name="T104" fmla="*/ 60 w 68"/>
                    <a:gd name="T105" fmla="*/ 40 h 78"/>
                    <a:gd name="T106" fmla="*/ 64 w 68"/>
                    <a:gd name="T107" fmla="*/ 36 h 78"/>
                    <a:gd name="T108" fmla="*/ 68 w 68"/>
                    <a:gd name="T109" fmla="*/ 32 h 78"/>
                    <a:gd name="T110" fmla="*/ 68 w 68"/>
                    <a:gd name="T111" fmla="*/ 2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8" h="78">
                      <a:moveTo>
                        <a:pt x="68" y="28"/>
                      </a:moveTo>
                      <a:lnTo>
                        <a:pt x="68" y="28"/>
                      </a:lnTo>
                      <a:lnTo>
                        <a:pt x="66" y="28"/>
                      </a:lnTo>
                      <a:lnTo>
                        <a:pt x="62" y="26"/>
                      </a:lnTo>
                      <a:lnTo>
                        <a:pt x="62" y="26"/>
                      </a:lnTo>
                      <a:lnTo>
                        <a:pt x="60" y="22"/>
                      </a:lnTo>
                      <a:lnTo>
                        <a:pt x="60" y="20"/>
                      </a:lnTo>
                      <a:lnTo>
                        <a:pt x="64" y="20"/>
                      </a:lnTo>
                      <a:lnTo>
                        <a:pt x="64" y="20"/>
                      </a:lnTo>
                      <a:lnTo>
                        <a:pt x="66" y="20"/>
                      </a:lnTo>
                      <a:lnTo>
                        <a:pt x="64" y="18"/>
                      </a:lnTo>
                      <a:lnTo>
                        <a:pt x="64" y="18"/>
                      </a:lnTo>
                      <a:lnTo>
                        <a:pt x="60" y="14"/>
                      </a:lnTo>
                      <a:lnTo>
                        <a:pt x="56" y="14"/>
                      </a:lnTo>
                      <a:lnTo>
                        <a:pt x="56" y="16"/>
                      </a:lnTo>
                      <a:lnTo>
                        <a:pt x="56" y="16"/>
                      </a:lnTo>
                      <a:lnTo>
                        <a:pt x="54" y="18"/>
                      </a:lnTo>
                      <a:lnTo>
                        <a:pt x="52" y="20"/>
                      </a:lnTo>
                      <a:lnTo>
                        <a:pt x="50" y="18"/>
                      </a:lnTo>
                      <a:lnTo>
                        <a:pt x="50" y="18"/>
                      </a:lnTo>
                      <a:lnTo>
                        <a:pt x="48" y="14"/>
                      </a:lnTo>
                      <a:lnTo>
                        <a:pt x="46" y="14"/>
                      </a:lnTo>
                      <a:lnTo>
                        <a:pt x="46" y="14"/>
                      </a:lnTo>
                      <a:lnTo>
                        <a:pt x="42" y="14"/>
                      </a:lnTo>
                      <a:lnTo>
                        <a:pt x="44" y="10"/>
                      </a:lnTo>
                      <a:lnTo>
                        <a:pt x="44" y="10"/>
                      </a:lnTo>
                      <a:lnTo>
                        <a:pt x="42" y="6"/>
                      </a:lnTo>
                      <a:lnTo>
                        <a:pt x="40" y="4"/>
                      </a:lnTo>
                      <a:lnTo>
                        <a:pt x="36" y="0"/>
                      </a:lnTo>
                      <a:lnTo>
                        <a:pt x="36" y="0"/>
                      </a:lnTo>
                      <a:lnTo>
                        <a:pt x="30" y="0"/>
                      </a:lnTo>
                      <a:lnTo>
                        <a:pt x="30" y="0"/>
                      </a:lnTo>
                      <a:lnTo>
                        <a:pt x="24" y="0"/>
                      </a:lnTo>
                      <a:lnTo>
                        <a:pt x="20" y="4"/>
                      </a:lnTo>
                      <a:lnTo>
                        <a:pt x="20" y="4"/>
                      </a:lnTo>
                      <a:lnTo>
                        <a:pt x="18" y="6"/>
                      </a:lnTo>
                      <a:lnTo>
                        <a:pt x="14" y="8"/>
                      </a:lnTo>
                      <a:lnTo>
                        <a:pt x="14" y="8"/>
                      </a:lnTo>
                      <a:lnTo>
                        <a:pt x="12" y="10"/>
                      </a:lnTo>
                      <a:lnTo>
                        <a:pt x="12" y="12"/>
                      </a:lnTo>
                      <a:lnTo>
                        <a:pt x="12" y="14"/>
                      </a:lnTo>
                      <a:lnTo>
                        <a:pt x="12" y="14"/>
                      </a:lnTo>
                      <a:lnTo>
                        <a:pt x="14" y="16"/>
                      </a:lnTo>
                      <a:lnTo>
                        <a:pt x="14" y="18"/>
                      </a:lnTo>
                      <a:lnTo>
                        <a:pt x="12" y="22"/>
                      </a:lnTo>
                      <a:lnTo>
                        <a:pt x="12" y="22"/>
                      </a:lnTo>
                      <a:lnTo>
                        <a:pt x="12" y="26"/>
                      </a:lnTo>
                      <a:lnTo>
                        <a:pt x="12" y="26"/>
                      </a:lnTo>
                      <a:lnTo>
                        <a:pt x="14" y="30"/>
                      </a:lnTo>
                      <a:lnTo>
                        <a:pt x="16" y="30"/>
                      </a:lnTo>
                      <a:lnTo>
                        <a:pt x="16" y="32"/>
                      </a:lnTo>
                      <a:lnTo>
                        <a:pt x="16" y="32"/>
                      </a:lnTo>
                      <a:lnTo>
                        <a:pt x="14" y="34"/>
                      </a:lnTo>
                      <a:lnTo>
                        <a:pt x="10" y="34"/>
                      </a:lnTo>
                      <a:lnTo>
                        <a:pt x="10" y="34"/>
                      </a:lnTo>
                      <a:lnTo>
                        <a:pt x="12" y="36"/>
                      </a:lnTo>
                      <a:lnTo>
                        <a:pt x="14" y="38"/>
                      </a:lnTo>
                      <a:lnTo>
                        <a:pt x="16" y="38"/>
                      </a:lnTo>
                      <a:lnTo>
                        <a:pt x="16" y="40"/>
                      </a:lnTo>
                      <a:lnTo>
                        <a:pt x="16" y="40"/>
                      </a:lnTo>
                      <a:lnTo>
                        <a:pt x="14" y="42"/>
                      </a:lnTo>
                      <a:lnTo>
                        <a:pt x="10" y="44"/>
                      </a:lnTo>
                      <a:lnTo>
                        <a:pt x="10" y="44"/>
                      </a:lnTo>
                      <a:lnTo>
                        <a:pt x="8" y="48"/>
                      </a:lnTo>
                      <a:lnTo>
                        <a:pt x="8" y="48"/>
                      </a:lnTo>
                      <a:lnTo>
                        <a:pt x="2" y="50"/>
                      </a:lnTo>
                      <a:lnTo>
                        <a:pt x="2" y="50"/>
                      </a:lnTo>
                      <a:lnTo>
                        <a:pt x="0" y="54"/>
                      </a:lnTo>
                      <a:lnTo>
                        <a:pt x="0" y="58"/>
                      </a:lnTo>
                      <a:lnTo>
                        <a:pt x="0" y="58"/>
                      </a:lnTo>
                      <a:lnTo>
                        <a:pt x="0" y="62"/>
                      </a:lnTo>
                      <a:lnTo>
                        <a:pt x="2" y="66"/>
                      </a:lnTo>
                      <a:lnTo>
                        <a:pt x="2" y="66"/>
                      </a:lnTo>
                      <a:lnTo>
                        <a:pt x="4" y="66"/>
                      </a:lnTo>
                      <a:lnTo>
                        <a:pt x="4" y="66"/>
                      </a:lnTo>
                      <a:lnTo>
                        <a:pt x="10" y="72"/>
                      </a:lnTo>
                      <a:lnTo>
                        <a:pt x="10" y="72"/>
                      </a:lnTo>
                      <a:lnTo>
                        <a:pt x="12" y="66"/>
                      </a:lnTo>
                      <a:lnTo>
                        <a:pt x="20" y="62"/>
                      </a:lnTo>
                      <a:lnTo>
                        <a:pt x="22" y="68"/>
                      </a:lnTo>
                      <a:lnTo>
                        <a:pt x="24" y="64"/>
                      </a:lnTo>
                      <a:lnTo>
                        <a:pt x="30" y="70"/>
                      </a:lnTo>
                      <a:lnTo>
                        <a:pt x="32" y="78"/>
                      </a:lnTo>
                      <a:lnTo>
                        <a:pt x="32" y="78"/>
                      </a:lnTo>
                      <a:lnTo>
                        <a:pt x="38" y="72"/>
                      </a:lnTo>
                      <a:lnTo>
                        <a:pt x="42" y="70"/>
                      </a:lnTo>
                      <a:lnTo>
                        <a:pt x="44" y="74"/>
                      </a:lnTo>
                      <a:lnTo>
                        <a:pt x="46" y="68"/>
                      </a:lnTo>
                      <a:lnTo>
                        <a:pt x="50" y="68"/>
                      </a:lnTo>
                      <a:lnTo>
                        <a:pt x="54" y="68"/>
                      </a:lnTo>
                      <a:lnTo>
                        <a:pt x="60" y="66"/>
                      </a:lnTo>
                      <a:lnTo>
                        <a:pt x="62" y="64"/>
                      </a:lnTo>
                      <a:lnTo>
                        <a:pt x="62" y="64"/>
                      </a:lnTo>
                      <a:lnTo>
                        <a:pt x="62" y="64"/>
                      </a:lnTo>
                      <a:lnTo>
                        <a:pt x="64" y="60"/>
                      </a:lnTo>
                      <a:lnTo>
                        <a:pt x="64" y="60"/>
                      </a:lnTo>
                      <a:lnTo>
                        <a:pt x="68" y="54"/>
                      </a:lnTo>
                      <a:lnTo>
                        <a:pt x="68" y="52"/>
                      </a:lnTo>
                      <a:lnTo>
                        <a:pt x="68" y="52"/>
                      </a:lnTo>
                      <a:lnTo>
                        <a:pt x="68" y="52"/>
                      </a:lnTo>
                      <a:lnTo>
                        <a:pt x="62" y="50"/>
                      </a:lnTo>
                      <a:lnTo>
                        <a:pt x="60" y="48"/>
                      </a:lnTo>
                      <a:lnTo>
                        <a:pt x="60" y="48"/>
                      </a:lnTo>
                      <a:lnTo>
                        <a:pt x="58" y="44"/>
                      </a:lnTo>
                      <a:lnTo>
                        <a:pt x="60" y="40"/>
                      </a:lnTo>
                      <a:lnTo>
                        <a:pt x="60" y="40"/>
                      </a:lnTo>
                      <a:lnTo>
                        <a:pt x="60" y="38"/>
                      </a:lnTo>
                      <a:lnTo>
                        <a:pt x="64" y="36"/>
                      </a:lnTo>
                      <a:lnTo>
                        <a:pt x="64" y="36"/>
                      </a:lnTo>
                      <a:lnTo>
                        <a:pt x="68" y="32"/>
                      </a:lnTo>
                      <a:lnTo>
                        <a:pt x="68" y="28"/>
                      </a:lnTo>
                      <a:lnTo>
                        <a:pt x="68"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7" name="Freeform 296">
                  <a:extLst>
                    <a:ext uri="{FF2B5EF4-FFF2-40B4-BE49-F238E27FC236}">
                      <a16:creationId xmlns:a16="http://schemas.microsoft.com/office/drawing/2014/main" id="{44BE2636-EFEA-FB47-8131-B7E59CA0AD51}"/>
                    </a:ext>
                  </a:extLst>
                </p:cNvPr>
                <p:cNvSpPr>
                  <a:spLocks/>
                </p:cNvSpPr>
                <p:nvPr/>
              </p:nvSpPr>
              <p:spPr bwMode="auto">
                <a:xfrm>
                  <a:off x="7367106" y="2793767"/>
                  <a:ext cx="434432" cy="320376"/>
                </a:xfrm>
                <a:custGeom>
                  <a:avLst/>
                  <a:gdLst>
                    <a:gd name="T0" fmla="*/ 194 w 222"/>
                    <a:gd name="T1" fmla="*/ 60 h 160"/>
                    <a:gd name="T2" fmla="*/ 178 w 222"/>
                    <a:gd name="T3" fmla="*/ 64 h 160"/>
                    <a:gd name="T4" fmla="*/ 170 w 222"/>
                    <a:gd name="T5" fmla="*/ 70 h 160"/>
                    <a:gd name="T6" fmla="*/ 166 w 222"/>
                    <a:gd name="T7" fmla="*/ 78 h 160"/>
                    <a:gd name="T8" fmla="*/ 152 w 222"/>
                    <a:gd name="T9" fmla="*/ 86 h 160"/>
                    <a:gd name="T10" fmla="*/ 146 w 222"/>
                    <a:gd name="T11" fmla="*/ 76 h 160"/>
                    <a:gd name="T12" fmla="*/ 130 w 222"/>
                    <a:gd name="T13" fmla="*/ 74 h 160"/>
                    <a:gd name="T14" fmla="*/ 128 w 222"/>
                    <a:gd name="T15" fmla="*/ 68 h 160"/>
                    <a:gd name="T16" fmla="*/ 126 w 222"/>
                    <a:gd name="T17" fmla="*/ 62 h 160"/>
                    <a:gd name="T18" fmla="*/ 114 w 222"/>
                    <a:gd name="T19" fmla="*/ 60 h 160"/>
                    <a:gd name="T20" fmla="*/ 92 w 222"/>
                    <a:gd name="T21" fmla="*/ 52 h 160"/>
                    <a:gd name="T22" fmla="*/ 76 w 222"/>
                    <a:gd name="T23" fmla="*/ 36 h 160"/>
                    <a:gd name="T24" fmla="*/ 66 w 222"/>
                    <a:gd name="T25" fmla="*/ 34 h 160"/>
                    <a:gd name="T26" fmla="*/ 50 w 222"/>
                    <a:gd name="T27" fmla="*/ 42 h 160"/>
                    <a:gd name="T28" fmla="*/ 48 w 222"/>
                    <a:gd name="T29" fmla="*/ 36 h 160"/>
                    <a:gd name="T30" fmla="*/ 40 w 222"/>
                    <a:gd name="T31" fmla="*/ 44 h 160"/>
                    <a:gd name="T32" fmla="*/ 44 w 222"/>
                    <a:gd name="T33" fmla="*/ 34 h 160"/>
                    <a:gd name="T34" fmla="*/ 30 w 222"/>
                    <a:gd name="T35" fmla="*/ 30 h 160"/>
                    <a:gd name="T36" fmla="*/ 30 w 222"/>
                    <a:gd name="T37" fmla="*/ 26 h 160"/>
                    <a:gd name="T38" fmla="*/ 30 w 222"/>
                    <a:gd name="T39" fmla="*/ 16 h 160"/>
                    <a:gd name="T40" fmla="*/ 34 w 222"/>
                    <a:gd name="T41" fmla="*/ 2 h 160"/>
                    <a:gd name="T42" fmla="*/ 16 w 222"/>
                    <a:gd name="T43" fmla="*/ 2 h 160"/>
                    <a:gd name="T44" fmla="*/ 14 w 222"/>
                    <a:gd name="T45" fmla="*/ 74 h 160"/>
                    <a:gd name="T46" fmla="*/ 22 w 222"/>
                    <a:gd name="T47" fmla="*/ 60 h 160"/>
                    <a:gd name="T48" fmla="*/ 38 w 222"/>
                    <a:gd name="T49" fmla="*/ 62 h 160"/>
                    <a:gd name="T50" fmla="*/ 48 w 222"/>
                    <a:gd name="T51" fmla="*/ 86 h 160"/>
                    <a:gd name="T52" fmla="*/ 78 w 222"/>
                    <a:gd name="T53" fmla="*/ 82 h 160"/>
                    <a:gd name="T54" fmla="*/ 92 w 222"/>
                    <a:gd name="T55" fmla="*/ 112 h 160"/>
                    <a:gd name="T56" fmla="*/ 120 w 222"/>
                    <a:gd name="T57" fmla="*/ 128 h 160"/>
                    <a:gd name="T58" fmla="*/ 142 w 222"/>
                    <a:gd name="T59" fmla="*/ 138 h 160"/>
                    <a:gd name="T60" fmla="*/ 144 w 222"/>
                    <a:gd name="T61" fmla="*/ 160 h 160"/>
                    <a:gd name="T62" fmla="*/ 158 w 222"/>
                    <a:gd name="T63" fmla="*/ 150 h 160"/>
                    <a:gd name="T64" fmla="*/ 162 w 222"/>
                    <a:gd name="T65" fmla="*/ 140 h 160"/>
                    <a:gd name="T66" fmla="*/ 164 w 222"/>
                    <a:gd name="T67" fmla="*/ 130 h 160"/>
                    <a:gd name="T68" fmla="*/ 154 w 222"/>
                    <a:gd name="T69" fmla="*/ 128 h 160"/>
                    <a:gd name="T70" fmla="*/ 152 w 222"/>
                    <a:gd name="T71" fmla="*/ 116 h 160"/>
                    <a:gd name="T72" fmla="*/ 158 w 222"/>
                    <a:gd name="T73" fmla="*/ 118 h 160"/>
                    <a:gd name="T74" fmla="*/ 168 w 222"/>
                    <a:gd name="T75" fmla="*/ 112 h 160"/>
                    <a:gd name="T76" fmla="*/ 168 w 222"/>
                    <a:gd name="T77" fmla="*/ 110 h 160"/>
                    <a:gd name="T78" fmla="*/ 174 w 222"/>
                    <a:gd name="T79" fmla="*/ 100 h 160"/>
                    <a:gd name="T80" fmla="*/ 170 w 222"/>
                    <a:gd name="T81" fmla="*/ 90 h 160"/>
                    <a:gd name="T82" fmla="*/ 176 w 222"/>
                    <a:gd name="T83" fmla="*/ 88 h 160"/>
                    <a:gd name="T84" fmla="*/ 186 w 222"/>
                    <a:gd name="T85" fmla="*/ 92 h 160"/>
                    <a:gd name="T86" fmla="*/ 196 w 222"/>
                    <a:gd name="T87" fmla="*/ 94 h 160"/>
                    <a:gd name="T88" fmla="*/ 194 w 222"/>
                    <a:gd name="T89" fmla="*/ 104 h 160"/>
                    <a:gd name="T90" fmla="*/ 202 w 222"/>
                    <a:gd name="T91" fmla="*/ 100 h 160"/>
                    <a:gd name="T92" fmla="*/ 214 w 222"/>
                    <a:gd name="T93" fmla="*/ 96 h 160"/>
                    <a:gd name="T94" fmla="*/ 218 w 222"/>
                    <a:gd name="T95" fmla="*/ 86 h 160"/>
                    <a:gd name="T96" fmla="*/ 206 w 222"/>
                    <a:gd name="T97" fmla="*/ 82 h 160"/>
                    <a:gd name="T98" fmla="*/ 202 w 222"/>
                    <a:gd name="T99" fmla="*/ 76 h 160"/>
                    <a:gd name="T100" fmla="*/ 192 w 222"/>
                    <a:gd name="T101" fmla="*/ 74 h 160"/>
                    <a:gd name="T102" fmla="*/ 194 w 222"/>
                    <a:gd name="T103" fmla="*/ 70 h 160"/>
                    <a:gd name="T104" fmla="*/ 200 w 222"/>
                    <a:gd name="T105" fmla="*/ 60 h 160"/>
                    <a:gd name="T106" fmla="*/ 200 w 222"/>
                    <a:gd name="T107" fmla="*/ 5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2" h="160">
                      <a:moveTo>
                        <a:pt x="200" y="58"/>
                      </a:moveTo>
                      <a:lnTo>
                        <a:pt x="200" y="58"/>
                      </a:lnTo>
                      <a:lnTo>
                        <a:pt x="198" y="58"/>
                      </a:lnTo>
                      <a:lnTo>
                        <a:pt x="194" y="60"/>
                      </a:lnTo>
                      <a:lnTo>
                        <a:pt x="194" y="60"/>
                      </a:lnTo>
                      <a:lnTo>
                        <a:pt x="190" y="62"/>
                      </a:lnTo>
                      <a:lnTo>
                        <a:pt x="186" y="62"/>
                      </a:lnTo>
                      <a:lnTo>
                        <a:pt x="186" y="62"/>
                      </a:lnTo>
                      <a:lnTo>
                        <a:pt x="180" y="64"/>
                      </a:lnTo>
                      <a:lnTo>
                        <a:pt x="178" y="64"/>
                      </a:lnTo>
                      <a:lnTo>
                        <a:pt x="178" y="66"/>
                      </a:lnTo>
                      <a:lnTo>
                        <a:pt x="178" y="66"/>
                      </a:lnTo>
                      <a:lnTo>
                        <a:pt x="176" y="68"/>
                      </a:lnTo>
                      <a:lnTo>
                        <a:pt x="174" y="68"/>
                      </a:lnTo>
                      <a:lnTo>
                        <a:pt x="170" y="70"/>
                      </a:lnTo>
                      <a:lnTo>
                        <a:pt x="170" y="70"/>
                      </a:lnTo>
                      <a:lnTo>
                        <a:pt x="168" y="72"/>
                      </a:lnTo>
                      <a:lnTo>
                        <a:pt x="166" y="74"/>
                      </a:lnTo>
                      <a:lnTo>
                        <a:pt x="166" y="78"/>
                      </a:lnTo>
                      <a:lnTo>
                        <a:pt x="166" y="78"/>
                      </a:lnTo>
                      <a:lnTo>
                        <a:pt x="158" y="80"/>
                      </a:lnTo>
                      <a:lnTo>
                        <a:pt x="158" y="84"/>
                      </a:lnTo>
                      <a:lnTo>
                        <a:pt x="158" y="84"/>
                      </a:lnTo>
                      <a:lnTo>
                        <a:pt x="152" y="86"/>
                      </a:lnTo>
                      <a:lnTo>
                        <a:pt x="152" y="86"/>
                      </a:lnTo>
                      <a:lnTo>
                        <a:pt x="152" y="86"/>
                      </a:lnTo>
                      <a:lnTo>
                        <a:pt x="152" y="84"/>
                      </a:lnTo>
                      <a:lnTo>
                        <a:pt x="152" y="80"/>
                      </a:lnTo>
                      <a:lnTo>
                        <a:pt x="152" y="80"/>
                      </a:lnTo>
                      <a:lnTo>
                        <a:pt x="146" y="76"/>
                      </a:lnTo>
                      <a:lnTo>
                        <a:pt x="142" y="76"/>
                      </a:lnTo>
                      <a:lnTo>
                        <a:pt x="142" y="76"/>
                      </a:lnTo>
                      <a:lnTo>
                        <a:pt x="136" y="76"/>
                      </a:lnTo>
                      <a:lnTo>
                        <a:pt x="130" y="74"/>
                      </a:lnTo>
                      <a:lnTo>
                        <a:pt x="130" y="74"/>
                      </a:lnTo>
                      <a:lnTo>
                        <a:pt x="128" y="74"/>
                      </a:lnTo>
                      <a:lnTo>
                        <a:pt x="128" y="72"/>
                      </a:lnTo>
                      <a:lnTo>
                        <a:pt x="130" y="68"/>
                      </a:lnTo>
                      <a:lnTo>
                        <a:pt x="130" y="68"/>
                      </a:lnTo>
                      <a:lnTo>
                        <a:pt x="128" y="68"/>
                      </a:lnTo>
                      <a:lnTo>
                        <a:pt x="128" y="66"/>
                      </a:lnTo>
                      <a:lnTo>
                        <a:pt x="126" y="66"/>
                      </a:lnTo>
                      <a:lnTo>
                        <a:pt x="126" y="66"/>
                      </a:lnTo>
                      <a:lnTo>
                        <a:pt x="126" y="66"/>
                      </a:lnTo>
                      <a:lnTo>
                        <a:pt x="126" y="62"/>
                      </a:lnTo>
                      <a:lnTo>
                        <a:pt x="122" y="62"/>
                      </a:lnTo>
                      <a:lnTo>
                        <a:pt x="122" y="62"/>
                      </a:lnTo>
                      <a:lnTo>
                        <a:pt x="118" y="62"/>
                      </a:lnTo>
                      <a:lnTo>
                        <a:pt x="114" y="60"/>
                      </a:lnTo>
                      <a:lnTo>
                        <a:pt x="114" y="60"/>
                      </a:lnTo>
                      <a:lnTo>
                        <a:pt x="110" y="52"/>
                      </a:lnTo>
                      <a:lnTo>
                        <a:pt x="108" y="56"/>
                      </a:lnTo>
                      <a:lnTo>
                        <a:pt x="108" y="56"/>
                      </a:lnTo>
                      <a:lnTo>
                        <a:pt x="92" y="52"/>
                      </a:lnTo>
                      <a:lnTo>
                        <a:pt x="92" y="52"/>
                      </a:lnTo>
                      <a:lnTo>
                        <a:pt x="82" y="52"/>
                      </a:lnTo>
                      <a:lnTo>
                        <a:pt x="78" y="52"/>
                      </a:lnTo>
                      <a:lnTo>
                        <a:pt x="78" y="52"/>
                      </a:lnTo>
                      <a:lnTo>
                        <a:pt x="76" y="36"/>
                      </a:lnTo>
                      <a:lnTo>
                        <a:pt x="76" y="36"/>
                      </a:lnTo>
                      <a:lnTo>
                        <a:pt x="74" y="32"/>
                      </a:lnTo>
                      <a:lnTo>
                        <a:pt x="74" y="28"/>
                      </a:lnTo>
                      <a:lnTo>
                        <a:pt x="70" y="28"/>
                      </a:lnTo>
                      <a:lnTo>
                        <a:pt x="70" y="28"/>
                      </a:lnTo>
                      <a:lnTo>
                        <a:pt x="66" y="34"/>
                      </a:lnTo>
                      <a:lnTo>
                        <a:pt x="62" y="40"/>
                      </a:lnTo>
                      <a:lnTo>
                        <a:pt x="62" y="40"/>
                      </a:lnTo>
                      <a:lnTo>
                        <a:pt x="56" y="42"/>
                      </a:lnTo>
                      <a:lnTo>
                        <a:pt x="50" y="42"/>
                      </a:lnTo>
                      <a:lnTo>
                        <a:pt x="50" y="42"/>
                      </a:lnTo>
                      <a:lnTo>
                        <a:pt x="52" y="38"/>
                      </a:lnTo>
                      <a:lnTo>
                        <a:pt x="52" y="36"/>
                      </a:lnTo>
                      <a:lnTo>
                        <a:pt x="50" y="34"/>
                      </a:lnTo>
                      <a:lnTo>
                        <a:pt x="50" y="34"/>
                      </a:lnTo>
                      <a:lnTo>
                        <a:pt x="48" y="36"/>
                      </a:lnTo>
                      <a:lnTo>
                        <a:pt x="46" y="40"/>
                      </a:lnTo>
                      <a:lnTo>
                        <a:pt x="44" y="48"/>
                      </a:lnTo>
                      <a:lnTo>
                        <a:pt x="44" y="48"/>
                      </a:lnTo>
                      <a:lnTo>
                        <a:pt x="40" y="44"/>
                      </a:lnTo>
                      <a:lnTo>
                        <a:pt x="40" y="44"/>
                      </a:lnTo>
                      <a:lnTo>
                        <a:pt x="44" y="42"/>
                      </a:lnTo>
                      <a:lnTo>
                        <a:pt x="44" y="40"/>
                      </a:lnTo>
                      <a:lnTo>
                        <a:pt x="44" y="40"/>
                      </a:lnTo>
                      <a:lnTo>
                        <a:pt x="44" y="34"/>
                      </a:lnTo>
                      <a:lnTo>
                        <a:pt x="44" y="34"/>
                      </a:lnTo>
                      <a:lnTo>
                        <a:pt x="40" y="32"/>
                      </a:lnTo>
                      <a:lnTo>
                        <a:pt x="40" y="32"/>
                      </a:lnTo>
                      <a:lnTo>
                        <a:pt x="30" y="36"/>
                      </a:lnTo>
                      <a:lnTo>
                        <a:pt x="30" y="36"/>
                      </a:lnTo>
                      <a:lnTo>
                        <a:pt x="30" y="30"/>
                      </a:lnTo>
                      <a:lnTo>
                        <a:pt x="30" y="30"/>
                      </a:lnTo>
                      <a:lnTo>
                        <a:pt x="28" y="28"/>
                      </a:lnTo>
                      <a:lnTo>
                        <a:pt x="28" y="28"/>
                      </a:lnTo>
                      <a:lnTo>
                        <a:pt x="30" y="26"/>
                      </a:lnTo>
                      <a:lnTo>
                        <a:pt x="30" y="26"/>
                      </a:lnTo>
                      <a:lnTo>
                        <a:pt x="30" y="26"/>
                      </a:lnTo>
                      <a:lnTo>
                        <a:pt x="28" y="24"/>
                      </a:lnTo>
                      <a:lnTo>
                        <a:pt x="28" y="20"/>
                      </a:lnTo>
                      <a:lnTo>
                        <a:pt x="28" y="20"/>
                      </a:lnTo>
                      <a:lnTo>
                        <a:pt x="30" y="16"/>
                      </a:lnTo>
                      <a:lnTo>
                        <a:pt x="30" y="16"/>
                      </a:lnTo>
                      <a:lnTo>
                        <a:pt x="30" y="12"/>
                      </a:lnTo>
                      <a:lnTo>
                        <a:pt x="30" y="6"/>
                      </a:lnTo>
                      <a:lnTo>
                        <a:pt x="30" y="6"/>
                      </a:lnTo>
                      <a:lnTo>
                        <a:pt x="34" y="2"/>
                      </a:lnTo>
                      <a:lnTo>
                        <a:pt x="34" y="2"/>
                      </a:lnTo>
                      <a:lnTo>
                        <a:pt x="28" y="0"/>
                      </a:lnTo>
                      <a:lnTo>
                        <a:pt x="28" y="0"/>
                      </a:lnTo>
                      <a:lnTo>
                        <a:pt x="22" y="2"/>
                      </a:lnTo>
                      <a:lnTo>
                        <a:pt x="16" y="2"/>
                      </a:lnTo>
                      <a:lnTo>
                        <a:pt x="16" y="2"/>
                      </a:lnTo>
                      <a:lnTo>
                        <a:pt x="8" y="6"/>
                      </a:lnTo>
                      <a:lnTo>
                        <a:pt x="2" y="8"/>
                      </a:lnTo>
                      <a:lnTo>
                        <a:pt x="0" y="72"/>
                      </a:lnTo>
                      <a:lnTo>
                        <a:pt x="14" y="74"/>
                      </a:lnTo>
                      <a:lnTo>
                        <a:pt x="14" y="72"/>
                      </a:lnTo>
                      <a:lnTo>
                        <a:pt x="12" y="68"/>
                      </a:lnTo>
                      <a:lnTo>
                        <a:pt x="12" y="62"/>
                      </a:lnTo>
                      <a:lnTo>
                        <a:pt x="14" y="60"/>
                      </a:lnTo>
                      <a:lnTo>
                        <a:pt x="22" y="60"/>
                      </a:lnTo>
                      <a:lnTo>
                        <a:pt x="24" y="56"/>
                      </a:lnTo>
                      <a:lnTo>
                        <a:pt x="28" y="52"/>
                      </a:lnTo>
                      <a:lnTo>
                        <a:pt x="32" y="52"/>
                      </a:lnTo>
                      <a:lnTo>
                        <a:pt x="36" y="54"/>
                      </a:lnTo>
                      <a:lnTo>
                        <a:pt x="38" y="62"/>
                      </a:lnTo>
                      <a:lnTo>
                        <a:pt x="40" y="72"/>
                      </a:lnTo>
                      <a:lnTo>
                        <a:pt x="48" y="74"/>
                      </a:lnTo>
                      <a:lnTo>
                        <a:pt x="48" y="80"/>
                      </a:lnTo>
                      <a:lnTo>
                        <a:pt x="46" y="84"/>
                      </a:lnTo>
                      <a:lnTo>
                        <a:pt x="48" y="86"/>
                      </a:lnTo>
                      <a:lnTo>
                        <a:pt x="54" y="88"/>
                      </a:lnTo>
                      <a:lnTo>
                        <a:pt x="60" y="84"/>
                      </a:lnTo>
                      <a:lnTo>
                        <a:pt x="64" y="82"/>
                      </a:lnTo>
                      <a:lnTo>
                        <a:pt x="72" y="82"/>
                      </a:lnTo>
                      <a:lnTo>
                        <a:pt x="78" y="82"/>
                      </a:lnTo>
                      <a:lnTo>
                        <a:pt x="82" y="90"/>
                      </a:lnTo>
                      <a:lnTo>
                        <a:pt x="82" y="96"/>
                      </a:lnTo>
                      <a:lnTo>
                        <a:pt x="86" y="100"/>
                      </a:lnTo>
                      <a:lnTo>
                        <a:pt x="90" y="104"/>
                      </a:lnTo>
                      <a:lnTo>
                        <a:pt x="92" y="112"/>
                      </a:lnTo>
                      <a:lnTo>
                        <a:pt x="96" y="116"/>
                      </a:lnTo>
                      <a:lnTo>
                        <a:pt x="102" y="118"/>
                      </a:lnTo>
                      <a:lnTo>
                        <a:pt x="108" y="124"/>
                      </a:lnTo>
                      <a:lnTo>
                        <a:pt x="112" y="130"/>
                      </a:lnTo>
                      <a:lnTo>
                        <a:pt x="120" y="128"/>
                      </a:lnTo>
                      <a:lnTo>
                        <a:pt x="124" y="132"/>
                      </a:lnTo>
                      <a:lnTo>
                        <a:pt x="130" y="132"/>
                      </a:lnTo>
                      <a:lnTo>
                        <a:pt x="134" y="136"/>
                      </a:lnTo>
                      <a:lnTo>
                        <a:pt x="140" y="136"/>
                      </a:lnTo>
                      <a:lnTo>
                        <a:pt x="142" y="138"/>
                      </a:lnTo>
                      <a:lnTo>
                        <a:pt x="134" y="142"/>
                      </a:lnTo>
                      <a:lnTo>
                        <a:pt x="134" y="146"/>
                      </a:lnTo>
                      <a:lnTo>
                        <a:pt x="134" y="154"/>
                      </a:lnTo>
                      <a:lnTo>
                        <a:pt x="140" y="154"/>
                      </a:lnTo>
                      <a:lnTo>
                        <a:pt x="144" y="160"/>
                      </a:lnTo>
                      <a:lnTo>
                        <a:pt x="150" y="158"/>
                      </a:lnTo>
                      <a:lnTo>
                        <a:pt x="156" y="158"/>
                      </a:lnTo>
                      <a:lnTo>
                        <a:pt x="156" y="158"/>
                      </a:lnTo>
                      <a:lnTo>
                        <a:pt x="158" y="150"/>
                      </a:lnTo>
                      <a:lnTo>
                        <a:pt x="158" y="150"/>
                      </a:lnTo>
                      <a:lnTo>
                        <a:pt x="160" y="148"/>
                      </a:lnTo>
                      <a:lnTo>
                        <a:pt x="162" y="146"/>
                      </a:lnTo>
                      <a:lnTo>
                        <a:pt x="162" y="146"/>
                      </a:lnTo>
                      <a:lnTo>
                        <a:pt x="164" y="142"/>
                      </a:lnTo>
                      <a:lnTo>
                        <a:pt x="162" y="140"/>
                      </a:lnTo>
                      <a:lnTo>
                        <a:pt x="162" y="140"/>
                      </a:lnTo>
                      <a:lnTo>
                        <a:pt x="160" y="138"/>
                      </a:lnTo>
                      <a:lnTo>
                        <a:pt x="160" y="136"/>
                      </a:lnTo>
                      <a:lnTo>
                        <a:pt x="164" y="130"/>
                      </a:lnTo>
                      <a:lnTo>
                        <a:pt x="164" y="130"/>
                      </a:lnTo>
                      <a:lnTo>
                        <a:pt x="164" y="128"/>
                      </a:lnTo>
                      <a:lnTo>
                        <a:pt x="162" y="128"/>
                      </a:lnTo>
                      <a:lnTo>
                        <a:pt x="156" y="128"/>
                      </a:lnTo>
                      <a:lnTo>
                        <a:pt x="156" y="128"/>
                      </a:lnTo>
                      <a:lnTo>
                        <a:pt x="154" y="128"/>
                      </a:lnTo>
                      <a:lnTo>
                        <a:pt x="150" y="124"/>
                      </a:lnTo>
                      <a:lnTo>
                        <a:pt x="150" y="124"/>
                      </a:lnTo>
                      <a:lnTo>
                        <a:pt x="148" y="122"/>
                      </a:lnTo>
                      <a:lnTo>
                        <a:pt x="148" y="120"/>
                      </a:lnTo>
                      <a:lnTo>
                        <a:pt x="152" y="116"/>
                      </a:lnTo>
                      <a:lnTo>
                        <a:pt x="152" y="116"/>
                      </a:lnTo>
                      <a:lnTo>
                        <a:pt x="156" y="116"/>
                      </a:lnTo>
                      <a:lnTo>
                        <a:pt x="158" y="116"/>
                      </a:lnTo>
                      <a:lnTo>
                        <a:pt x="158" y="118"/>
                      </a:lnTo>
                      <a:lnTo>
                        <a:pt x="158" y="118"/>
                      </a:lnTo>
                      <a:lnTo>
                        <a:pt x="160" y="118"/>
                      </a:lnTo>
                      <a:lnTo>
                        <a:pt x="162" y="116"/>
                      </a:lnTo>
                      <a:lnTo>
                        <a:pt x="168" y="112"/>
                      </a:lnTo>
                      <a:lnTo>
                        <a:pt x="168" y="112"/>
                      </a:lnTo>
                      <a:lnTo>
                        <a:pt x="168" y="112"/>
                      </a:lnTo>
                      <a:lnTo>
                        <a:pt x="170" y="110"/>
                      </a:lnTo>
                      <a:lnTo>
                        <a:pt x="170" y="108"/>
                      </a:lnTo>
                      <a:lnTo>
                        <a:pt x="168" y="110"/>
                      </a:lnTo>
                      <a:lnTo>
                        <a:pt x="168" y="110"/>
                      </a:lnTo>
                      <a:lnTo>
                        <a:pt x="168" y="110"/>
                      </a:lnTo>
                      <a:lnTo>
                        <a:pt x="168" y="106"/>
                      </a:lnTo>
                      <a:lnTo>
                        <a:pt x="170" y="104"/>
                      </a:lnTo>
                      <a:lnTo>
                        <a:pt x="172" y="102"/>
                      </a:lnTo>
                      <a:lnTo>
                        <a:pt x="172" y="102"/>
                      </a:lnTo>
                      <a:lnTo>
                        <a:pt x="174" y="100"/>
                      </a:lnTo>
                      <a:lnTo>
                        <a:pt x="174" y="100"/>
                      </a:lnTo>
                      <a:lnTo>
                        <a:pt x="174" y="98"/>
                      </a:lnTo>
                      <a:lnTo>
                        <a:pt x="174" y="98"/>
                      </a:lnTo>
                      <a:lnTo>
                        <a:pt x="172" y="96"/>
                      </a:lnTo>
                      <a:lnTo>
                        <a:pt x="170" y="90"/>
                      </a:lnTo>
                      <a:lnTo>
                        <a:pt x="170" y="90"/>
                      </a:lnTo>
                      <a:lnTo>
                        <a:pt x="172" y="90"/>
                      </a:lnTo>
                      <a:lnTo>
                        <a:pt x="174" y="88"/>
                      </a:lnTo>
                      <a:lnTo>
                        <a:pt x="176" y="88"/>
                      </a:lnTo>
                      <a:lnTo>
                        <a:pt x="176" y="88"/>
                      </a:lnTo>
                      <a:lnTo>
                        <a:pt x="178" y="90"/>
                      </a:lnTo>
                      <a:lnTo>
                        <a:pt x="182" y="94"/>
                      </a:lnTo>
                      <a:lnTo>
                        <a:pt x="182" y="94"/>
                      </a:lnTo>
                      <a:lnTo>
                        <a:pt x="184" y="94"/>
                      </a:lnTo>
                      <a:lnTo>
                        <a:pt x="186" y="92"/>
                      </a:lnTo>
                      <a:lnTo>
                        <a:pt x="186" y="90"/>
                      </a:lnTo>
                      <a:lnTo>
                        <a:pt x="186" y="90"/>
                      </a:lnTo>
                      <a:lnTo>
                        <a:pt x="190" y="88"/>
                      </a:lnTo>
                      <a:lnTo>
                        <a:pt x="194" y="88"/>
                      </a:lnTo>
                      <a:lnTo>
                        <a:pt x="196" y="94"/>
                      </a:lnTo>
                      <a:lnTo>
                        <a:pt x="190" y="96"/>
                      </a:lnTo>
                      <a:lnTo>
                        <a:pt x="190" y="104"/>
                      </a:lnTo>
                      <a:lnTo>
                        <a:pt x="190" y="104"/>
                      </a:lnTo>
                      <a:lnTo>
                        <a:pt x="192" y="102"/>
                      </a:lnTo>
                      <a:lnTo>
                        <a:pt x="194" y="104"/>
                      </a:lnTo>
                      <a:lnTo>
                        <a:pt x="194" y="104"/>
                      </a:lnTo>
                      <a:lnTo>
                        <a:pt x="194" y="104"/>
                      </a:lnTo>
                      <a:lnTo>
                        <a:pt x="196" y="104"/>
                      </a:lnTo>
                      <a:lnTo>
                        <a:pt x="198" y="104"/>
                      </a:lnTo>
                      <a:lnTo>
                        <a:pt x="202" y="100"/>
                      </a:lnTo>
                      <a:lnTo>
                        <a:pt x="202" y="100"/>
                      </a:lnTo>
                      <a:lnTo>
                        <a:pt x="208" y="100"/>
                      </a:lnTo>
                      <a:lnTo>
                        <a:pt x="208" y="100"/>
                      </a:lnTo>
                      <a:lnTo>
                        <a:pt x="212" y="98"/>
                      </a:lnTo>
                      <a:lnTo>
                        <a:pt x="214" y="96"/>
                      </a:lnTo>
                      <a:lnTo>
                        <a:pt x="220" y="88"/>
                      </a:lnTo>
                      <a:lnTo>
                        <a:pt x="220" y="88"/>
                      </a:lnTo>
                      <a:lnTo>
                        <a:pt x="222" y="86"/>
                      </a:lnTo>
                      <a:lnTo>
                        <a:pt x="220" y="86"/>
                      </a:lnTo>
                      <a:lnTo>
                        <a:pt x="218" y="86"/>
                      </a:lnTo>
                      <a:lnTo>
                        <a:pt x="216" y="84"/>
                      </a:lnTo>
                      <a:lnTo>
                        <a:pt x="216" y="84"/>
                      </a:lnTo>
                      <a:lnTo>
                        <a:pt x="210" y="82"/>
                      </a:lnTo>
                      <a:lnTo>
                        <a:pt x="206" y="82"/>
                      </a:lnTo>
                      <a:lnTo>
                        <a:pt x="206" y="82"/>
                      </a:lnTo>
                      <a:lnTo>
                        <a:pt x="202" y="80"/>
                      </a:lnTo>
                      <a:lnTo>
                        <a:pt x="204" y="78"/>
                      </a:lnTo>
                      <a:lnTo>
                        <a:pt x="204" y="78"/>
                      </a:lnTo>
                      <a:lnTo>
                        <a:pt x="204" y="76"/>
                      </a:lnTo>
                      <a:lnTo>
                        <a:pt x="202" y="76"/>
                      </a:lnTo>
                      <a:lnTo>
                        <a:pt x="198" y="76"/>
                      </a:lnTo>
                      <a:lnTo>
                        <a:pt x="198" y="76"/>
                      </a:lnTo>
                      <a:lnTo>
                        <a:pt x="196" y="78"/>
                      </a:lnTo>
                      <a:lnTo>
                        <a:pt x="194" y="76"/>
                      </a:lnTo>
                      <a:lnTo>
                        <a:pt x="192" y="74"/>
                      </a:lnTo>
                      <a:lnTo>
                        <a:pt x="190" y="72"/>
                      </a:lnTo>
                      <a:lnTo>
                        <a:pt x="190" y="72"/>
                      </a:lnTo>
                      <a:lnTo>
                        <a:pt x="188" y="72"/>
                      </a:lnTo>
                      <a:lnTo>
                        <a:pt x="190" y="72"/>
                      </a:lnTo>
                      <a:lnTo>
                        <a:pt x="194" y="70"/>
                      </a:lnTo>
                      <a:lnTo>
                        <a:pt x="194" y="70"/>
                      </a:lnTo>
                      <a:lnTo>
                        <a:pt x="200" y="64"/>
                      </a:lnTo>
                      <a:lnTo>
                        <a:pt x="200" y="64"/>
                      </a:lnTo>
                      <a:lnTo>
                        <a:pt x="202" y="62"/>
                      </a:lnTo>
                      <a:lnTo>
                        <a:pt x="200" y="60"/>
                      </a:lnTo>
                      <a:lnTo>
                        <a:pt x="198" y="58"/>
                      </a:lnTo>
                      <a:lnTo>
                        <a:pt x="198" y="58"/>
                      </a:lnTo>
                      <a:lnTo>
                        <a:pt x="198" y="58"/>
                      </a:lnTo>
                      <a:lnTo>
                        <a:pt x="194" y="60"/>
                      </a:lnTo>
                      <a:lnTo>
                        <a:pt x="200" y="5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8" name="Freeform 22">
                  <a:extLst>
                    <a:ext uri="{FF2B5EF4-FFF2-40B4-BE49-F238E27FC236}">
                      <a16:creationId xmlns:a16="http://schemas.microsoft.com/office/drawing/2014/main" id="{992A116A-B691-CA41-8255-ED258165C5D6}"/>
                    </a:ext>
                  </a:extLst>
                </p:cNvPr>
                <p:cNvSpPr>
                  <a:spLocks noEditPoints="1"/>
                </p:cNvSpPr>
                <p:nvPr/>
              </p:nvSpPr>
              <p:spPr bwMode="auto">
                <a:xfrm>
                  <a:off x="5697870" y="2237113"/>
                  <a:ext cx="250484" cy="376443"/>
                </a:xfrm>
                <a:custGeom>
                  <a:avLst/>
                  <a:gdLst>
                    <a:gd name="T0" fmla="*/ 26 w 128"/>
                    <a:gd name="T1" fmla="*/ 84 h 188"/>
                    <a:gd name="T2" fmla="*/ 30 w 128"/>
                    <a:gd name="T3" fmla="*/ 100 h 188"/>
                    <a:gd name="T4" fmla="*/ 10 w 128"/>
                    <a:gd name="T5" fmla="*/ 102 h 188"/>
                    <a:gd name="T6" fmla="*/ 0 w 128"/>
                    <a:gd name="T7" fmla="*/ 98 h 188"/>
                    <a:gd name="T8" fmla="*/ 6 w 128"/>
                    <a:gd name="T9" fmla="*/ 86 h 188"/>
                    <a:gd name="T10" fmla="*/ 52 w 128"/>
                    <a:gd name="T11" fmla="*/ 26 h 188"/>
                    <a:gd name="T12" fmla="*/ 74 w 128"/>
                    <a:gd name="T13" fmla="*/ 24 h 188"/>
                    <a:gd name="T14" fmla="*/ 72 w 128"/>
                    <a:gd name="T15" fmla="*/ 44 h 188"/>
                    <a:gd name="T16" fmla="*/ 66 w 128"/>
                    <a:gd name="T17" fmla="*/ 60 h 188"/>
                    <a:gd name="T18" fmla="*/ 76 w 128"/>
                    <a:gd name="T19" fmla="*/ 70 h 188"/>
                    <a:gd name="T20" fmla="*/ 84 w 128"/>
                    <a:gd name="T21" fmla="*/ 86 h 188"/>
                    <a:gd name="T22" fmla="*/ 98 w 128"/>
                    <a:gd name="T23" fmla="*/ 102 h 188"/>
                    <a:gd name="T24" fmla="*/ 108 w 128"/>
                    <a:gd name="T25" fmla="*/ 112 h 188"/>
                    <a:gd name="T26" fmla="*/ 110 w 128"/>
                    <a:gd name="T27" fmla="*/ 126 h 188"/>
                    <a:gd name="T28" fmla="*/ 114 w 128"/>
                    <a:gd name="T29" fmla="*/ 130 h 188"/>
                    <a:gd name="T30" fmla="*/ 128 w 128"/>
                    <a:gd name="T31" fmla="*/ 132 h 188"/>
                    <a:gd name="T32" fmla="*/ 114 w 128"/>
                    <a:gd name="T33" fmla="*/ 152 h 188"/>
                    <a:gd name="T34" fmla="*/ 110 w 128"/>
                    <a:gd name="T35" fmla="*/ 160 h 188"/>
                    <a:gd name="T36" fmla="*/ 116 w 128"/>
                    <a:gd name="T37" fmla="*/ 166 h 188"/>
                    <a:gd name="T38" fmla="*/ 102 w 128"/>
                    <a:gd name="T39" fmla="*/ 168 h 188"/>
                    <a:gd name="T40" fmla="*/ 80 w 128"/>
                    <a:gd name="T41" fmla="*/ 168 h 188"/>
                    <a:gd name="T42" fmla="*/ 70 w 128"/>
                    <a:gd name="T43" fmla="*/ 174 h 188"/>
                    <a:gd name="T44" fmla="*/ 52 w 128"/>
                    <a:gd name="T45" fmla="*/ 178 h 188"/>
                    <a:gd name="T46" fmla="*/ 36 w 128"/>
                    <a:gd name="T47" fmla="*/ 180 h 188"/>
                    <a:gd name="T48" fmla="*/ 24 w 128"/>
                    <a:gd name="T49" fmla="*/ 182 h 188"/>
                    <a:gd name="T50" fmla="*/ 40 w 128"/>
                    <a:gd name="T51" fmla="*/ 164 h 188"/>
                    <a:gd name="T52" fmla="*/ 68 w 128"/>
                    <a:gd name="T53" fmla="*/ 152 h 188"/>
                    <a:gd name="T54" fmla="*/ 56 w 128"/>
                    <a:gd name="T55" fmla="*/ 154 h 188"/>
                    <a:gd name="T56" fmla="*/ 46 w 128"/>
                    <a:gd name="T57" fmla="*/ 156 h 188"/>
                    <a:gd name="T58" fmla="*/ 40 w 128"/>
                    <a:gd name="T59" fmla="*/ 152 h 188"/>
                    <a:gd name="T60" fmla="*/ 36 w 128"/>
                    <a:gd name="T61" fmla="*/ 154 h 188"/>
                    <a:gd name="T62" fmla="*/ 32 w 128"/>
                    <a:gd name="T63" fmla="*/ 146 h 188"/>
                    <a:gd name="T64" fmla="*/ 46 w 128"/>
                    <a:gd name="T65" fmla="*/ 128 h 188"/>
                    <a:gd name="T66" fmla="*/ 42 w 128"/>
                    <a:gd name="T67" fmla="*/ 114 h 188"/>
                    <a:gd name="T68" fmla="*/ 50 w 128"/>
                    <a:gd name="T69" fmla="*/ 116 h 188"/>
                    <a:gd name="T70" fmla="*/ 64 w 128"/>
                    <a:gd name="T71" fmla="*/ 116 h 188"/>
                    <a:gd name="T72" fmla="*/ 60 w 128"/>
                    <a:gd name="T73" fmla="*/ 98 h 188"/>
                    <a:gd name="T74" fmla="*/ 42 w 128"/>
                    <a:gd name="T75" fmla="*/ 86 h 188"/>
                    <a:gd name="T76" fmla="*/ 38 w 128"/>
                    <a:gd name="T77" fmla="*/ 88 h 188"/>
                    <a:gd name="T78" fmla="*/ 38 w 128"/>
                    <a:gd name="T79" fmla="*/ 66 h 188"/>
                    <a:gd name="T80" fmla="*/ 34 w 128"/>
                    <a:gd name="T81" fmla="*/ 62 h 188"/>
                    <a:gd name="T82" fmla="*/ 28 w 128"/>
                    <a:gd name="T83" fmla="*/ 62 h 188"/>
                    <a:gd name="T84" fmla="*/ 30 w 128"/>
                    <a:gd name="T85" fmla="*/ 56 h 188"/>
                    <a:gd name="T86" fmla="*/ 26 w 128"/>
                    <a:gd name="T87" fmla="*/ 52 h 188"/>
                    <a:gd name="T88" fmla="*/ 26 w 128"/>
                    <a:gd name="T89" fmla="*/ 38 h 188"/>
                    <a:gd name="T90" fmla="*/ 28 w 128"/>
                    <a:gd name="T91" fmla="*/ 24 h 188"/>
                    <a:gd name="T92" fmla="*/ 36 w 128"/>
                    <a:gd name="T93" fmla="*/ 20 h 188"/>
                    <a:gd name="T94" fmla="*/ 36 w 128"/>
                    <a:gd name="T95" fmla="*/ 12 h 188"/>
                    <a:gd name="T96" fmla="*/ 44 w 128"/>
                    <a:gd name="T97" fmla="*/ 4 h 188"/>
                    <a:gd name="T98" fmla="*/ 52 w 128"/>
                    <a:gd name="T99" fmla="*/ 0 h 188"/>
                    <a:gd name="T100" fmla="*/ 54 w 128"/>
                    <a:gd name="T101" fmla="*/ 18 h 188"/>
                    <a:gd name="T102" fmla="*/ 48 w 128"/>
                    <a:gd name="T103" fmla="*/ 28 h 188"/>
                    <a:gd name="T104" fmla="*/ 24 w 128"/>
                    <a:gd name="T105" fmla="*/ 56 h 188"/>
                    <a:gd name="T106" fmla="*/ 20 w 128"/>
                    <a:gd name="T107" fmla="*/ 54 h 188"/>
                    <a:gd name="T108" fmla="*/ 20 w 128"/>
                    <a:gd name="T109" fmla="*/ 28 h 188"/>
                    <a:gd name="T110" fmla="*/ 24 w 128"/>
                    <a:gd name="T111" fmla="*/ 42 h 188"/>
                    <a:gd name="T112" fmla="*/ 16 w 128"/>
                    <a:gd name="T113" fmla="*/ 36 h 188"/>
                    <a:gd name="T114" fmla="*/ 20 w 128"/>
                    <a:gd name="T115" fmla="*/ 28 h 188"/>
                    <a:gd name="T116" fmla="*/ 14 w 128"/>
                    <a:gd name="T117" fmla="*/ 22 h 188"/>
                    <a:gd name="T118" fmla="*/ 10 w 128"/>
                    <a:gd name="T119" fmla="*/ 10 h 188"/>
                    <a:gd name="T120" fmla="*/ 22 w 128"/>
                    <a:gd name="T121"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8" h="188">
                      <a:moveTo>
                        <a:pt x="12" y="84"/>
                      </a:moveTo>
                      <a:lnTo>
                        <a:pt x="12" y="84"/>
                      </a:lnTo>
                      <a:lnTo>
                        <a:pt x="10" y="86"/>
                      </a:lnTo>
                      <a:lnTo>
                        <a:pt x="10" y="86"/>
                      </a:lnTo>
                      <a:lnTo>
                        <a:pt x="10" y="86"/>
                      </a:lnTo>
                      <a:lnTo>
                        <a:pt x="18" y="82"/>
                      </a:lnTo>
                      <a:lnTo>
                        <a:pt x="20" y="82"/>
                      </a:lnTo>
                      <a:lnTo>
                        <a:pt x="26" y="84"/>
                      </a:lnTo>
                      <a:lnTo>
                        <a:pt x="26" y="84"/>
                      </a:lnTo>
                      <a:lnTo>
                        <a:pt x="22" y="90"/>
                      </a:lnTo>
                      <a:lnTo>
                        <a:pt x="22" y="90"/>
                      </a:lnTo>
                      <a:lnTo>
                        <a:pt x="26" y="90"/>
                      </a:lnTo>
                      <a:lnTo>
                        <a:pt x="26" y="90"/>
                      </a:lnTo>
                      <a:lnTo>
                        <a:pt x="28" y="96"/>
                      </a:lnTo>
                      <a:lnTo>
                        <a:pt x="30" y="100"/>
                      </a:lnTo>
                      <a:lnTo>
                        <a:pt x="30" y="100"/>
                      </a:lnTo>
                      <a:lnTo>
                        <a:pt x="24" y="102"/>
                      </a:lnTo>
                      <a:lnTo>
                        <a:pt x="18" y="102"/>
                      </a:lnTo>
                      <a:lnTo>
                        <a:pt x="18" y="102"/>
                      </a:lnTo>
                      <a:lnTo>
                        <a:pt x="18" y="104"/>
                      </a:lnTo>
                      <a:lnTo>
                        <a:pt x="14" y="104"/>
                      </a:lnTo>
                      <a:lnTo>
                        <a:pt x="10" y="102"/>
                      </a:lnTo>
                      <a:lnTo>
                        <a:pt x="10" y="102"/>
                      </a:lnTo>
                      <a:lnTo>
                        <a:pt x="10" y="102"/>
                      </a:lnTo>
                      <a:lnTo>
                        <a:pt x="6" y="104"/>
                      </a:lnTo>
                      <a:lnTo>
                        <a:pt x="6" y="104"/>
                      </a:lnTo>
                      <a:lnTo>
                        <a:pt x="4" y="104"/>
                      </a:lnTo>
                      <a:lnTo>
                        <a:pt x="4" y="102"/>
                      </a:lnTo>
                      <a:lnTo>
                        <a:pt x="4" y="100"/>
                      </a:lnTo>
                      <a:lnTo>
                        <a:pt x="2" y="98"/>
                      </a:lnTo>
                      <a:lnTo>
                        <a:pt x="2" y="98"/>
                      </a:lnTo>
                      <a:lnTo>
                        <a:pt x="0" y="98"/>
                      </a:lnTo>
                      <a:lnTo>
                        <a:pt x="0" y="96"/>
                      </a:lnTo>
                      <a:lnTo>
                        <a:pt x="0" y="96"/>
                      </a:lnTo>
                      <a:lnTo>
                        <a:pt x="0" y="94"/>
                      </a:lnTo>
                      <a:lnTo>
                        <a:pt x="2" y="94"/>
                      </a:lnTo>
                      <a:lnTo>
                        <a:pt x="4" y="92"/>
                      </a:lnTo>
                      <a:lnTo>
                        <a:pt x="4" y="90"/>
                      </a:lnTo>
                      <a:lnTo>
                        <a:pt x="4" y="90"/>
                      </a:lnTo>
                      <a:lnTo>
                        <a:pt x="6" y="86"/>
                      </a:lnTo>
                      <a:lnTo>
                        <a:pt x="8" y="84"/>
                      </a:lnTo>
                      <a:lnTo>
                        <a:pt x="12" y="82"/>
                      </a:lnTo>
                      <a:lnTo>
                        <a:pt x="12" y="84"/>
                      </a:lnTo>
                      <a:close/>
                      <a:moveTo>
                        <a:pt x="50" y="28"/>
                      </a:moveTo>
                      <a:lnTo>
                        <a:pt x="50" y="28"/>
                      </a:lnTo>
                      <a:lnTo>
                        <a:pt x="52" y="26"/>
                      </a:lnTo>
                      <a:lnTo>
                        <a:pt x="52" y="26"/>
                      </a:lnTo>
                      <a:lnTo>
                        <a:pt x="52" y="26"/>
                      </a:lnTo>
                      <a:lnTo>
                        <a:pt x="60" y="26"/>
                      </a:lnTo>
                      <a:lnTo>
                        <a:pt x="60" y="26"/>
                      </a:lnTo>
                      <a:lnTo>
                        <a:pt x="60" y="24"/>
                      </a:lnTo>
                      <a:lnTo>
                        <a:pt x="60" y="24"/>
                      </a:lnTo>
                      <a:lnTo>
                        <a:pt x="66" y="26"/>
                      </a:lnTo>
                      <a:lnTo>
                        <a:pt x="66" y="26"/>
                      </a:lnTo>
                      <a:lnTo>
                        <a:pt x="70" y="24"/>
                      </a:lnTo>
                      <a:lnTo>
                        <a:pt x="74" y="24"/>
                      </a:lnTo>
                      <a:lnTo>
                        <a:pt x="74" y="24"/>
                      </a:lnTo>
                      <a:lnTo>
                        <a:pt x="78" y="26"/>
                      </a:lnTo>
                      <a:lnTo>
                        <a:pt x="78" y="26"/>
                      </a:lnTo>
                      <a:lnTo>
                        <a:pt x="74" y="34"/>
                      </a:lnTo>
                      <a:lnTo>
                        <a:pt x="74" y="34"/>
                      </a:lnTo>
                      <a:lnTo>
                        <a:pt x="74" y="40"/>
                      </a:lnTo>
                      <a:lnTo>
                        <a:pt x="74" y="40"/>
                      </a:lnTo>
                      <a:lnTo>
                        <a:pt x="72" y="44"/>
                      </a:lnTo>
                      <a:lnTo>
                        <a:pt x="68" y="46"/>
                      </a:lnTo>
                      <a:lnTo>
                        <a:pt x="68" y="46"/>
                      </a:lnTo>
                      <a:lnTo>
                        <a:pt x="68" y="50"/>
                      </a:lnTo>
                      <a:lnTo>
                        <a:pt x="66" y="50"/>
                      </a:lnTo>
                      <a:lnTo>
                        <a:pt x="66" y="50"/>
                      </a:lnTo>
                      <a:lnTo>
                        <a:pt x="70" y="60"/>
                      </a:lnTo>
                      <a:lnTo>
                        <a:pt x="70" y="60"/>
                      </a:lnTo>
                      <a:lnTo>
                        <a:pt x="66" y="60"/>
                      </a:lnTo>
                      <a:lnTo>
                        <a:pt x="66" y="60"/>
                      </a:lnTo>
                      <a:lnTo>
                        <a:pt x="64" y="64"/>
                      </a:lnTo>
                      <a:lnTo>
                        <a:pt x="64" y="64"/>
                      </a:lnTo>
                      <a:lnTo>
                        <a:pt x="72" y="64"/>
                      </a:lnTo>
                      <a:lnTo>
                        <a:pt x="72" y="64"/>
                      </a:lnTo>
                      <a:lnTo>
                        <a:pt x="72" y="68"/>
                      </a:lnTo>
                      <a:lnTo>
                        <a:pt x="72" y="68"/>
                      </a:lnTo>
                      <a:lnTo>
                        <a:pt x="76" y="70"/>
                      </a:lnTo>
                      <a:lnTo>
                        <a:pt x="80" y="74"/>
                      </a:lnTo>
                      <a:lnTo>
                        <a:pt x="80" y="74"/>
                      </a:lnTo>
                      <a:lnTo>
                        <a:pt x="80" y="76"/>
                      </a:lnTo>
                      <a:lnTo>
                        <a:pt x="80" y="76"/>
                      </a:lnTo>
                      <a:lnTo>
                        <a:pt x="84" y="78"/>
                      </a:lnTo>
                      <a:lnTo>
                        <a:pt x="84" y="78"/>
                      </a:lnTo>
                      <a:lnTo>
                        <a:pt x="84" y="82"/>
                      </a:lnTo>
                      <a:lnTo>
                        <a:pt x="84" y="86"/>
                      </a:lnTo>
                      <a:lnTo>
                        <a:pt x="84" y="86"/>
                      </a:lnTo>
                      <a:lnTo>
                        <a:pt x="90" y="92"/>
                      </a:lnTo>
                      <a:lnTo>
                        <a:pt x="90" y="92"/>
                      </a:lnTo>
                      <a:lnTo>
                        <a:pt x="92" y="92"/>
                      </a:lnTo>
                      <a:lnTo>
                        <a:pt x="92" y="92"/>
                      </a:lnTo>
                      <a:lnTo>
                        <a:pt x="94" y="96"/>
                      </a:lnTo>
                      <a:lnTo>
                        <a:pt x="98" y="102"/>
                      </a:lnTo>
                      <a:lnTo>
                        <a:pt x="98" y="102"/>
                      </a:lnTo>
                      <a:lnTo>
                        <a:pt x="100" y="102"/>
                      </a:lnTo>
                      <a:lnTo>
                        <a:pt x="102" y="102"/>
                      </a:lnTo>
                      <a:lnTo>
                        <a:pt x="102" y="102"/>
                      </a:lnTo>
                      <a:lnTo>
                        <a:pt x="106" y="106"/>
                      </a:lnTo>
                      <a:lnTo>
                        <a:pt x="108" y="110"/>
                      </a:lnTo>
                      <a:lnTo>
                        <a:pt x="108" y="110"/>
                      </a:lnTo>
                      <a:lnTo>
                        <a:pt x="108" y="110"/>
                      </a:lnTo>
                      <a:lnTo>
                        <a:pt x="108" y="112"/>
                      </a:lnTo>
                      <a:lnTo>
                        <a:pt x="108" y="112"/>
                      </a:lnTo>
                      <a:lnTo>
                        <a:pt x="106" y="112"/>
                      </a:lnTo>
                      <a:lnTo>
                        <a:pt x="100" y="108"/>
                      </a:lnTo>
                      <a:lnTo>
                        <a:pt x="100" y="108"/>
                      </a:lnTo>
                      <a:lnTo>
                        <a:pt x="104" y="114"/>
                      </a:lnTo>
                      <a:lnTo>
                        <a:pt x="108" y="120"/>
                      </a:lnTo>
                      <a:lnTo>
                        <a:pt x="108" y="120"/>
                      </a:lnTo>
                      <a:lnTo>
                        <a:pt x="110" y="126"/>
                      </a:lnTo>
                      <a:lnTo>
                        <a:pt x="110" y="126"/>
                      </a:lnTo>
                      <a:lnTo>
                        <a:pt x="108" y="126"/>
                      </a:lnTo>
                      <a:lnTo>
                        <a:pt x="108" y="128"/>
                      </a:lnTo>
                      <a:lnTo>
                        <a:pt x="108" y="128"/>
                      </a:lnTo>
                      <a:lnTo>
                        <a:pt x="110" y="132"/>
                      </a:lnTo>
                      <a:lnTo>
                        <a:pt x="110" y="132"/>
                      </a:lnTo>
                      <a:lnTo>
                        <a:pt x="112" y="130"/>
                      </a:lnTo>
                      <a:lnTo>
                        <a:pt x="114" y="130"/>
                      </a:lnTo>
                      <a:lnTo>
                        <a:pt x="112" y="130"/>
                      </a:lnTo>
                      <a:lnTo>
                        <a:pt x="112" y="130"/>
                      </a:lnTo>
                      <a:lnTo>
                        <a:pt x="114" y="126"/>
                      </a:lnTo>
                      <a:lnTo>
                        <a:pt x="114" y="126"/>
                      </a:lnTo>
                      <a:lnTo>
                        <a:pt x="120" y="128"/>
                      </a:lnTo>
                      <a:lnTo>
                        <a:pt x="126" y="128"/>
                      </a:lnTo>
                      <a:lnTo>
                        <a:pt x="126" y="128"/>
                      </a:lnTo>
                      <a:lnTo>
                        <a:pt x="128" y="132"/>
                      </a:lnTo>
                      <a:lnTo>
                        <a:pt x="128" y="138"/>
                      </a:lnTo>
                      <a:lnTo>
                        <a:pt x="126" y="144"/>
                      </a:lnTo>
                      <a:lnTo>
                        <a:pt x="124" y="148"/>
                      </a:lnTo>
                      <a:lnTo>
                        <a:pt x="122" y="148"/>
                      </a:lnTo>
                      <a:lnTo>
                        <a:pt x="122" y="148"/>
                      </a:lnTo>
                      <a:lnTo>
                        <a:pt x="122" y="152"/>
                      </a:lnTo>
                      <a:lnTo>
                        <a:pt x="122" y="152"/>
                      </a:lnTo>
                      <a:lnTo>
                        <a:pt x="114" y="152"/>
                      </a:lnTo>
                      <a:lnTo>
                        <a:pt x="114" y="154"/>
                      </a:lnTo>
                      <a:lnTo>
                        <a:pt x="114" y="154"/>
                      </a:lnTo>
                      <a:lnTo>
                        <a:pt x="110" y="154"/>
                      </a:lnTo>
                      <a:lnTo>
                        <a:pt x="110" y="154"/>
                      </a:lnTo>
                      <a:lnTo>
                        <a:pt x="112" y="158"/>
                      </a:lnTo>
                      <a:lnTo>
                        <a:pt x="112" y="158"/>
                      </a:lnTo>
                      <a:lnTo>
                        <a:pt x="110" y="158"/>
                      </a:lnTo>
                      <a:lnTo>
                        <a:pt x="110" y="160"/>
                      </a:lnTo>
                      <a:lnTo>
                        <a:pt x="110" y="160"/>
                      </a:lnTo>
                      <a:lnTo>
                        <a:pt x="118" y="160"/>
                      </a:lnTo>
                      <a:lnTo>
                        <a:pt x="122" y="160"/>
                      </a:lnTo>
                      <a:lnTo>
                        <a:pt x="120" y="162"/>
                      </a:lnTo>
                      <a:lnTo>
                        <a:pt x="120" y="162"/>
                      </a:lnTo>
                      <a:lnTo>
                        <a:pt x="120" y="164"/>
                      </a:lnTo>
                      <a:lnTo>
                        <a:pt x="120" y="164"/>
                      </a:lnTo>
                      <a:lnTo>
                        <a:pt x="116" y="166"/>
                      </a:lnTo>
                      <a:lnTo>
                        <a:pt x="116" y="166"/>
                      </a:lnTo>
                      <a:lnTo>
                        <a:pt x="114" y="168"/>
                      </a:lnTo>
                      <a:lnTo>
                        <a:pt x="114" y="168"/>
                      </a:lnTo>
                      <a:lnTo>
                        <a:pt x="110" y="168"/>
                      </a:lnTo>
                      <a:lnTo>
                        <a:pt x="108" y="172"/>
                      </a:lnTo>
                      <a:lnTo>
                        <a:pt x="108" y="172"/>
                      </a:lnTo>
                      <a:lnTo>
                        <a:pt x="106" y="170"/>
                      </a:lnTo>
                      <a:lnTo>
                        <a:pt x="102" y="168"/>
                      </a:lnTo>
                      <a:lnTo>
                        <a:pt x="102" y="168"/>
                      </a:lnTo>
                      <a:lnTo>
                        <a:pt x="98" y="168"/>
                      </a:lnTo>
                      <a:lnTo>
                        <a:pt x="96" y="168"/>
                      </a:lnTo>
                      <a:lnTo>
                        <a:pt x="90" y="170"/>
                      </a:lnTo>
                      <a:lnTo>
                        <a:pt x="90" y="170"/>
                      </a:lnTo>
                      <a:lnTo>
                        <a:pt x="86" y="170"/>
                      </a:lnTo>
                      <a:lnTo>
                        <a:pt x="84" y="168"/>
                      </a:lnTo>
                      <a:lnTo>
                        <a:pt x="80" y="168"/>
                      </a:lnTo>
                      <a:lnTo>
                        <a:pt x="80" y="170"/>
                      </a:lnTo>
                      <a:lnTo>
                        <a:pt x="80" y="170"/>
                      </a:lnTo>
                      <a:lnTo>
                        <a:pt x="76" y="172"/>
                      </a:lnTo>
                      <a:lnTo>
                        <a:pt x="76" y="172"/>
                      </a:lnTo>
                      <a:lnTo>
                        <a:pt x="76" y="174"/>
                      </a:lnTo>
                      <a:lnTo>
                        <a:pt x="76" y="174"/>
                      </a:lnTo>
                      <a:lnTo>
                        <a:pt x="72" y="174"/>
                      </a:lnTo>
                      <a:lnTo>
                        <a:pt x="70" y="174"/>
                      </a:lnTo>
                      <a:lnTo>
                        <a:pt x="66" y="172"/>
                      </a:lnTo>
                      <a:lnTo>
                        <a:pt x="64" y="172"/>
                      </a:lnTo>
                      <a:lnTo>
                        <a:pt x="64" y="172"/>
                      </a:lnTo>
                      <a:lnTo>
                        <a:pt x="60" y="172"/>
                      </a:lnTo>
                      <a:lnTo>
                        <a:pt x="58" y="176"/>
                      </a:lnTo>
                      <a:lnTo>
                        <a:pt x="54" y="180"/>
                      </a:lnTo>
                      <a:lnTo>
                        <a:pt x="54" y="180"/>
                      </a:lnTo>
                      <a:lnTo>
                        <a:pt x="52" y="178"/>
                      </a:lnTo>
                      <a:lnTo>
                        <a:pt x="52" y="176"/>
                      </a:lnTo>
                      <a:lnTo>
                        <a:pt x="52" y="176"/>
                      </a:lnTo>
                      <a:lnTo>
                        <a:pt x="40" y="178"/>
                      </a:lnTo>
                      <a:lnTo>
                        <a:pt x="40" y="178"/>
                      </a:lnTo>
                      <a:lnTo>
                        <a:pt x="40" y="180"/>
                      </a:lnTo>
                      <a:lnTo>
                        <a:pt x="38" y="180"/>
                      </a:lnTo>
                      <a:lnTo>
                        <a:pt x="38" y="180"/>
                      </a:lnTo>
                      <a:lnTo>
                        <a:pt x="36" y="180"/>
                      </a:lnTo>
                      <a:lnTo>
                        <a:pt x="36" y="180"/>
                      </a:lnTo>
                      <a:lnTo>
                        <a:pt x="32" y="188"/>
                      </a:lnTo>
                      <a:lnTo>
                        <a:pt x="32" y="188"/>
                      </a:lnTo>
                      <a:lnTo>
                        <a:pt x="28" y="186"/>
                      </a:lnTo>
                      <a:lnTo>
                        <a:pt x="24" y="184"/>
                      </a:lnTo>
                      <a:lnTo>
                        <a:pt x="24" y="184"/>
                      </a:lnTo>
                      <a:lnTo>
                        <a:pt x="24" y="182"/>
                      </a:lnTo>
                      <a:lnTo>
                        <a:pt x="24" y="182"/>
                      </a:lnTo>
                      <a:lnTo>
                        <a:pt x="30" y="180"/>
                      </a:lnTo>
                      <a:lnTo>
                        <a:pt x="30" y="180"/>
                      </a:lnTo>
                      <a:lnTo>
                        <a:pt x="32" y="178"/>
                      </a:lnTo>
                      <a:lnTo>
                        <a:pt x="32" y="174"/>
                      </a:lnTo>
                      <a:lnTo>
                        <a:pt x="32" y="174"/>
                      </a:lnTo>
                      <a:lnTo>
                        <a:pt x="38" y="170"/>
                      </a:lnTo>
                      <a:lnTo>
                        <a:pt x="38" y="170"/>
                      </a:lnTo>
                      <a:lnTo>
                        <a:pt x="40" y="164"/>
                      </a:lnTo>
                      <a:lnTo>
                        <a:pt x="42" y="162"/>
                      </a:lnTo>
                      <a:lnTo>
                        <a:pt x="44" y="160"/>
                      </a:lnTo>
                      <a:lnTo>
                        <a:pt x="44" y="160"/>
                      </a:lnTo>
                      <a:lnTo>
                        <a:pt x="44" y="160"/>
                      </a:lnTo>
                      <a:lnTo>
                        <a:pt x="54" y="160"/>
                      </a:lnTo>
                      <a:lnTo>
                        <a:pt x="66" y="160"/>
                      </a:lnTo>
                      <a:lnTo>
                        <a:pt x="66" y="160"/>
                      </a:lnTo>
                      <a:lnTo>
                        <a:pt x="68" y="152"/>
                      </a:lnTo>
                      <a:lnTo>
                        <a:pt x="68" y="150"/>
                      </a:lnTo>
                      <a:lnTo>
                        <a:pt x="62" y="152"/>
                      </a:lnTo>
                      <a:lnTo>
                        <a:pt x="62" y="152"/>
                      </a:lnTo>
                      <a:lnTo>
                        <a:pt x="62" y="154"/>
                      </a:lnTo>
                      <a:lnTo>
                        <a:pt x="60" y="156"/>
                      </a:lnTo>
                      <a:lnTo>
                        <a:pt x="60" y="156"/>
                      </a:lnTo>
                      <a:lnTo>
                        <a:pt x="56" y="154"/>
                      </a:lnTo>
                      <a:lnTo>
                        <a:pt x="56" y="154"/>
                      </a:lnTo>
                      <a:lnTo>
                        <a:pt x="56" y="152"/>
                      </a:lnTo>
                      <a:lnTo>
                        <a:pt x="54" y="152"/>
                      </a:lnTo>
                      <a:lnTo>
                        <a:pt x="54" y="152"/>
                      </a:lnTo>
                      <a:lnTo>
                        <a:pt x="54" y="152"/>
                      </a:lnTo>
                      <a:lnTo>
                        <a:pt x="54" y="152"/>
                      </a:lnTo>
                      <a:lnTo>
                        <a:pt x="50" y="156"/>
                      </a:lnTo>
                      <a:lnTo>
                        <a:pt x="50" y="156"/>
                      </a:lnTo>
                      <a:lnTo>
                        <a:pt x="46" y="156"/>
                      </a:lnTo>
                      <a:lnTo>
                        <a:pt x="44" y="156"/>
                      </a:lnTo>
                      <a:lnTo>
                        <a:pt x="44" y="154"/>
                      </a:lnTo>
                      <a:lnTo>
                        <a:pt x="44" y="154"/>
                      </a:lnTo>
                      <a:lnTo>
                        <a:pt x="44" y="154"/>
                      </a:lnTo>
                      <a:lnTo>
                        <a:pt x="44" y="152"/>
                      </a:lnTo>
                      <a:lnTo>
                        <a:pt x="44" y="152"/>
                      </a:lnTo>
                      <a:lnTo>
                        <a:pt x="40" y="152"/>
                      </a:lnTo>
                      <a:lnTo>
                        <a:pt x="40" y="152"/>
                      </a:lnTo>
                      <a:lnTo>
                        <a:pt x="40" y="152"/>
                      </a:lnTo>
                      <a:lnTo>
                        <a:pt x="40" y="154"/>
                      </a:lnTo>
                      <a:lnTo>
                        <a:pt x="40" y="154"/>
                      </a:lnTo>
                      <a:lnTo>
                        <a:pt x="40" y="154"/>
                      </a:lnTo>
                      <a:lnTo>
                        <a:pt x="38" y="156"/>
                      </a:lnTo>
                      <a:lnTo>
                        <a:pt x="38" y="156"/>
                      </a:lnTo>
                      <a:lnTo>
                        <a:pt x="36" y="156"/>
                      </a:lnTo>
                      <a:lnTo>
                        <a:pt x="36" y="154"/>
                      </a:lnTo>
                      <a:lnTo>
                        <a:pt x="36" y="152"/>
                      </a:lnTo>
                      <a:lnTo>
                        <a:pt x="36" y="152"/>
                      </a:lnTo>
                      <a:lnTo>
                        <a:pt x="32" y="152"/>
                      </a:lnTo>
                      <a:lnTo>
                        <a:pt x="32" y="152"/>
                      </a:lnTo>
                      <a:lnTo>
                        <a:pt x="32" y="150"/>
                      </a:lnTo>
                      <a:lnTo>
                        <a:pt x="34" y="150"/>
                      </a:lnTo>
                      <a:lnTo>
                        <a:pt x="34" y="150"/>
                      </a:lnTo>
                      <a:lnTo>
                        <a:pt x="32" y="146"/>
                      </a:lnTo>
                      <a:lnTo>
                        <a:pt x="32" y="146"/>
                      </a:lnTo>
                      <a:lnTo>
                        <a:pt x="40" y="142"/>
                      </a:lnTo>
                      <a:lnTo>
                        <a:pt x="40" y="142"/>
                      </a:lnTo>
                      <a:lnTo>
                        <a:pt x="42" y="140"/>
                      </a:lnTo>
                      <a:lnTo>
                        <a:pt x="42" y="140"/>
                      </a:lnTo>
                      <a:lnTo>
                        <a:pt x="46" y="136"/>
                      </a:lnTo>
                      <a:lnTo>
                        <a:pt x="46" y="128"/>
                      </a:lnTo>
                      <a:lnTo>
                        <a:pt x="46" y="128"/>
                      </a:lnTo>
                      <a:lnTo>
                        <a:pt x="38" y="130"/>
                      </a:lnTo>
                      <a:lnTo>
                        <a:pt x="38" y="130"/>
                      </a:lnTo>
                      <a:lnTo>
                        <a:pt x="44" y="124"/>
                      </a:lnTo>
                      <a:lnTo>
                        <a:pt x="48" y="120"/>
                      </a:lnTo>
                      <a:lnTo>
                        <a:pt x="48" y="120"/>
                      </a:lnTo>
                      <a:lnTo>
                        <a:pt x="44" y="120"/>
                      </a:lnTo>
                      <a:lnTo>
                        <a:pt x="44" y="120"/>
                      </a:lnTo>
                      <a:lnTo>
                        <a:pt x="42" y="114"/>
                      </a:lnTo>
                      <a:lnTo>
                        <a:pt x="42" y="114"/>
                      </a:lnTo>
                      <a:lnTo>
                        <a:pt x="44" y="114"/>
                      </a:lnTo>
                      <a:lnTo>
                        <a:pt x="44" y="112"/>
                      </a:lnTo>
                      <a:lnTo>
                        <a:pt x="44" y="112"/>
                      </a:lnTo>
                      <a:lnTo>
                        <a:pt x="46" y="112"/>
                      </a:lnTo>
                      <a:lnTo>
                        <a:pt x="50" y="112"/>
                      </a:lnTo>
                      <a:lnTo>
                        <a:pt x="50" y="112"/>
                      </a:lnTo>
                      <a:lnTo>
                        <a:pt x="50" y="116"/>
                      </a:lnTo>
                      <a:lnTo>
                        <a:pt x="50" y="116"/>
                      </a:lnTo>
                      <a:lnTo>
                        <a:pt x="50" y="116"/>
                      </a:lnTo>
                      <a:lnTo>
                        <a:pt x="52" y="118"/>
                      </a:lnTo>
                      <a:lnTo>
                        <a:pt x="62" y="118"/>
                      </a:lnTo>
                      <a:lnTo>
                        <a:pt x="62" y="116"/>
                      </a:lnTo>
                      <a:lnTo>
                        <a:pt x="62" y="116"/>
                      </a:lnTo>
                      <a:lnTo>
                        <a:pt x="64" y="116"/>
                      </a:lnTo>
                      <a:lnTo>
                        <a:pt x="64" y="116"/>
                      </a:lnTo>
                      <a:lnTo>
                        <a:pt x="64" y="114"/>
                      </a:lnTo>
                      <a:lnTo>
                        <a:pt x="64" y="110"/>
                      </a:lnTo>
                      <a:lnTo>
                        <a:pt x="64" y="110"/>
                      </a:lnTo>
                      <a:lnTo>
                        <a:pt x="66" y="106"/>
                      </a:lnTo>
                      <a:lnTo>
                        <a:pt x="66" y="106"/>
                      </a:lnTo>
                      <a:lnTo>
                        <a:pt x="66" y="98"/>
                      </a:lnTo>
                      <a:lnTo>
                        <a:pt x="66" y="98"/>
                      </a:lnTo>
                      <a:lnTo>
                        <a:pt x="60" y="98"/>
                      </a:lnTo>
                      <a:lnTo>
                        <a:pt x="56" y="96"/>
                      </a:lnTo>
                      <a:lnTo>
                        <a:pt x="56" y="92"/>
                      </a:lnTo>
                      <a:lnTo>
                        <a:pt x="62" y="88"/>
                      </a:lnTo>
                      <a:lnTo>
                        <a:pt x="62" y="88"/>
                      </a:lnTo>
                      <a:lnTo>
                        <a:pt x="58" y="86"/>
                      </a:lnTo>
                      <a:lnTo>
                        <a:pt x="54" y="88"/>
                      </a:lnTo>
                      <a:lnTo>
                        <a:pt x="48" y="88"/>
                      </a:lnTo>
                      <a:lnTo>
                        <a:pt x="42" y="86"/>
                      </a:lnTo>
                      <a:lnTo>
                        <a:pt x="42" y="86"/>
                      </a:lnTo>
                      <a:lnTo>
                        <a:pt x="42" y="90"/>
                      </a:lnTo>
                      <a:lnTo>
                        <a:pt x="42" y="92"/>
                      </a:lnTo>
                      <a:lnTo>
                        <a:pt x="42" y="92"/>
                      </a:lnTo>
                      <a:lnTo>
                        <a:pt x="40" y="90"/>
                      </a:lnTo>
                      <a:lnTo>
                        <a:pt x="40" y="90"/>
                      </a:lnTo>
                      <a:lnTo>
                        <a:pt x="38" y="88"/>
                      </a:lnTo>
                      <a:lnTo>
                        <a:pt x="38" y="88"/>
                      </a:lnTo>
                      <a:lnTo>
                        <a:pt x="36" y="88"/>
                      </a:lnTo>
                      <a:lnTo>
                        <a:pt x="34" y="88"/>
                      </a:lnTo>
                      <a:lnTo>
                        <a:pt x="34" y="88"/>
                      </a:lnTo>
                      <a:lnTo>
                        <a:pt x="38" y="76"/>
                      </a:lnTo>
                      <a:lnTo>
                        <a:pt x="38" y="72"/>
                      </a:lnTo>
                      <a:lnTo>
                        <a:pt x="36" y="66"/>
                      </a:lnTo>
                      <a:lnTo>
                        <a:pt x="36" y="66"/>
                      </a:lnTo>
                      <a:lnTo>
                        <a:pt x="38" y="66"/>
                      </a:lnTo>
                      <a:lnTo>
                        <a:pt x="38" y="64"/>
                      </a:lnTo>
                      <a:lnTo>
                        <a:pt x="38" y="62"/>
                      </a:lnTo>
                      <a:lnTo>
                        <a:pt x="38" y="62"/>
                      </a:lnTo>
                      <a:lnTo>
                        <a:pt x="36" y="62"/>
                      </a:lnTo>
                      <a:lnTo>
                        <a:pt x="36" y="64"/>
                      </a:lnTo>
                      <a:lnTo>
                        <a:pt x="36" y="64"/>
                      </a:lnTo>
                      <a:lnTo>
                        <a:pt x="34" y="64"/>
                      </a:lnTo>
                      <a:lnTo>
                        <a:pt x="34" y="62"/>
                      </a:lnTo>
                      <a:lnTo>
                        <a:pt x="34" y="62"/>
                      </a:lnTo>
                      <a:lnTo>
                        <a:pt x="34" y="62"/>
                      </a:lnTo>
                      <a:lnTo>
                        <a:pt x="30" y="64"/>
                      </a:lnTo>
                      <a:lnTo>
                        <a:pt x="30" y="64"/>
                      </a:lnTo>
                      <a:lnTo>
                        <a:pt x="28" y="68"/>
                      </a:lnTo>
                      <a:lnTo>
                        <a:pt x="28" y="68"/>
                      </a:lnTo>
                      <a:lnTo>
                        <a:pt x="28" y="64"/>
                      </a:lnTo>
                      <a:lnTo>
                        <a:pt x="28" y="62"/>
                      </a:lnTo>
                      <a:lnTo>
                        <a:pt x="30" y="62"/>
                      </a:lnTo>
                      <a:lnTo>
                        <a:pt x="30" y="62"/>
                      </a:lnTo>
                      <a:lnTo>
                        <a:pt x="30" y="58"/>
                      </a:lnTo>
                      <a:lnTo>
                        <a:pt x="30" y="58"/>
                      </a:lnTo>
                      <a:lnTo>
                        <a:pt x="28" y="58"/>
                      </a:lnTo>
                      <a:lnTo>
                        <a:pt x="30" y="58"/>
                      </a:lnTo>
                      <a:lnTo>
                        <a:pt x="30" y="56"/>
                      </a:lnTo>
                      <a:lnTo>
                        <a:pt x="30" y="56"/>
                      </a:lnTo>
                      <a:lnTo>
                        <a:pt x="34" y="56"/>
                      </a:lnTo>
                      <a:lnTo>
                        <a:pt x="34" y="56"/>
                      </a:lnTo>
                      <a:lnTo>
                        <a:pt x="34" y="52"/>
                      </a:lnTo>
                      <a:lnTo>
                        <a:pt x="34" y="52"/>
                      </a:lnTo>
                      <a:lnTo>
                        <a:pt x="34" y="52"/>
                      </a:lnTo>
                      <a:lnTo>
                        <a:pt x="34" y="52"/>
                      </a:lnTo>
                      <a:lnTo>
                        <a:pt x="26" y="54"/>
                      </a:lnTo>
                      <a:lnTo>
                        <a:pt x="26" y="52"/>
                      </a:lnTo>
                      <a:lnTo>
                        <a:pt x="26" y="52"/>
                      </a:lnTo>
                      <a:lnTo>
                        <a:pt x="28" y="46"/>
                      </a:lnTo>
                      <a:lnTo>
                        <a:pt x="28" y="44"/>
                      </a:lnTo>
                      <a:lnTo>
                        <a:pt x="30" y="42"/>
                      </a:lnTo>
                      <a:lnTo>
                        <a:pt x="30" y="42"/>
                      </a:lnTo>
                      <a:lnTo>
                        <a:pt x="28" y="40"/>
                      </a:lnTo>
                      <a:lnTo>
                        <a:pt x="26" y="38"/>
                      </a:lnTo>
                      <a:lnTo>
                        <a:pt x="26" y="38"/>
                      </a:lnTo>
                      <a:lnTo>
                        <a:pt x="28" y="36"/>
                      </a:lnTo>
                      <a:lnTo>
                        <a:pt x="28" y="34"/>
                      </a:lnTo>
                      <a:lnTo>
                        <a:pt x="26" y="28"/>
                      </a:lnTo>
                      <a:lnTo>
                        <a:pt x="26" y="28"/>
                      </a:lnTo>
                      <a:lnTo>
                        <a:pt x="30" y="28"/>
                      </a:lnTo>
                      <a:lnTo>
                        <a:pt x="30" y="28"/>
                      </a:lnTo>
                      <a:lnTo>
                        <a:pt x="28" y="26"/>
                      </a:lnTo>
                      <a:lnTo>
                        <a:pt x="28" y="24"/>
                      </a:lnTo>
                      <a:lnTo>
                        <a:pt x="28" y="24"/>
                      </a:lnTo>
                      <a:lnTo>
                        <a:pt x="28" y="24"/>
                      </a:lnTo>
                      <a:lnTo>
                        <a:pt x="28" y="24"/>
                      </a:lnTo>
                      <a:lnTo>
                        <a:pt x="28" y="22"/>
                      </a:lnTo>
                      <a:lnTo>
                        <a:pt x="28" y="22"/>
                      </a:lnTo>
                      <a:lnTo>
                        <a:pt x="34" y="22"/>
                      </a:lnTo>
                      <a:lnTo>
                        <a:pt x="34" y="22"/>
                      </a:lnTo>
                      <a:lnTo>
                        <a:pt x="36" y="20"/>
                      </a:lnTo>
                      <a:lnTo>
                        <a:pt x="36" y="20"/>
                      </a:lnTo>
                      <a:lnTo>
                        <a:pt x="34" y="20"/>
                      </a:lnTo>
                      <a:lnTo>
                        <a:pt x="34" y="18"/>
                      </a:lnTo>
                      <a:lnTo>
                        <a:pt x="34" y="18"/>
                      </a:lnTo>
                      <a:lnTo>
                        <a:pt x="34" y="18"/>
                      </a:lnTo>
                      <a:lnTo>
                        <a:pt x="34" y="16"/>
                      </a:lnTo>
                      <a:lnTo>
                        <a:pt x="34" y="16"/>
                      </a:lnTo>
                      <a:lnTo>
                        <a:pt x="36" y="12"/>
                      </a:lnTo>
                      <a:lnTo>
                        <a:pt x="38" y="8"/>
                      </a:lnTo>
                      <a:lnTo>
                        <a:pt x="38" y="8"/>
                      </a:lnTo>
                      <a:lnTo>
                        <a:pt x="38" y="2"/>
                      </a:lnTo>
                      <a:lnTo>
                        <a:pt x="38" y="2"/>
                      </a:lnTo>
                      <a:lnTo>
                        <a:pt x="42" y="2"/>
                      </a:lnTo>
                      <a:lnTo>
                        <a:pt x="42" y="2"/>
                      </a:lnTo>
                      <a:lnTo>
                        <a:pt x="44" y="2"/>
                      </a:lnTo>
                      <a:lnTo>
                        <a:pt x="44" y="4"/>
                      </a:lnTo>
                      <a:lnTo>
                        <a:pt x="42" y="6"/>
                      </a:lnTo>
                      <a:lnTo>
                        <a:pt x="44" y="6"/>
                      </a:lnTo>
                      <a:lnTo>
                        <a:pt x="44" y="6"/>
                      </a:lnTo>
                      <a:lnTo>
                        <a:pt x="44" y="2"/>
                      </a:lnTo>
                      <a:lnTo>
                        <a:pt x="46" y="2"/>
                      </a:lnTo>
                      <a:lnTo>
                        <a:pt x="46" y="4"/>
                      </a:lnTo>
                      <a:lnTo>
                        <a:pt x="52" y="0"/>
                      </a:lnTo>
                      <a:lnTo>
                        <a:pt x="52" y="0"/>
                      </a:lnTo>
                      <a:lnTo>
                        <a:pt x="56" y="0"/>
                      </a:lnTo>
                      <a:lnTo>
                        <a:pt x="60" y="2"/>
                      </a:lnTo>
                      <a:lnTo>
                        <a:pt x="62" y="4"/>
                      </a:lnTo>
                      <a:lnTo>
                        <a:pt x="60" y="10"/>
                      </a:lnTo>
                      <a:lnTo>
                        <a:pt x="60" y="10"/>
                      </a:lnTo>
                      <a:lnTo>
                        <a:pt x="56" y="12"/>
                      </a:lnTo>
                      <a:lnTo>
                        <a:pt x="56" y="12"/>
                      </a:lnTo>
                      <a:lnTo>
                        <a:pt x="54" y="18"/>
                      </a:lnTo>
                      <a:lnTo>
                        <a:pt x="52" y="18"/>
                      </a:lnTo>
                      <a:lnTo>
                        <a:pt x="52" y="18"/>
                      </a:lnTo>
                      <a:lnTo>
                        <a:pt x="48" y="20"/>
                      </a:lnTo>
                      <a:lnTo>
                        <a:pt x="48" y="20"/>
                      </a:lnTo>
                      <a:lnTo>
                        <a:pt x="48" y="22"/>
                      </a:lnTo>
                      <a:lnTo>
                        <a:pt x="48" y="26"/>
                      </a:lnTo>
                      <a:lnTo>
                        <a:pt x="48" y="28"/>
                      </a:lnTo>
                      <a:lnTo>
                        <a:pt x="48" y="28"/>
                      </a:lnTo>
                      <a:lnTo>
                        <a:pt x="50" y="28"/>
                      </a:lnTo>
                      <a:lnTo>
                        <a:pt x="50" y="28"/>
                      </a:lnTo>
                      <a:lnTo>
                        <a:pt x="50" y="28"/>
                      </a:lnTo>
                      <a:close/>
                      <a:moveTo>
                        <a:pt x="22" y="50"/>
                      </a:moveTo>
                      <a:lnTo>
                        <a:pt x="22" y="50"/>
                      </a:lnTo>
                      <a:lnTo>
                        <a:pt x="24" y="54"/>
                      </a:lnTo>
                      <a:lnTo>
                        <a:pt x="24" y="54"/>
                      </a:lnTo>
                      <a:lnTo>
                        <a:pt x="24" y="56"/>
                      </a:lnTo>
                      <a:lnTo>
                        <a:pt x="22" y="58"/>
                      </a:lnTo>
                      <a:lnTo>
                        <a:pt x="22" y="58"/>
                      </a:lnTo>
                      <a:lnTo>
                        <a:pt x="22" y="58"/>
                      </a:lnTo>
                      <a:lnTo>
                        <a:pt x="18" y="56"/>
                      </a:lnTo>
                      <a:lnTo>
                        <a:pt x="18" y="56"/>
                      </a:lnTo>
                      <a:lnTo>
                        <a:pt x="20" y="56"/>
                      </a:lnTo>
                      <a:lnTo>
                        <a:pt x="20" y="56"/>
                      </a:lnTo>
                      <a:lnTo>
                        <a:pt x="20" y="54"/>
                      </a:lnTo>
                      <a:lnTo>
                        <a:pt x="18" y="52"/>
                      </a:lnTo>
                      <a:lnTo>
                        <a:pt x="18" y="52"/>
                      </a:lnTo>
                      <a:lnTo>
                        <a:pt x="18" y="50"/>
                      </a:lnTo>
                      <a:lnTo>
                        <a:pt x="18" y="50"/>
                      </a:lnTo>
                      <a:lnTo>
                        <a:pt x="22" y="50"/>
                      </a:lnTo>
                      <a:lnTo>
                        <a:pt x="22" y="50"/>
                      </a:lnTo>
                      <a:close/>
                      <a:moveTo>
                        <a:pt x="20" y="28"/>
                      </a:moveTo>
                      <a:lnTo>
                        <a:pt x="20" y="28"/>
                      </a:lnTo>
                      <a:lnTo>
                        <a:pt x="20" y="32"/>
                      </a:lnTo>
                      <a:lnTo>
                        <a:pt x="20" y="38"/>
                      </a:lnTo>
                      <a:lnTo>
                        <a:pt x="20" y="38"/>
                      </a:lnTo>
                      <a:lnTo>
                        <a:pt x="24" y="38"/>
                      </a:lnTo>
                      <a:lnTo>
                        <a:pt x="24" y="38"/>
                      </a:lnTo>
                      <a:lnTo>
                        <a:pt x="24" y="40"/>
                      </a:lnTo>
                      <a:lnTo>
                        <a:pt x="24" y="42"/>
                      </a:lnTo>
                      <a:lnTo>
                        <a:pt x="24" y="42"/>
                      </a:lnTo>
                      <a:lnTo>
                        <a:pt x="24" y="42"/>
                      </a:lnTo>
                      <a:lnTo>
                        <a:pt x="24" y="44"/>
                      </a:lnTo>
                      <a:lnTo>
                        <a:pt x="22" y="44"/>
                      </a:lnTo>
                      <a:lnTo>
                        <a:pt x="22" y="44"/>
                      </a:lnTo>
                      <a:lnTo>
                        <a:pt x="22" y="42"/>
                      </a:lnTo>
                      <a:lnTo>
                        <a:pt x="20" y="42"/>
                      </a:lnTo>
                      <a:lnTo>
                        <a:pt x="20" y="42"/>
                      </a:lnTo>
                      <a:lnTo>
                        <a:pt x="16" y="36"/>
                      </a:lnTo>
                      <a:lnTo>
                        <a:pt x="16" y="28"/>
                      </a:lnTo>
                      <a:lnTo>
                        <a:pt x="16" y="28"/>
                      </a:lnTo>
                      <a:lnTo>
                        <a:pt x="20" y="28"/>
                      </a:lnTo>
                      <a:lnTo>
                        <a:pt x="20" y="28"/>
                      </a:lnTo>
                      <a:lnTo>
                        <a:pt x="20" y="24"/>
                      </a:lnTo>
                      <a:lnTo>
                        <a:pt x="20" y="24"/>
                      </a:lnTo>
                      <a:lnTo>
                        <a:pt x="20" y="26"/>
                      </a:lnTo>
                      <a:lnTo>
                        <a:pt x="20" y="28"/>
                      </a:lnTo>
                      <a:lnTo>
                        <a:pt x="20" y="28"/>
                      </a:lnTo>
                      <a:close/>
                      <a:moveTo>
                        <a:pt x="20" y="12"/>
                      </a:moveTo>
                      <a:lnTo>
                        <a:pt x="20" y="12"/>
                      </a:lnTo>
                      <a:lnTo>
                        <a:pt x="18" y="16"/>
                      </a:lnTo>
                      <a:lnTo>
                        <a:pt x="18" y="20"/>
                      </a:lnTo>
                      <a:lnTo>
                        <a:pt x="18" y="20"/>
                      </a:lnTo>
                      <a:lnTo>
                        <a:pt x="14" y="20"/>
                      </a:lnTo>
                      <a:lnTo>
                        <a:pt x="14" y="22"/>
                      </a:lnTo>
                      <a:lnTo>
                        <a:pt x="14" y="22"/>
                      </a:lnTo>
                      <a:lnTo>
                        <a:pt x="10" y="24"/>
                      </a:lnTo>
                      <a:lnTo>
                        <a:pt x="10" y="24"/>
                      </a:lnTo>
                      <a:lnTo>
                        <a:pt x="10" y="20"/>
                      </a:lnTo>
                      <a:lnTo>
                        <a:pt x="14" y="16"/>
                      </a:lnTo>
                      <a:lnTo>
                        <a:pt x="14" y="16"/>
                      </a:lnTo>
                      <a:lnTo>
                        <a:pt x="12" y="14"/>
                      </a:lnTo>
                      <a:lnTo>
                        <a:pt x="10" y="10"/>
                      </a:lnTo>
                      <a:lnTo>
                        <a:pt x="10" y="10"/>
                      </a:lnTo>
                      <a:lnTo>
                        <a:pt x="14" y="10"/>
                      </a:lnTo>
                      <a:lnTo>
                        <a:pt x="14" y="10"/>
                      </a:lnTo>
                      <a:lnTo>
                        <a:pt x="14" y="6"/>
                      </a:lnTo>
                      <a:lnTo>
                        <a:pt x="20" y="2"/>
                      </a:lnTo>
                      <a:lnTo>
                        <a:pt x="20" y="2"/>
                      </a:lnTo>
                      <a:lnTo>
                        <a:pt x="22" y="4"/>
                      </a:lnTo>
                      <a:lnTo>
                        <a:pt x="22" y="8"/>
                      </a:lnTo>
                      <a:lnTo>
                        <a:pt x="20" y="12"/>
                      </a:lnTo>
                      <a:lnTo>
                        <a:pt x="2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79" name="Freeform 24">
                  <a:extLst>
                    <a:ext uri="{FF2B5EF4-FFF2-40B4-BE49-F238E27FC236}">
                      <a16:creationId xmlns:a16="http://schemas.microsoft.com/office/drawing/2014/main" id="{39D57723-64E1-5046-BFE5-7951C04AF2CC}"/>
                    </a:ext>
                  </a:extLst>
                </p:cNvPr>
                <p:cNvSpPr>
                  <a:spLocks noEditPoints="1"/>
                </p:cNvSpPr>
                <p:nvPr/>
              </p:nvSpPr>
              <p:spPr bwMode="auto">
                <a:xfrm>
                  <a:off x="6513898" y="2517442"/>
                  <a:ext cx="446173" cy="328386"/>
                </a:xfrm>
                <a:custGeom>
                  <a:avLst/>
                  <a:gdLst>
                    <a:gd name="T0" fmla="*/ 202 w 228"/>
                    <a:gd name="T1" fmla="*/ 108 h 164"/>
                    <a:gd name="T2" fmla="*/ 188 w 228"/>
                    <a:gd name="T3" fmla="*/ 114 h 164"/>
                    <a:gd name="T4" fmla="*/ 176 w 228"/>
                    <a:gd name="T5" fmla="*/ 122 h 164"/>
                    <a:gd name="T6" fmla="*/ 170 w 228"/>
                    <a:gd name="T7" fmla="*/ 120 h 164"/>
                    <a:gd name="T8" fmla="*/ 152 w 228"/>
                    <a:gd name="T9" fmla="*/ 128 h 164"/>
                    <a:gd name="T10" fmla="*/ 144 w 228"/>
                    <a:gd name="T11" fmla="*/ 130 h 164"/>
                    <a:gd name="T12" fmla="*/ 152 w 228"/>
                    <a:gd name="T13" fmla="*/ 136 h 164"/>
                    <a:gd name="T14" fmla="*/ 156 w 228"/>
                    <a:gd name="T15" fmla="*/ 142 h 164"/>
                    <a:gd name="T16" fmla="*/ 172 w 228"/>
                    <a:gd name="T17" fmla="*/ 144 h 164"/>
                    <a:gd name="T18" fmla="*/ 178 w 228"/>
                    <a:gd name="T19" fmla="*/ 144 h 164"/>
                    <a:gd name="T20" fmla="*/ 166 w 228"/>
                    <a:gd name="T21" fmla="*/ 152 h 164"/>
                    <a:gd name="T22" fmla="*/ 138 w 228"/>
                    <a:gd name="T23" fmla="*/ 148 h 164"/>
                    <a:gd name="T24" fmla="*/ 128 w 228"/>
                    <a:gd name="T25" fmla="*/ 140 h 164"/>
                    <a:gd name="T26" fmla="*/ 142 w 228"/>
                    <a:gd name="T27" fmla="*/ 134 h 164"/>
                    <a:gd name="T28" fmla="*/ 136 w 228"/>
                    <a:gd name="T29" fmla="*/ 128 h 164"/>
                    <a:gd name="T30" fmla="*/ 124 w 228"/>
                    <a:gd name="T31" fmla="*/ 132 h 164"/>
                    <a:gd name="T32" fmla="*/ 118 w 228"/>
                    <a:gd name="T33" fmla="*/ 126 h 164"/>
                    <a:gd name="T34" fmla="*/ 120 w 228"/>
                    <a:gd name="T35" fmla="*/ 122 h 164"/>
                    <a:gd name="T36" fmla="*/ 114 w 228"/>
                    <a:gd name="T37" fmla="*/ 118 h 164"/>
                    <a:gd name="T38" fmla="*/ 100 w 228"/>
                    <a:gd name="T39" fmla="*/ 122 h 164"/>
                    <a:gd name="T40" fmla="*/ 84 w 228"/>
                    <a:gd name="T41" fmla="*/ 108 h 164"/>
                    <a:gd name="T42" fmla="*/ 80 w 228"/>
                    <a:gd name="T43" fmla="*/ 94 h 164"/>
                    <a:gd name="T44" fmla="*/ 68 w 228"/>
                    <a:gd name="T45" fmla="*/ 80 h 164"/>
                    <a:gd name="T46" fmla="*/ 50 w 228"/>
                    <a:gd name="T47" fmla="*/ 76 h 164"/>
                    <a:gd name="T48" fmla="*/ 40 w 228"/>
                    <a:gd name="T49" fmla="*/ 84 h 164"/>
                    <a:gd name="T50" fmla="*/ 28 w 228"/>
                    <a:gd name="T51" fmla="*/ 92 h 164"/>
                    <a:gd name="T52" fmla="*/ 14 w 228"/>
                    <a:gd name="T53" fmla="*/ 88 h 164"/>
                    <a:gd name="T54" fmla="*/ 0 w 228"/>
                    <a:gd name="T55" fmla="*/ 82 h 164"/>
                    <a:gd name="T56" fmla="*/ 14 w 228"/>
                    <a:gd name="T57" fmla="*/ 68 h 164"/>
                    <a:gd name="T58" fmla="*/ 16 w 228"/>
                    <a:gd name="T59" fmla="*/ 50 h 164"/>
                    <a:gd name="T60" fmla="*/ 16 w 228"/>
                    <a:gd name="T61" fmla="*/ 32 h 164"/>
                    <a:gd name="T62" fmla="*/ 18 w 228"/>
                    <a:gd name="T63" fmla="*/ 20 h 164"/>
                    <a:gd name="T64" fmla="*/ 18 w 228"/>
                    <a:gd name="T65" fmla="*/ 8 h 164"/>
                    <a:gd name="T66" fmla="*/ 26 w 228"/>
                    <a:gd name="T67" fmla="*/ 12 h 164"/>
                    <a:gd name="T68" fmla="*/ 54 w 228"/>
                    <a:gd name="T69" fmla="*/ 8 h 164"/>
                    <a:gd name="T70" fmla="*/ 72 w 228"/>
                    <a:gd name="T71" fmla="*/ 12 h 164"/>
                    <a:gd name="T72" fmla="*/ 80 w 228"/>
                    <a:gd name="T73" fmla="*/ 10 h 164"/>
                    <a:gd name="T74" fmla="*/ 98 w 228"/>
                    <a:gd name="T75" fmla="*/ 10 h 164"/>
                    <a:gd name="T76" fmla="*/ 104 w 228"/>
                    <a:gd name="T77" fmla="*/ 0 h 164"/>
                    <a:gd name="T78" fmla="*/ 118 w 228"/>
                    <a:gd name="T79" fmla="*/ 2 h 164"/>
                    <a:gd name="T80" fmla="*/ 128 w 228"/>
                    <a:gd name="T81" fmla="*/ 2 h 164"/>
                    <a:gd name="T82" fmla="*/ 132 w 228"/>
                    <a:gd name="T83" fmla="*/ 10 h 164"/>
                    <a:gd name="T84" fmla="*/ 136 w 228"/>
                    <a:gd name="T85" fmla="*/ 20 h 164"/>
                    <a:gd name="T86" fmla="*/ 148 w 228"/>
                    <a:gd name="T87" fmla="*/ 22 h 164"/>
                    <a:gd name="T88" fmla="*/ 162 w 228"/>
                    <a:gd name="T89" fmla="*/ 30 h 164"/>
                    <a:gd name="T90" fmla="*/ 172 w 228"/>
                    <a:gd name="T91" fmla="*/ 42 h 164"/>
                    <a:gd name="T92" fmla="*/ 188 w 228"/>
                    <a:gd name="T93" fmla="*/ 36 h 164"/>
                    <a:gd name="T94" fmla="*/ 198 w 228"/>
                    <a:gd name="T95" fmla="*/ 44 h 164"/>
                    <a:gd name="T96" fmla="*/ 220 w 228"/>
                    <a:gd name="T97" fmla="*/ 58 h 164"/>
                    <a:gd name="T98" fmla="*/ 226 w 228"/>
                    <a:gd name="T99" fmla="*/ 64 h 164"/>
                    <a:gd name="T100" fmla="*/ 226 w 228"/>
                    <a:gd name="T101" fmla="*/ 72 h 164"/>
                    <a:gd name="T102" fmla="*/ 228 w 228"/>
                    <a:gd name="T103" fmla="*/ 86 h 164"/>
                    <a:gd name="T104" fmla="*/ 214 w 228"/>
                    <a:gd name="T105" fmla="*/ 100 h 164"/>
                    <a:gd name="T106" fmla="*/ 88 w 228"/>
                    <a:gd name="T107" fmla="*/ 124 h 164"/>
                    <a:gd name="T108" fmla="*/ 80 w 228"/>
                    <a:gd name="T109" fmla="*/ 124 h 164"/>
                    <a:gd name="T110" fmla="*/ 74 w 228"/>
                    <a:gd name="T111" fmla="*/ 140 h 164"/>
                    <a:gd name="T112" fmla="*/ 80 w 228"/>
                    <a:gd name="T113" fmla="*/ 140 h 164"/>
                    <a:gd name="T114" fmla="*/ 90 w 228"/>
                    <a:gd name="T115" fmla="*/ 13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8" h="164">
                      <a:moveTo>
                        <a:pt x="210" y="108"/>
                      </a:moveTo>
                      <a:lnTo>
                        <a:pt x="210" y="108"/>
                      </a:lnTo>
                      <a:lnTo>
                        <a:pt x="204" y="108"/>
                      </a:lnTo>
                      <a:lnTo>
                        <a:pt x="204" y="108"/>
                      </a:lnTo>
                      <a:lnTo>
                        <a:pt x="202" y="108"/>
                      </a:lnTo>
                      <a:lnTo>
                        <a:pt x="202" y="108"/>
                      </a:lnTo>
                      <a:lnTo>
                        <a:pt x="198" y="112"/>
                      </a:lnTo>
                      <a:lnTo>
                        <a:pt x="198" y="112"/>
                      </a:lnTo>
                      <a:lnTo>
                        <a:pt x="194" y="112"/>
                      </a:lnTo>
                      <a:lnTo>
                        <a:pt x="194" y="112"/>
                      </a:lnTo>
                      <a:lnTo>
                        <a:pt x="188" y="114"/>
                      </a:lnTo>
                      <a:lnTo>
                        <a:pt x="188" y="114"/>
                      </a:lnTo>
                      <a:lnTo>
                        <a:pt x="186" y="118"/>
                      </a:lnTo>
                      <a:lnTo>
                        <a:pt x="186" y="118"/>
                      </a:lnTo>
                      <a:lnTo>
                        <a:pt x="182" y="118"/>
                      </a:lnTo>
                      <a:lnTo>
                        <a:pt x="178" y="118"/>
                      </a:lnTo>
                      <a:lnTo>
                        <a:pt x="178" y="118"/>
                      </a:lnTo>
                      <a:lnTo>
                        <a:pt x="176" y="122"/>
                      </a:lnTo>
                      <a:lnTo>
                        <a:pt x="176" y="122"/>
                      </a:lnTo>
                      <a:lnTo>
                        <a:pt x="174" y="122"/>
                      </a:lnTo>
                      <a:lnTo>
                        <a:pt x="172" y="120"/>
                      </a:lnTo>
                      <a:lnTo>
                        <a:pt x="172" y="120"/>
                      </a:lnTo>
                      <a:lnTo>
                        <a:pt x="170" y="120"/>
                      </a:lnTo>
                      <a:lnTo>
                        <a:pt x="170" y="120"/>
                      </a:lnTo>
                      <a:lnTo>
                        <a:pt x="170" y="120"/>
                      </a:lnTo>
                      <a:lnTo>
                        <a:pt x="162" y="126"/>
                      </a:lnTo>
                      <a:lnTo>
                        <a:pt x="162" y="128"/>
                      </a:lnTo>
                      <a:lnTo>
                        <a:pt x="162" y="128"/>
                      </a:lnTo>
                      <a:lnTo>
                        <a:pt x="156" y="128"/>
                      </a:lnTo>
                      <a:lnTo>
                        <a:pt x="152" y="128"/>
                      </a:lnTo>
                      <a:lnTo>
                        <a:pt x="152" y="126"/>
                      </a:lnTo>
                      <a:lnTo>
                        <a:pt x="152" y="126"/>
                      </a:lnTo>
                      <a:lnTo>
                        <a:pt x="144" y="126"/>
                      </a:lnTo>
                      <a:lnTo>
                        <a:pt x="144" y="126"/>
                      </a:lnTo>
                      <a:lnTo>
                        <a:pt x="144" y="130"/>
                      </a:lnTo>
                      <a:lnTo>
                        <a:pt x="144" y="130"/>
                      </a:lnTo>
                      <a:lnTo>
                        <a:pt x="148" y="132"/>
                      </a:lnTo>
                      <a:lnTo>
                        <a:pt x="148" y="132"/>
                      </a:lnTo>
                      <a:lnTo>
                        <a:pt x="150" y="132"/>
                      </a:lnTo>
                      <a:lnTo>
                        <a:pt x="150" y="132"/>
                      </a:lnTo>
                      <a:lnTo>
                        <a:pt x="152" y="136"/>
                      </a:lnTo>
                      <a:lnTo>
                        <a:pt x="152" y="136"/>
                      </a:lnTo>
                      <a:lnTo>
                        <a:pt x="154" y="136"/>
                      </a:lnTo>
                      <a:lnTo>
                        <a:pt x="156" y="136"/>
                      </a:lnTo>
                      <a:lnTo>
                        <a:pt x="156" y="136"/>
                      </a:lnTo>
                      <a:lnTo>
                        <a:pt x="156" y="138"/>
                      </a:lnTo>
                      <a:lnTo>
                        <a:pt x="156" y="140"/>
                      </a:lnTo>
                      <a:lnTo>
                        <a:pt x="156" y="142"/>
                      </a:lnTo>
                      <a:lnTo>
                        <a:pt x="158" y="142"/>
                      </a:lnTo>
                      <a:lnTo>
                        <a:pt x="158" y="144"/>
                      </a:lnTo>
                      <a:lnTo>
                        <a:pt x="158" y="144"/>
                      </a:lnTo>
                      <a:lnTo>
                        <a:pt x="164" y="144"/>
                      </a:lnTo>
                      <a:lnTo>
                        <a:pt x="164" y="144"/>
                      </a:lnTo>
                      <a:lnTo>
                        <a:pt x="172" y="144"/>
                      </a:lnTo>
                      <a:lnTo>
                        <a:pt x="172" y="144"/>
                      </a:lnTo>
                      <a:lnTo>
                        <a:pt x="174" y="144"/>
                      </a:lnTo>
                      <a:lnTo>
                        <a:pt x="176" y="142"/>
                      </a:lnTo>
                      <a:lnTo>
                        <a:pt x="176" y="142"/>
                      </a:lnTo>
                      <a:lnTo>
                        <a:pt x="178" y="144"/>
                      </a:lnTo>
                      <a:lnTo>
                        <a:pt x="178" y="144"/>
                      </a:lnTo>
                      <a:lnTo>
                        <a:pt x="178" y="146"/>
                      </a:lnTo>
                      <a:lnTo>
                        <a:pt x="176" y="150"/>
                      </a:lnTo>
                      <a:lnTo>
                        <a:pt x="176" y="150"/>
                      </a:lnTo>
                      <a:lnTo>
                        <a:pt x="170" y="152"/>
                      </a:lnTo>
                      <a:lnTo>
                        <a:pt x="166" y="152"/>
                      </a:lnTo>
                      <a:lnTo>
                        <a:pt x="166" y="152"/>
                      </a:lnTo>
                      <a:lnTo>
                        <a:pt x="158" y="156"/>
                      </a:lnTo>
                      <a:lnTo>
                        <a:pt x="158" y="156"/>
                      </a:lnTo>
                      <a:lnTo>
                        <a:pt x="136" y="164"/>
                      </a:lnTo>
                      <a:lnTo>
                        <a:pt x="136" y="164"/>
                      </a:lnTo>
                      <a:lnTo>
                        <a:pt x="138" y="156"/>
                      </a:lnTo>
                      <a:lnTo>
                        <a:pt x="138" y="148"/>
                      </a:lnTo>
                      <a:lnTo>
                        <a:pt x="138" y="148"/>
                      </a:lnTo>
                      <a:lnTo>
                        <a:pt x="130" y="144"/>
                      </a:lnTo>
                      <a:lnTo>
                        <a:pt x="124" y="146"/>
                      </a:lnTo>
                      <a:lnTo>
                        <a:pt x="126" y="142"/>
                      </a:lnTo>
                      <a:lnTo>
                        <a:pt x="126" y="142"/>
                      </a:lnTo>
                      <a:lnTo>
                        <a:pt x="128" y="140"/>
                      </a:lnTo>
                      <a:lnTo>
                        <a:pt x="138" y="136"/>
                      </a:lnTo>
                      <a:lnTo>
                        <a:pt x="138" y="136"/>
                      </a:lnTo>
                      <a:lnTo>
                        <a:pt x="140" y="136"/>
                      </a:lnTo>
                      <a:lnTo>
                        <a:pt x="142" y="136"/>
                      </a:lnTo>
                      <a:lnTo>
                        <a:pt x="142" y="136"/>
                      </a:lnTo>
                      <a:lnTo>
                        <a:pt x="142" y="134"/>
                      </a:lnTo>
                      <a:lnTo>
                        <a:pt x="142" y="134"/>
                      </a:lnTo>
                      <a:lnTo>
                        <a:pt x="140" y="130"/>
                      </a:lnTo>
                      <a:lnTo>
                        <a:pt x="140" y="130"/>
                      </a:lnTo>
                      <a:lnTo>
                        <a:pt x="138" y="130"/>
                      </a:lnTo>
                      <a:lnTo>
                        <a:pt x="136" y="130"/>
                      </a:lnTo>
                      <a:lnTo>
                        <a:pt x="136" y="128"/>
                      </a:lnTo>
                      <a:lnTo>
                        <a:pt x="136" y="128"/>
                      </a:lnTo>
                      <a:lnTo>
                        <a:pt x="128" y="128"/>
                      </a:lnTo>
                      <a:lnTo>
                        <a:pt x="128" y="128"/>
                      </a:lnTo>
                      <a:lnTo>
                        <a:pt x="128" y="130"/>
                      </a:lnTo>
                      <a:lnTo>
                        <a:pt x="126" y="132"/>
                      </a:lnTo>
                      <a:lnTo>
                        <a:pt x="124" y="132"/>
                      </a:lnTo>
                      <a:lnTo>
                        <a:pt x="124" y="132"/>
                      </a:lnTo>
                      <a:lnTo>
                        <a:pt x="122" y="128"/>
                      </a:lnTo>
                      <a:lnTo>
                        <a:pt x="122" y="128"/>
                      </a:lnTo>
                      <a:lnTo>
                        <a:pt x="118" y="128"/>
                      </a:lnTo>
                      <a:lnTo>
                        <a:pt x="118" y="126"/>
                      </a:lnTo>
                      <a:lnTo>
                        <a:pt x="118" y="126"/>
                      </a:lnTo>
                      <a:lnTo>
                        <a:pt x="112" y="126"/>
                      </a:lnTo>
                      <a:lnTo>
                        <a:pt x="114" y="124"/>
                      </a:lnTo>
                      <a:lnTo>
                        <a:pt x="114" y="124"/>
                      </a:lnTo>
                      <a:lnTo>
                        <a:pt x="120" y="124"/>
                      </a:lnTo>
                      <a:lnTo>
                        <a:pt x="120" y="124"/>
                      </a:lnTo>
                      <a:lnTo>
                        <a:pt x="120" y="122"/>
                      </a:lnTo>
                      <a:lnTo>
                        <a:pt x="120" y="122"/>
                      </a:lnTo>
                      <a:lnTo>
                        <a:pt x="118" y="122"/>
                      </a:lnTo>
                      <a:lnTo>
                        <a:pt x="118" y="122"/>
                      </a:lnTo>
                      <a:lnTo>
                        <a:pt x="116" y="118"/>
                      </a:lnTo>
                      <a:lnTo>
                        <a:pt x="116" y="118"/>
                      </a:lnTo>
                      <a:lnTo>
                        <a:pt x="114" y="118"/>
                      </a:lnTo>
                      <a:lnTo>
                        <a:pt x="114" y="120"/>
                      </a:lnTo>
                      <a:lnTo>
                        <a:pt x="114" y="120"/>
                      </a:lnTo>
                      <a:lnTo>
                        <a:pt x="104" y="120"/>
                      </a:lnTo>
                      <a:lnTo>
                        <a:pt x="102" y="122"/>
                      </a:lnTo>
                      <a:lnTo>
                        <a:pt x="100" y="122"/>
                      </a:lnTo>
                      <a:lnTo>
                        <a:pt x="100" y="122"/>
                      </a:lnTo>
                      <a:lnTo>
                        <a:pt x="96" y="128"/>
                      </a:lnTo>
                      <a:lnTo>
                        <a:pt x="88" y="116"/>
                      </a:lnTo>
                      <a:lnTo>
                        <a:pt x="88" y="116"/>
                      </a:lnTo>
                      <a:lnTo>
                        <a:pt x="86" y="114"/>
                      </a:lnTo>
                      <a:lnTo>
                        <a:pt x="84" y="112"/>
                      </a:lnTo>
                      <a:lnTo>
                        <a:pt x="84" y="108"/>
                      </a:lnTo>
                      <a:lnTo>
                        <a:pt x="84" y="108"/>
                      </a:lnTo>
                      <a:lnTo>
                        <a:pt x="84" y="104"/>
                      </a:lnTo>
                      <a:lnTo>
                        <a:pt x="82" y="100"/>
                      </a:lnTo>
                      <a:lnTo>
                        <a:pt x="82" y="100"/>
                      </a:lnTo>
                      <a:lnTo>
                        <a:pt x="80" y="98"/>
                      </a:lnTo>
                      <a:lnTo>
                        <a:pt x="80" y="94"/>
                      </a:lnTo>
                      <a:lnTo>
                        <a:pt x="80" y="94"/>
                      </a:lnTo>
                      <a:lnTo>
                        <a:pt x="78" y="88"/>
                      </a:lnTo>
                      <a:lnTo>
                        <a:pt x="74" y="84"/>
                      </a:lnTo>
                      <a:lnTo>
                        <a:pt x="74" y="84"/>
                      </a:lnTo>
                      <a:lnTo>
                        <a:pt x="68" y="80"/>
                      </a:lnTo>
                      <a:lnTo>
                        <a:pt x="68" y="80"/>
                      </a:lnTo>
                      <a:lnTo>
                        <a:pt x="62" y="76"/>
                      </a:lnTo>
                      <a:lnTo>
                        <a:pt x="62" y="76"/>
                      </a:lnTo>
                      <a:lnTo>
                        <a:pt x="58" y="74"/>
                      </a:lnTo>
                      <a:lnTo>
                        <a:pt x="54" y="76"/>
                      </a:lnTo>
                      <a:lnTo>
                        <a:pt x="54" y="76"/>
                      </a:lnTo>
                      <a:lnTo>
                        <a:pt x="50" y="76"/>
                      </a:lnTo>
                      <a:lnTo>
                        <a:pt x="46" y="78"/>
                      </a:lnTo>
                      <a:lnTo>
                        <a:pt x="46" y="80"/>
                      </a:lnTo>
                      <a:lnTo>
                        <a:pt x="46" y="80"/>
                      </a:lnTo>
                      <a:lnTo>
                        <a:pt x="44" y="80"/>
                      </a:lnTo>
                      <a:lnTo>
                        <a:pt x="40" y="84"/>
                      </a:lnTo>
                      <a:lnTo>
                        <a:pt x="40" y="84"/>
                      </a:lnTo>
                      <a:lnTo>
                        <a:pt x="38" y="86"/>
                      </a:lnTo>
                      <a:lnTo>
                        <a:pt x="34" y="88"/>
                      </a:lnTo>
                      <a:lnTo>
                        <a:pt x="34" y="88"/>
                      </a:lnTo>
                      <a:lnTo>
                        <a:pt x="32" y="88"/>
                      </a:lnTo>
                      <a:lnTo>
                        <a:pt x="32" y="90"/>
                      </a:lnTo>
                      <a:lnTo>
                        <a:pt x="28" y="92"/>
                      </a:lnTo>
                      <a:lnTo>
                        <a:pt x="28" y="92"/>
                      </a:lnTo>
                      <a:lnTo>
                        <a:pt x="24" y="94"/>
                      </a:lnTo>
                      <a:lnTo>
                        <a:pt x="22" y="90"/>
                      </a:lnTo>
                      <a:lnTo>
                        <a:pt x="22" y="90"/>
                      </a:lnTo>
                      <a:lnTo>
                        <a:pt x="18" y="88"/>
                      </a:lnTo>
                      <a:lnTo>
                        <a:pt x="14" y="88"/>
                      </a:lnTo>
                      <a:lnTo>
                        <a:pt x="14" y="88"/>
                      </a:lnTo>
                      <a:lnTo>
                        <a:pt x="8" y="88"/>
                      </a:lnTo>
                      <a:lnTo>
                        <a:pt x="4" y="86"/>
                      </a:lnTo>
                      <a:lnTo>
                        <a:pt x="4" y="86"/>
                      </a:lnTo>
                      <a:lnTo>
                        <a:pt x="2" y="82"/>
                      </a:lnTo>
                      <a:lnTo>
                        <a:pt x="0" y="82"/>
                      </a:lnTo>
                      <a:lnTo>
                        <a:pt x="2" y="76"/>
                      </a:lnTo>
                      <a:lnTo>
                        <a:pt x="6" y="74"/>
                      </a:lnTo>
                      <a:lnTo>
                        <a:pt x="6" y="74"/>
                      </a:lnTo>
                      <a:lnTo>
                        <a:pt x="10" y="72"/>
                      </a:lnTo>
                      <a:lnTo>
                        <a:pt x="14" y="70"/>
                      </a:lnTo>
                      <a:lnTo>
                        <a:pt x="14" y="68"/>
                      </a:lnTo>
                      <a:lnTo>
                        <a:pt x="14" y="68"/>
                      </a:lnTo>
                      <a:lnTo>
                        <a:pt x="12" y="64"/>
                      </a:lnTo>
                      <a:lnTo>
                        <a:pt x="12" y="60"/>
                      </a:lnTo>
                      <a:lnTo>
                        <a:pt x="12" y="58"/>
                      </a:lnTo>
                      <a:lnTo>
                        <a:pt x="12" y="58"/>
                      </a:lnTo>
                      <a:lnTo>
                        <a:pt x="16" y="50"/>
                      </a:lnTo>
                      <a:lnTo>
                        <a:pt x="16" y="50"/>
                      </a:lnTo>
                      <a:lnTo>
                        <a:pt x="20" y="42"/>
                      </a:lnTo>
                      <a:lnTo>
                        <a:pt x="20" y="42"/>
                      </a:lnTo>
                      <a:lnTo>
                        <a:pt x="18" y="38"/>
                      </a:lnTo>
                      <a:lnTo>
                        <a:pt x="16" y="34"/>
                      </a:lnTo>
                      <a:lnTo>
                        <a:pt x="16" y="32"/>
                      </a:lnTo>
                      <a:lnTo>
                        <a:pt x="16" y="32"/>
                      </a:lnTo>
                      <a:lnTo>
                        <a:pt x="16" y="28"/>
                      </a:lnTo>
                      <a:lnTo>
                        <a:pt x="18" y="22"/>
                      </a:lnTo>
                      <a:lnTo>
                        <a:pt x="18" y="22"/>
                      </a:lnTo>
                      <a:lnTo>
                        <a:pt x="18" y="20"/>
                      </a:lnTo>
                      <a:lnTo>
                        <a:pt x="18" y="20"/>
                      </a:lnTo>
                      <a:lnTo>
                        <a:pt x="18" y="18"/>
                      </a:lnTo>
                      <a:lnTo>
                        <a:pt x="18" y="18"/>
                      </a:lnTo>
                      <a:lnTo>
                        <a:pt x="18" y="18"/>
                      </a:lnTo>
                      <a:lnTo>
                        <a:pt x="16" y="12"/>
                      </a:lnTo>
                      <a:lnTo>
                        <a:pt x="16" y="10"/>
                      </a:lnTo>
                      <a:lnTo>
                        <a:pt x="18" y="8"/>
                      </a:lnTo>
                      <a:lnTo>
                        <a:pt x="18" y="8"/>
                      </a:lnTo>
                      <a:lnTo>
                        <a:pt x="20" y="6"/>
                      </a:lnTo>
                      <a:lnTo>
                        <a:pt x="22" y="6"/>
                      </a:lnTo>
                      <a:lnTo>
                        <a:pt x="24" y="10"/>
                      </a:lnTo>
                      <a:lnTo>
                        <a:pt x="24" y="10"/>
                      </a:lnTo>
                      <a:lnTo>
                        <a:pt x="26" y="12"/>
                      </a:lnTo>
                      <a:lnTo>
                        <a:pt x="28" y="10"/>
                      </a:lnTo>
                      <a:lnTo>
                        <a:pt x="30" y="6"/>
                      </a:lnTo>
                      <a:lnTo>
                        <a:pt x="30" y="6"/>
                      </a:lnTo>
                      <a:lnTo>
                        <a:pt x="40" y="6"/>
                      </a:lnTo>
                      <a:lnTo>
                        <a:pt x="40" y="6"/>
                      </a:lnTo>
                      <a:lnTo>
                        <a:pt x="54" y="8"/>
                      </a:lnTo>
                      <a:lnTo>
                        <a:pt x="54" y="8"/>
                      </a:lnTo>
                      <a:lnTo>
                        <a:pt x="60" y="10"/>
                      </a:lnTo>
                      <a:lnTo>
                        <a:pt x="66" y="8"/>
                      </a:lnTo>
                      <a:lnTo>
                        <a:pt x="66" y="8"/>
                      </a:lnTo>
                      <a:lnTo>
                        <a:pt x="70" y="8"/>
                      </a:lnTo>
                      <a:lnTo>
                        <a:pt x="72" y="12"/>
                      </a:lnTo>
                      <a:lnTo>
                        <a:pt x="72" y="12"/>
                      </a:lnTo>
                      <a:lnTo>
                        <a:pt x="74" y="8"/>
                      </a:lnTo>
                      <a:lnTo>
                        <a:pt x="74" y="8"/>
                      </a:lnTo>
                      <a:lnTo>
                        <a:pt x="76" y="10"/>
                      </a:lnTo>
                      <a:lnTo>
                        <a:pt x="78" y="10"/>
                      </a:lnTo>
                      <a:lnTo>
                        <a:pt x="80" y="10"/>
                      </a:lnTo>
                      <a:lnTo>
                        <a:pt x="80" y="10"/>
                      </a:lnTo>
                      <a:lnTo>
                        <a:pt x="82" y="8"/>
                      </a:lnTo>
                      <a:lnTo>
                        <a:pt x="86" y="10"/>
                      </a:lnTo>
                      <a:lnTo>
                        <a:pt x="86" y="10"/>
                      </a:lnTo>
                      <a:lnTo>
                        <a:pt x="92" y="10"/>
                      </a:lnTo>
                      <a:lnTo>
                        <a:pt x="98" y="10"/>
                      </a:lnTo>
                      <a:lnTo>
                        <a:pt x="98" y="10"/>
                      </a:lnTo>
                      <a:lnTo>
                        <a:pt x="100" y="10"/>
                      </a:lnTo>
                      <a:lnTo>
                        <a:pt x="102" y="6"/>
                      </a:lnTo>
                      <a:lnTo>
                        <a:pt x="102" y="6"/>
                      </a:lnTo>
                      <a:lnTo>
                        <a:pt x="102" y="2"/>
                      </a:lnTo>
                      <a:lnTo>
                        <a:pt x="104" y="0"/>
                      </a:lnTo>
                      <a:lnTo>
                        <a:pt x="104" y="0"/>
                      </a:lnTo>
                      <a:lnTo>
                        <a:pt x="110" y="0"/>
                      </a:lnTo>
                      <a:lnTo>
                        <a:pt x="110" y="0"/>
                      </a:lnTo>
                      <a:lnTo>
                        <a:pt x="112" y="4"/>
                      </a:lnTo>
                      <a:lnTo>
                        <a:pt x="116" y="4"/>
                      </a:lnTo>
                      <a:lnTo>
                        <a:pt x="118" y="2"/>
                      </a:lnTo>
                      <a:lnTo>
                        <a:pt x="118" y="2"/>
                      </a:lnTo>
                      <a:lnTo>
                        <a:pt x="120" y="0"/>
                      </a:lnTo>
                      <a:lnTo>
                        <a:pt x="120" y="0"/>
                      </a:lnTo>
                      <a:lnTo>
                        <a:pt x="124" y="2"/>
                      </a:lnTo>
                      <a:lnTo>
                        <a:pt x="124" y="2"/>
                      </a:lnTo>
                      <a:lnTo>
                        <a:pt x="128" y="2"/>
                      </a:lnTo>
                      <a:lnTo>
                        <a:pt x="130" y="2"/>
                      </a:lnTo>
                      <a:lnTo>
                        <a:pt x="130" y="4"/>
                      </a:lnTo>
                      <a:lnTo>
                        <a:pt x="130" y="4"/>
                      </a:lnTo>
                      <a:lnTo>
                        <a:pt x="132" y="8"/>
                      </a:lnTo>
                      <a:lnTo>
                        <a:pt x="132" y="10"/>
                      </a:lnTo>
                      <a:lnTo>
                        <a:pt x="132" y="10"/>
                      </a:lnTo>
                      <a:lnTo>
                        <a:pt x="134" y="14"/>
                      </a:lnTo>
                      <a:lnTo>
                        <a:pt x="134" y="16"/>
                      </a:lnTo>
                      <a:lnTo>
                        <a:pt x="136" y="16"/>
                      </a:lnTo>
                      <a:lnTo>
                        <a:pt x="136" y="16"/>
                      </a:lnTo>
                      <a:lnTo>
                        <a:pt x="136" y="18"/>
                      </a:lnTo>
                      <a:lnTo>
                        <a:pt x="136" y="20"/>
                      </a:lnTo>
                      <a:lnTo>
                        <a:pt x="138" y="22"/>
                      </a:lnTo>
                      <a:lnTo>
                        <a:pt x="140" y="22"/>
                      </a:lnTo>
                      <a:lnTo>
                        <a:pt x="140" y="22"/>
                      </a:lnTo>
                      <a:lnTo>
                        <a:pt x="144" y="22"/>
                      </a:lnTo>
                      <a:lnTo>
                        <a:pt x="148" y="22"/>
                      </a:lnTo>
                      <a:lnTo>
                        <a:pt x="148" y="22"/>
                      </a:lnTo>
                      <a:lnTo>
                        <a:pt x="154" y="26"/>
                      </a:lnTo>
                      <a:lnTo>
                        <a:pt x="158" y="24"/>
                      </a:lnTo>
                      <a:lnTo>
                        <a:pt x="158" y="24"/>
                      </a:lnTo>
                      <a:lnTo>
                        <a:pt x="160" y="24"/>
                      </a:lnTo>
                      <a:lnTo>
                        <a:pt x="160" y="26"/>
                      </a:lnTo>
                      <a:lnTo>
                        <a:pt x="162" y="30"/>
                      </a:lnTo>
                      <a:lnTo>
                        <a:pt x="162" y="30"/>
                      </a:lnTo>
                      <a:lnTo>
                        <a:pt x="168" y="32"/>
                      </a:lnTo>
                      <a:lnTo>
                        <a:pt x="168" y="32"/>
                      </a:lnTo>
                      <a:lnTo>
                        <a:pt x="170" y="34"/>
                      </a:lnTo>
                      <a:lnTo>
                        <a:pt x="170" y="38"/>
                      </a:lnTo>
                      <a:lnTo>
                        <a:pt x="172" y="42"/>
                      </a:lnTo>
                      <a:lnTo>
                        <a:pt x="172" y="42"/>
                      </a:lnTo>
                      <a:lnTo>
                        <a:pt x="180" y="38"/>
                      </a:lnTo>
                      <a:lnTo>
                        <a:pt x="180" y="38"/>
                      </a:lnTo>
                      <a:lnTo>
                        <a:pt x="184" y="36"/>
                      </a:lnTo>
                      <a:lnTo>
                        <a:pt x="184" y="36"/>
                      </a:lnTo>
                      <a:lnTo>
                        <a:pt x="188" y="36"/>
                      </a:lnTo>
                      <a:lnTo>
                        <a:pt x="192" y="38"/>
                      </a:lnTo>
                      <a:lnTo>
                        <a:pt x="192" y="38"/>
                      </a:lnTo>
                      <a:lnTo>
                        <a:pt x="192" y="40"/>
                      </a:lnTo>
                      <a:lnTo>
                        <a:pt x="194" y="42"/>
                      </a:lnTo>
                      <a:lnTo>
                        <a:pt x="194" y="42"/>
                      </a:lnTo>
                      <a:lnTo>
                        <a:pt x="198" y="44"/>
                      </a:lnTo>
                      <a:lnTo>
                        <a:pt x="202" y="46"/>
                      </a:lnTo>
                      <a:lnTo>
                        <a:pt x="202" y="46"/>
                      </a:lnTo>
                      <a:lnTo>
                        <a:pt x="220" y="52"/>
                      </a:lnTo>
                      <a:lnTo>
                        <a:pt x="220" y="52"/>
                      </a:lnTo>
                      <a:lnTo>
                        <a:pt x="222" y="56"/>
                      </a:lnTo>
                      <a:lnTo>
                        <a:pt x="220" y="58"/>
                      </a:lnTo>
                      <a:lnTo>
                        <a:pt x="220" y="58"/>
                      </a:lnTo>
                      <a:lnTo>
                        <a:pt x="220" y="60"/>
                      </a:lnTo>
                      <a:lnTo>
                        <a:pt x="220" y="60"/>
                      </a:lnTo>
                      <a:lnTo>
                        <a:pt x="224" y="62"/>
                      </a:lnTo>
                      <a:lnTo>
                        <a:pt x="226" y="62"/>
                      </a:lnTo>
                      <a:lnTo>
                        <a:pt x="226" y="64"/>
                      </a:lnTo>
                      <a:lnTo>
                        <a:pt x="226" y="64"/>
                      </a:lnTo>
                      <a:lnTo>
                        <a:pt x="224" y="68"/>
                      </a:lnTo>
                      <a:lnTo>
                        <a:pt x="222" y="68"/>
                      </a:lnTo>
                      <a:lnTo>
                        <a:pt x="224" y="70"/>
                      </a:lnTo>
                      <a:lnTo>
                        <a:pt x="224" y="70"/>
                      </a:lnTo>
                      <a:lnTo>
                        <a:pt x="226" y="72"/>
                      </a:lnTo>
                      <a:lnTo>
                        <a:pt x="226" y="74"/>
                      </a:lnTo>
                      <a:lnTo>
                        <a:pt x="226" y="76"/>
                      </a:lnTo>
                      <a:lnTo>
                        <a:pt x="226" y="80"/>
                      </a:lnTo>
                      <a:lnTo>
                        <a:pt x="226" y="80"/>
                      </a:lnTo>
                      <a:lnTo>
                        <a:pt x="228" y="82"/>
                      </a:lnTo>
                      <a:lnTo>
                        <a:pt x="228" y="86"/>
                      </a:lnTo>
                      <a:lnTo>
                        <a:pt x="228" y="86"/>
                      </a:lnTo>
                      <a:lnTo>
                        <a:pt x="226" y="96"/>
                      </a:lnTo>
                      <a:lnTo>
                        <a:pt x="226" y="96"/>
                      </a:lnTo>
                      <a:lnTo>
                        <a:pt x="224" y="98"/>
                      </a:lnTo>
                      <a:lnTo>
                        <a:pt x="220" y="98"/>
                      </a:lnTo>
                      <a:lnTo>
                        <a:pt x="214" y="100"/>
                      </a:lnTo>
                      <a:lnTo>
                        <a:pt x="212" y="104"/>
                      </a:lnTo>
                      <a:lnTo>
                        <a:pt x="210" y="108"/>
                      </a:lnTo>
                      <a:close/>
                      <a:moveTo>
                        <a:pt x="96" y="128"/>
                      </a:moveTo>
                      <a:lnTo>
                        <a:pt x="96" y="128"/>
                      </a:lnTo>
                      <a:lnTo>
                        <a:pt x="94" y="126"/>
                      </a:lnTo>
                      <a:lnTo>
                        <a:pt x="88" y="124"/>
                      </a:lnTo>
                      <a:lnTo>
                        <a:pt x="88" y="124"/>
                      </a:lnTo>
                      <a:lnTo>
                        <a:pt x="84" y="122"/>
                      </a:lnTo>
                      <a:lnTo>
                        <a:pt x="82" y="122"/>
                      </a:lnTo>
                      <a:lnTo>
                        <a:pt x="82" y="122"/>
                      </a:lnTo>
                      <a:lnTo>
                        <a:pt x="82" y="122"/>
                      </a:lnTo>
                      <a:lnTo>
                        <a:pt x="80" y="124"/>
                      </a:lnTo>
                      <a:lnTo>
                        <a:pt x="78" y="126"/>
                      </a:lnTo>
                      <a:lnTo>
                        <a:pt x="76" y="130"/>
                      </a:lnTo>
                      <a:lnTo>
                        <a:pt x="76" y="130"/>
                      </a:lnTo>
                      <a:lnTo>
                        <a:pt x="74" y="136"/>
                      </a:lnTo>
                      <a:lnTo>
                        <a:pt x="70" y="138"/>
                      </a:lnTo>
                      <a:lnTo>
                        <a:pt x="74" y="140"/>
                      </a:lnTo>
                      <a:lnTo>
                        <a:pt x="74" y="140"/>
                      </a:lnTo>
                      <a:lnTo>
                        <a:pt x="76" y="142"/>
                      </a:lnTo>
                      <a:lnTo>
                        <a:pt x="78" y="142"/>
                      </a:lnTo>
                      <a:lnTo>
                        <a:pt x="78" y="140"/>
                      </a:lnTo>
                      <a:lnTo>
                        <a:pt x="78" y="140"/>
                      </a:lnTo>
                      <a:lnTo>
                        <a:pt x="80" y="140"/>
                      </a:lnTo>
                      <a:lnTo>
                        <a:pt x="84" y="140"/>
                      </a:lnTo>
                      <a:lnTo>
                        <a:pt x="86" y="142"/>
                      </a:lnTo>
                      <a:lnTo>
                        <a:pt x="86" y="142"/>
                      </a:lnTo>
                      <a:lnTo>
                        <a:pt x="86" y="138"/>
                      </a:lnTo>
                      <a:lnTo>
                        <a:pt x="86" y="138"/>
                      </a:lnTo>
                      <a:lnTo>
                        <a:pt x="90" y="136"/>
                      </a:lnTo>
                      <a:lnTo>
                        <a:pt x="94" y="132"/>
                      </a:lnTo>
                      <a:lnTo>
                        <a:pt x="94" y="132"/>
                      </a:lnTo>
                      <a:lnTo>
                        <a:pt x="96" y="128"/>
                      </a:lnTo>
                      <a:lnTo>
                        <a:pt x="96" y="1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0" name="Freeform 26">
                  <a:extLst>
                    <a:ext uri="{FF2B5EF4-FFF2-40B4-BE49-F238E27FC236}">
                      <a16:creationId xmlns:a16="http://schemas.microsoft.com/office/drawing/2014/main" id="{D8D89BD9-66F5-B042-AAFC-76CA138B2933}"/>
                    </a:ext>
                  </a:extLst>
                </p:cNvPr>
                <p:cNvSpPr>
                  <a:spLocks/>
                </p:cNvSpPr>
                <p:nvPr/>
              </p:nvSpPr>
              <p:spPr bwMode="auto">
                <a:xfrm>
                  <a:off x="7273175" y="2897889"/>
                  <a:ext cx="371812" cy="272320"/>
                </a:xfrm>
                <a:custGeom>
                  <a:avLst/>
                  <a:gdLst>
                    <a:gd name="T0" fmla="*/ 4 w 190"/>
                    <a:gd name="T1" fmla="*/ 22 h 136"/>
                    <a:gd name="T2" fmla="*/ 6 w 190"/>
                    <a:gd name="T3" fmla="*/ 22 h 136"/>
                    <a:gd name="T4" fmla="*/ 4 w 190"/>
                    <a:gd name="T5" fmla="*/ 18 h 136"/>
                    <a:gd name="T6" fmla="*/ 10 w 190"/>
                    <a:gd name="T7" fmla="*/ 12 h 136"/>
                    <a:gd name="T8" fmla="*/ 20 w 190"/>
                    <a:gd name="T9" fmla="*/ 14 h 136"/>
                    <a:gd name="T10" fmla="*/ 26 w 190"/>
                    <a:gd name="T11" fmla="*/ 26 h 136"/>
                    <a:gd name="T12" fmla="*/ 30 w 190"/>
                    <a:gd name="T13" fmla="*/ 32 h 136"/>
                    <a:gd name="T14" fmla="*/ 24 w 190"/>
                    <a:gd name="T15" fmla="*/ 36 h 136"/>
                    <a:gd name="T16" fmla="*/ 24 w 190"/>
                    <a:gd name="T17" fmla="*/ 38 h 136"/>
                    <a:gd name="T18" fmla="*/ 24 w 190"/>
                    <a:gd name="T19" fmla="*/ 40 h 136"/>
                    <a:gd name="T20" fmla="*/ 10 w 190"/>
                    <a:gd name="T21" fmla="*/ 38 h 136"/>
                    <a:gd name="T22" fmla="*/ 6 w 190"/>
                    <a:gd name="T23" fmla="*/ 32 h 136"/>
                    <a:gd name="T24" fmla="*/ 6 w 190"/>
                    <a:gd name="T25" fmla="*/ 38 h 136"/>
                    <a:gd name="T26" fmla="*/ 2 w 190"/>
                    <a:gd name="T27" fmla="*/ 52 h 136"/>
                    <a:gd name="T28" fmla="*/ 4 w 190"/>
                    <a:gd name="T29" fmla="*/ 54 h 136"/>
                    <a:gd name="T30" fmla="*/ 8 w 190"/>
                    <a:gd name="T31" fmla="*/ 52 h 136"/>
                    <a:gd name="T32" fmla="*/ 16 w 190"/>
                    <a:gd name="T33" fmla="*/ 50 h 136"/>
                    <a:gd name="T34" fmla="*/ 16 w 190"/>
                    <a:gd name="T35" fmla="*/ 52 h 136"/>
                    <a:gd name="T36" fmla="*/ 12 w 190"/>
                    <a:gd name="T37" fmla="*/ 56 h 136"/>
                    <a:gd name="T38" fmla="*/ 16 w 190"/>
                    <a:gd name="T39" fmla="*/ 66 h 136"/>
                    <a:gd name="T40" fmla="*/ 22 w 190"/>
                    <a:gd name="T41" fmla="*/ 74 h 136"/>
                    <a:gd name="T42" fmla="*/ 20 w 190"/>
                    <a:gd name="T43" fmla="*/ 80 h 136"/>
                    <a:gd name="T44" fmla="*/ 18 w 190"/>
                    <a:gd name="T45" fmla="*/ 88 h 136"/>
                    <a:gd name="T46" fmla="*/ 20 w 190"/>
                    <a:gd name="T47" fmla="*/ 100 h 136"/>
                    <a:gd name="T48" fmla="*/ 32 w 190"/>
                    <a:gd name="T49" fmla="*/ 92 h 136"/>
                    <a:gd name="T50" fmla="*/ 46 w 190"/>
                    <a:gd name="T51" fmla="*/ 86 h 136"/>
                    <a:gd name="T52" fmla="*/ 74 w 190"/>
                    <a:gd name="T53" fmla="*/ 86 h 136"/>
                    <a:gd name="T54" fmla="*/ 96 w 190"/>
                    <a:gd name="T55" fmla="*/ 92 h 136"/>
                    <a:gd name="T56" fmla="*/ 116 w 190"/>
                    <a:gd name="T57" fmla="*/ 104 h 136"/>
                    <a:gd name="T58" fmla="*/ 130 w 190"/>
                    <a:gd name="T59" fmla="*/ 116 h 136"/>
                    <a:gd name="T60" fmla="*/ 128 w 190"/>
                    <a:gd name="T61" fmla="*/ 134 h 136"/>
                    <a:gd name="T62" fmla="*/ 142 w 190"/>
                    <a:gd name="T63" fmla="*/ 136 h 136"/>
                    <a:gd name="T64" fmla="*/ 160 w 190"/>
                    <a:gd name="T65" fmla="*/ 116 h 136"/>
                    <a:gd name="T66" fmla="*/ 164 w 190"/>
                    <a:gd name="T67" fmla="*/ 100 h 136"/>
                    <a:gd name="T68" fmla="*/ 176 w 190"/>
                    <a:gd name="T69" fmla="*/ 100 h 136"/>
                    <a:gd name="T70" fmla="*/ 182 w 190"/>
                    <a:gd name="T71" fmla="*/ 90 h 136"/>
                    <a:gd name="T72" fmla="*/ 182 w 190"/>
                    <a:gd name="T73" fmla="*/ 84 h 136"/>
                    <a:gd name="T74" fmla="*/ 168 w 190"/>
                    <a:gd name="T75" fmla="*/ 76 h 136"/>
                    <a:gd name="T76" fmla="*/ 150 w 190"/>
                    <a:gd name="T77" fmla="*/ 66 h 136"/>
                    <a:gd name="T78" fmla="*/ 138 w 190"/>
                    <a:gd name="T79" fmla="*/ 52 h 136"/>
                    <a:gd name="T80" fmla="*/ 130 w 190"/>
                    <a:gd name="T81" fmla="*/ 38 h 136"/>
                    <a:gd name="T82" fmla="*/ 112 w 190"/>
                    <a:gd name="T83" fmla="*/ 30 h 136"/>
                    <a:gd name="T84" fmla="*/ 96 w 190"/>
                    <a:gd name="T85" fmla="*/ 34 h 136"/>
                    <a:gd name="T86" fmla="*/ 96 w 190"/>
                    <a:gd name="T87" fmla="*/ 22 h 136"/>
                    <a:gd name="T88" fmla="*/ 84 w 190"/>
                    <a:gd name="T89" fmla="*/ 2 h 136"/>
                    <a:gd name="T90" fmla="*/ 72 w 190"/>
                    <a:gd name="T91" fmla="*/ 4 h 136"/>
                    <a:gd name="T92" fmla="*/ 60 w 190"/>
                    <a:gd name="T93" fmla="*/ 10 h 136"/>
                    <a:gd name="T94" fmla="*/ 62 w 190"/>
                    <a:gd name="T95" fmla="*/ 22 h 136"/>
                    <a:gd name="T96" fmla="*/ 44 w 190"/>
                    <a:gd name="T97" fmla="*/ 20 h 136"/>
                    <a:gd name="T98" fmla="*/ 30 w 190"/>
                    <a:gd name="T99" fmla="*/ 12 h 136"/>
                    <a:gd name="T100" fmla="*/ 18 w 190"/>
                    <a:gd name="T101" fmla="*/ 6 h 136"/>
                    <a:gd name="T102" fmla="*/ 4 w 190"/>
                    <a:gd name="T103" fmla="*/ 8 h 136"/>
                    <a:gd name="T104" fmla="*/ 2 w 190"/>
                    <a:gd name="T105" fmla="*/ 16 h 136"/>
                    <a:gd name="T106" fmla="*/ 0 w 190"/>
                    <a:gd name="T107" fmla="*/ 1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0" h="136">
                      <a:moveTo>
                        <a:pt x="0" y="18"/>
                      </a:moveTo>
                      <a:lnTo>
                        <a:pt x="0" y="18"/>
                      </a:lnTo>
                      <a:lnTo>
                        <a:pt x="4" y="22"/>
                      </a:lnTo>
                      <a:lnTo>
                        <a:pt x="4" y="22"/>
                      </a:lnTo>
                      <a:lnTo>
                        <a:pt x="6" y="22"/>
                      </a:lnTo>
                      <a:lnTo>
                        <a:pt x="6" y="22"/>
                      </a:lnTo>
                      <a:lnTo>
                        <a:pt x="6" y="20"/>
                      </a:lnTo>
                      <a:lnTo>
                        <a:pt x="4" y="18"/>
                      </a:lnTo>
                      <a:lnTo>
                        <a:pt x="4" y="18"/>
                      </a:lnTo>
                      <a:lnTo>
                        <a:pt x="8" y="16"/>
                      </a:lnTo>
                      <a:lnTo>
                        <a:pt x="8" y="16"/>
                      </a:lnTo>
                      <a:lnTo>
                        <a:pt x="10" y="12"/>
                      </a:lnTo>
                      <a:lnTo>
                        <a:pt x="10" y="12"/>
                      </a:lnTo>
                      <a:lnTo>
                        <a:pt x="20" y="14"/>
                      </a:lnTo>
                      <a:lnTo>
                        <a:pt x="20" y="14"/>
                      </a:lnTo>
                      <a:lnTo>
                        <a:pt x="20" y="20"/>
                      </a:lnTo>
                      <a:lnTo>
                        <a:pt x="20" y="20"/>
                      </a:lnTo>
                      <a:lnTo>
                        <a:pt x="26" y="26"/>
                      </a:lnTo>
                      <a:lnTo>
                        <a:pt x="30" y="30"/>
                      </a:lnTo>
                      <a:lnTo>
                        <a:pt x="30" y="30"/>
                      </a:lnTo>
                      <a:lnTo>
                        <a:pt x="30" y="32"/>
                      </a:lnTo>
                      <a:lnTo>
                        <a:pt x="28" y="36"/>
                      </a:lnTo>
                      <a:lnTo>
                        <a:pt x="28" y="36"/>
                      </a:lnTo>
                      <a:lnTo>
                        <a:pt x="24" y="36"/>
                      </a:lnTo>
                      <a:lnTo>
                        <a:pt x="24" y="36"/>
                      </a:lnTo>
                      <a:lnTo>
                        <a:pt x="24" y="36"/>
                      </a:lnTo>
                      <a:lnTo>
                        <a:pt x="24" y="38"/>
                      </a:lnTo>
                      <a:lnTo>
                        <a:pt x="24" y="38"/>
                      </a:lnTo>
                      <a:lnTo>
                        <a:pt x="24" y="38"/>
                      </a:lnTo>
                      <a:lnTo>
                        <a:pt x="24" y="40"/>
                      </a:lnTo>
                      <a:lnTo>
                        <a:pt x="24" y="40"/>
                      </a:lnTo>
                      <a:lnTo>
                        <a:pt x="10" y="38"/>
                      </a:lnTo>
                      <a:lnTo>
                        <a:pt x="10" y="38"/>
                      </a:lnTo>
                      <a:lnTo>
                        <a:pt x="8" y="32"/>
                      </a:lnTo>
                      <a:lnTo>
                        <a:pt x="8" y="32"/>
                      </a:lnTo>
                      <a:lnTo>
                        <a:pt x="6" y="32"/>
                      </a:lnTo>
                      <a:lnTo>
                        <a:pt x="6" y="32"/>
                      </a:lnTo>
                      <a:lnTo>
                        <a:pt x="6" y="38"/>
                      </a:lnTo>
                      <a:lnTo>
                        <a:pt x="6" y="38"/>
                      </a:lnTo>
                      <a:lnTo>
                        <a:pt x="4" y="46"/>
                      </a:lnTo>
                      <a:lnTo>
                        <a:pt x="2" y="52"/>
                      </a:lnTo>
                      <a:lnTo>
                        <a:pt x="2" y="52"/>
                      </a:lnTo>
                      <a:lnTo>
                        <a:pt x="2" y="54"/>
                      </a:lnTo>
                      <a:lnTo>
                        <a:pt x="2" y="54"/>
                      </a:lnTo>
                      <a:lnTo>
                        <a:pt x="4" y="54"/>
                      </a:lnTo>
                      <a:lnTo>
                        <a:pt x="6" y="54"/>
                      </a:lnTo>
                      <a:lnTo>
                        <a:pt x="6" y="54"/>
                      </a:lnTo>
                      <a:lnTo>
                        <a:pt x="8" y="52"/>
                      </a:lnTo>
                      <a:lnTo>
                        <a:pt x="10" y="50"/>
                      </a:lnTo>
                      <a:lnTo>
                        <a:pt x="10" y="50"/>
                      </a:lnTo>
                      <a:lnTo>
                        <a:pt x="16" y="50"/>
                      </a:lnTo>
                      <a:lnTo>
                        <a:pt x="20" y="52"/>
                      </a:lnTo>
                      <a:lnTo>
                        <a:pt x="20" y="52"/>
                      </a:lnTo>
                      <a:lnTo>
                        <a:pt x="16" y="52"/>
                      </a:lnTo>
                      <a:lnTo>
                        <a:pt x="12" y="52"/>
                      </a:lnTo>
                      <a:lnTo>
                        <a:pt x="12" y="52"/>
                      </a:lnTo>
                      <a:lnTo>
                        <a:pt x="12" y="56"/>
                      </a:lnTo>
                      <a:lnTo>
                        <a:pt x="12" y="56"/>
                      </a:lnTo>
                      <a:lnTo>
                        <a:pt x="16" y="60"/>
                      </a:lnTo>
                      <a:lnTo>
                        <a:pt x="16" y="66"/>
                      </a:lnTo>
                      <a:lnTo>
                        <a:pt x="16" y="66"/>
                      </a:lnTo>
                      <a:lnTo>
                        <a:pt x="20" y="70"/>
                      </a:lnTo>
                      <a:lnTo>
                        <a:pt x="22" y="74"/>
                      </a:lnTo>
                      <a:lnTo>
                        <a:pt x="22" y="78"/>
                      </a:lnTo>
                      <a:lnTo>
                        <a:pt x="22" y="78"/>
                      </a:lnTo>
                      <a:lnTo>
                        <a:pt x="20" y="80"/>
                      </a:lnTo>
                      <a:lnTo>
                        <a:pt x="18" y="80"/>
                      </a:lnTo>
                      <a:lnTo>
                        <a:pt x="18" y="80"/>
                      </a:lnTo>
                      <a:lnTo>
                        <a:pt x="18" y="88"/>
                      </a:lnTo>
                      <a:lnTo>
                        <a:pt x="18" y="94"/>
                      </a:lnTo>
                      <a:lnTo>
                        <a:pt x="18" y="94"/>
                      </a:lnTo>
                      <a:lnTo>
                        <a:pt x="20" y="100"/>
                      </a:lnTo>
                      <a:lnTo>
                        <a:pt x="28" y="100"/>
                      </a:lnTo>
                      <a:lnTo>
                        <a:pt x="32" y="94"/>
                      </a:lnTo>
                      <a:lnTo>
                        <a:pt x="32" y="92"/>
                      </a:lnTo>
                      <a:lnTo>
                        <a:pt x="34" y="88"/>
                      </a:lnTo>
                      <a:lnTo>
                        <a:pt x="38" y="86"/>
                      </a:lnTo>
                      <a:lnTo>
                        <a:pt x="46" y="86"/>
                      </a:lnTo>
                      <a:lnTo>
                        <a:pt x="52" y="84"/>
                      </a:lnTo>
                      <a:lnTo>
                        <a:pt x="58" y="82"/>
                      </a:lnTo>
                      <a:lnTo>
                        <a:pt x="74" y="86"/>
                      </a:lnTo>
                      <a:lnTo>
                        <a:pt x="82" y="86"/>
                      </a:lnTo>
                      <a:lnTo>
                        <a:pt x="86" y="88"/>
                      </a:lnTo>
                      <a:lnTo>
                        <a:pt x="96" y="92"/>
                      </a:lnTo>
                      <a:lnTo>
                        <a:pt x="104" y="96"/>
                      </a:lnTo>
                      <a:lnTo>
                        <a:pt x="112" y="102"/>
                      </a:lnTo>
                      <a:lnTo>
                        <a:pt x="116" y="104"/>
                      </a:lnTo>
                      <a:lnTo>
                        <a:pt x="118" y="108"/>
                      </a:lnTo>
                      <a:lnTo>
                        <a:pt x="122" y="114"/>
                      </a:lnTo>
                      <a:lnTo>
                        <a:pt x="130" y="116"/>
                      </a:lnTo>
                      <a:lnTo>
                        <a:pt x="130" y="122"/>
                      </a:lnTo>
                      <a:lnTo>
                        <a:pt x="130" y="128"/>
                      </a:lnTo>
                      <a:lnTo>
                        <a:pt x="128" y="134"/>
                      </a:lnTo>
                      <a:lnTo>
                        <a:pt x="134" y="136"/>
                      </a:lnTo>
                      <a:lnTo>
                        <a:pt x="138" y="134"/>
                      </a:lnTo>
                      <a:lnTo>
                        <a:pt x="142" y="136"/>
                      </a:lnTo>
                      <a:lnTo>
                        <a:pt x="154" y="130"/>
                      </a:lnTo>
                      <a:lnTo>
                        <a:pt x="152" y="124"/>
                      </a:lnTo>
                      <a:lnTo>
                        <a:pt x="160" y="116"/>
                      </a:lnTo>
                      <a:lnTo>
                        <a:pt x="162" y="112"/>
                      </a:lnTo>
                      <a:lnTo>
                        <a:pt x="162" y="104"/>
                      </a:lnTo>
                      <a:lnTo>
                        <a:pt x="164" y="100"/>
                      </a:lnTo>
                      <a:lnTo>
                        <a:pt x="166" y="96"/>
                      </a:lnTo>
                      <a:lnTo>
                        <a:pt x="172" y="98"/>
                      </a:lnTo>
                      <a:lnTo>
                        <a:pt x="176" y="100"/>
                      </a:lnTo>
                      <a:lnTo>
                        <a:pt x="182" y="102"/>
                      </a:lnTo>
                      <a:lnTo>
                        <a:pt x="182" y="94"/>
                      </a:lnTo>
                      <a:lnTo>
                        <a:pt x="182" y="90"/>
                      </a:lnTo>
                      <a:lnTo>
                        <a:pt x="190" y="86"/>
                      </a:lnTo>
                      <a:lnTo>
                        <a:pt x="188" y="84"/>
                      </a:lnTo>
                      <a:lnTo>
                        <a:pt x="182" y="84"/>
                      </a:lnTo>
                      <a:lnTo>
                        <a:pt x="178" y="80"/>
                      </a:lnTo>
                      <a:lnTo>
                        <a:pt x="172" y="80"/>
                      </a:lnTo>
                      <a:lnTo>
                        <a:pt x="168" y="76"/>
                      </a:lnTo>
                      <a:lnTo>
                        <a:pt x="160" y="78"/>
                      </a:lnTo>
                      <a:lnTo>
                        <a:pt x="156" y="72"/>
                      </a:lnTo>
                      <a:lnTo>
                        <a:pt x="150" y="66"/>
                      </a:lnTo>
                      <a:lnTo>
                        <a:pt x="144" y="64"/>
                      </a:lnTo>
                      <a:lnTo>
                        <a:pt x="140" y="60"/>
                      </a:lnTo>
                      <a:lnTo>
                        <a:pt x="138" y="52"/>
                      </a:lnTo>
                      <a:lnTo>
                        <a:pt x="134" y="48"/>
                      </a:lnTo>
                      <a:lnTo>
                        <a:pt x="130" y="44"/>
                      </a:lnTo>
                      <a:lnTo>
                        <a:pt x="130" y="38"/>
                      </a:lnTo>
                      <a:lnTo>
                        <a:pt x="126" y="30"/>
                      </a:lnTo>
                      <a:lnTo>
                        <a:pt x="120" y="30"/>
                      </a:lnTo>
                      <a:lnTo>
                        <a:pt x="112" y="30"/>
                      </a:lnTo>
                      <a:lnTo>
                        <a:pt x="108" y="32"/>
                      </a:lnTo>
                      <a:lnTo>
                        <a:pt x="102" y="36"/>
                      </a:lnTo>
                      <a:lnTo>
                        <a:pt x="96" y="34"/>
                      </a:lnTo>
                      <a:lnTo>
                        <a:pt x="94" y="32"/>
                      </a:lnTo>
                      <a:lnTo>
                        <a:pt x="96" y="28"/>
                      </a:lnTo>
                      <a:lnTo>
                        <a:pt x="96" y="22"/>
                      </a:lnTo>
                      <a:lnTo>
                        <a:pt x="88" y="20"/>
                      </a:lnTo>
                      <a:lnTo>
                        <a:pt x="86" y="10"/>
                      </a:lnTo>
                      <a:lnTo>
                        <a:pt x="84" y="2"/>
                      </a:lnTo>
                      <a:lnTo>
                        <a:pt x="80" y="0"/>
                      </a:lnTo>
                      <a:lnTo>
                        <a:pt x="76" y="0"/>
                      </a:lnTo>
                      <a:lnTo>
                        <a:pt x="72" y="4"/>
                      </a:lnTo>
                      <a:lnTo>
                        <a:pt x="70" y="8"/>
                      </a:lnTo>
                      <a:lnTo>
                        <a:pt x="62" y="8"/>
                      </a:lnTo>
                      <a:lnTo>
                        <a:pt x="60" y="10"/>
                      </a:lnTo>
                      <a:lnTo>
                        <a:pt x="60" y="16"/>
                      </a:lnTo>
                      <a:lnTo>
                        <a:pt x="62" y="20"/>
                      </a:lnTo>
                      <a:lnTo>
                        <a:pt x="62" y="22"/>
                      </a:lnTo>
                      <a:lnTo>
                        <a:pt x="48" y="20"/>
                      </a:lnTo>
                      <a:lnTo>
                        <a:pt x="48" y="20"/>
                      </a:lnTo>
                      <a:lnTo>
                        <a:pt x="44" y="20"/>
                      </a:lnTo>
                      <a:lnTo>
                        <a:pt x="36" y="20"/>
                      </a:lnTo>
                      <a:lnTo>
                        <a:pt x="36" y="20"/>
                      </a:lnTo>
                      <a:lnTo>
                        <a:pt x="30" y="12"/>
                      </a:lnTo>
                      <a:lnTo>
                        <a:pt x="26" y="8"/>
                      </a:lnTo>
                      <a:lnTo>
                        <a:pt x="22" y="6"/>
                      </a:lnTo>
                      <a:lnTo>
                        <a:pt x="18" y="6"/>
                      </a:lnTo>
                      <a:lnTo>
                        <a:pt x="18" y="6"/>
                      </a:lnTo>
                      <a:lnTo>
                        <a:pt x="8" y="6"/>
                      </a:lnTo>
                      <a:lnTo>
                        <a:pt x="4" y="8"/>
                      </a:lnTo>
                      <a:lnTo>
                        <a:pt x="4" y="14"/>
                      </a:lnTo>
                      <a:lnTo>
                        <a:pt x="4" y="14"/>
                      </a:lnTo>
                      <a:lnTo>
                        <a:pt x="2" y="16"/>
                      </a:lnTo>
                      <a:lnTo>
                        <a:pt x="2" y="18"/>
                      </a:lnTo>
                      <a:lnTo>
                        <a:pt x="0" y="18"/>
                      </a:lnTo>
                      <a:lnTo>
                        <a:pt x="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1" name="Freeform 27">
                  <a:extLst>
                    <a:ext uri="{FF2B5EF4-FFF2-40B4-BE49-F238E27FC236}">
                      <a16:creationId xmlns:a16="http://schemas.microsoft.com/office/drawing/2014/main" id="{7F91AC19-C6F7-9D42-A91A-7CE47DF0BD05}"/>
                    </a:ext>
                  </a:extLst>
                </p:cNvPr>
                <p:cNvSpPr>
                  <a:spLocks noEditPoints="1"/>
                </p:cNvSpPr>
                <p:nvPr/>
              </p:nvSpPr>
              <p:spPr bwMode="auto">
                <a:xfrm>
                  <a:off x="6592174" y="2925922"/>
                  <a:ext cx="493139" cy="236278"/>
                </a:xfrm>
                <a:custGeom>
                  <a:avLst/>
                  <a:gdLst>
                    <a:gd name="T0" fmla="*/ 12 w 252"/>
                    <a:gd name="T1" fmla="*/ 4 h 118"/>
                    <a:gd name="T2" fmla="*/ 12 w 252"/>
                    <a:gd name="T3" fmla="*/ 12 h 118"/>
                    <a:gd name="T4" fmla="*/ 6 w 252"/>
                    <a:gd name="T5" fmla="*/ 18 h 118"/>
                    <a:gd name="T6" fmla="*/ 0 w 252"/>
                    <a:gd name="T7" fmla="*/ 26 h 118"/>
                    <a:gd name="T8" fmla="*/ 0 w 252"/>
                    <a:gd name="T9" fmla="*/ 36 h 118"/>
                    <a:gd name="T10" fmla="*/ 18 w 252"/>
                    <a:gd name="T11" fmla="*/ 26 h 118"/>
                    <a:gd name="T12" fmla="*/ 34 w 252"/>
                    <a:gd name="T13" fmla="*/ 20 h 118"/>
                    <a:gd name="T14" fmla="*/ 24 w 252"/>
                    <a:gd name="T15" fmla="*/ 8 h 118"/>
                    <a:gd name="T16" fmla="*/ 132 w 252"/>
                    <a:gd name="T17" fmla="*/ 118 h 118"/>
                    <a:gd name="T18" fmla="*/ 140 w 252"/>
                    <a:gd name="T19" fmla="*/ 112 h 118"/>
                    <a:gd name="T20" fmla="*/ 140 w 252"/>
                    <a:gd name="T21" fmla="*/ 102 h 118"/>
                    <a:gd name="T22" fmla="*/ 150 w 252"/>
                    <a:gd name="T23" fmla="*/ 100 h 118"/>
                    <a:gd name="T24" fmla="*/ 162 w 252"/>
                    <a:gd name="T25" fmla="*/ 100 h 118"/>
                    <a:gd name="T26" fmla="*/ 188 w 252"/>
                    <a:gd name="T27" fmla="*/ 94 h 118"/>
                    <a:gd name="T28" fmla="*/ 210 w 252"/>
                    <a:gd name="T29" fmla="*/ 90 h 118"/>
                    <a:gd name="T30" fmla="*/ 220 w 252"/>
                    <a:gd name="T31" fmla="*/ 90 h 118"/>
                    <a:gd name="T32" fmla="*/ 232 w 252"/>
                    <a:gd name="T33" fmla="*/ 90 h 118"/>
                    <a:gd name="T34" fmla="*/ 244 w 252"/>
                    <a:gd name="T35" fmla="*/ 86 h 118"/>
                    <a:gd name="T36" fmla="*/ 236 w 252"/>
                    <a:gd name="T37" fmla="*/ 70 h 118"/>
                    <a:gd name="T38" fmla="*/ 240 w 252"/>
                    <a:gd name="T39" fmla="*/ 60 h 118"/>
                    <a:gd name="T40" fmla="*/ 240 w 252"/>
                    <a:gd name="T41" fmla="*/ 52 h 118"/>
                    <a:gd name="T42" fmla="*/ 248 w 252"/>
                    <a:gd name="T43" fmla="*/ 50 h 118"/>
                    <a:gd name="T44" fmla="*/ 246 w 252"/>
                    <a:gd name="T45" fmla="*/ 38 h 118"/>
                    <a:gd name="T46" fmla="*/ 234 w 252"/>
                    <a:gd name="T47" fmla="*/ 26 h 118"/>
                    <a:gd name="T48" fmla="*/ 232 w 252"/>
                    <a:gd name="T49" fmla="*/ 14 h 118"/>
                    <a:gd name="T50" fmla="*/ 222 w 252"/>
                    <a:gd name="T51" fmla="*/ 12 h 118"/>
                    <a:gd name="T52" fmla="*/ 208 w 252"/>
                    <a:gd name="T53" fmla="*/ 8 h 118"/>
                    <a:gd name="T54" fmla="*/ 202 w 252"/>
                    <a:gd name="T55" fmla="*/ 8 h 118"/>
                    <a:gd name="T56" fmla="*/ 194 w 252"/>
                    <a:gd name="T57" fmla="*/ 16 h 118"/>
                    <a:gd name="T58" fmla="*/ 182 w 252"/>
                    <a:gd name="T59" fmla="*/ 20 h 118"/>
                    <a:gd name="T60" fmla="*/ 166 w 252"/>
                    <a:gd name="T61" fmla="*/ 20 h 118"/>
                    <a:gd name="T62" fmla="*/ 150 w 252"/>
                    <a:gd name="T63" fmla="*/ 18 h 118"/>
                    <a:gd name="T64" fmla="*/ 138 w 252"/>
                    <a:gd name="T65" fmla="*/ 16 h 118"/>
                    <a:gd name="T66" fmla="*/ 118 w 252"/>
                    <a:gd name="T67" fmla="*/ 4 h 118"/>
                    <a:gd name="T68" fmla="*/ 108 w 252"/>
                    <a:gd name="T69" fmla="*/ 4 h 118"/>
                    <a:gd name="T70" fmla="*/ 88 w 252"/>
                    <a:gd name="T71" fmla="*/ 2 h 118"/>
                    <a:gd name="T72" fmla="*/ 72 w 252"/>
                    <a:gd name="T73" fmla="*/ 14 h 118"/>
                    <a:gd name="T74" fmla="*/ 56 w 252"/>
                    <a:gd name="T75" fmla="*/ 16 h 118"/>
                    <a:gd name="T76" fmla="*/ 38 w 252"/>
                    <a:gd name="T77" fmla="*/ 20 h 118"/>
                    <a:gd name="T78" fmla="*/ 38 w 252"/>
                    <a:gd name="T79" fmla="*/ 24 h 118"/>
                    <a:gd name="T80" fmla="*/ 26 w 252"/>
                    <a:gd name="T81" fmla="*/ 28 h 118"/>
                    <a:gd name="T82" fmla="*/ 14 w 252"/>
                    <a:gd name="T83" fmla="*/ 32 h 118"/>
                    <a:gd name="T84" fmla="*/ 0 w 252"/>
                    <a:gd name="T85" fmla="*/ 50 h 118"/>
                    <a:gd name="T86" fmla="*/ 8 w 252"/>
                    <a:gd name="T87" fmla="*/ 64 h 118"/>
                    <a:gd name="T88" fmla="*/ 8 w 252"/>
                    <a:gd name="T89" fmla="*/ 70 h 118"/>
                    <a:gd name="T90" fmla="*/ 4 w 252"/>
                    <a:gd name="T91" fmla="*/ 70 h 118"/>
                    <a:gd name="T92" fmla="*/ 14 w 252"/>
                    <a:gd name="T93" fmla="*/ 78 h 118"/>
                    <a:gd name="T94" fmla="*/ 24 w 252"/>
                    <a:gd name="T95" fmla="*/ 94 h 118"/>
                    <a:gd name="T96" fmla="*/ 32 w 252"/>
                    <a:gd name="T97" fmla="*/ 102 h 118"/>
                    <a:gd name="T98" fmla="*/ 38 w 252"/>
                    <a:gd name="T99" fmla="*/ 106 h 118"/>
                    <a:gd name="T100" fmla="*/ 60 w 252"/>
                    <a:gd name="T101" fmla="*/ 100 h 118"/>
                    <a:gd name="T102" fmla="*/ 86 w 252"/>
                    <a:gd name="T103" fmla="*/ 112 h 118"/>
                    <a:gd name="T104" fmla="*/ 112 w 252"/>
                    <a:gd name="T105" fmla="*/ 102 h 118"/>
                    <a:gd name="T106" fmla="*/ 128 w 252"/>
                    <a:gd name="T107" fmla="*/ 96 h 118"/>
                    <a:gd name="T108" fmla="*/ 126 w 252"/>
                    <a:gd name="T109" fmla="*/ 108 h 118"/>
                    <a:gd name="T110" fmla="*/ 128 w 252"/>
                    <a:gd name="T11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2" h="118">
                      <a:moveTo>
                        <a:pt x="24" y="6"/>
                      </a:moveTo>
                      <a:lnTo>
                        <a:pt x="24" y="6"/>
                      </a:lnTo>
                      <a:lnTo>
                        <a:pt x="20" y="6"/>
                      </a:lnTo>
                      <a:lnTo>
                        <a:pt x="16" y="6"/>
                      </a:lnTo>
                      <a:lnTo>
                        <a:pt x="16" y="6"/>
                      </a:lnTo>
                      <a:lnTo>
                        <a:pt x="12" y="4"/>
                      </a:lnTo>
                      <a:lnTo>
                        <a:pt x="8" y="6"/>
                      </a:lnTo>
                      <a:lnTo>
                        <a:pt x="8" y="6"/>
                      </a:lnTo>
                      <a:lnTo>
                        <a:pt x="8" y="8"/>
                      </a:lnTo>
                      <a:lnTo>
                        <a:pt x="8" y="8"/>
                      </a:lnTo>
                      <a:lnTo>
                        <a:pt x="12" y="12"/>
                      </a:lnTo>
                      <a:lnTo>
                        <a:pt x="12" y="12"/>
                      </a:lnTo>
                      <a:lnTo>
                        <a:pt x="14" y="14"/>
                      </a:lnTo>
                      <a:lnTo>
                        <a:pt x="14" y="16"/>
                      </a:lnTo>
                      <a:lnTo>
                        <a:pt x="12" y="18"/>
                      </a:lnTo>
                      <a:lnTo>
                        <a:pt x="12" y="18"/>
                      </a:lnTo>
                      <a:lnTo>
                        <a:pt x="10" y="18"/>
                      </a:lnTo>
                      <a:lnTo>
                        <a:pt x="6" y="18"/>
                      </a:lnTo>
                      <a:lnTo>
                        <a:pt x="6" y="16"/>
                      </a:lnTo>
                      <a:lnTo>
                        <a:pt x="4" y="18"/>
                      </a:lnTo>
                      <a:lnTo>
                        <a:pt x="4" y="18"/>
                      </a:lnTo>
                      <a:lnTo>
                        <a:pt x="4" y="22"/>
                      </a:lnTo>
                      <a:lnTo>
                        <a:pt x="2" y="24"/>
                      </a:lnTo>
                      <a:lnTo>
                        <a:pt x="0" y="26"/>
                      </a:lnTo>
                      <a:lnTo>
                        <a:pt x="2" y="28"/>
                      </a:lnTo>
                      <a:lnTo>
                        <a:pt x="4" y="28"/>
                      </a:lnTo>
                      <a:lnTo>
                        <a:pt x="0" y="30"/>
                      </a:lnTo>
                      <a:lnTo>
                        <a:pt x="0" y="30"/>
                      </a:lnTo>
                      <a:lnTo>
                        <a:pt x="0" y="34"/>
                      </a:lnTo>
                      <a:lnTo>
                        <a:pt x="0" y="36"/>
                      </a:lnTo>
                      <a:lnTo>
                        <a:pt x="2" y="36"/>
                      </a:lnTo>
                      <a:lnTo>
                        <a:pt x="2" y="36"/>
                      </a:lnTo>
                      <a:lnTo>
                        <a:pt x="10" y="28"/>
                      </a:lnTo>
                      <a:lnTo>
                        <a:pt x="10" y="28"/>
                      </a:lnTo>
                      <a:lnTo>
                        <a:pt x="18" y="26"/>
                      </a:lnTo>
                      <a:lnTo>
                        <a:pt x="18" y="26"/>
                      </a:lnTo>
                      <a:lnTo>
                        <a:pt x="18" y="24"/>
                      </a:lnTo>
                      <a:lnTo>
                        <a:pt x="20" y="22"/>
                      </a:lnTo>
                      <a:lnTo>
                        <a:pt x="20" y="22"/>
                      </a:lnTo>
                      <a:lnTo>
                        <a:pt x="28" y="22"/>
                      </a:lnTo>
                      <a:lnTo>
                        <a:pt x="34" y="20"/>
                      </a:lnTo>
                      <a:lnTo>
                        <a:pt x="34" y="20"/>
                      </a:lnTo>
                      <a:lnTo>
                        <a:pt x="36" y="16"/>
                      </a:lnTo>
                      <a:lnTo>
                        <a:pt x="36" y="16"/>
                      </a:lnTo>
                      <a:lnTo>
                        <a:pt x="30" y="12"/>
                      </a:lnTo>
                      <a:lnTo>
                        <a:pt x="26" y="10"/>
                      </a:lnTo>
                      <a:lnTo>
                        <a:pt x="24" y="8"/>
                      </a:lnTo>
                      <a:lnTo>
                        <a:pt x="24" y="8"/>
                      </a:lnTo>
                      <a:lnTo>
                        <a:pt x="24" y="6"/>
                      </a:lnTo>
                      <a:lnTo>
                        <a:pt x="24" y="6"/>
                      </a:lnTo>
                      <a:close/>
                      <a:moveTo>
                        <a:pt x="128" y="118"/>
                      </a:moveTo>
                      <a:lnTo>
                        <a:pt x="128" y="118"/>
                      </a:lnTo>
                      <a:lnTo>
                        <a:pt x="132" y="118"/>
                      </a:lnTo>
                      <a:lnTo>
                        <a:pt x="132" y="118"/>
                      </a:lnTo>
                      <a:lnTo>
                        <a:pt x="134" y="118"/>
                      </a:lnTo>
                      <a:lnTo>
                        <a:pt x="134" y="116"/>
                      </a:lnTo>
                      <a:lnTo>
                        <a:pt x="136" y="114"/>
                      </a:lnTo>
                      <a:lnTo>
                        <a:pt x="138" y="112"/>
                      </a:lnTo>
                      <a:lnTo>
                        <a:pt x="138" y="112"/>
                      </a:lnTo>
                      <a:lnTo>
                        <a:pt x="140" y="112"/>
                      </a:lnTo>
                      <a:lnTo>
                        <a:pt x="140" y="110"/>
                      </a:lnTo>
                      <a:lnTo>
                        <a:pt x="140" y="110"/>
                      </a:lnTo>
                      <a:lnTo>
                        <a:pt x="140" y="106"/>
                      </a:lnTo>
                      <a:lnTo>
                        <a:pt x="140" y="104"/>
                      </a:lnTo>
                      <a:lnTo>
                        <a:pt x="140" y="102"/>
                      </a:lnTo>
                      <a:lnTo>
                        <a:pt x="140" y="102"/>
                      </a:lnTo>
                      <a:lnTo>
                        <a:pt x="142" y="102"/>
                      </a:lnTo>
                      <a:lnTo>
                        <a:pt x="144" y="102"/>
                      </a:lnTo>
                      <a:lnTo>
                        <a:pt x="146" y="104"/>
                      </a:lnTo>
                      <a:lnTo>
                        <a:pt x="148" y="104"/>
                      </a:lnTo>
                      <a:lnTo>
                        <a:pt x="148" y="104"/>
                      </a:lnTo>
                      <a:lnTo>
                        <a:pt x="150" y="100"/>
                      </a:lnTo>
                      <a:lnTo>
                        <a:pt x="154" y="100"/>
                      </a:lnTo>
                      <a:lnTo>
                        <a:pt x="154" y="100"/>
                      </a:lnTo>
                      <a:lnTo>
                        <a:pt x="158" y="100"/>
                      </a:lnTo>
                      <a:lnTo>
                        <a:pt x="160" y="100"/>
                      </a:lnTo>
                      <a:lnTo>
                        <a:pt x="162" y="100"/>
                      </a:lnTo>
                      <a:lnTo>
                        <a:pt x="162" y="100"/>
                      </a:lnTo>
                      <a:lnTo>
                        <a:pt x="170" y="98"/>
                      </a:lnTo>
                      <a:lnTo>
                        <a:pt x="174" y="98"/>
                      </a:lnTo>
                      <a:lnTo>
                        <a:pt x="180" y="94"/>
                      </a:lnTo>
                      <a:lnTo>
                        <a:pt x="180" y="94"/>
                      </a:lnTo>
                      <a:lnTo>
                        <a:pt x="184" y="94"/>
                      </a:lnTo>
                      <a:lnTo>
                        <a:pt x="188" y="94"/>
                      </a:lnTo>
                      <a:lnTo>
                        <a:pt x="194" y="94"/>
                      </a:lnTo>
                      <a:lnTo>
                        <a:pt x="198" y="92"/>
                      </a:lnTo>
                      <a:lnTo>
                        <a:pt x="198" y="92"/>
                      </a:lnTo>
                      <a:lnTo>
                        <a:pt x="204" y="88"/>
                      </a:lnTo>
                      <a:lnTo>
                        <a:pt x="210" y="86"/>
                      </a:lnTo>
                      <a:lnTo>
                        <a:pt x="210" y="90"/>
                      </a:lnTo>
                      <a:lnTo>
                        <a:pt x="210" y="90"/>
                      </a:lnTo>
                      <a:lnTo>
                        <a:pt x="214" y="92"/>
                      </a:lnTo>
                      <a:lnTo>
                        <a:pt x="214" y="92"/>
                      </a:lnTo>
                      <a:lnTo>
                        <a:pt x="218" y="90"/>
                      </a:lnTo>
                      <a:lnTo>
                        <a:pt x="218" y="90"/>
                      </a:lnTo>
                      <a:lnTo>
                        <a:pt x="220" y="90"/>
                      </a:lnTo>
                      <a:lnTo>
                        <a:pt x="222" y="92"/>
                      </a:lnTo>
                      <a:lnTo>
                        <a:pt x="224" y="92"/>
                      </a:lnTo>
                      <a:lnTo>
                        <a:pt x="226" y="92"/>
                      </a:lnTo>
                      <a:lnTo>
                        <a:pt x="226" y="92"/>
                      </a:lnTo>
                      <a:lnTo>
                        <a:pt x="230" y="88"/>
                      </a:lnTo>
                      <a:lnTo>
                        <a:pt x="232" y="90"/>
                      </a:lnTo>
                      <a:lnTo>
                        <a:pt x="234" y="94"/>
                      </a:lnTo>
                      <a:lnTo>
                        <a:pt x="238" y="90"/>
                      </a:lnTo>
                      <a:lnTo>
                        <a:pt x="244" y="92"/>
                      </a:lnTo>
                      <a:lnTo>
                        <a:pt x="244" y="92"/>
                      </a:lnTo>
                      <a:lnTo>
                        <a:pt x="244" y="90"/>
                      </a:lnTo>
                      <a:lnTo>
                        <a:pt x="244" y="86"/>
                      </a:lnTo>
                      <a:lnTo>
                        <a:pt x="244" y="86"/>
                      </a:lnTo>
                      <a:lnTo>
                        <a:pt x="242" y="82"/>
                      </a:lnTo>
                      <a:lnTo>
                        <a:pt x="242" y="78"/>
                      </a:lnTo>
                      <a:lnTo>
                        <a:pt x="242" y="78"/>
                      </a:lnTo>
                      <a:lnTo>
                        <a:pt x="238" y="74"/>
                      </a:lnTo>
                      <a:lnTo>
                        <a:pt x="236" y="70"/>
                      </a:lnTo>
                      <a:lnTo>
                        <a:pt x="238" y="68"/>
                      </a:lnTo>
                      <a:lnTo>
                        <a:pt x="238" y="68"/>
                      </a:lnTo>
                      <a:lnTo>
                        <a:pt x="240" y="66"/>
                      </a:lnTo>
                      <a:lnTo>
                        <a:pt x="240" y="62"/>
                      </a:lnTo>
                      <a:lnTo>
                        <a:pt x="240" y="62"/>
                      </a:lnTo>
                      <a:lnTo>
                        <a:pt x="240" y="60"/>
                      </a:lnTo>
                      <a:lnTo>
                        <a:pt x="240" y="58"/>
                      </a:lnTo>
                      <a:lnTo>
                        <a:pt x="240" y="58"/>
                      </a:lnTo>
                      <a:lnTo>
                        <a:pt x="238" y="54"/>
                      </a:lnTo>
                      <a:lnTo>
                        <a:pt x="238" y="54"/>
                      </a:lnTo>
                      <a:lnTo>
                        <a:pt x="240" y="52"/>
                      </a:lnTo>
                      <a:lnTo>
                        <a:pt x="240" y="52"/>
                      </a:lnTo>
                      <a:lnTo>
                        <a:pt x="242" y="48"/>
                      </a:lnTo>
                      <a:lnTo>
                        <a:pt x="242" y="48"/>
                      </a:lnTo>
                      <a:lnTo>
                        <a:pt x="244" y="48"/>
                      </a:lnTo>
                      <a:lnTo>
                        <a:pt x="244" y="48"/>
                      </a:lnTo>
                      <a:lnTo>
                        <a:pt x="248" y="50"/>
                      </a:lnTo>
                      <a:lnTo>
                        <a:pt x="248" y="50"/>
                      </a:lnTo>
                      <a:lnTo>
                        <a:pt x="250" y="46"/>
                      </a:lnTo>
                      <a:lnTo>
                        <a:pt x="250" y="46"/>
                      </a:lnTo>
                      <a:lnTo>
                        <a:pt x="252" y="44"/>
                      </a:lnTo>
                      <a:lnTo>
                        <a:pt x="250" y="42"/>
                      </a:lnTo>
                      <a:lnTo>
                        <a:pt x="246" y="38"/>
                      </a:lnTo>
                      <a:lnTo>
                        <a:pt x="246" y="38"/>
                      </a:lnTo>
                      <a:lnTo>
                        <a:pt x="238" y="36"/>
                      </a:lnTo>
                      <a:lnTo>
                        <a:pt x="234" y="34"/>
                      </a:lnTo>
                      <a:lnTo>
                        <a:pt x="232" y="32"/>
                      </a:lnTo>
                      <a:lnTo>
                        <a:pt x="232" y="30"/>
                      </a:lnTo>
                      <a:lnTo>
                        <a:pt x="232" y="30"/>
                      </a:lnTo>
                      <a:lnTo>
                        <a:pt x="234" y="26"/>
                      </a:lnTo>
                      <a:lnTo>
                        <a:pt x="236" y="24"/>
                      </a:lnTo>
                      <a:lnTo>
                        <a:pt x="236" y="24"/>
                      </a:lnTo>
                      <a:lnTo>
                        <a:pt x="238" y="22"/>
                      </a:lnTo>
                      <a:lnTo>
                        <a:pt x="236" y="18"/>
                      </a:lnTo>
                      <a:lnTo>
                        <a:pt x="234" y="14"/>
                      </a:lnTo>
                      <a:lnTo>
                        <a:pt x="232" y="14"/>
                      </a:lnTo>
                      <a:lnTo>
                        <a:pt x="232" y="14"/>
                      </a:lnTo>
                      <a:lnTo>
                        <a:pt x="232" y="12"/>
                      </a:lnTo>
                      <a:lnTo>
                        <a:pt x="232" y="10"/>
                      </a:lnTo>
                      <a:lnTo>
                        <a:pt x="230" y="10"/>
                      </a:lnTo>
                      <a:lnTo>
                        <a:pt x="230" y="10"/>
                      </a:lnTo>
                      <a:lnTo>
                        <a:pt x="222" y="12"/>
                      </a:lnTo>
                      <a:lnTo>
                        <a:pt x="222" y="12"/>
                      </a:lnTo>
                      <a:lnTo>
                        <a:pt x="220" y="10"/>
                      </a:lnTo>
                      <a:lnTo>
                        <a:pt x="216" y="8"/>
                      </a:lnTo>
                      <a:lnTo>
                        <a:pt x="216" y="8"/>
                      </a:lnTo>
                      <a:lnTo>
                        <a:pt x="212" y="8"/>
                      </a:lnTo>
                      <a:lnTo>
                        <a:pt x="208" y="8"/>
                      </a:lnTo>
                      <a:lnTo>
                        <a:pt x="208" y="8"/>
                      </a:lnTo>
                      <a:lnTo>
                        <a:pt x="206" y="10"/>
                      </a:lnTo>
                      <a:lnTo>
                        <a:pt x="206" y="8"/>
                      </a:lnTo>
                      <a:lnTo>
                        <a:pt x="204" y="8"/>
                      </a:lnTo>
                      <a:lnTo>
                        <a:pt x="204" y="8"/>
                      </a:lnTo>
                      <a:lnTo>
                        <a:pt x="202" y="8"/>
                      </a:lnTo>
                      <a:lnTo>
                        <a:pt x="202" y="8"/>
                      </a:lnTo>
                      <a:lnTo>
                        <a:pt x="200" y="10"/>
                      </a:lnTo>
                      <a:lnTo>
                        <a:pt x="200" y="10"/>
                      </a:lnTo>
                      <a:lnTo>
                        <a:pt x="198" y="14"/>
                      </a:lnTo>
                      <a:lnTo>
                        <a:pt x="198" y="14"/>
                      </a:lnTo>
                      <a:lnTo>
                        <a:pt x="194" y="16"/>
                      </a:lnTo>
                      <a:lnTo>
                        <a:pt x="190" y="16"/>
                      </a:lnTo>
                      <a:lnTo>
                        <a:pt x="190" y="16"/>
                      </a:lnTo>
                      <a:lnTo>
                        <a:pt x="188" y="18"/>
                      </a:lnTo>
                      <a:lnTo>
                        <a:pt x="186" y="20"/>
                      </a:lnTo>
                      <a:lnTo>
                        <a:pt x="182" y="20"/>
                      </a:lnTo>
                      <a:lnTo>
                        <a:pt x="182" y="20"/>
                      </a:lnTo>
                      <a:lnTo>
                        <a:pt x="180" y="18"/>
                      </a:lnTo>
                      <a:lnTo>
                        <a:pt x="176" y="16"/>
                      </a:lnTo>
                      <a:lnTo>
                        <a:pt x="176" y="16"/>
                      </a:lnTo>
                      <a:lnTo>
                        <a:pt x="172" y="20"/>
                      </a:lnTo>
                      <a:lnTo>
                        <a:pt x="172" y="20"/>
                      </a:lnTo>
                      <a:lnTo>
                        <a:pt x="166" y="20"/>
                      </a:lnTo>
                      <a:lnTo>
                        <a:pt x="158" y="20"/>
                      </a:lnTo>
                      <a:lnTo>
                        <a:pt x="158" y="20"/>
                      </a:lnTo>
                      <a:lnTo>
                        <a:pt x="156" y="18"/>
                      </a:lnTo>
                      <a:lnTo>
                        <a:pt x="156" y="18"/>
                      </a:lnTo>
                      <a:lnTo>
                        <a:pt x="150" y="18"/>
                      </a:lnTo>
                      <a:lnTo>
                        <a:pt x="150" y="18"/>
                      </a:lnTo>
                      <a:lnTo>
                        <a:pt x="148" y="14"/>
                      </a:lnTo>
                      <a:lnTo>
                        <a:pt x="148" y="14"/>
                      </a:lnTo>
                      <a:lnTo>
                        <a:pt x="144" y="12"/>
                      </a:lnTo>
                      <a:lnTo>
                        <a:pt x="138" y="12"/>
                      </a:lnTo>
                      <a:lnTo>
                        <a:pt x="138" y="16"/>
                      </a:lnTo>
                      <a:lnTo>
                        <a:pt x="138" y="16"/>
                      </a:lnTo>
                      <a:lnTo>
                        <a:pt x="134" y="16"/>
                      </a:lnTo>
                      <a:lnTo>
                        <a:pt x="134" y="16"/>
                      </a:lnTo>
                      <a:lnTo>
                        <a:pt x="130" y="6"/>
                      </a:lnTo>
                      <a:lnTo>
                        <a:pt x="130" y="6"/>
                      </a:lnTo>
                      <a:lnTo>
                        <a:pt x="124" y="6"/>
                      </a:lnTo>
                      <a:lnTo>
                        <a:pt x="118" y="4"/>
                      </a:lnTo>
                      <a:lnTo>
                        <a:pt x="118" y="4"/>
                      </a:lnTo>
                      <a:lnTo>
                        <a:pt x="118" y="0"/>
                      </a:lnTo>
                      <a:lnTo>
                        <a:pt x="118" y="0"/>
                      </a:lnTo>
                      <a:lnTo>
                        <a:pt x="114" y="2"/>
                      </a:lnTo>
                      <a:lnTo>
                        <a:pt x="108" y="4"/>
                      </a:lnTo>
                      <a:lnTo>
                        <a:pt x="108" y="4"/>
                      </a:lnTo>
                      <a:lnTo>
                        <a:pt x="102" y="2"/>
                      </a:lnTo>
                      <a:lnTo>
                        <a:pt x="98" y="0"/>
                      </a:lnTo>
                      <a:lnTo>
                        <a:pt x="94" y="0"/>
                      </a:lnTo>
                      <a:lnTo>
                        <a:pt x="94" y="2"/>
                      </a:lnTo>
                      <a:lnTo>
                        <a:pt x="94" y="2"/>
                      </a:lnTo>
                      <a:lnTo>
                        <a:pt x="88" y="2"/>
                      </a:lnTo>
                      <a:lnTo>
                        <a:pt x="82" y="4"/>
                      </a:lnTo>
                      <a:lnTo>
                        <a:pt x="82" y="4"/>
                      </a:lnTo>
                      <a:lnTo>
                        <a:pt x="80" y="8"/>
                      </a:lnTo>
                      <a:lnTo>
                        <a:pt x="80" y="8"/>
                      </a:lnTo>
                      <a:lnTo>
                        <a:pt x="72" y="10"/>
                      </a:lnTo>
                      <a:lnTo>
                        <a:pt x="72" y="14"/>
                      </a:lnTo>
                      <a:lnTo>
                        <a:pt x="72" y="14"/>
                      </a:lnTo>
                      <a:lnTo>
                        <a:pt x="66" y="18"/>
                      </a:lnTo>
                      <a:lnTo>
                        <a:pt x="66" y="18"/>
                      </a:lnTo>
                      <a:lnTo>
                        <a:pt x="60" y="18"/>
                      </a:lnTo>
                      <a:lnTo>
                        <a:pt x="56" y="16"/>
                      </a:lnTo>
                      <a:lnTo>
                        <a:pt x="56" y="16"/>
                      </a:lnTo>
                      <a:lnTo>
                        <a:pt x="56" y="16"/>
                      </a:lnTo>
                      <a:lnTo>
                        <a:pt x="54" y="16"/>
                      </a:lnTo>
                      <a:lnTo>
                        <a:pt x="52" y="18"/>
                      </a:lnTo>
                      <a:lnTo>
                        <a:pt x="52" y="18"/>
                      </a:lnTo>
                      <a:lnTo>
                        <a:pt x="40" y="16"/>
                      </a:lnTo>
                      <a:lnTo>
                        <a:pt x="38" y="20"/>
                      </a:lnTo>
                      <a:lnTo>
                        <a:pt x="38" y="20"/>
                      </a:lnTo>
                      <a:lnTo>
                        <a:pt x="48" y="24"/>
                      </a:lnTo>
                      <a:lnTo>
                        <a:pt x="48" y="24"/>
                      </a:lnTo>
                      <a:lnTo>
                        <a:pt x="40" y="24"/>
                      </a:lnTo>
                      <a:lnTo>
                        <a:pt x="38" y="24"/>
                      </a:lnTo>
                      <a:lnTo>
                        <a:pt x="38" y="24"/>
                      </a:lnTo>
                      <a:lnTo>
                        <a:pt x="40" y="26"/>
                      </a:lnTo>
                      <a:lnTo>
                        <a:pt x="40" y="26"/>
                      </a:lnTo>
                      <a:lnTo>
                        <a:pt x="30" y="30"/>
                      </a:lnTo>
                      <a:lnTo>
                        <a:pt x="30" y="30"/>
                      </a:lnTo>
                      <a:lnTo>
                        <a:pt x="28" y="30"/>
                      </a:lnTo>
                      <a:lnTo>
                        <a:pt x="26" y="28"/>
                      </a:lnTo>
                      <a:lnTo>
                        <a:pt x="24" y="28"/>
                      </a:lnTo>
                      <a:lnTo>
                        <a:pt x="22" y="28"/>
                      </a:lnTo>
                      <a:lnTo>
                        <a:pt x="22" y="28"/>
                      </a:lnTo>
                      <a:lnTo>
                        <a:pt x="22" y="32"/>
                      </a:lnTo>
                      <a:lnTo>
                        <a:pt x="22" y="32"/>
                      </a:lnTo>
                      <a:lnTo>
                        <a:pt x="14" y="32"/>
                      </a:lnTo>
                      <a:lnTo>
                        <a:pt x="10" y="32"/>
                      </a:lnTo>
                      <a:lnTo>
                        <a:pt x="0" y="40"/>
                      </a:lnTo>
                      <a:lnTo>
                        <a:pt x="0" y="40"/>
                      </a:lnTo>
                      <a:lnTo>
                        <a:pt x="2" y="42"/>
                      </a:lnTo>
                      <a:lnTo>
                        <a:pt x="2" y="46"/>
                      </a:lnTo>
                      <a:lnTo>
                        <a:pt x="0" y="50"/>
                      </a:lnTo>
                      <a:lnTo>
                        <a:pt x="0" y="50"/>
                      </a:lnTo>
                      <a:lnTo>
                        <a:pt x="10" y="50"/>
                      </a:lnTo>
                      <a:lnTo>
                        <a:pt x="10" y="50"/>
                      </a:lnTo>
                      <a:lnTo>
                        <a:pt x="10" y="58"/>
                      </a:lnTo>
                      <a:lnTo>
                        <a:pt x="8" y="64"/>
                      </a:lnTo>
                      <a:lnTo>
                        <a:pt x="8" y="64"/>
                      </a:lnTo>
                      <a:lnTo>
                        <a:pt x="12" y="66"/>
                      </a:lnTo>
                      <a:lnTo>
                        <a:pt x="12" y="68"/>
                      </a:lnTo>
                      <a:lnTo>
                        <a:pt x="12" y="68"/>
                      </a:lnTo>
                      <a:lnTo>
                        <a:pt x="10" y="70"/>
                      </a:lnTo>
                      <a:lnTo>
                        <a:pt x="10" y="70"/>
                      </a:lnTo>
                      <a:lnTo>
                        <a:pt x="8" y="70"/>
                      </a:lnTo>
                      <a:lnTo>
                        <a:pt x="6" y="68"/>
                      </a:lnTo>
                      <a:lnTo>
                        <a:pt x="6" y="68"/>
                      </a:lnTo>
                      <a:lnTo>
                        <a:pt x="4" y="68"/>
                      </a:lnTo>
                      <a:lnTo>
                        <a:pt x="4" y="70"/>
                      </a:lnTo>
                      <a:lnTo>
                        <a:pt x="4" y="70"/>
                      </a:lnTo>
                      <a:lnTo>
                        <a:pt x="4" y="70"/>
                      </a:lnTo>
                      <a:lnTo>
                        <a:pt x="4" y="72"/>
                      </a:lnTo>
                      <a:lnTo>
                        <a:pt x="4" y="76"/>
                      </a:lnTo>
                      <a:lnTo>
                        <a:pt x="4" y="76"/>
                      </a:lnTo>
                      <a:lnTo>
                        <a:pt x="10" y="74"/>
                      </a:lnTo>
                      <a:lnTo>
                        <a:pt x="10" y="74"/>
                      </a:lnTo>
                      <a:lnTo>
                        <a:pt x="14" y="78"/>
                      </a:lnTo>
                      <a:lnTo>
                        <a:pt x="14" y="78"/>
                      </a:lnTo>
                      <a:lnTo>
                        <a:pt x="14" y="86"/>
                      </a:lnTo>
                      <a:lnTo>
                        <a:pt x="14" y="94"/>
                      </a:lnTo>
                      <a:lnTo>
                        <a:pt x="14" y="94"/>
                      </a:lnTo>
                      <a:lnTo>
                        <a:pt x="24" y="94"/>
                      </a:lnTo>
                      <a:lnTo>
                        <a:pt x="24" y="94"/>
                      </a:lnTo>
                      <a:lnTo>
                        <a:pt x="24" y="98"/>
                      </a:lnTo>
                      <a:lnTo>
                        <a:pt x="24" y="100"/>
                      </a:lnTo>
                      <a:lnTo>
                        <a:pt x="24" y="100"/>
                      </a:lnTo>
                      <a:lnTo>
                        <a:pt x="30" y="98"/>
                      </a:lnTo>
                      <a:lnTo>
                        <a:pt x="30" y="98"/>
                      </a:lnTo>
                      <a:lnTo>
                        <a:pt x="32" y="102"/>
                      </a:lnTo>
                      <a:lnTo>
                        <a:pt x="32" y="102"/>
                      </a:lnTo>
                      <a:lnTo>
                        <a:pt x="34" y="102"/>
                      </a:lnTo>
                      <a:lnTo>
                        <a:pt x="38" y="102"/>
                      </a:lnTo>
                      <a:lnTo>
                        <a:pt x="38" y="102"/>
                      </a:lnTo>
                      <a:lnTo>
                        <a:pt x="38" y="104"/>
                      </a:lnTo>
                      <a:lnTo>
                        <a:pt x="38" y="106"/>
                      </a:lnTo>
                      <a:lnTo>
                        <a:pt x="38" y="106"/>
                      </a:lnTo>
                      <a:lnTo>
                        <a:pt x="48" y="116"/>
                      </a:lnTo>
                      <a:lnTo>
                        <a:pt x="48" y="116"/>
                      </a:lnTo>
                      <a:lnTo>
                        <a:pt x="56" y="110"/>
                      </a:lnTo>
                      <a:lnTo>
                        <a:pt x="60" y="100"/>
                      </a:lnTo>
                      <a:lnTo>
                        <a:pt x="60" y="100"/>
                      </a:lnTo>
                      <a:lnTo>
                        <a:pt x="70" y="102"/>
                      </a:lnTo>
                      <a:lnTo>
                        <a:pt x="78" y="106"/>
                      </a:lnTo>
                      <a:lnTo>
                        <a:pt x="78" y="106"/>
                      </a:lnTo>
                      <a:lnTo>
                        <a:pt x="82" y="110"/>
                      </a:lnTo>
                      <a:lnTo>
                        <a:pt x="86" y="112"/>
                      </a:lnTo>
                      <a:lnTo>
                        <a:pt x="86" y="112"/>
                      </a:lnTo>
                      <a:lnTo>
                        <a:pt x="92" y="114"/>
                      </a:lnTo>
                      <a:lnTo>
                        <a:pt x="98" y="112"/>
                      </a:lnTo>
                      <a:lnTo>
                        <a:pt x="108" y="108"/>
                      </a:lnTo>
                      <a:lnTo>
                        <a:pt x="108" y="108"/>
                      </a:lnTo>
                      <a:lnTo>
                        <a:pt x="110" y="106"/>
                      </a:lnTo>
                      <a:lnTo>
                        <a:pt x="112" y="102"/>
                      </a:lnTo>
                      <a:lnTo>
                        <a:pt x="112" y="102"/>
                      </a:lnTo>
                      <a:lnTo>
                        <a:pt x="116" y="102"/>
                      </a:lnTo>
                      <a:lnTo>
                        <a:pt x="120" y="104"/>
                      </a:lnTo>
                      <a:lnTo>
                        <a:pt x="126" y="96"/>
                      </a:lnTo>
                      <a:lnTo>
                        <a:pt x="126" y="96"/>
                      </a:lnTo>
                      <a:lnTo>
                        <a:pt x="128" y="96"/>
                      </a:lnTo>
                      <a:lnTo>
                        <a:pt x="128" y="96"/>
                      </a:lnTo>
                      <a:lnTo>
                        <a:pt x="130" y="102"/>
                      </a:lnTo>
                      <a:lnTo>
                        <a:pt x="128" y="106"/>
                      </a:lnTo>
                      <a:lnTo>
                        <a:pt x="128" y="106"/>
                      </a:lnTo>
                      <a:lnTo>
                        <a:pt x="126" y="108"/>
                      </a:lnTo>
                      <a:lnTo>
                        <a:pt x="126" y="108"/>
                      </a:lnTo>
                      <a:lnTo>
                        <a:pt x="126" y="112"/>
                      </a:lnTo>
                      <a:lnTo>
                        <a:pt x="126" y="112"/>
                      </a:lnTo>
                      <a:lnTo>
                        <a:pt x="126" y="112"/>
                      </a:lnTo>
                      <a:lnTo>
                        <a:pt x="126" y="116"/>
                      </a:lnTo>
                      <a:lnTo>
                        <a:pt x="126" y="116"/>
                      </a:lnTo>
                      <a:lnTo>
                        <a:pt x="128" y="118"/>
                      </a:lnTo>
                      <a:lnTo>
                        <a:pt x="128" y="1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2" name="Freeform 35">
                  <a:extLst>
                    <a:ext uri="{FF2B5EF4-FFF2-40B4-BE49-F238E27FC236}">
                      <a16:creationId xmlns:a16="http://schemas.microsoft.com/office/drawing/2014/main" id="{0698344A-23A3-EE4E-A44A-A414E310A6D1}"/>
                    </a:ext>
                  </a:extLst>
                </p:cNvPr>
                <p:cNvSpPr>
                  <a:spLocks/>
                </p:cNvSpPr>
                <p:nvPr/>
              </p:nvSpPr>
              <p:spPr bwMode="auto">
                <a:xfrm>
                  <a:off x="6054025" y="2701658"/>
                  <a:ext cx="121328" cy="88104"/>
                </a:xfrm>
                <a:custGeom>
                  <a:avLst/>
                  <a:gdLst>
                    <a:gd name="T0" fmla="*/ 60 w 62"/>
                    <a:gd name="T1" fmla="*/ 20 h 44"/>
                    <a:gd name="T2" fmla="*/ 62 w 62"/>
                    <a:gd name="T3" fmla="*/ 18 h 44"/>
                    <a:gd name="T4" fmla="*/ 60 w 62"/>
                    <a:gd name="T5" fmla="*/ 18 h 44"/>
                    <a:gd name="T6" fmla="*/ 60 w 62"/>
                    <a:gd name="T7" fmla="*/ 18 h 44"/>
                    <a:gd name="T8" fmla="*/ 56 w 62"/>
                    <a:gd name="T9" fmla="*/ 12 h 44"/>
                    <a:gd name="T10" fmla="*/ 46 w 62"/>
                    <a:gd name="T11" fmla="*/ 2 h 44"/>
                    <a:gd name="T12" fmla="*/ 42 w 62"/>
                    <a:gd name="T13" fmla="*/ 0 h 44"/>
                    <a:gd name="T14" fmla="*/ 40 w 62"/>
                    <a:gd name="T15" fmla="*/ 0 h 44"/>
                    <a:gd name="T16" fmla="*/ 36 w 62"/>
                    <a:gd name="T17" fmla="*/ 2 h 44"/>
                    <a:gd name="T18" fmla="*/ 30 w 62"/>
                    <a:gd name="T19" fmla="*/ 6 h 44"/>
                    <a:gd name="T20" fmla="*/ 28 w 62"/>
                    <a:gd name="T21" fmla="*/ 6 h 44"/>
                    <a:gd name="T22" fmla="*/ 24 w 62"/>
                    <a:gd name="T23" fmla="*/ 6 h 44"/>
                    <a:gd name="T24" fmla="*/ 24 w 62"/>
                    <a:gd name="T25" fmla="*/ 6 h 44"/>
                    <a:gd name="T26" fmla="*/ 22 w 62"/>
                    <a:gd name="T27" fmla="*/ 10 h 44"/>
                    <a:gd name="T28" fmla="*/ 22 w 62"/>
                    <a:gd name="T29" fmla="*/ 10 h 44"/>
                    <a:gd name="T30" fmla="*/ 18 w 62"/>
                    <a:gd name="T31" fmla="*/ 12 h 44"/>
                    <a:gd name="T32" fmla="*/ 14 w 62"/>
                    <a:gd name="T33" fmla="*/ 16 h 44"/>
                    <a:gd name="T34" fmla="*/ 10 w 62"/>
                    <a:gd name="T35" fmla="*/ 22 h 44"/>
                    <a:gd name="T36" fmla="*/ 2 w 62"/>
                    <a:gd name="T37" fmla="*/ 32 h 44"/>
                    <a:gd name="T38" fmla="*/ 0 w 62"/>
                    <a:gd name="T39" fmla="*/ 38 h 44"/>
                    <a:gd name="T40" fmla="*/ 4 w 62"/>
                    <a:gd name="T41" fmla="*/ 38 h 44"/>
                    <a:gd name="T42" fmla="*/ 8 w 62"/>
                    <a:gd name="T43" fmla="*/ 36 h 44"/>
                    <a:gd name="T44" fmla="*/ 10 w 62"/>
                    <a:gd name="T45" fmla="*/ 38 h 44"/>
                    <a:gd name="T46" fmla="*/ 12 w 62"/>
                    <a:gd name="T47" fmla="*/ 40 h 44"/>
                    <a:gd name="T48" fmla="*/ 16 w 62"/>
                    <a:gd name="T49" fmla="*/ 42 h 44"/>
                    <a:gd name="T50" fmla="*/ 18 w 62"/>
                    <a:gd name="T51" fmla="*/ 44 h 44"/>
                    <a:gd name="T52" fmla="*/ 22 w 62"/>
                    <a:gd name="T53" fmla="*/ 44 h 44"/>
                    <a:gd name="T54" fmla="*/ 24 w 62"/>
                    <a:gd name="T55" fmla="*/ 42 h 44"/>
                    <a:gd name="T56" fmla="*/ 28 w 62"/>
                    <a:gd name="T57" fmla="*/ 40 h 44"/>
                    <a:gd name="T58" fmla="*/ 30 w 62"/>
                    <a:gd name="T59" fmla="*/ 38 h 44"/>
                    <a:gd name="T60" fmla="*/ 30 w 62"/>
                    <a:gd name="T61" fmla="*/ 32 h 44"/>
                    <a:gd name="T62" fmla="*/ 32 w 62"/>
                    <a:gd name="T63" fmla="*/ 34 h 44"/>
                    <a:gd name="T64" fmla="*/ 38 w 62"/>
                    <a:gd name="T65" fmla="*/ 38 h 44"/>
                    <a:gd name="T66" fmla="*/ 42 w 62"/>
                    <a:gd name="T67" fmla="*/ 40 h 44"/>
                    <a:gd name="T68" fmla="*/ 44 w 62"/>
                    <a:gd name="T69" fmla="*/ 40 h 44"/>
                    <a:gd name="T70" fmla="*/ 44 w 62"/>
                    <a:gd name="T71" fmla="*/ 36 h 44"/>
                    <a:gd name="T72" fmla="*/ 46 w 62"/>
                    <a:gd name="T73" fmla="*/ 34 h 44"/>
                    <a:gd name="T74" fmla="*/ 50 w 62"/>
                    <a:gd name="T75" fmla="*/ 32 h 44"/>
                    <a:gd name="T76" fmla="*/ 50 w 62"/>
                    <a:gd name="T77" fmla="*/ 30 h 44"/>
                    <a:gd name="T78" fmla="*/ 54 w 62"/>
                    <a:gd name="T79" fmla="*/ 26 h 44"/>
                    <a:gd name="T80" fmla="*/ 56 w 62"/>
                    <a:gd name="T81" fmla="*/ 28 h 44"/>
                    <a:gd name="T82" fmla="*/ 60 w 62"/>
                    <a:gd name="T83" fmla="*/ 26 h 44"/>
                    <a:gd name="T84" fmla="*/ 62 w 62"/>
                    <a:gd name="T85" fmla="*/ 26 h 44"/>
                    <a:gd name="T86" fmla="*/ 58 w 62"/>
                    <a:gd name="T87" fmla="*/ 24 h 44"/>
                    <a:gd name="T88" fmla="*/ 60 w 62"/>
                    <a:gd name="T89"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44">
                      <a:moveTo>
                        <a:pt x="60" y="20"/>
                      </a:moveTo>
                      <a:lnTo>
                        <a:pt x="60" y="20"/>
                      </a:lnTo>
                      <a:lnTo>
                        <a:pt x="62" y="18"/>
                      </a:lnTo>
                      <a:lnTo>
                        <a:pt x="62" y="18"/>
                      </a:lnTo>
                      <a:lnTo>
                        <a:pt x="60" y="18"/>
                      </a:lnTo>
                      <a:lnTo>
                        <a:pt x="60" y="18"/>
                      </a:lnTo>
                      <a:lnTo>
                        <a:pt x="60" y="18"/>
                      </a:lnTo>
                      <a:lnTo>
                        <a:pt x="60" y="18"/>
                      </a:lnTo>
                      <a:lnTo>
                        <a:pt x="56" y="16"/>
                      </a:lnTo>
                      <a:lnTo>
                        <a:pt x="56" y="12"/>
                      </a:lnTo>
                      <a:lnTo>
                        <a:pt x="58" y="10"/>
                      </a:lnTo>
                      <a:lnTo>
                        <a:pt x="46" y="2"/>
                      </a:lnTo>
                      <a:lnTo>
                        <a:pt x="46" y="2"/>
                      </a:lnTo>
                      <a:lnTo>
                        <a:pt x="42" y="0"/>
                      </a:lnTo>
                      <a:lnTo>
                        <a:pt x="42" y="0"/>
                      </a:lnTo>
                      <a:lnTo>
                        <a:pt x="40" y="0"/>
                      </a:lnTo>
                      <a:lnTo>
                        <a:pt x="38" y="0"/>
                      </a:lnTo>
                      <a:lnTo>
                        <a:pt x="36" y="2"/>
                      </a:lnTo>
                      <a:lnTo>
                        <a:pt x="36" y="2"/>
                      </a:lnTo>
                      <a:lnTo>
                        <a:pt x="30" y="6"/>
                      </a:lnTo>
                      <a:lnTo>
                        <a:pt x="30" y="6"/>
                      </a:lnTo>
                      <a:lnTo>
                        <a:pt x="28" y="6"/>
                      </a:lnTo>
                      <a:lnTo>
                        <a:pt x="26" y="6"/>
                      </a:lnTo>
                      <a:lnTo>
                        <a:pt x="24" y="6"/>
                      </a:lnTo>
                      <a:lnTo>
                        <a:pt x="24" y="6"/>
                      </a:lnTo>
                      <a:lnTo>
                        <a:pt x="24" y="6"/>
                      </a:lnTo>
                      <a:lnTo>
                        <a:pt x="22" y="6"/>
                      </a:lnTo>
                      <a:lnTo>
                        <a:pt x="22" y="10"/>
                      </a:lnTo>
                      <a:lnTo>
                        <a:pt x="22" y="10"/>
                      </a:lnTo>
                      <a:lnTo>
                        <a:pt x="22" y="10"/>
                      </a:lnTo>
                      <a:lnTo>
                        <a:pt x="18" y="12"/>
                      </a:lnTo>
                      <a:lnTo>
                        <a:pt x="18" y="12"/>
                      </a:lnTo>
                      <a:lnTo>
                        <a:pt x="16" y="14"/>
                      </a:lnTo>
                      <a:lnTo>
                        <a:pt x="14" y="16"/>
                      </a:lnTo>
                      <a:lnTo>
                        <a:pt x="10" y="22"/>
                      </a:lnTo>
                      <a:lnTo>
                        <a:pt x="10" y="22"/>
                      </a:lnTo>
                      <a:lnTo>
                        <a:pt x="2" y="32"/>
                      </a:lnTo>
                      <a:lnTo>
                        <a:pt x="2" y="32"/>
                      </a:lnTo>
                      <a:lnTo>
                        <a:pt x="0" y="36"/>
                      </a:lnTo>
                      <a:lnTo>
                        <a:pt x="0" y="38"/>
                      </a:lnTo>
                      <a:lnTo>
                        <a:pt x="4" y="38"/>
                      </a:lnTo>
                      <a:lnTo>
                        <a:pt x="4" y="38"/>
                      </a:lnTo>
                      <a:lnTo>
                        <a:pt x="6" y="36"/>
                      </a:lnTo>
                      <a:lnTo>
                        <a:pt x="8" y="36"/>
                      </a:lnTo>
                      <a:lnTo>
                        <a:pt x="10" y="38"/>
                      </a:lnTo>
                      <a:lnTo>
                        <a:pt x="10" y="38"/>
                      </a:lnTo>
                      <a:lnTo>
                        <a:pt x="10" y="40"/>
                      </a:lnTo>
                      <a:lnTo>
                        <a:pt x="12" y="40"/>
                      </a:lnTo>
                      <a:lnTo>
                        <a:pt x="16" y="40"/>
                      </a:lnTo>
                      <a:lnTo>
                        <a:pt x="16" y="42"/>
                      </a:lnTo>
                      <a:lnTo>
                        <a:pt x="16" y="42"/>
                      </a:lnTo>
                      <a:lnTo>
                        <a:pt x="18" y="44"/>
                      </a:lnTo>
                      <a:lnTo>
                        <a:pt x="20" y="44"/>
                      </a:lnTo>
                      <a:lnTo>
                        <a:pt x="22" y="44"/>
                      </a:lnTo>
                      <a:lnTo>
                        <a:pt x="22" y="44"/>
                      </a:lnTo>
                      <a:lnTo>
                        <a:pt x="24" y="42"/>
                      </a:lnTo>
                      <a:lnTo>
                        <a:pt x="26" y="40"/>
                      </a:lnTo>
                      <a:lnTo>
                        <a:pt x="28" y="40"/>
                      </a:lnTo>
                      <a:lnTo>
                        <a:pt x="30" y="38"/>
                      </a:lnTo>
                      <a:lnTo>
                        <a:pt x="30" y="38"/>
                      </a:lnTo>
                      <a:lnTo>
                        <a:pt x="30" y="34"/>
                      </a:lnTo>
                      <a:lnTo>
                        <a:pt x="30" y="32"/>
                      </a:lnTo>
                      <a:lnTo>
                        <a:pt x="32" y="34"/>
                      </a:lnTo>
                      <a:lnTo>
                        <a:pt x="32" y="34"/>
                      </a:lnTo>
                      <a:lnTo>
                        <a:pt x="34" y="38"/>
                      </a:lnTo>
                      <a:lnTo>
                        <a:pt x="38" y="38"/>
                      </a:lnTo>
                      <a:lnTo>
                        <a:pt x="38" y="38"/>
                      </a:lnTo>
                      <a:lnTo>
                        <a:pt x="42" y="40"/>
                      </a:lnTo>
                      <a:lnTo>
                        <a:pt x="44" y="40"/>
                      </a:lnTo>
                      <a:lnTo>
                        <a:pt x="44" y="40"/>
                      </a:lnTo>
                      <a:lnTo>
                        <a:pt x="46" y="40"/>
                      </a:lnTo>
                      <a:lnTo>
                        <a:pt x="44" y="36"/>
                      </a:lnTo>
                      <a:lnTo>
                        <a:pt x="44" y="36"/>
                      </a:lnTo>
                      <a:lnTo>
                        <a:pt x="46" y="34"/>
                      </a:lnTo>
                      <a:lnTo>
                        <a:pt x="48" y="32"/>
                      </a:lnTo>
                      <a:lnTo>
                        <a:pt x="50" y="32"/>
                      </a:lnTo>
                      <a:lnTo>
                        <a:pt x="50" y="30"/>
                      </a:lnTo>
                      <a:lnTo>
                        <a:pt x="50" y="30"/>
                      </a:lnTo>
                      <a:lnTo>
                        <a:pt x="52" y="28"/>
                      </a:lnTo>
                      <a:lnTo>
                        <a:pt x="54" y="26"/>
                      </a:lnTo>
                      <a:lnTo>
                        <a:pt x="56" y="28"/>
                      </a:lnTo>
                      <a:lnTo>
                        <a:pt x="56" y="28"/>
                      </a:lnTo>
                      <a:lnTo>
                        <a:pt x="58" y="28"/>
                      </a:lnTo>
                      <a:lnTo>
                        <a:pt x="60" y="26"/>
                      </a:lnTo>
                      <a:lnTo>
                        <a:pt x="60" y="26"/>
                      </a:lnTo>
                      <a:lnTo>
                        <a:pt x="62" y="26"/>
                      </a:lnTo>
                      <a:lnTo>
                        <a:pt x="60" y="24"/>
                      </a:lnTo>
                      <a:lnTo>
                        <a:pt x="58" y="24"/>
                      </a:lnTo>
                      <a:lnTo>
                        <a:pt x="60" y="22"/>
                      </a:lnTo>
                      <a:lnTo>
                        <a:pt x="60"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3" name="Freeform 36">
                  <a:extLst>
                    <a:ext uri="{FF2B5EF4-FFF2-40B4-BE49-F238E27FC236}">
                      <a16:creationId xmlns:a16="http://schemas.microsoft.com/office/drawing/2014/main" id="{016540FD-EEF5-2E48-ACBB-2CD4A94A7862}"/>
                    </a:ext>
                  </a:extLst>
                </p:cNvPr>
                <p:cNvSpPr>
                  <a:spLocks/>
                </p:cNvSpPr>
                <p:nvPr/>
              </p:nvSpPr>
              <p:spPr bwMode="auto">
                <a:xfrm>
                  <a:off x="6200793" y="1768562"/>
                  <a:ext cx="328759" cy="620729"/>
                </a:xfrm>
                <a:custGeom>
                  <a:avLst/>
                  <a:gdLst>
                    <a:gd name="T0" fmla="*/ 164 w 168"/>
                    <a:gd name="T1" fmla="*/ 52 h 310"/>
                    <a:gd name="T2" fmla="*/ 162 w 168"/>
                    <a:gd name="T3" fmla="*/ 36 h 310"/>
                    <a:gd name="T4" fmla="*/ 160 w 168"/>
                    <a:gd name="T5" fmla="*/ 24 h 310"/>
                    <a:gd name="T6" fmla="*/ 144 w 168"/>
                    <a:gd name="T7" fmla="*/ 12 h 310"/>
                    <a:gd name="T8" fmla="*/ 134 w 168"/>
                    <a:gd name="T9" fmla="*/ 2 h 310"/>
                    <a:gd name="T10" fmla="*/ 120 w 168"/>
                    <a:gd name="T11" fmla="*/ 12 h 310"/>
                    <a:gd name="T12" fmla="*/ 106 w 168"/>
                    <a:gd name="T13" fmla="*/ 18 h 310"/>
                    <a:gd name="T14" fmla="*/ 102 w 168"/>
                    <a:gd name="T15" fmla="*/ 24 h 310"/>
                    <a:gd name="T16" fmla="*/ 98 w 168"/>
                    <a:gd name="T17" fmla="*/ 26 h 310"/>
                    <a:gd name="T18" fmla="*/ 84 w 168"/>
                    <a:gd name="T19" fmla="*/ 30 h 310"/>
                    <a:gd name="T20" fmla="*/ 76 w 168"/>
                    <a:gd name="T21" fmla="*/ 46 h 310"/>
                    <a:gd name="T22" fmla="*/ 68 w 168"/>
                    <a:gd name="T23" fmla="*/ 52 h 310"/>
                    <a:gd name="T24" fmla="*/ 62 w 168"/>
                    <a:gd name="T25" fmla="*/ 70 h 310"/>
                    <a:gd name="T26" fmla="*/ 48 w 168"/>
                    <a:gd name="T27" fmla="*/ 86 h 310"/>
                    <a:gd name="T28" fmla="*/ 46 w 168"/>
                    <a:gd name="T29" fmla="*/ 108 h 310"/>
                    <a:gd name="T30" fmla="*/ 36 w 168"/>
                    <a:gd name="T31" fmla="*/ 102 h 310"/>
                    <a:gd name="T32" fmla="*/ 22 w 168"/>
                    <a:gd name="T33" fmla="*/ 116 h 310"/>
                    <a:gd name="T34" fmla="*/ 12 w 168"/>
                    <a:gd name="T35" fmla="*/ 128 h 310"/>
                    <a:gd name="T36" fmla="*/ 12 w 168"/>
                    <a:gd name="T37" fmla="*/ 146 h 310"/>
                    <a:gd name="T38" fmla="*/ 10 w 168"/>
                    <a:gd name="T39" fmla="*/ 168 h 310"/>
                    <a:gd name="T40" fmla="*/ 16 w 168"/>
                    <a:gd name="T41" fmla="*/ 178 h 310"/>
                    <a:gd name="T42" fmla="*/ 10 w 168"/>
                    <a:gd name="T43" fmla="*/ 188 h 310"/>
                    <a:gd name="T44" fmla="*/ 10 w 168"/>
                    <a:gd name="T45" fmla="*/ 204 h 310"/>
                    <a:gd name="T46" fmla="*/ 8 w 168"/>
                    <a:gd name="T47" fmla="*/ 214 h 310"/>
                    <a:gd name="T48" fmla="*/ 4 w 168"/>
                    <a:gd name="T49" fmla="*/ 220 h 310"/>
                    <a:gd name="T50" fmla="*/ 4 w 168"/>
                    <a:gd name="T51" fmla="*/ 236 h 310"/>
                    <a:gd name="T52" fmla="*/ 4 w 168"/>
                    <a:gd name="T53" fmla="*/ 244 h 310"/>
                    <a:gd name="T54" fmla="*/ 4 w 168"/>
                    <a:gd name="T55" fmla="*/ 260 h 310"/>
                    <a:gd name="T56" fmla="*/ 12 w 168"/>
                    <a:gd name="T57" fmla="*/ 266 h 310"/>
                    <a:gd name="T58" fmla="*/ 20 w 168"/>
                    <a:gd name="T59" fmla="*/ 278 h 310"/>
                    <a:gd name="T60" fmla="*/ 24 w 168"/>
                    <a:gd name="T61" fmla="*/ 286 h 310"/>
                    <a:gd name="T62" fmla="*/ 18 w 168"/>
                    <a:gd name="T63" fmla="*/ 294 h 310"/>
                    <a:gd name="T64" fmla="*/ 24 w 168"/>
                    <a:gd name="T65" fmla="*/ 310 h 310"/>
                    <a:gd name="T66" fmla="*/ 42 w 168"/>
                    <a:gd name="T67" fmla="*/ 296 h 310"/>
                    <a:gd name="T68" fmla="*/ 50 w 168"/>
                    <a:gd name="T69" fmla="*/ 290 h 310"/>
                    <a:gd name="T70" fmla="*/ 68 w 168"/>
                    <a:gd name="T71" fmla="*/ 288 h 310"/>
                    <a:gd name="T72" fmla="*/ 74 w 168"/>
                    <a:gd name="T73" fmla="*/ 278 h 310"/>
                    <a:gd name="T74" fmla="*/ 70 w 168"/>
                    <a:gd name="T75" fmla="*/ 284 h 310"/>
                    <a:gd name="T76" fmla="*/ 70 w 168"/>
                    <a:gd name="T77" fmla="*/ 270 h 310"/>
                    <a:gd name="T78" fmla="*/ 74 w 168"/>
                    <a:gd name="T79" fmla="*/ 260 h 310"/>
                    <a:gd name="T80" fmla="*/ 78 w 168"/>
                    <a:gd name="T81" fmla="*/ 240 h 310"/>
                    <a:gd name="T82" fmla="*/ 90 w 168"/>
                    <a:gd name="T83" fmla="*/ 236 h 310"/>
                    <a:gd name="T84" fmla="*/ 98 w 168"/>
                    <a:gd name="T85" fmla="*/ 232 h 310"/>
                    <a:gd name="T86" fmla="*/ 104 w 168"/>
                    <a:gd name="T87" fmla="*/ 226 h 310"/>
                    <a:gd name="T88" fmla="*/ 106 w 168"/>
                    <a:gd name="T89" fmla="*/ 218 h 310"/>
                    <a:gd name="T90" fmla="*/ 100 w 168"/>
                    <a:gd name="T91" fmla="*/ 206 h 310"/>
                    <a:gd name="T92" fmla="*/ 92 w 168"/>
                    <a:gd name="T93" fmla="*/ 194 h 310"/>
                    <a:gd name="T94" fmla="*/ 82 w 168"/>
                    <a:gd name="T95" fmla="*/ 194 h 310"/>
                    <a:gd name="T96" fmla="*/ 80 w 168"/>
                    <a:gd name="T97" fmla="*/ 170 h 310"/>
                    <a:gd name="T98" fmla="*/ 84 w 168"/>
                    <a:gd name="T99" fmla="*/ 158 h 310"/>
                    <a:gd name="T100" fmla="*/ 82 w 168"/>
                    <a:gd name="T101" fmla="*/ 148 h 310"/>
                    <a:gd name="T102" fmla="*/ 92 w 168"/>
                    <a:gd name="T103" fmla="*/ 146 h 310"/>
                    <a:gd name="T104" fmla="*/ 98 w 168"/>
                    <a:gd name="T105" fmla="*/ 138 h 310"/>
                    <a:gd name="T106" fmla="*/ 104 w 168"/>
                    <a:gd name="T107" fmla="*/ 126 h 310"/>
                    <a:gd name="T108" fmla="*/ 116 w 168"/>
                    <a:gd name="T109" fmla="*/ 122 h 310"/>
                    <a:gd name="T110" fmla="*/ 126 w 168"/>
                    <a:gd name="T111" fmla="*/ 116 h 310"/>
                    <a:gd name="T112" fmla="*/ 136 w 168"/>
                    <a:gd name="T113" fmla="*/ 106 h 310"/>
                    <a:gd name="T114" fmla="*/ 134 w 168"/>
                    <a:gd name="T115" fmla="*/ 100 h 310"/>
                    <a:gd name="T116" fmla="*/ 136 w 168"/>
                    <a:gd name="T117" fmla="*/ 84 h 310"/>
                    <a:gd name="T118" fmla="*/ 138 w 168"/>
                    <a:gd name="T119" fmla="*/ 80 h 310"/>
                    <a:gd name="T120" fmla="*/ 146 w 168"/>
                    <a:gd name="T121" fmla="*/ 78 h 310"/>
                    <a:gd name="T122" fmla="*/ 152 w 168"/>
                    <a:gd name="T123" fmla="*/ 70 h 310"/>
                    <a:gd name="T124" fmla="*/ 160 w 168"/>
                    <a:gd name="T125" fmla="*/ 68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310">
                      <a:moveTo>
                        <a:pt x="168" y="70"/>
                      </a:moveTo>
                      <a:lnTo>
                        <a:pt x="164" y="60"/>
                      </a:lnTo>
                      <a:lnTo>
                        <a:pt x="164" y="60"/>
                      </a:lnTo>
                      <a:lnTo>
                        <a:pt x="162" y="56"/>
                      </a:lnTo>
                      <a:lnTo>
                        <a:pt x="162" y="56"/>
                      </a:lnTo>
                      <a:lnTo>
                        <a:pt x="164" y="52"/>
                      </a:lnTo>
                      <a:lnTo>
                        <a:pt x="164" y="46"/>
                      </a:lnTo>
                      <a:lnTo>
                        <a:pt x="164" y="46"/>
                      </a:lnTo>
                      <a:lnTo>
                        <a:pt x="164" y="42"/>
                      </a:lnTo>
                      <a:lnTo>
                        <a:pt x="162" y="38"/>
                      </a:lnTo>
                      <a:lnTo>
                        <a:pt x="162" y="38"/>
                      </a:lnTo>
                      <a:lnTo>
                        <a:pt x="162" y="36"/>
                      </a:lnTo>
                      <a:lnTo>
                        <a:pt x="162" y="34"/>
                      </a:lnTo>
                      <a:lnTo>
                        <a:pt x="162" y="32"/>
                      </a:lnTo>
                      <a:lnTo>
                        <a:pt x="162" y="30"/>
                      </a:lnTo>
                      <a:lnTo>
                        <a:pt x="162" y="30"/>
                      </a:lnTo>
                      <a:lnTo>
                        <a:pt x="160" y="26"/>
                      </a:lnTo>
                      <a:lnTo>
                        <a:pt x="160" y="24"/>
                      </a:lnTo>
                      <a:lnTo>
                        <a:pt x="160" y="24"/>
                      </a:lnTo>
                      <a:lnTo>
                        <a:pt x="154" y="16"/>
                      </a:lnTo>
                      <a:lnTo>
                        <a:pt x="154" y="16"/>
                      </a:lnTo>
                      <a:lnTo>
                        <a:pt x="152" y="14"/>
                      </a:lnTo>
                      <a:lnTo>
                        <a:pt x="150" y="14"/>
                      </a:lnTo>
                      <a:lnTo>
                        <a:pt x="144" y="12"/>
                      </a:lnTo>
                      <a:lnTo>
                        <a:pt x="144" y="12"/>
                      </a:lnTo>
                      <a:lnTo>
                        <a:pt x="140" y="12"/>
                      </a:lnTo>
                      <a:lnTo>
                        <a:pt x="138" y="10"/>
                      </a:lnTo>
                      <a:lnTo>
                        <a:pt x="134" y="4"/>
                      </a:lnTo>
                      <a:lnTo>
                        <a:pt x="134" y="4"/>
                      </a:lnTo>
                      <a:lnTo>
                        <a:pt x="134" y="2"/>
                      </a:lnTo>
                      <a:lnTo>
                        <a:pt x="130" y="0"/>
                      </a:lnTo>
                      <a:lnTo>
                        <a:pt x="126" y="0"/>
                      </a:lnTo>
                      <a:lnTo>
                        <a:pt x="120" y="0"/>
                      </a:lnTo>
                      <a:lnTo>
                        <a:pt x="122" y="4"/>
                      </a:lnTo>
                      <a:lnTo>
                        <a:pt x="120" y="12"/>
                      </a:lnTo>
                      <a:lnTo>
                        <a:pt x="120" y="12"/>
                      </a:lnTo>
                      <a:lnTo>
                        <a:pt x="118" y="16"/>
                      </a:lnTo>
                      <a:lnTo>
                        <a:pt x="118" y="18"/>
                      </a:lnTo>
                      <a:lnTo>
                        <a:pt x="116" y="20"/>
                      </a:lnTo>
                      <a:lnTo>
                        <a:pt x="116" y="20"/>
                      </a:lnTo>
                      <a:lnTo>
                        <a:pt x="110" y="18"/>
                      </a:lnTo>
                      <a:lnTo>
                        <a:pt x="106" y="18"/>
                      </a:lnTo>
                      <a:lnTo>
                        <a:pt x="106" y="18"/>
                      </a:lnTo>
                      <a:lnTo>
                        <a:pt x="102" y="18"/>
                      </a:lnTo>
                      <a:lnTo>
                        <a:pt x="102" y="18"/>
                      </a:lnTo>
                      <a:lnTo>
                        <a:pt x="102" y="20"/>
                      </a:lnTo>
                      <a:lnTo>
                        <a:pt x="102" y="20"/>
                      </a:lnTo>
                      <a:lnTo>
                        <a:pt x="102" y="24"/>
                      </a:lnTo>
                      <a:lnTo>
                        <a:pt x="100" y="26"/>
                      </a:lnTo>
                      <a:lnTo>
                        <a:pt x="102" y="28"/>
                      </a:lnTo>
                      <a:lnTo>
                        <a:pt x="102" y="28"/>
                      </a:lnTo>
                      <a:lnTo>
                        <a:pt x="102" y="28"/>
                      </a:lnTo>
                      <a:lnTo>
                        <a:pt x="102" y="28"/>
                      </a:lnTo>
                      <a:lnTo>
                        <a:pt x="98" y="26"/>
                      </a:lnTo>
                      <a:lnTo>
                        <a:pt x="92" y="20"/>
                      </a:lnTo>
                      <a:lnTo>
                        <a:pt x="92" y="20"/>
                      </a:lnTo>
                      <a:lnTo>
                        <a:pt x="90" y="22"/>
                      </a:lnTo>
                      <a:lnTo>
                        <a:pt x="86" y="26"/>
                      </a:lnTo>
                      <a:lnTo>
                        <a:pt x="86" y="26"/>
                      </a:lnTo>
                      <a:lnTo>
                        <a:pt x="84" y="30"/>
                      </a:lnTo>
                      <a:lnTo>
                        <a:pt x="84" y="36"/>
                      </a:lnTo>
                      <a:lnTo>
                        <a:pt x="84" y="36"/>
                      </a:lnTo>
                      <a:lnTo>
                        <a:pt x="82" y="40"/>
                      </a:lnTo>
                      <a:lnTo>
                        <a:pt x="80" y="42"/>
                      </a:lnTo>
                      <a:lnTo>
                        <a:pt x="80" y="42"/>
                      </a:lnTo>
                      <a:lnTo>
                        <a:pt x="76" y="46"/>
                      </a:lnTo>
                      <a:lnTo>
                        <a:pt x="74" y="48"/>
                      </a:lnTo>
                      <a:lnTo>
                        <a:pt x="72" y="50"/>
                      </a:lnTo>
                      <a:lnTo>
                        <a:pt x="72" y="50"/>
                      </a:lnTo>
                      <a:lnTo>
                        <a:pt x="72" y="50"/>
                      </a:lnTo>
                      <a:lnTo>
                        <a:pt x="72" y="52"/>
                      </a:lnTo>
                      <a:lnTo>
                        <a:pt x="68" y="52"/>
                      </a:lnTo>
                      <a:lnTo>
                        <a:pt x="68" y="52"/>
                      </a:lnTo>
                      <a:lnTo>
                        <a:pt x="66" y="54"/>
                      </a:lnTo>
                      <a:lnTo>
                        <a:pt x="64" y="56"/>
                      </a:lnTo>
                      <a:lnTo>
                        <a:pt x="64" y="62"/>
                      </a:lnTo>
                      <a:lnTo>
                        <a:pt x="64" y="62"/>
                      </a:lnTo>
                      <a:lnTo>
                        <a:pt x="62" y="70"/>
                      </a:lnTo>
                      <a:lnTo>
                        <a:pt x="58" y="76"/>
                      </a:lnTo>
                      <a:lnTo>
                        <a:pt x="56" y="80"/>
                      </a:lnTo>
                      <a:lnTo>
                        <a:pt x="56" y="80"/>
                      </a:lnTo>
                      <a:lnTo>
                        <a:pt x="52" y="82"/>
                      </a:lnTo>
                      <a:lnTo>
                        <a:pt x="50" y="84"/>
                      </a:lnTo>
                      <a:lnTo>
                        <a:pt x="48" y="86"/>
                      </a:lnTo>
                      <a:lnTo>
                        <a:pt x="48" y="86"/>
                      </a:lnTo>
                      <a:lnTo>
                        <a:pt x="50" y="92"/>
                      </a:lnTo>
                      <a:lnTo>
                        <a:pt x="48" y="100"/>
                      </a:lnTo>
                      <a:lnTo>
                        <a:pt x="48" y="100"/>
                      </a:lnTo>
                      <a:lnTo>
                        <a:pt x="48" y="106"/>
                      </a:lnTo>
                      <a:lnTo>
                        <a:pt x="46" y="108"/>
                      </a:lnTo>
                      <a:lnTo>
                        <a:pt x="44" y="108"/>
                      </a:lnTo>
                      <a:lnTo>
                        <a:pt x="44" y="108"/>
                      </a:lnTo>
                      <a:lnTo>
                        <a:pt x="40" y="104"/>
                      </a:lnTo>
                      <a:lnTo>
                        <a:pt x="38" y="102"/>
                      </a:lnTo>
                      <a:lnTo>
                        <a:pt x="36" y="102"/>
                      </a:lnTo>
                      <a:lnTo>
                        <a:pt x="36" y="102"/>
                      </a:lnTo>
                      <a:lnTo>
                        <a:pt x="28" y="104"/>
                      </a:lnTo>
                      <a:lnTo>
                        <a:pt x="26" y="108"/>
                      </a:lnTo>
                      <a:lnTo>
                        <a:pt x="24" y="110"/>
                      </a:lnTo>
                      <a:lnTo>
                        <a:pt x="24" y="110"/>
                      </a:lnTo>
                      <a:lnTo>
                        <a:pt x="24" y="112"/>
                      </a:lnTo>
                      <a:lnTo>
                        <a:pt x="22" y="116"/>
                      </a:lnTo>
                      <a:lnTo>
                        <a:pt x="18" y="118"/>
                      </a:lnTo>
                      <a:lnTo>
                        <a:pt x="18" y="122"/>
                      </a:lnTo>
                      <a:lnTo>
                        <a:pt x="18" y="122"/>
                      </a:lnTo>
                      <a:lnTo>
                        <a:pt x="16" y="124"/>
                      </a:lnTo>
                      <a:lnTo>
                        <a:pt x="14" y="126"/>
                      </a:lnTo>
                      <a:lnTo>
                        <a:pt x="12" y="128"/>
                      </a:lnTo>
                      <a:lnTo>
                        <a:pt x="10" y="132"/>
                      </a:lnTo>
                      <a:lnTo>
                        <a:pt x="10" y="132"/>
                      </a:lnTo>
                      <a:lnTo>
                        <a:pt x="12" y="136"/>
                      </a:lnTo>
                      <a:lnTo>
                        <a:pt x="12" y="140"/>
                      </a:lnTo>
                      <a:lnTo>
                        <a:pt x="12" y="140"/>
                      </a:lnTo>
                      <a:lnTo>
                        <a:pt x="12" y="146"/>
                      </a:lnTo>
                      <a:lnTo>
                        <a:pt x="12" y="152"/>
                      </a:lnTo>
                      <a:lnTo>
                        <a:pt x="12" y="152"/>
                      </a:lnTo>
                      <a:lnTo>
                        <a:pt x="12" y="158"/>
                      </a:lnTo>
                      <a:lnTo>
                        <a:pt x="12" y="164"/>
                      </a:lnTo>
                      <a:lnTo>
                        <a:pt x="12" y="164"/>
                      </a:lnTo>
                      <a:lnTo>
                        <a:pt x="10" y="168"/>
                      </a:lnTo>
                      <a:lnTo>
                        <a:pt x="10" y="170"/>
                      </a:lnTo>
                      <a:lnTo>
                        <a:pt x="12" y="170"/>
                      </a:lnTo>
                      <a:lnTo>
                        <a:pt x="12" y="170"/>
                      </a:lnTo>
                      <a:lnTo>
                        <a:pt x="14" y="172"/>
                      </a:lnTo>
                      <a:lnTo>
                        <a:pt x="16" y="178"/>
                      </a:lnTo>
                      <a:lnTo>
                        <a:pt x="16" y="178"/>
                      </a:lnTo>
                      <a:lnTo>
                        <a:pt x="16" y="182"/>
                      </a:lnTo>
                      <a:lnTo>
                        <a:pt x="16" y="184"/>
                      </a:lnTo>
                      <a:lnTo>
                        <a:pt x="14" y="186"/>
                      </a:lnTo>
                      <a:lnTo>
                        <a:pt x="14" y="186"/>
                      </a:lnTo>
                      <a:lnTo>
                        <a:pt x="10" y="188"/>
                      </a:lnTo>
                      <a:lnTo>
                        <a:pt x="10" y="188"/>
                      </a:lnTo>
                      <a:lnTo>
                        <a:pt x="10" y="188"/>
                      </a:lnTo>
                      <a:lnTo>
                        <a:pt x="10" y="196"/>
                      </a:lnTo>
                      <a:lnTo>
                        <a:pt x="10" y="196"/>
                      </a:lnTo>
                      <a:lnTo>
                        <a:pt x="8" y="200"/>
                      </a:lnTo>
                      <a:lnTo>
                        <a:pt x="8" y="202"/>
                      </a:lnTo>
                      <a:lnTo>
                        <a:pt x="10" y="204"/>
                      </a:lnTo>
                      <a:lnTo>
                        <a:pt x="10" y="204"/>
                      </a:lnTo>
                      <a:lnTo>
                        <a:pt x="12" y="208"/>
                      </a:lnTo>
                      <a:lnTo>
                        <a:pt x="10" y="210"/>
                      </a:lnTo>
                      <a:lnTo>
                        <a:pt x="10" y="210"/>
                      </a:lnTo>
                      <a:lnTo>
                        <a:pt x="8" y="212"/>
                      </a:lnTo>
                      <a:lnTo>
                        <a:pt x="8" y="214"/>
                      </a:lnTo>
                      <a:lnTo>
                        <a:pt x="8" y="216"/>
                      </a:lnTo>
                      <a:lnTo>
                        <a:pt x="6" y="216"/>
                      </a:lnTo>
                      <a:lnTo>
                        <a:pt x="6" y="216"/>
                      </a:lnTo>
                      <a:lnTo>
                        <a:pt x="4" y="218"/>
                      </a:lnTo>
                      <a:lnTo>
                        <a:pt x="4" y="220"/>
                      </a:lnTo>
                      <a:lnTo>
                        <a:pt x="4" y="220"/>
                      </a:lnTo>
                      <a:lnTo>
                        <a:pt x="6" y="226"/>
                      </a:lnTo>
                      <a:lnTo>
                        <a:pt x="8" y="228"/>
                      </a:lnTo>
                      <a:lnTo>
                        <a:pt x="8" y="228"/>
                      </a:lnTo>
                      <a:lnTo>
                        <a:pt x="6" y="234"/>
                      </a:lnTo>
                      <a:lnTo>
                        <a:pt x="6" y="236"/>
                      </a:lnTo>
                      <a:lnTo>
                        <a:pt x="4" y="236"/>
                      </a:lnTo>
                      <a:lnTo>
                        <a:pt x="4" y="236"/>
                      </a:lnTo>
                      <a:lnTo>
                        <a:pt x="0" y="236"/>
                      </a:lnTo>
                      <a:lnTo>
                        <a:pt x="0" y="236"/>
                      </a:lnTo>
                      <a:lnTo>
                        <a:pt x="0" y="244"/>
                      </a:lnTo>
                      <a:lnTo>
                        <a:pt x="0" y="244"/>
                      </a:lnTo>
                      <a:lnTo>
                        <a:pt x="4" y="244"/>
                      </a:lnTo>
                      <a:lnTo>
                        <a:pt x="4" y="244"/>
                      </a:lnTo>
                      <a:lnTo>
                        <a:pt x="8" y="252"/>
                      </a:lnTo>
                      <a:lnTo>
                        <a:pt x="8" y="252"/>
                      </a:lnTo>
                      <a:lnTo>
                        <a:pt x="8" y="252"/>
                      </a:lnTo>
                      <a:lnTo>
                        <a:pt x="6" y="256"/>
                      </a:lnTo>
                      <a:lnTo>
                        <a:pt x="4" y="260"/>
                      </a:lnTo>
                      <a:lnTo>
                        <a:pt x="4" y="260"/>
                      </a:lnTo>
                      <a:lnTo>
                        <a:pt x="8" y="262"/>
                      </a:lnTo>
                      <a:lnTo>
                        <a:pt x="8" y="262"/>
                      </a:lnTo>
                      <a:lnTo>
                        <a:pt x="8" y="266"/>
                      </a:lnTo>
                      <a:lnTo>
                        <a:pt x="8" y="266"/>
                      </a:lnTo>
                      <a:lnTo>
                        <a:pt x="12" y="266"/>
                      </a:lnTo>
                      <a:lnTo>
                        <a:pt x="12" y="266"/>
                      </a:lnTo>
                      <a:lnTo>
                        <a:pt x="12" y="268"/>
                      </a:lnTo>
                      <a:lnTo>
                        <a:pt x="12" y="270"/>
                      </a:lnTo>
                      <a:lnTo>
                        <a:pt x="12" y="270"/>
                      </a:lnTo>
                      <a:lnTo>
                        <a:pt x="16" y="274"/>
                      </a:lnTo>
                      <a:lnTo>
                        <a:pt x="20" y="278"/>
                      </a:lnTo>
                      <a:lnTo>
                        <a:pt x="20" y="278"/>
                      </a:lnTo>
                      <a:lnTo>
                        <a:pt x="20" y="282"/>
                      </a:lnTo>
                      <a:lnTo>
                        <a:pt x="20" y="282"/>
                      </a:lnTo>
                      <a:lnTo>
                        <a:pt x="24" y="284"/>
                      </a:lnTo>
                      <a:lnTo>
                        <a:pt x="24" y="286"/>
                      </a:lnTo>
                      <a:lnTo>
                        <a:pt x="24" y="286"/>
                      </a:lnTo>
                      <a:lnTo>
                        <a:pt x="20" y="286"/>
                      </a:lnTo>
                      <a:lnTo>
                        <a:pt x="20" y="286"/>
                      </a:lnTo>
                      <a:lnTo>
                        <a:pt x="22" y="292"/>
                      </a:lnTo>
                      <a:lnTo>
                        <a:pt x="22" y="292"/>
                      </a:lnTo>
                      <a:lnTo>
                        <a:pt x="18" y="294"/>
                      </a:lnTo>
                      <a:lnTo>
                        <a:pt x="18" y="294"/>
                      </a:lnTo>
                      <a:lnTo>
                        <a:pt x="18" y="298"/>
                      </a:lnTo>
                      <a:lnTo>
                        <a:pt x="20" y="300"/>
                      </a:lnTo>
                      <a:lnTo>
                        <a:pt x="20" y="300"/>
                      </a:lnTo>
                      <a:lnTo>
                        <a:pt x="20" y="306"/>
                      </a:lnTo>
                      <a:lnTo>
                        <a:pt x="22" y="310"/>
                      </a:lnTo>
                      <a:lnTo>
                        <a:pt x="24" y="310"/>
                      </a:lnTo>
                      <a:lnTo>
                        <a:pt x="24" y="310"/>
                      </a:lnTo>
                      <a:lnTo>
                        <a:pt x="32" y="310"/>
                      </a:lnTo>
                      <a:lnTo>
                        <a:pt x="40" y="306"/>
                      </a:lnTo>
                      <a:lnTo>
                        <a:pt x="40" y="306"/>
                      </a:lnTo>
                      <a:lnTo>
                        <a:pt x="40" y="300"/>
                      </a:lnTo>
                      <a:lnTo>
                        <a:pt x="42" y="296"/>
                      </a:lnTo>
                      <a:lnTo>
                        <a:pt x="42" y="296"/>
                      </a:lnTo>
                      <a:lnTo>
                        <a:pt x="46" y="296"/>
                      </a:lnTo>
                      <a:lnTo>
                        <a:pt x="46" y="296"/>
                      </a:lnTo>
                      <a:lnTo>
                        <a:pt x="46" y="292"/>
                      </a:lnTo>
                      <a:lnTo>
                        <a:pt x="46" y="292"/>
                      </a:lnTo>
                      <a:lnTo>
                        <a:pt x="50" y="290"/>
                      </a:lnTo>
                      <a:lnTo>
                        <a:pt x="54" y="290"/>
                      </a:lnTo>
                      <a:lnTo>
                        <a:pt x="64" y="292"/>
                      </a:lnTo>
                      <a:lnTo>
                        <a:pt x="64" y="292"/>
                      </a:lnTo>
                      <a:lnTo>
                        <a:pt x="66" y="288"/>
                      </a:lnTo>
                      <a:lnTo>
                        <a:pt x="66" y="288"/>
                      </a:lnTo>
                      <a:lnTo>
                        <a:pt x="68" y="288"/>
                      </a:lnTo>
                      <a:lnTo>
                        <a:pt x="68" y="290"/>
                      </a:lnTo>
                      <a:lnTo>
                        <a:pt x="68" y="290"/>
                      </a:lnTo>
                      <a:lnTo>
                        <a:pt x="70" y="290"/>
                      </a:lnTo>
                      <a:lnTo>
                        <a:pt x="70" y="290"/>
                      </a:lnTo>
                      <a:lnTo>
                        <a:pt x="74" y="278"/>
                      </a:lnTo>
                      <a:lnTo>
                        <a:pt x="74" y="278"/>
                      </a:lnTo>
                      <a:lnTo>
                        <a:pt x="74" y="278"/>
                      </a:lnTo>
                      <a:lnTo>
                        <a:pt x="74" y="278"/>
                      </a:lnTo>
                      <a:lnTo>
                        <a:pt x="74" y="278"/>
                      </a:lnTo>
                      <a:lnTo>
                        <a:pt x="72" y="280"/>
                      </a:lnTo>
                      <a:lnTo>
                        <a:pt x="70" y="284"/>
                      </a:lnTo>
                      <a:lnTo>
                        <a:pt x="70" y="284"/>
                      </a:lnTo>
                      <a:lnTo>
                        <a:pt x="68" y="284"/>
                      </a:lnTo>
                      <a:lnTo>
                        <a:pt x="68" y="284"/>
                      </a:lnTo>
                      <a:lnTo>
                        <a:pt x="68" y="280"/>
                      </a:lnTo>
                      <a:lnTo>
                        <a:pt x="68" y="280"/>
                      </a:lnTo>
                      <a:lnTo>
                        <a:pt x="70" y="270"/>
                      </a:lnTo>
                      <a:lnTo>
                        <a:pt x="70" y="270"/>
                      </a:lnTo>
                      <a:lnTo>
                        <a:pt x="74" y="266"/>
                      </a:lnTo>
                      <a:lnTo>
                        <a:pt x="74" y="266"/>
                      </a:lnTo>
                      <a:lnTo>
                        <a:pt x="72" y="262"/>
                      </a:lnTo>
                      <a:lnTo>
                        <a:pt x="72" y="260"/>
                      </a:lnTo>
                      <a:lnTo>
                        <a:pt x="74" y="260"/>
                      </a:lnTo>
                      <a:lnTo>
                        <a:pt x="74" y="260"/>
                      </a:lnTo>
                      <a:lnTo>
                        <a:pt x="76" y="254"/>
                      </a:lnTo>
                      <a:lnTo>
                        <a:pt x="74" y="250"/>
                      </a:lnTo>
                      <a:lnTo>
                        <a:pt x="74" y="242"/>
                      </a:lnTo>
                      <a:lnTo>
                        <a:pt x="74" y="242"/>
                      </a:lnTo>
                      <a:lnTo>
                        <a:pt x="78" y="240"/>
                      </a:lnTo>
                      <a:lnTo>
                        <a:pt x="78" y="240"/>
                      </a:lnTo>
                      <a:lnTo>
                        <a:pt x="70" y="236"/>
                      </a:lnTo>
                      <a:lnTo>
                        <a:pt x="70" y="236"/>
                      </a:lnTo>
                      <a:lnTo>
                        <a:pt x="78" y="236"/>
                      </a:lnTo>
                      <a:lnTo>
                        <a:pt x="88" y="234"/>
                      </a:lnTo>
                      <a:lnTo>
                        <a:pt x="88" y="236"/>
                      </a:lnTo>
                      <a:lnTo>
                        <a:pt x="90" y="236"/>
                      </a:lnTo>
                      <a:lnTo>
                        <a:pt x="90" y="236"/>
                      </a:lnTo>
                      <a:lnTo>
                        <a:pt x="90" y="234"/>
                      </a:lnTo>
                      <a:lnTo>
                        <a:pt x="92" y="232"/>
                      </a:lnTo>
                      <a:lnTo>
                        <a:pt x="92" y="232"/>
                      </a:lnTo>
                      <a:lnTo>
                        <a:pt x="94" y="232"/>
                      </a:lnTo>
                      <a:lnTo>
                        <a:pt x="98" y="232"/>
                      </a:lnTo>
                      <a:lnTo>
                        <a:pt x="98" y="232"/>
                      </a:lnTo>
                      <a:lnTo>
                        <a:pt x="98" y="230"/>
                      </a:lnTo>
                      <a:lnTo>
                        <a:pt x="98" y="228"/>
                      </a:lnTo>
                      <a:lnTo>
                        <a:pt x="98" y="228"/>
                      </a:lnTo>
                      <a:lnTo>
                        <a:pt x="100" y="226"/>
                      </a:lnTo>
                      <a:lnTo>
                        <a:pt x="104" y="226"/>
                      </a:lnTo>
                      <a:lnTo>
                        <a:pt x="102" y="224"/>
                      </a:lnTo>
                      <a:lnTo>
                        <a:pt x="102" y="224"/>
                      </a:lnTo>
                      <a:lnTo>
                        <a:pt x="96" y="222"/>
                      </a:lnTo>
                      <a:lnTo>
                        <a:pt x="96" y="222"/>
                      </a:lnTo>
                      <a:lnTo>
                        <a:pt x="106" y="218"/>
                      </a:lnTo>
                      <a:lnTo>
                        <a:pt x="106" y="218"/>
                      </a:lnTo>
                      <a:lnTo>
                        <a:pt x="106" y="212"/>
                      </a:lnTo>
                      <a:lnTo>
                        <a:pt x="104" y="206"/>
                      </a:lnTo>
                      <a:lnTo>
                        <a:pt x="104" y="206"/>
                      </a:lnTo>
                      <a:lnTo>
                        <a:pt x="102" y="206"/>
                      </a:lnTo>
                      <a:lnTo>
                        <a:pt x="100" y="206"/>
                      </a:lnTo>
                      <a:lnTo>
                        <a:pt x="100" y="206"/>
                      </a:lnTo>
                      <a:lnTo>
                        <a:pt x="98" y="204"/>
                      </a:lnTo>
                      <a:lnTo>
                        <a:pt x="98" y="200"/>
                      </a:lnTo>
                      <a:lnTo>
                        <a:pt x="98" y="200"/>
                      </a:lnTo>
                      <a:lnTo>
                        <a:pt x="94" y="200"/>
                      </a:lnTo>
                      <a:lnTo>
                        <a:pt x="92" y="194"/>
                      </a:lnTo>
                      <a:lnTo>
                        <a:pt x="92" y="194"/>
                      </a:lnTo>
                      <a:lnTo>
                        <a:pt x="88" y="198"/>
                      </a:lnTo>
                      <a:lnTo>
                        <a:pt x="88" y="198"/>
                      </a:lnTo>
                      <a:lnTo>
                        <a:pt x="86" y="198"/>
                      </a:lnTo>
                      <a:lnTo>
                        <a:pt x="84" y="196"/>
                      </a:lnTo>
                      <a:lnTo>
                        <a:pt x="84" y="196"/>
                      </a:lnTo>
                      <a:lnTo>
                        <a:pt x="82" y="194"/>
                      </a:lnTo>
                      <a:lnTo>
                        <a:pt x="82" y="194"/>
                      </a:lnTo>
                      <a:lnTo>
                        <a:pt x="82" y="188"/>
                      </a:lnTo>
                      <a:lnTo>
                        <a:pt x="82" y="184"/>
                      </a:lnTo>
                      <a:lnTo>
                        <a:pt x="80" y="174"/>
                      </a:lnTo>
                      <a:lnTo>
                        <a:pt x="80" y="174"/>
                      </a:lnTo>
                      <a:lnTo>
                        <a:pt x="80" y="170"/>
                      </a:lnTo>
                      <a:lnTo>
                        <a:pt x="80" y="170"/>
                      </a:lnTo>
                      <a:lnTo>
                        <a:pt x="84" y="170"/>
                      </a:lnTo>
                      <a:lnTo>
                        <a:pt x="84" y="170"/>
                      </a:lnTo>
                      <a:lnTo>
                        <a:pt x="82" y="166"/>
                      </a:lnTo>
                      <a:lnTo>
                        <a:pt x="82" y="162"/>
                      </a:lnTo>
                      <a:lnTo>
                        <a:pt x="84" y="158"/>
                      </a:lnTo>
                      <a:lnTo>
                        <a:pt x="84" y="152"/>
                      </a:lnTo>
                      <a:lnTo>
                        <a:pt x="84" y="152"/>
                      </a:lnTo>
                      <a:lnTo>
                        <a:pt x="82" y="152"/>
                      </a:lnTo>
                      <a:lnTo>
                        <a:pt x="82" y="152"/>
                      </a:lnTo>
                      <a:lnTo>
                        <a:pt x="82" y="148"/>
                      </a:lnTo>
                      <a:lnTo>
                        <a:pt x="82" y="148"/>
                      </a:lnTo>
                      <a:lnTo>
                        <a:pt x="84" y="148"/>
                      </a:lnTo>
                      <a:lnTo>
                        <a:pt x="86" y="150"/>
                      </a:lnTo>
                      <a:lnTo>
                        <a:pt x="86" y="150"/>
                      </a:lnTo>
                      <a:lnTo>
                        <a:pt x="88" y="148"/>
                      </a:lnTo>
                      <a:lnTo>
                        <a:pt x="88" y="148"/>
                      </a:lnTo>
                      <a:lnTo>
                        <a:pt x="92" y="146"/>
                      </a:lnTo>
                      <a:lnTo>
                        <a:pt x="92" y="146"/>
                      </a:lnTo>
                      <a:lnTo>
                        <a:pt x="94" y="140"/>
                      </a:lnTo>
                      <a:lnTo>
                        <a:pt x="92" y="140"/>
                      </a:lnTo>
                      <a:lnTo>
                        <a:pt x="92" y="138"/>
                      </a:lnTo>
                      <a:lnTo>
                        <a:pt x="92" y="138"/>
                      </a:lnTo>
                      <a:lnTo>
                        <a:pt x="98" y="138"/>
                      </a:lnTo>
                      <a:lnTo>
                        <a:pt x="100" y="136"/>
                      </a:lnTo>
                      <a:lnTo>
                        <a:pt x="102" y="134"/>
                      </a:lnTo>
                      <a:lnTo>
                        <a:pt x="102" y="134"/>
                      </a:lnTo>
                      <a:lnTo>
                        <a:pt x="100" y="134"/>
                      </a:lnTo>
                      <a:lnTo>
                        <a:pt x="98" y="132"/>
                      </a:lnTo>
                      <a:lnTo>
                        <a:pt x="104" y="126"/>
                      </a:lnTo>
                      <a:lnTo>
                        <a:pt x="104" y="126"/>
                      </a:lnTo>
                      <a:lnTo>
                        <a:pt x="106" y="126"/>
                      </a:lnTo>
                      <a:lnTo>
                        <a:pt x="108" y="128"/>
                      </a:lnTo>
                      <a:lnTo>
                        <a:pt x="108" y="128"/>
                      </a:lnTo>
                      <a:lnTo>
                        <a:pt x="112" y="124"/>
                      </a:lnTo>
                      <a:lnTo>
                        <a:pt x="116" y="122"/>
                      </a:lnTo>
                      <a:lnTo>
                        <a:pt x="116" y="122"/>
                      </a:lnTo>
                      <a:lnTo>
                        <a:pt x="120" y="120"/>
                      </a:lnTo>
                      <a:lnTo>
                        <a:pt x="122" y="122"/>
                      </a:lnTo>
                      <a:lnTo>
                        <a:pt x="122" y="122"/>
                      </a:lnTo>
                      <a:lnTo>
                        <a:pt x="126" y="120"/>
                      </a:lnTo>
                      <a:lnTo>
                        <a:pt x="126" y="116"/>
                      </a:lnTo>
                      <a:lnTo>
                        <a:pt x="130" y="110"/>
                      </a:lnTo>
                      <a:lnTo>
                        <a:pt x="130" y="110"/>
                      </a:lnTo>
                      <a:lnTo>
                        <a:pt x="132" y="110"/>
                      </a:lnTo>
                      <a:lnTo>
                        <a:pt x="136" y="108"/>
                      </a:lnTo>
                      <a:lnTo>
                        <a:pt x="136" y="108"/>
                      </a:lnTo>
                      <a:lnTo>
                        <a:pt x="136" y="106"/>
                      </a:lnTo>
                      <a:lnTo>
                        <a:pt x="136" y="104"/>
                      </a:lnTo>
                      <a:lnTo>
                        <a:pt x="136" y="104"/>
                      </a:lnTo>
                      <a:lnTo>
                        <a:pt x="132" y="104"/>
                      </a:lnTo>
                      <a:lnTo>
                        <a:pt x="132" y="104"/>
                      </a:lnTo>
                      <a:lnTo>
                        <a:pt x="134" y="100"/>
                      </a:lnTo>
                      <a:lnTo>
                        <a:pt x="134" y="100"/>
                      </a:lnTo>
                      <a:lnTo>
                        <a:pt x="132" y="96"/>
                      </a:lnTo>
                      <a:lnTo>
                        <a:pt x="132" y="92"/>
                      </a:lnTo>
                      <a:lnTo>
                        <a:pt x="138" y="88"/>
                      </a:lnTo>
                      <a:lnTo>
                        <a:pt x="138" y="88"/>
                      </a:lnTo>
                      <a:lnTo>
                        <a:pt x="138" y="86"/>
                      </a:lnTo>
                      <a:lnTo>
                        <a:pt x="136" y="84"/>
                      </a:lnTo>
                      <a:lnTo>
                        <a:pt x="136" y="84"/>
                      </a:lnTo>
                      <a:lnTo>
                        <a:pt x="138" y="84"/>
                      </a:lnTo>
                      <a:lnTo>
                        <a:pt x="140" y="82"/>
                      </a:lnTo>
                      <a:lnTo>
                        <a:pt x="140" y="82"/>
                      </a:lnTo>
                      <a:lnTo>
                        <a:pt x="138" y="80"/>
                      </a:lnTo>
                      <a:lnTo>
                        <a:pt x="138" y="80"/>
                      </a:lnTo>
                      <a:lnTo>
                        <a:pt x="138" y="80"/>
                      </a:lnTo>
                      <a:lnTo>
                        <a:pt x="138" y="80"/>
                      </a:lnTo>
                      <a:lnTo>
                        <a:pt x="140" y="78"/>
                      </a:lnTo>
                      <a:lnTo>
                        <a:pt x="144" y="80"/>
                      </a:lnTo>
                      <a:lnTo>
                        <a:pt x="144" y="80"/>
                      </a:lnTo>
                      <a:lnTo>
                        <a:pt x="146" y="78"/>
                      </a:lnTo>
                      <a:lnTo>
                        <a:pt x="148" y="74"/>
                      </a:lnTo>
                      <a:lnTo>
                        <a:pt x="150" y="66"/>
                      </a:lnTo>
                      <a:lnTo>
                        <a:pt x="150" y="66"/>
                      </a:lnTo>
                      <a:lnTo>
                        <a:pt x="150" y="68"/>
                      </a:lnTo>
                      <a:lnTo>
                        <a:pt x="152" y="70"/>
                      </a:lnTo>
                      <a:lnTo>
                        <a:pt x="152" y="70"/>
                      </a:lnTo>
                      <a:lnTo>
                        <a:pt x="156" y="68"/>
                      </a:lnTo>
                      <a:lnTo>
                        <a:pt x="156" y="68"/>
                      </a:lnTo>
                      <a:lnTo>
                        <a:pt x="158" y="72"/>
                      </a:lnTo>
                      <a:lnTo>
                        <a:pt x="158" y="72"/>
                      </a:lnTo>
                      <a:lnTo>
                        <a:pt x="160" y="70"/>
                      </a:lnTo>
                      <a:lnTo>
                        <a:pt x="160" y="68"/>
                      </a:lnTo>
                      <a:lnTo>
                        <a:pt x="160" y="68"/>
                      </a:lnTo>
                      <a:lnTo>
                        <a:pt x="168" y="70"/>
                      </a:lnTo>
                      <a:lnTo>
                        <a:pt x="168"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4" name="Freeform 41">
                  <a:extLst>
                    <a:ext uri="{FF2B5EF4-FFF2-40B4-BE49-F238E27FC236}">
                      <a16:creationId xmlns:a16="http://schemas.microsoft.com/office/drawing/2014/main" id="{F425585E-5665-CC4C-BCB0-2BD0AECD34D4}"/>
                    </a:ext>
                  </a:extLst>
                </p:cNvPr>
                <p:cNvSpPr>
                  <a:spLocks noEditPoints="1"/>
                </p:cNvSpPr>
                <p:nvPr/>
              </p:nvSpPr>
              <p:spPr bwMode="auto">
                <a:xfrm>
                  <a:off x="5654817" y="2857843"/>
                  <a:ext cx="383553" cy="280329"/>
                </a:xfrm>
                <a:custGeom>
                  <a:avLst/>
                  <a:gdLst>
                    <a:gd name="T0" fmla="*/ 170 w 196"/>
                    <a:gd name="T1" fmla="*/ 34 h 140"/>
                    <a:gd name="T2" fmla="*/ 156 w 196"/>
                    <a:gd name="T3" fmla="*/ 42 h 140"/>
                    <a:gd name="T4" fmla="*/ 150 w 196"/>
                    <a:gd name="T5" fmla="*/ 48 h 140"/>
                    <a:gd name="T6" fmla="*/ 142 w 196"/>
                    <a:gd name="T7" fmla="*/ 56 h 140"/>
                    <a:gd name="T8" fmla="*/ 136 w 196"/>
                    <a:gd name="T9" fmla="*/ 62 h 140"/>
                    <a:gd name="T10" fmla="*/ 128 w 196"/>
                    <a:gd name="T11" fmla="*/ 72 h 140"/>
                    <a:gd name="T12" fmla="*/ 124 w 196"/>
                    <a:gd name="T13" fmla="*/ 82 h 140"/>
                    <a:gd name="T14" fmla="*/ 128 w 196"/>
                    <a:gd name="T15" fmla="*/ 88 h 140"/>
                    <a:gd name="T16" fmla="*/ 120 w 196"/>
                    <a:gd name="T17" fmla="*/ 100 h 140"/>
                    <a:gd name="T18" fmla="*/ 114 w 196"/>
                    <a:gd name="T19" fmla="*/ 108 h 140"/>
                    <a:gd name="T20" fmla="*/ 108 w 196"/>
                    <a:gd name="T21" fmla="*/ 114 h 140"/>
                    <a:gd name="T22" fmla="*/ 94 w 196"/>
                    <a:gd name="T23" fmla="*/ 128 h 140"/>
                    <a:gd name="T24" fmla="*/ 88 w 196"/>
                    <a:gd name="T25" fmla="*/ 132 h 140"/>
                    <a:gd name="T26" fmla="*/ 66 w 196"/>
                    <a:gd name="T27" fmla="*/ 130 h 140"/>
                    <a:gd name="T28" fmla="*/ 62 w 196"/>
                    <a:gd name="T29" fmla="*/ 136 h 140"/>
                    <a:gd name="T30" fmla="*/ 52 w 196"/>
                    <a:gd name="T31" fmla="*/ 140 h 140"/>
                    <a:gd name="T32" fmla="*/ 40 w 196"/>
                    <a:gd name="T33" fmla="*/ 128 h 140"/>
                    <a:gd name="T34" fmla="*/ 28 w 196"/>
                    <a:gd name="T35" fmla="*/ 120 h 140"/>
                    <a:gd name="T36" fmla="*/ 30 w 196"/>
                    <a:gd name="T37" fmla="*/ 112 h 140"/>
                    <a:gd name="T38" fmla="*/ 26 w 196"/>
                    <a:gd name="T39" fmla="*/ 106 h 140"/>
                    <a:gd name="T40" fmla="*/ 30 w 196"/>
                    <a:gd name="T41" fmla="*/ 96 h 140"/>
                    <a:gd name="T42" fmla="*/ 26 w 196"/>
                    <a:gd name="T43" fmla="*/ 88 h 140"/>
                    <a:gd name="T44" fmla="*/ 30 w 196"/>
                    <a:gd name="T45" fmla="*/ 74 h 140"/>
                    <a:gd name="T46" fmla="*/ 32 w 196"/>
                    <a:gd name="T47" fmla="*/ 66 h 140"/>
                    <a:gd name="T48" fmla="*/ 30 w 196"/>
                    <a:gd name="T49" fmla="*/ 52 h 140"/>
                    <a:gd name="T50" fmla="*/ 34 w 196"/>
                    <a:gd name="T51" fmla="*/ 44 h 140"/>
                    <a:gd name="T52" fmla="*/ 32 w 196"/>
                    <a:gd name="T53" fmla="*/ 36 h 140"/>
                    <a:gd name="T54" fmla="*/ 18 w 196"/>
                    <a:gd name="T55" fmla="*/ 36 h 140"/>
                    <a:gd name="T56" fmla="*/ 16 w 196"/>
                    <a:gd name="T57" fmla="*/ 34 h 140"/>
                    <a:gd name="T58" fmla="*/ 8 w 196"/>
                    <a:gd name="T59" fmla="*/ 36 h 140"/>
                    <a:gd name="T60" fmla="*/ 6 w 196"/>
                    <a:gd name="T61" fmla="*/ 32 h 140"/>
                    <a:gd name="T62" fmla="*/ 6 w 196"/>
                    <a:gd name="T63" fmla="*/ 26 h 140"/>
                    <a:gd name="T64" fmla="*/ 4 w 196"/>
                    <a:gd name="T65" fmla="*/ 20 h 140"/>
                    <a:gd name="T66" fmla="*/ 0 w 196"/>
                    <a:gd name="T67" fmla="*/ 14 h 140"/>
                    <a:gd name="T68" fmla="*/ 8 w 196"/>
                    <a:gd name="T69" fmla="*/ 6 h 140"/>
                    <a:gd name="T70" fmla="*/ 16 w 196"/>
                    <a:gd name="T71" fmla="*/ 4 h 140"/>
                    <a:gd name="T72" fmla="*/ 26 w 196"/>
                    <a:gd name="T73" fmla="*/ 0 h 140"/>
                    <a:gd name="T74" fmla="*/ 36 w 196"/>
                    <a:gd name="T75" fmla="*/ 4 h 140"/>
                    <a:gd name="T76" fmla="*/ 66 w 196"/>
                    <a:gd name="T77" fmla="*/ 6 h 140"/>
                    <a:gd name="T78" fmla="*/ 90 w 196"/>
                    <a:gd name="T79" fmla="*/ 6 h 140"/>
                    <a:gd name="T80" fmla="*/ 98 w 196"/>
                    <a:gd name="T81" fmla="*/ 10 h 140"/>
                    <a:gd name="T82" fmla="*/ 106 w 196"/>
                    <a:gd name="T83" fmla="*/ 16 h 140"/>
                    <a:gd name="T84" fmla="*/ 112 w 196"/>
                    <a:gd name="T85" fmla="*/ 18 h 140"/>
                    <a:gd name="T86" fmla="*/ 120 w 196"/>
                    <a:gd name="T87" fmla="*/ 20 h 140"/>
                    <a:gd name="T88" fmla="*/ 132 w 196"/>
                    <a:gd name="T89" fmla="*/ 22 h 140"/>
                    <a:gd name="T90" fmla="*/ 146 w 196"/>
                    <a:gd name="T91" fmla="*/ 26 h 140"/>
                    <a:gd name="T92" fmla="*/ 156 w 196"/>
                    <a:gd name="T93" fmla="*/ 28 h 140"/>
                    <a:gd name="T94" fmla="*/ 162 w 196"/>
                    <a:gd name="T95" fmla="*/ 26 h 140"/>
                    <a:gd name="T96" fmla="*/ 146 w 196"/>
                    <a:gd name="T97" fmla="*/ 82 h 140"/>
                    <a:gd name="T98" fmla="*/ 144 w 196"/>
                    <a:gd name="T99" fmla="*/ 88 h 140"/>
                    <a:gd name="T100" fmla="*/ 144 w 196"/>
                    <a:gd name="T101" fmla="*/ 88 h 140"/>
                    <a:gd name="T102" fmla="*/ 146 w 196"/>
                    <a:gd name="T103" fmla="*/ 82 h 140"/>
                    <a:gd name="T104" fmla="*/ 190 w 196"/>
                    <a:gd name="T105" fmla="*/ 74 h 140"/>
                    <a:gd name="T106" fmla="*/ 196 w 196"/>
                    <a:gd name="T107" fmla="*/ 70 h 140"/>
                    <a:gd name="T108" fmla="*/ 170 w 196"/>
                    <a:gd name="T109" fmla="*/ 70 h 140"/>
                    <a:gd name="T110" fmla="*/ 168 w 196"/>
                    <a:gd name="T111" fmla="*/ 76 h 140"/>
                    <a:gd name="T112" fmla="*/ 168 w 196"/>
                    <a:gd name="T113" fmla="*/ 86 h 140"/>
                    <a:gd name="T114" fmla="*/ 174 w 196"/>
                    <a:gd name="T115" fmla="*/ 82 h 140"/>
                    <a:gd name="T116" fmla="*/ 170 w 196"/>
                    <a:gd name="T117"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6" h="140">
                      <a:moveTo>
                        <a:pt x="168" y="24"/>
                      </a:moveTo>
                      <a:lnTo>
                        <a:pt x="168" y="24"/>
                      </a:lnTo>
                      <a:lnTo>
                        <a:pt x="170" y="34"/>
                      </a:lnTo>
                      <a:lnTo>
                        <a:pt x="170" y="34"/>
                      </a:lnTo>
                      <a:lnTo>
                        <a:pt x="162" y="42"/>
                      </a:lnTo>
                      <a:lnTo>
                        <a:pt x="162" y="42"/>
                      </a:lnTo>
                      <a:lnTo>
                        <a:pt x="158" y="42"/>
                      </a:lnTo>
                      <a:lnTo>
                        <a:pt x="156" y="42"/>
                      </a:lnTo>
                      <a:lnTo>
                        <a:pt x="156" y="42"/>
                      </a:lnTo>
                      <a:lnTo>
                        <a:pt x="156" y="46"/>
                      </a:lnTo>
                      <a:lnTo>
                        <a:pt x="156" y="46"/>
                      </a:lnTo>
                      <a:lnTo>
                        <a:pt x="150" y="48"/>
                      </a:lnTo>
                      <a:lnTo>
                        <a:pt x="150" y="48"/>
                      </a:lnTo>
                      <a:lnTo>
                        <a:pt x="144" y="52"/>
                      </a:lnTo>
                      <a:lnTo>
                        <a:pt x="142" y="56"/>
                      </a:lnTo>
                      <a:lnTo>
                        <a:pt x="142" y="56"/>
                      </a:lnTo>
                      <a:lnTo>
                        <a:pt x="136" y="58"/>
                      </a:lnTo>
                      <a:lnTo>
                        <a:pt x="136" y="58"/>
                      </a:lnTo>
                      <a:lnTo>
                        <a:pt x="136" y="62"/>
                      </a:lnTo>
                      <a:lnTo>
                        <a:pt x="136" y="62"/>
                      </a:lnTo>
                      <a:lnTo>
                        <a:pt x="132" y="64"/>
                      </a:lnTo>
                      <a:lnTo>
                        <a:pt x="132" y="64"/>
                      </a:lnTo>
                      <a:lnTo>
                        <a:pt x="130" y="68"/>
                      </a:lnTo>
                      <a:lnTo>
                        <a:pt x="128" y="72"/>
                      </a:lnTo>
                      <a:lnTo>
                        <a:pt x="128" y="72"/>
                      </a:lnTo>
                      <a:lnTo>
                        <a:pt x="124" y="76"/>
                      </a:lnTo>
                      <a:lnTo>
                        <a:pt x="122" y="80"/>
                      </a:lnTo>
                      <a:lnTo>
                        <a:pt x="124" y="82"/>
                      </a:lnTo>
                      <a:lnTo>
                        <a:pt x="124" y="82"/>
                      </a:lnTo>
                      <a:lnTo>
                        <a:pt x="124" y="86"/>
                      </a:lnTo>
                      <a:lnTo>
                        <a:pt x="124" y="86"/>
                      </a:lnTo>
                      <a:lnTo>
                        <a:pt x="128" y="88"/>
                      </a:lnTo>
                      <a:lnTo>
                        <a:pt x="128" y="88"/>
                      </a:lnTo>
                      <a:lnTo>
                        <a:pt x="128" y="90"/>
                      </a:lnTo>
                      <a:lnTo>
                        <a:pt x="128" y="90"/>
                      </a:lnTo>
                      <a:lnTo>
                        <a:pt x="120" y="100"/>
                      </a:lnTo>
                      <a:lnTo>
                        <a:pt x="120" y="100"/>
                      </a:lnTo>
                      <a:lnTo>
                        <a:pt x="116" y="104"/>
                      </a:lnTo>
                      <a:lnTo>
                        <a:pt x="116" y="104"/>
                      </a:lnTo>
                      <a:lnTo>
                        <a:pt x="114" y="108"/>
                      </a:lnTo>
                      <a:lnTo>
                        <a:pt x="114" y="112"/>
                      </a:lnTo>
                      <a:lnTo>
                        <a:pt x="114" y="112"/>
                      </a:lnTo>
                      <a:lnTo>
                        <a:pt x="112" y="114"/>
                      </a:lnTo>
                      <a:lnTo>
                        <a:pt x="108" y="114"/>
                      </a:lnTo>
                      <a:lnTo>
                        <a:pt x="108" y="114"/>
                      </a:lnTo>
                      <a:lnTo>
                        <a:pt x="96" y="124"/>
                      </a:lnTo>
                      <a:lnTo>
                        <a:pt x="96" y="124"/>
                      </a:lnTo>
                      <a:lnTo>
                        <a:pt x="94" y="128"/>
                      </a:lnTo>
                      <a:lnTo>
                        <a:pt x="94" y="130"/>
                      </a:lnTo>
                      <a:lnTo>
                        <a:pt x="92" y="132"/>
                      </a:lnTo>
                      <a:lnTo>
                        <a:pt x="92" y="132"/>
                      </a:lnTo>
                      <a:lnTo>
                        <a:pt x="88" y="132"/>
                      </a:lnTo>
                      <a:lnTo>
                        <a:pt x="84" y="132"/>
                      </a:lnTo>
                      <a:lnTo>
                        <a:pt x="82" y="134"/>
                      </a:lnTo>
                      <a:lnTo>
                        <a:pt x="82" y="134"/>
                      </a:lnTo>
                      <a:lnTo>
                        <a:pt x="66" y="130"/>
                      </a:lnTo>
                      <a:lnTo>
                        <a:pt x="66" y="130"/>
                      </a:lnTo>
                      <a:lnTo>
                        <a:pt x="64" y="134"/>
                      </a:lnTo>
                      <a:lnTo>
                        <a:pt x="64" y="134"/>
                      </a:lnTo>
                      <a:lnTo>
                        <a:pt x="62" y="136"/>
                      </a:lnTo>
                      <a:lnTo>
                        <a:pt x="58" y="136"/>
                      </a:lnTo>
                      <a:lnTo>
                        <a:pt x="58" y="136"/>
                      </a:lnTo>
                      <a:lnTo>
                        <a:pt x="52" y="140"/>
                      </a:lnTo>
                      <a:lnTo>
                        <a:pt x="52" y="140"/>
                      </a:lnTo>
                      <a:lnTo>
                        <a:pt x="52" y="140"/>
                      </a:lnTo>
                      <a:lnTo>
                        <a:pt x="46" y="140"/>
                      </a:lnTo>
                      <a:lnTo>
                        <a:pt x="46" y="140"/>
                      </a:lnTo>
                      <a:lnTo>
                        <a:pt x="40" y="128"/>
                      </a:lnTo>
                      <a:lnTo>
                        <a:pt x="34" y="124"/>
                      </a:lnTo>
                      <a:lnTo>
                        <a:pt x="28" y="122"/>
                      </a:lnTo>
                      <a:lnTo>
                        <a:pt x="28" y="122"/>
                      </a:lnTo>
                      <a:lnTo>
                        <a:pt x="28" y="120"/>
                      </a:lnTo>
                      <a:lnTo>
                        <a:pt x="30" y="114"/>
                      </a:lnTo>
                      <a:lnTo>
                        <a:pt x="30" y="114"/>
                      </a:lnTo>
                      <a:lnTo>
                        <a:pt x="32" y="112"/>
                      </a:lnTo>
                      <a:lnTo>
                        <a:pt x="30" y="112"/>
                      </a:lnTo>
                      <a:lnTo>
                        <a:pt x="28" y="112"/>
                      </a:lnTo>
                      <a:lnTo>
                        <a:pt x="26" y="110"/>
                      </a:lnTo>
                      <a:lnTo>
                        <a:pt x="26" y="110"/>
                      </a:lnTo>
                      <a:lnTo>
                        <a:pt x="26" y="106"/>
                      </a:lnTo>
                      <a:lnTo>
                        <a:pt x="26" y="104"/>
                      </a:lnTo>
                      <a:lnTo>
                        <a:pt x="28" y="100"/>
                      </a:lnTo>
                      <a:lnTo>
                        <a:pt x="28" y="100"/>
                      </a:lnTo>
                      <a:lnTo>
                        <a:pt x="30" y="96"/>
                      </a:lnTo>
                      <a:lnTo>
                        <a:pt x="28" y="94"/>
                      </a:lnTo>
                      <a:lnTo>
                        <a:pt x="28" y="94"/>
                      </a:lnTo>
                      <a:lnTo>
                        <a:pt x="26" y="90"/>
                      </a:lnTo>
                      <a:lnTo>
                        <a:pt x="26" y="88"/>
                      </a:lnTo>
                      <a:lnTo>
                        <a:pt x="30" y="84"/>
                      </a:lnTo>
                      <a:lnTo>
                        <a:pt x="30" y="84"/>
                      </a:lnTo>
                      <a:lnTo>
                        <a:pt x="30" y="80"/>
                      </a:lnTo>
                      <a:lnTo>
                        <a:pt x="30" y="74"/>
                      </a:lnTo>
                      <a:lnTo>
                        <a:pt x="30" y="74"/>
                      </a:lnTo>
                      <a:lnTo>
                        <a:pt x="28" y="70"/>
                      </a:lnTo>
                      <a:lnTo>
                        <a:pt x="32" y="66"/>
                      </a:lnTo>
                      <a:lnTo>
                        <a:pt x="32" y="66"/>
                      </a:lnTo>
                      <a:lnTo>
                        <a:pt x="34" y="64"/>
                      </a:lnTo>
                      <a:lnTo>
                        <a:pt x="34" y="60"/>
                      </a:lnTo>
                      <a:lnTo>
                        <a:pt x="30" y="52"/>
                      </a:lnTo>
                      <a:lnTo>
                        <a:pt x="30" y="52"/>
                      </a:lnTo>
                      <a:lnTo>
                        <a:pt x="28" y="50"/>
                      </a:lnTo>
                      <a:lnTo>
                        <a:pt x="30" y="48"/>
                      </a:lnTo>
                      <a:lnTo>
                        <a:pt x="34" y="44"/>
                      </a:lnTo>
                      <a:lnTo>
                        <a:pt x="34" y="44"/>
                      </a:lnTo>
                      <a:lnTo>
                        <a:pt x="36" y="38"/>
                      </a:lnTo>
                      <a:lnTo>
                        <a:pt x="32" y="38"/>
                      </a:lnTo>
                      <a:lnTo>
                        <a:pt x="32" y="38"/>
                      </a:lnTo>
                      <a:lnTo>
                        <a:pt x="32" y="36"/>
                      </a:lnTo>
                      <a:lnTo>
                        <a:pt x="28" y="36"/>
                      </a:lnTo>
                      <a:lnTo>
                        <a:pt x="28" y="36"/>
                      </a:lnTo>
                      <a:lnTo>
                        <a:pt x="18" y="36"/>
                      </a:lnTo>
                      <a:lnTo>
                        <a:pt x="18" y="36"/>
                      </a:lnTo>
                      <a:lnTo>
                        <a:pt x="16" y="36"/>
                      </a:lnTo>
                      <a:lnTo>
                        <a:pt x="16" y="36"/>
                      </a:lnTo>
                      <a:lnTo>
                        <a:pt x="16" y="34"/>
                      </a:lnTo>
                      <a:lnTo>
                        <a:pt x="16" y="34"/>
                      </a:lnTo>
                      <a:lnTo>
                        <a:pt x="14" y="32"/>
                      </a:lnTo>
                      <a:lnTo>
                        <a:pt x="10" y="34"/>
                      </a:lnTo>
                      <a:lnTo>
                        <a:pt x="8" y="36"/>
                      </a:lnTo>
                      <a:lnTo>
                        <a:pt x="8" y="36"/>
                      </a:lnTo>
                      <a:lnTo>
                        <a:pt x="6" y="34"/>
                      </a:lnTo>
                      <a:lnTo>
                        <a:pt x="4" y="34"/>
                      </a:lnTo>
                      <a:lnTo>
                        <a:pt x="6" y="32"/>
                      </a:lnTo>
                      <a:lnTo>
                        <a:pt x="6" y="32"/>
                      </a:lnTo>
                      <a:lnTo>
                        <a:pt x="10" y="28"/>
                      </a:lnTo>
                      <a:lnTo>
                        <a:pt x="10" y="28"/>
                      </a:lnTo>
                      <a:lnTo>
                        <a:pt x="6" y="26"/>
                      </a:lnTo>
                      <a:lnTo>
                        <a:pt x="6" y="26"/>
                      </a:lnTo>
                      <a:lnTo>
                        <a:pt x="6" y="24"/>
                      </a:lnTo>
                      <a:lnTo>
                        <a:pt x="4" y="22"/>
                      </a:lnTo>
                      <a:lnTo>
                        <a:pt x="4" y="22"/>
                      </a:lnTo>
                      <a:lnTo>
                        <a:pt x="4" y="20"/>
                      </a:lnTo>
                      <a:lnTo>
                        <a:pt x="4" y="18"/>
                      </a:lnTo>
                      <a:lnTo>
                        <a:pt x="0" y="16"/>
                      </a:lnTo>
                      <a:lnTo>
                        <a:pt x="0" y="16"/>
                      </a:lnTo>
                      <a:lnTo>
                        <a:pt x="0" y="14"/>
                      </a:lnTo>
                      <a:lnTo>
                        <a:pt x="2" y="10"/>
                      </a:lnTo>
                      <a:lnTo>
                        <a:pt x="2" y="10"/>
                      </a:lnTo>
                      <a:lnTo>
                        <a:pt x="8" y="6"/>
                      </a:lnTo>
                      <a:lnTo>
                        <a:pt x="8" y="6"/>
                      </a:lnTo>
                      <a:lnTo>
                        <a:pt x="12" y="8"/>
                      </a:lnTo>
                      <a:lnTo>
                        <a:pt x="16" y="6"/>
                      </a:lnTo>
                      <a:lnTo>
                        <a:pt x="16" y="6"/>
                      </a:lnTo>
                      <a:lnTo>
                        <a:pt x="16" y="4"/>
                      </a:lnTo>
                      <a:lnTo>
                        <a:pt x="16" y="4"/>
                      </a:lnTo>
                      <a:lnTo>
                        <a:pt x="22" y="2"/>
                      </a:lnTo>
                      <a:lnTo>
                        <a:pt x="26" y="0"/>
                      </a:lnTo>
                      <a:lnTo>
                        <a:pt x="26" y="0"/>
                      </a:lnTo>
                      <a:lnTo>
                        <a:pt x="30" y="0"/>
                      </a:lnTo>
                      <a:lnTo>
                        <a:pt x="32" y="2"/>
                      </a:lnTo>
                      <a:lnTo>
                        <a:pt x="36" y="4"/>
                      </a:lnTo>
                      <a:lnTo>
                        <a:pt x="36" y="4"/>
                      </a:lnTo>
                      <a:lnTo>
                        <a:pt x="48" y="2"/>
                      </a:lnTo>
                      <a:lnTo>
                        <a:pt x="48" y="2"/>
                      </a:lnTo>
                      <a:lnTo>
                        <a:pt x="58" y="4"/>
                      </a:lnTo>
                      <a:lnTo>
                        <a:pt x="66" y="6"/>
                      </a:lnTo>
                      <a:lnTo>
                        <a:pt x="66" y="6"/>
                      </a:lnTo>
                      <a:lnTo>
                        <a:pt x="82" y="4"/>
                      </a:lnTo>
                      <a:lnTo>
                        <a:pt x="82" y="4"/>
                      </a:lnTo>
                      <a:lnTo>
                        <a:pt x="90" y="6"/>
                      </a:lnTo>
                      <a:lnTo>
                        <a:pt x="90" y="6"/>
                      </a:lnTo>
                      <a:lnTo>
                        <a:pt x="92" y="10"/>
                      </a:lnTo>
                      <a:lnTo>
                        <a:pt x="92" y="10"/>
                      </a:lnTo>
                      <a:lnTo>
                        <a:pt x="98" y="10"/>
                      </a:lnTo>
                      <a:lnTo>
                        <a:pt x="102" y="10"/>
                      </a:lnTo>
                      <a:lnTo>
                        <a:pt x="102" y="10"/>
                      </a:lnTo>
                      <a:lnTo>
                        <a:pt x="104" y="12"/>
                      </a:lnTo>
                      <a:lnTo>
                        <a:pt x="106" y="16"/>
                      </a:lnTo>
                      <a:lnTo>
                        <a:pt x="106" y="16"/>
                      </a:lnTo>
                      <a:lnTo>
                        <a:pt x="106" y="16"/>
                      </a:lnTo>
                      <a:lnTo>
                        <a:pt x="108" y="18"/>
                      </a:lnTo>
                      <a:lnTo>
                        <a:pt x="112" y="18"/>
                      </a:lnTo>
                      <a:lnTo>
                        <a:pt x="112" y="18"/>
                      </a:lnTo>
                      <a:lnTo>
                        <a:pt x="116" y="20"/>
                      </a:lnTo>
                      <a:lnTo>
                        <a:pt x="120" y="20"/>
                      </a:lnTo>
                      <a:lnTo>
                        <a:pt x="120" y="20"/>
                      </a:lnTo>
                      <a:lnTo>
                        <a:pt x="124" y="22"/>
                      </a:lnTo>
                      <a:lnTo>
                        <a:pt x="128" y="24"/>
                      </a:lnTo>
                      <a:lnTo>
                        <a:pt x="128" y="24"/>
                      </a:lnTo>
                      <a:lnTo>
                        <a:pt x="132" y="22"/>
                      </a:lnTo>
                      <a:lnTo>
                        <a:pt x="134" y="22"/>
                      </a:lnTo>
                      <a:lnTo>
                        <a:pt x="136" y="24"/>
                      </a:lnTo>
                      <a:lnTo>
                        <a:pt x="136" y="24"/>
                      </a:lnTo>
                      <a:lnTo>
                        <a:pt x="146" y="26"/>
                      </a:lnTo>
                      <a:lnTo>
                        <a:pt x="148" y="30"/>
                      </a:lnTo>
                      <a:lnTo>
                        <a:pt x="152" y="28"/>
                      </a:lnTo>
                      <a:lnTo>
                        <a:pt x="152" y="28"/>
                      </a:lnTo>
                      <a:lnTo>
                        <a:pt x="156" y="28"/>
                      </a:lnTo>
                      <a:lnTo>
                        <a:pt x="160" y="28"/>
                      </a:lnTo>
                      <a:lnTo>
                        <a:pt x="160" y="28"/>
                      </a:lnTo>
                      <a:lnTo>
                        <a:pt x="162" y="26"/>
                      </a:lnTo>
                      <a:lnTo>
                        <a:pt x="162" y="26"/>
                      </a:lnTo>
                      <a:lnTo>
                        <a:pt x="164" y="24"/>
                      </a:lnTo>
                      <a:lnTo>
                        <a:pt x="168" y="24"/>
                      </a:lnTo>
                      <a:lnTo>
                        <a:pt x="168" y="24"/>
                      </a:lnTo>
                      <a:close/>
                      <a:moveTo>
                        <a:pt x="146" y="82"/>
                      </a:moveTo>
                      <a:lnTo>
                        <a:pt x="146" y="82"/>
                      </a:lnTo>
                      <a:lnTo>
                        <a:pt x="144" y="86"/>
                      </a:lnTo>
                      <a:lnTo>
                        <a:pt x="142" y="88"/>
                      </a:lnTo>
                      <a:lnTo>
                        <a:pt x="144" y="88"/>
                      </a:lnTo>
                      <a:lnTo>
                        <a:pt x="144" y="88"/>
                      </a:lnTo>
                      <a:lnTo>
                        <a:pt x="144" y="88"/>
                      </a:lnTo>
                      <a:lnTo>
                        <a:pt x="144" y="88"/>
                      </a:lnTo>
                      <a:lnTo>
                        <a:pt x="144" y="88"/>
                      </a:lnTo>
                      <a:lnTo>
                        <a:pt x="148" y="84"/>
                      </a:lnTo>
                      <a:lnTo>
                        <a:pt x="148" y="84"/>
                      </a:lnTo>
                      <a:lnTo>
                        <a:pt x="148" y="82"/>
                      </a:lnTo>
                      <a:lnTo>
                        <a:pt x="146" y="82"/>
                      </a:lnTo>
                      <a:lnTo>
                        <a:pt x="146" y="82"/>
                      </a:lnTo>
                      <a:close/>
                      <a:moveTo>
                        <a:pt x="190" y="70"/>
                      </a:moveTo>
                      <a:lnTo>
                        <a:pt x="190" y="74"/>
                      </a:lnTo>
                      <a:lnTo>
                        <a:pt x="190" y="74"/>
                      </a:lnTo>
                      <a:lnTo>
                        <a:pt x="194" y="74"/>
                      </a:lnTo>
                      <a:lnTo>
                        <a:pt x="196" y="74"/>
                      </a:lnTo>
                      <a:lnTo>
                        <a:pt x="196" y="72"/>
                      </a:lnTo>
                      <a:lnTo>
                        <a:pt x="196" y="70"/>
                      </a:lnTo>
                      <a:lnTo>
                        <a:pt x="196" y="70"/>
                      </a:lnTo>
                      <a:lnTo>
                        <a:pt x="190" y="70"/>
                      </a:lnTo>
                      <a:lnTo>
                        <a:pt x="190" y="70"/>
                      </a:lnTo>
                      <a:close/>
                      <a:moveTo>
                        <a:pt x="170" y="70"/>
                      </a:moveTo>
                      <a:lnTo>
                        <a:pt x="170" y="70"/>
                      </a:lnTo>
                      <a:lnTo>
                        <a:pt x="166" y="72"/>
                      </a:lnTo>
                      <a:lnTo>
                        <a:pt x="166" y="72"/>
                      </a:lnTo>
                      <a:lnTo>
                        <a:pt x="168" y="76"/>
                      </a:lnTo>
                      <a:lnTo>
                        <a:pt x="168" y="78"/>
                      </a:lnTo>
                      <a:lnTo>
                        <a:pt x="168" y="82"/>
                      </a:lnTo>
                      <a:lnTo>
                        <a:pt x="168" y="82"/>
                      </a:lnTo>
                      <a:lnTo>
                        <a:pt x="168" y="86"/>
                      </a:lnTo>
                      <a:lnTo>
                        <a:pt x="168" y="86"/>
                      </a:lnTo>
                      <a:lnTo>
                        <a:pt x="170" y="86"/>
                      </a:lnTo>
                      <a:lnTo>
                        <a:pt x="170" y="86"/>
                      </a:lnTo>
                      <a:lnTo>
                        <a:pt x="174" y="82"/>
                      </a:lnTo>
                      <a:lnTo>
                        <a:pt x="174" y="82"/>
                      </a:lnTo>
                      <a:lnTo>
                        <a:pt x="176" y="78"/>
                      </a:lnTo>
                      <a:lnTo>
                        <a:pt x="176" y="76"/>
                      </a:lnTo>
                      <a:lnTo>
                        <a:pt x="170" y="70"/>
                      </a:lnTo>
                      <a:lnTo>
                        <a:pt x="170" y="7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5" name="Freeform 47">
                  <a:extLst>
                    <a:ext uri="{FF2B5EF4-FFF2-40B4-BE49-F238E27FC236}">
                      <a16:creationId xmlns:a16="http://schemas.microsoft.com/office/drawing/2014/main" id="{E67AF150-D6DD-9B40-8AE6-D63967C49053}"/>
                    </a:ext>
                  </a:extLst>
                </p:cNvPr>
                <p:cNvSpPr>
                  <a:spLocks/>
                </p:cNvSpPr>
                <p:nvPr/>
              </p:nvSpPr>
              <p:spPr bwMode="auto">
                <a:xfrm>
                  <a:off x="6243845" y="2721682"/>
                  <a:ext cx="90018" cy="88104"/>
                </a:xfrm>
                <a:custGeom>
                  <a:avLst/>
                  <a:gdLst>
                    <a:gd name="T0" fmla="*/ 6 w 46"/>
                    <a:gd name="T1" fmla="*/ 34 h 44"/>
                    <a:gd name="T2" fmla="*/ 6 w 46"/>
                    <a:gd name="T3" fmla="*/ 38 h 44"/>
                    <a:gd name="T4" fmla="*/ 4 w 46"/>
                    <a:gd name="T5" fmla="*/ 38 h 44"/>
                    <a:gd name="T6" fmla="*/ 2 w 46"/>
                    <a:gd name="T7" fmla="*/ 42 h 44"/>
                    <a:gd name="T8" fmla="*/ 4 w 46"/>
                    <a:gd name="T9" fmla="*/ 44 h 44"/>
                    <a:gd name="T10" fmla="*/ 12 w 46"/>
                    <a:gd name="T11" fmla="*/ 42 h 44"/>
                    <a:gd name="T12" fmla="*/ 20 w 46"/>
                    <a:gd name="T13" fmla="*/ 38 h 44"/>
                    <a:gd name="T14" fmla="*/ 22 w 46"/>
                    <a:gd name="T15" fmla="*/ 34 h 44"/>
                    <a:gd name="T16" fmla="*/ 20 w 46"/>
                    <a:gd name="T17" fmla="*/ 30 h 44"/>
                    <a:gd name="T18" fmla="*/ 22 w 46"/>
                    <a:gd name="T19" fmla="*/ 30 h 44"/>
                    <a:gd name="T20" fmla="*/ 26 w 46"/>
                    <a:gd name="T21" fmla="*/ 32 h 44"/>
                    <a:gd name="T22" fmla="*/ 28 w 46"/>
                    <a:gd name="T23" fmla="*/ 32 h 44"/>
                    <a:gd name="T24" fmla="*/ 32 w 46"/>
                    <a:gd name="T25" fmla="*/ 20 h 44"/>
                    <a:gd name="T26" fmla="*/ 34 w 46"/>
                    <a:gd name="T27" fmla="*/ 18 h 44"/>
                    <a:gd name="T28" fmla="*/ 36 w 46"/>
                    <a:gd name="T29" fmla="*/ 18 h 44"/>
                    <a:gd name="T30" fmla="*/ 42 w 46"/>
                    <a:gd name="T31" fmla="*/ 14 h 44"/>
                    <a:gd name="T32" fmla="*/ 44 w 46"/>
                    <a:gd name="T33" fmla="*/ 12 h 44"/>
                    <a:gd name="T34" fmla="*/ 46 w 46"/>
                    <a:gd name="T35" fmla="*/ 10 h 44"/>
                    <a:gd name="T36" fmla="*/ 46 w 46"/>
                    <a:gd name="T37" fmla="*/ 6 h 44"/>
                    <a:gd name="T38" fmla="*/ 44 w 46"/>
                    <a:gd name="T39" fmla="*/ 2 h 44"/>
                    <a:gd name="T40" fmla="*/ 44 w 46"/>
                    <a:gd name="T41" fmla="*/ 0 h 44"/>
                    <a:gd name="T42" fmla="*/ 38 w 46"/>
                    <a:gd name="T43" fmla="*/ 4 h 44"/>
                    <a:gd name="T44" fmla="*/ 30 w 46"/>
                    <a:gd name="T45" fmla="*/ 2 h 44"/>
                    <a:gd name="T46" fmla="*/ 26 w 46"/>
                    <a:gd name="T47" fmla="*/ 4 h 44"/>
                    <a:gd name="T48" fmla="*/ 22 w 46"/>
                    <a:gd name="T49" fmla="*/ 6 h 44"/>
                    <a:gd name="T50" fmla="*/ 14 w 46"/>
                    <a:gd name="T51" fmla="*/ 8 h 44"/>
                    <a:gd name="T52" fmla="*/ 8 w 46"/>
                    <a:gd name="T53" fmla="*/ 8 h 44"/>
                    <a:gd name="T54" fmla="*/ 8 w 46"/>
                    <a:gd name="T55" fmla="*/ 10 h 44"/>
                    <a:gd name="T56" fmla="*/ 6 w 46"/>
                    <a:gd name="T57" fmla="*/ 12 h 44"/>
                    <a:gd name="T58" fmla="*/ 2 w 46"/>
                    <a:gd name="T59" fmla="*/ 12 h 44"/>
                    <a:gd name="T60" fmla="*/ 0 w 46"/>
                    <a:gd name="T61" fmla="*/ 20 h 44"/>
                    <a:gd name="T62" fmla="*/ 2 w 46"/>
                    <a:gd name="T63" fmla="*/ 22 h 44"/>
                    <a:gd name="T64" fmla="*/ 4 w 46"/>
                    <a:gd name="T65" fmla="*/ 22 h 44"/>
                    <a:gd name="T66" fmla="*/ 6 w 46"/>
                    <a:gd name="T67" fmla="*/ 26 h 44"/>
                    <a:gd name="T68" fmla="*/ 4 w 46"/>
                    <a:gd name="T69" fmla="*/ 32 h 44"/>
                    <a:gd name="T70" fmla="*/ 6 w 46"/>
                    <a:gd name="T7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44">
                      <a:moveTo>
                        <a:pt x="6" y="34"/>
                      </a:moveTo>
                      <a:lnTo>
                        <a:pt x="6" y="34"/>
                      </a:lnTo>
                      <a:lnTo>
                        <a:pt x="6" y="36"/>
                      </a:lnTo>
                      <a:lnTo>
                        <a:pt x="6" y="38"/>
                      </a:lnTo>
                      <a:lnTo>
                        <a:pt x="4" y="38"/>
                      </a:lnTo>
                      <a:lnTo>
                        <a:pt x="4" y="38"/>
                      </a:lnTo>
                      <a:lnTo>
                        <a:pt x="4" y="42"/>
                      </a:lnTo>
                      <a:lnTo>
                        <a:pt x="2" y="42"/>
                      </a:lnTo>
                      <a:lnTo>
                        <a:pt x="2" y="42"/>
                      </a:lnTo>
                      <a:lnTo>
                        <a:pt x="4" y="44"/>
                      </a:lnTo>
                      <a:lnTo>
                        <a:pt x="4" y="44"/>
                      </a:lnTo>
                      <a:lnTo>
                        <a:pt x="12" y="42"/>
                      </a:lnTo>
                      <a:lnTo>
                        <a:pt x="16" y="40"/>
                      </a:lnTo>
                      <a:lnTo>
                        <a:pt x="20" y="38"/>
                      </a:lnTo>
                      <a:lnTo>
                        <a:pt x="20" y="38"/>
                      </a:lnTo>
                      <a:lnTo>
                        <a:pt x="22" y="34"/>
                      </a:lnTo>
                      <a:lnTo>
                        <a:pt x="20" y="30"/>
                      </a:lnTo>
                      <a:lnTo>
                        <a:pt x="20" y="30"/>
                      </a:lnTo>
                      <a:lnTo>
                        <a:pt x="22" y="28"/>
                      </a:lnTo>
                      <a:lnTo>
                        <a:pt x="22" y="30"/>
                      </a:lnTo>
                      <a:lnTo>
                        <a:pt x="24" y="32"/>
                      </a:lnTo>
                      <a:lnTo>
                        <a:pt x="26" y="32"/>
                      </a:lnTo>
                      <a:lnTo>
                        <a:pt x="26" y="32"/>
                      </a:lnTo>
                      <a:lnTo>
                        <a:pt x="28" y="32"/>
                      </a:lnTo>
                      <a:lnTo>
                        <a:pt x="30" y="28"/>
                      </a:lnTo>
                      <a:lnTo>
                        <a:pt x="32" y="20"/>
                      </a:lnTo>
                      <a:lnTo>
                        <a:pt x="32" y="20"/>
                      </a:lnTo>
                      <a:lnTo>
                        <a:pt x="34" y="18"/>
                      </a:lnTo>
                      <a:lnTo>
                        <a:pt x="36" y="18"/>
                      </a:lnTo>
                      <a:lnTo>
                        <a:pt x="36" y="18"/>
                      </a:lnTo>
                      <a:lnTo>
                        <a:pt x="40" y="18"/>
                      </a:lnTo>
                      <a:lnTo>
                        <a:pt x="42" y="14"/>
                      </a:lnTo>
                      <a:lnTo>
                        <a:pt x="42" y="14"/>
                      </a:lnTo>
                      <a:lnTo>
                        <a:pt x="44" y="12"/>
                      </a:lnTo>
                      <a:lnTo>
                        <a:pt x="46" y="10"/>
                      </a:lnTo>
                      <a:lnTo>
                        <a:pt x="46" y="10"/>
                      </a:lnTo>
                      <a:lnTo>
                        <a:pt x="46" y="10"/>
                      </a:lnTo>
                      <a:lnTo>
                        <a:pt x="46" y="6"/>
                      </a:lnTo>
                      <a:lnTo>
                        <a:pt x="46" y="6"/>
                      </a:lnTo>
                      <a:lnTo>
                        <a:pt x="44" y="2"/>
                      </a:lnTo>
                      <a:lnTo>
                        <a:pt x="44" y="0"/>
                      </a:lnTo>
                      <a:lnTo>
                        <a:pt x="44" y="0"/>
                      </a:lnTo>
                      <a:lnTo>
                        <a:pt x="38" y="4"/>
                      </a:lnTo>
                      <a:lnTo>
                        <a:pt x="38" y="4"/>
                      </a:lnTo>
                      <a:lnTo>
                        <a:pt x="34" y="4"/>
                      </a:lnTo>
                      <a:lnTo>
                        <a:pt x="30" y="2"/>
                      </a:lnTo>
                      <a:lnTo>
                        <a:pt x="30" y="2"/>
                      </a:lnTo>
                      <a:lnTo>
                        <a:pt x="26" y="4"/>
                      </a:lnTo>
                      <a:lnTo>
                        <a:pt x="22" y="6"/>
                      </a:lnTo>
                      <a:lnTo>
                        <a:pt x="22" y="6"/>
                      </a:lnTo>
                      <a:lnTo>
                        <a:pt x="20" y="10"/>
                      </a:lnTo>
                      <a:lnTo>
                        <a:pt x="14" y="8"/>
                      </a:lnTo>
                      <a:lnTo>
                        <a:pt x="14" y="8"/>
                      </a:lnTo>
                      <a:lnTo>
                        <a:pt x="8" y="8"/>
                      </a:lnTo>
                      <a:lnTo>
                        <a:pt x="8" y="10"/>
                      </a:lnTo>
                      <a:lnTo>
                        <a:pt x="8" y="10"/>
                      </a:lnTo>
                      <a:lnTo>
                        <a:pt x="6" y="12"/>
                      </a:lnTo>
                      <a:lnTo>
                        <a:pt x="6" y="12"/>
                      </a:lnTo>
                      <a:lnTo>
                        <a:pt x="2" y="12"/>
                      </a:lnTo>
                      <a:lnTo>
                        <a:pt x="2" y="12"/>
                      </a:lnTo>
                      <a:lnTo>
                        <a:pt x="0" y="16"/>
                      </a:lnTo>
                      <a:lnTo>
                        <a:pt x="0" y="20"/>
                      </a:lnTo>
                      <a:lnTo>
                        <a:pt x="2" y="22"/>
                      </a:lnTo>
                      <a:lnTo>
                        <a:pt x="2" y="22"/>
                      </a:lnTo>
                      <a:lnTo>
                        <a:pt x="4" y="22"/>
                      </a:lnTo>
                      <a:lnTo>
                        <a:pt x="4" y="22"/>
                      </a:lnTo>
                      <a:lnTo>
                        <a:pt x="6" y="26"/>
                      </a:lnTo>
                      <a:lnTo>
                        <a:pt x="6" y="26"/>
                      </a:lnTo>
                      <a:lnTo>
                        <a:pt x="4" y="30"/>
                      </a:lnTo>
                      <a:lnTo>
                        <a:pt x="4" y="32"/>
                      </a:lnTo>
                      <a:lnTo>
                        <a:pt x="6" y="32"/>
                      </a:lnTo>
                      <a:lnTo>
                        <a:pt x="6" y="3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6" name="Freeform 48">
                  <a:extLst>
                    <a:ext uri="{FF2B5EF4-FFF2-40B4-BE49-F238E27FC236}">
                      <a16:creationId xmlns:a16="http://schemas.microsoft.com/office/drawing/2014/main" id="{BCD7D75B-C0E7-534B-91F3-D02F7DB13B3D}"/>
                    </a:ext>
                  </a:extLst>
                </p:cNvPr>
                <p:cNvSpPr>
                  <a:spLocks/>
                </p:cNvSpPr>
                <p:nvPr/>
              </p:nvSpPr>
              <p:spPr bwMode="auto">
                <a:xfrm>
                  <a:off x="6337776" y="2617560"/>
                  <a:ext cx="187863" cy="80094"/>
                </a:xfrm>
                <a:custGeom>
                  <a:avLst/>
                  <a:gdLst>
                    <a:gd name="T0" fmla="*/ 92 w 96"/>
                    <a:gd name="T1" fmla="*/ 26 h 40"/>
                    <a:gd name="T2" fmla="*/ 90 w 96"/>
                    <a:gd name="T3" fmla="*/ 32 h 40"/>
                    <a:gd name="T4" fmla="*/ 84 w 96"/>
                    <a:gd name="T5" fmla="*/ 30 h 40"/>
                    <a:gd name="T6" fmla="*/ 82 w 96"/>
                    <a:gd name="T7" fmla="*/ 28 h 40"/>
                    <a:gd name="T8" fmla="*/ 74 w 96"/>
                    <a:gd name="T9" fmla="*/ 30 h 40"/>
                    <a:gd name="T10" fmla="*/ 68 w 96"/>
                    <a:gd name="T11" fmla="*/ 30 h 40"/>
                    <a:gd name="T12" fmla="*/ 62 w 96"/>
                    <a:gd name="T13" fmla="*/ 30 h 40"/>
                    <a:gd name="T14" fmla="*/ 56 w 96"/>
                    <a:gd name="T15" fmla="*/ 34 h 40"/>
                    <a:gd name="T16" fmla="*/ 54 w 96"/>
                    <a:gd name="T17" fmla="*/ 36 h 40"/>
                    <a:gd name="T18" fmla="*/ 50 w 96"/>
                    <a:gd name="T19" fmla="*/ 34 h 40"/>
                    <a:gd name="T20" fmla="*/ 50 w 96"/>
                    <a:gd name="T21" fmla="*/ 32 h 40"/>
                    <a:gd name="T22" fmla="*/ 40 w 96"/>
                    <a:gd name="T23" fmla="*/ 34 h 40"/>
                    <a:gd name="T24" fmla="*/ 34 w 96"/>
                    <a:gd name="T25" fmla="*/ 36 h 40"/>
                    <a:gd name="T26" fmla="*/ 34 w 96"/>
                    <a:gd name="T27" fmla="*/ 40 h 40"/>
                    <a:gd name="T28" fmla="*/ 34 w 96"/>
                    <a:gd name="T29" fmla="*/ 40 h 40"/>
                    <a:gd name="T30" fmla="*/ 28 w 96"/>
                    <a:gd name="T31" fmla="*/ 40 h 40"/>
                    <a:gd name="T32" fmla="*/ 16 w 96"/>
                    <a:gd name="T33" fmla="*/ 38 h 40"/>
                    <a:gd name="T34" fmla="*/ 10 w 96"/>
                    <a:gd name="T35" fmla="*/ 36 h 40"/>
                    <a:gd name="T36" fmla="*/ 4 w 96"/>
                    <a:gd name="T37" fmla="*/ 28 h 40"/>
                    <a:gd name="T38" fmla="*/ 0 w 96"/>
                    <a:gd name="T39" fmla="*/ 26 h 40"/>
                    <a:gd name="T40" fmla="*/ 4 w 96"/>
                    <a:gd name="T41" fmla="*/ 20 h 40"/>
                    <a:gd name="T42" fmla="*/ 4 w 96"/>
                    <a:gd name="T43" fmla="*/ 18 h 40"/>
                    <a:gd name="T44" fmla="*/ 10 w 96"/>
                    <a:gd name="T45" fmla="*/ 14 h 40"/>
                    <a:gd name="T46" fmla="*/ 10 w 96"/>
                    <a:gd name="T47" fmla="*/ 14 h 40"/>
                    <a:gd name="T48" fmla="*/ 12 w 96"/>
                    <a:gd name="T49" fmla="*/ 10 h 40"/>
                    <a:gd name="T50" fmla="*/ 12 w 96"/>
                    <a:gd name="T51" fmla="*/ 8 h 40"/>
                    <a:gd name="T52" fmla="*/ 20 w 96"/>
                    <a:gd name="T53" fmla="*/ 6 h 40"/>
                    <a:gd name="T54" fmla="*/ 26 w 96"/>
                    <a:gd name="T55" fmla="*/ 6 h 40"/>
                    <a:gd name="T56" fmla="*/ 34 w 96"/>
                    <a:gd name="T57" fmla="*/ 6 h 40"/>
                    <a:gd name="T58" fmla="*/ 40 w 96"/>
                    <a:gd name="T59" fmla="*/ 10 h 40"/>
                    <a:gd name="T60" fmla="*/ 46 w 96"/>
                    <a:gd name="T61" fmla="*/ 12 h 40"/>
                    <a:gd name="T62" fmla="*/ 50 w 96"/>
                    <a:gd name="T63" fmla="*/ 10 h 40"/>
                    <a:gd name="T64" fmla="*/ 52 w 96"/>
                    <a:gd name="T65" fmla="*/ 8 h 40"/>
                    <a:gd name="T66" fmla="*/ 58 w 96"/>
                    <a:gd name="T67" fmla="*/ 6 h 40"/>
                    <a:gd name="T68" fmla="*/ 62 w 96"/>
                    <a:gd name="T69" fmla="*/ 4 h 40"/>
                    <a:gd name="T70" fmla="*/ 68 w 96"/>
                    <a:gd name="T71" fmla="*/ 0 h 40"/>
                    <a:gd name="T72" fmla="*/ 72 w 96"/>
                    <a:gd name="T73" fmla="*/ 0 h 40"/>
                    <a:gd name="T74" fmla="*/ 80 w 96"/>
                    <a:gd name="T75" fmla="*/ 6 h 40"/>
                    <a:gd name="T76" fmla="*/ 82 w 96"/>
                    <a:gd name="T77" fmla="*/ 6 h 40"/>
                    <a:gd name="T78" fmla="*/ 88 w 96"/>
                    <a:gd name="T79" fmla="*/ 12 h 40"/>
                    <a:gd name="T80" fmla="*/ 90 w 96"/>
                    <a:gd name="T81" fmla="*/ 14 h 40"/>
                    <a:gd name="T82" fmla="*/ 90 w 96"/>
                    <a:gd name="T83" fmla="*/ 18 h 40"/>
                    <a:gd name="T84" fmla="*/ 96 w 96"/>
                    <a:gd name="T85"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6" h="40">
                      <a:moveTo>
                        <a:pt x="96" y="24"/>
                      </a:moveTo>
                      <a:lnTo>
                        <a:pt x="92" y="26"/>
                      </a:lnTo>
                      <a:lnTo>
                        <a:pt x="90" y="32"/>
                      </a:lnTo>
                      <a:lnTo>
                        <a:pt x="90" y="32"/>
                      </a:lnTo>
                      <a:lnTo>
                        <a:pt x="88" y="32"/>
                      </a:lnTo>
                      <a:lnTo>
                        <a:pt x="84" y="30"/>
                      </a:lnTo>
                      <a:lnTo>
                        <a:pt x="84" y="30"/>
                      </a:lnTo>
                      <a:lnTo>
                        <a:pt x="82" y="28"/>
                      </a:lnTo>
                      <a:lnTo>
                        <a:pt x="80" y="28"/>
                      </a:lnTo>
                      <a:lnTo>
                        <a:pt x="74" y="30"/>
                      </a:lnTo>
                      <a:lnTo>
                        <a:pt x="74" y="30"/>
                      </a:lnTo>
                      <a:lnTo>
                        <a:pt x="68" y="30"/>
                      </a:lnTo>
                      <a:lnTo>
                        <a:pt x="62" y="30"/>
                      </a:lnTo>
                      <a:lnTo>
                        <a:pt x="62" y="30"/>
                      </a:lnTo>
                      <a:lnTo>
                        <a:pt x="58" y="34"/>
                      </a:lnTo>
                      <a:lnTo>
                        <a:pt x="56" y="34"/>
                      </a:lnTo>
                      <a:lnTo>
                        <a:pt x="56" y="34"/>
                      </a:lnTo>
                      <a:lnTo>
                        <a:pt x="54" y="36"/>
                      </a:lnTo>
                      <a:lnTo>
                        <a:pt x="52" y="34"/>
                      </a:lnTo>
                      <a:lnTo>
                        <a:pt x="50" y="34"/>
                      </a:lnTo>
                      <a:lnTo>
                        <a:pt x="50" y="34"/>
                      </a:lnTo>
                      <a:lnTo>
                        <a:pt x="50" y="32"/>
                      </a:lnTo>
                      <a:lnTo>
                        <a:pt x="48" y="32"/>
                      </a:lnTo>
                      <a:lnTo>
                        <a:pt x="40" y="34"/>
                      </a:lnTo>
                      <a:lnTo>
                        <a:pt x="40" y="34"/>
                      </a:lnTo>
                      <a:lnTo>
                        <a:pt x="34" y="36"/>
                      </a:lnTo>
                      <a:lnTo>
                        <a:pt x="34" y="36"/>
                      </a:lnTo>
                      <a:lnTo>
                        <a:pt x="34" y="40"/>
                      </a:lnTo>
                      <a:lnTo>
                        <a:pt x="34" y="40"/>
                      </a:lnTo>
                      <a:lnTo>
                        <a:pt x="34" y="40"/>
                      </a:lnTo>
                      <a:lnTo>
                        <a:pt x="28" y="40"/>
                      </a:lnTo>
                      <a:lnTo>
                        <a:pt x="28" y="40"/>
                      </a:lnTo>
                      <a:lnTo>
                        <a:pt x="20" y="38"/>
                      </a:lnTo>
                      <a:lnTo>
                        <a:pt x="16" y="38"/>
                      </a:lnTo>
                      <a:lnTo>
                        <a:pt x="16" y="38"/>
                      </a:lnTo>
                      <a:lnTo>
                        <a:pt x="10" y="36"/>
                      </a:lnTo>
                      <a:lnTo>
                        <a:pt x="6" y="34"/>
                      </a:lnTo>
                      <a:lnTo>
                        <a:pt x="4" y="28"/>
                      </a:lnTo>
                      <a:lnTo>
                        <a:pt x="4" y="28"/>
                      </a:lnTo>
                      <a:lnTo>
                        <a:pt x="0" y="26"/>
                      </a:lnTo>
                      <a:lnTo>
                        <a:pt x="0" y="24"/>
                      </a:lnTo>
                      <a:lnTo>
                        <a:pt x="4" y="20"/>
                      </a:lnTo>
                      <a:lnTo>
                        <a:pt x="4" y="20"/>
                      </a:lnTo>
                      <a:lnTo>
                        <a:pt x="4" y="18"/>
                      </a:lnTo>
                      <a:lnTo>
                        <a:pt x="6" y="16"/>
                      </a:lnTo>
                      <a:lnTo>
                        <a:pt x="10" y="14"/>
                      </a:lnTo>
                      <a:lnTo>
                        <a:pt x="10" y="14"/>
                      </a:lnTo>
                      <a:lnTo>
                        <a:pt x="10" y="14"/>
                      </a:lnTo>
                      <a:lnTo>
                        <a:pt x="12" y="12"/>
                      </a:lnTo>
                      <a:lnTo>
                        <a:pt x="12" y="10"/>
                      </a:lnTo>
                      <a:lnTo>
                        <a:pt x="12" y="8"/>
                      </a:lnTo>
                      <a:lnTo>
                        <a:pt x="12" y="8"/>
                      </a:lnTo>
                      <a:lnTo>
                        <a:pt x="20" y="6"/>
                      </a:lnTo>
                      <a:lnTo>
                        <a:pt x="20" y="6"/>
                      </a:lnTo>
                      <a:lnTo>
                        <a:pt x="26" y="6"/>
                      </a:lnTo>
                      <a:lnTo>
                        <a:pt x="26" y="6"/>
                      </a:lnTo>
                      <a:lnTo>
                        <a:pt x="30" y="4"/>
                      </a:lnTo>
                      <a:lnTo>
                        <a:pt x="34" y="6"/>
                      </a:lnTo>
                      <a:lnTo>
                        <a:pt x="34" y="6"/>
                      </a:lnTo>
                      <a:lnTo>
                        <a:pt x="40" y="10"/>
                      </a:lnTo>
                      <a:lnTo>
                        <a:pt x="40" y="10"/>
                      </a:lnTo>
                      <a:lnTo>
                        <a:pt x="46" y="12"/>
                      </a:lnTo>
                      <a:lnTo>
                        <a:pt x="48" y="12"/>
                      </a:lnTo>
                      <a:lnTo>
                        <a:pt x="50" y="10"/>
                      </a:lnTo>
                      <a:lnTo>
                        <a:pt x="50" y="10"/>
                      </a:lnTo>
                      <a:lnTo>
                        <a:pt x="52" y="8"/>
                      </a:lnTo>
                      <a:lnTo>
                        <a:pt x="54" y="8"/>
                      </a:lnTo>
                      <a:lnTo>
                        <a:pt x="58" y="6"/>
                      </a:lnTo>
                      <a:lnTo>
                        <a:pt x="58" y="6"/>
                      </a:lnTo>
                      <a:lnTo>
                        <a:pt x="62" y="4"/>
                      </a:lnTo>
                      <a:lnTo>
                        <a:pt x="66" y="2"/>
                      </a:lnTo>
                      <a:lnTo>
                        <a:pt x="68" y="0"/>
                      </a:lnTo>
                      <a:lnTo>
                        <a:pt x="72" y="0"/>
                      </a:lnTo>
                      <a:lnTo>
                        <a:pt x="72" y="0"/>
                      </a:lnTo>
                      <a:lnTo>
                        <a:pt x="76" y="4"/>
                      </a:lnTo>
                      <a:lnTo>
                        <a:pt x="80" y="6"/>
                      </a:lnTo>
                      <a:lnTo>
                        <a:pt x="80" y="6"/>
                      </a:lnTo>
                      <a:lnTo>
                        <a:pt x="82" y="6"/>
                      </a:lnTo>
                      <a:lnTo>
                        <a:pt x="84" y="8"/>
                      </a:lnTo>
                      <a:lnTo>
                        <a:pt x="88" y="12"/>
                      </a:lnTo>
                      <a:lnTo>
                        <a:pt x="88" y="12"/>
                      </a:lnTo>
                      <a:lnTo>
                        <a:pt x="90" y="14"/>
                      </a:lnTo>
                      <a:lnTo>
                        <a:pt x="90" y="18"/>
                      </a:lnTo>
                      <a:lnTo>
                        <a:pt x="90" y="18"/>
                      </a:lnTo>
                      <a:lnTo>
                        <a:pt x="94" y="22"/>
                      </a:lnTo>
                      <a:lnTo>
                        <a:pt x="96" y="24"/>
                      </a:lnTo>
                      <a:lnTo>
                        <a:pt x="96" y="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7" name="Freeform 105">
                  <a:extLst>
                    <a:ext uri="{FF2B5EF4-FFF2-40B4-BE49-F238E27FC236}">
                      <a16:creationId xmlns:a16="http://schemas.microsoft.com/office/drawing/2014/main" id="{242E499B-8C03-DA42-A252-0AAB63DA1293}"/>
                    </a:ext>
                  </a:extLst>
                </p:cNvPr>
                <p:cNvSpPr>
                  <a:spLocks/>
                </p:cNvSpPr>
                <p:nvPr/>
              </p:nvSpPr>
              <p:spPr bwMode="auto">
                <a:xfrm>
                  <a:off x="6455189" y="2677631"/>
                  <a:ext cx="227000" cy="180212"/>
                </a:xfrm>
                <a:custGeom>
                  <a:avLst/>
                  <a:gdLst>
                    <a:gd name="T0" fmla="*/ 114 w 116"/>
                    <a:gd name="T1" fmla="*/ 60 h 90"/>
                    <a:gd name="T2" fmla="*/ 108 w 116"/>
                    <a:gd name="T3" fmla="*/ 60 h 90"/>
                    <a:gd name="T4" fmla="*/ 104 w 116"/>
                    <a:gd name="T5" fmla="*/ 60 h 90"/>
                    <a:gd name="T6" fmla="*/ 102 w 116"/>
                    <a:gd name="T7" fmla="*/ 60 h 90"/>
                    <a:gd name="T8" fmla="*/ 96 w 116"/>
                    <a:gd name="T9" fmla="*/ 56 h 90"/>
                    <a:gd name="T10" fmla="*/ 96 w 116"/>
                    <a:gd name="T11" fmla="*/ 50 h 90"/>
                    <a:gd name="T12" fmla="*/ 96 w 116"/>
                    <a:gd name="T13" fmla="*/ 48 h 90"/>
                    <a:gd name="T14" fmla="*/ 96 w 116"/>
                    <a:gd name="T15" fmla="*/ 40 h 90"/>
                    <a:gd name="T16" fmla="*/ 96 w 116"/>
                    <a:gd name="T17" fmla="*/ 36 h 90"/>
                    <a:gd name="T18" fmla="*/ 96 w 116"/>
                    <a:gd name="T19" fmla="*/ 32 h 90"/>
                    <a:gd name="T20" fmla="*/ 96 w 116"/>
                    <a:gd name="T21" fmla="*/ 28 h 90"/>
                    <a:gd name="T22" fmla="*/ 90 w 116"/>
                    <a:gd name="T23" fmla="*/ 18 h 90"/>
                    <a:gd name="T24" fmla="*/ 86 w 116"/>
                    <a:gd name="T25" fmla="*/ 10 h 90"/>
                    <a:gd name="T26" fmla="*/ 76 w 116"/>
                    <a:gd name="T27" fmla="*/ 0 h 90"/>
                    <a:gd name="T28" fmla="*/ 70 w 116"/>
                    <a:gd name="T29" fmla="*/ 4 h 90"/>
                    <a:gd name="T30" fmla="*/ 64 w 116"/>
                    <a:gd name="T31" fmla="*/ 8 h 90"/>
                    <a:gd name="T32" fmla="*/ 58 w 116"/>
                    <a:gd name="T33" fmla="*/ 12 h 90"/>
                    <a:gd name="T34" fmla="*/ 52 w 116"/>
                    <a:gd name="T35" fmla="*/ 10 h 90"/>
                    <a:gd name="T36" fmla="*/ 44 w 116"/>
                    <a:gd name="T37" fmla="*/ 8 h 90"/>
                    <a:gd name="T38" fmla="*/ 34 w 116"/>
                    <a:gd name="T39" fmla="*/ 6 h 90"/>
                    <a:gd name="T40" fmla="*/ 30 w 116"/>
                    <a:gd name="T41" fmla="*/ 2 h 90"/>
                    <a:gd name="T42" fmla="*/ 28 w 116"/>
                    <a:gd name="T43" fmla="*/ 14 h 90"/>
                    <a:gd name="T44" fmla="*/ 20 w 116"/>
                    <a:gd name="T45" fmla="*/ 22 h 90"/>
                    <a:gd name="T46" fmla="*/ 16 w 116"/>
                    <a:gd name="T47" fmla="*/ 40 h 90"/>
                    <a:gd name="T48" fmla="*/ 10 w 116"/>
                    <a:gd name="T49" fmla="*/ 50 h 90"/>
                    <a:gd name="T50" fmla="*/ 4 w 116"/>
                    <a:gd name="T51" fmla="*/ 54 h 90"/>
                    <a:gd name="T52" fmla="*/ 4 w 116"/>
                    <a:gd name="T53" fmla="*/ 58 h 90"/>
                    <a:gd name="T54" fmla="*/ 8 w 116"/>
                    <a:gd name="T55" fmla="*/ 64 h 90"/>
                    <a:gd name="T56" fmla="*/ 10 w 116"/>
                    <a:gd name="T57" fmla="*/ 68 h 90"/>
                    <a:gd name="T58" fmla="*/ 14 w 116"/>
                    <a:gd name="T59" fmla="*/ 72 h 90"/>
                    <a:gd name="T60" fmla="*/ 20 w 116"/>
                    <a:gd name="T61" fmla="*/ 70 h 90"/>
                    <a:gd name="T62" fmla="*/ 24 w 116"/>
                    <a:gd name="T63" fmla="*/ 68 h 90"/>
                    <a:gd name="T64" fmla="*/ 30 w 116"/>
                    <a:gd name="T65" fmla="*/ 74 h 90"/>
                    <a:gd name="T66" fmla="*/ 24 w 116"/>
                    <a:gd name="T67" fmla="*/ 74 h 90"/>
                    <a:gd name="T68" fmla="*/ 26 w 116"/>
                    <a:gd name="T69" fmla="*/ 80 h 90"/>
                    <a:gd name="T70" fmla="*/ 32 w 116"/>
                    <a:gd name="T71" fmla="*/ 82 h 90"/>
                    <a:gd name="T72" fmla="*/ 38 w 116"/>
                    <a:gd name="T73" fmla="*/ 86 h 90"/>
                    <a:gd name="T74" fmla="*/ 36 w 116"/>
                    <a:gd name="T75" fmla="*/ 90 h 90"/>
                    <a:gd name="T76" fmla="*/ 42 w 116"/>
                    <a:gd name="T77" fmla="*/ 90 h 90"/>
                    <a:gd name="T78" fmla="*/ 48 w 116"/>
                    <a:gd name="T79" fmla="*/ 88 h 90"/>
                    <a:gd name="T80" fmla="*/ 56 w 116"/>
                    <a:gd name="T81" fmla="*/ 90 h 90"/>
                    <a:gd name="T82" fmla="*/ 66 w 116"/>
                    <a:gd name="T83" fmla="*/ 88 h 90"/>
                    <a:gd name="T84" fmla="*/ 74 w 116"/>
                    <a:gd name="T85" fmla="*/ 82 h 90"/>
                    <a:gd name="T86" fmla="*/ 82 w 116"/>
                    <a:gd name="T87" fmla="*/ 84 h 90"/>
                    <a:gd name="T88" fmla="*/ 88 w 116"/>
                    <a:gd name="T89" fmla="*/ 84 h 90"/>
                    <a:gd name="T90" fmla="*/ 96 w 116"/>
                    <a:gd name="T91" fmla="*/ 82 h 90"/>
                    <a:gd name="T92" fmla="*/ 106 w 116"/>
                    <a:gd name="T93" fmla="*/ 84 h 90"/>
                    <a:gd name="T94" fmla="*/ 106 w 116"/>
                    <a:gd name="T95" fmla="*/ 80 h 90"/>
                    <a:gd name="T96" fmla="*/ 108 w 116"/>
                    <a:gd name="T97" fmla="*/ 76 h 90"/>
                    <a:gd name="T98" fmla="*/ 112 w 116"/>
                    <a:gd name="T99" fmla="*/ 76 h 90"/>
                    <a:gd name="T100" fmla="*/ 114 w 116"/>
                    <a:gd name="T101" fmla="*/ 72 h 90"/>
                    <a:gd name="T102" fmla="*/ 116 w 116"/>
                    <a:gd name="T103" fmla="*/ 64 h 90"/>
                    <a:gd name="T104" fmla="*/ 114 w 116"/>
                    <a:gd name="T105" fmla="*/ 62 h 90"/>
                    <a:gd name="T106" fmla="*/ 116 w 116"/>
                    <a:gd name="T107" fmla="*/ 6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90">
                      <a:moveTo>
                        <a:pt x="116" y="60"/>
                      </a:moveTo>
                      <a:lnTo>
                        <a:pt x="116" y="60"/>
                      </a:lnTo>
                      <a:lnTo>
                        <a:pt x="114" y="60"/>
                      </a:lnTo>
                      <a:lnTo>
                        <a:pt x="110" y="60"/>
                      </a:lnTo>
                      <a:lnTo>
                        <a:pt x="108" y="60"/>
                      </a:lnTo>
                      <a:lnTo>
                        <a:pt x="108" y="60"/>
                      </a:lnTo>
                      <a:lnTo>
                        <a:pt x="108" y="62"/>
                      </a:lnTo>
                      <a:lnTo>
                        <a:pt x="106" y="62"/>
                      </a:lnTo>
                      <a:lnTo>
                        <a:pt x="104" y="60"/>
                      </a:lnTo>
                      <a:lnTo>
                        <a:pt x="104" y="60"/>
                      </a:lnTo>
                      <a:lnTo>
                        <a:pt x="102" y="60"/>
                      </a:lnTo>
                      <a:lnTo>
                        <a:pt x="102" y="60"/>
                      </a:lnTo>
                      <a:lnTo>
                        <a:pt x="98" y="58"/>
                      </a:lnTo>
                      <a:lnTo>
                        <a:pt x="98" y="58"/>
                      </a:lnTo>
                      <a:lnTo>
                        <a:pt x="96" y="56"/>
                      </a:lnTo>
                      <a:lnTo>
                        <a:pt x="96" y="54"/>
                      </a:lnTo>
                      <a:lnTo>
                        <a:pt x="98" y="52"/>
                      </a:lnTo>
                      <a:lnTo>
                        <a:pt x="96" y="50"/>
                      </a:lnTo>
                      <a:lnTo>
                        <a:pt x="96" y="50"/>
                      </a:lnTo>
                      <a:lnTo>
                        <a:pt x="96" y="50"/>
                      </a:lnTo>
                      <a:lnTo>
                        <a:pt x="96" y="48"/>
                      </a:lnTo>
                      <a:lnTo>
                        <a:pt x="96" y="42"/>
                      </a:lnTo>
                      <a:lnTo>
                        <a:pt x="96" y="42"/>
                      </a:lnTo>
                      <a:lnTo>
                        <a:pt x="96" y="40"/>
                      </a:lnTo>
                      <a:lnTo>
                        <a:pt x="98" y="38"/>
                      </a:lnTo>
                      <a:lnTo>
                        <a:pt x="98" y="38"/>
                      </a:lnTo>
                      <a:lnTo>
                        <a:pt x="96" y="36"/>
                      </a:lnTo>
                      <a:lnTo>
                        <a:pt x="96" y="36"/>
                      </a:lnTo>
                      <a:lnTo>
                        <a:pt x="96" y="34"/>
                      </a:lnTo>
                      <a:lnTo>
                        <a:pt x="96" y="32"/>
                      </a:lnTo>
                      <a:lnTo>
                        <a:pt x="96" y="30"/>
                      </a:lnTo>
                      <a:lnTo>
                        <a:pt x="96" y="28"/>
                      </a:lnTo>
                      <a:lnTo>
                        <a:pt x="96" y="28"/>
                      </a:lnTo>
                      <a:lnTo>
                        <a:pt x="94" y="24"/>
                      </a:lnTo>
                      <a:lnTo>
                        <a:pt x="90" y="18"/>
                      </a:lnTo>
                      <a:lnTo>
                        <a:pt x="90" y="18"/>
                      </a:lnTo>
                      <a:lnTo>
                        <a:pt x="86" y="14"/>
                      </a:lnTo>
                      <a:lnTo>
                        <a:pt x="86" y="10"/>
                      </a:lnTo>
                      <a:lnTo>
                        <a:pt x="86" y="10"/>
                      </a:lnTo>
                      <a:lnTo>
                        <a:pt x="80" y="2"/>
                      </a:lnTo>
                      <a:lnTo>
                        <a:pt x="76" y="0"/>
                      </a:lnTo>
                      <a:lnTo>
                        <a:pt x="76" y="0"/>
                      </a:lnTo>
                      <a:lnTo>
                        <a:pt x="74" y="0"/>
                      </a:lnTo>
                      <a:lnTo>
                        <a:pt x="70" y="4"/>
                      </a:lnTo>
                      <a:lnTo>
                        <a:pt x="70" y="4"/>
                      </a:lnTo>
                      <a:lnTo>
                        <a:pt x="68" y="6"/>
                      </a:lnTo>
                      <a:lnTo>
                        <a:pt x="64" y="8"/>
                      </a:lnTo>
                      <a:lnTo>
                        <a:pt x="64" y="8"/>
                      </a:lnTo>
                      <a:lnTo>
                        <a:pt x="62" y="8"/>
                      </a:lnTo>
                      <a:lnTo>
                        <a:pt x="62" y="10"/>
                      </a:lnTo>
                      <a:lnTo>
                        <a:pt x="58" y="12"/>
                      </a:lnTo>
                      <a:lnTo>
                        <a:pt x="58" y="12"/>
                      </a:lnTo>
                      <a:lnTo>
                        <a:pt x="54" y="14"/>
                      </a:lnTo>
                      <a:lnTo>
                        <a:pt x="52" y="10"/>
                      </a:lnTo>
                      <a:lnTo>
                        <a:pt x="52" y="10"/>
                      </a:lnTo>
                      <a:lnTo>
                        <a:pt x="48" y="8"/>
                      </a:lnTo>
                      <a:lnTo>
                        <a:pt x="44" y="8"/>
                      </a:lnTo>
                      <a:lnTo>
                        <a:pt x="44" y="8"/>
                      </a:lnTo>
                      <a:lnTo>
                        <a:pt x="38" y="8"/>
                      </a:lnTo>
                      <a:lnTo>
                        <a:pt x="34" y="6"/>
                      </a:lnTo>
                      <a:lnTo>
                        <a:pt x="34" y="6"/>
                      </a:lnTo>
                      <a:lnTo>
                        <a:pt x="32" y="2"/>
                      </a:lnTo>
                      <a:lnTo>
                        <a:pt x="30" y="2"/>
                      </a:lnTo>
                      <a:lnTo>
                        <a:pt x="30" y="2"/>
                      </a:lnTo>
                      <a:lnTo>
                        <a:pt x="28" y="14"/>
                      </a:lnTo>
                      <a:lnTo>
                        <a:pt x="28" y="14"/>
                      </a:lnTo>
                      <a:lnTo>
                        <a:pt x="26" y="18"/>
                      </a:lnTo>
                      <a:lnTo>
                        <a:pt x="20" y="22"/>
                      </a:lnTo>
                      <a:lnTo>
                        <a:pt x="20" y="22"/>
                      </a:lnTo>
                      <a:lnTo>
                        <a:pt x="18" y="26"/>
                      </a:lnTo>
                      <a:lnTo>
                        <a:pt x="16" y="32"/>
                      </a:lnTo>
                      <a:lnTo>
                        <a:pt x="16" y="40"/>
                      </a:lnTo>
                      <a:lnTo>
                        <a:pt x="14" y="46"/>
                      </a:lnTo>
                      <a:lnTo>
                        <a:pt x="14" y="46"/>
                      </a:lnTo>
                      <a:lnTo>
                        <a:pt x="10" y="50"/>
                      </a:lnTo>
                      <a:lnTo>
                        <a:pt x="8" y="52"/>
                      </a:lnTo>
                      <a:lnTo>
                        <a:pt x="4" y="54"/>
                      </a:lnTo>
                      <a:lnTo>
                        <a:pt x="4" y="54"/>
                      </a:lnTo>
                      <a:lnTo>
                        <a:pt x="0" y="54"/>
                      </a:lnTo>
                      <a:lnTo>
                        <a:pt x="0" y="54"/>
                      </a:lnTo>
                      <a:lnTo>
                        <a:pt x="4" y="58"/>
                      </a:lnTo>
                      <a:lnTo>
                        <a:pt x="6" y="60"/>
                      </a:lnTo>
                      <a:lnTo>
                        <a:pt x="8" y="64"/>
                      </a:lnTo>
                      <a:lnTo>
                        <a:pt x="8" y="64"/>
                      </a:lnTo>
                      <a:lnTo>
                        <a:pt x="6" y="68"/>
                      </a:lnTo>
                      <a:lnTo>
                        <a:pt x="10" y="68"/>
                      </a:lnTo>
                      <a:lnTo>
                        <a:pt x="10" y="68"/>
                      </a:lnTo>
                      <a:lnTo>
                        <a:pt x="12" y="68"/>
                      </a:lnTo>
                      <a:lnTo>
                        <a:pt x="14" y="72"/>
                      </a:lnTo>
                      <a:lnTo>
                        <a:pt x="14" y="72"/>
                      </a:lnTo>
                      <a:lnTo>
                        <a:pt x="16" y="74"/>
                      </a:lnTo>
                      <a:lnTo>
                        <a:pt x="18" y="72"/>
                      </a:lnTo>
                      <a:lnTo>
                        <a:pt x="20" y="70"/>
                      </a:lnTo>
                      <a:lnTo>
                        <a:pt x="20" y="70"/>
                      </a:lnTo>
                      <a:lnTo>
                        <a:pt x="20" y="68"/>
                      </a:lnTo>
                      <a:lnTo>
                        <a:pt x="24" y="68"/>
                      </a:lnTo>
                      <a:lnTo>
                        <a:pt x="28" y="72"/>
                      </a:lnTo>
                      <a:lnTo>
                        <a:pt x="28" y="72"/>
                      </a:lnTo>
                      <a:lnTo>
                        <a:pt x="30" y="74"/>
                      </a:lnTo>
                      <a:lnTo>
                        <a:pt x="28" y="74"/>
                      </a:lnTo>
                      <a:lnTo>
                        <a:pt x="28" y="74"/>
                      </a:lnTo>
                      <a:lnTo>
                        <a:pt x="24" y="74"/>
                      </a:lnTo>
                      <a:lnTo>
                        <a:pt x="24" y="76"/>
                      </a:lnTo>
                      <a:lnTo>
                        <a:pt x="26" y="80"/>
                      </a:lnTo>
                      <a:lnTo>
                        <a:pt x="26" y="80"/>
                      </a:lnTo>
                      <a:lnTo>
                        <a:pt x="30" y="82"/>
                      </a:lnTo>
                      <a:lnTo>
                        <a:pt x="32" y="82"/>
                      </a:lnTo>
                      <a:lnTo>
                        <a:pt x="32" y="82"/>
                      </a:lnTo>
                      <a:lnTo>
                        <a:pt x="36" y="84"/>
                      </a:lnTo>
                      <a:lnTo>
                        <a:pt x="38" y="84"/>
                      </a:lnTo>
                      <a:lnTo>
                        <a:pt x="38" y="86"/>
                      </a:lnTo>
                      <a:lnTo>
                        <a:pt x="38" y="86"/>
                      </a:lnTo>
                      <a:lnTo>
                        <a:pt x="36" y="88"/>
                      </a:lnTo>
                      <a:lnTo>
                        <a:pt x="36" y="90"/>
                      </a:lnTo>
                      <a:lnTo>
                        <a:pt x="38" y="90"/>
                      </a:lnTo>
                      <a:lnTo>
                        <a:pt x="42" y="90"/>
                      </a:lnTo>
                      <a:lnTo>
                        <a:pt x="42" y="90"/>
                      </a:lnTo>
                      <a:lnTo>
                        <a:pt x="46" y="90"/>
                      </a:lnTo>
                      <a:lnTo>
                        <a:pt x="46" y="90"/>
                      </a:lnTo>
                      <a:lnTo>
                        <a:pt x="48" y="88"/>
                      </a:lnTo>
                      <a:lnTo>
                        <a:pt x="50" y="90"/>
                      </a:lnTo>
                      <a:lnTo>
                        <a:pt x="50" y="90"/>
                      </a:lnTo>
                      <a:lnTo>
                        <a:pt x="56" y="90"/>
                      </a:lnTo>
                      <a:lnTo>
                        <a:pt x="62" y="90"/>
                      </a:lnTo>
                      <a:lnTo>
                        <a:pt x="62" y="90"/>
                      </a:lnTo>
                      <a:lnTo>
                        <a:pt x="66" y="88"/>
                      </a:lnTo>
                      <a:lnTo>
                        <a:pt x="70" y="86"/>
                      </a:lnTo>
                      <a:lnTo>
                        <a:pt x="70" y="86"/>
                      </a:lnTo>
                      <a:lnTo>
                        <a:pt x="74" y="82"/>
                      </a:lnTo>
                      <a:lnTo>
                        <a:pt x="78" y="82"/>
                      </a:lnTo>
                      <a:lnTo>
                        <a:pt x="78" y="82"/>
                      </a:lnTo>
                      <a:lnTo>
                        <a:pt x="82" y="84"/>
                      </a:lnTo>
                      <a:lnTo>
                        <a:pt x="84" y="86"/>
                      </a:lnTo>
                      <a:lnTo>
                        <a:pt x="88" y="84"/>
                      </a:lnTo>
                      <a:lnTo>
                        <a:pt x="88" y="84"/>
                      </a:lnTo>
                      <a:lnTo>
                        <a:pt x="92" y="82"/>
                      </a:lnTo>
                      <a:lnTo>
                        <a:pt x="96" y="82"/>
                      </a:lnTo>
                      <a:lnTo>
                        <a:pt x="96" y="82"/>
                      </a:lnTo>
                      <a:lnTo>
                        <a:pt x="102" y="86"/>
                      </a:lnTo>
                      <a:lnTo>
                        <a:pt x="106" y="84"/>
                      </a:lnTo>
                      <a:lnTo>
                        <a:pt x="106" y="84"/>
                      </a:lnTo>
                      <a:lnTo>
                        <a:pt x="106" y="82"/>
                      </a:lnTo>
                      <a:lnTo>
                        <a:pt x="106" y="80"/>
                      </a:lnTo>
                      <a:lnTo>
                        <a:pt x="106" y="80"/>
                      </a:lnTo>
                      <a:lnTo>
                        <a:pt x="106" y="78"/>
                      </a:lnTo>
                      <a:lnTo>
                        <a:pt x="108" y="76"/>
                      </a:lnTo>
                      <a:lnTo>
                        <a:pt x="108" y="76"/>
                      </a:lnTo>
                      <a:lnTo>
                        <a:pt x="112" y="78"/>
                      </a:lnTo>
                      <a:lnTo>
                        <a:pt x="112" y="78"/>
                      </a:lnTo>
                      <a:lnTo>
                        <a:pt x="112" y="76"/>
                      </a:lnTo>
                      <a:lnTo>
                        <a:pt x="114" y="76"/>
                      </a:lnTo>
                      <a:lnTo>
                        <a:pt x="114" y="76"/>
                      </a:lnTo>
                      <a:lnTo>
                        <a:pt x="114" y="72"/>
                      </a:lnTo>
                      <a:lnTo>
                        <a:pt x="114" y="66"/>
                      </a:lnTo>
                      <a:lnTo>
                        <a:pt x="114" y="66"/>
                      </a:lnTo>
                      <a:lnTo>
                        <a:pt x="116" y="64"/>
                      </a:lnTo>
                      <a:lnTo>
                        <a:pt x="114" y="64"/>
                      </a:lnTo>
                      <a:lnTo>
                        <a:pt x="114" y="64"/>
                      </a:lnTo>
                      <a:lnTo>
                        <a:pt x="114" y="62"/>
                      </a:lnTo>
                      <a:lnTo>
                        <a:pt x="114" y="62"/>
                      </a:lnTo>
                      <a:lnTo>
                        <a:pt x="116" y="62"/>
                      </a:lnTo>
                      <a:lnTo>
                        <a:pt x="116" y="62"/>
                      </a:lnTo>
                      <a:lnTo>
                        <a:pt x="116" y="60"/>
                      </a:lnTo>
                      <a:lnTo>
                        <a:pt x="11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8" name="Freeform 108">
                  <a:extLst>
                    <a:ext uri="{FF2B5EF4-FFF2-40B4-BE49-F238E27FC236}">
                      <a16:creationId xmlns:a16="http://schemas.microsoft.com/office/drawing/2014/main" id="{733D3704-0D76-DE45-B9F5-0C39A31C65F5}"/>
                    </a:ext>
                  </a:extLst>
                </p:cNvPr>
                <p:cNvSpPr>
                  <a:spLocks/>
                </p:cNvSpPr>
                <p:nvPr/>
              </p:nvSpPr>
              <p:spPr bwMode="auto">
                <a:xfrm>
                  <a:off x="5650904" y="2921917"/>
                  <a:ext cx="74362" cy="188221"/>
                </a:xfrm>
                <a:custGeom>
                  <a:avLst/>
                  <a:gdLst>
                    <a:gd name="T0" fmla="*/ 30 w 38"/>
                    <a:gd name="T1" fmla="*/ 90 h 94"/>
                    <a:gd name="T2" fmla="*/ 32 w 38"/>
                    <a:gd name="T3" fmla="*/ 82 h 94"/>
                    <a:gd name="T4" fmla="*/ 34 w 38"/>
                    <a:gd name="T5" fmla="*/ 80 h 94"/>
                    <a:gd name="T6" fmla="*/ 30 w 38"/>
                    <a:gd name="T7" fmla="*/ 80 h 94"/>
                    <a:gd name="T8" fmla="*/ 28 w 38"/>
                    <a:gd name="T9" fmla="*/ 78 h 94"/>
                    <a:gd name="T10" fmla="*/ 28 w 38"/>
                    <a:gd name="T11" fmla="*/ 72 h 94"/>
                    <a:gd name="T12" fmla="*/ 30 w 38"/>
                    <a:gd name="T13" fmla="*/ 68 h 94"/>
                    <a:gd name="T14" fmla="*/ 30 w 38"/>
                    <a:gd name="T15" fmla="*/ 62 h 94"/>
                    <a:gd name="T16" fmla="*/ 28 w 38"/>
                    <a:gd name="T17" fmla="*/ 58 h 94"/>
                    <a:gd name="T18" fmla="*/ 32 w 38"/>
                    <a:gd name="T19" fmla="*/ 52 h 94"/>
                    <a:gd name="T20" fmla="*/ 32 w 38"/>
                    <a:gd name="T21" fmla="*/ 48 h 94"/>
                    <a:gd name="T22" fmla="*/ 32 w 38"/>
                    <a:gd name="T23" fmla="*/ 42 h 94"/>
                    <a:gd name="T24" fmla="*/ 34 w 38"/>
                    <a:gd name="T25" fmla="*/ 34 h 94"/>
                    <a:gd name="T26" fmla="*/ 36 w 38"/>
                    <a:gd name="T27" fmla="*/ 32 h 94"/>
                    <a:gd name="T28" fmla="*/ 32 w 38"/>
                    <a:gd name="T29" fmla="*/ 20 h 94"/>
                    <a:gd name="T30" fmla="*/ 30 w 38"/>
                    <a:gd name="T31" fmla="*/ 18 h 94"/>
                    <a:gd name="T32" fmla="*/ 36 w 38"/>
                    <a:gd name="T33" fmla="*/ 12 h 94"/>
                    <a:gd name="T34" fmla="*/ 38 w 38"/>
                    <a:gd name="T35" fmla="*/ 6 h 94"/>
                    <a:gd name="T36" fmla="*/ 34 w 38"/>
                    <a:gd name="T37" fmla="*/ 6 h 94"/>
                    <a:gd name="T38" fmla="*/ 30 w 38"/>
                    <a:gd name="T39" fmla="*/ 4 h 94"/>
                    <a:gd name="T40" fmla="*/ 20 w 38"/>
                    <a:gd name="T41" fmla="*/ 4 h 94"/>
                    <a:gd name="T42" fmla="*/ 18 w 38"/>
                    <a:gd name="T43" fmla="*/ 4 h 94"/>
                    <a:gd name="T44" fmla="*/ 18 w 38"/>
                    <a:gd name="T45" fmla="*/ 2 h 94"/>
                    <a:gd name="T46" fmla="*/ 16 w 38"/>
                    <a:gd name="T47" fmla="*/ 0 h 94"/>
                    <a:gd name="T48" fmla="*/ 10 w 38"/>
                    <a:gd name="T49" fmla="*/ 4 h 94"/>
                    <a:gd name="T50" fmla="*/ 12 w 38"/>
                    <a:gd name="T51" fmla="*/ 16 h 94"/>
                    <a:gd name="T52" fmla="*/ 12 w 38"/>
                    <a:gd name="T53" fmla="*/ 30 h 94"/>
                    <a:gd name="T54" fmla="*/ 8 w 38"/>
                    <a:gd name="T55" fmla="*/ 34 h 94"/>
                    <a:gd name="T56" fmla="*/ 8 w 38"/>
                    <a:gd name="T57" fmla="*/ 36 h 94"/>
                    <a:gd name="T58" fmla="*/ 8 w 38"/>
                    <a:gd name="T59" fmla="*/ 38 h 94"/>
                    <a:gd name="T60" fmla="*/ 6 w 38"/>
                    <a:gd name="T61" fmla="*/ 42 h 94"/>
                    <a:gd name="T62" fmla="*/ 6 w 38"/>
                    <a:gd name="T63" fmla="*/ 46 h 94"/>
                    <a:gd name="T64" fmla="*/ 2 w 38"/>
                    <a:gd name="T65" fmla="*/ 48 h 94"/>
                    <a:gd name="T66" fmla="*/ 2 w 38"/>
                    <a:gd name="T67" fmla="*/ 54 h 94"/>
                    <a:gd name="T68" fmla="*/ 0 w 38"/>
                    <a:gd name="T69" fmla="*/ 56 h 94"/>
                    <a:gd name="T70" fmla="*/ 2 w 38"/>
                    <a:gd name="T71" fmla="*/ 58 h 94"/>
                    <a:gd name="T72" fmla="*/ 4 w 38"/>
                    <a:gd name="T73" fmla="*/ 62 h 94"/>
                    <a:gd name="T74" fmla="*/ 6 w 38"/>
                    <a:gd name="T75" fmla="*/ 58 h 94"/>
                    <a:gd name="T76" fmla="*/ 6 w 38"/>
                    <a:gd name="T77" fmla="*/ 62 h 94"/>
                    <a:gd name="T78" fmla="*/ 4 w 38"/>
                    <a:gd name="T79" fmla="*/ 64 h 94"/>
                    <a:gd name="T80" fmla="*/ 4 w 38"/>
                    <a:gd name="T81" fmla="*/ 66 h 94"/>
                    <a:gd name="T82" fmla="*/ 6 w 38"/>
                    <a:gd name="T83" fmla="*/ 66 h 94"/>
                    <a:gd name="T84" fmla="*/ 6 w 38"/>
                    <a:gd name="T85" fmla="*/ 72 h 94"/>
                    <a:gd name="T86" fmla="*/ 8 w 38"/>
                    <a:gd name="T87" fmla="*/ 76 h 94"/>
                    <a:gd name="T88" fmla="*/ 8 w 38"/>
                    <a:gd name="T89" fmla="*/ 78 h 94"/>
                    <a:gd name="T90" fmla="*/ 6 w 38"/>
                    <a:gd name="T91" fmla="*/ 92 h 94"/>
                    <a:gd name="T92" fmla="*/ 18 w 38"/>
                    <a:gd name="T93" fmla="*/ 92 h 94"/>
                    <a:gd name="T94" fmla="*/ 18 w 38"/>
                    <a:gd name="T95" fmla="*/ 94 h 94"/>
                    <a:gd name="T96" fmla="*/ 22 w 38"/>
                    <a:gd name="T97" fmla="*/ 94 h 94"/>
                    <a:gd name="T98" fmla="*/ 30 w 38"/>
                    <a:gd name="T99" fmla="*/ 9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8" h="94">
                      <a:moveTo>
                        <a:pt x="30" y="90"/>
                      </a:moveTo>
                      <a:lnTo>
                        <a:pt x="30" y="90"/>
                      </a:lnTo>
                      <a:lnTo>
                        <a:pt x="30" y="88"/>
                      </a:lnTo>
                      <a:lnTo>
                        <a:pt x="32" y="82"/>
                      </a:lnTo>
                      <a:lnTo>
                        <a:pt x="32" y="82"/>
                      </a:lnTo>
                      <a:lnTo>
                        <a:pt x="34" y="80"/>
                      </a:lnTo>
                      <a:lnTo>
                        <a:pt x="32" y="80"/>
                      </a:lnTo>
                      <a:lnTo>
                        <a:pt x="30" y="80"/>
                      </a:lnTo>
                      <a:lnTo>
                        <a:pt x="28" y="78"/>
                      </a:lnTo>
                      <a:lnTo>
                        <a:pt x="28" y="78"/>
                      </a:lnTo>
                      <a:lnTo>
                        <a:pt x="28" y="74"/>
                      </a:lnTo>
                      <a:lnTo>
                        <a:pt x="28" y="72"/>
                      </a:lnTo>
                      <a:lnTo>
                        <a:pt x="30" y="68"/>
                      </a:lnTo>
                      <a:lnTo>
                        <a:pt x="30" y="68"/>
                      </a:lnTo>
                      <a:lnTo>
                        <a:pt x="32" y="64"/>
                      </a:lnTo>
                      <a:lnTo>
                        <a:pt x="30" y="62"/>
                      </a:lnTo>
                      <a:lnTo>
                        <a:pt x="30" y="62"/>
                      </a:lnTo>
                      <a:lnTo>
                        <a:pt x="28" y="58"/>
                      </a:lnTo>
                      <a:lnTo>
                        <a:pt x="28" y="56"/>
                      </a:lnTo>
                      <a:lnTo>
                        <a:pt x="32" y="52"/>
                      </a:lnTo>
                      <a:lnTo>
                        <a:pt x="32" y="52"/>
                      </a:lnTo>
                      <a:lnTo>
                        <a:pt x="32" y="48"/>
                      </a:lnTo>
                      <a:lnTo>
                        <a:pt x="32" y="42"/>
                      </a:lnTo>
                      <a:lnTo>
                        <a:pt x="32" y="42"/>
                      </a:lnTo>
                      <a:lnTo>
                        <a:pt x="30" y="38"/>
                      </a:lnTo>
                      <a:lnTo>
                        <a:pt x="34" y="34"/>
                      </a:lnTo>
                      <a:lnTo>
                        <a:pt x="34" y="34"/>
                      </a:lnTo>
                      <a:lnTo>
                        <a:pt x="36" y="32"/>
                      </a:lnTo>
                      <a:lnTo>
                        <a:pt x="36" y="28"/>
                      </a:lnTo>
                      <a:lnTo>
                        <a:pt x="32" y="20"/>
                      </a:lnTo>
                      <a:lnTo>
                        <a:pt x="32" y="20"/>
                      </a:lnTo>
                      <a:lnTo>
                        <a:pt x="30" y="18"/>
                      </a:lnTo>
                      <a:lnTo>
                        <a:pt x="32" y="16"/>
                      </a:lnTo>
                      <a:lnTo>
                        <a:pt x="36" y="12"/>
                      </a:lnTo>
                      <a:lnTo>
                        <a:pt x="36" y="12"/>
                      </a:lnTo>
                      <a:lnTo>
                        <a:pt x="38" y="6"/>
                      </a:lnTo>
                      <a:lnTo>
                        <a:pt x="34" y="6"/>
                      </a:lnTo>
                      <a:lnTo>
                        <a:pt x="34" y="6"/>
                      </a:lnTo>
                      <a:lnTo>
                        <a:pt x="34" y="4"/>
                      </a:lnTo>
                      <a:lnTo>
                        <a:pt x="30" y="4"/>
                      </a:lnTo>
                      <a:lnTo>
                        <a:pt x="30" y="4"/>
                      </a:lnTo>
                      <a:lnTo>
                        <a:pt x="20" y="4"/>
                      </a:lnTo>
                      <a:lnTo>
                        <a:pt x="20" y="4"/>
                      </a:lnTo>
                      <a:lnTo>
                        <a:pt x="18" y="4"/>
                      </a:lnTo>
                      <a:lnTo>
                        <a:pt x="18" y="4"/>
                      </a:lnTo>
                      <a:lnTo>
                        <a:pt x="18" y="2"/>
                      </a:lnTo>
                      <a:lnTo>
                        <a:pt x="18" y="2"/>
                      </a:lnTo>
                      <a:lnTo>
                        <a:pt x="16" y="0"/>
                      </a:lnTo>
                      <a:lnTo>
                        <a:pt x="12" y="2"/>
                      </a:lnTo>
                      <a:lnTo>
                        <a:pt x="10" y="4"/>
                      </a:lnTo>
                      <a:lnTo>
                        <a:pt x="10" y="4"/>
                      </a:lnTo>
                      <a:lnTo>
                        <a:pt x="12" y="16"/>
                      </a:lnTo>
                      <a:lnTo>
                        <a:pt x="12" y="24"/>
                      </a:lnTo>
                      <a:lnTo>
                        <a:pt x="12" y="30"/>
                      </a:lnTo>
                      <a:lnTo>
                        <a:pt x="12" y="30"/>
                      </a:lnTo>
                      <a:lnTo>
                        <a:pt x="8" y="34"/>
                      </a:lnTo>
                      <a:lnTo>
                        <a:pt x="8" y="34"/>
                      </a:lnTo>
                      <a:lnTo>
                        <a:pt x="8" y="36"/>
                      </a:lnTo>
                      <a:lnTo>
                        <a:pt x="8" y="38"/>
                      </a:lnTo>
                      <a:lnTo>
                        <a:pt x="8" y="38"/>
                      </a:lnTo>
                      <a:lnTo>
                        <a:pt x="6" y="42"/>
                      </a:lnTo>
                      <a:lnTo>
                        <a:pt x="6" y="42"/>
                      </a:lnTo>
                      <a:lnTo>
                        <a:pt x="6" y="46"/>
                      </a:lnTo>
                      <a:lnTo>
                        <a:pt x="6" y="46"/>
                      </a:lnTo>
                      <a:lnTo>
                        <a:pt x="2" y="48"/>
                      </a:lnTo>
                      <a:lnTo>
                        <a:pt x="2" y="48"/>
                      </a:lnTo>
                      <a:lnTo>
                        <a:pt x="2" y="52"/>
                      </a:lnTo>
                      <a:lnTo>
                        <a:pt x="2" y="54"/>
                      </a:lnTo>
                      <a:lnTo>
                        <a:pt x="0" y="56"/>
                      </a:lnTo>
                      <a:lnTo>
                        <a:pt x="0" y="56"/>
                      </a:lnTo>
                      <a:lnTo>
                        <a:pt x="0" y="56"/>
                      </a:lnTo>
                      <a:lnTo>
                        <a:pt x="2" y="58"/>
                      </a:lnTo>
                      <a:lnTo>
                        <a:pt x="4" y="62"/>
                      </a:lnTo>
                      <a:lnTo>
                        <a:pt x="4" y="62"/>
                      </a:lnTo>
                      <a:lnTo>
                        <a:pt x="4" y="60"/>
                      </a:lnTo>
                      <a:lnTo>
                        <a:pt x="6" y="58"/>
                      </a:lnTo>
                      <a:lnTo>
                        <a:pt x="6" y="58"/>
                      </a:lnTo>
                      <a:lnTo>
                        <a:pt x="6" y="62"/>
                      </a:lnTo>
                      <a:lnTo>
                        <a:pt x="6" y="62"/>
                      </a:lnTo>
                      <a:lnTo>
                        <a:pt x="4" y="64"/>
                      </a:lnTo>
                      <a:lnTo>
                        <a:pt x="4" y="64"/>
                      </a:lnTo>
                      <a:lnTo>
                        <a:pt x="4" y="66"/>
                      </a:lnTo>
                      <a:lnTo>
                        <a:pt x="4" y="66"/>
                      </a:lnTo>
                      <a:lnTo>
                        <a:pt x="6" y="66"/>
                      </a:lnTo>
                      <a:lnTo>
                        <a:pt x="6" y="66"/>
                      </a:lnTo>
                      <a:lnTo>
                        <a:pt x="6" y="72"/>
                      </a:lnTo>
                      <a:lnTo>
                        <a:pt x="8" y="74"/>
                      </a:lnTo>
                      <a:lnTo>
                        <a:pt x="8" y="76"/>
                      </a:lnTo>
                      <a:lnTo>
                        <a:pt x="8" y="78"/>
                      </a:lnTo>
                      <a:lnTo>
                        <a:pt x="8" y="78"/>
                      </a:lnTo>
                      <a:lnTo>
                        <a:pt x="6" y="92"/>
                      </a:lnTo>
                      <a:lnTo>
                        <a:pt x="6" y="92"/>
                      </a:lnTo>
                      <a:lnTo>
                        <a:pt x="10" y="90"/>
                      </a:lnTo>
                      <a:lnTo>
                        <a:pt x="18" y="92"/>
                      </a:lnTo>
                      <a:lnTo>
                        <a:pt x="18" y="92"/>
                      </a:lnTo>
                      <a:lnTo>
                        <a:pt x="18" y="94"/>
                      </a:lnTo>
                      <a:lnTo>
                        <a:pt x="22" y="94"/>
                      </a:lnTo>
                      <a:lnTo>
                        <a:pt x="22" y="94"/>
                      </a:lnTo>
                      <a:lnTo>
                        <a:pt x="26" y="92"/>
                      </a:lnTo>
                      <a:lnTo>
                        <a:pt x="30" y="90"/>
                      </a:lnTo>
                      <a:lnTo>
                        <a:pt x="30" y="9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89" name="Freeform 109">
                  <a:extLst>
                    <a:ext uri="{FF2B5EF4-FFF2-40B4-BE49-F238E27FC236}">
                      <a16:creationId xmlns:a16="http://schemas.microsoft.com/office/drawing/2014/main" id="{0AA54D48-179A-A241-B413-7127BCB7AA32}"/>
                    </a:ext>
                  </a:extLst>
                </p:cNvPr>
                <p:cNvSpPr>
                  <a:spLocks/>
                </p:cNvSpPr>
                <p:nvPr/>
              </p:nvSpPr>
              <p:spPr bwMode="auto">
                <a:xfrm>
                  <a:off x="6271241" y="2421329"/>
                  <a:ext cx="281794" cy="244287"/>
                </a:xfrm>
                <a:custGeom>
                  <a:avLst/>
                  <a:gdLst>
                    <a:gd name="T0" fmla="*/ 72 w 144"/>
                    <a:gd name="T1" fmla="*/ 8 h 122"/>
                    <a:gd name="T2" fmla="*/ 72 w 144"/>
                    <a:gd name="T3" fmla="*/ 6 h 122"/>
                    <a:gd name="T4" fmla="*/ 66 w 144"/>
                    <a:gd name="T5" fmla="*/ 8 h 122"/>
                    <a:gd name="T6" fmla="*/ 60 w 144"/>
                    <a:gd name="T7" fmla="*/ 8 h 122"/>
                    <a:gd name="T8" fmla="*/ 58 w 144"/>
                    <a:gd name="T9" fmla="*/ 4 h 122"/>
                    <a:gd name="T10" fmla="*/ 60 w 144"/>
                    <a:gd name="T11" fmla="*/ 6 h 122"/>
                    <a:gd name="T12" fmla="*/ 62 w 144"/>
                    <a:gd name="T13" fmla="*/ 2 h 122"/>
                    <a:gd name="T14" fmla="*/ 58 w 144"/>
                    <a:gd name="T15" fmla="*/ 0 h 122"/>
                    <a:gd name="T16" fmla="*/ 40 w 144"/>
                    <a:gd name="T17" fmla="*/ 8 h 122"/>
                    <a:gd name="T18" fmla="*/ 34 w 144"/>
                    <a:gd name="T19" fmla="*/ 8 h 122"/>
                    <a:gd name="T20" fmla="*/ 28 w 144"/>
                    <a:gd name="T21" fmla="*/ 12 h 122"/>
                    <a:gd name="T22" fmla="*/ 22 w 144"/>
                    <a:gd name="T23" fmla="*/ 14 h 122"/>
                    <a:gd name="T24" fmla="*/ 8 w 144"/>
                    <a:gd name="T25" fmla="*/ 16 h 122"/>
                    <a:gd name="T26" fmla="*/ 2 w 144"/>
                    <a:gd name="T27" fmla="*/ 22 h 122"/>
                    <a:gd name="T28" fmla="*/ 0 w 144"/>
                    <a:gd name="T29" fmla="*/ 34 h 122"/>
                    <a:gd name="T30" fmla="*/ 4 w 144"/>
                    <a:gd name="T31" fmla="*/ 40 h 122"/>
                    <a:gd name="T32" fmla="*/ 4 w 144"/>
                    <a:gd name="T33" fmla="*/ 54 h 122"/>
                    <a:gd name="T34" fmla="*/ 6 w 144"/>
                    <a:gd name="T35" fmla="*/ 76 h 122"/>
                    <a:gd name="T36" fmla="*/ 18 w 144"/>
                    <a:gd name="T37" fmla="*/ 78 h 122"/>
                    <a:gd name="T38" fmla="*/ 20 w 144"/>
                    <a:gd name="T39" fmla="*/ 82 h 122"/>
                    <a:gd name="T40" fmla="*/ 24 w 144"/>
                    <a:gd name="T41" fmla="*/ 82 h 122"/>
                    <a:gd name="T42" fmla="*/ 32 w 144"/>
                    <a:gd name="T43" fmla="*/ 88 h 122"/>
                    <a:gd name="T44" fmla="*/ 42 w 144"/>
                    <a:gd name="T45" fmla="*/ 90 h 122"/>
                    <a:gd name="T46" fmla="*/ 46 w 144"/>
                    <a:gd name="T47" fmla="*/ 92 h 122"/>
                    <a:gd name="T48" fmla="*/ 48 w 144"/>
                    <a:gd name="T49" fmla="*/ 96 h 122"/>
                    <a:gd name="T50" fmla="*/ 54 w 144"/>
                    <a:gd name="T51" fmla="*/ 104 h 122"/>
                    <a:gd name="T52" fmla="*/ 60 w 144"/>
                    <a:gd name="T53" fmla="*/ 104 h 122"/>
                    <a:gd name="T54" fmla="*/ 68 w 144"/>
                    <a:gd name="T55" fmla="*/ 104 h 122"/>
                    <a:gd name="T56" fmla="*/ 80 w 144"/>
                    <a:gd name="T57" fmla="*/ 110 h 122"/>
                    <a:gd name="T58" fmla="*/ 84 w 144"/>
                    <a:gd name="T59" fmla="*/ 108 h 122"/>
                    <a:gd name="T60" fmla="*/ 92 w 144"/>
                    <a:gd name="T61" fmla="*/ 104 h 122"/>
                    <a:gd name="T62" fmla="*/ 100 w 144"/>
                    <a:gd name="T63" fmla="*/ 100 h 122"/>
                    <a:gd name="T64" fmla="*/ 106 w 144"/>
                    <a:gd name="T65" fmla="*/ 98 h 122"/>
                    <a:gd name="T66" fmla="*/ 114 w 144"/>
                    <a:gd name="T67" fmla="*/ 104 h 122"/>
                    <a:gd name="T68" fmla="*/ 122 w 144"/>
                    <a:gd name="T69" fmla="*/ 110 h 122"/>
                    <a:gd name="T70" fmla="*/ 124 w 144"/>
                    <a:gd name="T71" fmla="*/ 116 h 122"/>
                    <a:gd name="T72" fmla="*/ 130 w 144"/>
                    <a:gd name="T73" fmla="*/ 122 h 122"/>
                    <a:gd name="T74" fmla="*/ 138 w 144"/>
                    <a:gd name="T75" fmla="*/ 118 h 122"/>
                    <a:gd name="T76" fmla="*/ 136 w 144"/>
                    <a:gd name="T77" fmla="*/ 112 h 122"/>
                    <a:gd name="T78" fmla="*/ 136 w 144"/>
                    <a:gd name="T79" fmla="*/ 106 h 122"/>
                    <a:gd name="T80" fmla="*/ 144 w 144"/>
                    <a:gd name="T81" fmla="*/ 90 h 122"/>
                    <a:gd name="T82" fmla="*/ 140 w 144"/>
                    <a:gd name="T83" fmla="*/ 82 h 122"/>
                    <a:gd name="T84" fmla="*/ 140 w 144"/>
                    <a:gd name="T85" fmla="*/ 76 h 122"/>
                    <a:gd name="T86" fmla="*/ 142 w 144"/>
                    <a:gd name="T87" fmla="*/ 68 h 122"/>
                    <a:gd name="T88" fmla="*/ 142 w 144"/>
                    <a:gd name="T89" fmla="*/ 66 h 122"/>
                    <a:gd name="T90" fmla="*/ 140 w 144"/>
                    <a:gd name="T91" fmla="*/ 58 h 122"/>
                    <a:gd name="T92" fmla="*/ 140 w 144"/>
                    <a:gd name="T93" fmla="*/ 46 h 122"/>
                    <a:gd name="T94" fmla="*/ 144 w 144"/>
                    <a:gd name="T95" fmla="*/ 36 h 122"/>
                    <a:gd name="T96" fmla="*/ 142 w 144"/>
                    <a:gd name="T97" fmla="*/ 30 h 122"/>
                    <a:gd name="T98" fmla="*/ 140 w 144"/>
                    <a:gd name="T99" fmla="*/ 22 h 122"/>
                    <a:gd name="T100" fmla="*/ 138 w 144"/>
                    <a:gd name="T101" fmla="*/ 18 h 122"/>
                    <a:gd name="T102" fmla="*/ 120 w 144"/>
                    <a:gd name="T103" fmla="*/ 16 h 122"/>
                    <a:gd name="T104" fmla="*/ 106 w 144"/>
                    <a:gd name="T105" fmla="*/ 18 h 122"/>
                    <a:gd name="T106" fmla="*/ 88 w 144"/>
                    <a:gd name="T107" fmla="*/ 16 h 122"/>
                    <a:gd name="T108" fmla="*/ 74 w 144"/>
                    <a:gd name="T109" fmla="*/ 8 h 122"/>
                    <a:gd name="T110" fmla="*/ 74 w 144"/>
                    <a:gd name="T111" fmla="*/ 1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4" h="122">
                      <a:moveTo>
                        <a:pt x="74" y="10"/>
                      </a:moveTo>
                      <a:lnTo>
                        <a:pt x="74" y="10"/>
                      </a:lnTo>
                      <a:lnTo>
                        <a:pt x="72" y="8"/>
                      </a:lnTo>
                      <a:lnTo>
                        <a:pt x="72" y="8"/>
                      </a:lnTo>
                      <a:lnTo>
                        <a:pt x="72" y="6"/>
                      </a:lnTo>
                      <a:lnTo>
                        <a:pt x="72" y="6"/>
                      </a:lnTo>
                      <a:lnTo>
                        <a:pt x="70" y="6"/>
                      </a:lnTo>
                      <a:lnTo>
                        <a:pt x="66" y="8"/>
                      </a:lnTo>
                      <a:lnTo>
                        <a:pt x="66" y="8"/>
                      </a:lnTo>
                      <a:lnTo>
                        <a:pt x="62" y="10"/>
                      </a:lnTo>
                      <a:lnTo>
                        <a:pt x="62" y="10"/>
                      </a:lnTo>
                      <a:lnTo>
                        <a:pt x="60" y="8"/>
                      </a:lnTo>
                      <a:lnTo>
                        <a:pt x="58" y="8"/>
                      </a:lnTo>
                      <a:lnTo>
                        <a:pt x="58" y="8"/>
                      </a:lnTo>
                      <a:lnTo>
                        <a:pt x="58" y="4"/>
                      </a:lnTo>
                      <a:lnTo>
                        <a:pt x="58" y="4"/>
                      </a:lnTo>
                      <a:lnTo>
                        <a:pt x="60" y="6"/>
                      </a:lnTo>
                      <a:lnTo>
                        <a:pt x="60" y="6"/>
                      </a:lnTo>
                      <a:lnTo>
                        <a:pt x="62" y="4"/>
                      </a:lnTo>
                      <a:lnTo>
                        <a:pt x="62" y="4"/>
                      </a:lnTo>
                      <a:lnTo>
                        <a:pt x="62" y="2"/>
                      </a:lnTo>
                      <a:lnTo>
                        <a:pt x="60" y="2"/>
                      </a:lnTo>
                      <a:lnTo>
                        <a:pt x="58" y="0"/>
                      </a:lnTo>
                      <a:lnTo>
                        <a:pt x="58" y="0"/>
                      </a:lnTo>
                      <a:lnTo>
                        <a:pt x="44" y="4"/>
                      </a:lnTo>
                      <a:lnTo>
                        <a:pt x="44" y="4"/>
                      </a:lnTo>
                      <a:lnTo>
                        <a:pt x="40" y="8"/>
                      </a:lnTo>
                      <a:lnTo>
                        <a:pt x="40" y="8"/>
                      </a:lnTo>
                      <a:lnTo>
                        <a:pt x="34" y="8"/>
                      </a:lnTo>
                      <a:lnTo>
                        <a:pt x="34" y="8"/>
                      </a:lnTo>
                      <a:lnTo>
                        <a:pt x="32" y="10"/>
                      </a:lnTo>
                      <a:lnTo>
                        <a:pt x="28" y="12"/>
                      </a:lnTo>
                      <a:lnTo>
                        <a:pt x="28" y="12"/>
                      </a:lnTo>
                      <a:lnTo>
                        <a:pt x="26" y="12"/>
                      </a:lnTo>
                      <a:lnTo>
                        <a:pt x="24" y="12"/>
                      </a:lnTo>
                      <a:lnTo>
                        <a:pt x="22" y="14"/>
                      </a:lnTo>
                      <a:lnTo>
                        <a:pt x="22" y="14"/>
                      </a:lnTo>
                      <a:lnTo>
                        <a:pt x="8" y="16"/>
                      </a:lnTo>
                      <a:lnTo>
                        <a:pt x="8" y="16"/>
                      </a:lnTo>
                      <a:lnTo>
                        <a:pt x="2" y="16"/>
                      </a:lnTo>
                      <a:lnTo>
                        <a:pt x="2" y="16"/>
                      </a:lnTo>
                      <a:lnTo>
                        <a:pt x="2" y="22"/>
                      </a:lnTo>
                      <a:lnTo>
                        <a:pt x="0" y="32"/>
                      </a:lnTo>
                      <a:lnTo>
                        <a:pt x="0" y="32"/>
                      </a:lnTo>
                      <a:lnTo>
                        <a:pt x="0" y="34"/>
                      </a:lnTo>
                      <a:lnTo>
                        <a:pt x="2" y="38"/>
                      </a:lnTo>
                      <a:lnTo>
                        <a:pt x="4" y="40"/>
                      </a:lnTo>
                      <a:lnTo>
                        <a:pt x="4" y="40"/>
                      </a:lnTo>
                      <a:lnTo>
                        <a:pt x="2" y="50"/>
                      </a:lnTo>
                      <a:lnTo>
                        <a:pt x="2" y="50"/>
                      </a:lnTo>
                      <a:lnTo>
                        <a:pt x="4" y="54"/>
                      </a:lnTo>
                      <a:lnTo>
                        <a:pt x="4" y="58"/>
                      </a:lnTo>
                      <a:lnTo>
                        <a:pt x="4" y="58"/>
                      </a:lnTo>
                      <a:lnTo>
                        <a:pt x="6" y="76"/>
                      </a:lnTo>
                      <a:lnTo>
                        <a:pt x="10" y="78"/>
                      </a:lnTo>
                      <a:lnTo>
                        <a:pt x="10" y="78"/>
                      </a:lnTo>
                      <a:lnTo>
                        <a:pt x="18" y="78"/>
                      </a:lnTo>
                      <a:lnTo>
                        <a:pt x="18" y="78"/>
                      </a:lnTo>
                      <a:lnTo>
                        <a:pt x="20" y="80"/>
                      </a:lnTo>
                      <a:lnTo>
                        <a:pt x="20" y="82"/>
                      </a:lnTo>
                      <a:lnTo>
                        <a:pt x="22" y="82"/>
                      </a:lnTo>
                      <a:lnTo>
                        <a:pt x="24" y="82"/>
                      </a:lnTo>
                      <a:lnTo>
                        <a:pt x="24" y="82"/>
                      </a:lnTo>
                      <a:lnTo>
                        <a:pt x="26" y="82"/>
                      </a:lnTo>
                      <a:lnTo>
                        <a:pt x="28" y="84"/>
                      </a:lnTo>
                      <a:lnTo>
                        <a:pt x="32" y="88"/>
                      </a:lnTo>
                      <a:lnTo>
                        <a:pt x="32" y="88"/>
                      </a:lnTo>
                      <a:lnTo>
                        <a:pt x="38" y="90"/>
                      </a:lnTo>
                      <a:lnTo>
                        <a:pt x="42" y="90"/>
                      </a:lnTo>
                      <a:lnTo>
                        <a:pt x="42" y="90"/>
                      </a:lnTo>
                      <a:lnTo>
                        <a:pt x="44" y="90"/>
                      </a:lnTo>
                      <a:lnTo>
                        <a:pt x="46" y="92"/>
                      </a:lnTo>
                      <a:lnTo>
                        <a:pt x="48" y="94"/>
                      </a:lnTo>
                      <a:lnTo>
                        <a:pt x="48" y="96"/>
                      </a:lnTo>
                      <a:lnTo>
                        <a:pt x="48" y="96"/>
                      </a:lnTo>
                      <a:lnTo>
                        <a:pt x="50" y="96"/>
                      </a:lnTo>
                      <a:lnTo>
                        <a:pt x="52" y="98"/>
                      </a:lnTo>
                      <a:lnTo>
                        <a:pt x="54" y="104"/>
                      </a:lnTo>
                      <a:lnTo>
                        <a:pt x="54" y="104"/>
                      </a:lnTo>
                      <a:lnTo>
                        <a:pt x="60" y="104"/>
                      </a:lnTo>
                      <a:lnTo>
                        <a:pt x="60" y="104"/>
                      </a:lnTo>
                      <a:lnTo>
                        <a:pt x="64" y="102"/>
                      </a:lnTo>
                      <a:lnTo>
                        <a:pt x="68" y="104"/>
                      </a:lnTo>
                      <a:lnTo>
                        <a:pt x="68" y="104"/>
                      </a:lnTo>
                      <a:lnTo>
                        <a:pt x="74" y="108"/>
                      </a:lnTo>
                      <a:lnTo>
                        <a:pt x="74" y="108"/>
                      </a:lnTo>
                      <a:lnTo>
                        <a:pt x="80" y="110"/>
                      </a:lnTo>
                      <a:lnTo>
                        <a:pt x="82" y="110"/>
                      </a:lnTo>
                      <a:lnTo>
                        <a:pt x="84" y="108"/>
                      </a:lnTo>
                      <a:lnTo>
                        <a:pt x="84" y="108"/>
                      </a:lnTo>
                      <a:lnTo>
                        <a:pt x="86" y="106"/>
                      </a:lnTo>
                      <a:lnTo>
                        <a:pt x="88" y="106"/>
                      </a:lnTo>
                      <a:lnTo>
                        <a:pt x="92" y="104"/>
                      </a:lnTo>
                      <a:lnTo>
                        <a:pt x="92" y="104"/>
                      </a:lnTo>
                      <a:lnTo>
                        <a:pt x="96" y="102"/>
                      </a:lnTo>
                      <a:lnTo>
                        <a:pt x="100" y="100"/>
                      </a:lnTo>
                      <a:lnTo>
                        <a:pt x="102" y="98"/>
                      </a:lnTo>
                      <a:lnTo>
                        <a:pt x="106" y="98"/>
                      </a:lnTo>
                      <a:lnTo>
                        <a:pt x="106" y="98"/>
                      </a:lnTo>
                      <a:lnTo>
                        <a:pt x="110" y="102"/>
                      </a:lnTo>
                      <a:lnTo>
                        <a:pt x="114" y="104"/>
                      </a:lnTo>
                      <a:lnTo>
                        <a:pt x="114" y="104"/>
                      </a:lnTo>
                      <a:lnTo>
                        <a:pt x="116" y="104"/>
                      </a:lnTo>
                      <a:lnTo>
                        <a:pt x="118" y="106"/>
                      </a:lnTo>
                      <a:lnTo>
                        <a:pt x="122" y="110"/>
                      </a:lnTo>
                      <a:lnTo>
                        <a:pt x="122" y="110"/>
                      </a:lnTo>
                      <a:lnTo>
                        <a:pt x="124" y="112"/>
                      </a:lnTo>
                      <a:lnTo>
                        <a:pt x="124" y="116"/>
                      </a:lnTo>
                      <a:lnTo>
                        <a:pt x="124" y="116"/>
                      </a:lnTo>
                      <a:lnTo>
                        <a:pt x="128" y="120"/>
                      </a:lnTo>
                      <a:lnTo>
                        <a:pt x="130" y="122"/>
                      </a:lnTo>
                      <a:lnTo>
                        <a:pt x="130" y="122"/>
                      </a:lnTo>
                      <a:lnTo>
                        <a:pt x="134" y="120"/>
                      </a:lnTo>
                      <a:lnTo>
                        <a:pt x="138" y="118"/>
                      </a:lnTo>
                      <a:lnTo>
                        <a:pt x="138" y="116"/>
                      </a:lnTo>
                      <a:lnTo>
                        <a:pt x="138" y="116"/>
                      </a:lnTo>
                      <a:lnTo>
                        <a:pt x="136" y="112"/>
                      </a:lnTo>
                      <a:lnTo>
                        <a:pt x="136" y="108"/>
                      </a:lnTo>
                      <a:lnTo>
                        <a:pt x="136" y="106"/>
                      </a:lnTo>
                      <a:lnTo>
                        <a:pt x="136" y="106"/>
                      </a:lnTo>
                      <a:lnTo>
                        <a:pt x="140" y="98"/>
                      </a:lnTo>
                      <a:lnTo>
                        <a:pt x="140" y="98"/>
                      </a:lnTo>
                      <a:lnTo>
                        <a:pt x="144" y="90"/>
                      </a:lnTo>
                      <a:lnTo>
                        <a:pt x="144" y="90"/>
                      </a:lnTo>
                      <a:lnTo>
                        <a:pt x="142" y="86"/>
                      </a:lnTo>
                      <a:lnTo>
                        <a:pt x="140" y="82"/>
                      </a:lnTo>
                      <a:lnTo>
                        <a:pt x="140" y="80"/>
                      </a:lnTo>
                      <a:lnTo>
                        <a:pt x="140" y="80"/>
                      </a:lnTo>
                      <a:lnTo>
                        <a:pt x="140" y="76"/>
                      </a:lnTo>
                      <a:lnTo>
                        <a:pt x="142" y="70"/>
                      </a:lnTo>
                      <a:lnTo>
                        <a:pt x="142" y="70"/>
                      </a:lnTo>
                      <a:lnTo>
                        <a:pt x="142" y="68"/>
                      </a:lnTo>
                      <a:lnTo>
                        <a:pt x="142" y="68"/>
                      </a:lnTo>
                      <a:lnTo>
                        <a:pt x="142" y="66"/>
                      </a:lnTo>
                      <a:lnTo>
                        <a:pt x="142" y="66"/>
                      </a:lnTo>
                      <a:lnTo>
                        <a:pt x="142" y="66"/>
                      </a:lnTo>
                      <a:lnTo>
                        <a:pt x="140" y="60"/>
                      </a:lnTo>
                      <a:lnTo>
                        <a:pt x="140" y="58"/>
                      </a:lnTo>
                      <a:lnTo>
                        <a:pt x="142" y="56"/>
                      </a:lnTo>
                      <a:lnTo>
                        <a:pt x="142" y="56"/>
                      </a:lnTo>
                      <a:lnTo>
                        <a:pt x="140" y="46"/>
                      </a:lnTo>
                      <a:lnTo>
                        <a:pt x="140" y="46"/>
                      </a:lnTo>
                      <a:lnTo>
                        <a:pt x="144" y="40"/>
                      </a:lnTo>
                      <a:lnTo>
                        <a:pt x="144" y="36"/>
                      </a:lnTo>
                      <a:lnTo>
                        <a:pt x="144" y="34"/>
                      </a:lnTo>
                      <a:lnTo>
                        <a:pt x="144" y="34"/>
                      </a:lnTo>
                      <a:lnTo>
                        <a:pt x="142" y="30"/>
                      </a:lnTo>
                      <a:lnTo>
                        <a:pt x="140" y="26"/>
                      </a:lnTo>
                      <a:lnTo>
                        <a:pt x="140" y="22"/>
                      </a:lnTo>
                      <a:lnTo>
                        <a:pt x="140" y="22"/>
                      </a:lnTo>
                      <a:lnTo>
                        <a:pt x="140" y="22"/>
                      </a:lnTo>
                      <a:lnTo>
                        <a:pt x="140" y="20"/>
                      </a:lnTo>
                      <a:lnTo>
                        <a:pt x="138" y="18"/>
                      </a:lnTo>
                      <a:lnTo>
                        <a:pt x="138" y="18"/>
                      </a:lnTo>
                      <a:lnTo>
                        <a:pt x="128" y="16"/>
                      </a:lnTo>
                      <a:lnTo>
                        <a:pt x="120" y="16"/>
                      </a:lnTo>
                      <a:lnTo>
                        <a:pt x="114" y="18"/>
                      </a:lnTo>
                      <a:lnTo>
                        <a:pt x="114" y="18"/>
                      </a:lnTo>
                      <a:lnTo>
                        <a:pt x="106" y="18"/>
                      </a:lnTo>
                      <a:lnTo>
                        <a:pt x="106" y="18"/>
                      </a:lnTo>
                      <a:lnTo>
                        <a:pt x="100" y="18"/>
                      </a:lnTo>
                      <a:lnTo>
                        <a:pt x="88" y="16"/>
                      </a:lnTo>
                      <a:lnTo>
                        <a:pt x="88" y="16"/>
                      </a:lnTo>
                      <a:lnTo>
                        <a:pt x="78" y="12"/>
                      </a:lnTo>
                      <a:lnTo>
                        <a:pt x="74" y="8"/>
                      </a:lnTo>
                      <a:lnTo>
                        <a:pt x="74" y="8"/>
                      </a:lnTo>
                      <a:lnTo>
                        <a:pt x="74" y="10"/>
                      </a:lnTo>
                      <a:lnTo>
                        <a:pt x="74"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0" name="Freeform 117">
                  <a:extLst>
                    <a:ext uri="{FF2B5EF4-FFF2-40B4-BE49-F238E27FC236}">
                      <a16:creationId xmlns:a16="http://schemas.microsoft.com/office/drawing/2014/main" id="{FC578543-06CA-A74B-B103-207D893B4F65}"/>
                    </a:ext>
                  </a:extLst>
                </p:cNvPr>
                <p:cNvSpPr>
                  <a:spLocks/>
                </p:cNvSpPr>
                <p:nvPr/>
              </p:nvSpPr>
              <p:spPr bwMode="auto">
                <a:xfrm>
                  <a:off x="6286897" y="1912732"/>
                  <a:ext cx="3914" cy="4005"/>
                </a:xfrm>
                <a:custGeom>
                  <a:avLst/>
                  <a:gdLst>
                    <a:gd name="T0" fmla="*/ 2 w 2"/>
                    <a:gd name="T1" fmla="*/ 0 h 2"/>
                    <a:gd name="T2" fmla="*/ 2 w 2"/>
                    <a:gd name="T3" fmla="*/ 0 h 2"/>
                    <a:gd name="T4" fmla="*/ 2 w 2"/>
                    <a:gd name="T5" fmla="*/ 2 h 2"/>
                    <a:gd name="T6" fmla="*/ 2 w 2"/>
                    <a:gd name="T7" fmla="*/ 2 h 2"/>
                    <a:gd name="T8" fmla="*/ 0 w 2"/>
                    <a:gd name="T9" fmla="*/ 2 h 2"/>
                    <a:gd name="T10" fmla="*/ 0 w 2"/>
                    <a:gd name="T11" fmla="*/ 2 h 2"/>
                    <a:gd name="T12" fmla="*/ 0 w 2"/>
                    <a:gd name="T13" fmla="*/ 2 h 2"/>
                    <a:gd name="T14" fmla="*/ 2 w 2"/>
                    <a:gd name="T15" fmla="*/ 0 h 2"/>
                    <a:gd name="T16" fmla="*/ 2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2" y="0"/>
                      </a:moveTo>
                      <a:lnTo>
                        <a:pt x="2" y="0"/>
                      </a:lnTo>
                      <a:lnTo>
                        <a:pt x="2" y="2"/>
                      </a:lnTo>
                      <a:lnTo>
                        <a:pt x="2" y="2"/>
                      </a:lnTo>
                      <a:lnTo>
                        <a:pt x="0" y="2"/>
                      </a:lnTo>
                      <a:lnTo>
                        <a:pt x="0" y="2"/>
                      </a:lnTo>
                      <a:lnTo>
                        <a:pt x="0" y="2"/>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1" name="Freeform 118">
                  <a:extLst>
                    <a:ext uri="{FF2B5EF4-FFF2-40B4-BE49-F238E27FC236}">
                      <a16:creationId xmlns:a16="http://schemas.microsoft.com/office/drawing/2014/main" id="{552D91A9-F729-884A-B0F9-80FB0BE94F3B}"/>
                    </a:ext>
                  </a:extLst>
                </p:cNvPr>
                <p:cNvSpPr>
                  <a:spLocks/>
                </p:cNvSpPr>
                <p:nvPr/>
              </p:nvSpPr>
              <p:spPr bwMode="auto">
                <a:xfrm>
                  <a:off x="6267329" y="1916737"/>
                  <a:ext cx="3914"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0 w 2"/>
                    <a:gd name="T13" fmla="*/ 0 h 2"/>
                    <a:gd name="T14" fmla="*/ 0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0" y="0"/>
                      </a:moveTo>
                      <a:lnTo>
                        <a:pt x="0" y="0"/>
                      </a:lnTo>
                      <a:lnTo>
                        <a:pt x="0" y="2"/>
                      </a:lnTo>
                      <a:lnTo>
                        <a:pt x="2" y="2"/>
                      </a:lnTo>
                      <a:lnTo>
                        <a:pt x="2"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2" name="Freeform 119">
                  <a:extLst>
                    <a:ext uri="{FF2B5EF4-FFF2-40B4-BE49-F238E27FC236}">
                      <a16:creationId xmlns:a16="http://schemas.microsoft.com/office/drawing/2014/main" id="{20BCC3DA-D94B-A24C-AE6D-322B92EAA77B}"/>
                    </a:ext>
                  </a:extLst>
                </p:cNvPr>
                <p:cNvSpPr>
                  <a:spLocks/>
                </p:cNvSpPr>
                <p:nvPr/>
              </p:nvSpPr>
              <p:spPr bwMode="auto">
                <a:xfrm>
                  <a:off x="6128387" y="2048892"/>
                  <a:ext cx="7827" cy="4005"/>
                </a:xfrm>
                <a:custGeom>
                  <a:avLst/>
                  <a:gdLst>
                    <a:gd name="T0" fmla="*/ 2 w 4"/>
                    <a:gd name="T1" fmla="*/ 0 h 2"/>
                    <a:gd name="T2" fmla="*/ 2 w 4"/>
                    <a:gd name="T3" fmla="*/ 0 h 2"/>
                    <a:gd name="T4" fmla="*/ 4 w 4"/>
                    <a:gd name="T5" fmla="*/ 2 h 2"/>
                    <a:gd name="T6" fmla="*/ 2 w 4"/>
                    <a:gd name="T7" fmla="*/ 2 h 2"/>
                    <a:gd name="T8" fmla="*/ 2 w 4"/>
                    <a:gd name="T9" fmla="*/ 2 h 2"/>
                    <a:gd name="T10" fmla="*/ 2 w 4"/>
                    <a:gd name="T11" fmla="*/ 0 h 2"/>
                    <a:gd name="T12" fmla="*/ 0 w 4"/>
                    <a:gd name="T13" fmla="*/ 0 h 2"/>
                    <a:gd name="T14" fmla="*/ 2 w 4"/>
                    <a:gd name="T15" fmla="*/ 0 h 2"/>
                    <a:gd name="T16" fmla="*/ 2 w 4"/>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2" y="0"/>
                      </a:moveTo>
                      <a:lnTo>
                        <a:pt x="2" y="0"/>
                      </a:lnTo>
                      <a:lnTo>
                        <a:pt x="4" y="2"/>
                      </a:lnTo>
                      <a:lnTo>
                        <a:pt x="2" y="2"/>
                      </a:lnTo>
                      <a:lnTo>
                        <a:pt x="2" y="2"/>
                      </a:lnTo>
                      <a:lnTo>
                        <a:pt x="2" y="0"/>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3" name="Freeform 120">
                  <a:extLst>
                    <a:ext uri="{FF2B5EF4-FFF2-40B4-BE49-F238E27FC236}">
                      <a16:creationId xmlns:a16="http://schemas.microsoft.com/office/drawing/2014/main" id="{F43F2AA0-20FB-7E48-BA67-7C760A2B4979}"/>
                    </a:ext>
                  </a:extLst>
                </p:cNvPr>
                <p:cNvSpPr>
                  <a:spLocks/>
                </p:cNvSpPr>
                <p:nvPr/>
              </p:nvSpPr>
              <p:spPr bwMode="auto">
                <a:xfrm>
                  <a:off x="6089250" y="2088938"/>
                  <a:ext cx="7827" cy="12014"/>
                </a:xfrm>
                <a:custGeom>
                  <a:avLst/>
                  <a:gdLst>
                    <a:gd name="T0" fmla="*/ 2 w 4"/>
                    <a:gd name="T1" fmla="*/ 0 h 6"/>
                    <a:gd name="T2" fmla="*/ 2 w 4"/>
                    <a:gd name="T3" fmla="*/ 0 h 6"/>
                    <a:gd name="T4" fmla="*/ 2 w 4"/>
                    <a:gd name="T5" fmla="*/ 2 h 6"/>
                    <a:gd name="T6" fmla="*/ 2 w 4"/>
                    <a:gd name="T7" fmla="*/ 2 h 6"/>
                    <a:gd name="T8" fmla="*/ 4 w 4"/>
                    <a:gd name="T9" fmla="*/ 2 h 6"/>
                    <a:gd name="T10" fmla="*/ 4 w 4"/>
                    <a:gd name="T11" fmla="*/ 2 h 6"/>
                    <a:gd name="T12" fmla="*/ 2 w 4"/>
                    <a:gd name="T13" fmla="*/ 2 h 6"/>
                    <a:gd name="T14" fmla="*/ 2 w 4"/>
                    <a:gd name="T15" fmla="*/ 4 h 6"/>
                    <a:gd name="T16" fmla="*/ 2 w 4"/>
                    <a:gd name="T17" fmla="*/ 4 h 6"/>
                    <a:gd name="T18" fmla="*/ 0 w 4"/>
                    <a:gd name="T19" fmla="*/ 6 h 6"/>
                    <a:gd name="T20" fmla="*/ 0 w 4"/>
                    <a:gd name="T21" fmla="*/ 6 h 6"/>
                    <a:gd name="T22" fmla="*/ 0 w 4"/>
                    <a:gd name="T23" fmla="*/ 2 h 6"/>
                    <a:gd name="T24" fmla="*/ 0 w 4"/>
                    <a:gd name="T25" fmla="*/ 0 h 6"/>
                    <a:gd name="T26" fmla="*/ 2 w 4"/>
                    <a:gd name="T27" fmla="*/ 0 h 6"/>
                    <a:gd name="T28" fmla="*/ 2 w 4"/>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 h="6">
                      <a:moveTo>
                        <a:pt x="2" y="0"/>
                      </a:moveTo>
                      <a:lnTo>
                        <a:pt x="2" y="0"/>
                      </a:lnTo>
                      <a:lnTo>
                        <a:pt x="2" y="2"/>
                      </a:lnTo>
                      <a:lnTo>
                        <a:pt x="2" y="2"/>
                      </a:lnTo>
                      <a:lnTo>
                        <a:pt x="4" y="2"/>
                      </a:lnTo>
                      <a:lnTo>
                        <a:pt x="4" y="2"/>
                      </a:lnTo>
                      <a:lnTo>
                        <a:pt x="2" y="2"/>
                      </a:lnTo>
                      <a:lnTo>
                        <a:pt x="2" y="4"/>
                      </a:lnTo>
                      <a:lnTo>
                        <a:pt x="2" y="4"/>
                      </a:lnTo>
                      <a:lnTo>
                        <a:pt x="0" y="6"/>
                      </a:lnTo>
                      <a:lnTo>
                        <a:pt x="0" y="6"/>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4" name="Freeform 121">
                  <a:extLst>
                    <a:ext uri="{FF2B5EF4-FFF2-40B4-BE49-F238E27FC236}">
                      <a16:creationId xmlns:a16="http://schemas.microsoft.com/office/drawing/2014/main" id="{09F77EC2-61D4-5B4C-A00A-AAFB862B36FC}"/>
                    </a:ext>
                  </a:extLst>
                </p:cNvPr>
                <p:cNvSpPr>
                  <a:spLocks/>
                </p:cNvSpPr>
                <p:nvPr/>
              </p:nvSpPr>
              <p:spPr bwMode="auto">
                <a:xfrm>
                  <a:off x="6034456" y="1640412"/>
                  <a:ext cx="686873" cy="640753"/>
                </a:xfrm>
                <a:custGeom>
                  <a:avLst/>
                  <a:gdLst>
                    <a:gd name="T0" fmla="*/ 91 w 351"/>
                    <a:gd name="T1" fmla="*/ 280 h 320"/>
                    <a:gd name="T2" fmla="*/ 95 w 351"/>
                    <a:gd name="T3" fmla="*/ 252 h 320"/>
                    <a:gd name="T4" fmla="*/ 97 w 351"/>
                    <a:gd name="T5" fmla="*/ 228 h 320"/>
                    <a:gd name="T6" fmla="*/ 103 w 351"/>
                    <a:gd name="T7" fmla="*/ 186 h 320"/>
                    <a:gd name="T8" fmla="*/ 131 w 351"/>
                    <a:gd name="T9" fmla="*/ 172 h 320"/>
                    <a:gd name="T10" fmla="*/ 149 w 351"/>
                    <a:gd name="T11" fmla="*/ 126 h 320"/>
                    <a:gd name="T12" fmla="*/ 169 w 351"/>
                    <a:gd name="T13" fmla="*/ 100 h 320"/>
                    <a:gd name="T14" fmla="*/ 187 w 351"/>
                    <a:gd name="T15" fmla="*/ 88 h 320"/>
                    <a:gd name="T16" fmla="*/ 205 w 351"/>
                    <a:gd name="T17" fmla="*/ 64 h 320"/>
                    <a:gd name="T18" fmla="*/ 257 w 351"/>
                    <a:gd name="T19" fmla="*/ 72 h 320"/>
                    <a:gd name="T20" fmla="*/ 281 w 351"/>
                    <a:gd name="T21" fmla="*/ 64 h 320"/>
                    <a:gd name="T22" fmla="*/ 301 w 351"/>
                    <a:gd name="T23" fmla="*/ 42 h 320"/>
                    <a:gd name="T24" fmla="*/ 333 w 351"/>
                    <a:gd name="T25" fmla="*/ 58 h 320"/>
                    <a:gd name="T26" fmla="*/ 341 w 351"/>
                    <a:gd name="T27" fmla="*/ 42 h 320"/>
                    <a:gd name="T28" fmla="*/ 337 w 351"/>
                    <a:gd name="T29" fmla="*/ 40 h 320"/>
                    <a:gd name="T30" fmla="*/ 347 w 351"/>
                    <a:gd name="T31" fmla="*/ 28 h 320"/>
                    <a:gd name="T32" fmla="*/ 327 w 351"/>
                    <a:gd name="T33" fmla="*/ 8 h 320"/>
                    <a:gd name="T34" fmla="*/ 315 w 351"/>
                    <a:gd name="T35" fmla="*/ 16 h 320"/>
                    <a:gd name="T36" fmla="*/ 309 w 351"/>
                    <a:gd name="T37" fmla="*/ 0 h 320"/>
                    <a:gd name="T38" fmla="*/ 301 w 351"/>
                    <a:gd name="T39" fmla="*/ 20 h 320"/>
                    <a:gd name="T40" fmla="*/ 295 w 351"/>
                    <a:gd name="T41" fmla="*/ 20 h 320"/>
                    <a:gd name="T42" fmla="*/ 289 w 351"/>
                    <a:gd name="T43" fmla="*/ 16 h 320"/>
                    <a:gd name="T44" fmla="*/ 275 w 351"/>
                    <a:gd name="T45" fmla="*/ 24 h 320"/>
                    <a:gd name="T46" fmla="*/ 275 w 351"/>
                    <a:gd name="T47" fmla="*/ 14 h 320"/>
                    <a:gd name="T48" fmla="*/ 263 w 351"/>
                    <a:gd name="T49" fmla="*/ 22 h 320"/>
                    <a:gd name="T50" fmla="*/ 245 w 351"/>
                    <a:gd name="T51" fmla="*/ 32 h 320"/>
                    <a:gd name="T52" fmla="*/ 225 w 351"/>
                    <a:gd name="T53" fmla="*/ 24 h 320"/>
                    <a:gd name="T54" fmla="*/ 229 w 351"/>
                    <a:gd name="T55" fmla="*/ 36 h 320"/>
                    <a:gd name="T56" fmla="*/ 221 w 351"/>
                    <a:gd name="T57" fmla="*/ 36 h 320"/>
                    <a:gd name="T58" fmla="*/ 211 w 351"/>
                    <a:gd name="T59" fmla="*/ 38 h 320"/>
                    <a:gd name="T60" fmla="*/ 195 w 351"/>
                    <a:gd name="T61" fmla="*/ 36 h 320"/>
                    <a:gd name="T62" fmla="*/ 189 w 351"/>
                    <a:gd name="T63" fmla="*/ 50 h 320"/>
                    <a:gd name="T64" fmla="*/ 181 w 351"/>
                    <a:gd name="T65" fmla="*/ 54 h 320"/>
                    <a:gd name="T66" fmla="*/ 169 w 351"/>
                    <a:gd name="T67" fmla="*/ 76 h 320"/>
                    <a:gd name="T68" fmla="*/ 171 w 351"/>
                    <a:gd name="T69" fmla="*/ 82 h 320"/>
                    <a:gd name="T70" fmla="*/ 151 w 351"/>
                    <a:gd name="T71" fmla="*/ 92 h 320"/>
                    <a:gd name="T72" fmla="*/ 157 w 351"/>
                    <a:gd name="T73" fmla="*/ 102 h 320"/>
                    <a:gd name="T74" fmla="*/ 141 w 351"/>
                    <a:gd name="T75" fmla="*/ 120 h 320"/>
                    <a:gd name="T76" fmla="*/ 125 w 351"/>
                    <a:gd name="T77" fmla="*/ 132 h 320"/>
                    <a:gd name="T78" fmla="*/ 103 w 351"/>
                    <a:gd name="T79" fmla="*/ 152 h 320"/>
                    <a:gd name="T80" fmla="*/ 91 w 351"/>
                    <a:gd name="T81" fmla="*/ 168 h 320"/>
                    <a:gd name="T82" fmla="*/ 74 w 351"/>
                    <a:gd name="T83" fmla="*/ 184 h 320"/>
                    <a:gd name="T84" fmla="*/ 79 w 351"/>
                    <a:gd name="T85" fmla="*/ 196 h 320"/>
                    <a:gd name="T86" fmla="*/ 54 w 351"/>
                    <a:gd name="T87" fmla="*/ 198 h 320"/>
                    <a:gd name="T88" fmla="*/ 42 w 351"/>
                    <a:gd name="T89" fmla="*/ 204 h 320"/>
                    <a:gd name="T90" fmla="*/ 32 w 351"/>
                    <a:gd name="T91" fmla="*/ 218 h 320"/>
                    <a:gd name="T92" fmla="*/ 24 w 351"/>
                    <a:gd name="T93" fmla="*/ 228 h 320"/>
                    <a:gd name="T94" fmla="*/ 4 w 351"/>
                    <a:gd name="T95" fmla="*/ 228 h 320"/>
                    <a:gd name="T96" fmla="*/ 0 w 351"/>
                    <a:gd name="T97" fmla="*/ 248 h 320"/>
                    <a:gd name="T98" fmla="*/ 18 w 351"/>
                    <a:gd name="T99" fmla="*/ 244 h 320"/>
                    <a:gd name="T100" fmla="*/ 30 w 351"/>
                    <a:gd name="T101" fmla="*/ 250 h 320"/>
                    <a:gd name="T102" fmla="*/ 6 w 351"/>
                    <a:gd name="T103" fmla="*/ 256 h 320"/>
                    <a:gd name="T104" fmla="*/ 0 w 351"/>
                    <a:gd name="T105" fmla="*/ 264 h 320"/>
                    <a:gd name="T106" fmla="*/ 6 w 351"/>
                    <a:gd name="T107" fmla="*/ 270 h 320"/>
                    <a:gd name="T108" fmla="*/ 28 w 351"/>
                    <a:gd name="T109" fmla="*/ 264 h 320"/>
                    <a:gd name="T110" fmla="*/ 14 w 351"/>
                    <a:gd name="T111" fmla="*/ 282 h 320"/>
                    <a:gd name="T112" fmla="*/ 10 w 351"/>
                    <a:gd name="T113" fmla="*/ 290 h 320"/>
                    <a:gd name="T114" fmla="*/ 14 w 351"/>
                    <a:gd name="T115" fmla="*/ 304 h 320"/>
                    <a:gd name="T116" fmla="*/ 32 w 351"/>
                    <a:gd name="T117" fmla="*/ 320 h 320"/>
                    <a:gd name="T118" fmla="*/ 68 w 351"/>
                    <a:gd name="T119" fmla="*/ 30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1" h="320">
                      <a:moveTo>
                        <a:pt x="85" y="300"/>
                      </a:moveTo>
                      <a:lnTo>
                        <a:pt x="85" y="300"/>
                      </a:lnTo>
                      <a:lnTo>
                        <a:pt x="89" y="300"/>
                      </a:lnTo>
                      <a:lnTo>
                        <a:pt x="89" y="300"/>
                      </a:lnTo>
                      <a:lnTo>
                        <a:pt x="91" y="300"/>
                      </a:lnTo>
                      <a:lnTo>
                        <a:pt x="91" y="298"/>
                      </a:lnTo>
                      <a:lnTo>
                        <a:pt x="93" y="292"/>
                      </a:lnTo>
                      <a:lnTo>
                        <a:pt x="93" y="292"/>
                      </a:lnTo>
                      <a:lnTo>
                        <a:pt x="91" y="290"/>
                      </a:lnTo>
                      <a:lnTo>
                        <a:pt x="89" y="284"/>
                      </a:lnTo>
                      <a:lnTo>
                        <a:pt x="89" y="284"/>
                      </a:lnTo>
                      <a:lnTo>
                        <a:pt x="89" y="282"/>
                      </a:lnTo>
                      <a:lnTo>
                        <a:pt x="91" y="280"/>
                      </a:lnTo>
                      <a:lnTo>
                        <a:pt x="91" y="280"/>
                      </a:lnTo>
                      <a:lnTo>
                        <a:pt x="93" y="280"/>
                      </a:lnTo>
                      <a:lnTo>
                        <a:pt x="93" y="278"/>
                      </a:lnTo>
                      <a:lnTo>
                        <a:pt x="93" y="276"/>
                      </a:lnTo>
                      <a:lnTo>
                        <a:pt x="95" y="274"/>
                      </a:lnTo>
                      <a:lnTo>
                        <a:pt x="95" y="274"/>
                      </a:lnTo>
                      <a:lnTo>
                        <a:pt x="97" y="272"/>
                      </a:lnTo>
                      <a:lnTo>
                        <a:pt x="95" y="268"/>
                      </a:lnTo>
                      <a:lnTo>
                        <a:pt x="95" y="268"/>
                      </a:lnTo>
                      <a:lnTo>
                        <a:pt x="93" y="266"/>
                      </a:lnTo>
                      <a:lnTo>
                        <a:pt x="93" y="264"/>
                      </a:lnTo>
                      <a:lnTo>
                        <a:pt x="95" y="260"/>
                      </a:lnTo>
                      <a:lnTo>
                        <a:pt x="95" y="260"/>
                      </a:lnTo>
                      <a:lnTo>
                        <a:pt x="95" y="252"/>
                      </a:lnTo>
                      <a:lnTo>
                        <a:pt x="95" y="252"/>
                      </a:lnTo>
                      <a:lnTo>
                        <a:pt x="95" y="252"/>
                      </a:lnTo>
                      <a:lnTo>
                        <a:pt x="99" y="250"/>
                      </a:lnTo>
                      <a:lnTo>
                        <a:pt x="99" y="250"/>
                      </a:lnTo>
                      <a:lnTo>
                        <a:pt x="101" y="248"/>
                      </a:lnTo>
                      <a:lnTo>
                        <a:pt x="101" y="246"/>
                      </a:lnTo>
                      <a:lnTo>
                        <a:pt x="101" y="242"/>
                      </a:lnTo>
                      <a:lnTo>
                        <a:pt x="101" y="242"/>
                      </a:lnTo>
                      <a:lnTo>
                        <a:pt x="99" y="236"/>
                      </a:lnTo>
                      <a:lnTo>
                        <a:pt x="97" y="234"/>
                      </a:lnTo>
                      <a:lnTo>
                        <a:pt x="97" y="234"/>
                      </a:lnTo>
                      <a:lnTo>
                        <a:pt x="95" y="234"/>
                      </a:lnTo>
                      <a:lnTo>
                        <a:pt x="95" y="232"/>
                      </a:lnTo>
                      <a:lnTo>
                        <a:pt x="97" y="228"/>
                      </a:lnTo>
                      <a:lnTo>
                        <a:pt x="97" y="228"/>
                      </a:lnTo>
                      <a:lnTo>
                        <a:pt x="97" y="222"/>
                      </a:lnTo>
                      <a:lnTo>
                        <a:pt x="97" y="216"/>
                      </a:lnTo>
                      <a:lnTo>
                        <a:pt x="97" y="216"/>
                      </a:lnTo>
                      <a:lnTo>
                        <a:pt x="97" y="210"/>
                      </a:lnTo>
                      <a:lnTo>
                        <a:pt x="97" y="204"/>
                      </a:lnTo>
                      <a:lnTo>
                        <a:pt x="97" y="204"/>
                      </a:lnTo>
                      <a:lnTo>
                        <a:pt x="97" y="200"/>
                      </a:lnTo>
                      <a:lnTo>
                        <a:pt x="95" y="196"/>
                      </a:lnTo>
                      <a:lnTo>
                        <a:pt x="95" y="196"/>
                      </a:lnTo>
                      <a:lnTo>
                        <a:pt x="97" y="192"/>
                      </a:lnTo>
                      <a:lnTo>
                        <a:pt x="99" y="190"/>
                      </a:lnTo>
                      <a:lnTo>
                        <a:pt x="101" y="188"/>
                      </a:lnTo>
                      <a:lnTo>
                        <a:pt x="103" y="186"/>
                      </a:lnTo>
                      <a:lnTo>
                        <a:pt x="103" y="186"/>
                      </a:lnTo>
                      <a:lnTo>
                        <a:pt x="103" y="182"/>
                      </a:lnTo>
                      <a:lnTo>
                        <a:pt x="107" y="180"/>
                      </a:lnTo>
                      <a:lnTo>
                        <a:pt x="109" y="176"/>
                      </a:lnTo>
                      <a:lnTo>
                        <a:pt x="109" y="174"/>
                      </a:lnTo>
                      <a:lnTo>
                        <a:pt x="109" y="174"/>
                      </a:lnTo>
                      <a:lnTo>
                        <a:pt x="111" y="172"/>
                      </a:lnTo>
                      <a:lnTo>
                        <a:pt x="113" y="168"/>
                      </a:lnTo>
                      <a:lnTo>
                        <a:pt x="121" y="166"/>
                      </a:lnTo>
                      <a:lnTo>
                        <a:pt x="121" y="166"/>
                      </a:lnTo>
                      <a:lnTo>
                        <a:pt x="123" y="166"/>
                      </a:lnTo>
                      <a:lnTo>
                        <a:pt x="125" y="168"/>
                      </a:lnTo>
                      <a:lnTo>
                        <a:pt x="129" y="172"/>
                      </a:lnTo>
                      <a:lnTo>
                        <a:pt x="129" y="172"/>
                      </a:lnTo>
                      <a:lnTo>
                        <a:pt x="131" y="172"/>
                      </a:lnTo>
                      <a:lnTo>
                        <a:pt x="133" y="170"/>
                      </a:lnTo>
                      <a:lnTo>
                        <a:pt x="133" y="164"/>
                      </a:lnTo>
                      <a:lnTo>
                        <a:pt x="133" y="164"/>
                      </a:lnTo>
                      <a:lnTo>
                        <a:pt x="135" y="156"/>
                      </a:lnTo>
                      <a:lnTo>
                        <a:pt x="133" y="150"/>
                      </a:lnTo>
                      <a:lnTo>
                        <a:pt x="133" y="150"/>
                      </a:lnTo>
                      <a:lnTo>
                        <a:pt x="135" y="148"/>
                      </a:lnTo>
                      <a:lnTo>
                        <a:pt x="137" y="146"/>
                      </a:lnTo>
                      <a:lnTo>
                        <a:pt x="141" y="144"/>
                      </a:lnTo>
                      <a:lnTo>
                        <a:pt x="141" y="144"/>
                      </a:lnTo>
                      <a:lnTo>
                        <a:pt x="143" y="140"/>
                      </a:lnTo>
                      <a:lnTo>
                        <a:pt x="147" y="134"/>
                      </a:lnTo>
                      <a:lnTo>
                        <a:pt x="149" y="126"/>
                      </a:lnTo>
                      <a:lnTo>
                        <a:pt x="149" y="126"/>
                      </a:lnTo>
                      <a:lnTo>
                        <a:pt x="149" y="120"/>
                      </a:lnTo>
                      <a:lnTo>
                        <a:pt x="151" y="118"/>
                      </a:lnTo>
                      <a:lnTo>
                        <a:pt x="153" y="116"/>
                      </a:lnTo>
                      <a:lnTo>
                        <a:pt x="153" y="116"/>
                      </a:lnTo>
                      <a:lnTo>
                        <a:pt x="157" y="116"/>
                      </a:lnTo>
                      <a:lnTo>
                        <a:pt x="157" y="114"/>
                      </a:lnTo>
                      <a:lnTo>
                        <a:pt x="157" y="114"/>
                      </a:lnTo>
                      <a:lnTo>
                        <a:pt x="157" y="114"/>
                      </a:lnTo>
                      <a:lnTo>
                        <a:pt x="159" y="112"/>
                      </a:lnTo>
                      <a:lnTo>
                        <a:pt x="161" y="110"/>
                      </a:lnTo>
                      <a:lnTo>
                        <a:pt x="165" y="106"/>
                      </a:lnTo>
                      <a:lnTo>
                        <a:pt x="165" y="106"/>
                      </a:lnTo>
                      <a:lnTo>
                        <a:pt x="167" y="104"/>
                      </a:lnTo>
                      <a:lnTo>
                        <a:pt x="169" y="100"/>
                      </a:lnTo>
                      <a:lnTo>
                        <a:pt x="169" y="100"/>
                      </a:lnTo>
                      <a:lnTo>
                        <a:pt x="169" y="94"/>
                      </a:lnTo>
                      <a:lnTo>
                        <a:pt x="171" y="90"/>
                      </a:lnTo>
                      <a:lnTo>
                        <a:pt x="171" y="90"/>
                      </a:lnTo>
                      <a:lnTo>
                        <a:pt x="175" y="86"/>
                      </a:lnTo>
                      <a:lnTo>
                        <a:pt x="177" y="84"/>
                      </a:lnTo>
                      <a:lnTo>
                        <a:pt x="177" y="84"/>
                      </a:lnTo>
                      <a:lnTo>
                        <a:pt x="183" y="90"/>
                      </a:lnTo>
                      <a:lnTo>
                        <a:pt x="187" y="92"/>
                      </a:lnTo>
                      <a:lnTo>
                        <a:pt x="187" y="92"/>
                      </a:lnTo>
                      <a:lnTo>
                        <a:pt x="187" y="92"/>
                      </a:lnTo>
                      <a:lnTo>
                        <a:pt x="187" y="92"/>
                      </a:lnTo>
                      <a:lnTo>
                        <a:pt x="185" y="90"/>
                      </a:lnTo>
                      <a:lnTo>
                        <a:pt x="187" y="88"/>
                      </a:lnTo>
                      <a:lnTo>
                        <a:pt x="187" y="84"/>
                      </a:lnTo>
                      <a:lnTo>
                        <a:pt x="187" y="84"/>
                      </a:lnTo>
                      <a:lnTo>
                        <a:pt x="187" y="82"/>
                      </a:lnTo>
                      <a:lnTo>
                        <a:pt x="187" y="82"/>
                      </a:lnTo>
                      <a:lnTo>
                        <a:pt x="191" y="82"/>
                      </a:lnTo>
                      <a:lnTo>
                        <a:pt x="191" y="82"/>
                      </a:lnTo>
                      <a:lnTo>
                        <a:pt x="195" y="82"/>
                      </a:lnTo>
                      <a:lnTo>
                        <a:pt x="201" y="84"/>
                      </a:lnTo>
                      <a:lnTo>
                        <a:pt x="201" y="84"/>
                      </a:lnTo>
                      <a:lnTo>
                        <a:pt x="203" y="82"/>
                      </a:lnTo>
                      <a:lnTo>
                        <a:pt x="203" y="80"/>
                      </a:lnTo>
                      <a:lnTo>
                        <a:pt x="205" y="76"/>
                      </a:lnTo>
                      <a:lnTo>
                        <a:pt x="207" y="68"/>
                      </a:lnTo>
                      <a:lnTo>
                        <a:pt x="205" y="64"/>
                      </a:lnTo>
                      <a:lnTo>
                        <a:pt x="211" y="64"/>
                      </a:lnTo>
                      <a:lnTo>
                        <a:pt x="217" y="60"/>
                      </a:lnTo>
                      <a:lnTo>
                        <a:pt x="219" y="58"/>
                      </a:lnTo>
                      <a:lnTo>
                        <a:pt x="219" y="58"/>
                      </a:lnTo>
                      <a:lnTo>
                        <a:pt x="219" y="56"/>
                      </a:lnTo>
                      <a:lnTo>
                        <a:pt x="221" y="56"/>
                      </a:lnTo>
                      <a:lnTo>
                        <a:pt x="225" y="56"/>
                      </a:lnTo>
                      <a:lnTo>
                        <a:pt x="239" y="72"/>
                      </a:lnTo>
                      <a:lnTo>
                        <a:pt x="239" y="72"/>
                      </a:lnTo>
                      <a:lnTo>
                        <a:pt x="245" y="70"/>
                      </a:lnTo>
                      <a:lnTo>
                        <a:pt x="253" y="70"/>
                      </a:lnTo>
                      <a:lnTo>
                        <a:pt x="253" y="70"/>
                      </a:lnTo>
                      <a:lnTo>
                        <a:pt x="257" y="72"/>
                      </a:lnTo>
                      <a:lnTo>
                        <a:pt x="257" y="72"/>
                      </a:lnTo>
                      <a:lnTo>
                        <a:pt x="257" y="70"/>
                      </a:lnTo>
                      <a:lnTo>
                        <a:pt x="259" y="70"/>
                      </a:lnTo>
                      <a:lnTo>
                        <a:pt x="259" y="70"/>
                      </a:lnTo>
                      <a:lnTo>
                        <a:pt x="263" y="70"/>
                      </a:lnTo>
                      <a:lnTo>
                        <a:pt x="263" y="72"/>
                      </a:lnTo>
                      <a:lnTo>
                        <a:pt x="271" y="78"/>
                      </a:lnTo>
                      <a:lnTo>
                        <a:pt x="271" y="78"/>
                      </a:lnTo>
                      <a:lnTo>
                        <a:pt x="271" y="76"/>
                      </a:lnTo>
                      <a:lnTo>
                        <a:pt x="271" y="74"/>
                      </a:lnTo>
                      <a:lnTo>
                        <a:pt x="273" y="72"/>
                      </a:lnTo>
                      <a:lnTo>
                        <a:pt x="273" y="72"/>
                      </a:lnTo>
                      <a:lnTo>
                        <a:pt x="279" y="68"/>
                      </a:lnTo>
                      <a:lnTo>
                        <a:pt x="281" y="64"/>
                      </a:lnTo>
                      <a:lnTo>
                        <a:pt x="281" y="64"/>
                      </a:lnTo>
                      <a:lnTo>
                        <a:pt x="281" y="58"/>
                      </a:lnTo>
                      <a:lnTo>
                        <a:pt x="279" y="56"/>
                      </a:lnTo>
                      <a:lnTo>
                        <a:pt x="279" y="56"/>
                      </a:lnTo>
                      <a:lnTo>
                        <a:pt x="281" y="54"/>
                      </a:lnTo>
                      <a:lnTo>
                        <a:pt x="281" y="50"/>
                      </a:lnTo>
                      <a:lnTo>
                        <a:pt x="281" y="50"/>
                      </a:lnTo>
                      <a:lnTo>
                        <a:pt x="283" y="48"/>
                      </a:lnTo>
                      <a:lnTo>
                        <a:pt x="287" y="46"/>
                      </a:lnTo>
                      <a:lnTo>
                        <a:pt x="287" y="46"/>
                      </a:lnTo>
                      <a:lnTo>
                        <a:pt x="289" y="44"/>
                      </a:lnTo>
                      <a:lnTo>
                        <a:pt x="291" y="42"/>
                      </a:lnTo>
                      <a:lnTo>
                        <a:pt x="293" y="40"/>
                      </a:lnTo>
                      <a:lnTo>
                        <a:pt x="293" y="40"/>
                      </a:lnTo>
                      <a:lnTo>
                        <a:pt x="301" y="42"/>
                      </a:lnTo>
                      <a:lnTo>
                        <a:pt x="301" y="42"/>
                      </a:lnTo>
                      <a:lnTo>
                        <a:pt x="303" y="42"/>
                      </a:lnTo>
                      <a:lnTo>
                        <a:pt x="307" y="38"/>
                      </a:lnTo>
                      <a:lnTo>
                        <a:pt x="311" y="36"/>
                      </a:lnTo>
                      <a:lnTo>
                        <a:pt x="311" y="36"/>
                      </a:lnTo>
                      <a:lnTo>
                        <a:pt x="315" y="40"/>
                      </a:lnTo>
                      <a:lnTo>
                        <a:pt x="319" y="48"/>
                      </a:lnTo>
                      <a:lnTo>
                        <a:pt x="319" y="48"/>
                      </a:lnTo>
                      <a:lnTo>
                        <a:pt x="327" y="54"/>
                      </a:lnTo>
                      <a:lnTo>
                        <a:pt x="327" y="54"/>
                      </a:lnTo>
                      <a:lnTo>
                        <a:pt x="333" y="54"/>
                      </a:lnTo>
                      <a:lnTo>
                        <a:pt x="333" y="54"/>
                      </a:lnTo>
                      <a:lnTo>
                        <a:pt x="333" y="58"/>
                      </a:lnTo>
                      <a:lnTo>
                        <a:pt x="333" y="58"/>
                      </a:lnTo>
                      <a:lnTo>
                        <a:pt x="335" y="60"/>
                      </a:lnTo>
                      <a:lnTo>
                        <a:pt x="335" y="60"/>
                      </a:lnTo>
                      <a:lnTo>
                        <a:pt x="337" y="60"/>
                      </a:lnTo>
                      <a:lnTo>
                        <a:pt x="337" y="60"/>
                      </a:lnTo>
                      <a:lnTo>
                        <a:pt x="339" y="54"/>
                      </a:lnTo>
                      <a:lnTo>
                        <a:pt x="339" y="50"/>
                      </a:lnTo>
                      <a:lnTo>
                        <a:pt x="339" y="50"/>
                      </a:lnTo>
                      <a:lnTo>
                        <a:pt x="339" y="44"/>
                      </a:lnTo>
                      <a:lnTo>
                        <a:pt x="337" y="42"/>
                      </a:lnTo>
                      <a:lnTo>
                        <a:pt x="337" y="42"/>
                      </a:lnTo>
                      <a:lnTo>
                        <a:pt x="339" y="42"/>
                      </a:lnTo>
                      <a:lnTo>
                        <a:pt x="341" y="42"/>
                      </a:lnTo>
                      <a:lnTo>
                        <a:pt x="341" y="42"/>
                      </a:lnTo>
                      <a:lnTo>
                        <a:pt x="341" y="42"/>
                      </a:lnTo>
                      <a:lnTo>
                        <a:pt x="343" y="40"/>
                      </a:lnTo>
                      <a:lnTo>
                        <a:pt x="347" y="38"/>
                      </a:lnTo>
                      <a:lnTo>
                        <a:pt x="351" y="36"/>
                      </a:lnTo>
                      <a:lnTo>
                        <a:pt x="351" y="36"/>
                      </a:lnTo>
                      <a:lnTo>
                        <a:pt x="347" y="36"/>
                      </a:lnTo>
                      <a:lnTo>
                        <a:pt x="347" y="36"/>
                      </a:lnTo>
                      <a:lnTo>
                        <a:pt x="345" y="34"/>
                      </a:lnTo>
                      <a:lnTo>
                        <a:pt x="345" y="34"/>
                      </a:lnTo>
                      <a:lnTo>
                        <a:pt x="341" y="40"/>
                      </a:lnTo>
                      <a:lnTo>
                        <a:pt x="341" y="40"/>
                      </a:lnTo>
                      <a:lnTo>
                        <a:pt x="339" y="36"/>
                      </a:lnTo>
                      <a:lnTo>
                        <a:pt x="339" y="36"/>
                      </a:lnTo>
                      <a:lnTo>
                        <a:pt x="339" y="38"/>
                      </a:lnTo>
                      <a:lnTo>
                        <a:pt x="337" y="40"/>
                      </a:lnTo>
                      <a:lnTo>
                        <a:pt x="337" y="40"/>
                      </a:lnTo>
                      <a:lnTo>
                        <a:pt x="333" y="42"/>
                      </a:lnTo>
                      <a:lnTo>
                        <a:pt x="333" y="42"/>
                      </a:lnTo>
                      <a:lnTo>
                        <a:pt x="333" y="36"/>
                      </a:lnTo>
                      <a:lnTo>
                        <a:pt x="333" y="36"/>
                      </a:lnTo>
                      <a:lnTo>
                        <a:pt x="329" y="32"/>
                      </a:lnTo>
                      <a:lnTo>
                        <a:pt x="329" y="32"/>
                      </a:lnTo>
                      <a:lnTo>
                        <a:pt x="335" y="34"/>
                      </a:lnTo>
                      <a:lnTo>
                        <a:pt x="341" y="32"/>
                      </a:lnTo>
                      <a:lnTo>
                        <a:pt x="341" y="32"/>
                      </a:lnTo>
                      <a:lnTo>
                        <a:pt x="341" y="30"/>
                      </a:lnTo>
                      <a:lnTo>
                        <a:pt x="343" y="28"/>
                      </a:lnTo>
                      <a:lnTo>
                        <a:pt x="343" y="28"/>
                      </a:lnTo>
                      <a:lnTo>
                        <a:pt x="347" y="28"/>
                      </a:lnTo>
                      <a:lnTo>
                        <a:pt x="351" y="28"/>
                      </a:lnTo>
                      <a:lnTo>
                        <a:pt x="351" y="28"/>
                      </a:lnTo>
                      <a:lnTo>
                        <a:pt x="347" y="20"/>
                      </a:lnTo>
                      <a:lnTo>
                        <a:pt x="345" y="20"/>
                      </a:lnTo>
                      <a:lnTo>
                        <a:pt x="339" y="20"/>
                      </a:lnTo>
                      <a:lnTo>
                        <a:pt x="339" y="20"/>
                      </a:lnTo>
                      <a:lnTo>
                        <a:pt x="341" y="16"/>
                      </a:lnTo>
                      <a:lnTo>
                        <a:pt x="341" y="14"/>
                      </a:lnTo>
                      <a:lnTo>
                        <a:pt x="335" y="18"/>
                      </a:lnTo>
                      <a:lnTo>
                        <a:pt x="335" y="18"/>
                      </a:lnTo>
                      <a:lnTo>
                        <a:pt x="331" y="8"/>
                      </a:lnTo>
                      <a:lnTo>
                        <a:pt x="331" y="8"/>
                      </a:lnTo>
                      <a:lnTo>
                        <a:pt x="327" y="8"/>
                      </a:lnTo>
                      <a:lnTo>
                        <a:pt x="327" y="8"/>
                      </a:lnTo>
                      <a:lnTo>
                        <a:pt x="323" y="14"/>
                      </a:lnTo>
                      <a:lnTo>
                        <a:pt x="325" y="20"/>
                      </a:lnTo>
                      <a:lnTo>
                        <a:pt x="325" y="20"/>
                      </a:lnTo>
                      <a:lnTo>
                        <a:pt x="321" y="22"/>
                      </a:lnTo>
                      <a:lnTo>
                        <a:pt x="321" y="22"/>
                      </a:lnTo>
                      <a:lnTo>
                        <a:pt x="319" y="20"/>
                      </a:lnTo>
                      <a:lnTo>
                        <a:pt x="321" y="16"/>
                      </a:lnTo>
                      <a:lnTo>
                        <a:pt x="321" y="12"/>
                      </a:lnTo>
                      <a:lnTo>
                        <a:pt x="319" y="12"/>
                      </a:lnTo>
                      <a:lnTo>
                        <a:pt x="319" y="12"/>
                      </a:lnTo>
                      <a:lnTo>
                        <a:pt x="317" y="14"/>
                      </a:lnTo>
                      <a:lnTo>
                        <a:pt x="317" y="14"/>
                      </a:lnTo>
                      <a:lnTo>
                        <a:pt x="317" y="16"/>
                      </a:lnTo>
                      <a:lnTo>
                        <a:pt x="315" y="16"/>
                      </a:lnTo>
                      <a:lnTo>
                        <a:pt x="315" y="16"/>
                      </a:lnTo>
                      <a:lnTo>
                        <a:pt x="315" y="12"/>
                      </a:lnTo>
                      <a:lnTo>
                        <a:pt x="315" y="10"/>
                      </a:lnTo>
                      <a:lnTo>
                        <a:pt x="315" y="10"/>
                      </a:lnTo>
                      <a:lnTo>
                        <a:pt x="319" y="8"/>
                      </a:lnTo>
                      <a:lnTo>
                        <a:pt x="321" y="8"/>
                      </a:lnTo>
                      <a:lnTo>
                        <a:pt x="319" y="6"/>
                      </a:lnTo>
                      <a:lnTo>
                        <a:pt x="319" y="6"/>
                      </a:lnTo>
                      <a:lnTo>
                        <a:pt x="319" y="2"/>
                      </a:lnTo>
                      <a:lnTo>
                        <a:pt x="319" y="2"/>
                      </a:lnTo>
                      <a:lnTo>
                        <a:pt x="313" y="2"/>
                      </a:lnTo>
                      <a:lnTo>
                        <a:pt x="313" y="0"/>
                      </a:lnTo>
                      <a:lnTo>
                        <a:pt x="313" y="0"/>
                      </a:lnTo>
                      <a:lnTo>
                        <a:pt x="309" y="0"/>
                      </a:lnTo>
                      <a:lnTo>
                        <a:pt x="309" y="0"/>
                      </a:lnTo>
                      <a:lnTo>
                        <a:pt x="309" y="6"/>
                      </a:lnTo>
                      <a:lnTo>
                        <a:pt x="307" y="6"/>
                      </a:lnTo>
                      <a:lnTo>
                        <a:pt x="307" y="6"/>
                      </a:lnTo>
                      <a:lnTo>
                        <a:pt x="305" y="6"/>
                      </a:lnTo>
                      <a:lnTo>
                        <a:pt x="305" y="6"/>
                      </a:lnTo>
                      <a:lnTo>
                        <a:pt x="305" y="10"/>
                      </a:lnTo>
                      <a:lnTo>
                        <a:pt x="305" y="10"/>
                      </a:lnTo>
                      <a:lnTo>
                        <a:pt x="307" y="12"/>
                      </a:lnTo>
                      <a:lnTo>
                        <a:pt x="307" y="12"/>
                      </a:lnTo>
                      <a:lnTo>
                        <a:pt x="303" y="14"/>
                      </a:lnTo>
                      <a:lnTo>
                        <a:pt x="303" y="14"/>
                      </a:lnTo>
                      <a:lnTo>
                        <a:pt x="301" y="18"/>
                      </a:lnTo>
                      <a:lnTo>
                        <a:pt x="301" y="20"/>
                      </a:lnTo>
                      <a:lnTo>
                        <a:pt x="301" y="20"/>
                      </a:lnTo>
                      <a:lnTo>
                        <a:pt x="295" y="24"/>
                      </a:lnTo>
                      <a:lnTo>
                        <a:pt x="295" y="24"/>
                      </a:lnTo>
                      <a:lnTo>
                        <a:pt x="295" y="28"/>
                      </a:lnTo>
                      <a:lnTo>
                        <a:pt x="295" y="28"/>
                      </a:lnTo>
                      <a:lnTo>
                        <a:pt x="293" y="26"/>
                      </a:lnTo>
                      <a:lnTo>
                        <a:pt x="293" y="24"/>
                      </a:lnTo>
                      <a:lnTo>
                        <a:pt x="293" y="20"/>
                      </a:lnTo>
                      <a:lnTo>
                        <a:pt x="293" y="20"/>
                      </a:lnTo>
                      <a:lnTo>
                        <a:pt x="293" y="20"/>
                      </a:lnTo>
                      <a:lnTo>
                        <a:pt x="293" y="22"/>
                      </a:lnTo>
                      <a:lnTo>
                        <a:pt x="295" y="22"/>
                      </a:lnTo>
                      <a:lnTo>
                        <a:pt x="295" y="20"/>
                      </a:lnTo>
                      <a:lnTo>
                        <a:pt x="295" y="20"/>
                      </a:lnTo>
                      <a:lnTo>
                        <a:pt x="295" y="18"/>
                      </a:lnTo>
                      <a:lnTo>
                        <a:pt x="295" y="16"/>
                      </a:lnTo>
                      <a:lnTo>
                        <a:pt x="295" y="16"/>
                      </a:lnTo>
                      <a:lnTo>
                        <a:pt x="297" y="12"/>
                      </a:lnTo>
                      <a:lnTo>
                        <a:pt x="297" y="12"/>
                      </a:lnTo>
                      <a:lnTo>
                        <a:pt x="297" y="10"/>
                      </a:lnTo>
                      <a:lnTo>
                        <a:pt x="297" y="8"/>
                      </a:lnTo>
                      <a:lnTo>
                        <a:pt x="295" y="8"/>
                      </a:lnTo>
                      <a:lnTo>
                        <a:pt x="295" y="8"/>
                      </a:lnTo>
                      <a:lnTo>
                        <a:pt x="295" y="12"/>
                      </a:lnTo>
                      <a:lnTo>
                        <a:pt x="293" y="12"/>
                      </a:lnTo>
                      <a:lnTo>
                        <a:pt x="293" y="12"/>
                      </a:lnTo>
                      <a:lnTo>
                        <a:pt x="291" y="16"/>
                      </a:lnTo>
                      <a:lnTo>
                        <a:pt x="289" y="16"/>
                      </a:lnTo>
                      <a:lnTo>
                        <a:pt x="289" y="16"/>
                      </a:lnTo>
                      <a:lnTo>
                        <a:pt x="285" y="24"/>
                      </a:lnTo>
                      <a:lnTo>
                        <a:pt x="285" y="24"/>
                      </a:lnTo>
                      <a:lnTo>
                        <a:pt x="283" y="26"/>
                      </a:lnTo>
                      <a:lnTo>
                        <a:pt x="279" y="28"/>
                      </a:lnTo>
                      <a:lnTo>
                        <a:pt x="279" y="28"/>
                      </a:lnTo>
                      <a:lnTo>
                        <a:pt x="279" y="30"/>
                      </a:lnTo>
                      <a:lnTo>
                        <a:pt x="279" y="34"/>
                      </a:lnTo>
                      <a:lnTo>
                        <a:pt x="279" y="34"/>
                      </a:lnTo>
                      <a:lnTo>
                        <a:pt x="275" y="38"/>
                      </a:lnTo>
                      <a:lnTo>
                        <a:pt x="275" y="38"/>
                      </a:lnTo>
                      <a:lnTo>
                        <a:pt x="273" y="36"/>
                      </a:lnTo>
                      <a:lnTo>
                        <a:pt x="273" y="36"/>
                      </a:lnTo>
                      <a:lnTo>
                        <a:pt x="275" y="24"/>
                      </a:lnTo>
                      <a:lnTo>
                        <a:pt x="275" y="24"/>
                      </a:lnTo>
                      <a:lnTo>
                        <a:pt x="279" y="24"/>
                      </a:lnTo>
                      <a:lnTo>
                        <a:pt x="281" y="22"/>
                      </a:lnTo>
                      <a:lnTo>
                        <a:pt x="281" y="22"/>
                      </a:lnTo>
                      <a:lnTo>
                        <a:pt x="283" y="16"/>
                      </a:lnTo>
                      <a:lnTo>
                        <a:pt x="283" y="16"/>
                      </a:lnTo>
                      <a:lnTo>
                        <a:pt x="277" y="16"/>
                      </a:lnTo>
                      <a:lnTo>
                        <a:pt x="277" y="16"/>
                      </a:lnTo>
                      <a:lnTo>
                        <a:pt x="277" y="12"/>
                      </a:lnTo>
                      <a:lnTo>
                        <a:pt x="277" y="12"/>
                      </a:lnTo>
                      <a:lnTo>
                        <a:pt x="277" y="12"/>
                      </a:lnTo>
                      <a:lnTo>
                        <a:pt x="275" y="12"/>
                      </a:lnTo>
                      <a:lnTo>
                        <a:pt x="275" y="14"/>
                      </a:lnTo>
                      <a:lnTo>
                        <a:pt x="275" y="14"/>
                      </a:lnTo>
                      <a:lnTo>
                        <a:pt x="273" y="14"/>
                      </a:lnTo>
                      <a:lnTo>
                        <a:pt x="271" y="12"/>
                      </a:lnTo>
                      <a:lnTo>
                        <a:pt x="267" y="10"/>
                      </a:lnTo>
                      <a:lnTo>
                        <a:pt x="267" y="10"/>
                      </a:lnTo>
                      <a:lnTo>
                        <a:pt x="265" y="10"/>
                      </a:lnTo>
                      <a:lnTo>
                        <a:pt x="265" y="10"/>
                      </a:lnTo>
                      <a:lnTo>
                        <a:pt x="267" y="18"/>
                      </a:lnTo>
                      <a:lnTo>
                        <a:pt x="265" y="18"/>
                      </a:lnTo>
                      <a:lnTo>
                        <a:pt x="265" y="18"/>
                      </a:lnTo>
                      <a:lnTo>
                        <a:pt x="265" y="20"/>
                      </a:lnTo>
                      <a:lnTo>
                        <a:pt x="267" y="20"/>
                      </a:lnTo>
                      <a:lnTo>
                        <a:pt x="267" y="20"/>
                      </a:lnTo>
                      <a:lnTo>
                        <a:pt x="263" y="22"/>
                      </a:lnTo>
                      <a:lnTo>
                        <a:pt x="263" y="22"/>
                      </a:lnTo>
                      <a:lnTo>
                        <a:pt x="261" y="16"/>
                      </a:lnTo>
                      <a:lnTo>
                        <a:pt x="261" y="16"/>
                      </a:lnTo>
                      <a:lnTo>
                        <a:pt x="257" y="16"/>
                      </a:lnTo>
                      <a:lnTo>
                        <a:pt x="257" y="16"/>
                      </a:lnTo>
                      <a:lnTo>
                        <a:pt x="257" y="18"/>
                      </a:lnTo>
                      <a:lnTo>
                        <a:pt x="259" y="18"/>
                      </a:lnTo>
                      <a:lnTo>
                        <a:pt x="259" y="18"/>
                      </a:lnTo>
                      <a:lnTo>
                        <a:pt x="255" y="22"/>
                      </a:lnTo>
                      <a:lnTo>
                        <a:pt x="249" y="26"/>
                      </a:lnTo>
                      <a:lnTo>
                        <a:pt x="249" y="26"/>
                      </a:lnTo>
                      <a:lnTo>
                        <a:pt x="247" y="26"/>
                      </a:lnTo>
                      <a:lnTo>
                        <a:pt x="247" y="26"/>
                      </a:lnTo>
                      <a:lnTo>
                        <a:pt x="245" y="32"/>
                      </a:lnTo>
                      <a:lnTo>
                        <a:pt x="245" y="32"/>
                      </a:lnTo>
                      <a:lnTo>
                        <a:pt x="239" y="30"/>
                      </a:lnTo>
                      <a:lnTo>
                        <a:pt x="235" y="26"/>
                      </a:lnTo>
                      <a:lnTo>
                        <a:pt x="235" y="26"/>
                      </a:lnTo>
                      <a:lnTo>
                        <a:pt x="235" y="24"/>
                      </a:lnTo>
                      <a:lnTo>
                        <a:pt x="235" y="24"/>
                      </a:lnTo>
                      <a:lnTo>
                        <a:pt x="233" y="24"/>
                      </a:lnTo>
                      <a:lnTo>
                        <a:pt x="231" y="24"/>
                      </a:lnTo>
                      <a:lnTo>
                        <a:pt x="231" y="24"/>
                      </a:lnTo>
                      <a:lnTo>
                        <a:pt x="229" y="22"/>
                      </a:lnTo>
                      <a:lnTo>
                        <a:pt x="227" y="20"/>
                      </a:lnTo>
                      <a:lnTo>
                        <a:pt x="225" y="20"/>
                      </a:lnTo>
                      <a:lnTo>
                        <a:pt x="225" y="20"/>
                      </a:lnTo>
                      <a:lnTo>
                        <a:pt x="225" y="24"/>
                      </a:lnTo>
                      <a:lnTo>
                        <a:pt x="225" y="24"/>
                      </a:lnTo>
                      <a:lnTo>
                        <a:pt x="219" y="24"/>
                      </a:lnTo>
                      <a:lnTo>
                        <a:pt x="219" y="24"/>
                      </a:lnTo>
                      <a:lnTo>
                        <a:pt x="219" y="26"/>
                      </a:lnTo>
                      <a:lnTo>
                        <a:pt x="219" y="26"/>
                      </a:lnTo>
                      <a:lnTo>
                        <a:pt x="221" y="28"/>
                      </a:lnTo>
                      <a:lnTo>
                        <a:pt x="221" y="28"/>
                      </a:lnTo>
                      <a:lnTo>
                        <a:pt x="221" y="28"/>
                      </a:lnTo>
                      <a:lnTo>
                        <a:pt x="225" y="28"/>
                      </a:lnTo>
                      <a:lnTo>
                        <a:pt x="225" y="28"/>
                      </a:lnTo>
                      <a:lnTo>
                        <a:pt x="227" y="30"/>
                      </a:lnTo>
                      <a:lnTo>
                        <a:pt x="227" y="30"/>
                      </a:lnTo>
                      <a:lnTo>
                        <a:pt x="229" y="34"/>
                      </a:lnTo>
                      <a:lnTo>
                        <a:pt x="229" y="34"/>
                      </a:lnTo>
                      <a:lnTo>
                        <a:pt x="229" y="36"/>
                      </a:lnTo>
                      <a:lnTo>
                        <a:pt x="227" y="36"/>
                      </a:lnTo>
                      <a:lnTo>
                        <a:pt x="227" y="36"/>
                      </a:lnTo>
                      <a:lnTo>
                        <a:pt x="225" y="34"/>
                      </a:lnTo>
                      <a:lnTo>
                        <a:pt x="223" y="32"/>
                      </a:lnTo>
                      <a:lnTo>
                        <a:pt x="223" y="32"/>
                      </a:lnTo>
                      <a:lnTo>
                        <a:pt x="217" y="30"/>
                      </a:lnTo>
                      <a:lnTo>
                        <a:pt x="217" y="30"/>
                      </a:lnTo>
                      <a:lnTo>
                        <a:pt x="217" y="32"/>
                      </a:lnTo>
                      <a:lnTo>
                        <a:pt x="217" y="32"/>
                      </a:lnTo>
                      <a:lnTo>
                        <a:pt x="219" y="34"/>
                      </a:lnTo>
                      <a:lnTo>
                        <a:pt x="219" y="34"/>
                      </a:lnTo>
                      <a:lnTo>
                        <a:pt x="219" y="34"/>
                      </a:lnTo>
                      <a:lnTo>
                        <a:pt x="221" y="36"/>
                      </a:lnTo>
                      <a:lnTo>
                        <a:pt x="221" y="36"/>
                      </a:lnTo>
                      <a:lnTo>
                        <a:pt x="219" y="38"/>
                      </a:lnTo>
                      <a:lnTo>
                        <a:pt x="217" y="40"/>
                      </a:lnTo>
                      <a:lnTo>
                        <a:pt x="217" y="40"/>
                      </a:lnTo>
                      <a:lnTo>
                        <a:pt x="215" y="40"/>
                      </a:lnTo>
                      <a:lnTo>
                        <a:pt x="215" y="40"/>
                      </a:lnTo>
                      <a:lnTo>
                        <a:pt x="215" y="36"/>
                      </a:lnTo>
                      <a:lnTo>
                        <a:pt x="213" y="32"/>
                      </a:lnTo>
                      <a:lnTo>
                        <a:pt x="213" y="32"/>
                      </a:lnTo>
                      <a:lnTo>
                        <a:pt x="213" y="32"/>
                      </a:lnTo>
                      <a:lnTo>
                        <a:pt x="213" y="34"/>
                      </a:lnTo>
                      <a:lnTo>
                        <a:pt x="211" y="34"/>
                      </a:lnTo>
                      <a:lnTo>
                        <a:pt x="211" y="34"/>
                      </a:lnTo>
                      <a:lnTo>
                        <a:pt x="211" y="38"/>
                      </a:lnTo>
                      <a:lnTo>
                        <a:pt x="211" y="38"/>
                      </a:lnTo>
                      <a:lnTo>
                        <a:pt x="209" y="40"/>
                      </a:lnTo>
                      <a:lnTo>
                        <a:pt x="209" y="42"/>
                      </a:lnTo>
                      <a:lnTo>
                        <a:pt x="209" y="42"/>
                      </a:lnTo>
                      <a:lnTo>
                        <a:pt x="207" y="42"/>
                      </a:lnTo>
                      <a:lnTo>
                        <a:pt x="209" y="38"/>
                      </a:lnTo>
                      <a:lnTo>
                        <a:pt x="209" y="34"/>
                      </a:lnTo>
                      <a:lnTo>
                        <a:pt x="205" y="32"/>
                      </a:lnTo>
                      <a:lnTo>
                        <a:pt x="205" y="32"/>
                      </a:lnTo>
                      <a:lnTo>
                        <a:pt x="201" y="38"/>
                      </a:lnTo>
                      <a:lnTo>
                        <a:pt x="197" y="44"/>
                      </a:lnTo>
                      <a:lnTo>
                        <a:pt x="197" y="44"/>
                      </a:lnTo>
                      <a:lnTo>
                        <a:pt x="195" y="44"/>
                      </a:lnTo>
                      <a:lnTo>
                        <a:pt x="195" y="44"/>
                      </a:lnTo>
                      <a:lnTo>
                        <a:pt x="195" y="36"/>
                      </a:lnTo>
                      <a:lnTo>
                        <a:pt x="195" y="36"/>
                      </a:lnTo>
                      <a:lnTo>
                        <a:pt x="193" y="38"/>
                      </a:lnTo>
                      <a:lnTo>
                        <a:pt x="191" y="38"/>
                      </a:lnTo>
                      <a:lnTo>
                        <a:pt x="191" y="38"/>
                      </a:lnTo>
                      <a:lnTo>
                        <a:pt x="189" y="42"/>
                      </a:lnTo>
                      <a:lnTo>
                        <a:pt x="189" y="46"/>
                      </a:lnTo>
                      <a:lnTo>
                        <a:pt x="189" y="46"/>
                      </a:lnTo>
                      <a:lnTo>
                        <a:pt x="193" y="46"/>
                      </a:lnTo>
                      <a:lnTo>
                        <a:pt x="193" y="46"/>
                      </a:lnTo>
                      <a:lnTo>
                        <a:pt x="193" y="52"/>
                      </a:lnTo>
                      <a:lnTo>
                        <a:pt x="193" y="54"/>
                      </a:lnTo>
                      <a:lnTo>
                        <a:pt x="191" y="54"/>
                      </a:lnTo>
                      <a:lnTo>
                        <a:pt x="191" y="54"/>
                      </a:lnTo>
                      <a:lnTo>
                        <a:pt x="189" y="50"/>
                      </a:lnTo>
                      <a:lnTo>
                        <a:pt x="189" y="48"/>
                      </a:lnTo>
                      <a:lnTo>
                        <a:pt x="189" y="48"/>
                      </a:lnTo>
                      <a:lnTo>
                        <a:pt x="185" y="48"/>
                      </a:lnTo>
                      <a:lnTo>
                        <a:pt x="185" y="48"/>
                      </a:lnTo>
                      <a:lnTo>
                        <a:pt x="187" y="52"/>
                      </a:lnTo>
                      <a:lnTo>
                        <a:pt x="187" y="52"/>
                      </a:lnTo>
                      <a:lnTo>
                        <a:pt x="187" y="52"/>
                      </a:lnTo>
                      <a:lnTo>
                        <a:pt x="187" y="52"/>
                      </a:lnTo>
                      <a:lnTo>
                        <a:pt x="187" y="54"/>
                      </a:lnTo>
                      <a:lnTo>
                        <a:pt x="187" y="54"/>
                      </a:lnTo>
                      <a:lnTo>
                        <a:pt x="185" y="54"/>
                      </a:lnTo>
                      <a:lnTo>
                        <a:pt x="185" y="54"/>
                      </a:lnTo>
                      <a:lnTo>
                        <a:pt x="185" y="54"/>
                      </a:lnTo>
                      <a:lnTo>
                        <a:pt x="181" y="54"/>
                      </a:lnTo>
                      <a:lnTo>
                        <a:pt x="181" y="54"/>
                      </a:lnTo>
                      <a:lnTo>
                        <a:pt x="181" y="52"/>
                      </a:lnTo>
                      <a:lnTo>
                        <a:pt x="179" y="50"/>
                      </a:lnTo>
                      <a:lnTo>
                        <a:pt x="179" y="50"/>
                      </a:lnTo>
                      <a:lnTo>
                        <a:pt x="179" y="58"/>
                      </a:lnTo>
                      <a:lnTo>
                        <a:pt x="175" y="60"/>
                      </a:lnTo>
                      <a:lnTo>
                        <a:pt x="175" y="60"/>
                      </a:lnTo>
                      <a:lnTo>
                        <a:pt x="173" y="66"/>
                      </a:lnTo>
                      <a:lnTo>
                        <a:pt x="171" y="68"/>
                      </a:lnTo>
                      <a:lnTo>
                        <a:pt x="171" y="68"/>
                      </a:lnTo>
                      <a:lnTo>
                        <a:pt x="173" y="72"/>
                      </a:lnTo>
                      <a:lnTo>
                        <a:pt x="171" y="76"/>
                      </a:lnTo>
                      <a:lnTo>
                        <a:pt x="171" y="76"/>
                      </a:lnTo>
                      <a:lnTo>
                        <a:pt x="169" y="76"/>
                      </a:lnTo>
                      <a:lnTo>
                        <a:pt x="167" y="78"/>
                      </a:lnTo>
                      <a:lnTo>
                        <a:pt x="167" y="78"/>
                      </a:lnTo>
                      <a:lnTo>
                        <a:pt x="165" y="78"/>
                      </a:lnTo>
                      <a:lnTo>
                        <a:pt x="161" y="78"/>
                      </a:lnTo>
                      <a:lnTo>
                        <a:pt x="161" y="78"/>
                      </a:lnTo>
                      <a:lnTo>
                        <a:pt x="157" y="82"/>
                      </a:lnTo>
                      <a:lnTo>
                        <a:pt x="157" y="82"/>
                      </a:lnTo>
                      <a:lnTo>
                        <a:pt x="157" y="84"/>
                      </a:lnTo>
                      <a:lnTo>
                        <a:pt x="157" y="84"/>
                      </a:lnTo>
                      <a:lnTo>
                        <a:pt x="165" y="84"/>
                      </a:lnTo>
                      <a:lnTo>
                        <a:pt x="165" y="84"/>
                      </a:lnTo>
                      <a:lnTo>
                        <a:pt x="167" y="82"/>
                      </a:lnTo>
                      <a:lnTo>
                        <a:pt x="169" y="82"/>
                      </a:lnTo>
                      <a:lnTo>
                        <a:pt x="171" y="82"/>
                      </a:lnTo>
                      <a:lnTo>
                        <a:pt x="171" y="82"/>
                      </a:lnTo>
                      <a:lnTo>
                        <a:pt x="171" y="82"/>
                      </a:lnTo>
                      <a:lnTo>
                        <a:pt x="171" y="84"/>
                      </a:lnTo>
                      <a:lnTo>
                        <a:pt x="171" y="84"/>
                      </a:lnTo>
                      <a:lnTo>
                        <a:pt x="165" y="86"/>
                      </a:lnTo>
                      <a:lnTo>
                        <a:pt x="163" y="86"/>
                      </a:lnTo>
                      <a:lnTo>
                        <a:pt x="161" y="90"/>
                      </a:lnTo>
                      <a:lnTo>
                        <a:pt x="163" y="96"/>
                      </a:lnTo>
                      <a:lnTo>
                        <a:pt x="163" y="96"/>
                      </a:lnTo>
                      <a:lnTo>
                        <a:pt x="159" y="92"/>
                      </a:lnTo>
                      <a:lnTo>
                        <a:pt x="157" y="90"/>
                      </a:lnTo>
                      <a:lnTo>
                        <a:pt x="149" y="90"/>
                      </a:lnTo>
                      <a:lnTo>
                        <a:pt x="149" y="92"/>
                      </a:lnTo>
                      <a:lnTo>
                        <a:pt x="151" y="92"/>
                      </a:lnTo>
                      <a:lnTo>
                        <a:pt x="151" y="92"/>
                      </a:lnTo>
                      <a:lnTo>
                        <a:pt x="155" y="92"/>
                      </a:lnTo>
                      <a:lnTo>
                        <a:pt x="155" y="94"/>
                      </a:lnTo>
                      <a:lnTo>
                        <a:pt x="155" y="94"/>
                      </a:lnTo>
                      <a:lnTo>
                        <a:pt x="151" y="94"/>
                      </a:lnTo>
                      <a:lnTo>
                        <a:pt x="151" y="94"/>
                      </a:lnTo>
                      <a:lnTo>
                        <a:pt x="151" y="96"/>
                      </a:lnTo>
                      <a:lnTo>
                        <a:pt x="151" y="96"/>
                      </a:lnTo>
                      <a:lnTo>
                        <a:pt x="157" y="96"/>
                      </a:lnTo>
                      <a:lnTo>
                        <a:pt x="157" y="96"/>
                      </a:lnTo>
                      <a:lnTo>
                        <a:pt x="155" y="100"/>
                      </a:lnTo>
                      <a:lnTo>
                        <a:pt x="155" y="102"/>
                      </a:lnTo>
                      <a:lnTo>
                        <a:pt x="157" y="102"/>
                      </a:lnTo>
                      <a:lnTo>
                        <a:pt x="157" y="102"/>
                      </a:lnTo>
                      <a:lnTo>
                        <a:pt x="157" y="104"/>
                      </a:lnTo>
                      <a:lnTo>
                        <a:pt x="157" y="104"/>
                      </a:lnTo>
                      <a:lnTo>
                        <a:pt x="147" y="104"/>
                      </a:lnTo>
                      <a:lnTo>
                        <a:pt x="147" y="104"/>
                      </a:lnTo>
                      <a:lnTo>
                        <a:pt x="147" y="110"/>
                      </a:lnTo>
                      <a:lnTo>
                        <a:pt x="147" y="110"/>
                      </a:lnTo>
                      <a:lnTo>
                        <a:pt x="149" y="112"/>
                      </a:lnTo>
                      <a:lnTo>
                        <a:pt x="149" y="112"/>
                      </a:lnTo>
                      <a:lnTo>
                        <a:pt x="147" y="114"/>
                      </a:lnTo>
                      <a:lnTo>
                        <a:pt x="147" y="114"/>
                      </a:lnTo>
                      <a:lnTo>
                        <a:pt x="143" y="114"/>
                      </a:lnTo>
                      <a:lnTo>
                        <a:pt x="143" y="114"/>
                      </a:lnTo>
                      <a:lnTo>
                        <a:pt x="143" y="116"/>
                      </a:lnTo>
                      <a:lnTo>
                        <a:pt x="141" y="120"/>
                      </a:lnTo>
                      <a:lnTo>
                        <a:pt x="141" y="120"/>
                      </a:lnTo>
                      <a:lnTo>
                        <a:pt x="137" y="118"/>
                      </a:lnTo>
                      <a:lnTo>
                        <a:pt x="133" y="120"/>
                      </a:lnTo>
                      <a:lnTo>
                        <a:pt x="133" y="120"/>
                      </a:lnTo>
                      <a:lnTo>
                        <a:pt x="133" y="122"/>
                      </a:lnTo>
                      <a:lnTo>
                        <a:pt x="133" y="124"/>
                      </a:lnTo>
                      <a:lnTo>
                        <a:pt x="133" y="124"/>
                      </a:lnTo>
                      <a:lnTo>
                        <a:pt x="123" y="128"/>
                      </a:lnTo>
                      <a:lnTo>
                        <a:pt x="123" y="128"/>
                      </a:lnTo>
                      <a:lnTo>
                        <a:pt x="123" y="130"/>
                      </a:lnTo>
                      <a:lnTo>
                        <a:pt x="123" y="130"/>
                      </a:lnTo>
                      <a:lnTo>
                        <a:pt x="125" y="132"/>
                      </a:lnTo>
                      <a:lnTo>
                        <a:pt x="127" y="132"/>
                      </a:lnTo>
                      <a:lnTo>
                        <a:pt x="125" y="132"/>
                      </a:lnTo>
                      <a:lnTo>
                        <a:pt x="123" y="132"/>
                      </a:lnTo>
                      <a:lnTo>
                        <a:pt x="123" y="132"/>
                      </a:lnTo>
                      <a:lnTo>
                        <a:pt x="125" y="140"/>
                      </a:lnTo>
                      <a:lnTo>
                        <a:pt x="125" y="140"/>
                      </a:lnTo>
                      <a:lnTo>
                        <a:pt x="117" y="146"/>
                      </a:lnTo>
                      <a:lnTo>
                        <a:pt x="117" y="146"/>
                      </a:lnTo>
                      <a:lnTo>
                        <a:pt x="113" y="146"/>
                      </a:lnTo>
                      <a:lnTo>
                        <a:pt x="113" y="146"/>
                      </a:lnTo>
                      <a:lnTo>
                        <a:pt x="113" y="150"/>
                      </a:lnTo>
                      <a:lnTo>
                        <a:pt x="113" y="150"/>
                      </a:lnTo>
                      <a:lnTo>
                        <a:pt x="107" y="150"/>
                      </a:lnTo>
                      <a:lnTo>
                        <a:pt x="107" y="150"/>
                      </a:lnTo>
                      <a:lnTo>
                        <a:pt x="103" y="152"/>
                      </a:lnTo>
                      <a:lnTo>
                        <a:pt x="103" y="152"/>
                      </a:lnTo>
                      <a:lnTo>
                        <a:pt x="107" y="158"/>
                      </a:lnTo>
                      <a:lnTo>
                        <a:pt x="107" y="160"/>
                      </a:lnTo>
                      <a:lnTo>
                        <a:pt x="105" y="162"/>
                      </a:lnTo>
                      <a:lnTo>
                        <a:pt x="105" y="162"/>
                      </a:lnTo>
                      <a:lnTo>
                        <a:pt x="101" y="160"/>
                      </a:lnTo>
                      <a:lnTo>
                        <a:pt x="97" y="160"/>
                      </a:lnTo>
                      <a:lnTo>
                        <a:pt x="97" y="160"/>
                      </a:lnTo>
                      <a:lnTo>
                        <a:pt x="95" y="160"/>
                      </a:lnTo>
                      <a:lnTo>
                        <a:pt x="95" y="162"/>
                      </a:lnTo>
                      <a:lnTo>
                        <a:pt x="95" y="164"/>
                      </a:lnTo>
                      <a:lnTo>
                        <a:pt x="95" y="164"/>
                      </a:lnTo>
                      <a:lnTo>
                        <a:pt x="91" y="166"/>
                      </a:lnTo>
                      <a:lnTo>
                        <a:pt x="91" y="166"/>
                      </a:lnTo>
                      <a:lnTo>
                        <a:pt x="91" y="168"/>
                      </a:lnTo>
                      <a:lnTo>
                        <a:pt x="91" y="168"/>
                      </a:lnTo>
                      <a:lnTo>
                        <a:pt x="89" y="168"/>
                      </a:lnTo>
                      <a:lnTo>
                        <a:pt x="87" y="168"/>
                      </a:lnTo>
                      <a:lnTo>
                        <a:pt x="87" y="168"/>
                      </a:lnTo>
                      <a:lnTo>
                        <a:pt x="87" y="168"/>
                      </a:lnTo>
                      <a:lnTo>
                        <a:pt x="85" y="170"/>
                      </a:lnTo>
                      <a:lnTo>
                        <a:pt x="85" y="172"/>
                      </a:lnTo>
                      <a:lnTo>
                        <a:pt x="85" y="172"/>
                      </a:lnTo>
                      <a:lnTo>
                        <a:pt x="79" y="178"/>
                      </a:lnTo>
                      <a:lnTo>
                        <a:pt x="79" y="178"/>
                      </a:lnTo>
                      <a:lnTo>
                        <a:pt x="77" y="180"/>
                      </a:lnTo>
                      <a:lnTo>
                        <a:pt x="74" y="184"/>
                      </a:lnTo>
                      <a:lnTo>
                        <a:pt x="74" y="184"/>
                      </a:lnTo>
                      <a:lnTo>
                        <a:pt x="74" y="184"/>
                      </a:lnTo>
                      <a:lnTo>
                        <a:pt x="70" y="184"/>
                      </a:lnTo>
                      <a:lnTo>
                        <a:pt x="70" y="184"/>
                      </a:lnTo>
                      <a:lnTo>
                        <a:pt x="72" y="190"/>
                      </a:lnTo>
                      <a:lnTo>
                        <a:pt x="72" y="190"/>
                      </a:lnTo>
                      <a:lnTo>
                        <a:pt x="81" y="186"/>
                      </a:lnTo>
                      <a:lnTo>
                        <a:pt x="91" y="180"/>
                      </a:lnTo>
                      <a:lnTo>
                        <a:pt x="91" y="180"/>
                      </a:lnTo>
                      <a:lnTo>
                        <a:pt x="89" y="184"/>
                      </a:lnTo>
                      <a:lnTo>
                        <a:pt x="89" y="184"/>
                      </a:lnTo>
                      <a:lnTo>
                        <a:pt x="83" y="188"/>
                      </a:lnTo>
                      <a:lnTo>
                        <a:pt x="79" y="190"/>
                      </a:lnTo>
                      <a:lnTo>
                        <a:pt x="79" y="190"/>
                      </a:lnTo>
                      <a:lnTo>
                        <a:pt x="79" y="196"/>
                      </a:lnTo>
                      <a:lnTo>
                        <a:pt x="79" y="196"/>
                      </a:lnTo>
                      <a:lnTo>
                        <a:pt x="68" y="194"/>
                      </a:lnTo>
                      <a:lnTo>
                        <a:pt x="68" y="194"/>
                      </a:lnTo>
                      <a:lnTo>
                        <a:pt x="68" y="190"/>
                      </a:lnTo>
                      <a:lnTo>
                        <a:pt x="68" y="190"/>
                      </a:lnTo>
                      <a:lnTo>
                        <a:pt x="66" y="188"/>
                      </a:lnTo>
                      <a:lnTo>
                        <a:pt x="66" y="188"/>
                      </a:lnTo>
                      <a:lnTo>
                        <a:pt x="60" y="190"/>
                      </a:lnTo>
                      <a:lnTo>
                        <a:pt x="54" y="190"/>
                      </a:lnTo>
                      <a:lnTo>
                        <a:pt x="54" y="196"/>
                      </a:lnTo>
                      <a:lnTo>
                        <a:pt x="54" y="196"/>
                      </a:lnTo>
                      <a:lnTo>
                        <a:pt x="56" y="196"/>
                      </a:lnTo>
                      <a:lnTo>
                        <a:pt x="56" y="196"/>
                      </a:lnTo>
                      <a:lnTo>
                        <a:pt x="54" y="198"/>
                      </a:lnTo>
                      <a:lnTo>
                        <a:pt x="54" y="198"/>
                      </a:lnTo>
                      <a:lnTo>
                        <a:pt x="52" y="198"/>
                      </a:lnTo>
                      <a:lnTo>
                        <a:pt x="50" y="198"/>
                      </a:lnTo>
                      <a:lnTo>
                        <a:pt x="50" y="198"/>
                      </a:lnTo>
                      <a:lnTo>
                        <a:pt x="48" y="200"/>
                      </a:lnTo>
                      <a:lnTo>
                        <a:pt x="48" y="202"/>
                      </a:lnTo>
                      <a:lnTo>
                        <a:pt x="48" y="204"/>
                      </a:lnTo>
                      <a:lnTo>
                        <a:pt x="48" y="202"/>
                      </a:lnTo>
                      <a:lnTo>
                        <a:pt x="48" y="202"/>
                      </a:lnTo>
                      <a:lnTo>
                        <a:pt x="44" y="202"/>
                      </a:lnTo>
                      <a:lnTo>
                        <a:pt x="44" y="202"/>
                      </a:lnTo>
                      <a:lnTo>
                        <a:pt x="44" y="206"/>
                      </a:lnTo>
                      <a:lnTo>
                        <a:pt x="44" y="206"/>
                      </a:lnTo>
                      <a:lnTo>
                        <a:pt x="44" y="206"/>
                      </a:lnTo>
                      <a:lnTo>
                        <a:pt x="42" y="204"/>
                      </a:lnTo>
                      <a:lnTo>
                        <a:pt x="42" y="204"/>
                      </a:lnTo>
                      <a:lnTo>
                        <a:pt x="30" y="204"/>
                      </a:lnTo>
                      <a:lnTo>
                        <a:pt x="30" y="204"/>
                      </a:lnTo>
                      <a:lnTo>
                        <a:pt x="32" y="208"/>
                      </a:lnTo>
                      <a:lnTo>
                        <a:pt x="32" y="208"/>
                      </a:lnTo>
                      <a:lnTo>
                        <a:pt x="34" y="208"/>
                      </a:lnTo>
                      <a:lnTo>
                        <a:pt x="34" y="208"/>
                      </a:lnTo>
                      <a:lnTo>
                        <a:pt x="36" y="210"/>
                      </a:lnTo>
                      <a:lnTo>
                        <a:pt x="36" y="212"/>
                      </a:lnTo>
                      <a:lnTo>
                        <a:pt x="36" y="212"/>
                      </a:lnTo>
                      <a:lnTo>
                        <a:pt x="32" y="216"/>
                      </a:lnTo>
                      <a:lnTo>
                        <a:pt x="32" y="216"/>
                      </a:lnTo>
                      <a:lnTo>
                        <a:pt x="32" y="218"/>
                      </a:lnTo>
                      <a:lnTo>
                        <a:pt x="32" y="218"/>
                      </a:lnTo>
                      <a:lnTo>
                        <a:pt x="30" y="216"/>
                      </a:lnTo>
                      <a:lnTo>
                        <a:pt x="30" y="216"/>
                      </a:lnTo>
                      <a:lnTo>
                        <a:pt x="26" y="216"/>
                      </a:lnTo>
                      <a:lnTo>
                        <a:pt x="22" y="216"/>
                      </a:lnTo>
                      <a:lnTo>
                        <a:pt x="22" y="216"/>
                      </a:lnTo>
                      <a:lnTo>
                        <a:pt x="22" y="218"/>
                      </a:lnTo>
                      <a:lnTo>
                        <a:pt x="20" y="222"/>
                      </a:lnTo>
                      <a:lnTo>
                        <a:pt x="20" y="222"/>
                      </a:lnTo>
                      <a:lnTo>
                        <a:pt x="28" y="222"/>
                      </a:lnTo>
                      <a:lnTo>
                        <a:pt x="30" y="224"/>
                      </a:lnTo>
                      <a:lnTo>
                        <a:pt x="24" y="226"/>
                      </a:lnTo>
                      <a:lnTo>
                        <a:pt x="24" y="226"/>
                      </a:lnTo>
                      <a:lnTo>
                        <a:pt x="24" y="226"/>
                      </a:lnTo>
                      <a:lnTo>
                        <a:pt x="24" y="228"/>
                      </a:lnTo>
                      <a:lnTo>
                        <a:pt x="24" y="228"/>
                      </a:lnTo>
                      <a:lnTo>
                        <a:pt x="22" y="226"/>
                      </a:lnTo>
                      <a:lnTo>
                        <a:pt x="20" y="224"/>
                      </a:lnTo>
                      <a:lnTo>
                        <a:pt x="20" y="224"/>
                      </a:lnTo>
                      <a:lnTo>
                        <a:pt x="20" y="228"/>
                      </a:lnTo>
                      <a:lnTo>
                        <a:pt x="20" y="228"/>
                      </a:lnTo>
                      <a:lnTo>
                        <a:pt x="14" y="228"/>
                      </a:lnTo>
                      <a:lnTo>
                        <a:pt x="8" y="228"/>
                      </a:lnTo>
                      <a:lnTo>
                        <a:pt x="8" y="228"/>
                      </a:lnTo>
                      <a:lnTo>
                        <a:pt x="8" y="230"/>
                      </a:lnTo>
                      <a:lnTo>
                        <a:pt x="8" y="230"/>
                      </a:lnTo>
                      <a:lnTo>
                        <a:pt x="6" y="228"/>
                      </a:lnTo>
                      <a:lnTo>
                        <a:pt x="4" y="228"/>
                      </a:lnTo>
                      <a:lnTo>
                        <a:pt x="4" y="228"/>
                      </a:lnTo>
                      <a:lnTo>
                        <a:pt x="4" y="232"/>
                      </a:lnTo>
                      <a:lnTo>
                        <a:pt x="4" y="232"/>
                      </a:lnTo>
                      <a:lnTo>
                        <a:pt x="16" y="234"/>
                      </a:lnTo>
                      <a:lnTo>
                        <a:pt x="16" y="234"/>
                      </a:lnTo>
                      <a:lnTo>
                        <a:pt x="16" y="234"/>
                      </a:lnTo>
                      <a:lnTo>
                        <a:pt x="16" y="234"/>
                      </a:lnTo>
                      <a:lnTo>
                        <a:pt x="18" y="234"/>
                      </a:lnTo>
                      <a:lnTo>
                        <a:pt x="18" y="234"/>
                      </a:lnTo>
                      <a:lnTo>
                        <a:pt x="18" y="236"/>
                      </a:lnTo>
                      <a:lnTo>
                        <a:pt x="18" y="236"/>
                      </a:lnTo>
                      <a:lnTo>
                        <a:pt x="0" y="236"/>
                      </a:lnTo>
                      <a:lnTo>
                        <a:pt x="0" y="236"/>
                      </a:lnTo>
                      <a:lnTo>
                        <a:pt x="0" y="242"/>
                      </a:lnTo>
                      <a:lnTo>
                        <a:pt x="0" y="248"/>
                      </a:lnTo>
                      <a:lnTo>
                        <a:pt x="0" y="248"/>
                      </a:lnTo>
                      <a:lnTo>
                        <a:pt x="4" y="248"/>
                      </a:lnTo>
                      <a:lnTo>
                        <a:pt x="4" y="248"/>
                      </a:lnTo>
                      <a:lnTo>
                        <a:pt x="6" y="246"/>
                      </a:lnTo>
                      <a:lnTo>
                        <a:pt x="6" y="246"/>
                      </a:lnTo>
                      <a:lnTo>
                        <a:pt x="8" y="246"/>
                      </a:lnTo>
                      <a:lnTo>
                        <a:pt x="8" y="246"/>
                      </a:lnTo>
                      <a:lnTo>
                        <a:pt x="12" y="250"/>
                      </a:lnTo>
                      <a:lnTo>
                        <a:pt x="12" y="250"/>
                      </a:lnTo>
                      <a:lnTo>
                        <a:pt x="16" y="250"/>
                      </a:lnTo>
                      <a:lnTo>
                        <a:pt x="16" y="250"/>
                      </a:lnTo>
                      <a:lnTo>
                        <a:pt x="16" y="246"/>
                      </a:lnTo>
                      <a:lnTo>
                        <a:pt x="16" y="246"/>
                      </a:lnTo>
                      <a:lnTo>
                        <a:pt x="18" y="244"/>
                      </a:lnTo>
                      <a:lnTo>
                        <a:pt x="18" y="244"/>
                      </a:lnTo>
                      <a:lnTo>
                        <a:pt x="20" y="248"/>
                      </a:lnTo>
                      <a:lnTo>
                        <a:pt x="20" y="248"/>
                      </a:lnTo>
                      <a:lnTo>
                        <a:pt x="22" y="246"/>
                      </a:lnTo>
                      <a:lnTo>
                        <a:pt x="24" y="246"/>
                      </a:lnTo>
                      <a:lnTo>
                        <a:pt x="24" y="246"/>
                      </a:lnTo>
                      <a:lnTo>
                        <a:pt x="26" y="248"/>
                      </a:lnTo>
                      <a:lnTo>
                        <a:pt x="26" y="250"/>
                      </a:lnTo>
                      <a:lnTo>
                        <a:pt x="26" y="250"/>
                      </a:lnTo>
                      <a:lnTo>
                        <a:pt x="28" y="248"/>
                      </a:lnTo>
                      <a:lnTo>
                        <a:pt x="30" y="246"/>
                      </a:lnTo>
                      <a:lnTo>
                        <a:pt x="30" y="246"/>
                      </a:lnTo>
                      <a:lnTo>
                        <a:pt x="30" y="250"/>
                      </a:lnTo>
                      <a:lnTo>
                        <a:pt x="30" y="250"/>
                      </a:lnTo>
                      <a:lnTo>
                        <a:pt x="24" y="250"/>
                      </a:lnTo>
                      <a:lnTo>
                        <a:pt x="24" y="252"/>
                      </a:lnTo>
                      <a:lnTo>
                        <a:pt x="24" y="252"/>
                      </a:lnTo>
                      <a:lnTo>
                        <a:pt x="22" y="252"/>
                      </a:lnTo>
                      <a:lnTo>
                        <a:pt x="20" y="250"/>
                      </a:lnTo>
                      <a:lnTo>
                        <a:pt x="20" y="250"/>
                      </a:lnTo>
                      <a:lnTo>
                        <a:pt x="4" y="250"/>
                      </a:lnTo>
                      <a:lnTo>
                        <a:pt x="2" y="252"/>
                      </a:lnTo>
                      <a:lnTo>
                        <a:pt x="2" y="252"/>
                      </a:lnTo>
                      <a:lnTo>
                        <a:pt x="0" y="252"/>
                      </a:lnTo>
                      <a:lnTo>
                        <a:pt x="0" y="252"/>
                      </a:lnTo>
                      <a:lnTo>
                        <a:pt x="0" y="254"/>
                      </a:lnTo>
                      <a:lnTo>
                        <a:pt x="0" y="254"/>
                      </a:lnTo>
                      <a:lnTo>
                        <a:pt x="6" y="256"/>
                      </a:lnTo>
                      <a:lnTo>
                        <a:pt x="6" y="256"/>
                      </a:lnTo>
                      <a:lnTo>
                        <a:pt x="6" y="256"/>
                      </a:lnTo>
                      <a:lnTo>
                        <a:pt x="6" y="256"/>
                      </a:lnTo>
                      <a:lnTo>
                        <a:pt x="6" y="256"/>
                      </a:lnTo>
                      <a:lnTo>
                        <a:pt x="6" y="260"/>
                      </a:lnTo>
                      <a:lnTo>
                        <a:pt x="6" y="260"/>
                      </a:lnTo>
                      <a:lnTo>
                        <a:pt x="2" y="260"/>
                      </a:lnTo>
                      <a:lnTo>
                        <a:pt x="2" y="260"/>
                      </a:lnTo>
                      <a:lnTo>
                        <a:pt x="2" y="262"/>
                      </a:lnTo>
                      <a:lnTo>
                        <a:pt x="2" y="262"/>
                      </a:lnTo>
                      <a:lnTo>
                        <a:pt x="2" y="262"/>
                      </a:lnTo>
                      <a:lnTo>
                        <a:pt x="0" y="264"/>
                      </a:lnTo>
                      <a:lnTo>
                        <a:pt x="0" y="264"/>
                      </a:lnTo>
                      <a:lnTo>
                        <a:pt x="0" y="264"/>
                      </a:lnTo>
                      <a:lnTo>
                        <a:pt x="0" y="264"/>
                      </a:lnTo>
                      <a:lnTo>
                        <a:pt x="6" y="266"/>
                      </a:lnTo>
                      <a:lnTo>
                        <a:pt x="6" y="266"/>
                      </a:lnTo>
                      <a:lnTo>
                        <a:pt x="6" y="264"/>
                      </a:lnTo>
                      <a:lnTo>
                        <a:pt x="6" y="264"/>
                      </a:lnTo>
                      <a:lnTo>
                        <a:pt x="8" y="264"/>
                      </a:lnTo>
                      <a:lnTo>
                        <a:pt x="8" y="264"/>
                      </a:lnTo>
                      <a:lnTo>
                        <a:pt x="8" y="264"/>
                      </a:lnTo>
                      <a:lnTo>
                        <a:pt x="10" y="266"/>
                      </a:lnTo>
                      <a:lnTo>
                        <a:pt x="8" y="266"/>
                      </a:lnTo>
                      <a:lnTo>
                        <a:pt x="6" y="266"/>
                      </a:lnTo>
                      <a:lnTo>
                        <a:pt x="6" y="266"/>
                      </a:lnTo>
                      <a:lnTo>
                        <a:pt x="6" y="270"/>
                      </a:lnTo>
                      <a:lnTo>
                        <a:pt x="6" y="270"/>
                      </a:lnTo>
                      <a:lnTo>
                        <a:pt x="12" y="268"/>
                      </a:lnTo>
                      <a:lnTo>
                        <a:pt x="12" y="268"/>
                      </a:lnTo>
                      <a:lnTo>
                        <a:pt x="12" y="272"/>
                      </a:lnTo>
                      <a:lnTo>
                        <a:pt x="14" y="272"/>
                      </a:lnTo>
                      <a:lnTo>
                        <a:pt x="16" y="272"/>
                      </a:lnTo>
                      <a:lnTo>
                        <a:pt x="16" y="272"/>
                      </a:lnTo>
                      <a:lnTo>
                        <a:pt x="18" y="270"/>
                      </a:lnTo>
                      <a:lnTo>
                        <a:pt x="20" y="266"/>
                      </a:lnTo>
                      <a:lnTo>
                        <a:pt x="22" y="264"/>
                      </a:lnTo>
                      <a:lnTo>
                        <a:pt x="22" y="264"/>
                      </a:lnTo>
                      <a:lnTo>
                        <a:pt x="28" y="264"/>
                      </a:lnTo>
                      <a:lnTo>
                        <a:pt x="28" y="264"/>
                      </a:lnTo>
                      <a:lnTo>
                        <a:pt x="28" y="264"/>
                      </a:lnTo>
                      <a:lnTo>
                        <a:pt x="28" y="264"/>
                      </a:lnTo>
                      <a:lnTo>
                        <a:pt x="26" y="268"/>
                      </a:lnTo>
                      <a:lnTo>
                        <a:pt x="26" y="268"/>
                      </a:lnTo>
                      <a:lnTo>
                        <a:pt x="22" y="268"/>
                      </a:lnTo>
                      <a:lnTo>
                        <a:pt x="22" y="268"/>
                      </a:lnTo>
                      <a:lnTo>
                        <a:pt x="20" y="270"/>
                      </a:lnTo>
                      <a:lnTo>
                        <a:pt x="20" y="272"/>
                      </a:lnTo>
                      <a:lnTo>
                        <a:pt x="18" y="274"/>
                      </a:lnTo>
                      <a:lnTo>
                        <a:pt x="18" y="274"/>
                      </a:lnTo>
                      <a:lnTo>
                        <a:pt x="16" y="276"/>
                      </a:lnTo>
                      <a:lnTo>
                        <a:pt x="16" y="276"/>
                      </a:lnTo>
                      <a:lnTo>
                        <a:pt x="16" y="280"/>
                      </a:lnTo>
                      <a:lnTo>
                        <a:pt x="16" y="282"/>
                      </a:lnTo>
                      <a:lnTo>
                        <a:pt x="16" y="282"/>
                      </a:lnTo>
                      <a:lnTo>
                        <a:pt x="14" y="282"/>
                      </a:lnTo>
                      <a:lnTo>
                        <a:pt x="12" y="284"/>
                      </a:lnTo>
                      <a:lnTo>
                        <a:pt x="6" y="284"/>
                      </a:lnTo>
                      <a:lnTo>
                        <a:pt x="6" y="284"/>
                      </a:lnTo>
                      <a:lnTo>
                        <a:pt x="4" y="286"/>
                      </a:lnTo>
                      <a:lnTo>
                        <a:pt x="4" y="290"/>
                      </a:lnTo>
                      <a:lnTo>
                        <a:pt x="4" y="290"/>
                      </a:lnTo>
                      <a:lnTo>
                        <a:pt x="8" y="290"/>
                      </a:lnTo>
                      <a:lnTo>
                        <a:pt x="8" y="290"/>
                      </a:lnTo>
                      <a:lnTo>
                        <a:pt x="10" y="292"/>
                      </a:lnTo>
                      <a:lnTo>
                        <a:pt x="10" y="292"/>
                      </a:lnTo>
                      <a:lnTo>
                        <a:pt x="10" y="292"/>
                      </a:lnTo>
                      <a:lnTo>
                        <a:pt x="10" y="292"/>
                      </a:lnTo>
                      <a:lnTo>
                        <a:pt x="10" y="290"/>
                      </a:lnTo>
                      <a:lnTo>
                        <a:pt x="10" y="290"/>
                      </a:lnTo>
                      <a:lnTo>
                        <a:pt x="18" y="290"/>
                      </a:lnTo>
                      <a:lnTo>
                        <a:pt x="18" y="290"/>
                      </a:lnTo>
                      <a:lnTo>
                        <a:pt x="18" y="288"/>
                      </a:lnTo>
                      <a:lnTo>
                        <a:pt x="18" y="286"/>
                      </a:lnTo>
                      <a:lnTo>
                        <a:pt x="18" y="286"/>
                      </a:lnTo>
                      <a:lnTo>
                        <a:pt x="18" y="286"/>
                      </a:lnTo>
                      <a:lnTo>
                        <a:pt x="18" y="288"/>
                      </a:lnTo>
                      <a:lnTo>
                        <a:pt x="18" y="290"/>
                      </a:lnTo>
                      <a:lnTo>
                        <a:pt x="18" y="290"/>
                      </a:lnTo>
                      <a:lnTo>
                        <a:pt x="18" y="292"/>
                      </a:lnTo>
                      <a:lnTo>
                        <a:pt x="18" y="296"/>
                      </a:lnTo>
                      <a:lnTo>
                        <a:pt x="16" y="302"/>
                      </a:lnTo>
                      <a:lnTo>
                        <a:pt x="16" y="302"/>
                      </a:lnTo>
                      <a:lnTo>
                        <a:pt x="14" y="304"/>
                      </a:lnTo>
                      <a:lnTo>
                        <a:pt x="10" y="304"/>
                      </a:lnTo>
                      <a:lnTo>
                        <a:pt x="10" y="304"/>
                      </a:lnTo>
                      <a:lnTo>
                        <a:pt x="10" y="310"/>
                      </a:lnTo>
                      <a:lnTo>
                        <a:pt x="10" y="310"/>
                      </a:lnTo>
                      <a:lnTo>
                        <a:pt x="16" y="316"/>
                      </a:lnTo>
                      <a:lnTo>
                        <a:pt x="20" y="318"/>
                      </a:lnTo>
                      <a:lnTo>
                        <a:pt x="26" y="318"/>
                      </a:lnTo>
                      <a:lnTo>
                        <a:pt x="26" y="318"/>
                      </a:lnTo>
                      <a:lnTo>
                        <a:pt x="26" y="316"/>
                      </a:lnTo>
                      <a:lnTo>
                        <a:pt x="26" y="314"/>
                      </a:lnTo>
                      <a:lnTo>
                        <a:pt x="28" y="316"/>
                      </a:lnTo>
                      <a:lnTo>
                        <a:pt x="26" y="320"/>
                      </a:lnTo>
                      <a:lnTo>
                        <a:pt x="26" y="320"/>
                      </a:lnTo>
                      <a:lnTo>
                        <a:pt x="32" y="320"/>
                      </a:lnTo>
                      <a:lnTo>
                        <a:pt x="36" y="320"/>
                      </a:lnTo>
                      <a:lnTo>
                        <a:pt x="36" y="320"/>
                      </a:lnTo>
                      <a:lnTo>
                        <a:pt x="40" y="316"/>
                      </a:lnTo>
                      <a:lnTo>
                        <a:pt x="40" y="316"/>
                      </a:lnTo>
                      <a:lnTo>
                        <a:pt x="44" y="316"/>
                      </a:lnTo>
                      <a:lnTo>
                        <a:pt x="44" y="316"/>
                      </a:lnTo>
                      <a:lnTo>
                        <a:pt x="50" y="312"/>
                      </a:lnTo>
                      <a:lnTo>
                        <a:pt x="50" y="312"/>
                      </a:lnTo>
                      <a:lnTo>
                        <a:pt x="56" y="310"/>
                      </a:lnTo>
                      <a:lnTo>
                        <a:pt x="56" y="310"/>
                      </a:lnTo>
                      <a:lnTo>
                        <a:pt x="62" y="304"/>
                      </a:lnTo>
                      <a:lnTo>
                        <a:pt x="62" y="304"/>
                      </a:lnTo>
                      <a:lnTo>
                        <a:pt x="68" y="304"/>
                      </a:lnTo>
                      <a:lnTo>
                        <a:pt x="68" y="304"/>
                      </a:lnTo>
                      <a:lnTo>
                        <a:pt x="77" y="300"/>
                      </a:lnTo>
                      <a:lnTo>
                        <a:pt x="83" y="294"/>
                      </a:lnTo>
                      <a:lnTo>
                        <a:pt x="83" y="294"/>
                      </a:lnTo>
                      <a:lnTo>
                        <a:pt x="87" y="294"/>
                      </a:lnTo>
                      <a:lnTo>
                        <a:pt x="87" y="294"/>
                      </a:lnTo>
                      <a:lnTo>
                        <a:pt x="85" y="300"/>
                      </a:lnTo>
                      <a:lnTo>
                        <a:pt x="85" y="3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5" name="Freeform 129">
                  <a:extLst>
                    <a:ext uri="{FF2B5EF4-FFF2-40B4-BE49-F238E27FC236}">
                      <a16:creationId xmlns:a16="http://schemas.microsoft.com/office/drawing/2014/main" id="{09BB6CDE-C6A1-734D-9F27-EFC1BBBACC13}"/>
                    </a:ext>
                  </a:extLst>
                </p:cNvPr>
                <p:cNvSpPr>
                  <a:spLocks/>
                </p:cNvSpPr>
                <p:nvPr/>
              </p:nvSpPr>
              <p:spPr bwMode="auto">
                <a:xfrm>
                  <a:off x="5987491" y="2485405"/>
                  <a:ext cx="113501" cy="92108"/>
                </a:xfrm>
                <a:custGeom>
                  <a:avLst/>
                  <a:gdLst>
                    <a:gd name="T0" fmla="*/ 58 w 58"/>
                    <a:gd name="T1" fmla="*/ 8 h 46"/>
                    <a:gd name="T2" fmla="*/ 54 w 58"/>
                    <a:gd name="T3" fmla="*/ 6 h 46"/>
                    <a:gd name="T4" fmla="*/ 54 w 58"/>
                    <a:gd name="T5" fmla="*/ 2 h 46"/>
                    <a:gd name="T6" fmla="*/ 46 w 58"/>
                    <a:gd name="T7" fmla="*/ 0 h 46"/>
                    <a:gd name="T8" fmla="*/ 44 w 58"/>
                    <a:gd name="T9" fmla="*/ 2 h 46"/>
                    <a:gd name="T10" fmla="*/ 42 w 58"/>
                    <a:gd name="T11" fmla="*/ 0 h 46"/>
                    <a:gd name="T12" fmla="*/ 36 w 58"/>
                    <a:gd name="T13" fmla="*/ 0 h 46"/>
                    <a:gd name="T14" fmla="*/ 32 w 58"/>
                    <a:gd name="T15" fmla="*/ 2 h 46"/>
                    <a:gd name="T16" fmla="*/ 32 w 58"/>
                    <a:gd name="T17" fmla="*/ 4 h 46"/>
                    <a:gd name="T18" fmla="*/ 30 w 58"/>
                    <a:gd name="T19" fmla="*/ 6 h 46"/>
                    <a:gd name="T20" fmla="*/ 22 w 58"/>
                    <a:gd name="T21" fmla="*/ 8 h 46"/>
                    <a:gd name="T22" fmla="*/ 18 w 58"/>
                    <a:gd name="T23" fmla="*/ 14 h 46"/>
                    <a:gd name="T24" fmla="*/ 16 w 58"/>
                    <a:gd name="T25" fmla="*/ 22 h 46"/>
                    <a:gd name="T26" fmla="*/ 16 w 58"/>
                    <a:gd name="T27" fmla="*/ 22 h 46"/>
                    <a:gd name="T28" fmla="*/ 18 w 58"/>
                    <a:gd name="T29" fmla="*/ 26 h 46"/>
                    <a:gd name="T30" fmla="*/ 14 w 58"/>
                    <a:gd name="T31" fmla="*/ 30 h 46"/>
                    <a:gd name="T32" fmla="*/ 14 w 58"/>
                    <a:gd name="T33" fmla="*/ 34 h 46"/>
                    <a:gd name="T34" fmla="*/ 14 w 58"/>
                    <a:gd name="T35" fmla="*/ 34 h 46"/>
                    <a:gd name="T36" fmla="*/ 12 w 58"/>
                    <a:gd name="T37" fmla="*/ 36 h 46"/>
                    <a:gd name="T38" fmla="*/ 6 w 58"/>
                    <a:gd name="T39" fmla="*/ 36 h 46"/>
                    <a:gd name="T40" fmla="*/ 0 w 58"/>
                    <a:gd name="T41" fmla="*/ 34 h 46"/>
                    <a:gd name="T42" fmla="*/ 0 w 58"/>
                    <a:gd name="T43" fmla="*/ 34 h 46"/>
                    <a:gd name="T44" fmla="*/ 6 w 58"/>
                    <a:gd name="T45" fmla="*/ 42 h 46"/>
                    <a:gd name="T46" fmla="*/ 10 w 58"/>
                    <a:gd name="T47" fmla="*/ 44 h 46"/>
                    <a:gd name="T48" fmla="*/ 14 w 58"/>
                    <a:gd name="T49" fmla="*/ 42 h 46"/>
                    <a:gd name="T50" fmla="*/ 18 w 58"/>
                    <a:gd name="T51" fmla="*/ 40 h 46"/>
                    <a:gd name="T52" fmla="*/ 24 w 58"/>
                    <a:gd name="T53" fmla="*/ 40 h 46"/>
                    <a:gd name="T54" fmla="*/ 24 w 58"/>
                    <a:gd name="T55" fmla="*/ 42 h 46"/>
                    <a:gd name="T56" fmla="*/ 28 w 58"/>
                    <a:gd name="T57" fmla="*/ 46 h 46"/>
                    <a:gd name="T58" fmla="*/ 30 w 58"/>
                    <a:gd name="T59" fmla="*/ 46 h 46"/>
                    <a:gd name="T60" fmla="*/ 34 w 58"/>
                    <a:gd name="T61" fmla="*/ 32 h 46"/>
                    <a:gd name="T62" fmla="*/ 38 w 58"/>
                    <a:gd name="T63" fmla="*/ 28 h 46"/>
                    <a:gd name="T64" fmla="*/ 42 w 58"/>
                    <a:gd name="T65" fmla="*/ 28 h 46"/>
                    <a:gd name="T66" fmla="*/ 48 w 58"/>
                    <a:gd name="T67" fmla="*/ 28 h 46"/>
                    <a:gd name="T68" fmla="*/ 48 w 58"/>
                    <a:gd name="T69" fmla="*/ 26 h 46"/>
                    <a:gd name="T70" fmla="*/ 54 w 58"/>
                    <a:gd name="T71" fmla="*/ 24 h 46"/>
                    <a:gd name="T72" fmla="*/ 54 w 58"/>
                    <a:gd name="T73" fmla="*/ 22 h 46"/>
                    <a:gd name="T74" fmla="*/ 52 w 58"/>
                    <a:gd name="T75" fmla="*/ 18 h 46"/>
                    <a:gd name="T76" fmla="*/ 54 w 58"/>
                    <a:gd name="T77" fmla="*/ 18 h 46"/>
                    <a:gd name="T78" fmla="*/ 58 w 58"/>
                    <a:gd name="T79" fmla="*/ 14 h 46"/>
                    <a:gd name="T80" fmla="*/ 58 w 58"/>
                    <a:gd name="T81"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46">
                      <a:moveTo>
                        <a:pt x="58" y="8"/>
                      </a:moveTo>
                      <a:lnTo>
                        <a:pt x="58" y="8"/>
                      </a:lnTo>
                      <a:lnTo>
                        <a:pt x="54" y="6"/>
                      </a:lnTo>
                      <a:lnTo>
                        <a:pt x="54" y="6"/>
                      </a:lnTo>
                      <a:lnTo>
                        <a:pt x="54" y="2"/>
                      </a:lnTo>
                      <a:lnTo>
                        <a:pt x="54" y="2"/>
                      </a:lnTo>
                      <a:lnTo>
                        <a:pt x="50" y="0"/>
                      </a:lnTo>
                      <a:lnTo>
                        <a:pt x="46" y="0"/>
                      </a:lnTo>
                      <a:lnTo>
                        <a:pt x="46" y="0"/>
                      </a:lnTo>
                      <a:lnTo>
                        <a:pt x="44" y="2"/>
                      </a:lnTo>
                      <a:lnTo>
                        <a:pt x="42" y="0"/>
                      </a:lnTo>
                      <a:lnTo>
                        <a:pt x="42" y="0"/>
                      </a:lnTo>
                      <a:lnTo>
                        <a:pt x="38" y="0"/>
                      </a:lnTo>
                      <a:lnTo>
                        <a:pt x="36" y="0"/>
                      </a:lnTo>
                      <a:lnTo>
                        <a:pt x="36" y="0"/>
                      </a:lnTo>
                      <a:lnTo>
                        <a:pt x="32" y="2"/>
                      </a:lnTo>
                      <a:lnTo>
                        <a:pt x="32" y="2"/>
                      </a:lnTo>
                      <a:lnTo>
                        <a:pt x="32" y="4"/>
                      </a:lnTo>
                      <a:lnTo>
                        <a:pt x="30" y="6"/>
                      </a:lnTo>
                      <a:lnTo>
                        <a:pt x="30" y="6"/>
                      </a:lnTo>
                      <a:lnTo>
                        <a:pt x="26" y="8"/>
                      </a:lnTo>
                      <a:lnTo>
                        <a:pt x="22" y="8"/>
                      </a:lnTo>
                      <a:lnTo>
                        <a:pt x="22" y="8"/>
                      </a:lnTo>
                      <a:lnTo>
                        <a:pt x="18" y="14"/>
                      </a:lnTo>
                      <a:lnTo>
                        <a:pt x="18" y="18"/>
                      </a:lnTo>
                      <a:lnTo>
                        <a:pt x="16" y="22"/>
                      </a:lnTo>
                      <a:lnTo>
                        <a:pt x="16" y="22"/>
                      </a:lnTo>
                      <a:lnTo>
                        <a:pt x="16" y="22"/>
                      </a:lnTo>
                      <a:lnTo>
                        <a:pt x="16" y="24"/>
                      </a:lnTo>
                      <a:lnTo>
                        <a:pt x="18" y="26"/>
                      </a:lnTo>
                      <a:lnTo>
                        <a:pt x="18" y="26"/>
                      </a:lnTo>
                      <a:lnTo>
                        <a:pt x="14" y="30"/>
                      </a:lnTo>
                      <a:lnTo>
                        <a:pt x="14" y="30"/>
                      </a:lnTo>
                      <a:lnTo>
                        <a:pt x="14" y="34"/>
                      </a:lnTo>
                      <a:lnTo>
                        <a:pt x="14" y="34"/>
                      </a:lnTo>
                      <a:lnTo>
                        <a:pt x="14" y="34"/>
                      </a:lnTo>
                      <a:lnTo>
                        <a:pt x="12" y="36"/>
                      </a:lnTo>
                      <a:lnTo>
                        <a:pt x="12" y="36"/>
                      </a:lnTo>
                      <a:lnTo>
                        <a:pt x="6" y="36"/>
                      </a:lnTo>
                      <a:lnTo>
                        <a:pt x="6" y="36"/>
                      </a:lnTo>
                      <a:lnTo>
                        <a:pt x="4" y="36"/>
                      </a:lnTo>
                      <a:lnTo>
                        <a:pt x="0" y="34"/>
                      </a:lnTo>
                      <a:lnTo>
                        <a:pt x="0" y="34"/>
                      </a:lnTo>
                      <a:lnTo>
                        <a:pt x="0" y="34"/>
                      </a:lnTo>
                      <a:lnTo>
                        <a:pt x="2" y="38"/>
                      </a:lnTo>
                      <a:lnTo>
                        <a:pt x="6" y="42"/>
                      </a:lnTo>
                      <a:lnTo>
                        <a:pt x="10" y="44"/>
                      </a:lnTo>
                      <a:lnTo>
                        <a:pt x="10" y="44"/>
                      </a:lnTo>
                      <a:lnTo>
                        <a:pt x="12" y="44"/>
                      </a:lnTo>
                      <a:lnTo>
                        <a:pt x="14" y="42"/>
                      </a:lnTo>
                      <a:lnTo>
                        <a:pt x="18" y="40"/>
                      </a:lnTo>
                      <a:lnTo>
                        <a:pt x="18" y="40"/>
                      </a:lnTo>
                      <a:lnTo>
                        <a:pt x="22" y="40"/>
                      </a:lnTo>
                      <a:lnTo>
                        <a:pt x="24" y="40"/>
                      </a:lnTo>
                      <a:lnTo>
                        <a:pt x="24" y="42"/>
                      </a:lnTo>
                      <a:lnTo>
                        <a:pt x="24" y="42"/>
                      </a:lnTo>
                      <a:lnTo>
                        <a:pt x="26" y="44"/>
                      </a:lnTo>
                      <a:lnTo>
                        <a:pt x="28" y="46"/>
                      </a:lnTo>
                      <a:lnTo>
                        <a:pt x="30" y="46"/>
                      </a:lnTo>
                      <a:lnTo>
                        <a:pt x="30" y="46"/>
                      </a:lnTo>
                      <a:lnTo>
                        <a:pt x="34" y="32"/>
                      </a:lnTo>
                      <a:lnTo>
                        <a:pt x="34" y="32"/>
                      </a:lnTo>
                      <a:lnTo>
                        <a:pt x="36" y="28"/>
                      </a:lnTo>
                      <a:lnTo>
                        <a:pt x="38" y="28"/>
                      </a:lnTo>
                      <a:lnTo>
                        <a:pt x="42" y="28"/>
                      </a:lnTo>
                      <a:lnTo>
                        <a:pt x="42" y="28"/>
                      </a:lnTo>
                      <a:lnTo>
                        <a:pt x="46" y="30"/>
                      </a:lnTo>
                      <a:lnTo>
                        <a:pt x="48" y="28"/>
                      </a:lnTo>
                      <a:lnTo>
                        <a:pt x="48" y="26"/>
                      </a:lnTo>
                      <a:lnTo>
                        <a:pt x="48" y="26"/>
                      </a:lnTo>
                      <a:lnTo>
                        <a:pt x="52" y="24"/>
                      </a:lnTo>
                      <a:lnTo>
                        <a:pt x="54" y="24"/>
                      </a:lnTo>
                      <a:lnTo>
                        <a:pt x="54" y="22"/>
                      </a:lnTo>
                      <a:lnTo>
                        <a:pt x="54" y="22"/>
                      </a:lnTo>
                      <a:lnTo>
                        <a:pt x="52" y="18"/>
                      </a:lnTo>
                      <a:lnTo>
                        <a:pt x="52" y="18"/>
                      </a:lnTo>
                      <a:lnTo>
                        <a:pt x="54" y="18"/>
                      </a:lnTo>
                      <a:lnTo>
                        <a:pt x="54" y="18"/>
                      </a:lnTo>
                      <a:lnTo>
                        <a:pt x="56" y="16"/>
                      </a:lnTo>
                      <a:lnTo>
                        <a:pt x="58" y="14"/>
                      </a:lnTo>
                      <a:lnTo>
                        <a:pt x="58" y="8"/>
                      </a:lnTo>
                      <a:lnTo>
                        <a:pt x="58"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6" name="Freeform 136">
                  <a:extLst>
                    <a:ext uri="{FF2B5EF4-FFF2-40B4-BE49-F238E27FC236}">
                      <a16:creationId xmlns:a16="http://schemas.microsoft.com/office/drawing/2014/main" id="{F5161C01-7977-174C-9ED4-7CB47EFD3E90}"/>
                    </a:ext>
                  </a:extLst>
                </p:cNvPr>
                <p:cNvSpPr>
                  <a:spLocks/>
                </p:cNvSpPr>
                <p:nvPr/>
              </p:nvSpPr>
              <p:spPr bwMode="auto">
                <a:xfrm>
                  <a:off x="6073594" y="2861846"/>
                  <a:ext cx="11741" cy="8009"/>
                </a:xfrm>
                <a:custGeom>
                  <a:avLst/>
                  <a:gdLst>
                    <a:gd name="T0" fmla="*/ 4 w 6"/>
                    <a:gd name="T1" fmla="*/ 4 h 4"/>
                    <a:gd name="T2" fmla="*/ 0 w 6"/>
                    <a:gd name="T3" fmla="*/ 2 h 4"/>
                    <a:gd name="T4" fmla="*/ 4 w 6"/>
                    <a:gd name="T5" fmla="*/ 0 h 4"/>
                    <a:gd name="T6" fmla="*/ 6 w 6"/>
                    <a:gd name="T7" fmla="*/ 2 h 4"/>
                    <a:gd name="T8" fmla="*/ 6 w 6"/>
                    <a:gd name="T9" fmla="*/ 2 h 4"/>
                    <a:gd name="T10" fmla="*/ 4 w 6"/>
                    <a:gd name="T11" fmla="*/ 4 h 4"/>
                    <a:gd name="T12" fmla="*/ 4 w 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4" y="4"/>
                      </a:moveTo>
                      <a:lnTo>
                        <a:pt x="0" y="2"/>
                      </a:lnTo>
                      <a:lnTo>
                        <a:pt x="4" y="0"/>
                      </a:lnTo>
                      <a:lnTo>
                        <a:pt x="6" y="2"/>
                      </a:lnTo>
                      <a:lnTo>
                        <a:pt x="6" y="2"/>
                      </a:lnTo>
                      <a:lnTo>
                        <a:pt x="4" y="4"/>
                      </a:lnTo>
                      <a:lnTo>
                        <a:pt x="4"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7" name="Freeform 137">
                  <a:extLst>
                    <a:ext uri="{FF2B5EF4-FFF2-40B4-BE49-F238E27FC236}">
                      <a16:creationId xmlns:a16="http://schemas.microsoft.com/office/drawing/2014/main" id="{6B74769E-4BAE-994E-A5CE-5C420A5EF45B}"/>
                    </a:ext>
                  </a:extLst>
                </p:cNvPr>
                <p:cNvSpPr>
                  <a:spLocks/>
                </p:cNvSpPr>
                <p:nvPr/>
              </p:nvSpPr>
              <p:spPr bwMode="auto">
                <a:xfrm>
                  <a:off x="6603915" y="2665616"/>
                  <a:ext cx="97845" cy="128150"/>
                </a:xfrm>
                <a:custGeom>
                  <a:avLst/>
                  <a:gdLst>
                    <a:gd name="T0" fmla="*/ 24 w 50"/>
                    <a:gd name="T1" fmla="*/ 64 h 64"/>
                    <a:gd name="T2" fmla="*/ 30 w 50"/>
                    <a:gd name="T3" fmla="*/ 56 h 64"/>
                    <a:gd name="T4" fmla="*/ 32 w 50"/>
                    <a:gd name="T5" fmla="*/ 52 h 64"/>
                    <a:gd name="T6" fmla="*/ 36 w 50"/>
                    <a:gd name="T7" fmla="*/ 48 h 64"/>
                    <a:gd name="T8" fmla="*/ 36 w 50"/>
                    <a:gd name="T9" fmla="*/ 48 h 64"/>
                    <a:gd name="T10" fmla="*/ 42 w 50"/>
                    <a:gd name="T11" fmla="*/ 50 h 64"/>
                    <a:gd name="T12" fmla="*/ 48 w 50"/>
                    <a:gd name="T13" fmla="*/ 52 h 64"/>
                    <a:gd name="T14" fmla="*/ 42 w 50"/>
                    <a:gd name="T15" fmla="*/ 42 h 64"/>
                    <a:gd name="T16" fmla="*/ 40 w 50"/>
                    <a:gd name="T17" fmla="*/ 40 h 64"/>
                    <a:gd name="T18" fmla="*/ 38 w 50"/>
                    <a:gd name="T19" fmla="*/ 34 h 64"/>
                    <a:gd name="T20" fmla="*/ 38 w 50"/>
                    <a:gd name="T21" fmla="*/ 30 h 64"/>
                    <a:gd name="T22" fmla="*/ 36 w 50"/>
                    <a:gd name="T23" fmla="*/ 26 h 64"/>
                    <a:gd name="T24" fmla="*/ 34 w 50"/>
                    <a:gd name="T25" fmla="*/ 20 h 64"/>
                    <a:gd name="T26" fmla="*/ 32 w 50"/>
                    <a:gd name="T27" fmla="*/ 14 h 64"/>
                    <a:gd name="T28" fmla="*/ 28 w 50"/>
                    <a:gd name="T29" fmla="*/ 10 h 64"/>
                    <a:gd name="T30" fmla="*/ 22 w 50"/>
                    <a:gd name="T31" fmla="*/ 6 h 64"/>
                    <a:gd name="T32" fmla="*/ 16 w 50"/>
                    <a:gd name="T33" fmla="*/ 2 h 64"/>
                    <a:gd name="T34" fmla="*/ 8 w 50"/>
                    <a:gd name="T35" fmla="*/ 2 h 64"/>
                    <a:gd name="T36" fmla="*/ 4 w 50"/>
                    <a:gd name="T37" fmla="*/ 2 h 64"/>
                    <a:gd name="T38" fmla="*/ 0 w 50"/>
                    <a:gd name="T39" fmla="*/ 6 h 64"/>
                    <a:gd name="T40" fmla="*/ 4 w 50"/>
                    <a:gd name="T41" fmla="*/ 8 h 64"/>
                    <a:gd name="T42" fmla="*/ 10 w 50"/>
                    <a:gd name="T43" fmla="*/ 16 h 64"/>
                    <a:gd name="T44" fmla="*/ 14 w 50"/>
                    <a:gd name="T45" fmla="*/ 24 h 64"/>
                    <a:gd name="T46" fmla="*/ 18 w 50"/>
                    <a:gd name="T47" fmla="*/ 30 h 64"/>
                    <a:gd name="T48" fmla="*/ 20 w 50"/>
                    <a:gd name="T49" fmla="*/ 34 h 64"/>
                    <a:gd name="T50" fmla="*/ 20 w 50"/>
                    <a:gd name="T51" fmla="*/ 38 h 64"/>
                    <a:gd name="T52" fmla="*/ 20 w 50"/>
                    <a:gd name="T53" fmla="*/ 42 h 64"/>
                    <a:gd name="T54" fmla="*/ 22 w 50"/>
                    <a:gd name="T55" fmla="*/ 44 h 64"/>
                    <a:gd name="T56" fmla="*/ 20 w 50"/>
                    <a:gd name="T57" fmla="*/ 46 h 64"/>
                    <a:gd name="T58" fmla="*/ 20 w 50"/>
                    <a:gd name="T59" fmla="*/ 48 h 64"/>
                    <a:gd name="T60" fmla="*/ 20 w 50"/>
                    <a:gd name="T61" fmla="*/ 56 h 64"/>
                    <a:gd name="T62" fmla="*/ 20 w 50"/>
                    <a:gd name="T63" fmla="*/ 56 h 64"/>
                    <a:gd name="T64" fmla="*/ 20 w 50"/>
                    <a:gd name="T65" fmla="*/ 60 h 64"/>
                    <a:gd name="T66" fmla="*/ 22 w 50"/>
                    <a:gd name="T67" fmla="*/ 64 h 64"/>
                    <a:gd name="T68" fmla="*/ 24 w 50"/>
                    <a:gd name="T6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64">
                      <a:moveTo>
                        <a:pt x="24" y="64"/>
                      </a:moveTo>
                      <a:lnTo>
                        <a:pt x="24" y="64"/>
                      </a:lnTo>
                      <a:lnTo>
                        <a:pt x="28" y="62"/>
                      </a:lnTo>
                      <a:lnTo>
                        <a:pt x="30" y="56"/>
                      </a:lnTo>
                      <a:lnTo>
                        <a:pt x="30" y="56"/>
                      </a:lnTo>
                      <a:lnTo>
                        <a:pt x="32" y="52"/>
                      </a:lnTo>
                      <a:lnTo>
                        <a:pt x="34" y="50"/>
                      </a:lnTo>
                      <a:lnTo>
                        <a:pt x="36" y="48"/>
                      </a:lnTo>
                      <a:lnTo>
                        <a:pt x="36" y="48"/>
                      </a:lnTo>
                      <a:lnTo>
                        <a:pt x="36" y="48"/>
                      </a:lnTo>
                      <a:lnTo>
                        <a:pt x="38" y="48"/>
                      </a:lnTo>
                      <a:lnTo>
                        <a:pt x="42" y="50"/>
                      </a:lnTo>
                      <a:lnTo>
                        <a:pt x="42" y="50"/>
                      </a:lnTo>
                      <a:lnTo>
                        <a:pt x="48" y="52"/>
                      </a:lnTo>
                      <a:lnTo>
                        <a:pt x="50" y="54"/>
                      </a:lnTo>
                      <a:lnTo>
                        <a:pt x="42" y="42"/>
                      </a:lnTo>
                      <a:lnTo>
                        <a:pt x="42" y="42"/>
                      </a:lnTo>
                      <a:lnTo>
                        <a:pt x="40" y="40"/>
                      </a:lnTo>
                      <a:lnTo>
                        <a:pt x="38" y="38"/>
                      </a:lnTo>
                      <a:lnTo>
                        <a:pt x="38" y="34"/>
                      </a:lnTo>
                      <a:lnTo>
                        <a:pt x="38" y="34"/>
                      </a:lnTo>
                      <a:lnTo>
                        <a:pt x="38" y="30"/>
                      </a:lnTo>
                      <a:lnTo>
                        <a:pt x="36" y="26"/>
                      </a:lnTo>
                      <a:lnTo>
                        <a:pt x="36" y="26"/>
                      </a:lnTo>
                      <a:lnTo>
                        <a:pt x="34" y="24"/>
                      </a:lnTo>
                      <a:lnTo>
                        <a:pt x="34" y="20"/>
                      </a:lnTo>
                      <a:lnTo>
                        <a:pt x="34" y="20"/>
                      </a:lnTo>
                      <a:lnTo>
                        <a:pt x="32" y="14"/>
                      </a:lnTo>
                      <a:lnTo>
                        <a:pt x="28" y="10"/>
                      </a:lnTo>
                      <a:lnTo>
                        <a:pt x="28" y="10"/>
                      </a:lnTo>
                      <a:lnTo>
                        <a:pt x="22" y="6"/>
                      </a:lnTo>
                      <a:lnTo>
                        <a:pt x="22" y="6"/>
                      </a:lnTo>
                      <a:lnTo>
                        <a:pt x="16" y="2"/>
                      </a:lnTo>
                      <a:lnTo>
                        <a:pt x="16" y="2"/>
                      </a:lnTo>
                      <a:lnTo>
                        <a:pt x="12" y="0"/>
                      </a:lnTo>
                      <a:lnTo>
                        <a:pt x="8" y="2"/>
                      </a:lnTo>
                      <a:lnTo>
                        <a:pt x="8" y="2"/>
                      </a:lnTo>
                      <a:lnTo>
                        <a:pt x="4" y="2"/>
                      </a:lnTo>
                      <a:lnTo>
                        <a:pt x="0" y="4"/>
                      </a:lnTo>
                      <a:lnTo>
                        <a:pt x="0" y="6"/>
                      </a:lnTo>
                      <a:lnTo>
                        <a:pt x="0" y="6"/>
                      </a:lnTo>
                      <a:lnTo>
                        <a:pt x="4" y="8"/>
                      </a:lnTo>
                      <a:lnTo>
                        <a:pt x="10" y="16"/>
                      </a:lnTo>
                      <a:lnTo>
                        <a:pt x="10" y="16"/>
                      </a:lnTo>
                      <a:lnTo>
                        <a:pt x="10" y="20"/>
                      </a:lnTo>
                      <a:lnTo>
                        <a:pt x="14" y="24"/>
                      </a:lnTo>
                      <a:lnTo>
                        <a:pt x="14" y="24"/>
                      </a:lnTo>
                      <a:lnTo>
                        <a:pt x="18" y="30"/>
                      </a:lnTo>
                      <a:lnTo>
                        <a:pt x="20" y="34"/>
                      </a:lnTo>
                      <a:lnTo>
                        <a:pt x="20" y="34"/>
                      </a:lnTo>
                      <a:lnTo>
                        <a:pt x="20" y="36"/>
                      </a:lnTo>
                      <a:lnTo>
                        <a:pt x="20" y="38"/>
                      </a:lnTo>
                      <a:lnTo>
                        <a:pt x="20" y="40"/>
                      </a:lnTo>
                      <a:lnTo>
                        <a:pt x="20" y="42"/>
                      </a:lnTo>
                      <a:lnTo>
                        <a:pt x="20" y="42"/>
                      </a:lnTo>
                      <a:lnTo>
                        <a:pt x="22" y="44"/>
                      </a:lnTo>
                      <a:lnTo>
                        <a:pt x="22" y="44"/>
                      </a:lnTo>
                      <a:lnTo>
                        <a:pt x="20" y="46"/>
                      </a:lnTo>
                      <a:lnTo>
                        <a:pt x="20" y="48"/>
                      </a:lnTo>
                      <a:lnTo>
                        <a:pt x="20" y="48"/>
                      </a:lnTo>
                      <a:lnTo>
                        <a:pt x="20" y="54"/>
                      </a:lnTo>
                      <a:lnTo>
                        <a:pt x="20" y="56"/>
                      </a:lnTo>
                      <a:lnTo>
                        <a:pt x="20" y="56"/>
                      </a:lnTo>
                      <a:lnTo>
                        <a:pt x="20" y="56"/>
                      </a:lnTo>
                      <a:lnTo>
                        <a:pt x="22" y="58"/>
                      </a:lnTo>
                      <a:lnTo>
                        <a:pt x="20" y="60"/>
                      </a:lnTo>
                      <a:lnTo>
                        <a:pt x="20" y="62"/>
                      </a:lnTo>
                      <a:lnTo>
                        <a:pt x="22" y="64"/>
                      </a:lnTo>
                      <a:lnTo>
                        <a:pt x="22" y="64"/>
                      </a:lnTo>
                      <a:lnTo>
                        <a:pt x="24" y="64"/>
                      </a:lnTo>
                      <a:lnTo>
                        <a:pt x="24" y="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8" name="Freeform 144">
                  <a:extLst>
                    <a:ext uri="{FF2B5EF4-FFF2-40B4-BE49-F238E27FC236}">
                      <a16:creationId xmlns:a16="http://schemas.microsoft.com/office/drawing/2014/main" id="{82734B8A-DF68-004B-A350-05177BD4F4AA}"/>
                    </a:ext>
                  </a:extLst>
                </p:cNvPr>
                <p:cNvSpPr>
                  <a:spLocks/>
                </p:cNvSpPr>
                <p:nvPr/>
              </p:nvSpPr>
              <p:spPr bwMode="auto">
                <a:xfrm>
                  <a:off x="6443448" y="2913909"/>
                  <a:ext cx="78277" cy="68081"/>
                </a:xfrm>
                <a:custGeom>
                  <a:avLst/>
                  <a:gdLst>
                    <a:gd name="T0" fmla="*/ 4 w 40"/>
                    <a:gd name="T1" fmla="*/ 12 h 34"/>
                    <a:gd name="T2" fmla="*/ 8 w 40"/>
                    <a:gd name="T3" fmla="*/ 8 h 34"/>
                    <a:gd name="T4" fmla="*/ 12 w 40"/>
                    <a:gd name="T5" fmla="*/ 6 h 34"/>
                    <a:gd name="T6" fmla="*/ 14 w 40"/>
                    <a:gd name="T7" fmla="*/ 10 h 34"/>
                    <a:gd name="T8" fmla="*/ 16 w 40"/>
                    <a:gd name="T9" fmla="*/ 4 h 34"/>
                    <a:gd name="T10" fmla="*/ 20 w 40"/>
                    <a:gd name="T11" fmla="*/ 4 h 34"/>
                    <a:gd name="T12" fmla="*/ 24 w 40"/>
                    <a:gd name="T13" fmla="*/ 4 h 34"/>
                    <a:gd name="T14" fmla="*/ 30 w 40"/>
                    <a:gd name="T15" fmla="*/ 2 h 34"/>
                    <a:gd name="T16" fmla="*/ 32 w 40"/>
                    <a:gd name="T17" fmla="*/ 0 h 34"/>
                    <a:gd name="T18" fmla="*/ 32 w 40"/>
                    <a:gd name="T19" fmla="*/ 0 h 34"/>
                    <a:gd name="T20" fmla="*/ 36 w 40"/>
                    <a:gd name="T21" fmla="*/ 4 h 34"/>
                    <a:gd name="T22" fmla="*/ 36 w 40"/>
                    <a:gd name="T23" fmla="*/ 4 h 34"/>
                    <a:gd name="T24" fmla="*/ 36 w 40"/>
                    <a:gd name="T25" fmla="*/ 6 h 34"/>
                    <a:gd name="T26" fmla="*/ 36 w 40"/>
                    <a:gd name="T27" fmla="*/ 8 h 34"/>
                    <a:gd name="T28" fmla="*/ 36 w 40"/>
                    <a:gd name="T29" fmla="*/ 8 h 34"/>
                    <a:gd name="T30" fmla="*/ 36 w 40"/>
                    <a:gd name="T31" fmla="*/ 10 h 34"/>
                    <a:gd name="T32" fmla="*/ 36 w 40"/>
                    <a:gd name="T33" fmla="*/ 10 h 34"/>
                    <a:gd name="T34" fmla="*/ 40 w 40"/>
                    <a:gd name="T35" fmla="*/ 14 h 34"/>
                    <a:gd name="T36" fmla="*/ 38 w 40"/>
                    <a:gd name="T37" fmla="*/ 14 h 34"/>
                    <a:gd name="T38" fmla="*/ 38 w 40"/>
                    <a:gd name="T39" fmla="*/ 20 h 34"/>
                    <a:gd name="T40" fmla="*/ 38 w 40"/>
                    <a:gd name="T41" fmla="*/ 20 h 34"/>
                    <a:gd name="T42" fmla="*/ 38 w 40"/>
                    <a:gd name="T43" fmla="*/ 20 h 34"/>
                    <a:gd name="T44" fmla="*/ 36 w 40"/>
                    <a:gd name="T45" fmla="*/ 24 h 34"/>
                    <a:gd name="T46" fmla="*/ 36 w 40"/>
                    <a:gd name="T47" fmla="*/ 24 h 34"/>
                    <a:gd name="T48" fmla="*/ 36 w 40"/>
                    <a:gd name="T49" fmla="*/ 26 h 34"/>
                    <a:gd name="T50" fmla="*/ 36 w 40"/>
                    <a:gd name="T51" fmla="*/ 26 h 34"/>
                    <a:gd name="T52" fmla="*/ 34 w 40"/>
                    <a:gd name="T53" fmla="*/ 26 h 34"/>
                    <a:gd name="T54" fmla="*/ 34 w 40"/>
                    <a:gd name="T55" fmla="*/ 26 h 34"/>
                    <a:gd name="T56" fmla="*/ 30 w 40"/>
                    <a:gd name="T57" fmla="*/ 26 h 34"/>
                    <a:gd name="T58" fmla="*/ 28 w 40"/>
                    <a:gd name="T59" fmla="*/ 28 h 34"/>
                    <a:gd name="T60" fmla="*/ 26 w 40"/>
                    <a:gd name="T61" fmla="*/ 28 h 34"/>
                    <a:gd name="T62" fmla="*/ 26 w 40"/>
                    <a:gd name="T63" fmla="*/ 28 h 34"/>
                    <a:gd name="T64" fmla="*/ 26 w 40"/>
                    <a:gd name="T65" fmla="*/ 30 h 34"/>
                    <a:gd name="T66" fmla="*/ 24 w 40"/>
                    <a:gd name="T67" fmla="*/ 30 h 34"/>
                    <a:gd name="T68" fmla="*/ 24 w 40"/>
                    <a:gd name="T69" fmla="*/ 30 h 34"/>
                    <a:gd name="T70" fmla="*/ 22 w 40"/>
                    <a:gd name="T71" fmla="*/ 32 h 34"/>
                    <a:gd name="T72" fmla="*/ 22 w 40"/>
                    <a:gd name="T73" fmla="*/ 32 h 34"/>
                    <a:gd name="T74" fmla="*/ 20 w 40"/>
                    <a:gd name="T75" fmla="*/ 34 h 34"/>
                    <a:gd name="T76" fmla="*/ 18 w 40"/>
                    <a:gd name="T77" fmla="*/ 34 h 34"/>
                    <a:gd name="T78" fmla="*/ 18 w 40"/>
                    <a:gd name="T79" fmla="*/ 34 h 34"/>
                    <a:gd name="T80" fmla="*/ 6 w 40"/>
                    <a:gd name="T81" fmla="*/ 34 h 34"/>
                    <a:gd name="T82" fmla="*/ 6 w 40"/>
                    <a:gd name="T83" fmla="*/ 34 h 34"/>
                    <a:gd name="T84" fmla="*/ 4 w 40"/>
                    <a:gd name="T85" fmla="*/ 32 h 34"/>
                    <a:gd name="T86" fmla="*/ 2 w 40"/>
                    <a:gd name="T87" fmla="*/ 28 h 34"/>
                    <a:gd name="T88" fmla="*/ 2 w 40"/>
                    <a:gd name="T89" fmla="*/ 28 h 34"/>
                    <a:gd name="T90" fmla="*/ 0 w 40"/>
                    <a:gd name="T91" fmla="*/ 24 h 34"/>
                    <a:gd name="T92" fmla="*/ 2 w 40"/>
                    <a:gd name="T93" fmla="*/ 22 h 34"/>
                    <a:gd name="T94" fmla="*/ 2 w 40"/>
                    <a:gd name="T95" fmla="*/ 22 h 34"/>
                    <a:gd name="T96" fmla="*/ 2 w 40"/>
                    <a:gd name="T97" fmla="*/ 16 h 34"/>
                    <a:gd name="T98" fmla="*/ 2 w 40"/>
                    <a:gd name="T99" fmla="*/ 14 h 34"/>
                    <a:gd name="T100" fmla="*/ 4 w 40"/>
                    <a:gd name="T101"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 h="34">
                      <a:moveTo>
                        <a:pt x="4" y="12"/>
                      </a:moveTo>
                      <a:lnTo>
                        <a:pt x="8" y="8"/>
                      </a:lnTo>
                      <a:lnTo>
                        <a:pt x="12" y="6"/>
                      </a:lnTo>
                      <a:lnTo>
                        <a:pt x="14" y="10"/>
                      </a:lnTo>
                      <a:lnTo>
                        <a:pt x="16" y="4"/>
                      </a:lnTo>
                      <a:lnTo>
                        <a:pt x="20" y="4"/>
                      </a:lnTo>
                      <a:lnTo>
                        <a:pt x="24" y="4"/>
                      </a:lnTo>
                      <a:lnTo>
                        <a:pt x="30" y="2"/>
                      </a:lnTo>
                      <a:lnTo>
                        <a:pt x="32" y="0"/>
                      </a:lnTo>
                      <a:lnTo>
                        <a:pt x="32" y="0"/>
                      </a:lnTo>
                      <a:lnTo>
                        <a:pt x="36" y="4"/>
                      </a:lnTo>
                      <a:lnTo>
                        <a:pt x="36" y="4"/>
                      </a:lnTo>
                      <a:lnTo>
                        <a:pt x="36" y="6"/>
                      </a:lnTo>
                      <a:lnTo>
                        <a:pt x="36" y="8"/>
                      </a:lnTo>
                      <a:lnTo>
                        <a:pt x="36" y="8"/>
                      </a:lnTo>
                      <a:lnTo>
                        <a:pt x="36" y="10"/>
                      </a:lnTo>
                      <a:lnTo>
                        <a:pt x="36" y="10"/>
                      </a:lnTo>
                      <a:lnTo>
                        <a:pt x="40" y="14"/>
                      </a:lnTo>
                      <a:lnTo>
                        <a:pt x="38" y="14"/>
                      </a:lnTo>
                      <a:lnTo>
                        <a:pt x="38" y="20"/>
                      </a:lnTo>
                      <a:lnTo>
                        <a:pt x="38" y="20"/>
                      </a:lnTo>
                      <a:lnTo>
                        <a:pt x="38" y="20"/>
                      </a:lnTo>
                      <a:lnTo>
                        <a:pt x="36" y="24"/>
                      </a:lnTo>
                      <a:lnTo>
                        <a:pt x="36" y="24"/>
                      </a:lnTo>
                      <a:lnTo>
                        <a:pt x="36" y="26"/>
                      </a:lnTo>
                      <a:lnTo>
                        <a:pt x="36" y="26"/>
                      </a:lnTo>
                      <a:lnTo>
                        <a:pt x="34" y="26"/>
                      </a:lnTo>
                      <a:lnTo>
                        <a:pt x="34" y="26"/>
                      </a:lnTo>
                      <a:lnTo>
                        <a:pt x="30" y="26"/>
                      </a:lnTo>
                      <a:lnTo>
                        <a:pt x="28" y="28"/>
                      </a:lnTo>
                      <a:lnTo>
                        <a:pt x="26" y="28"/>
                      </a:lnTo>
                      <a:lnTo>
                        <a:pt x="26" y="28"/>
                      </a:lnTo>
                      <a:lnTo>
                        <a:pt x="26" y="30"/>
                      </a:lnTo>
                      <a:lnTo>
                        <a:pt x="24" y="30"/>
                      </a:lnTo>
                      <a:lnTo>
                        <a:pt x="24" y="30"/>
                      </a:lnTo>
                      <a:lnTo>
                        <a:pt x="22" y="32"/>
                      </a:lnTo>
                      <a:lnTo>
                        <a:pt x="22" y="32"/>
                      </a:lnTo>
                      <a:lnTo>
                        <a:pt x="20" y="34"/>
                      </a:lnTo>
                      <a:lnTo>
                        <a:pt x="18" y="34"/>
                      </a:lnTo>
                      <a:lnTo>
                        <a:pt x="18" y="34"/>
                      </a:lnTo>
                      <a:lnTo>
                        <a:pt x="6" y="34"/>
                      </a:lnTo>
                      <a:lnTo>
                        <a:pt x="6" y="34"/>
                      </a:lnTo>
                      <a:lnTo>
                        <a:pt x="4" y="32"/>
                      </a:lnTo>
                      <a:lnTo>
                        <a:pt x="2" y="28"/>
                      </a:lnTo>
                      <a:lnTo>
                        <a:pt x="2" y="28"/>
                      </a:lnTo>
                      <a:lnTo>
                        <a:pt x="0" y="24"/>
                      </a:lnTo>
                      <a:lnTo>
                        <a:pt x="2" y="22"/>
                      </a:lnTo>
                      <a:lnTo>
                        <a:pt x="2" y="22"/>
                      </a:lnTo>
                      <a:lnTo>
                        <a:pt x="2" y="16"/>
                      </a:lnTo>
                      <a:lnTo>
                        <a:pt x="2" y="14"/>
                      </a:lnTo>
                      <a:lnTo>
                        <a:pt x="4"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699" name="Freeform 145">
                  <a:extLst>
                    <a:ext uri="{FF2B5EF4-FFF2-40B4-BE49-F238E27FC236}">
                      <a16:creationId xmlns:a16="http://schemas.microsoft.com/office/drawing/2014/main" id="{4796656B-4E8E-C34C-9AA8-6A51C35A17E2}"/>
                    </a:ext>
                  </a:extLst>
                </p:cNvPr>
                <p:cNvSpPr>
                  <a:spLocks/>
                </p:cNvSpPr>
                <p:nvPr/>
              </p:nvSpPr>
              <p:spPr bwMode="auto">
                <a:xfrm>
                  <a:off x="6050112" y="2609550"/>
                  <a:ext cx="15656" cy="36043"/>
                </a:xfrm>
                <a:custGeom>
                  <a:avLst/>
                  <a:gdLst>
                    <a:gd name="T0" fmla="*/ 0 w 8"/>
                    <a:gd name="T1" fmla="*/ 10 h 18"/>
                    <a:gd name="T2" fmla="*/ 0 w 8"/>
                    <a:gd name="T3" fmla="*/ 10 h 18"/>
                    <a:gd name="T4" fmla="*/ 0 w 8"/>
                    <a:gd name="T5" fmla="*/ 10 h 18"/>
                    <a:gd name="T6" fmla="*/ 0 w 8"/>
                    <a:gd name="T7" fmla="*/ 6 h 18"/>
                    <a:gd name="T8" fmla="*/ 0 w 8"/>
                    <a:gd name="T9" fmla="*/ 6 h 18"/>
                    <a:gd name="T10" fmla="*/ 0 w 8"/>
                    <a:gd name="T11" fmla="*/ 2 h 18"/>
                    <a:gd name="T12" fmla="*/ 2 w 8"/>
                    <a:gd name="T13" fmla="*/ 2 h 18"/>
                    <a:gd name="T14" fmla="*/ 4 w 8"/>
                    <a:gd name="T15" fmla="*/ 0 h 18"/>
                    <a:gd name="T16" fmla="*/ 4 w 8"/>
                    <a:gd name="T17" fmla="*/ 0 h 18"/>
                    <a:gd name="T18" fmla="*/ 4 w 8"/>
                    <a:gd name="T19" fmla="*/ 2 h 18"/>
                    <a:gd name="T20" fmla="*/ 6 w 8"/>
                    <a:gd name="T21" fmla="*/ 4 h 18"/>
                    <a:gd name="T22" fmla="*/ 6 w 8"/>
                    <a:gd name="T23" fmla="*/ 4 h 18"/>
                    <a:gd name="T24" fmla="*/ 8 w 8"/>
                    <a:gd name="T25" fmla="*/ 6 h 18"/>
                    <a:gd name="T26" fmla="*/ 8 w 8"/>
                    <a:gd name="T27" fmla="*/ 6 h 18"/>
                    <a:gd name="T28" fmla="*/ 8 w 8"/>
                    <a:gd name="T29" fmla="*/ 10 h 18"/>
                    <a:gd name="T30" fmla="*/ 8 w 8"/>
                    <a:gd name="T31" fmla="*/ 10 h 18"/>
                    <a:gd name="T32" fmla="*/ 6 w 8"/>
                    <a:gd name="T33" fmla="*/ 12 h 18"/>
                    <a:gd name="T34" fmla="*/ 6 w 8"/>
                    <a:gd name="T35" fmla="*/ 16 h 18"/>
                    <a:gd name="T36" fmla="*/ 8 w 8"/>
                    <a:gd name="T37" fmla="*/ 18 h 18"/>
                    <a:gd name="T38" fmla="*/ 8 w 8"/>
                    <a:gd name="T39" fmla="*/ 18 h 18"/>
                    <a:gd name="T40" fmla="*/ 2 w 8"/>
                    <a:gd name="T41" fmla="*/ 16 h 18"/>
                    <a:gd name="T42" fmla="*/ 2 w 8"/>
                    <a:gd name="T43" fmla="*/ 16 h 18"/>
                    <a:gd name="T44" fmla="*/ 0 w 8"/>
                    <a:gd name="T45" fmla="*/ 14 h 18"/>
                    <a:gd name="T46" fmla="*/ 0 w 8"/>
                    <a:gd name="T47" fmla="*/ 12 h 18"/>
                    <a:gd name="T48" fmla="*/ 0 w 8"/>
                    <a:gd name="T49" fmla="*/ 10 h 18"/>
                    <a:gd name="T50" fmla="*/ 0 w 8"/>
                    <a:gd name="T51"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 h="18">
                      <a:moveTo>
                        <a:pt x="0" y="10"/>
                      </a:moveTo>
                      <a:lnTo>
                        <a:pt x="0" y="10"/>
                      </a:lnTo>
                      <a:lnTo>
                        <a:pt x="0" y="10"/>
                      </a:lnTo>
                      <a:lnTo>
                        <a:pt x="0" y="6"/>
                      </a:lnTo>
                      <a:lnTo>
                        <a:pt x="0" y="6"/>
                      </a:lnTo>
                      <a:lnTo>
                        <a:pt x="0" y="2"/>
                      </a:lnTo>
                      <a:lnTo>
                        <a:pt x="2" y="2"/>
                      </a:lnTo>
                      <a:lnTo>
                        <a:pt x="4" y="0"/>
                      </a:lnTo>
                      <a:lnTo>
                        <a:pt x="4" y="0"/>
                      </a:lnTo>
                      <a:lnTo>
                        <a:pt x="4" y="2"/>
                      </a:lnTo>
                      <a:lnTo>
                        <a:pt x="6" y="4"/>
                      </a:lnTo>
                      <a:lnTo>
                        <a:pt x="6" y="4"/>
                      </a:lnTo>
                      <a:lnTo>
                        <a:pt x="8" y="6"/>
                      </a:lnTo>
                      <a:lnTo>
                        <a:pt x="8" y="6"/>
                      </a:lnTo>
                      <a:lnTo>
                        <a:pt x="8" y="10"/>
                      </a:lnTo>
                      <a:lnTo>
                        <a:pt x="8" y="10"/>
                      </a:lnTo>
                      <a:lnTo>
                        <a:pt x="6" y="12"/>
                      </a:lnTo>
                      <a:lnTo>
                        <a:pt x="6" y="16"/>
                      </a:lnTo>
                      <a:lnTo>
                        <a:pt x="8" y="18"/>
                      </a:lnTo>
                      <a:lnTo>
                        <a:pt x="8" y="18"/>
                      </a:lnTo>
                      <a:lnTo>
                        <a:pt x="2" y="16"/>
                      </a:lnTo>
                      <a:lnTo>
                        <a:pt x="2" y="16"/>
                      </a:lnTo>
                      <a:lnTo>
                        <a:pt x="0" y="14"/>
                      </a:lnTo>
                      <a:lnTo>
                        <a:pt x="0" y="12"/>
                      </a:lnTo>
                      <a:lnTo>
                        <a:pt x="0" y="10"/>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0" name="Freeform 146">
                  <a:extLst>
                    <a:ext uri="{FF2B5EF4-FFF2-40B4-BE49-F238E27FC236}">
                      <a16:creationId xmlns:a16="http://schemas.microsoft.com/office/drawing/2014/main" id="{D952A8F6-92C8-6E42-8619-163950C8C25A}"/>
                    </a:ext>
                  </a:extLst>
                </p:cNvPr>
                <p:cNvSpPr>
                  <a:spLocks noEditPoints="1"/>
                </p:cNvSpPr>
                <p:nvPr/>
              </p:nvSpPr>
              <p:spPr bwMode="auto">
                <a:xfrm>
                  <a:off x="6443448" y="2345240"/>
                  <a:ext cx="160466" cy="120141"/>
                </a:xfrm>
                <a:custGeom>
                  <a:avLst/>
                  <a:gdLst>
                    <a:gd name="T0" fmla="*/ 4 w 82"/>
                    <a:gd name="T1" fmla="*/ 6 h 60"/>
                    <a:gd name="T2" fmla="*/ 6 w 82"/>
                    <a:gd name="T3" fmla="*/ 24 h 60"/>
                    <a:gd name="T4" fmla="*/ 2 w 82"/>
                    <a:gd name="T5" fmla="*/ 28 h 60"/>
                    <a:gd name="T6" fmla="*/ 12 w 82"/>
                    <a:gd name="T7" fmla="*/ 38 h 60"/>
                    <a:gd name="T8" fmla="*/ 22 w 82"/>
                    <a:gd name="T9" fmla="*/ 42 h 60"/>
                    <a:gd name="T10" fmla="*/ 32 w 82"/>
                    <a:gd name="T11" fmla="*/ 54 h 60"/>
                    <a:gd name="T12" fmla="*/ 40 w 82"/>
                    <a:gd name="T13" fmla="*/ 54 h 60"/>
                    <a:gd name="T14" fmla="*/ 50 w 82"/>
                    <a:gd name="T15" fmla="*/ 56 h 60"/>
                    <a:gd name="T16" fmla="*/ 52 w 82"/>
                    <a:gd name="T17" fmla="*/ 60 h 60"/>
                    <a:gd name="T18" fmla="*/ 58 w 82"/>
                    <a:gd name="T19" fmla="*/ 58 h 60"/>
                    <a:gd name="T20" fmla="*/ 66 w 82"/>
                    <a:gd name="T21" fmla="*/ 58 h 60"/>
                    <a:gd name="T22" fmla="*/ 68 w 82"/>
                    <a:gd name="T23" fmla="*/ 56 h 60"/>
                    <a:gd name="T24" fmla="*/ 74 w 82"/>
                    <a:gd name="T25" fmla="*/ 52 h 60"/>
                    <a:gd name="T26" fmla="*/ 74 w 82"/>
                    <a:gd name="T27" fmla="*/ 44 h 60"/>
                    <a:gd name="T28" fmla="*/ 74 w 82"/>
                    <a:gd name="T29" fmla="*/ 38 h 60"/>
                    <a:gd name="T30" fmla="*/ 78 w 82"/>
                    <a:gd name="T31" fmla="*/ 32 h 60"/>
                    <a:gd name="T32" fmla="*/ 82 w 82"/>
                    <a:gd name="T33" fmla="*/ 28 h 60"/>
                    <a:gd name="T34" fmla="*/ 80 w 82"/>
                    <a:gd name="T35" fmla="*/ 24 h 60"/>
                    <a:gd name="T36" fmla="*/ 74 w 82"/>
                    <a:gd name="T37" fmla="*/ 22 h 60"/>
                    <a:gd name="T38" fmla="*/ 68 w 82"/>
                    <a:gd name="T39" fmla="*/ 18 h 60"/>
                    <a:gd name="T40" fmla="*/ 60 w 82"/>
                    <a:gd name="T41" fmla="*/ 16 h 60"/>
                    <a:gd name="T42" fmla="*/ 58 w 82"/>
                    <a:gd name="T43" fmla="*/ 12 h 60"/>
                    <a:gd name="T44" fmla="*/ 56 w 82"/>
                    <a:gd name="T45" fmla="*/ 10 h 60"/>
                    <a:gd name="T46" fmla="*/ 50 w 82"/>
                    <a:gd name="T47" fmla="*/ 10 h 60"/>
                    <a:gd name="T48" fmla="*/ 42 w 82"/>
                    <a:gd name="T49" fmla="*/ 8 h 60"/>
                    <a:gd name="T50" fmla="*/ 30 w 82"/>
                    <a:gd name="T51" fmla="*/ 4 h 60"/>
                    <a:gd name="T52" fmla="*/ 22 w 82"/>
                    <a:gd name="T53" fmla="*/ 2 h 60"/>
                    <a:gd name="T54" fmla="*/ 16 w 82"/>
                    <a:gd name="T55" fmla="*/ 0 h 60"/>
                    <a:gd name="T56" fmla="*/ 4 w 82"/>
                    <a:gd name="T57" fmla="*/ 6 h 60"/>
                    <a:gd name="T58" fmla="*/ 0 w 82"/>
                    <a:gd name="T59" fmla="*/ 20 h 60"/>
                    <a:gd name="T60" fmla="*/ 2 w 82"/>
                    <a:gd name="T61" fmla="*/ 22 h 60"/>
                    <a:gd name="T62" fmla="*/ 2 w 82"/>
                    <a:gd name="T63" fmla="*/ 20 h 60"/>
                    <a:gd name="T64" fmla="*/ 0 w 82"/>
                    <a:gd name="T65" fmla="*/ 2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 h="60">
                      <a:moveTo>
                        <a:pt x="4" y="6"/>
                      </a:moveTo>
                      <a:lnTo>
                        <a:pt x="4" y="6"/>
                      </a:lnTo>
                      <a:lnTo>
                        <a:pt x="6" y="24"/>
                      </a:lnTo>
                      <a:lnTo>
                        <a:pt x="6" y="24"/>
                      </a:lnTo>
                      <a:lnTo>
                        <a:pt x="2" y="28"/>
                      </a:lnTo>
                      <a:lnTo>
                        <a:pt x="2" y="28"/>
                      </a:lnTo>
                      <a:lnTo>
                        <a:pt x="12" y="38"/>
                      </a:lnTo>
                      <a:lnTo>
                        <a:pt x="12" y="38"/>
                      </a:lnTo>
                      <a:lnTo>
                        <a:pt x="16" y="40"/>
                      </a:lnTo>
                      <a:lnTo>
                        <a:pt x="22" y="42"/>
                      </a:lnTo>
                      <a:lnTo>
                        <a:pt x="30" y="42"/>
                      </a:lnTo>
                      <a:lnTo>
                        <a:pt x="32" y="54"/>
                      </a:lnTo>
                      <a:lnTo>
                        <a:pt x="32" y="54"/>
                      </a:lnTo>
                      <a:lnTo>
                        <a:pt x="40" y="54"/>
                      </a:lnTo>
                      <a:lnTo>
                        <a:pt x="50" y="56"/>
                      </a:lnTo>
                      <a:lnTo>
                        <a:pt x="50" y="56"/>
                      </a:lnTo>
                      <a:lnTo>
                        <a:pt x="52" y="58"/>
                      </a:lnTo>
                      <a:lnTo>
                        <a:pt x="52" y="60"/>
                      </a:lnTo>
                      <a:lnTo>
                        <a:pt x="52" y="60"/>
                      </a:lnTo>
                      <a:lnTo>
                        <a:pt x="58" y="58"/>
                      </a:lnTo>
                      <a:lnTo>
                        <a:pt x="66" y="58"/>
                      </a:lnTo>
                      <a:lnTo>
                        <a:pt x="66" y="58"/>
                      </a:lnTo>
                      <a:lnTo>
                        <a:pt x="66" y="58"/>
                      </a:lnTo>
                      <a:lnTo>
                        <a:pt x="68" y="56"/>
                      </a:lnTo>
                      <a:lnTo>
                        <a:pt x="68" y="54"/>
                      </a:lnTo>
                      <a:lnTo>
                        <a:pt x="74" y="52"/>
                      </a:lnTo>
                      <a:lnTo>
                        <a:pt x="74" y="52"/>
                      </a:lnTo>
                      <a:lnTo>
                        <a:pt x="74" y="44"/>
                      </a:lnTo>
                      <a:lnTo>
                        <a:pt x="74" y="44"/>
                      </a:lnTo>
                      <a:lnTo>
                        <a:pt x="74" y="38"/>
                      </a:lnTo>
                      <a:lnTo>
                        <a:pt x="78" y="32"/>
                      </a:lnTo>
                      <a:lnTo>
                        <a:pt x="78" y="32"/>
                      </a:lnTo>
                      <a:lnTo>
                        <a:pt x="80" y="30"/>
                      </a:lnTo>
                      <a:lnTo>
                        <a:pt x="82" y="28"/>
                      </a:lnTo>
                      <a:lnTo>
                        <a:pt x="80" y="24"/>
                      </a:lnTo>
                      <a:lnTo>
                        <a:pt x="80" y="24"/>
                      </a:lnTo>
                      <a:lnTo>
                        <a:pt x="74" y="22"/>
                      </a:lnTo>
                      <a:lnTo>
                        <a:pt x="74" y="22"/>
                      </a:lnTo>
                      <a:lnTo>
                        <a:pt x="68" y="18"/>
                      </a:lnTo>
                      <a:lnTo>
                        <a:pt x="68" y="18"/>
                      </a:lnTo>
                      <a:lnTo>
                        <a:pt x="64" y="16"/>
                      </a:lnTo>
                      <a:lnTo>
                        <a:pt x="60" y="16"/>
                      </a:lnTo>
                      <a:lnTo>
                        <a:pt x="60" y="16"/>
                      </a:lnTo>
                      <a:lnTo>
                        <a:pt x="58" y="12"/>
                      </a:lnTo>
                      <a:lnTo>
                        <a:pt x="56" y="10"/>
                      </a:lnTo>
                      <a:lnTo>
                        <a:pt x="56" y="10"/>
                      </a:lnTo>
                      <a:lnTo>
                        <a:pt x="50" y="10"/>
                      </a:lnTo>
                      <a:lnTo>
                        <a:pt x="50" y="10"/>
                      </a:lnTo>
                      <a:lnTo>
                        <a:pt x="46" y="10"/>
                      </a:lnTo>
                      <a:lnTo>
                        <a:pt x="42" y="8"/>
                      </a:lnTo>
                      <a:lnTo>
                        <a:pt x="42" y="8"/>
                      </a:lnTo>
                      <a:lnTo>
                        <a:pt x="30" y="4"/>
                      </a:lnTo>
                      <a:lnTo>
                        <a:pt x="30" y="4"/>
                      </a:lnTo>
                      <a:lnTo>
                        <a:pt x="22" y="2"/>
                      </a:lnTo>
                      <a:lnTo>
                        <a:pt x="16" y="0"/>
                      </a:lnTo>
                      <a:lnTo>
                        <a:pt x="16" y="0"/>
                      </a:lnTo>
                      <a:lnTo>
                        <a:pt x="10" y="4"/>
                      </a:lnTo>
                      <a:lnTo>
                        <a:pt x="4" y="6"/>
                      </a:lnTo>
                      <a:lnTo>
                        <a:pt x="4" y="6"/>
                      </a:lnTo>
                      <a:close/>
                      <a:moveTo>
                        <a:pt x="0" y="20"/>
                      </a:moveTo>
                      <a:lnTo>
                        <a:pt x="0" y="22"/>
                      </a:lnTo>
                      <a:lnTo>
                        <a:pt x="2" y="22"/>
                      </a:lnTo>
                      <a:lnTo>
                        <a:pt x="2" y="22"/>
                      </a:lnTo>
                      <a:lnTo>
                        <a:pt x="2" y="20"/>
                      </a:lnTo>
                      <a:lnTo>
                        <a:pt x="0" y="20"/>
                      </a:lnTo>
                      <a:lnTo>
                        <a:pt x="0"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1" name="Freeform 147">
                  <a:extLst>
                    <a:ext uri="{FF2B5EF4-FFF2-40B4-BE49-F238E27FC236}">
                      <a16:creationId xmlns:a16="http://schemas.microsoft.com/office/drawing/2014/main" id="{81AAC8A4-E66D-E340-A47D-BF7D757861C3}"/>
                    </a:ext>
                  </a:extLst>
                </p:cNvPr>
                <p:cNvSpPr>
                  <a:spLocks/>
                </p:cNvSpPr>
                <p:nvPr/>
              </p:nvSpPr>
              <p:spPr bwMode="auto">
                <a:xfrm>
                  <a:off x="6163612" y="2721682"/>
                  <a:ext cx="7827" cy="16019"/>
                </a:xfrm>
                <a:custGeom>
                  <a:avLst/>
                  <a:gdLst>
                    <a:gd name="T0" fmla="*/ 4 w 4"/>
                    <a:gd name="T1" fmla="*/ 8 h 8"/>
                    <a:gd name="T2" fmla="*/ 4 w 4"/>
                    <a:gd name="T3" fmla="*/ 8 h 8"/>
                    <a:gd name="T4" fmla="*/ 2 w 4"/>
                    <a:gd name="T5" fmla="*/ 6 h 8"/>
                    <a:gd name="T6" fmla="*/ 0 w 4"/>
                    <a:gd name="T7" fmla="*/ 4 h 8"/>
                    <a:gd name="T8" fmla="*/ 0 w 4"/>
                    <a:gd name="T9" fmla="*/ 0 h 8"/>
                    <a:gd name="T10" fmla="*/ 0 w 4"/>
                    <a:gd name="T11" fmla="*/ 0 h 8"/>
                    <a:gd name="T12" fmla="*/ 4 w 4"/>
                    <a:gd name="T13" fmla="*/ 0 h 8"/>
                    <a:gd name="T14" fmla="*/ 4 w 4"/>
                    <a:gd name="T15" fmla="*/ 2 h 8"/>
                    <a:gd name="T16" fmla="*/ 4 w 4"/>
                    <a:gd name="T17" fmla="*/ 8 h 8"/>
                    <a:gd name="T18" fmla="*/ 4 w 4"/>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8">
                      <a:moveTo>
                        <a:pt x="4" y="8"/>
                      </a:moveTo>
                      <a:lnTo>
                        <a:pt x="4" y="8"/>
                      </a:lnTo>
                      <a:lnTo>
                        <a:pt x="2" y="6"/>
                      </a:lnTo>
                      <a:lnTo>
                        <a:pt x="0" y="4"/>
                      </a:lnTo>
                      <a:lnTo>
                        <a:pt x="0" y="0"/>
                      </a:lnTo>
                      <a:lnTo>
                        <a:pt x="0" y="0"/>
                      </a:lnTo>
                      <a:lnTo>
                        <a:pt x="4" y="0"/>
                      </a:lnTo>
                      <a:lnTo>
                        <a:pt x="4" y="2"/>
                      </a:lnTo>
                      <a:lnTo>
                        <a:pt x="4" y="8"/>
                      </a:lnTo>
                      <a:lnTo>
                        <a:pt x="4"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2" name="Freeform 151">
                  <a:extLst>
                    <a:ext uri="{FF2B5EF4-FFF2-40B4-BE49-F238E27FC236}">
                      <a16:creationId xmlns:a16="http://schemas.microsoft.com/office/drawing/2014/main" id="{D1D05ABB-7BC6-8C45-931D-1CF3147C293E}"/>
                    </a:ext>
                  </a:extLst>
                </p:cNvPr>
                <p:cNvSpPr>
                  <a:spLocks/>
                </p:cNvSpPr>
                <p:nvPr/>
              </p:nvSpPr>
              <p:spPr bwMode="auto">
                <a:xfrm>
                  <a:off x="6451277" y="2273156"/>
                  <a:ext cx="203518" cy="120141"/>
                </a:xfrm>
                <a:custGeom>
                  <a:avLst/>
                  <a:gdLst>
                    <a:gd name="T0" fmla="*/ 0 w 104"/>
                    <a:gd name="T1" fmla="*/ 42 h 60"/>
                    <a:gd name="T2" fmla="*/ 12 w 104"/>
                    <a:gd name="T3" fmla="*/ 36 h 60"/>
                    <a:gd name="T4" fmla="*/ 18 w 104"/>
                    <a:gd name="T5" fmla="*/ 38 h 60"/>
                    <a:gd name="T6" fmla="*/ 26 w 104"/>
                    <a:gd name="T7" fmla="*/ 40 h 60"/>
                    <a:gd name="T8" fmla="*/ 38 w 104"/>
                    <a:gd name="T9" fmla="*/ 44 h 60"/>
                    <a:gd name="T10" fmla="*/ 46 w 104"/>
                    <a:gd name="T11" fmla="*/ 46 h 60"/>
                    <a:gd name="T12" fmla="*/ 52 w 104"/>
                    <a:gd name="T13" fmla="*/ 46 h 60"/>
                    <a:gd name="T14" fmla="*/ 54 w 104"/>
                    <a:gd name="T15" fmla="*/ 48 h 60"/>
                    <a:gd name="T16" fmla="*/ 56 w 104"/>
                    <a:gd name="T17" fmla="*/ 52 h 60"/>
                    <a:gd name="T18" fmla="*/ 64 w 104"/>
                    <a:gd name="T19" fmla="*/ 54 h 60"/>
                    <a:gd name="T20" fmla="*/ 70 w 104"/>
                    <a:gd name="T21" fmla="*/ 58 h 60"/>
                    <a:gd name="T22" fmla="*/ 76 w 104"/>
                    <a:gd name="T23" fmla="*/ 60 h 60"/>
                    <a:gd name="T24" fmla="*/ 80 w 104"/>
                    <a:gd name="T25" fmla="*/ 56 h 60"/>
                    <a:gd name="T26" fmla="*/ 86 w 104"/>
                    <a:gd name="T27" fmla="*/ 54 h 60"/>
                    <a:gd name="T28" fmla="*/ 90 w 104"/>
                    <a:gd name="T29" fmla="*/ 56 h 60"/>
                    <a:gd name="T30" fmla="*/ 92 w 104"/>
                    <a:gd name="T31" fmla="*/ 50 h 60"/>
                    <a:gd name="T32" fmla="*/ 94 w 104"/>
                    <a:gd name="T33" fmla="*/ 42 h 60"/>
                    <a:gd name="T34" fmla="*/ 98 w 104"/>
                    <a:gd name="T35" fmla="*/ 44 h 60"/>
                    <a:gd name="T36" fmla="*/ 104 w 104"/>
                    <a:gd name="T37" fmla="*/ 42 h 60"/>
                    <a:gd name="T38" fmla="*/ 102 w 104"/>
                    <a:gd name="T39" fmla="*/ 36 h 60"/>
                    <a:gd name="T40" fmla="*/ 98 w 104"/>
                    <a:gd name="T41" fmla="*/ 30 h 60"/>
                    <a:gd name="T42" fmla="*/ 94 w 104"/>
                    <a:gd name="T43" fmla="*/ 28 h 60"/>
                    <a:gd name="T44" fmla="*/ 92 w 104"/>
                    <a:gd name="T45" fmla="*/ 26 h 60"/>
                    <a:gd name="T46" fmla="*/ 92 w 104"/>
                    <a:gd name="T47" fmla="*/ 16 h 60"/>
                    <a:gd name="T48" fmla="*/ 88 w 104"/>
                    <a:gd name="T49" fmla="*/ 18 h 60"/>
                    <a:gd name="T50" fmla="*/ 84 w 104"/>
                    <a:gd name="T51" fmla="*/ 16 h 60"/>
                    <a:gd name="T52" fmla="*/ 84 w 104"/>
                    <a:gd name="T53" fmla="*/ 12 h 60"/>
                    <a:gd name="T54" fmla="*/ 76 w 104"/>
                    <a:gd name="T55" fmla="*/ 14 h 60"/>
                    <a:gd name="T56" fmla="*/ 68 w 104"/>
                    <a:gd name="T57" fmla="*/ 6 h 60"/>
                    <a:gd name="T58" fmla="*/ 68 w 104"/>
                    <a:gd name="T59" fmla="*/ 4 h 60"/>
                    <a:gd name="T60" fmla="*/ 64 w 104"/>
                    <a:gd name="T61" fmla="*/ 2 h 60"/>
                    <a:gd name="T62" fmla="*/ 54 w 104"/>
                    <a:gd name="T63" fmla="*/ 0 h 60"/>
                    <a:gd name="T64" fmla="*/ 54 w 104"/>
                    <a:gd name="T65" fmla="*/ 2 h 60"/>
                    <a:gd name="T66" fmla="*/ 50 w 104"/>
                    <a:gd name="T67" fmla="*/ 2 h 60"/>
                    <a:gd name="T68" fmla="*/ 42 w 104"/>
                    <a:gd name="T69" fmla="*/ 2 h 60"/>
                    <a:gd name="T70" fmla="*/ 44 w 104"/>
                    <a:gd name="T71" fmla="*/ 20 h 60"/>
                    <a:gd name="T72" fmla="*/ 36 w 104"/>
                    <a:gd name="T73" fmla="*/ 24 h 60"/>
                    <a:gd name="T74" fmla="*/ 28 w 104"/>
                    <a:gd name="T75" fmla="*/ 22 h 60"/>
                    <a:gd name="T76" fmla="*/ 28 w 104"/>
                    <a:gd name="T77" fmla="*/ 22 h 60"/>
                    <a:gd name="T78" fmla="*/ 20 w 104"/>
                    <a:gd name="T79" fmla="*/ 14 h 60"/>
                    <a:gd name="T80" fmla="*/ 20 w 104"/>
                    <a:gd name="T81" fmla="*/ 12 h 60"/>
                    <a:gd name="T82" fmla="*/ 22 w 104"/>
                    <a:gd name="T83" fmla="*/ 12 h 60"/>
                    <a:gd name="T84" fmla="*/ 22 w 104"/>
                    <a:gd name="T85" fmla="*/ 8 h 60"/>
                    <a:gd name="T86" fmla="*/ 18 w 104"/>
                    <a:gd name="T87" fmla="*/ 10 h 60"/>
                    <a:gd name="T88" fmla="*/ 12 w 104"/>
                    <a:gd name="T89" fmla="*/ 12 h 60"/>
                    <a:gd name="T90" fmla="*/ 10 w 104"/>
                    <a:gd name="T91" fmla="*/ 18 h 60"/>
                    <a:gd name="T92" fmla="*/ 0 w 104"/>
                    <a:gd name="T93"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60">
                      <a:moveTo>
                        <a:pt x="0" y="42"/>
                      </a:moveTo>
                      <a:lnTo>
                        <a:pt x="0" y="42"/>
                      </a:lnTo>
                      <a:lnTo>
                        <a:pt x="6" y="40"/>
                      </a:lnTo>
                      <a:lnTo>
                        <a:pt x="12" y="36"/>
                      </a:lnTo>
                      <a:lnTo>
                        <a:pt x="12" y="36"/>
                      </a:lnTo>
                      <a:lnTo>
                        <a:pt x="18" y="38"/>
                      </a:lnTo>
                      <a:lnTo>
                        <a:pt x="26" y="40"/>
                      </a:lnTo>
                      <a:lnTo>
                        <a:pt x="26" y="40"/>
                      </a:lnTo>
                      <a:lnTo>
                        <a:pt x="38" y="44"/>
                      </a:lnTo>
                      <a:lnTo>
                        <a:pt x="38" y="44"/>
                      </a:lnTo>
                      <a:lnTo>
                        <a:pt x="42" y="46"/>
                      </a:lnTo>
                      <a:lnTo>
                        <a:pt x="46" y="46"/>
                      </a:lnTo>
                      <a:lnTo>
                        <a:pt x="46" y="46"/>
                      </a:lnTo>
                      <a:lnTo>
                        <a:pt x="52" y="46"/>
                      </a:lnTo>
                      <a:lnTo>
                        <a:pt x="52" y="46"/>
                      </a:lnTo>
                      <a:lnTo>
                        <a:pt x="54" y="48"/>
                      </a:lnTo>
                      <a:lnTo>
                        <a:pt x="56" y="52"/>
                      </a:lnTo>
                      <a:lnTo>
                        <a:pt x="56" y="52"/>
                      </a:lnTo>
                      <a:lnTo>
                        <a:pt x="60" y="52"/>
                      </a:lnTo>
                      <a:lnTo>
                        <a:pt x="64" y="54"/>
                      </a:lnTo>
                      <a:lnTo>
                        <a:pt x="64" y="54"/>
                      </a:lnTo>
                      <a:lnTo>
                        <a:pt x="70" y="58"/>
                      </a:lnTo>
                      <a:lnTo>
                        <a:pt x="70" y="58"/>
                      </a:lnTo>
                      <a:lnTo>
                        <a:pt x="76" y="60"/>
                      </a:lnTo>
                      <a:lnTo>
                        <a:pt x="76" y="60"/>
                      </a:lnTo>
                      <a:lnTo>
                        <a:pt x="80" y="56"/>
                      </a:lnTo>
                      <a:lnTo>
                        <a:pt x="82" y="54"/>
                      </a:lnTo>
                      <a:lnTo>
                        <a:pt x="86" y="54"/>
                      </a:lnTo>
                      <a:lnTo>
                        <a:pt x="86" y="54"/>
                      </a:lnTo>
                      <a:lnTo>
                        <a:pt x="90" y="56"/>
                      </a:lnTo>
                      <a:lnTo>
                        <a:pt x="92" y="50"/>
                      </a:lnTo>
                      <a:lnTo>
                        <a:pt x="92" y="50"/>
                      </a:lnTo>
                      <a:lnTo>
                        <a:pt x="92" y="44"/>
                      </a:lnTo>
                      <a:lnTo>
                        <a:pt x="94" y="42"/>
                      </a:lnTo>
                      <a:lnTo>
                        <a:pt x="94" y="42"/>
                      </a:lnTo>
                      <a:lnTo>
                        <a:pt x="98" y="44"/>
                      </a:lnTo>
                      <a:lnTo>
                        <a:pt x="102" y="44"/>
                      </a:lnTo>
                      <a:lnTo>
                        <a:pt x="104" y="42"/>
                      </a:lnTo>
                      <a:lnTo>
                        <a:pt x="102" y="36"/>
                      </a:lnTo>
                      <a:lnTo>
                        <a:pt x="102" y="36"/>
                      </a:lnTo>
                      <a:lnTo>
                        <a:pt x="98" y="30"/>
                      </a:lnTo>
                      <a:lnTo>
                        <a:pt x="98" y="30"/>
                      </a:lnTo>
                      <a:lnTo>
                        <a:pt x="96" y="28"/>
                      </a:lnTo>
                      <a:lnTo>
                        <a:pt x="94" y="28"/>
                      </a:lnTo>
                      <a:lnTo>
                        <a:pt x="94" y="28"/>
                      </a:lnTo>
                      <a:lnTo>
                        <a:pt x="92" y="26"/>
                      </a:lnTo>
                      <a:lnTo>
                        <a:pt x="92" y="26"/>
                      </a:lnTo>
                      <a:lnTo>
                        <a:pt x="92" y="16"/>
                      </a:lnTo>
                      <a:lnTo>
                        <a:pt x="92" y="16"/>
                      </a:lnTo>
                      <a:lnTo>
                        <a:pt x="88" y="18"/>
                      </a:lnTo>
                      <a:lnTo>
                        <a:pt x="86" y="18"/>
                      </a:lnTo>
                      <a:lnTo>
                        <a:pt x="84" y="16"/>
                      </a:lnTo>
                      <a:lnTo>
                        <a:pt x="84" y="16"/>
                      </a:lnTo>
                      <a:lnTo>
                        <a:pt x="84" y="12"/>
                      </a:lnTo>
                      <a:lnTo>
                        <a:pt x="82" y="12"/>
                      </a:lnTo>
                      <a:lnTo>
                        <a:pt x="76" y="14"/>
                      </a:lnTo>
                      <a:lnTo>
                        <a:pt x="72" y="6"/>
                      </a:lnTo>
                      <a:lnTo>
                        <a:pt x="68" y="6"/>
                      </a:lnTo>
                      <a:lnTo>
                        <a:pt x="68" y="6"/>
                      </a:lnTo>
                      <a:lnTo>
                        <a:pt x="68" y="4"/>
                      </a:lnTo>
                      <a:lnTo>
                        <a:pt x="64" y="2"/>
                      </a:lnTo>
                      <a:lnTo>
                        <a:pt x="64" y="2"/>
                      </a:lnTo>
                      <a:lnTo>
                        <a:pt x="58" y="0"/>
                      </a:lnTo>
                      <a:lnTo>
                        <a:pt x="54" y="0"/>
                      </a:lnTo>
                      <a:lnTo>
                        <a:pt x="54" y="0"/>
                      </a:lnTo>
                      <a:lnTo>
                        <a:pt x="54" y="2"/>
                      </a:lnTo>
                      <a:lnTo>
                        <a:pt x="50" y="2"/>
                      </a:lnTo>
                      <a:lnTo>
                        <a:pt x="50" y="2"/>
                      </a:lnTo>
                      <a:lnTo>
                        <a:pt x="42" y="2"/>
                      </a:lnTo>
                      <a:lnTo>
                        <a:pt x="42" y="2"/>
                      </a:lnTo>
                      <a:lnTo>
                        <a:pt x="42" y="10"/>
                      </a:lnTo>
                      <a:lnTo>
                        <a:pt x="44" y="20"/>
                      </a:lnTo>
                      <a:lnTo>
                        <a:pt x="44" y="20"/>
                      </a:lnTo>
                      <a:lnTo>
                        <a:pt x="36" y="24"/>
                      </a:lnTo>
                      <a:lnTo>
                        <a:pt x="32" y="24"/>
                      </a:lnTo>
                      <a:lnTo>
                        <a:pt x="28" y="22"/>
                      </a:lnTo>
                      <a:lnTo>
                        <a:pt x="28" y="22"/>
                      </a:lnTo>
                      <a:lnTo>
                        <a:pt x="28" y="22"/>
                      </a:lnTo>
                      <a:lnTo>
                        <a:pt x="28" y="22"/>
                      </a:lnTo>
                      <a:lnTo>
                        <a:pt x="20" y="14"/>
                      </a:lnTo>
                      <a:lnTo>
                        <a:pt x="20" y="14"/>
                      </a:lnTo>
                      <a:lnTo>
                        <a:pt x="20" y="12"/>
                      </a:lnTo>
                      <a:lnTo>
                        <a:pt x="20" y="12"/>
                      </a:lnTo>
                      <a:lnTo>
                        <a:pt x="22" y="12"/>
                      </a:lnTo>
                      <a:lnTo>
                        <a:pt x="22" y="12"/>
                      </a:lnTo>
                      <a:lnTo>
                        <a:pt x="22" y="8"/>
                      </a:lnTo>
                      <a:lnTo>
                        <a:pt x="20" y="8"/>
                      </a:lnTo>
                      <a:lnTo>
                        <a:pt x="18" y="10"/>
                      </a:lnTo>
                      <a:lnTo>
                        <a:pt x="18" y="10"/>
                      </a:lnTo>
                      <a:lnTo>
                        <a:pt x="12" y="12"/>
                      </a:lnTo>
                      <a:lnTo>
                        <a:pt x="10" y="18"/>
                      </a:lnTo>
                      <a:lnTo>
                        <a:pt x="10" y="18"/>
                      </a:lnTo>
                      <a:lnTo>
                        <a:pt x="2" y="30"/>
                      </a:lnTo>
                      <a:lnTo>
                        <a:pt x="0" y="42"/>
                      </a:lnTo>
                      <a:lnTo>
                        <a:pt x="0" y="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3" name="Freeform 156">
                  <a:extLst>
                    <a:ext uri="{FF2B5EF4-FFF2-40B4-BE49-F238E27FC236}">
                      <a16:creationId xmlns:a16="http://schemas.microsoft.com/office/drawing/2014/main" id="{7504B349-6795-534A-B5D0-82F672C27694}"/>
                    </a:ext>
                  </a:extLst>
                </p:cNvPr>
                <p:cNvSpPr>
                  <a:spLocks/>
                </p:cNvSpPr>
                <p:nvPr/>
              </p:nvSpPr>
              <p:spPr bwMode="auto">
                <a:xfrm>
                  <a:off x="7132278" y="2405311"/>
                  <a:ext cx="1072382" cy="560658"/>
                </a:xfrm>
                <a:custGeom>
                  <a:avLst/>
                  <a:gdLst>
                    <a:gd name="T0" fmla="*/ 488 w 548"/>
                    <a:gd name="T1" fmla="*/ 158 h 280"/>
                    <a:gd name="T2" fmla="*/ 450 w 548"/>
                    <a:gd name="T3" fmla="*/ 208 h 280"/>
                    <a:gd name="T4" fmla="*/ 436 w 548"/>
                    <a:gd name="T5" fmla="*/ 248 h 280"/>
                    <a:gd name="T6" fmla="*/ 408 w 548"/>
                    <a:gd name="T7" fmla="*/ 240 h 280"/>
                    <a:gd name="T8" fmla="*/ 372 w 548"/>
                    <a:gd name="T9" fmla="*/ 244 h 280"/>
                    <a:gd name="T10" fmla="*/ 358 w 548"/>
                    <a:gd name="T11" fmla="*/ 244 h 280"/>
                    <a:gd name="T12" fmla="*/ 338 w 548"/>
                    <a:gd name="T13" fmla="*/ 246 h 280"/>
                    <a:gd name="T14" fmla="*/ 306 w 548"/>
                    <a:gd name="T15" fmla="*/ 256 h 280"/>
                    <a:gd name="T16" fmla="*/ 290 w 548"/>
                    <a:gd name="T17" fmla="*/ 264 h 280"/>
                    <a:gd name="T18" fmla="*/ 272 w 548"/>
                    <a:gd name="T19" fmla="*/ 280 h 280"/>
                    <a:gd name="T20" fmla="*/ 250 w 548"/>
                    <a:gd name="T21" fmla="*/ 268 h 280"/>
                    <a:gd name="T22" fmla="*/ 246 w 548"/>
                    <a:gd name="T23" fmla="*/ 260 h 280"/>
                    <a:gd name="T24" fmla="*/ 228 w 548"/>
                    <a:gd name="T25" fmla="*/ 250 h 280"/>
                    <a:gd name="T26" fmla="*/ 194 w 548"/>
                    <a:gd name="T27" fmla="*/ 226 h 280"/>
                    <a:gd name="T28" fmla="*/ 200 w 548"/>
                    <a:gd name="T29" fmla="*/ 210 h 280"/>
                    <a:gd name="T30" fmla="*/ 188 w 548"/>
                    <a:gd name="T31" fmla="*/ 186 h 280"/>
                    <a:gd name="T32" fmla="*/ 188 w 548"/>
                    <a:gd name="T33" fmla="*/ 172 h 280"/>
                    <a:gd name="T34" fmla="*/ 178 w 548"/>
                    <a:gd name="T35" fmla="*/ 182 h 280"/>
                    <a:gd name="T36" fmla="*/ 164 w 548"/>
                    <a:gd name="T37" fmla="*/ 192 h 280"/>
                    <a:gd name="T38" fmla="*/ 156 w 548"/>
                    <a:gd name="T39" fmla="*/ 190 h 280"/>
                    <a:gd name="T40" fmla="*/ 136 w 548"/>
                    <a:gd name="T41" fmla="*/ 196 h 280"/>
                    <a:gd name="T42" fmla="*/ 102 w 548"/>
                    <a:gd name="T43" fmla="*/ 258 h 280"/>
                    <a:gd name="T44" fmla="*/ 74 w 548"/>
                    <a:gd name="T45" fmla="*/ 264 h 280"/>
                    <a:gd name="T46" fmla="*/ 64 w 548"/>
                    <a:gd name="T47" fmla="*/ 242 h 280"/>
                    <a:gd name="T48" fmla="*/ 52 w 548"/>
                    <a:gd name="T49" fmla="*/ 226 h 280"/>
                    <a:gd name="T50" fmla="*/ 56 w 548"/>
                    <a:gd name="T51" fmla="*/ 214 h 280"/>
                    <a:gd name="T52" fmla="*/ 60 w 548"/>
                    <a:gd name="T53" fmla="*/ 206 h 280"/>
                    <a:gd name="T54" fmla="*/ 72 w 548"/>
                    <a:gd name="T55" fmla="*/ 198 h 280"/>
                    <a:gd name="T56" fmla="*/ 92 w 548"/>
                    <a:gd name="T57" fmla="*/ 206 h 280"/>
                    <a:gd name="T58" fmla="*/ 96 w 548"/>
                    <a:gd name="T59" fmla="*/ 194 h 280"/>
                    <a:gd name="T60" fmla="*/ 90 w 548"/>
                    <a:gd name="T61" fmla="*/ 178 h 280"/>
                    <a:gd name="T62" fmla="*/ 74 w 548"/>
                    <a:gd name="T63" fmla="*/ 166 h 280"/>
                    <a:gd name="T64" fmla="*/ 56 w 548"/>
                    <a:gd name="T65" fmla="*/ 158 h 280"/>
                    <a:gd name="T66" fmla="*/ 42 w 548"/>
                    <a:gd name="T67" fmla="*/ 166 h 280"/>
                    <a:gd name="T68" fmla="*/ 26 w 548"/>
                    <a:gd name="T69" fmla="*/ 174 h 280"/>
                    <a:gd name="T70" fmla="*/ 16 w 548"/>
                    <a:gd name="T71" fmla="*/ 148 h 280"/>
                    <a:gd name="T72" fmla="*/ 6 w 548"/>
                    <a:gd name="T73" fmla="*/ 138 h 280"/>
                    <a:gd name="T74" fmla="*/ 10 w 548"/>
                    <a:gd name="T75" fmla="*/ 116 h 280"/>
                    <a:gd name="T76" fmla="*/ 10 w 548"/>
                    <a:gd name="T77" fmla="*/ 100 h 280"/>
                    <a:gd name="T78" fmla="*/ 26 w 548"/>
                    <a:gd name="T79" fmla="*/ 102 h 280"/>
                    <a:gd name="T80" fmla="*/ 34 w 548"/>
                    <a:gd name="T81" fmla="*/ 80 h 280"/>
                    <a:gd name="T82" fmla="*/ 50 w 548"/>
                    <a:gd name="T83" fmla="*/ 76 h 280"/>
                    <a:gd name="T84" fmla="*/ 76 w 548"/>
                    <a:gd name="T85" fmla="*/ 62 h 280"/>
                    <a:gd name="T86" fmla="*/ 84 w 548"/>
                    <a:gd name="T87" fmla="*/ 68 h 280"/>
                    <a:gd name="T88" fmla="*/ 104 w 548"/>
                    <a:gd name="T89" fmla="*/ 80 h 280"/>
                    <a:gd name="T90" fmla="*/ 118 w 548"/>
                    <a:gd name="T91" fmla="*/ 92 h 280"/>
                    <a:gd name="T92" fmla="*/ 126 w 548"/>
                    <a:gd name="T93" fmla="*/ 82 h 280"/>
                    <a:gd name="T94" fmla="*/ 152 w 548"/>
                    <a:gd name="T95" fmla="*/ 80 h 280"/>
                    <a:gd name="T96" fmla="*/ 168 w 548"/>
                    <a:gd name="T97" fmla="*/ 92 h 280"/>
                    <a:gd name="T98" fmla="*/ 180 w 548"/>
                    <a:gd name="T99" fmla="*/ 80 h 280"/>
                    <a:gd name="T100" fmla="*/ 182 w 548"/>
                    <a:gd name="T101" fmla="*/ 20 h 280"/>
                    <a:gd name="T102" fmla="*/ 256 w 548"/>
                    <a:gd name="T103" fmla="*/ 12 h 280"/>
                    <a:gd name="T104" fmla="*/ 298 w 548"/>
                    <a:gd name="T105" fmla="*/ 18 h 280"/>
                    <a:gd name="T106" fmla="*/ 334 w 548"/>
                    <a:gd name="T107" fmla="*/ 20 h 280"/>
                    <a:gd name="T108" fmla="*/ 394 w 548"/>
                    <a:gd name="T109" fmla="*/ 12 h 280"/>
                    <a:gd name="T110" fmla="*/ 430 w 548"/>
                    <a:gd name="T111" fmla="*/ 84 h 280"/>
                    <a:gd name="T112" fmla="*/ 472 w 548"/>
                    <a:gd name="T113" fmla="*/ 100 h 280"/>
                    <a:gd name="T114" fmla="*/ 536 w 548"/>
                    <a:gd name="T115" fmla="*/ 118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8" h="280">
                      <a:moveTo>
                        <a:pt x="548" y="124"/>
                      </a:moveTo>
                      <a:lnTo>
                        <a:pt x="528" y="128"/>
                      </a:lnTo>
                      <a:lnTo>
                        <a:pt x="522" y="134"/>
                      </a:lnTo>
                      <a:lnTo>
                        <a:pt x="518" y="140"/>
                      </a:lnTo>
                      <a:lnTo>
                        <a:pt x="510" y="142"/>
                      </a:lnTo>
                      <a:lnTo>
                        <a:pt x="508" y="146"/>
                      </a:lnTo>
                      <a:lnTo>
                        <a:pt x="506" y="154"/>
                      </a:lnTo>
                      <a:lnTo>
                        <a:pt x="496" y="158"/>
                      </a:lnTo>
                      <a:lnTo>
                        <a:pt x="488" y="158"/>
                      </a:lnTo>
                      <a:lnTo>
                        <a:pt x="482" y="162"/>
                      </a:lnTo>
                      <a:lnTo>
                        <a:pt x="478" y="170"/>
                      </a:lnTo>
                      <a:lnTo>
                        <a:pt x="472" y="174"/>
                      </a:lnTo>
                      <a:lnTo>
                        <a:pt x="470" y="184"/>
                      </a:lnTo>
                      <a:lnTo>
                        <a:pt x="472" y="194"/>
                      </a:lnTo>
                      <a:lnTo>
                        <a:pt x="476" y="198"/>
                      </a:lnTo>
                      <a:lnTo>
                        <a:pt x="474" y="202"/>
                      </a:lnTo>
                      <a:lnTo>
                        <a:pt x="460" y="202"/>
                      </a:lnTo>
                      <a:lnTo>
                        <a:pt x="450" y="208"/>
                      </a:lnTo>
                      <a:lnTo>
                        <a:pt x="440" y="210"/>
                      </a:lnTo>
                      <a:lnTo>
                        <a:pt x="436" y="212"/>
                      </a:lnTo>
                      <a:lnTo>
                        <a:pt x="438" y="218"/>
                      </a:lnTo>
                      <a:lnTo>
                        <a:pt x="446" y="224"/>
                      </a:lnTo>
                      <a:lnTo>
                        <a:pt x="448" y="230"/>
                      </a:lnTo>
                      <a:lnTo>
                        <a:pt x="442" y="242"/>
                      </a:lnTo>
                      <a:lnTo>
                        <a:pt x="442" y="252"/>
                      </a:lnTo>
                      <a:lnTo>
                        <a:pt x="436" y="248"/>
                      </a:lnTo>
                      <a:lnTo>
                        <a:pt x="436" y="248"/>
                      </a:lnTo>
                      <a:lnTo>
                        <a:pt x="432" y="248"/>
                      </a:lnTo>
                      <a:lnTo>
                        <a:pt x="428" y="246"/>
                      </a:lnTo>
                      <a:lnTo>
                        <a:pt x="428" y="246"/>
                      </a:lnTo>
                      <a:lnTo>
                        <a:pt x="426" y="242"/>
                      </a:lnTo>
                      <a:lnTo>
                        <a:pt x="420" y="240"/>
                      </a:lnTo>
                      <a:lnTo>
                        <a:pt x="420" y="240"/>
                      </a:lnTo>
                      <a:lnTo>
                        <a:pt x="414" y="240"/>
                      </a:lnTo>
                      <a:lnTo>
                        <a:pt x="408" y="240"/>
                      </a:lnTo>
                      <a:lnTo>
                        <a:pt x="408" y="240"/>
                      </a:lnTo>
                      <a:lnTo>
                        <a:pt x="392" y="240"/>
                      </a:lnTo>
                      <a:lnTo>
                        <a:pt x="392" y="240"/>
                      </a:lnTo>
                      <a:lnTo>
                        <a:pt x="386" y="244"/>
                      </a:lnTo>
                      <a:lnTo>
                        <a:pt x="378" y="248"/>
                      </a:lnTo>
                      <a:lnTo>
                        <a:pt x="378" y="248"/>
                      </a:lnTo>
                      <a:lnTo>
                        <a:pt x="376" y="248"/>
                      </a:lnTo>
                      <a:lnTo>
                        <a:pt x="374" y="246"/>
                      </a:lnTo>
                      <a:lnTo>
                        <a:pt x="374" y="246"/>
                      </a:lnTo>
                      <a:lnTo>
                        <a:pt x="372" y="244"/>
                      </a:lnTo>
                      <a:lnTo>
                        <a:pt x="372" y="244"/>
                      </a:lnTo>
                      <a:lnTo>
                        <a:pt x="368" y="244"/>
                      </a:lnTo>
                      <a:lnTo>
                        <a:pt x="368" y="242"/>
                      </a:lnTo>
                      <a:lnTo>
                        <a:pt x="366" y="240"/>
                      </a:lnTo>
                      <a:lnTo>
                        <a:pt x="364" y="240"/>
                      </a:lnTo>
                      <a:lnTo>
                        <a:pt x="364" y="240"/>
                      </a:lnTo>
                      <a:lnTo>
                        <a:pt x="360" y="244"/>
                      </a:lnTo>
                      <a:lnTo>
                        <a:pt x="358" y="244"/>
                      </a:lnTo>
                      <a:lnTo>
                        <a:pt x="358" y="244"/>
                      </a:lnTo>
                      <a:lnTo>
                        <a:pt x="354" y="246"/>
                      </a:lnTo>
                      <a:lnTo>
                        <a:pt x="352" y="248"/>
                      </a:lnTo>
                      <a:lnTo>
                        <a:pt x="352" y="248"/>
                      </a:lnTo>
                      <a:lnTo>
                        <a:pt x="350" y="250"/>
                      </a:lnTo>
                      <a:lnTo>
                        <a:pt x="348" y="254"/>
                      </a:lnTo>
                      <a:lnTo>
                        <a:pt x="348" y="254"/>
                      </a:lnTo>
                      <a:lnTo>
                        <a:pt x="346" y="254"/>
                      </a:lnTo>
                      <a:lnTo>
                        <a:pt x="344" y="250"/>
                      </a:lnTo>
                      <a:lnTo>
                        <a:pt x="338" y="246"/>
                      </a:lnTo>
                      <a:lnTo>
                        <a:pt x="334" y="246"/>
                      </a:lnTo>
                      <a:lnTo>
                        <a:pt x="324" y="246"/>
                      </a:lnTo>
                      <a:lnTo>
                        <a:pt x="324" y="246"/>
                      </a:lnTo>
                      <a:lnTo>
                        <a:pt x="320" y="246"/>
                      </a:lnTo>
                      <a:lnTo>
                        <a:pt x="318" y="250"/>
                      </a:lnTo>
                      <a:lnTo>
                        <a:pt x="314" y="254"/>
                      </a:lnTo>
                      <a:lnTo>
                        <a:pt x="314" y="254"/>
                      </a:lnTo>
                      <a:lnTo>
                        <a:pt x="310" y="256"/>
                      </a:lnTo>
                      <a:lnTo>
                        <a:pt x="306" y="256"/>
                      </a:lnTo>
                      <a:lnTo>
                        <a:pt x="306" y="256"/>
                      </a:lnTo>
                      <a:lnTo>
                        <a:pt x="300" y="258"/>
                      </a:lnTo>
                      <a:lnTo>
                        <a:pt x="298" y="258"/>
                      </a:lnTo>
                      <a:lnTo>
                        <a:pt x="298" y="260"/>
                      </a:lnTo>
                      <a:lnTo>
                        <a:pt x="298" y="260"/>
                      </a:lnTo>
                      <a:lnTo>
                        <a:pt x="296" y="262"/>
                      </a:lnTo>
                      <a:lnTo>
                        <a:pt x="294" y="262"/>
                      </a:lnTo>
                      <a:lnTo>
                        <a:pt x="290" y="264"/>
                      </a:lnTo>
                      <a:lnTo>
                        <a:pt x="290" y="264"/>
                      </a:lnTo>
                      <a:lnTo>
                        <a:pt x="288" y="266"/>
                      </a:lnTo>
                      <a:lnTo>
                        <a:pt x="286" y="268"/>
                      </a:lnTo>
                      <a:lnTo>
                        <a:pt x="286" y="272"/>
                      </a:lnTo>
                      <a:lnTo>
                        <a:pt x="286" y="272"/>
                      </a:lnTo>
                      <a:lnTo>
                        <a:pt x="278" y="274"/>
                      </a:lnTo>
                      <a:lnTo>
                        <a:pt x="278" y="278"/>
                      </a:lnTo>
                      <a:lnTo>
                        <a:pt x="278" y="278"/>
                      </a:lnTo>
                      <a:lnTo>
                        <a:pt x="272" y="280"/>
                      </a:lnTo>
                      <a:lnTo>
                        <a:pt x="272" y="280"/>
                      </a:lnTo>
                      <a:lnTo>
                        <a:pt x="272" y="280"/>
                      </a:lnTo>
                      <a:lnTo>
                        <a:pt x="272" y="278"/>
                      </a:lnTo>
                      <a:lnTo>
                        <a:pt x="272" y="274"/>
                      </a:lnTo>
                      <a:lnTo>
                        <a:pt x="272" y="274"/>
                      </a:lnTo>
                      <a:lnTo>
                        <a:pt x="266" y="270"/>
                      </a:lnTo>
                      <a:lnTo>
                        <a:pt x="262" y="270"/>
                      </a:lnTo>
                      <a:lnTo>
                        <a:pt x="262" y="270"/>
                      </a:lnTo>
                      <a:lnTo>
                        <a:pt x="256" y="270"/>
                      </a:lnTo>
                      <a:lnTo>
                        <a:pt x="250" y="268"/>
                      </a:lnTo>
                      <a:lnTo>
                        <a:pt x="250" y="268"/>
                      </a:lnTo>
                      <a:lnTo>
                        <a:pt x="248" y="268"/>
                      </a:lnTo>
                      <a:lnTo>
                        <a:pt x="248" y="266"/>
                      </a:lnTo>
                      <a:lnTo>
                        <a:pt x="250" y="262"/>
                      </a:lnTo>
                      <a:lnTo>
                        <a:pt x="250" y="262"/>
                      </a:lnTo>
                      <a:lnTo>
                        <a:pt x="248" y="262"/>
                      </a:lnTo>
                      <a:lnTo>
                        <a:pt x="248" y="260"/>
                      </a:lnTo>
                      <a:lnTo>
                        <a:pt x="246" y="260"/>
                      </a:lnTo>
                      <a:lnTo>
                        <a:pt x="246" y="260"/>
                      </a:lnTo>
                      <a:lnTo>
                        <a:pt x="246" y="260"/>
                      </a:lnTo>
                      <a:lnTo>
                        <a:pt x="246" y="256"/>
                      </a:lnTo>
                      <a:lnTo>
                        <a:pt x="242" y="256"/>
                      </a:lnTo>
                      <a:lnTo>
                        <a:pt x="242" y="256"/>
                      </a:lnTo>
                      <a:lnTo>
                        <a:pt x="238" y="256"/>
                      </a:lnTo>
                      <a:lnTo>
                        <a:pt x="234" y="254"/>
                      </a:lnTo>
                      <a:lnTo>
                        <a:pt x="234" y="254"/>
                      </a:lnTo>
                      <a:lnTo>
                        <a:pt x="230" y="246"/>
                      </a:lnTo>
                      <a:lnTo>
                        <a:pt x="228" y="250"/>
                      </a:lnTo>
                      <a:lnTo>
                        <a:pt x="228" y="250"/>
                      </a:lnTo>
                      <a:lnTo>
                        <a:pt x="212" y="246"/>
                      </a:lnTo>
                      <a:lnTo>
                        <a:pt x="212" y="246"/>
                      </a:lnTo>
                      <a:lnTo>
                        <a:pt x="202" y="246"/>
                      </a:lnTo>
                      <a:lnTo>
                        <a:pt x="198" y="246"/>
                      </a:lnTo>
                      <a:lnTo>
                        <a:pt x="198" y="246"/>
                      </a:lnTo>
                      <a:lnTo>
                        <a:pt x="196" y="230"/>
                      </a:lnTo>
                      <a:lnTo>
                        <a:pt x="196" y="230"/>
                      </a:lnTo>
                      <a:lnTo>
                        <a:pt x="194" y="226"/>
                      </a:lnTo>
                      <a:lnTo>
                        <a:pt x="194" y="222"/>
                      </a:lnTo>
                      <a:lnTo>
                        <a:pt x="192" y="222"/>
                      </a:lnTo>
                      <a:lnTo>
                        <a:pt x="192" y="222"/>
                      </a:lnTo>
                      <a:lnTo>
                        <a:pt x="194" y="220"/>
                      </a:lnTo>
                      <a:lnTo>
                        <a:pt x="196" y="218"/>
                      </a:lnTo>
                      <a:lnTo>
                        <a:pt x="196" y="218"/>
                      </a:lnTo>
                      <a:lnTo>
                        <a:pt x="196" y="214"/>
                      </a:lnTo>
                      <a:lnTo>
                        <a:pt x="200" y="212"/>
                      </a:lnTo>
                      <a:lnTo>
                        <a:pt x="200" y="210"/>
                      </a:lnTo>
                      <a:lnTo>
                        <a:pt x="200" y="210"/>
                      </a:lnTo>
                      <a:lnTo>
                        <a:pt x="192" y="206"/>
                      </a:lnTo>
                      <a:lnTo>
                        <a:pt x="190" y="204"/>
                      </a:lnTo>
                      <a:lnTo>
                        <a:pt x="188" y="200"/>
                      </a:lnTo>
                      <a:lnTo>
                        <a:pt x="188" y="200"/>
                      </a:lnTo>
                      <a:lnTo>
                        <a:pt x="188" y="196"/>
                      </a:lnTo>
                      <a:lnTo>
                        <a:pt x="188" y="192"/>
                      </a:lnTo>
                      <a:lnTo>
                        <a:pt x="188" y="192"/>
                      </a:lnTo>
                      <a:lnTo>
                        <a:pt x="188" y="186"/>
                      </a:lnTo>
                      <a:lnTo>
                        <a:pt x="188" y="186"/>
                      </a:lnTo>
                      <a:lnTo>
                        <a:pt x="196" y="172"/>
                      </a:lnTo>
                      <a:lnTo>
                        <a:pt x="196" y="172"/>
                      </a:lnTo>
                      <a:lnTo>
                        <a:pt x="194" y="172"/>
                      </a:lnTo>
                      <a:lnTo>
                        <a:pt x="192" y="174"/>
                      </a:lnTo>
                      <a:lnTo>
                        <a:pt x="192" y="174"/>
                      </a:lnTo>
                      <a:lnTo>
                        <a:pt x="188" y="172"/>
                      </a:lnTo>
                      <a:lnTo>
                        <a:pt x="188" y="172"/>
                      </a:lnTo>
                      <a:lnTo>
                        <a:pt x="188" y="172"/>
                      </a:lnTo>
                      <a:lnTo>
                        <a:pt x="188" y="174"/>
                      </a:lnTo>
                      <a:lnTo>
                        <a:pt x="188" y="174"/>
                      </a:lnTo>
                      <a:lnTo>
                        <a:pt x="178" y="174"/>
                      </a:lnTo>
                      <a:lnTo>
                        <a:pt x="178" y="174"/>
                      </a:lnTo>
                      <a:lnTo>
                        <a:pt x="178" y="176"/>
                      </a:lnTo>
                      <a:lnTo>
                        <a:pt x="178" y="176"/>
                      </a:lnTo>
                      <a:lnTo>
                        <a:pt x="180" y="178"/>
                      </a:lnTo>
                      <a:lnTo>
                        <a:pt x="180" y="178"/>
                      </a:lnTo>
                      <a:lnTo>
                        <a:pt x="178" y="182"/>
                      </a:lnTo>
                      <a:lnTo>
                        <a:pt x="178" y="182"/>
                      </a:lnTo>
                      <a:lnTo>
                        <a:pt x="172" y="180"/>
                      </a:lnTo>
                      <a:lnTo>
                        <a:pt x="170" y="184"/>
                      </a:lnTo>
                      <a:lnTo>
                        <a:pt x="170" y="184"/>
                      </a:lnTo>
                      <a:lnTo>
                        <a:pt x="166" y="184"/>
                      </a:lnTo>
                      <a:lnTo>
                        <a:pt x="166" y="184"/>
                      </a:lnTo>
                      <a:lnTo>
                        <a:pt x="164" y="190"/>
                      </a:lnTo>
                      <a:lnTo>
                        <a:pt x="164" y="190"/>
                      </a:lnTo>
                      <a:lnTo>
                        <a:pt x="164" y="192"/>
                      </a:lnTo>
                      <a:lnTo>
                        <a:pt x="164" y="194"/>
                      </a:lnTo>
                      <a:lnTo>
                        <a:pt x="164" y="194"/>
                      </a:lnTo>
                      <a:lnTo>
                        <a:pt x="162" y="194"/>
                      </a:lnTo>
                      <a:lnTo>
                        <a:pt x="162" y="192"/>
                      </a:lnTo>
                      <a:lnTo>
                        <a:pt x="162" y="188"/>
                      </a:lnTo>
                      <a:lnTo>
                        <a:pt x="162" y="188"/>
                      </a:lnTo>
                      <a:lnTo>
                        <a:pt x="160" y="188"/>
                      </a:lnTo>
                      <a:lnTo>
                        <a:pt x="160" y="188"/>
                      </a:lnTo>
                      <a:lnTo>
                        <a:pt x="156" y="190"/>
                      </a:lnTo>
                      <a:lnTo>
                        <a:pt x="156" y="190"/>
                      </a:lnTo>
                      <a:lnTo>
                        <a:pt x="154" y="192"/>
                      </a:lnTo>
                      <a:lnTo>
                        <a:pt x="154" y="194"/>
                      </a:lnTo>
                      <a:lnTo>
                        <a:pt x="154" y="196"/>
                      </a:lnTo>
                      <a:lnTo>
                        <a:pt x="154" y="196"/>
                      </a:lnTo>
                      <a:lnTo>
                        <a:pt x="148" y="194"/>
                      </a:lnTo>
                      <a:lnTo>
                        <a:pt x="148" y="194"/>
                      </a:lnTo>
                      <a:lnTo>
                        <a:pt x="142" y="196"/>
                      </a:lnTo>
                      <a:lnTo>
                        <a:pt x="136" y="196"/>
                      </a:lnTo>
                      <a:lnTo>
                        <a:pt x="136" y="196"/>
                      </a:lnTo>
                      <a:lnTo>
                        <a:pt x="128" y="200"/>
                      </a:lnTo>
                      <a:lnTo>
                        <a:pt x="122" y="202"/>
                      </a:lnTo>
                      <a:lnTo>
                        <a:pt x="120" y="266"/>
                      </a:lnTo>
                      <a:lnTo>
                        <a:pt x="120" y="266"/>
                      </a:lnTo>
                      <a:lnTo>
                        <a:pt x="116" y="266"/>
                      </a:lnTo>
                      <a:lnTo>
                        <a:pt x="108" y="266"/>
                      </a:lnTo>
                      <a:lnTo>
                        <a:pt x="108" y="266"/>
                      </a:lnTo>
                      <a:lnTo>
                        <a:pt x="102" y="258"/>
                      </a:lnTo>
                      <a:lnTo>
                        <a:pt x="98" y="254"/>
                      </a:lnTo>
                      <a:lnTo>
                        <a:pt x="94" y="252"/>
                      </a:lnTo>
                      <a:lnTo>
                        <a:pt x="90" y="252"/>
                      </a:lnTo>
                      <a:lnTo>
                        <a:pt x="90" y="252"/>
                      </a:lnTo>
                      <a:lnTo>
                        <a:pt x="80" y="252"/>
                      </a:lnTo>
                      <a:lnTo>
                        <a:pt x="76" y="254"/>
                      </a:lnTo>
                      <a:lnTo>
                        <a:pt x="76" y="260"/>
                      </a:lnTo>
                      <a:lnTo>
                        <a:pt x="76" y="260"/>
                      </a:lnTo>
                      <a:lnTo>
                        <a:pt x="74" y="264"/>
                      </a:lnTo>
                      <a:lnTo>
                        <a:pt x="72" y="264"/>
                      </a:lnTo>
                      <a:lnTo>
                        <a:pt x="72" y="264"/>
                      </a:lnTo>
                      <a:lnTo>
                        <a:pt x="72" y="264"/>
                      </a:lnTo>
                      <a:lnTo>
                        <a:pt x="74" y="256"/>
                      </a:lnTo>
                      <a:lnTo>
                        <a:pt x="76" y="246"/>
                      </a:lnTo>
                      <a:lnTo>
                        <a:pt x="76" y="246"/>
                      </a:lnTo>
                      <a:lnTo>
                        <a:pt x="66" y="244"/>
                      </a:lnTo>
                      <a:lnTo>
                        <a:pt x="66" y="244"/>
                      </a:lnTo>
                      <a:lnTo>
                        <a:pt x="64" y="242"/>
                      </a:lnTo>
                      <a:lnTo>
                        <a:pt x="64" y="240"/>
                      </a:lnTo>
                      <a:lnTo>
                        <a:pt x="62" y="238"/>
                      </a:lnTo>
                      <a:lnTo>
                        <a:pt x="58" y="240"/>
                      </a:lnTo>
                      <a:lnTo>
                        <a:pt x="58" y="240"/>
                      </a:lnTo>
                      <a:lnTo>
                        <a:pt x="58" y="236"/>
                      </a:lnTo>
                      <a:lnTo>
                        <a:pt x="58" y="234"/>
                      </a:lnTo>
                      <a:lnTo>
                        <a:pt x="56" y="234"/>
                      </a:lnTo>
                      <a:lnTo>
                        <a:pt x="56" y="234"/>
                      </a:lnTo>
                      <a:lnTo>
                        <a:pt x="52" y="226"/>
                      </a:lnTo>
                      <a:lnTo>
                        <a:pt x="44" y="220"/>
                      </a:lnTo>
                      <a:lnTo>
                        <a:pt x="44" y="220"/>
                      </a:lnTo>
                      <a:lnTo>
                        <a:pt x="46" y="216"/>
                      </a:lnTo>
                      <a:lnTo>
                        <a:pt x="46" y="216"/>
                      </a:lnTo>
                      <a:lnTo>
                        <a:pt x="54" y="218"/>
                      </a:lnTo>
                      <a:lnTo>
                        <a:pt x="60" y="218"/>
                      </a:lnTo>
                      <a:lnTo>
                        <a:pt x="62" y="214"/>
                      </a:lnTo>
                      <a:lnTo>
                        <a:pt x="62" y="214"/>
                      </a:lnTo>
                      <a:lnTo>
                        <a:pt x="56" y="214"/>
                      </a:lnTo>
                      <a:lnTo>
                        <a:pt x="56" y="214"/>
                      </a:lnTo>
                      <a:lnTo>
                        <a:pt x="52" y="208"/>
                      </a:lnTo>
                      <a:lnTo>
                        <a:pt x="52" y="208"/>
                      </a:lnTo>
                      <a:lnTo>
                        <a:pt x="52" y="206"/>
                      </a:lnTo>
                      <a:lnTo>
                        <a:pt x="54" y="206"/>
                      </a:lnTo>
                      <a:lnTo>
                        <a:pt x="54" y="206"/>
                      </a:lnTo>
                      <a:lnTo>
                        <a:pt x="56" y="208"/>
                      </a:lnTo>
                      <a:lnTo>
                        <a:pt x="56" y="208"/>
                      </a:lnTo>
                      <a:lnTo>
                        <a:pt x="60" y="206"/>
                      </a:lnTo>
                      <a:lnTo>
                        <a:pt x="62" y="206"/>
                      </a:lnTo>
                      <a:lnTo>
                        <a:pt x="62" y="206"/>
                      </a:lnTo>
                      <a:lnTo>
                        <a:pt x="64" y="206"/>
                      </a:lnTo>
                      <a:lnTo>
                        <a:pt x="66" y="206"/>
                      </a:lnTo>
                      <a:lnTo>
                        <a:pt x="66" y="206"/>
                      </a:lnTo>
                      <a:lnTo>
                        <a:pt x="66" y="198"/>
                      </a:lnTo>
                      <a:lnTo>
                        <a:pt x="66" y="198"/>
                      </a:lnTo>
                      <a:lnTo>
                        <a:pt x="72" y="198"/>
                      </a:lnTo>
                      <a:lnTo>
                        <a:pt x="72" y="198"/>
                      </a:lnTo>
                      <a:lnTo>
                        <a:pt x="76" y="202"/>
                      </a:lnTo>
                      <a:lnTo>
                        <a:pt x="76" y="202"/>
                      </a:lnTo>
                      <a:lnTo>
                        <a:pt x="88" y="204"/>
                      </a:lnTo>
                      <a:lnTo>
                        <a:pt x="88" y="204"/>
                      </a:lnTo>
                      <a:lnTo>
                        <a:pt x="84" y="210"/>
                      </a:lnTo>
                      <a:lnTo>
                        <a:pt x="84" y="210"/>
                      </a:lnTo>
                      <a:lnTo>
                        <a:pt x="88" y="208"/>
                      </a:lnTo>
                      <a:lnTo>
                        <a:pt x="92" y="206"/>
                      </a:lnTo>
                      <a:lnTo>
                        <a:pt x="92" y="206"/>
                      </a:lnTo>
                      <a:lnTo>
                        <a:pt x="92" y="206"/>
                      </a:lnTo>
                      <a:lnTo>
                        <a:pt x="94" y="208"/>
                      </a:lnTo>
                      <a:lnTo>
                        <a:pt x="94" y="208"/>
                      </a:lnTo>
                      <a:lnTo>
                        <a:pt x="96" y="206"/>
                      </a:lnTo>
                      <a:lnTo>
                        <a:pt x="96" y="206"/>
                      </a:lnTo>
                      <a:lnTo>
                        <a:pt x="96" y="206"/>
                      </a:lnTo>
                      <a:lnTo>
                        <a:pt x="98" y="194"/>
                      </a:lnTo>
                      <a:lnTo>
                        <a:pt x="98" y="194"/>
                      </a:lnTo>
                      <a:lnTo>
                        <a:pt x="96" y="194"/>
                      </a:lnTo>
                      <a:lnTo>
                        <a:pt x="96" y="194"/>
                      </a:lnTo>
                      <a:lnTo>
                        <a:pt x="94" y="190"/>
                      </a:lnTo>
                      <a:lnTo>
                        <a:pt x="94" y="190"/>
                      </a:lnTo>
                      <a:lnTo>
                        <a:pt x="94" y="190"/>
                      </a:lnTo>
                      <a:lnTo>
                        <a:pt x="92" y="190"/>
                      </a:lnTo>
                      <a:lnTo>
                        <a:pt x="92" y="190"/>
                      </a:lnTo>
                      <a:lnTo>
                        <a:pt x="90" y="184"/>
                      </a:lnTo>
                      <a:lnTo>
                        <a:pt x="90" y="178"/>
                      </a:lnTo>
                      <a:lnTo>
                        <a:pt x="90" y="178"/>
                      </a:lnTo>
                      <a:lnTo>
                        <a:pt x="86" y="178"/>
                      </a:lnTo>
                      <a:lnTo>
                        <a:pt x="84" y="178"/>
                      </a:lnTo>
                      <a:lnTo>
                        <a:pt x="84" y="178"/>
                      </a:lnTo>
                      <a:lnTo>
                        <a:pt x="82" y="172"/>
                      </a:lnTo>
                      <a:lnTo>
                        <a:pt x="82" y="172"/>
                      </a:lnTo>
                      <a:lnTo>
                        <a:pt x="78" y="172"/>
                      </a:lnTo>
                      <a:lnTo>
                        <a:pt x="78" y="172"/>
                      </a:lnTo>
                      <a:lnTo>
                        <a:pt x="74" y="166"/>
                      </a:lnTo>
                      <a:lnTo>
                        <a:pt x="74" y="166"/>
                      </a:lnTo>
                      <a:lnTo>
                        <a:pt x="72" y="166"/>
                      </a:lnTo>
                      <a:lnTo>
                        <a:pt x="70" y="166"/>
                      </a:lnTo>
                      <a:lnTo>
                        <a:pt x="68" y="164"/>
                      </a:lnTo>
                      <a:lnTo>
                        <a:pt x="68" y="164"/>
                      </a:lnTo>
                      <a:lnTo>
                        <a:pt x="60" y="164"/>
                      </a:lnTo>
                      <a:lnTo>
                        <a:pt x="60" y="164"/>
                      </a:lnTo>
                      <a:lnTo>
                        <a:pt x="60" y="160"/>
                      </a:lnTo>
                      <a:lnTo>
                        <a:pt x="60" y="160"/>
                      </a:lnTo>
                      <a:lnTo>
                        <a:pt x="56" y="158"/>
                      </a:lnTo>
                      <a:lnTo>
                        <a:pt x="56" y="158"/>
                      </a:lnTo>
                      <a:lnTo>
                        <a:pt x="52" y="158"/>
                      </a:lnTo>
                      <a:lnTo>
                        <a:pt x="52" y="158"/>
                      </a:lnTo>
                      <a:lnTo>
                        <a:pt x="50" y="158"/>
                      </a:lnTo>
                      <a:lnTo>
                        <a:pt x="50" y="158"/>
                      </a:lnTo>
                      <a:lnTo>
                        <a:pt x="50" y="162"/>
                      </a:lnTo>
                      <a:lnTo>
                        <a:pt x="50" y="162"/>
                      </a:lnTo>
                      <a:lnTo>
                        <a:pt x="46" y="166"/>
                      </a:lnTo>
                      <a:lnTo>
                        <a:pt x="42" y="166"/>
                      </a:lnTo>
                      <a:lnTo>
                        <a:pt x="42" y="166"/>
                      </a:lnTo>
                      <a:lnTo>
                        <a:pt x="40" y="170"/>
                      </a:lnTo>
                      <a:lnTo>
                        <a:pt x="40" y="170"/>
                      </a:lnTo>
                      <a:lnTo>
                        <a:pt x="36" y="170"/>
                      </a:lnTo>
                      <a:lnTo>
                        <a:pt x="32" y="170"/>
                      </a:lnTo>
                      <a:lnTo>
                        <a:pt x="32" y="170"/>
                      </a:lnTo>
                      <a:lnTo>
                        <a:pt x="28" y="174"/>
                      </a:lnTo>
                      <a:lnTo>
                        <a:pt x="28" y="174"/>
                      </a:lnTo>
                      <a:lnTo>
                        <a:pt x="26" y="174"/>
                      </a:lnTo>
                      <a:lnTo>
                        <a:pt x="22" y="174"/>
                      </a:lnTo>
                      <a:lnTo>
                        <a:pt x="22" y="174"/>
                      </a:lnTo>
                      <a:lnTo>
                        <a:pt x="22" y="172"/>
                      </a:lnTo>
                      <a:lnTo>
                        <a:pt x="20" y="168"/>
                      </a:lnTo>
                      <a:lnTo>
                        <a:pt x="20" y="166"/>
                      </a:lnTo>
                      <a:lnTo>
                        <a:pt x="20" y="166"/>
                      </a:lnTo>
                      <a:lnTo>
                        <a:pt x="22" y="162"/>
                      </a:lnTo>
                      <a:lnTo>
                        <a:pt x="20" y="160"/>
                      </a:lnTo>
                      <a:lnTo>
                        <a:pt x="16" y="148"/>
                      </a:lnTo>
                      <a:lnTo>
                        <a:pt x="16" y="148"/>
                      </a:lnTo>
                      <a:lnTo>
                        <a:pt x="12" y="150"/>
                      </a:lnTo>
                      <a:lnTo>
                        <a:pt x="10" y="150"/>
                      </a:lnTo>
                      <a:lnTo>
                        <a:pt x="8" y="148"/>
                      </a:lnTo>
                      <a:lnTo>
                        <a:pt x="8" y="148"/>
                      </a:lnTo>
                      <a:lnTo>
                        <a:pt x="8" y="142"/>
                      </a:lnTo>
                      <a:lnTo>
                        <a:pt x="8" y="140"/>
                      </a:lnTo>
                      <a:lnTo>
                        <a:pt x="6" y="138"/>
                      </a:lnTo>
                      <a:lnTo>
                        <a:pt x="6" y="138"/>
                      </a:lnTo>
                      <a:lnTo>
                        <a:pt x="2" y="134"/>
                      </a:lnTo>
                      <a:lnTo>
                        <a:pt x="0" y="132"/>
                      </a:lnTo>
                      <a:lnTo>
                        <a:pt x="2" y="130"/>
                      </a:lnTo>
                      <a:lnTo>
                        <a:pt x="2" y="130"/>
                      </a:lnTo>
                      <a:lnTo>
                        <a:pt x="8" y="122"/>
                      </a:lnTo>
                      <a:lnTo>
                        <a:pt x="8" y="122"/>
                      </a:lnTo>
                      <a:lnTo>
                        <a:pt x="8" y="120"/>
                      </a:lnTo>
                      <a:lnTo>
                        <a:pt x="10" y="118"/>
                      </a:lnTo>
                      <a:lnTo>
                        <a:pt x="10" y="116"/>
                      </a:lnTo>
                      <a:lnTo>
                        <a:pt x="10" y="116"/>
                      </a:lnTo>
                      <a:lnTo>
                        <a:pt x="8" y="114"/>
                      </a:lnTo>
                      <a:lnTo>
                        <a:pt x="6" y="114"/>
                      </a:lnTo>
                      <a:lnTo>
                        <a:pt x="6" y="114"/>
                      </a:lnTo>
                      <a:lnTo>
                        <a:pt x="8" y="110"/>
                      </a:lnTo>
                      <a:lnTo>
                        <a:pt x="10" y="106"/>
                      </a:lnTo>
                      <a:lnTo>
                        <a:pt x="10" y="100"/>
                      </a:lnTo>
                      <a:lnTo>
                        <a:pt x="10" y="100"/>
                      </a:lnTo>
                      <a:lnTo>
                        <a:pt x="10" y="100"/>
                      </a:lnTo>
                      <a:lnTo>
                        <a:pt x="12" y="100"/>
                      </a:lnTo>
                      <a:lnTo>
                        <a:pt x="14" y="98"/>
                      </a:lnTo>
                      <a:lnTo>
                        <a:pt x="16" y="98"/>
                      </a:lnTo>
                      <a:lnTo>
                        <a:pt x="16" y="98"/>
                      </a:lnTo>
                      <a:lnTo>
                        <a:pt x="18" y="92"/>
                      </a:lnTo>
                      <a:lnTo>
                        <a:pt x="22" y="92"/>
                      </a:lnTo>
                      <a:lnTo>
                        <a:pt x="22" y="92"/>
                      </a:lnTo>
                      <a:lnTo>
                        <a:pt x="22" y="92"/>
                      </a:lnTo>
                      <a:lnTo>
                        <a:pt x="26" y="102"/>
                      </a:lnTo>
                      <a:lnTo>
                        <a:pt x="36" y="98"/>
                      </a:lnTo>
                      <a:lnTo>
                        <a:pt x="36" y="98"/>
                      </a:lnTo>
                      <a:lnTo>
                        <a:pt x="32" y="94"/>
                      </a:lnTo>
                      <a:lnTo>
                        <a:pt x="30" y="92"/>
                      </a:lnTo>
                      <a:lnTo>
                        <a:pt x="30" y="90"/>
                      </a:lnTo>
                      <a:lnTo>
                        <a:pt x="30" y="90"/>
                      </a:lnTo>
                      <a:lnTo>
                        <a:pt x="30" y="84"/>
                      </a:lnTo>
                      <a:lnTo>
                        <a:pt x="32" y="80"/>
                      </a:lnTo>
                      <a:lnTo>
                        <a:pt x="34" y="80"/>
                      </a:lnTo>
                      <a:lnTo>
                        <a:pt x="34" y="80"/>
                      </a:lnTo>
                      <a:lnTo>
                        <a:pt x="36" y="78"/>
                      </a:lnTo>
                      <a:lnTo>
                        <a:pt x="36" y="76"/>
                      </a:lnTo>
                      <a:lnTo>
                        <a:pt x="38" y="76"/>
                      </a:lnTo>
                      <a:lnTo>
                        <a:pt x="40" y="76"/>
                      </a:lnTo>
                      <a:lnTo>
                        <a:pt x="40" y="76"/>
                      </a:lnTo>
                      <a:lnTo>
                        <a:pt x="46" y="76"/>
                      </a:lnTo>
                      <a:lnTo>
                        <a:pt x="50" y="76"/>
                      </a:lnTo>
                      <a:lnTo>
                        <a:pt x="50" y="76"/>
                      </a:lnTo>
                      <a:lnTo>
                        <a:pt x="60" y="64"/>
                      </a:lnTo>
                      <a:lnTo>
                        <a:pt x="60" y="64"/>
                      </a:lnTo>
                      <a:lnTo>
                        <a:pt x="60" y="62"/>
                      </a:lnTo>
                      <a:lnTo>
                        <a:pt x="60" y="62"/>
                      </a:lnTo>
                      <a:lnTo>
                        <a:pt x="58" y="60"/>
                      </a:lnTo>
                      <a:lnTo>
                        <a:pt x="70" y="58"/>
                      </a:lnTo>
                      <a:lnTo>
                        <a:pt x="70" y="62"/>
                      </a:lnTo>
                      <a:lnTo>
                        <a:pt x="76" y="62"/>
                      </a:lnTo>
                      <a:lnTo>
                        <a:pt x="76" y="62"/>
                      </a:lnTo>
                      <a:lnTo>
                        <a:pt x="76" y="60"/>
                      </a:lnTo>
                      <a:lnTo>
                        <a:pt x="76" y="58"/>
                      </a:lnTo>
                      <a:lnTo>
                        <a:pt x="76" y="58"/>
                      </a:lnTo>
                      <a:lnTo>
                        <a:pt x="76" y="58"/>
                      </a:lnTo>
                      <a:lnTo>
                        <a:pt x="80" y="60"/>
                      </a:lnTo>
                      <a:lnTo>
                        <a:pt x="84" y="62"/>
                      </a:lnTo>
                      <a:lnTo>
                        <a:pt x="84" y="62"/>
                      </a:lnTo>
                      <a:lnTo>
                        <a:pt x="84" y="66"/>
                      </a:lnTo>
                      <a:lnTo>
                        <a:pt x="84" y="68"/>
                      </a:lnTo>
                      <a:lnTo>
                        <a:pt x="84" y="68"/>
                      </a:lnTo>
                      <a:lnTo>
                        <a:pt x="88" y="68"/>
                      </a:lnTo>
                      <a:lnTo>
                        <a:pt x="92" y="70"/>
                      </a:lnTo>
                      <a:lnTo>
                        <a:pt x="92" y="70"/>
                      </a:lnTo>
                      <a:lnTo>
                        <a:pt x="96" y="72"/>
                      </a:lnTo>
                      <a:lnTo>
                        <a:pt x="100" y="76"/>
                      </a:lnTo>
                      <a:lnTo>
                        <a:pt x="100" y="76"/>
                      </a:lnTo>
                      <a:lnTo>
                        <a:pt x="102" y="80"/>
                      </a:lnTo>
                      <a:lnTo>
                        <a:pt x="104" y="80"/>
                      </a:lnTo>
                      <a:lnTo>
                        <a:pt x="104" y="80"/>
                      </a:lnTo>
                      <a:lnTo>
                        <a:pt x="110" y="80"/>
                      </a:lnTo>
                      <a:lnTo>
                        <a:pt x="112" y="80"/>
                      </a:lnTo>
                      <a:lnTo>
                        <a:pt x="112" y="82"/>
                      </a:lnTo>
                      <a:lnTo>
                        <a:pt x="112" y="82"/>
                      </a:lnTo>
                      <a:lnTo>
                        <a:pt x="114" y="86"/>
                      </a:lnTo>
                      <a:lnTo>
                        <a:pt x="112" y="88"/>
                      </a:lnTo>
                      <a:lnTo>
                        <a:pt x="110" y="90"/>
                      </a:lnTo>
                      <a:lnTo>
                        <a:pt x="118" y="92"/>
                      </a:lnTo>
                      <a:lnTo>
                        <a:pt x="118" y="92"/>
                      </a:lnTo>
                      <a:lnTo>
                        <a:pt x="118" y="88"/>
                      </a:lnTo>
                      <a:lnTo>
                        <a:pt x="118" y="86"/>
                      </a:lnTo>
                      <a:lnTo>
                        <a:pt x="118" y="84"/>
                      </a:lnTo>
                      <a:lnTo>
                        <a:pt x="118" y="84"/>
                      </a:lnTo>
                      <a:lnTo>
                        <a:pt x="120" y="82"/>
                      </a:lnTo>
                      <a:lnTo>
                        <a:pt x="122" y="82"/>
                      </a:lnTo>
                      <a:lnTo>
                        <a:pt x="126" y="82"/>
                      </a:lnTo>
                      <a:lnTo>
                        <a:pt x="126" y="82"/>
                      </a:lnTo>
                      <a:lnTo>
                        <a:pt x="132" y="86"/>
                      </a:lnTo>
                      <a:lnTo>
                        <a:pt x="136" y="86"/>
                      </a:lnTo>
                      <a:lnTo>
                        <a:pt x="138" y="86"/>
                      </a:lnTo>
                      <a:lnTo>
                        <a:pt x="138" y="86"/>
                      </a:lnTo>
                      <a:lnTo>
                        <a:pt x="142" y="82"/>
                      </a:lnTo>
                      <a:lnTo>
                        <a:pt x="148" y="78"/>
                      </a:lnTo>
                      <a:lnTo>
                        <a:pt x="148" y="78"/>
                      </a:lnTo>
                      <a:lnTo>
                        <a:pt x="152" y="78"/>
                      </a:lnTo>
                      <a:lnTo>
                        <a:pt x="152" y="80"/>
                      </a:lnTo>
                      <a:lnTo>
                        <a:pt x="154" y="82"/>
                      </a:lnTo>
                      <a:lnTo>
                        <a:pt x="156" y="82"/>
                      </a:lnTo>
                      <a:lnTo>
                        <a:pt x="156" y="82"/>
                      </a:lnTo>
                      <a:lnTo>
                        <a:pt x="158" y="80"/>
                      </a:lnTo>
                      <a:lnTo>
                        <a:pt x="160" y="80"/>
                      </a:lnTo>
                      <a:lnTo>
                        <a:pt x="162" y="80"/>
                      </a:lnTo>
                      <a:lnTo>
                        <a:pt x="162" y="80"/>
                      </a:lnTo>
                      <a:lnTo>
                        <a:pt x="166" y="88"/>
                      </a:lnTo>
                      <a:lnTo>
                        <a:pt x="168" y="92"/>
                      </a:lnTo>
                      <a:lnTo>
                        <a:pt x="176" y="94"/>
                      </a:lnTo>
                      <a:lnTo>
                        <a:pt x="182" y="94"/>
                      </a:lnTo>
                      <a:lnTo>
                        <a:pt x="182" y="94"/>
                      </a:lnTo>
                      <a:lnTo>
                        <a:pt x="186" y="92"/>
                      </a:lnTo>
                      <a:lnTo>
                        <a:pt x="188" y="90"/>
                      </a:lnTo>
                      <a:lnTo>
                        <a:pt x="188" y="86"/>
                      </a:lnTo>
                      <a:lnTo>
                        <a:pt x="188" y="86"/>
                      </a:lnTo>
                      <a:lnTo>
                        <a:pt x="182" y="80"/>
                      </a:lnTo>
                      <a:lnTo>
                        <a:pt x="180" y="80"/>
                      </a:lnTo>
                      <a:lnTo>
                        <a:pt x="174" y="76"/>
                      </a:lnTo>
                      <a:lnTo>
                        <a:pt x="180" y="66"/>
                      </a:lnTo>
                      <a:lnTo>
                        <a:pt x="178" y="62"/>
                      </a:lnTo>
                      <a:lnTo>
                        <a:pt x="172" y="54"/>
                      </a:lnTo>
                      <a:lnTo>
                        <a:pt x="172" y="48"/>
                      </a:lnTo>
                      <a:lnTo>
                        <a:pt x="176" y="42"/>
                      </a:lnTo>
                      <a:lnTo>
                        <a:pt x="176" y="34"/>
                      </a:lnTo>
                      <a:lnTo>
                        <a:pt x="182" y="28"/>
                      </a:lnTo>
                      <a:lnTo>
                        <a:pt x="182" y="20"/>
                      </a:lnTo>
                      <a:lnTo>
                        <a:pt x="180" y="16"/>
                      </a:lnTo>
                      <a:lnTo>
                        <a:pt x="186" y="12"/>
                      </a:lnTo>
                      <a:lnTo>
                        <a:pt x="194" y="16"/>
                      </a:lnTo>
                      <a:lnTo>
                        <a:pt x="202" y="18"/>
                      </a:lnTo>
                      <a:lnTo>
                        <a:pt x="208" y="20"/>
                      </a:lnTo>
                      <a:lnTo>
                        <a:pt x="220" y="18"/>
                      </a:lnTo>
                      <a:lnTo>
                        <a:pt x="230" y="14"/>
                      </a:lnTo>
                      <a:lnTo>
                        <a:pt x="242" y="16"/>
                      </a:lnTo>
                      <a:lnTo>
                        <a:pt x="256" y="12"/>
                      </a:lnTo>
                      <a:lnTo>
                        <a:pt x="260" y="12"/>
                      </a:lnTo>
                      <a:lnTo>
                        <a:pt x="272" y="4"/>
                      </a:lnTo>
                      <a:lnTo>
                        <a:pt x="282" y="2"/>
                      </a:lnTo>
                      <a:lnTo>
                        <a:pt x="288" y="0"/>
                      </a:lnTo>
                      <a:lnTo>
                        <a:pt x="290" y="4"/>
                      </a:lnTo>
                      <a:lnTo>
                        <a:pt x="296" y="6"/>
                      </a:lnTo>
                      <a:lnTo>
                        <a:pt x="296" y="10"/>
                      </a:lnTo>
                      <a:lnTo>
                        <a:pt x="294" y="16"/>
                      </a:lnTo>
                      <a:lnTo>
                        <a:pt x="298" y="18"/>
                      </a:lnTo>
                      <a:lnTo>
                        <a:pt x="304" y="24"/>
                      </a:lnTo>
                      <a:lnTo>
                        <a:pt x="310" y="22"/>
                      </a:lnTo>
                      <a:lnTo>
                        <a:pt x="316" y="14"/>
                      </a:lnTo>
                      <a:lnTo>
                        <a:pt x="324" y="20"/>
                      </a:lnTo>
                      <a:lnTo>
                        <a:pt x="326" y="22"/>
                      </a:lnTo>
                      <a:lnTo>
                        <a:pt x="332" y="20"/>
                      </a:lnTo>
                      <a:lnTo>
                        <a:pt x="332" y="20"/>
                      </a:lnTo>
                      <a:lnTo>
                        <a:pt x="332" y="20"/>
                      </a:lnTo>
                      <a:lnTo>
                        <a:pt x="334" y="20"/>
                      </a:lnTo>
                      <a:lnTo>
                        <a:pt x="336" y="22"/>
                      </a:lnTo>
                      <a:lnTo>
                        <a:pt x="336" y="22"/>
                      </a:lnTo>
                      <a:lnTo>
                        <a:pt x="336" y="26"/>
                      </a:lnTo>
                      <a:lnTo>
                        <a:pt x="336" y="28"/>
                      </a:lnTo>
                      <a:lnTo>
                        <a:pt x="348" y="28"/>
                      </a:lnTo>
                      <a:lnTo>
                        <a:pt x="358" y="24"/>
                      </a:lnTo>
                      <a:lnTo>
                        <a:pt x="372" y="18"/>
                      </a:lnTo>
                      <a:lnTo>
                        <a:pt x="382" y="14"/>
                      </a:lnTo>
                      <a:lnTo>
                        <a:pt x="394" y="12"/>
                      </a:lnTo>
                      <a:lnTo>
                        <a:pt x="396" y="14"/>
                      </a:lnTo>
                      <a:lnTo>
                        <a:pt x="394" y="20"/>
                      </a:lnTo>
                      <a:lnTo>
                        <a:pt x="404" y="36"/>
                      </a:lnTo>
                      <a:lnTo>
                        <a:pt x="414" y="58"/>
                      </a:lnTo>
                      <a:lnTo>
                        <a:pt x="420" y="74"/>
                      </a:lnTo>
                      <a:lnTo>
                        <a:pt x="420" y="74"/>
                      </a:lnTo>
                      <a:lnTo>
                        <a:pt x="424" y="78"/>
                      </a:lnTo>
                      <a:lnTo>
                        <a:pt x="426" y="82"/>
                      </a:lnTo>
                      <a:lnTo>
                        <a:pt x="430" y="84"/>
                      </a:lnTo>
                      <a:lnTo>
                        <a:pt x="430" y="84"/>
                      </a:lnTo>
                      <a:lnTo>
                        <a:pt x="438" y="82"/>
                      </a:lnTo>
                      <a:lnTo>
                        <a:pt x="442" y="80"/>
                      </a:lnTo>
                      <a:lnTo>
                        <a:pt x="456" y="80"/>
                      </a:lnTo>
                      <a:lnTo>
                        <a:pt x="456" y="80"/>
                      </a:lnTo>
                      <a:lnTo>
                        <a:pt x="460" y="82"/>
                      </a:lnTo>
                      <a:lnTo>
                        <a:pt x="464" y="86"/>
                      </a:lnTo>
                      <a:lnTo>
                        <a:pt x="470" y="92"/>
                      </a:lnTo>
                      <a:lnTo>
                        <a:pt x="472" y="100"/>
                      </a:lnTo>
                      <a:lnTo>
                        <a:pt x="474" y="110"/>
                      </a:lnTo>
                      <a:lnTo>
                        <a:pt x="478" y="114"/>
                      </a:lnTo>
                      <a:lnTo>
                        <a:pt x="484" y="118"/>
                      </a:lnTo>
                      <a:lnTo>
                        <a:pt x="494" y="116"/>
                      </a:lnTo>
                      <a:lnTo>
                        <a:pt x="510" y="108"/>
                      </a:lnTo>
                      <a:lnTo>
                        <a:pt x="520" y="106"/>
                      </a:lnTo>
                      <a:lnTo>
                        <a:pt x="528" y="106"/>
                      </a:lnTo>
                      <a:lnTo>
                        <a:pt x="530" y="114"/>
                      </a:lnTo>
                      <a:lnTo>
                        <a:pt x="536" y="118"/>
                      </a:lnTo>
                      <a:lnTo>
                        <a:pt x="538" y="122"/>
                      </a:lnTo>
                      <a:lnTo>
                        <a:pt x="548" y="124"/>
                      </a:lnTo>
                      <a:lnTo>
                        <a:pt x="548" y="12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4" name="Freeform 162">
                  <a:extLst>
                    <a:ext uri="{FF2B5EF4-FFF2-40B4-BE49-F238E27FC236}">
                      <a16:creationId xmlns:a16="http://schemas.microsoft.com/office/drawing/2014/main" id="{80679787-2DAB-6242-AADF-2562F34A5D54}"/>
                    </a:ext>
                  </a:extLst>
                </p:cNvPr>
                <p:cNvSpPr>
                  <a:spLocks noEditPoints="1"/>
                </p:cNvSpPr>
                <p:nvPr/>
              </p:nvSpPr>
              <p:spPr bwMode="auto">
                <a:xfrm>
                  <a:off x="6073594" y="2737701"/>
                  <a:ext cx="303320" cy="388457"/>
                </a:xfrm>
                <a:custGeom>
                  <a:avLst/>
                  <a:gdLst>
                    <a:gd name="T0" fmla="*/ 79 w 155"/>
                    <a:gd name="T1" fmla="*/ 176 h 194"/>
                    <a:gd name="T2" fmla="*/ 93 w 155"/>
                    <a:gd name="T3" fmla="*/ 186 h 194"/>
                    <a:gd name="T4" fmla="*/ 107 w 155"/>
                    <a:gd name="T5" fmla="*/ 192 h 194"/>
                    <a:gd name="T6" fmla="*/ 111 w 155"/>
                    <a:gd name="T7" fmla="*/ 188 h 194"/>
                    <a:gd name="T8" fmla="*/ 115 w 155"/>
                    <a:gd name="T9" fmla="*/ 178 h 194"/>
                    <a:gd name="T10" fmla="*/ 117 w 155"/>
                    <a:gd name="T11" fmla="*/ 168 h 194"/>
                    <a:gd name="T12" fmla="*/ 89 w 155"/>
                    <a:gd name="T13" fmla="*/ 170 h 194"/>
                    <a:gd name="T14" fmla="*/ 81 w 155"/>
                    <a:gd name="T15" fmla="*/ 168 h 194"/>
                    <a:gd name="T16" fmla="*/ 18 w 155"/>
                    <a:gd name="T17" fmla="*/ 62 h 194"/>
                    <a:gd name="T18" fmla="*/ 22 w 155"/>
                    <a:gd name="T19" fmla="*/ 52 h 194"/>
                    <a:gd name="T20" fmla="*/ 40 w 155"/>
                    <a:gd name="T21" fmla="*/ 54 h 194"/>
                    <a:gd name="T22" fmla="*/ 48 w 155"/>
                    <a:gd name="T23" fmla="*/ 64 h 194"/>
                    <a:gd name="T24" fmla="*/ 52 w 155"/>
                    <a:gd name="T25" fmla="*/ 76 h 194"/>
                    <a:gd name="T26" fmla="*/ 61 w 155"/>
                    <a:gd name="T27" fmla="*/ 90 h 194"/>
                    <a:gd name="T28" fmla="*/ 77 w 155"/>
                    <a:gd name="T29" fmla="*/ 108 h 194"/>
                    <a:gd name="T30" fmla="*/ 93 w 155"/>
                    <a:gd name="T31" fmla="*/ 112 h 194"/>
                    <a:gd name="T32" fmla="*/ 103 w 155"/>
                    <a:gd name="T33" fmla="*/ 124 h 194"/>
                    <a:gd name="T34" fmla="*/ 111 w 155"/>
                    <a:gd name="T35" fmla="*/ 132 h 194"/>
                    <a:gd name="T36" fmla="*/ 125 w 155"/>
                    <a:gd name="T37" fmla="*/ 158 h 194"/>
                    <a:gd name="T38" fmla="*/ 119 w 155"/>
                    <a:gd name="T39" fmla="*/ 170 h 194"/>
                    <a:gd name="T40" fmla="*/ 125 w 155"/>
                    <a:gd name="T41" fmla="*/ 176 h 194"/>
                    <a:gd name="T42" fmla="*/ 133 w 155"/>
                    <a:gd name="T43" fmla="*/ 158 h 194"/>
                    <a:gd name="T44" fmla="*/ 137 w 155"/>
                    <a:gd name="T45" fmla="*/ 148 h 194"/>
                    <a:gd name="T46" fmla="*/ 129 w 155"/>
                    <a:gd name="T47" fmla="*/ 138 h 194"/>
                    <a:gd name="T48" fmla="*/ 139 w 155"/>
                    <a:gd name="T49" fmla="*/ 128 h 194"/>
                    <a:gd name="T50" fmla="*/ 153 w 155"/>
                    <a:gd name="T51" fmla="*/ 136 h 194"/>
                    <a:gd name="T52" fmla="*/ 153 w 155"/>
                    <a:gd name="T53" fmla="*/ 126 h 194"/>
                    <a:gd name="T54" fmla="*/ 143 w 155"/>
                    <a:gd name="T55" fmla="*/ 118 h 194"/>
                    <a:gd name="T56" fmla="*/ 117 w 155"/>
                    <a:gd name="T57" fmla="*/ 100 h 194"/>
                    <a:gd name="T58" fmla="*/ 95 w 155"/>
                    <a:gd name="T59" fmla="*/ 76 h 194"/>
                    <a:gd name="T60" fmla="*/ 87 w 155"/>
                    <a:gd name="T61" fmla="*/ 64 h 194"/>
                    <a:gd name="T62" fmla="*/ 75 w 155"/>
                    <a:gd name="T63" fmla="*/ 56 h 194"/>
                    <a:gd name="T64" fmla="*/ 77 w 155"/>
                    <a:gd name="T65" fmla="*/ 42 h 194"/>
                    <a:gd name="T66" fmla="*/ 75 w 155"/>
                    <a:gd name="T67" fmla="*/ 32 h 194"/>
                    <a:gd name="T68" fmla="*/ 93 w 155"/>
                    <a:gd name="T69" fmla="*/ 26 h 194"/>
                    <a:gd name="T70" fmla="*/ 91 w 155"/>
                    <a:gd name="T71" fmla="*/ 14 h 194"/>
                    <a:gd name="T72" fmla="*/ 89 w 155"/>
                    <a:gd name="T73" fmla="*/ 4 h 194"/>
                    <a:gd name="T74" fmla="*/ 75 w 155"/>
                    <a:gd name="T75" fmla="*/ 6 h 194"/>
                    <a:gd name="T76" fmla="*/ 65 w 155"/>
                    <a:gd name="T77" fmla="*/ 2 h 194"/>
                    <a:gd name="T78" fmla="*/ 59 w 155"/>
                    <a:gd name="T79" fmla="*/ 2 h 194"/>
                    <a:gd name="T80" fmla="*/ 50 w 155"/>
                    <a:gd name="T81" fmla="*/ 4 h 194"/>
                    <a:gd name="T82" fmla="*/ 48 w 155"/>
                    <a:gd name="T83" fmla="*/ 10 h 194"/>
                    <a:gd name="T84" fmla="*/ 40 w 155"/>
                    <a:gd name="T85" fmla="*/ 12 h 194"/>
                    <a:gd name="T86" fmla="*/ 36 w 155"/>
                    <a:gd name="T87" fmla="*/ 22 h 194"/>
                    <a:gd name="T88" fmla="*/ 24 w 155"/>
                    <a:gd name="T89" fmla="*/ 20 h 194"/>
                    <a:gd name="T90" fmla="*/ 20 w 155"/>
                    <a:gd name="T91" fmla="*/ 20 h 194"/>
                    <a:gd name="T92" fmla="*/ 8 w 155"/>
                    <a:gd name="T93" fmla="*/ 32 h 194"/>
                    <a:gd name="T94" fmla="*/ 0 w 155"/>
                    <a:gd name="T95" fmla="*/ 40 h 194"/>
                    <a:gd name="T96" fmla="*/ 2 w 155"/>
                    <a:gd name="T97" fmla="*/ 52 h 194"/>
                    <a:gd name="T98" fmla="*/ 10 w 155"/>
                    <a:gd name="T99" fmla="*/ 56 h 194"/>
                    <a:gd name="T100" fmla="*/ 8 w 155"/>
                    <a:gd name="T101" fmla="*/ 64 h 194"/>
                    <a:gd name="T102" fmla="*/ 22 w 155"/>
                    <a:gd name="T103" fmla="*/ 118 h 194"/>
                    <a:gd name="T104" fmla="*/ 28 w 155"/>
                    <a:gd name="T105" fmla="*/ 148 h 194"/>
                    <a:gd name="T106" fmla="*/ 36 w 155"/>
                    <a:gd name="T107" fmla="*/ 152 h 194"/>
                    <a:gd name="T108" fmla="*/ 40 w 155"/>
                    <a:gd name="T109" fmla="*/ 118 h 194"/>
                    <a:gd name="T110" fmla="*/ 34 w 155"/>
                    <a:gd name="T111" fmla="*/ 11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5" h="194">
                      <a:moveTo>
                        <a:pt x="81" y="168"/>
                      </a:moveTo>
                      <a:lnTo>
                        <a:pt x="81" y="168"/>
                      </a:lnTo>
                      <a:lnTo>
                        <a:pt x="81" y="170"/>
                      </a:lnTo>
                      <a:lnTo>
                        <a:pt x="79" y="170"/>
                      </a:lnTo>
                      <a:lnTo>
                        <a:pt x="79" y="170"/>
                      </a:lnTo>
                      <a:lnTo>
                        <a:pt x="79" y="176"/>
                      </a:lnTo>
                      <a:lnTo>
                        <a:pt x="79" y="176"/>
                      </a:lnTo>
                      <a:lnTo>
                        <a:pt x="85" y="180"/>
                      </a:lnTo>
                      <a:lnTo>
                        <a:pt x="85" y="180"/>
                      </a:lnTo>
                      <a:lnTo>
                        <a:pt x="91" y="182"/>
                      </a:lnTo>
                      <a:lnTo>
                        <a:pt x="91" y="182"/>
                      </a:lnTo>
                      <a:lnTo>
                        <a:pt x="93" y="186"/>
                      </a:lnTo>
                      <a:lnTo>
                        <a:pt x="93" y="186"/>
                      </a:lnTo>
                      <a:lnTo>
                        <a:pt x="95" y="186"/>
                      </a:lnTo>
                      <a:lnTo>
                        <a:pt x="99" y="186"/>
                      </a:lnTo>
                      <a:lnTo>
                        <a:pt x="99" y="186"/>
                      </a:lnTo>
                      <a:lnTo>
                        <a:pt x="101" y="188"/>
                      </a:lnTo>
                      <a:lnTo>
                        <a:pt x="107" y="192"/>
                      </a:lnTo>
                      <a:lnTo>
                        <a:pt x="107" y="194"/>
                      </a:lnTo>
                      <a:lnTo>
                        <a:pt x="107" y="194"/>
                      </a:lnTo>
                      <a:lnTo>
                        <a:pt x="113" y="194"/>
                      </a:lnTo>
                      <a:lnTo>
                        <a:pt x="113" y="194"/>
                      </a:lnTo>
                      <a:lnTo>
                        <a:pt x="111" y="188"/>
                      </a:lnTo>
                      <a:lnTo>
                        <a:pt x="111" y="188"/>
                      </a:lnTo>
                      <a:lnTo>
                        <a:pt x="115" y="186"/>
                      </a:lnTo>
                      <a:lnTo>
                        <a:pt x="115" y="186"/>
                      </a:lnTo>
                      <a:lnTo>
                        <a:pt x="115" y="182"/>
                      </a:lnTo>
                      <a:lnTo>
                        <a:pt x="115" y="178"/>
                      </a:lnTo>
                      <a:lnTo>
                        <a:pt x="115" y="178"/>
                      </a:lnTo>
                      <a:lnTo>
                        <a:pt x="115" y="178"/>
                      </a:lnTo>
                      <a:lnTo>
                        <a:pt x="115" y="176"/>
                      </a:lnTo>
                      <a:lnTo>
                        <a:pt x="115" y="176"/>
                      </a:lnTo>
                      <a:lnTo>
                        <a:pt x="115" y="174"/>
                      </a:lnTo>
                      <a:lnTo>
                        <a:pt x="117" y="172"/>
                      </a:lnTo>
                      <a:lnTo>
                        <a:pt x="117" y="172"/>
                      </a:lnTo>
                      <a:lnTo>
                        <a:pt x="117" y="168"/>
                      </a:lnTo>
                      <a:lnTo>
                        <a:pt x="117" y="168"/>
                      </a:lnTo>
                      <a:lnTo>
                        <a:pt x="105" y="172"/>
                      </a:lnTo>
                      <a:lnTo>
                        <a:pt x="99" y="174"/>
                      </a:lnTo>
                      <a:lnTo>
                        <a:pt x="93" y="172"/>
                      </a:lnTo>
                      <a:lnTo>
                        <a:pt x="93" y="172"/>
                      </a:lnTo>
                      <a:lnTo>
                        <a:pt x="89" y="170"/>
                      </a:lnTo>
                      <a:lnTo>
                        <a:pt x="89" y="170"/>
                      </a:lnTo>
                      <a:lnTo>
                        <a:pt x="87" y="170"/>
                      </a:lnTo>
                      <a:lnTo>
                        <a:pt x="83" y="170"/>
                      </a:lnTo>
                      <a:lnTo>
                        <a:pt x="83" y="170"/>
                      </a:lnTo>
                      <a:lnTo>
                        <a:pt x="81" y="168"/>
                      </a:lnTo>
                      <a:lnTo>
                        <a:pt x="81" y="168"/>
                      </a:lnTo>
                      <a:close/>
                      <a:moveTo>
                        <a:pt x="8" y="64"/>
                      </a:moveTo>
                      <a:lnTo>
                        <a:pt x="8" y="64"/>
                      </a:lnTo>
                      <a:lnTo>
                        <a:pt x="12" y="62"/>
                      </a:lnTo>
                      <a:lnTo>
                        <a:pt x="12" y="62"/>
                      </a:lnTo>
                      <a:lnTo>
                        <a:pt x="18" y="62"/>
                      </a:lnTo>
                      <a:lnTo>
                        <a:pt x="18" y="62"/>
                      </a:lnTo>
                      <a:lnTo>
                        <a:pt x="18" y="58"/>
                      </a:lnTo>
                      <a:lnTo>
                        <a:pt x="18" y="58"/>
                      </a:lnTo>
                      <a:lnTo>
                        <a:pt x="22" y="56"/>
                      </a:lnTo>
                      <a:lnTo>
                        <a:pt x="22" y="56"/>
                      </a:lnTo>
                      <a:lnTo>
                        <a:pt x="22" y="52"/>
                      </a:lnTo>
                      <a:lnTo>
                        <a:pt x="22" y="52"/>
                      </a:lnTo>
                      <a:lnTo>
                        <a:pt x="26" y="50"/>
                      </a:lnTo>
                      <a:lnTo>
                        <a:pt x="32" y="50"/>
                      </a:lnTo>
                      <a:lnTo>
                        <a:pt x="32" y="50"/>
                      </a:lnTo>
                      <a:lnTo>
                        <a:pt x="36" y="54"/>
                      </a:lnTo>
                      <a:lnTo>
                        <a:pt x="36" y="54"/>
                      </a:lnTo>
                      <a:lnTo>
                        <a:pt x="40" y="54"/>
                      </a:lnTo>
                      <a:lnTo>
                        <a:pt x="40" y="54"/>
                      </a:lnTo>
                      <a:lnTo>
                        <a:pt x="46" y="58"/>
                      </a:lnTo>
                      <a:lnTo>
                        <a:pt x="46" y="60"/>
                      </a:lnTo>
                      <a:lnTo>
                        <a:pt x="48" y="60"/>
                      </a:lnTo>
                      <a:lnTo>
                        <a:pt x="48" y="60"/>
                      </a:lnTo>
                      <a:lnTo>
                        <a:pt x="48" y="64"/>
                      </a:lnTo>
                      <a:lnTo>
                        <a:pt x="48" y="66"/>
                      </a:lnTo>
                      <a:lnTo>
                        <a:pt x="48" y="66"/>
                      </a:lnTo>
                      <a:lnTo>
                        <a:pt x="52" y="70"/>
                      </a:lnTo>
                      <a:lnTo>
                        <a:pt x="52" y="70"/>
                      </a:lnTo>
                      <a:lnTo>
                        <a:pt x="52" y="76"/>
                      </a:lnTo>
                      <a:lnTo>
                        <a:pt x="52" y="76"/>
                      </a:lnTo>
                      <a:lnTo>
                        <a:pt x="57" y="78"/>
                      </a:lnTo>
                      <a:lnTo>
                        <a:pt x="57" y="78"/>
                      </a:lnTo>
                      <a:lnTo>
                        <a:pt x="57" y="82"/>
                      </a:lnTo>
                      <a:lnTo>
                        <a:pt x="59" y="88"/>
                      </a:lnTo>
                      <a:lnTo>
                        <a:pt x="59" y="88"/>
                      </a:lnTo>
                      <a:lnTo>
                        <a:pt x="61" y="90"/>
                      </a:lnTo>
                      <a:lnTo>
                        <a:pt x="65" y="94"/>
                      </a:lnTo>
                      <a:lnTo>
                        <a:pt x="73" y="100"/>
                      </a:lnTo>
                      <a:lnTo>
                        <a:pt x="73" y="100"/>
                      </a:lnTo>
                      <a:lnTo>
                        <a:pt x="75" y="104"/>
                      </a:lnTo>
                      <a:lnTo>
                        <a:pt x="77" y="108"/>
                      </a:lnTo>
                      <a:lnTo>
                        <a:pt x="77" y="108"/>
                      </a:lnTo>
                      <a:lnTo>
                        <a:pt x="87" y="112"/>
                      </a:lnTo>
                      <a:lnTo>
                        <a:pt x="87" y="114"/>
                      </a:lnTo>
                      <a:lnTo>
                        <a:pt x="87" y="114"/>
                      </a:lnTo>
                      <a:lnTo>
                        <a:pt x="91" y="112"/>
                      </a:lnTo>
                      <a:lnTo>
                        <a:pt x="93" y="112"/>
                      </a:lnTo>
                      <a:lnTo>
                        <a:pt x="93" y="112"/>
                      </a:lnTo>
                      <a:lnTo>
                        <a:pt x="97" y="116"/>
                      </a:lnTo>
                      <a:lnTo>
                        <a:pt x="101" y="120"/>
                      </a:lnTo>
                      <a:lnTo>
                        <a:pt x="103" y="120"/>
                      </a:lnTo>
                      <a:lnTo>
                        <a:pt x="103" y="120"/>
                      </a:lnTo>
                      <a:lnTo>
                        <a:pt x="103" y="122"/>
                      </a:lnTo>
                      <a:lnTo>
                        <a:pt x="103" y="124"/>
                      </a:lnTo>
                      <a:lnTo>
                        <a:pt x="103" y="124"/>
                      </a:lnTo>
                      <a:lnTo>
                        <a:pt x="105" y="124"/>
                      </a:lnTo>
                      <a:lnTo>
                        <a:pt x="109" y="124"/>
                      </a:lnTo>
                      <a:lnTo>
                        <a:pt x="109" y="124"/>
                      </a:lnTo>
                      <a:lnTo>
                        <a:pt x="109" y="128"/>
                      </a:lnTo>
                      <a:lnTo>
                        <a:pt x="111" y="132"/>
                      </a:lnTo>
                      <a:lnTo>
                        <a:pt x="111" y="132"/>
                      </a:lnTo>
                      <a:lnTo>
                        <a:pt x="115" y="134"/>
                      </a:lnTo>
                      <a:lnTo>
                        <a:pt x="119" y="136"/>
                      </a:lnTo>
                      <a:lnTo>
                        <a:pt x="119" y="136"/>
                      </a:lnTo>
                      <a:lnTo>
                        <a:pt x="123" y="146"/>
                      </a:lnTo>
                      <a:lnTo>
                        <a:pt x="125" y="158"/>
                      </a:lnTo>
                      <a:lnTo>
                        <a:pt x="121" y="158"/>
                      </a:lnTo>
                      <a:lnTo>
                        <a:pt x="121" y="158"/>
                      </a:lnTo>
                      <a:lnTo>
                        <a:pt x="121" y="166"/>
                      </a:lnTo>
                      <a:lnTo>
                        <a:pt x="121" y="166"/>
                      </a:lnTo>
                      <a:lnTo>
                        <a:pt x="119" y="170"/>
                      </a:lnTo>
                      <a:lnTo>
                        <a:pt x="119" y="170"/>
                      </a:lnTo>
                      <a:lnTo>
                        <a:pt x="119" y="174"/>
                      </a:lnTo>
                      <a:lnTo>
                        <a:pt x="121" y="176"/>
                      </a:lnTo>
                      <a:lnTo>
                        <a:pt x="121" y="176"/>
                      </a:lnTo>
                      <a:lnTo>
                        <a:pt x="123" y="176"/>
                      </a:lnTo>
                      <a:lnTo>
                        <a:pt x="125" y="176"/>
                      </a:lnTo>
                      <a:lnTo>
                        <a:pt x="125" y="176"/>
                      </a:lnTo>
                      <a:lnTo>
                        <a:pt x="127" y="170"/>
                      </a:lnTo>
                      <a:lnTo>
                        <a:pt x="127" y="170"/>
                      </a:lnTo>
                      <a:lnTo>
                        <a:pt x="133" y="166"/>
                      </a:lnTo>
                      <a:lnTo>
                        <a:pt x="133" y="166"/>
                      </a:lnTo>
                      <a:lnTo>
                        <a:pt x="133" y="162"/>
                      </a:lnTo>
                      <a:lnTo>
                        <a:pt x="133" y="158"/>
                      </a:lnTo>
                      <a:lnTo>
                        <a:pt x="133" y="158"/>
                      </a:lnTo>
                      <a:lnTo>
                        <a:pt x="135" y="158"/>
                      </a:lnTo>
                      <a:lnTo>
                        <a:pt x="139" y="156"/>
                      </a:lnTo>
                      <a:lnTo>
                        <a:pt x="139" y="156"/>
                      </a:lnTo>
                      <a:lnTo>
                        <a:pt x="139" y="150"/>
                      </a:lnTo>
                      <a:lnTo>
                        <a:pt x="137" y="148"/>
                      </a:lnTo>
                      <a:lnTo>
                        <a:pt x="137" y="148"/>
                      </a:lnTo>
                      <a:lnTo>
                        <a:pt x="135" y="146"/>
                      </a:lnTo>
                      <a:lnTo>
                        <a:pt x="135" y="146"/>
                      </a:lnTo>
                      <a:lnTo>
                        <a:pt x="133" y="140"/>
                      </a:lnTo>
                      <a:lnTo>
                        <a:pt x="133" y="140"/>
                      </a:lnTo>
                      <a:lnTo>
                        <a:pt x="129" y="138"/>
                      </a:lnTo>
                      <a:lnTo>
                        <a:pt x="129" y="138"/>
                      </a:lnTo>
                      <a:lnTo>
                        <a:pt x="133" y="130"/>
                      </a:lnTo>
                      <a:lnTo>
                        <a:pt x="135" y="126"/>
                      </a:lnTo>
                      <a:lnTo>
                        <a:pt x="139" y="126"/>
                      </a:lnTo>
                      <a:lnTo>
                        <a:pt x="139" y="128"/>
                      </a:lnTo>
                      <a:lnTo>
                        <a:pt x="139" y="128"/>
                      </a:lnTo>
                      <a:lnTo>
                        <a:pt x="149" y="130"/>
                      </a:lnTo>
                      <a:lnTo>
                        <a:pt x="149" y="130"/>
                      </a:lnTo>
                      <a:lnTo>
                        <a:pt x="149" y="136"/>
                      </a:lnTo>
                      <a:lnTo>
                        <a:pt x="149" y="136"/>
                      </a:lnTo>
                      <a:lnTo>
                        <a:pt x="153" y="136"/>
                      </a:lnTo>
                      <a:lnTo>
                        <a:pt x="153" y="136"/>
                      </a:lnTo>
                      <a:lnTo>
                        <a:pt x="153" y="134"/>
                      </a:lnTo>
                      <a:lnTo>
                        <a:pt x="155" y="132"/>
                      </a:lnTo>
                      <a:lnTo>
                        <a:pt x="155" y="132"/>
                      </a:lnTo>
                      <a:lnTo>
                        <a:pt x="153" y="130"/>
                      </a:lnTo>
                      <a:lnTo>
                        <a:pt x="153" y="130"/>
                      </a:lnTo>
                      <a:lnTo>
                        <a:pt x="153" y="126"/>
                      </a:lnTo>
                      <a:lnTo>
                        <a:pt x="153" y="126"/>
                      </a:lnTo>
                      <a:lnTo>
                        <a:pt x="151" y="126"/>
                      </a:lnTo>
                      <a:lnTo>
                        <a:pt x="149" y="124"/>
                      </a:lnTo>
                      <a:lnTo>
                        <a:pt x="149" y="124"/>
                      </a:lnTo>
                      <a:lnTo>
                        <a:pt x="143" y="118"/>
                      </a:lnTo>
                      <a:lnTo>
                        <a:pt x="143" y="118"/>
                      </a:lnTo>
                      <a:lnTo>
                        <a:pt x="135" y="112"/>
                      </a:lnTo>
                      <a:lnTo>
                        <a:pt x="125" y="108"/>
                      </a:lnTo>
                      <a:lnTo>
                        <a:pt x="125" y="108"/>
                      </a:lnTo>
                      <a:lnTo>
                        <a:pt x="125" y="100"/>
                      </a:lnTo>
                      <a:lnTo>
                        <a:pt x="125" y="100"/>
                      </a:lnTo>
                      <a:lnTo>
                        <a:pt x="117" y="100"/>
                      </a:lnTo>
                      <a:lnTo>
                        <a:pt x="109" y="96"/>
                      </a:lnTo>
                      <a:lnTo>
                        <a:pt x="109" y="96"/>
                      </a:lnTo>
                      <a:lnTo>
                        <a:pt x="101" y="90"/>
                      </a:lnTo>
                      <a:lnTo>
                        <a:pt x="95" y="80"/>
                      </a:lnTo>
                      <a:lnTo>
                        <a:pt x="95" y="80"/>
                      </a:lnTo>
                      <a:lnTo>
                        <a:pt x="95" y="76"/>
                      </a:lnTo>
                      <a:lnTo>
                        <a:pt x="93" y="72"/>
                      </a:lnTo>
                      <a:lnTo>
                        <a:pt x="93" y="72"/>
                      </a:lnTo>
                      <a:lnTo>
                        <a:pt x="93" y="72"/>
                      </a:lnTo>
                      <a:lnTo>
                        <a:pt x="91" y="70"/>
                      </a:lnTo>
                      <a:lnTo>
                        <a:pt x="91" y="70"/>
                      </a:lnTo>
                      <a:lnTo>
                        <a:pt x="87" y="64"/>
                      </a:lnTo>
                      <a:lnTo>
                        <a:pt x="87" y="64"/>
                      </a:lnTo>
                      <a:lnTo>
                        <a:pt x="87" y="64"/>
                      </a:lnTo>
                      <a:lnTo>
                        <a:pt x="87" y="64"/>
                      </a:lnTo>
                      <a:lnTo>
                        <a:pt x="81" y="60"/>
                      </a:lnTo>
                      <a:lnTo>
                        <a:pt x="77" y="60"/>
                      </a:lnTo>
                      <a:lnTo>
                        <a:pt x="75" y="56"/>
                      </a:lnTo>
                      <a:lnTo>
                        <a:pt x="75" y="56"/>
                      </a:lnTo>
                      <a:lnTo>
                        <a:pt x="73" y="56"/>
                      </a:lnTo>
                      <a:lnTo>
                        <a:pt x="73" y="56"/>
                      </a:lnTo>
                      <a:lnTo>
                        <a:pt x="73" y="52"/>
                      </a:lnTo>
                      <a:lnTo>
                        <a:pt x="75" y="46"/>
                      </a:lnTo>
                      <a:lnTo>
                        <a:pt x="77" y="42"/>
                      </a:lnTo>
                      <a:lnTo>
                        <a:pt x="77" y="42"/>
                      </a:lnTo>
                      <a:lnTo>
                        <a:pt x="77" y="38"/>
                      </a:lnTo>
                      <a:lnTo>
                        <a:pt x="77" y="36"/>
                      </a:lnTo>
                      <a:lnTo>
                        <a:pt x="75" y="34"/>
                      </a:lnTo>
                      <a:lnTo>
                        <a:pt x="75" y="34"/>
                      </a:lnTo>
                      <a:lnTo>
                        <a:pt x="75" y="32"/>
                      </a:lnTo>
                      <a:lnTo>
                        <a:pt x="75" y="30"/>
                      </a:lnTo>
                      <a:lnTo>
                        <a:pt x="75" y="30"/>
                      </a:lnTo>
                      <a:lnTo>
                        <a:pt x="77" y="30"/>
                      </a:lnTo>
                      <a:lnTo>
                        <a:pt x="77" y="32"/>
                      </a:lnTo>
                      <a:lnTo>
                        <a:pt x="77" y="32"/>
                      </a:lnTo>
                      <a:lnTo>
                        <a:pt x="93" y="26"/>
                      </a:lnTo>
                      <a:lnTo>
                        <a:pt x="93" y="26"/>
                      </a:lnTo>
                      <a:lnTo>
                        <a:pt x="91" y="24"/>
                      </a:lnTo>
                      <a:lnTo>
                        <a:pt x="91" y="22"/>
                      </a:lnTo>
                      <a:lnTo>
                        <a:pt x="93" y="18"/>
                      </a:lnTo>
                      <a:lnTo>
                        <a:pt x="93" y="18"/>
                      </a:lnTo>
                      <a:lnTo>
                        <a:pt x="91" y="14"/>
                      </a:lnTo>
                      <a:lnTo>
                        <a:pt x="91" y="14"/>
                      </a:lnTo>
                      <a:lnTo>
                        <a:pt x="89" y="14"/>
                      </a:lnTo>
                      <a:lnTo>
                        <a:pt x="89" y="14"/>
                      </a:lnTo>
                      <a:lnTo>
                        <a:pt x="87" y="12"/>
                      </a:lnTo>
                      <a:lnTo>
                        <a:pt x="87" y="8"/>
                      </a:lnTo>
                      <a:lnTo>
                        <a:pt x="89" y="4"/>
                      </a:lnTo>
                      <a:lnTo>
                        <a:pt x="89" y="4"/>
                      </a:lnTo>
                      <a:lnTo>
                        <a:pt x="81" y="4"/>
                      </a:lnTo>
                      <a:lnTo>
                        <a:pt x="81" y="4"/>
                      </a:lnTo>
                      <a:lnTo>
                        <a:pt x="77" y="6"/>
                      </a:lnTo>
                      <a:lnTo>
                        <a:pt x="75" y="6"/>
                      </a:lnTo>
                      <a:lnTo>
                        <a:pt x="75" y="6"/>
                      </a:lnTo>
                      <a:lnTo>
                        <a:pt x="73" y="4"/>
                      </a:lnTo>
                      <a:lnTo>
                        <a:pt x="73" y="4"/>
                      </a:lnTo>
                      <a:lnTo>
                        <a:pt x="71" y="2"/>
                      </a:lnTo>
                      <a:lnTo>
                        <a:pt x="69" y="2"/>
                      </a:lnTo>
                      <a:lnTo>
                        <a:pt x="69" y="2"/>
                      </a:lnTo>
                      <a:lnTo>
                        <a:pt x="65" y="2"/>
                      </a:lnTo>
                      <a:lnTo>
                        <a:pt x="63" y="0"/>
                      </a:lnTo>
                      <a:lnTo>
                        <a:pt x="63" y="0"/>
                      </a:lnTo>
                      <a:lnTo>
                        <a:pt x="59" y="0"/>
                      </a:lnTo>
                      <a:lnTo>
                        <a:pt x="59" y="2"/>
                      </a:lnTo>
                      <a:lnTo>
                        <a:pt x="59" y="2"/>
                      </a:lnTo>
                      <a:lnTo>
                        <a:pt x="59" y="2"/>
                      </a:lnTo>
                      <a:lnTo>
                        <a:pt x="57" y="2"/>
                      </a:lnTo>
                      <a:lnTo>
                        <a:pt x="52" y="0"/>
                      </a:lnTo>
                      <a:lnTo>
                        <a:pt x="52" y="0"/>
                      </a:lnTo>
                      <a:lnTo>
                        <a:pt x="52" y="2"/>
                      </a:lnTo>
                      <a:lnTo>
                        <a:pt x="50" y="4"/>
                      </a:lnTo>
                      <a:lnTo>
                        <a:pt x="50" y="4"/>
                      </a:lnTo>
                      <a:lnTo>
                        <a:pt x="48" y="6"/>
                      </a:lnTo>
                      <a:lnTo>
                        <a:pt x="50" y="6"/>
                      </a:lnTo>
                      <a:lnTo>
                        <a:pt x="52" y="8"/>
                      </a:lnTo>
                      <a:lnTo>
                        <a:pt x="50" y="8"/>
                      </a:lnTo>
                      <a:lnTo>
                        <a:pt x="50" y="8"/>
                      </a:lnTo>
                      <a:lnTo>
                        <a:pt x="48" y="10"/>
                      </a:lnTo>
                      <a:lnTo>
                        <a:pt x="46" y="10"/>
                      </a:lnTo>
                      <a:lnTo>
                        <a:pt x="46" y="10"/>
                      </a:lnTo>
                      <a:lnTo>
                        <a:pt x="44" y="8"/>
                      </a:lnTo>
                      <a:lnTo>
                        <a:pt x="42" y="10"/>
                      </a:lnTo>
                      <a:lnTo>
                        <a:pt x="40" y="12"/>
                      </a:lnTo>
                      <a:lnTo>
                        <a:pt x="40" y="12"/>
                      </a:lnTo>
                      <a:lnTo>
                        <a:pt x="40" y="14"/>
                      </a:lnTo>
                      <a:lnTo>
                        <a:pt x="38" y="14"/>
                      </a:lnTo>
                      <a:lnTo>
                        <a:pt x="36" y="16"/>
                      </a:lnTo>
                      <a:lnTo>
                        <a:pt x="34" y="18"/>
                      </a:lnTo>
                      <a:lnTo>
                        <a:pt x="34" y="18"/>
                      </a:lnTo>
                      <a:lnTo>
                        <a:pt x="36" y="22"/>
                      </a:lnTo>
                      <a:lnTo>
                        <a:pt x="34" y="22"/>
                      </a:lnTo>
                      <a:lnTo>
                        <a:pt x="34" y="22"/>
                      </a:lnTo>
                      <a:lnTo>
                        <a:pt x="32" y="22"/>
                      </a:lnTo>
                      <a:lnTo>
                        <a:pt x="28" y="20"/>
                      </a:lnTo>
                      <a:lnTo>
                        <a:pt x="28" y="20"/>
                      </a:lnTo>
                      <a:lnTo>
                        <a:pt x="24" y="20"/>
                      </a:lnTo>
                      <a:lnTo>
                        <a:pt x="22" y="16"/>
                      </a:lnTo>
                      <a:lnTo>
                        <a:pt x="22" y="16"/>
                      </a:lnTo>
                      <a:lnTo>
                        <a:pt x="20" y="14"/>
                      </a:lnTo>
                      <a:lnTo>
                        <a:pt x="20" y="16"/>
                      </a:lnTo>
                      <a:lnTo>
                        <a:pt x="20" y="20"/>
                      </a:lnTo>
                      <a:lnTo>
                        <a:pt x="20" y="20"/>
                      </a:lnTo>
                      <a:lnTo>
                        <a:pt x="18" y="22"/>
                      </a:lnTo>
                      <a:lnTo>
                        <a:pt x="16" y="24"/>
                      </a:lnTo>
                      <a:lnTo>
                        <a:pt x="12" y="24"/>
                      </a:lnTo>
                      <a:lnTo>
                        <a:pt x="10" y="26"/>
                      </a:lnTo>
                      <a:lnTo>
                        <a:pt x="8" y="32"/>
                      </a:lnTo>
                      <a:lnTo>
                        <a:pt x="8" y="32"/>
                      </a:lnTo>
                      <a:lnTo>
                        <a:pt x="6" y="34"/>
                      </a:lnTo>
                      <a:lnTo>
                        <a:pt x="4" y="36"/>
                      </a:lnTo>
                      <a:lnTo>
                        <a:pt x="2" y="36"/>
                      </a:lnTo>
                      <a:lnTo>
                        <a:pt x="2" y="36"/>
                      </a:lnTo>
                      <a:lnTo>
                        <a:pt x="0" y="38"/>
                      </a:lnTo>
                      <a:lnTo>
                        <a:pt x="0" y="40"/>
                      </a:lnTo>
                      <a:lnTo>
                        <a:pt x="0" y="42"/>
                      </a:lnTo>
                      <a:lnTo>
                        <a:pt x="2" y="44"/>
                      </a:lnTo>
                      <a:lnTo>
                        <a:pt x="2" y="44"/>
                      </a:lnTo>
                      <a:lnTo>
                        <a:pt x="4" y="46"/>
                      </a:lnTo>
                      <a:lnTo>
                        <a:pt x="4" y="48"/>
                      </a:lnTo>
                      <a:lnTo>
                        <a:pt x="2" y="52"/>
                      </a:lnTo>
                      <a:lnTo>
                        <a:pt x="4" y="56"/>
                      </a:lnTo>
                      <a:lnTo>
                        <a:pt x="4" y="56"/>
                      </a:lnTo>
                      <a:lnTo>
                        <a:pt x="6" y="56"/>
                      </a:lnTo>
                      <a:lnTo>
                        <a:pt x="8" y="56"/>
                      </a:lnTo>
                      <a:lnTo>
                        <a:pt x="10" y="56"/>
                      </a:lnTo>
                      <a:lnTo>
                        <a:pt x="10" y="56"/>
                      </a:lnTo>
                      <a:lnTo>
                        <a:pt x="10" y="56"/>
                      </a:lnTo>
                      <a:lnTo>
                        <a:pt x="6" y="60"/>
                      </a:lnTo>
                      <a:lnTo>
                        <a:pt x="6" y="60"/>
                      </a:lnTo>
                      <a:lnTo>
                        <a:pt x="6" y="62"/>
                      </a:lnTo>
                      <a:lnTo>
                        <a:pt x="6" y="62"/>
                      </a:lnTo>
                      <a:lnTo>
                        <a:pt x="8" y="64"/>
                      </a:lnTo>
                      <a:lnTo>
                        <a:pt x="8" y="64"/>
                      </a:lnTo>
                      <a:close/>
                      <a:moveTo>
                        <a:pt x="34" y="110"/>
                      </a:moveTo>
                      <a:lnTo>
                        <a:pt x="34" y="110"/>
                      </a:lnTo>
                      <a:lnTo>
                        <a:pt x="24" y="118"/>
                      </a:lnTo>
                      <a:lnTo>
                        <a:pt x="24" y="118"/>
                      </a:lnTo>
                      <a:lnTo>
                        <a:pt x="22" y="118"/>
                      </a:lnTo>
                      <a:lnTo>
                        <a:pt x="22" y="118"/>
                      </a:lnTo>
                      <a:lnTo>
                        <a:pt x="24" y="126"/>
                      </a:lnTo>
                      <a:lnTo>
                        <a:pt x="24" y="126"/>
                      </a:lnTo>
                      <a:lnTo>
                        <a:pt x="24" y="138"/>
                      </a:lnTo>
                      <a:lnTo>
                        <a:pt x="28" y="148"/>
                      </a:lnTo>
                      <a:lnTo>
                        <a:pt x="28" y="148"/>
                      </a:lnTo>
                      <a:lnTo>
                        <a:pt x="30" y="150"/>
                      </a:lnTo>
                      <a:lnTo>
                        <a:pt x="32" y="152"/>
                      </a:lnTo>
                      <a:lnTo>
                        <a:pt x="32" y="152"/>
                      </a:lnTo>
                      <a:lnTo>
                        <a:pt x="32" y="152"/>
                      </a:lnTo>
                      <a:lnTo>
                        <a:pt x="36" y="152"/>
                      </a:lnTo>
                      <a:lnTo>
                        <a:pt x="36" y="152"/>
                      </a:lnTo>
                      <a:lnTo>
                        <a:pt x="40" y="148"/>
                      </a:lnTo>
                      <a:lnTo>
                        <a:pt x="40" y="148"/>
                      </a:lnTo>
                      <a:lnTo>
                        <a:pt x="40" y="148"/>
                      </a:lnTo>
                      <a:lnTo>
                        <a:pt x="44" y="122"/>
                      </a:lnTo>
                      <a:lnTo>
                        <a:pt x="44" y="122"/>
                      </a:lnTo>
                      <a:lnTo>
                        <a:pt x="40" y="118"/>
                      </a:lnTo>
                      <a:lnTo>
                        <a:pt x="40" y="118"/>
                      </a:lnTo>
                      <a:lnTo>
                        <a:pt x="40" y="114"/>
                      </a:lnTo>
                      <a:lnTo>
                        <a:pt x="38" y="112"/>
                      </a:lnTo>
                      <a:lnTo>
                        <a:pt x="38" y="112"/>
                      </a:lnTo>
                      <a:lnTo>
                        <a:pt x="34" y="110"/>
                      </a:lnTo>
                      <a:lnTo>
                        <a:pt x="34" y="1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5" name="Freeform 164">
                  <a:extLst>
                    <a:ext uri="{FF2B5EF4-FFF2-40B4-BE49-F238E27FC236}">
                      <a16:creationId xmlns:a16="http://schemas.microsoft.com/office/drawing/2014/main" id="{22053270-CCDA-3B45-8F91-6F040F9DC6E2}"/>
                    </a:ext>
                  </a:extLst>
                </p:cNvPr>
                <p:cNvSpPr>
                  <a:spLocks noEditPoints="1"/>
                </p:cNvSpPr>
                <p:nvPr/>
              </p:nvSpPr>
              <p:spPr bwMode="auto">
                <a:xfrm>
                  <a:off x="5631334" y="2389291"/>
                  <a:ext cx="105673" cy="168198"/>
                </a:xfrm>
                <a:custGeom>
                  <a:avLst/>
                  <a:gdLst>
                    <a:gd name="T0" fmla="*/ 46 w 54"/>
                    <a:gd name="T1" fmla="*/ 4 h 84"/>
                    <a:gd name="T2" fmla="*/ 42 w 54"/>
                    <a:gd name="T3" fmla="*/ 0 h 84"/>
                    <a:gd name="T4" fmla="*/ 42 w 54"/>
                    <a:gd name="T5" fmla="*/ 4 h 84"/>
                    <a:gd name="T6" fmla="*/ 38 w 54"/>
                    <a:gd name="T7" fmla="*/ 6 h 84"/>
                    <a:gd name="T8" fmla="*/ 34 w 54"/>
                    <a:gd name="T9" fmla="*/ 4 h 84"/>
                    <a:gd name="T10" fmla="*/ 30 w 54"/>
                    <a:gd name="T11" fmla="*/ 10 h 84"/>
                    <a:gd name="T12" fmla="*/ 30 w 54"/>
                    <a:gd name="T13" fmla="*/ 12 h 84"/>
                    <a:gd name="T14" fmla="*/ 28 w 54"/>
                    <a:gd name="T15" fmla="*/ 16 h 84"/>
                    <a:gd name="T16" fmla="*/ 24 w 54"/>
                    <a:gd name="T17" fmla="*/ 20 h 84"/>
                    <a:gd name="T18" fmla="*/ 22 w 54"/>
                    <a:gd name="T19" fmla="*/ 24 h 84"/>
                    <a:gd name="T20" fmla="*/ 22 w 54"/>
                    <a:gd name="T21" fmla="*/ 24 h 84"/>
                    <a:gd name="T22" fmla="*/ 14 w 54"/>
                    <a:gd name="T23" fmla="*/ 24 h 84"/>
                    <a:gd name="T24" fmla="*/ 12 w 54"/>
                    <a:gd name="T25" fmla="*/ 24 h 84"/>
                    <a:gd name="T26" fmla="*/ 8 w 54"/>
                    <a:gd name="T27" fmla="*/ 20 h 84"/>
                    <a:gd name="T28" fmla="*/ 14 w 54"/>
                    <a:gd name="T29" fmla="*/ 30 h 84"/>
                    <a:gd name="T30" fmla="*/ 12 w 54"/>
                    <a:gd name="T31" fmla="*/ 34 h 84"/>
                    <a:gd name="T32" fmla="*/ 4 w 54"/>
                    <a:gd name="T33" fmla="*/ 34 h 84"/>
                    <a:gd name="T34" fmla="*/ 2 w 54"/>
                    <a:gd name="T35" fmla="*/ 38 h 84"/>
                    <a:gd name="T36" fmla="*/ 2 w 54"/>
                    <a:gd name="T37" fmla="*/ 44 h 84"/>
                    <a:gd name="T38" fmla="*/ 18 w 54"/>
                    <a:gd name="T39" fmla="*/ 46 h 84"/>
                    <a:gd name="T40" fmla="*/ 18 w 54"/>
                    <a:gd name="T41" fmla="*/ 42 h 84"/>
                    <a:gd name="T42" fmla="*/ 18 w 54"/>
                    <a:gd name="T43" fmla="*/ 46 h 84"/>
                    <a:gd name="T44" fmla="*/ 14 w 54"/>
                    <a:gd name="T45" fmla="*/ 50 h 84"/>
                    <a:gd name="T46" fmla="*/ 12 w 54"/>
                    <a:gd name="T47" fmla="*/ 56 h 84"/>
                    <a:gd name="T48" fmla="*/ 12 w 54"/>
                    <a:gd name="T49" fmla="*/ 62 h 84"/>
                    <a:gd name="T50" fmla="*/ 6 w 54"/>
                    <a:gd name="T51" fmla="*/ 64 h 84"/>
                    <a:gd name="T52" fmla="*/ 4 w 54"/>
                    <a:gd name="T53" fmla="*/ 68 h 84"/>
                    <a:gd name="T54" fmla="*/ 0 w 54"/>
                    <a:gd name="T55" fmla="*/ 72 h 84"/>
                    <a:gd name="T56" fmla="*/ 2 w 54"/>
                    <a:gd name="T57" fmla="*/ 76 h 84"/>
                    <a:gd name="T58" fmla="*/ 0 w 54"/>
                    <a:gd name="T59" fmla="*/ 80 h 84"/>
                    <a:gd name="T60" fmla="*/ 4 w 54"/>
                    <a:gd name="T61" fmla="*/ 78 h 84"/>
                    <a:gd name="T62" fmla="*/ 8 w 54"/>
                    <a:gd name="T63" fmla="*/ 80 h 84"/>
                    <a:gd name="T64" fmla="*/ 6 w 54"/>
                    <a:gd name="T65" fmla="*/ 84 h 84"/>
                    <a:gd name="T66" fmla="*/ 16 w 54"/>
                    <a:gd name="T67" fmla="*/ 78 h 84"/>
                    <a:gd name="T68" fmla="*/ 16 w 54"/>
                    <a:gd name="T69" fmla="*/ 82 h 84"/>
                    <a:gd name="T70" fmla="*/ 24 w 54"/>
                    <a:gd name="T71" fmla="*/ 80 h 84"/>
                    <a:gd name="T72" fmla="*/ 26 w 54"/>
                    <a:gd name="T73" fmla="*/ 80 h 84"/>
                    <a:gd name="T74" fmla="*/ 28 w 54"/>
                    <a:gd name="T75" fmla="*/ 74 h 84"/>
                    <a:gd name="T76" fmla="*/ 34 w 54"/>
                    <a:gd name="T77" fmla="*/ 76 h 84"/>
                    <a:gd name="T78" fmla="*/ 38 w 54"/>
                    <a:gd name="T79" fmla="*/ 72 h 84"/>
                    <a:gd name="T80" fmla="*/ 38 w 54"/>
                    <a:gd name="T81" fmla="*/ 68 h 84"/>
                    <a:gd name="T82" fmla="*/ 44 w 54"/>
                    <a:gd name="T83" fmla="*/ 66 h 84"/>
                    <a:gd name="T84" fmla="*/ 46 w 54"/>
                    <a:gd name="T85" fmla="*/ 64 h 84"/>
                    <a:gd name="T86" fmla="*/ 48 w 54"/>
                    <a:gd name="T87" fmla="*/ 64 h 84"/>
                    <a:gd name="T88" fmla="*/ 48 w 54"/>
                    <a:gd name="T89" fmla="*/ 60 h 84"/>
                    <a:gd name="T90" fmla="*/ 52 w 54"/>
                    <a:gd name="T91" fmla="*/ 48 h 84"/>
                    <a:gd name="T92" fmla="*/ 50 w 54"/>
                    <a:gd name="T93" fmla="*/ 44 h 84"/>
                    <a:gd name="T94" fmla="*/ 50 w 54"/>
                    <a:gd name="T95" fmla="*/ 36 h 84"/>
                    <a:gd name="T96" fmla="*/ 50 w 54"/>
                    <a:gd name="T97" fmla="*/ 34 h 84"/>
                    <a:gd name="T98" fmla="*/ 50 w 54"/>
                    <a:gd name="T99" fmla="*/ 30 h 84"/>
                    <a:gd name="T100" fmla="*/ 52 w 54"/>
                    <a:gd name="T101" fmla="*/ 28 h 84"/>
                    <a:gd name="T102" fmla="*/ 44 w 54"/>
                    <a:gd name="T103" fmla="*/ 26 h 84"/>
                    <a:gd name="T104" fmla="*/ 40 w 54"/>
                    <a:gd name="T105" fmla="*/ 28 h 84"/>
                    <a:gd name="T106" fmla="*/ 38 w 54"/>
                    <a:gd name="T107" fmla="*/ 24 h 84"/>
                    <a:gd name="T108" fmla="*/ 34 w 54"/>
                    <a:gd name="T109" fmla="*/ 22 h 84"/>
                    <a:gd name="T110" fmla="*/ 34 w 54"/>
                    <a:gd name="T111" fmla="*/ 18 h 84"/>
                    <a:gd name="T112" fmla="*/ 38 w 54"/>
                    <a:gd name="T113" fmla="*/ 14 h 84"/>
                    <a:gd name="T114" fmla="*/ 42 w 54"/>
                    <a:gd name="T115" fmla="*/ 8 h 84"/>
                    <a:gd name="T116" fmla="*/ 18 w 54"/>
                    <a:gd name="T117" fmla="*/ 56 h 84"/>
                    <a:gd name="T118" fmla="*/ 18 w 54"/>
                    <a:gd name="T119" fmla="*/ 58 h 84"/>
                    <a:gd name="T120" fmla="*/ 14 w 54"/>
                    <a:gd name="T121" fmla="*/ 60 h 84"/>
                    <a:gd name="T122" fmla="*/ 18 w 54"/>
                    <a:gd name="T123" fmla="*/ 5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 h="84">
                      <a:moveTo>
                        <a:pt x="46" y="6"/>
                      </a:moveTo>
                      <a:lnTo>
                        <a:pt x="46" y="6"/>
                      </a:lnTo>
                      <a:lnTo>
                        <a:pt x="46" y="4"/>
                      </a:lnTo>
                      <a:lnTo>
                        <a:pt x="46" y="4"/>
                      </a:lnTo>
                      <a:lnTo>
                        <a:pt x="44" y="2"/>
                      </a:lnTo>
                      <a:lnTo>
                        <a:pt x="42" y="0"/>
                      </a:lnTo>
                      <a:lnTo>
                        <a:pt x="42" y="0"/>
                      </a:lnTo>
                      <a:lnTo>
                        <a:pt x="42" y="0"/>
                      </a:lnTo>
                      <a:lnTo>
                        <a:pt x="42" y="4"/>
                      </a:lnTo>
                      <a:lnTo>
                        <a:pt x="42" y="4"/>
                      </a:lnTo>
                      <a:lnTo>
                        <a:pt x="40" y="6"/>
                      </a:lnTo>
                      <a:lnTo>
                        <a:pt x="38" y="6"/>
                      </a:lnTo>
                      <a:lnTo>
                        <a:pt x="38" y="4"/>
                      </a:lnTo>
                      <a:lnTo>
                        <a:pt x="38" y="4"/>
                      </a:lnTo>
                      <a:lnTo>
                        <a:pt x="34" y="4"/>
                      </a:lnTo>
                      <a:lnTo>
                        <a:pt x="30" y="4"/>
                      </a:lnTo>
                      <a:lnTo>
                        <a:pt x="30" y="4"/>
                      </a:lnTo>
                      <a:lnTo>
                        <a:pt x="30" y="10"/>
                      </a:lnTo>
                      <a:lnTo>
                        <a:pt x="30" y="10"/>
                      </a:lnTo>
                      <a:lnTo>
                        <a:pt x="26" y="10"/>
                      </a:lnTo>
                      <a:lnTo>
                        <a:pt x="30" y="12"/>
                      </a:lnTo>
                      <a:lnTo>
                        <a:pt x="30" y="16"/>
                      </a:lnTo>
                      <a:lnTo>
                        <a:pt x="30" y="16"/>
                      </a:lnTo>
                      <a:lnTo>
                        <a:pt x="28" y="16"/>
                      </a:lnTo>
                      <a:lnTo>
                        <a:pt x="24" y="18"/>
                      </a:lnTo>
                      <a:lnTo>
                        <a:pt x="24" y="18"/>
                      </a:lnTo>
                      <a:lnTo>
                        <a:pt x="24" y="20"/>
                      </a:lnTo>
                      <a:lnTo>
                        <a:pt x="24" y="24"/>
                      </a:lnTo>
                      <a:lnTo>
                        <a:pt x="24" y="24"/>
                      </a:lnTo>
                      <a:lnTo>
                        <a:pt x="22" y="24"/>
                      </a:lnTo>
                      <a:lnTo>
                        <a:pt x="22" y="24"/>
                      </a:lnTo>
                      <a:lnTo>
                        <a:pt x="22" y="24"/>
                      </a:lnTo>
                      <a:lnTo>
                        <a:pt x="22" y="24"/>
                      </a:lnTo>
                      <a:lnTo>
                        <a:pt x="16" y="22"/>
                      </a:lnTo>
                      <a:lnTo>
                        <a:pt x="16" y="22"/>
                      </a:lnTo>
                      <a:lnTo>
                        <a:pt x="14" y="24"/>
                      </a:lnTo>
                      <a:lnTo>
                        <a:pt x="14" y="24"/>
                      </a:lnTo>
                      <a:lnTo>
                        <a:pt x="12" y="24"/>
                      </a:lnTo>
                      <a:lnTo>
                        <a:pt x="12" y="24"/>
                      </a:lnTo>
                      <a:lnTo>
                        <a:pt x="10" y="20"/>
                      </a:lnTo>
                      <a:lnTo>
                        <a:pt x="8" y="20"/>
                      </a:lnTo>
                      <a:lnTo>
                        <a:pt x="8" y="20"/>
                      </a:lnTo>
                      <a:lnTo>
                        <a:pt x="8" y="26"/>
                      </a:lnTo>
                      <a:lnTo>
                        <a:pt x="14" y="30"/>
                      </a:lnTo>
                      <a:lnTo>
                        <a:pt x="14" y="30"/>
                      </a:lnTo>
                      <a:lnTo>
                        <a:pt x="12" y="32"/>
                      </a:lnTo>
                      <a:lnTo>
                        <a:pt x="12" y="34"/>
                      </a:lnTo>
                      <a:lnTo>
                        <a:pt x="12" y="34"/>
                      </a:lnTo>
                      <a:lnTo>
                        <a:pt x="8" y="34"/>
                      </a:lnTo>
                      <a:lnTo>
                        <a:pt x="4" y="34"/>
                      </a:lnTo>
                      <a:lnTo>
                        <a:pt x="4" y="34"/>
                      </a:lnTo>
                      <a:lnTo>
                        <a:pt x="6" y="38"/>
                      </a:lnTo>
                      <a:lnTo>
                        <a:pt x="6" y="38"/>
                      </a:lnTo>
                      <a:lnTo>
                        <a:pt x="2" y="38"/>
                      </a:lnTo>
                      <a:lnTo>
                        <a:pt x="2" y="38"/>
                      </a:lnTo>
                      <a:lnTo>
                        <a:pt x="2" y="44"/>
                      </a:lnTo>
                      <a:lnTo>
                        <a:pt x="2" y="44"/>
                      </a:lnTo>
                      <a:lnTo>
                        <a:pt x="10" y="44"/>
                      </a:lnTo>
                      <a:lnTo>
                        <a:pt x="18" y="46"/>
                      </a:lnTo>
                      <a:lnTo>
                        <a:pt x="18" y="46"/>
                      </a:lnTo>
                      <a:lnTo>
                        <a:pt x="18" y="42"/>
                      </a:lnTo>
                      <a:lnTo>
                        <a:pt x="18" y="42"/>
                      </a:lnTo>
                      <a:lnTo>
                        <a:pt x="18" y="42"/>
                      </a:lnTo>
                      <a:lnTo>
                        <a:pt x="18" y="42"/>
                      </a:lnTo>
                      <a:lnTo>
                        <a:pt x="18" y="44"/>
                      </a:lnTo>
                      <a:lnTo>
                        <a:pt x="18" y="46"/>
                      </a:lnTo>
                      <a:lnTo>
                        <a:pt x="18" y="46"/>
                      </a:lnTo>
                      <a:lnTo>
                        <a:pt x="14" y="50"/>
                      </a:lnTo>
                      <a:lnTo>
                        <a:pt x="14" y="50"/>
                      </a:lnTo>
                      <a:lnTo>
                        <a:pt x="14" y="54"/>
                      </a:lnTo>
                      <a:lnTo>
                        <a:pt x="14" y="54"/>
                      </a:lnTo>
                      <a:lnTo>
                        <a:pt x="12" y="56"/>
                      </a:lnTo>
                      <a:lnTo>
                        <a:pt x="8" y="58"/>
                      </a:lnTo>
                      <a:lnTo>
                        <a:pt x="8" y="60"/>
                      </a:lnTo>
                      <a:lnTo>
                        <a:pt x="12" y="62"/>
                      </a:lnTo>
                      <a:lnTo>
                        <a:pt x="12" y="62"/>
                      </a:lnTo>
                      <a:lnTo>
                        <a:pt x="6" y="64"/>
                      </a:lnTo>
                      <a:lnTo>
                        <a:pt x="6" y="64"/>
                      </a:lnTo>
                      <a:lnTo>
                        <a:pt x="8" y="68"/>
                      </a:lnTo>
                      <a:lnTo>
                        <a:pt x="8" y="68"/>
                      </a:lnTo>
                      <a:lnTo>
                        <a:pt x="4" y="68"/>
                      </a:lnTo>
                      <a:lnTo>
                        <a:pt x="0" y="68"/>
                      </a:lnTo>
                      <a:lnTo>
                        <a:pt x="0" y="72"/>
                      </a:lnTo>
                      <a:lnTo>
                        <a:pt x="0" y="72"/>
                      </a:lnTo>
                      <a:lnTo>
                        <a:pt x="4" y="72"/>
                      </a:lnTo>
                      <a:lnTo>
                        <a:pt x="4" y="72"/>
                      </a:lnTo>
                      <a:lnTo>
                        <a:pt x="2" y="76"/>
                      </a:lnTo>
                      <a:lnTo>
                        <a:pt x="2" y="76"/>
                      </a:lnTo>
                      <a:lnTo>
                        <a:pt x="2" y="76"/>
                      </a:lnTo>
                      <a:lnTo>
                        <a:pt x="0" y="80"/>
                      </a:lnTo>
                      <a:lnTo>
                        <a:pt x="0" y="80"/>
                      </a:lnTo>
                      <a:lnTo>
                        <a:pt x="4" y="78"/>
                      </a:lnTo>
                      <a:lnTo>
                        <a:pt x="4" y="78"/>
                      </a:lnTo>
                      <a:lnTo>
                        <a:pt x="10" y="78"/>
                      </a:lnTo>
                      <a:lnTo>
                        <a:pt x="10" y="78"/>
                      </a:lnTo>
                      <a:lnTo>
                        <a:pt x="8" y="80"/>
                      </a:lnTo>
                      <a:lnTo>
                        <a:pt x="8" y="80"/>
                      </a:lnTo>
                      <a:lnTo>
                        <a:pt x="6" y="82"/>
                      </a:lnTo>
                      <a:lnTo>
                        <a:pt x="6" y="84"/>
                      </a:lnTo>
                      <a:lnTo>
                        <a:pt x="8" y="84"/>
                      </a:lnTo>
                      <a:lnTo>
                        <a:pt x="8" y="84"/>
                      </a:lnTo>
                      <a:lnTo>
                        <a:pt x="16" y="78"/>
                      </a:lnTo>
                      <a:lnTo>
                        <a:pt x="16" y="78"/>
                      </a:lnTo>
                      <a:lnTo>
                        <a:pt x="16" y="82"/>
                      </a:lnTo>
                      <a:lnTo>
                        <a:pt x="16" y="82"/>
                      </a:lnTo>
                      <a:lnTo>
                        <a:pt x="20" y="84"/>
                      </a:lnTo>
                      <a:lnTo>
                        <a:pt x="20" y="84"/>
                      </a:lnTo>
                      <a:lnTo>
                        <a:pt x="24" y="80"/>
                      </a:lnTo>
                      <a:lnTo>
                        <a:pt x="24" y="80"/>
                      </a:lnTo>
                      <a:lnTo>
                        <a:pt x="26" y="80"/>
                      </a:lnTo>
                      <a:lnTo>
                        <a:pt x="26" y="80"/>
                      </a:lnTo>
                      <a:lnTo>
                        <a:pt x="28" y="78"/>
                      </a:lnTo>
                      <a:lnTo>
                        <a:pt x="28" y="76"/>
                      </a:lnTo>
                      <a:lnTo>
                        <a:pt x="28" y="74"/>
                      </a:lnTo>
                      <a:lnTo>
                        <a:pt x="28" y="74"/>
                      </a:lnTo>
                      <a:lnTo>
                        <a:pt x="32" y="74"/>
                      </a:lnTo>
                      <a:lnTo>
                        <a:pt x="34" y="76"/>
                      </a:lnTo>
                      <a:lnTo>
                        <a:pt x="34" y="76"/>
                      </a:lnTo>
                      <a:lnTo>
                        <a:pt x="36" y="72"/>
                      </a:lnTo>
                      <a:lnTo>
                        <a:pt x="38" y="72"/>
                      </a:lnTo>
                      <a:lnTo>
                        <a:pt x="38" y="72"/>
                      </a:lnTo>
                      <a:lnTo>
                        <a:pt x="38" y="68"/>
                      </a:lnTo>
                      <a:lnTo>
                        <a:pt x="38" y="68"/>
                      </a:lnTo>
                      <a:lnTo>
                        <a:pt x="44" y="68"/>
                      </a:lnTo>
                      <a:lnTo>
                        <a:pt x="44" y="68"/>
                      </a:lnTo>
                      <a:lnTo>
                        <a:pt x="44" y="66"/>
                      </a:lnTo>
                      <a:lnTo>
                        <a:pt x="44" y="64"/>
                      </a:lnTo>
                      <a:lnTo>
                        <a:pt x="44" y="64"/>
                      </a:lnTo>
                      <a:lnTo>
                        <a:pt x="46" y="64"/>
                      </a:lnTo>
                      <a:lnTo>
                        <a:pt x="50" y="66"/>
                      </a:lnTo>
                      <a:lnTo>
                        <a:pt x="50" y="66"/>
                      </a:lnTo>
                      <a:lnTo>
                        <a:pt x="48" y="64"/>
                      </a:lnTo>
                      <a:lnTo>
                        <a:pt x="48" y="62"/>
                      </a:lnTo>
                      <a:lnTo>
                        <a:pt x="48" y="60"/>
                      </a:lnTo>
                      <a:lnTo>
                        <a:pt x="48" y="60"/>
                      </a:lnTo>
                      <a:lnTo>
                        <a:pt x="52" y="60"/>
                      </a:lnTo>
                      <a:lnTo>
                        <a:pt x="52" y="60"/>
                      </a:lnTo>
                      <a:lnTo>
                        <a:pt x="52" y="48"/>
                      </a:lnTo>
                      <a:lnTo>
                        <a:pt x="50" y="48"/>
                      </a:lnTo>
                      <a:lnTo>
                        <a:pt x="50" y="48"/>
                      </a:lnTo>
                      <a:lnTo>
                        <a:pt x="50" y="44"/>
                      </a:lnTo>
                      <a:lnTo>
                        <a:pt x="48" y="44"/>
                      </a:lnTo>
                      <a:lnTo>
                        <a:pt x="48" y="44"/>
                      </a:lnTo>
                      <a:lnTo>
                        <a:pt x="50" y="36"/>
                      </a:lnTo>
                      <a:lnTo>
                        <a:pt x="50" y="36"/>
                      </a:lnTo>
                      <a:lnTo>
                        <a:pt x="50" y="34"/>
                      </a:lnTo>
                      <a:lnTo>
                        <a:pt x="50" y="34"/>
                      </a:lnTo>
                      <a:lnTo>
                        <a:pt x="50" y="34"/>
                      </a:lnTo>
                      <a:lnTo>
                        <a:pt x="50" y="34"/>
                      </a:lnTo>
                      <a:lnTo>
                        <a:pt x="50" y="30"/>
                      </a:lnTo>
                      <a:lnTo>
                        <a:pt x="50" y="30"/>
                      </a:lnTo>
                      <a:lnTo>
                        <a:pt x="54" y="28"/>
                      </a:lnTo>
                      <a:lnTo>
                        <a:pt x="52" y="28"/>
                      </a:lnTo>
                      <a:lnTo>
                        <a:pt x="48" y="28"/>
                      </a:lnTo>
                      <a:lnTo>
                        <a:pt x="44" y="26"/>
                      </a:lnTo>
                      <a:lnTo>
                        <a:pt x="44" y="26"/>
                      </a:lnTo>
                      <a:lnTo>
                        <a:pt x="44" y="26"/>
                      </a:lnTo>
                      <a:lnTo>
                        <a:pt x="40" y="28"/>
                      </a:lnTo>
                      <a:lnTo>
                        <a:pt x="40" y="28"/>
                      </a:lnTo>
                      <a:lnTo>
                        <a:pt x="38" y="28"/>
                      </a:lnTo>
                      <a:lnTo>
                        <a:pt x="38" y="26"/>
                      </a:lnTo>
                      <a:lnTo>
                        <a:pt x="38" y="24"/>
                      </a:lnTo>
                      <a:lnTo>
                        <a:pt x="36" y="22"/>
                      </a:lnTo>
                      <a:lnTo>
                        <a:pt x="36" y="22"/>
                      </a:lnTo>
                      <a:lnTo>
                        <a:pt x="34" y="22"/>
                      </a:lnTo>
                      <a:lnTo>
                        <a:pt x="34" y="20"/>
                      </a:lnTo>
                      <a:lnTo>
                        <a:pt x="34" y="20"/>
                      </a:lnTo>
                      <a:lnTo>
                        <a:pt x="34" y="18"/>
                      </a:lnTo>
                      <a:lnTo>
                        <a:pt x="36" y="18"/>
                      </a:lnTo>
                      <a:lnTo>
                        <a:pt x="38" y="16"/>
                      </a:lnTo>
                      <a:lnTo>
                        <a:pt x="38" y="14"/>
                      </a:lnTo>
                      <a:lnTo>
                        <a:pt x="38" y="14"/>
                      </a:lnTo>
                      <a:lnTo>
                        <a:pt x="40" y="10"/>
                      </a:lnTo>
                      <a:lnTo>
                        <a:pt x="42" y="8"/>
                      </a:lnTo>
                      <a:lnTo>
                        <a:pt x="46" y="6"/>
                      </a:lnTo>
                      <a:lnTo>
                        <a:pt x="46" y="6"/>
                      </a:lnTo>
                      <a:close/>
                      <a:moveTo>
                        <a:pt x="18" y="56"/>
                      </a:moveTo>
                      <a:lnTo>
                        <a:pt x="18" y="56"/>
                      </a:lnTo>
                      <a:lnTo>
                        <a:pt x="18" y="56"/>
                      </a:lnTo>
                      <a:lnTo>
                        <a:pt x="18" y="58"/>
                      </a:lnTo>
                      <a:lnTo>
                        <a:pt x="16" y="60"/>
                      </a:lnTo>
                      <a:lnTo>
                        <a:pt x="16" y="60"/>
                      </a:lnTo>
                      <a:lnTo>
                        <a:pt x="14" y="60"/>
                      </a:lnTo>
                      <a:lnTo>
                        <a:pt x="14" y="60"/>
                      </a:lnTo>
                      <a:lnTo>
                        <a:pt x="18" y="56"/>
                      </a:lnTo>
                      <a:lnTo>
                        <a:pt x="18" y="5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6" name="Freeform 173">
                  <a:extLst>
                    <a:ext uri="{FF2B5EF4-FFF2-40B4-BE49-F238E27FC236}">
                      <a16:creationId xmlns:a16="http://schemas.microsoft.com/office/drawing/2014/main" id="{EE9143FA-F721-094D-8790-28CC960EED2D}"/>
                    </a:ext>
                  </a:extLst>
                </p:cNvPr>
                <p:cNvSpPr>
                  <a:spLocks/>
                </p:cNvSpPr>
                <p:nvPr/>
              </p:nvSpPr>
              <p:spPr bwMode="auto">
                <a:xfrm>
                  <a:off x="6329949" y="2673626"/>
                  <a:ext cx="183948" cy="128150"/>
                </a:xfrm>
                <a:custGeom>
                  <a:avLst/>
                  <a:gdLst>
                    <a:gd name="T0" fmla="*/ 40 w 94"/>
                    <a:gd name="T1" fmla="*/ 64 h 64"/>
                    <a:gd name="T2" fmla="*/ 34 w 94"/>
                    <a:gd name="T3" fmla="*/ 64 h 64"/>
                    <a:gd name="T4" fmla="*/ 30 w 94"/>
                    <a:gd name="T5" fmla="*/ 62 h 64"/>
                    <a:gd name="T6" fmla="*/ 20 w 94"/>
                    <a:gd name="T7" fmla="*/ 56 h 64"/>
                    <a:gd name="T8" fmla="*/ 14 w 94"/>
                    <a:gd name="T9" fmla="*/ 50 h 64"/>
                    <a:gd name="T10" fmla="*/ 10 w 94"/>
                    <a:gd name="T11" fmla="*/ 44 h 64"/>
                    <a:gd name="T12" fmla="*/ 6 w 94"/>
                    <a:gd name="T13" fmla="*/ 38 h 64"/>
                    <a:gd name="T14" fmla="*/ 2 w 94"/>
                    <a:gd name="T15" fmla="*/ 34 h 64"/>
                    <a:gd name="T16" fmla="*/ 2 w 94"/>
                    <a:gd name="T17" fmla="*/ 30 h 64"/>
                    <a:gd name="T18" fmla="*/ 0 w 94"/>
                    <a:gd name="T19" fmla="*/ 26 h 64"/>
                    <a:gd name="T20" fmla="*/ 0 w 94"/>
                    <a:gd name="T21" fmla="*/ 24 h 64"/>
                    <a:gd name="T22" fmla="*/ 2 w 94"/>
                    <a:gd name="T23" fmla="*/ 20 h 64"/>
                    <a:gd name="T24" fmla="*/ 4 w 94"/>
                    <a:gd name="T25" fmla="*/ 20 h 64"/>
                    <a:gd name="T26" fmla="*/ 6 w 94"/>
                    <a:gd name="T27" fmla="*/ 16 h 64"/>
                    <a:gd name="T28" fmla="*/ 8 w 94"/>
                    <a:gd name="T29" fmla="*/ 12 h 64"/>
                    <a:gd name="T30" fmla="*/ 8 w 94"/>
                    <a:gd name="T31" fmla="*/ 6 h 64"/>
                    <a:gd name="T32" fmla="*/ 10 w 94"/>
                    <a:gd name="T33" fmla="*/ 6 h 64"/>
                    <a:gd name="T34" fmla="*/ 20 w 94"/>
                    <a:gd name="T35" fmla="*/ 10 h 64"/>
                    <a:gd name="T36" fmla="*/ 24 w 94"/>
                    <a:gd name="T37" fmla="*/ 10 h 64"/>
                    <a:gd name="T38" fmla="*/ 32 w 94"/>
                    <a:gd name="T39" fmla="*/ 12 h 64"/>
                    <a:gd name="T40" fmla="*/ 38 w 94"/>
                    <a:gd name="T41" fmla="*/ 12 h 64"/>
                    <a:gd name="T42" fmla="*/ 38 w 94"/>
                    <a:gd name="T43" fmla="*/ 8 h 64"/>
                    <a:gd name="T44" fmla="*/ 44 w 94"/>
                    <a:gd name="T45" fmla="*/ 6 h 64"/>
                    <a:gd name="T46" fmla="*/ 52 w 94"/>
                    <a:gd name="T47" fmla="*/ 4 h 64"/>
                    <a:gd name="T48" fmla="*/ 54 w 94"/>
                    <a:gd name="T49" fmla="*/ 6 h 64"/>
                    <a:gd name="T50" fmla="*/ 56 w 94"/>
                    <a:gd name="T51" fmla="*/ 6 h 64"/>
                    <a:gd name="T52" fmla="*/ 60 w 94"/>
                    <a:gd name="T53" fmla="*/ 6 h 64"/>
                    <a:gd name="T54" fmla="*/ 62 w 94"/>
                    <a:gd name="T55" fmla="*/ 6 h 64"/>
                    <a:gd name="T56" fmla="*/ 66 w 94"/>
                    <a:gd name="T57" fmla="*/ 2 h 64"/>
                    <a:gd name="T58" fmla="*/ 78 w 94"/>
                    <a:gd name="T59" fmla="*/ 2 h 64"/>
                    <a:gd name="T60" fmla="*/ 84 w 94"/>
                    <a:gd name="T61" fmla="*/ 0 h 64"/>
                    <a:gd name="T62" fmla="*/ 88 w 94"/>
                    <a:gd name="T63" fmla="*/ 2 h 64"/>
                    <a:gd name="T64" fmla="*/ 92 w 94"/>
                    <a:gd name="T65" fmla="*/ 4 h 64"/>
                    <a:gd name="T66" fmla="*/ 94 w 94"/>
                    <a:gd name="T67" fmla="*/ 4 h 64"/>
                    <a:gd name="T68" fmla="*/ 92 w 94"/>
                    <a:gd name="T69" fmla="*/ 16 h 64"/>
                    <a:gd name="T70" fmla="*/ 84 w 94"/>
                    <a:gd name="T71" fmla="*/ 24 h 64"/>
                    <a:gd name="T72" fmla="*/ 82 w 94"/>
                    <a:gd name="T73" fmla="*/ 28 h 64"/>
                    <a:gd name="T74" fmla="*/ 80 w 94"/>
                    <a:gd name="T75" fmla="*/ 42 h 64"/>
                    <a:gd name="T76" fmla="*/ 78 w 94"/>
                    <a:gd name="T77" fmla="*/ 48 h 64"/>
                    <a:gd name="T78" fmla="*/ 72 w 94"/>
                    <a:gd name="T79" fmla="*/ 54 h 64"/>
                    <a:gd name="T80" fmla="*/ 68 w 94"/>
                    <a:gd name="T81" fmla="*/ 56 h 64"/>
                    <a:gd name="T82" fmla="*/ 66 w 94"/>
                    <a:gd name="T83" fmla="*/ 56 h 64"/>
                    <a:gd name="T84" fmla="*/ 58 w 94"/>
                    <a:gd name="T85" fmla="*/ 56 h 64"/>
                    <a:gd name="T86" fmla="*/ 48 w 94"/>
                    <a:gd name="T87" fmla="*/ 60 h 64"/>
                    <a:gd name="T88" fmla="*/ 44 w 94"/>
                    <a:gd name="T89" fmla="*/ 64 h 64"/>
                    <a:gd name="T90" fmla="*/ 40 w 94"/>
                    <a:gd name="T91"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64">
                      <a:moveTo>
                        <a:pt x="40" y="64"/>
                      </a:moveTo>
                      <a:lnTo>
                        <a:pt x="40" y="64"/>
                      </a:lnTo>
                      <a:lnTo>
                        <a:pt x="36" y="64"/>
                      </a:lnTo>
                      <a:lnTo>
                        <a:pt x="34" y="64"/>
                      </a:lnTo>
                      <a:lnTo>
                        <a:pt x="30" y="62"/>
                      </a:lnTo>
                      <a:lnTo>
                        <a:pt x="30" y="62"/>
                      </a:lnTo>
                      <a:lnTo>
                        <a:pt x="26" y="60"/>
                      </a:lnTo>
                      <a:lnTo>
                        <a:pt x="20" y="56"/>
                      </a:lnTo>
                      <a:lnTo>
                        <a:pt x="20" y="56"/>
                      </a:lnTo>
                      <a:lnTo>
                        <a:pt x="14" y="50"/>
                      </a:lnTo>
                      <a:lnTo>
                        <a:pt x="10" y="44"/>
                      </a:lnTo>
                      <a:lnTo>
                        <a:pt x="10" y="44"/>
                      </a:lnTo>
                      <a:lnTo>
                        <a:pt x="8" y="40"/>
                      </a:lnTo>
                      <a:lnTo>
                        <a:pt x="6" y="38"/>
                      </a:lnTo>
                      <a:lnTo>
                        <a:pt x="2" y="34"/>
                      </a:lnTo>
                      <a:lnTo>
                        <a:pt x="2" y="34"/>
                      </a:lnTo>
                      <a:lnTo>
                        <a:pt x="2" y="34"/>
                      </a:lnTo>
                      <a:lnTo>
                        <a:pt x="2" y="30"/>
                      </a:lnTo>
                      <a:lnTo>
                        <a:pt x="2" y="30"/>
                      </a:lnTo>
                      <a:lnTo>
                        <a:pt x="0" y="26"/>
                      </a:lnTo>
                      <a:lnTo>
                        <a:pt x="0" y="24"/>
                      </a:lnTo>
                      <a:lnTo>
                        <a:pt x="0" y="24"/>
                      </a:lnTo>
                      <a:lnTo>
                        <a:pt x="0" y="22"/>
                      </a:lnTo>
                      <a:lnTo>
                        <a:pt x="2" y="20"/>
                      </a:lnTo>
                      <a:lnTo>
                        <a:pt x="4" y="20"/>
                      </a:lnTo>
                      <a:lnTo>
                        <a:pt x="4" y="20"/>
                      </a:lnTo>
                      <a:lnTo>
                        <a:pt x="6" y="20"/>
                      </a:lnTo>
                      <a:lnTo>
                        <a:pt x="6" y="16"/>
                      </a:lnTo>
                      <a:lnTo>
                        <a:pt x="8" y="12"/>
                      </a:lnTo>
                      <a:lnTo>
                        <a:pt x="8" y="12"/>
                      </a:lnTo>
                      <a:lnTo>
                        <a:pt x="6" y="8"/>
                      </a:lnTo>
                      <a:lnTo>
                        <a:pt x="8" y="6"/>
                      </a:lnTo>
                      <a:lnTo>
                        <a:pt x="10" y="6"/>
                      </a:lnTo>
                      <a:lnTo>
                        <a:pt x="10" y="6"/>
                      </a:lnTo>
                      <a:lnTo>
                        <a:pt x="14" y="8"/>
                      </a:lnTo>
                      <a:lnTo>
                        <a:pt x="20" y="10"/>
                      </a:lnTo>
                      <a:lnTo>
                        <a:pt x="20" y="10"/>
                      </a:lnTo>
                      <a:lnTo>
                        <a:pt x="24" y="10"/>
                      </a:lnTo>
                      <a:lnTo>
                        <a:pt x="32" y="12"/>
                      </a:lnTo>
                      <a:lnTo>
                        <a:pt x="32" y="12"/>
                      </a:lnTo>
                      <a:lnTo>
                        <a:pt x="38" y="12"/>
                      </a:lnTo>
                      <a:lnTo>
                        <a:pt x="38" y="12"/>
                      </a:lnTo>
                      <a:lnTo>
                        <a:pt x="38" y="8"/>
                      </a:lnTo>
                      <a:lnTo>
                        <a:pt x="38" y="8"/>
                      </a:lnTo>
                      <a:lnTo>
                        <a:pt x="38" y="8"/>
                      </a:lnTo>
                      <a:lnTo>
                        <a:pt x="44" y="6"/>
                      </a:lnTo>
                      <a:lnTo>
                        <a:pt x="44" y="6"/>
                      </a:lnTo>
                      <a:lnTo>
                        <a:pt x="52" y="4"/>
                      </a:lnTo>
                      <a:lnTo>
                        <a:pt x="54" y="4"/>
                      </a:lnTo>
                      <a:lnTo>
                        <a:pt x="54" y="6"/>
                      </a:lnTo>
                      <a:lnTo>
                        <a:pt x="54" y="6"/>
                      </a:lnTo>
                      <a:lnTo>
                        <a:pt x="56" y="6"/>
                      </a:lnTo>
                      <a:lnTo>
                        <a:pt x="58" y="8"/>
                      </a:lnTo>
                      <a:lnTo>
                        <a:pt x="60" y="6"/>
                      </a:lnTo>
                      <a:lnTo>
                        <a:pt x="60" y="6"/>
                      </a:lnTo>
                      <a:lnTo>
                        <a:pt x="62" y="6"/>
                      </a:lnTo>
                      <a:lnTo>
                        <a:pt x="66" y="2"/>
                      </a:lnTo>
                      <a:lnTo>
                        <a:pt x="66" y="2"/>
                      </a:lnTo>
                      <a:lnTo>
                        <a:pt x="72" y="2"/>
                      </a:lnTo>
                      <a:lnTo>
                        <a:pt x="78" y="2"/>
                      </a:lnTo>
                      <a:lnTo>
                        <a:pt x="78" y="2"/>
                      </a:lnTo>
                      <a:lnTo>
                        <a:pt x="84" y="0"/>
                      </a:lnTo>
                      <a:lnTo>
                        <a:pt x="86" y="0"/>
                      </a:lnTo>
                      <a:lnTo>
                        <a:pt x="88" y="2"/>
                      </a:lnTo>
                      <a:lnTo>
                        <a:pt x="88" y="2"/>
                      </a:lnTo>
                      <a:lnTo>
                        <a:pt x="92" y="4"/>
                      </a:lnTo>
                      <a:lnTo>
                        <a:pt x="94" y="4"/>
                      </a:lnTo>
                      <a:lnTo>
                        <a:pt x="94" y="4"/>
                      </a:lnTo>
                      <a:lnTo>
                        <a:pt x="92" y="16"/>
                      </a:lnTo>
                      <a:lnTo>
                        <a:pt x="92" y="16"/>
                      </a:lnTo>
                      <a:lnTo>
                        <a:pt x="90" y="20"/>
                      </a:lnTo>
                      <a:lnTo>
                        <a:pt x="84" y="24"/>
                      </a:lnTo>
                      <a:lnTo>
                        <a:pt x="84" y="24"/>
                      </a:lnTo>
                      <a:lnTo>
                        <a:pt x="82" y="28"/>
                      </a:lnTo>
                      <a:lnTo>
                        <a:pt x="80" y="34"/>
                      </a:lnTo>
                      <a:lnTo>
                        <a:pt x="80" y="42"/>
                      </a:lnTo>
                      <a:lnTo>
                        <a:pt x="78" y="48"/>
                      </a:lnTo>
                      <a:lnTo>
                        <a:pt x="78" y="48"/>
                      </a:lnTo>
                      <a:lnTo>
                        <a:pt x="74" y="52"/>
                      </a:lnTo>
                      <a:lnTo>
                        <a:pt x="72" y="54"/>
                      </a:lnTo>
                      <a:lnTo>
                        <a:pt x="68" y="56"/>
                      </a:lnTo>
                      <a:lnTo>
                        <a:pt x="68" y="56"/>
                      </a:lnTo>
                      <a:lnTo>
                        <a:pt x="66" y="56"/>
                      </a:lnTo>
                      <a:lnTo>
                        <a:pt x="66" y="56"/>
                      </a:lnTo>
                      <a:lnTo>
                        <a:pt x="58" y="56"/>
                      </a:lnTo>
                      <a:lnTo>
                        <a:pt x="58" y="56"/>
                      </a:lnTo>
                      <a:lnTo>
                        <a:pt x="52" y="56"/>
                      </a:lnTo>
                      <a:lnTo>
                        <a:pt x="48" y="60"/>
                      </a:lnTo>
                      <a:lnTo>
                        <a:pt x="48" y="60"/>
                      </a:lnTo>
                      <a:lnTo>
                        <a:pt x="44" y="64"/>
                      </a:lnTo>
                      <a:lnTo>
                        <a:pt x="42" y="64"/>
                      </a:lnTo>
                      <a:lnTo>
                        <a:pt x="40" y="6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7" name="Freeform 181">
                  <a:extLst>
                    <a:ext uri="{FF2B5EF4-FFF2-40B4-BE49-F238E27FC236}">
                      <a16:creationId xmlns:a16="http://schemas.microsoft.com/office/drawing/2014/main" id="{8949AA02-DF69-A146-883F-C2102F53B6D0}"/>
                    </a:ext>
                  </a:extLst>
                </p:cNvPr>
                <p:cNvSpPr>
                  <a:spLocks noEditPoints="1"/>
                </p:cNvSpPr>
                <p:nvPr/>
              </p:nvSpPr>
              <p:spPr bwMode="auto">
                <a:xfrm>
                  <a:off x="6427793" y="2941941"/>
                  <a:ext cx="191776" cy="256302"/>
                </a:xfrm>
                <a:custGeom>
                  <a:avLst/>
                  <a:gdLst>
                    <a:gd name="T0" fmla="*/ 8 w 98"/>
                    <a:gd name="T1" fmla="*/ 46 h 128"/>
                    <a:gd name="T2" fmla="*/ 12 w 98"/>
                    <a:gd name="T3" fmla="*/ 52 h 128"/>
                    <a:gd name="T4" fmla="*/ 14 w 98"/>
                    <a:gd name="T5" fmla="*/ 60 h 128"/>
                    <a:gd name="T6" fmla="*/ 38 w 98"/>
                    <a:gd name="T7" fmla="*/ 70 h 128"/>
                    <a:gd name="T8" fmla="*/ 32 w 98"/>
                    <a:gd name="T9" fmla="*/ 70 h 128"/>
                    <a:gd name="T10" fmla="*/ 16 w 98"/>
                    <a:gd name="T11" fmla="*/ 72 h 128"/>
                    <a:gd name="T12" fmla="*/ 22 w 98"/>
                    <a:gd name="T13" fmla="*/ 88 h 128"/>
                    <a:gd name="T14" fmla="*/ 24 w 98"/>
                    <a:gd name="T15" fmla="*/ 86 h 128"/>
                    <a:gd name="T16" fmla="*/ 34 w 98"/>
                    <a:gd name="T17" fmla="*/ 88 h 128"/>
                    <a:gd name="T18" fmla="*/ 36 w 98"/>
                    <a:gd name="T19" fmla="*/ 82 h 128"/>
                    <a:gd name="T20" fmla="*/ 48 w 98"/>
                    <a:gd name="T21" fmla="*/ 80 h 128"/>
                    <a:gd name="T22" fmla="*/ 48 w 98"/>
                    <a:gd name="T23" fmla="*/ 74 h 128"/>
                    <a:gd name="T24" fmla="*/ 54 w 98"/>
                    <a:gd name="T25" fmla="*/ 68 h 128"/>
                    <a:gd name="T26" fmla="*/ 44 w 98"/>
                    <a:gd name="T27" fmla="*/ 58 h 128"/>
                    <a:gd name="T28" fmla="*/ 46 w 98"/>
                    <a:gd name="T29" fmla="*/ 60 h 128"/>
                    <a:gd name="T30" fmla="*/ 58 w 98"/>
                    <a:gd name="T31" fmla="*/ 66 h 128"/>
                    <a:gd name="T32" fmla="*/ 64 w 98"/>
                    <a:gd name="T33" fmla="*/ 72 h 128"/>
                    <a:gd name="T34" fmla="*/ 58 w 98"/>
                    <a:gd name="T35" fmla="*/ 60 h 128"/>
                    <a:gd name="T36" fmla="*/ 46 w 98"/>
                    <a:gd name="T37" fmla="*/ 52 h 128"/>
                    <a:gd name="T38" fmla="*/ 42 w 98"/>
                    <a:gd name="T39" fmla="*/ 52 h 128"/>
                    <a:gd name="T40" fmla="*/ 42 w 98"/>
                    <a:gd name="T41" fmla="*/ 48 h 128"/>
                    <a:gd name="T42" fmla="*/ 40 w 98"/>
                    <a:gd name="T43" fmla="*/ 36 h 128"/>
                    <a:gd name="T44" fmla="*/ 34 w 98"/>
                    <a:gd name="T45" fmla="*/ 30 h 128"/>
                    <a:gd name="T46" fmla="*/ 46 w 98"/>
                    <a:gd name="T47" fmla="*/ 32 h 128"/>
                    <a:gd name="T48" fmla="*/ 46 w 98"/>
                    <a:gd name="T49" fmla="*/ 28 h 128"/>
                    <a:gd name="T50" fmla="*/ 54 w 98"/>
                    <a:gd name="T51" fmla="*/ 28 h 128"/>
                    <a:gd name="T52" fmla="*/ 56 w 98"/>
                    <a:gd name="T53" fmla="*/ 22 h 128"/>
                    <a:gd name="T54" fmla="*/ 62 w 98"/>
                    <a:gd name="T55" fmla="*/ 14 h 128"/>
                    <a:gd name="T56" fmla="*/ 82 w 98"/>
                    <a:gd name="T57" fmla="*/ 14 h 128"/>
                    <a:gd name="T58" fmla="*/ 88 w 98"/>
                    <a:gd name="T59" fmla="*/ 14 h 128"/>
                    <a:gd name="T60" fmla="*/ 94 w 98"/>
                    <a:gd name="T61" fmla="*/ 10 h 128"/>
                    <a:gd name="T62" fmla="*/ 96 w 98"/>
                    <a:gd name="T63" fmla="*/ 4 h 128"/>
                    <a:gd name="T64" fmla="*/ 86 w 98"/>
                    <a:gd name="T65" fmla="*/ 4 h 128"/>
                    <a:gd name="T66" fmla="*/ 82 w 98"/>
                    <a:gd name="T67" fmla="*/ 6 h 128"/>
                    <a:gd name="T68" fmla="*/ 72 w 98"/>
                    <a:gd name="T69" fmla="*/ 2 h 128"/>
                    <a:gd name="T70" fmla="*/ 62 w 98"/>
                    <a:gd name="T71" fmla="*/ 4 h 128"/>
                    <a:gd name="T72" fmla="*/ 46 w 98"/>
                    <a:gd name="T73" fmla="*/ 6 h 128"/>
                    <a:gd name="T74" fmla="*/ 44 w 98"/>
                    <a:gd name="T75" fmla="*/ 12 h 128"/>
                    <a:gd name="T76" fmla="*/ 36 w 98"/>
                    <a:gd name="T77" fmla="*/ 14 h 128"/>
                    <a:gd name="T78" fmla="*/ 32 w 98"/>
                    <a:gd name="T79" fmla="*/ 16 h 128"/>
                    <a:gd name="T80" fmla="*/ 26 w 98"/>
                    <a:gd name="T81" fmla="*/ 20 h 128"/>
                    <a:gd name="T82" fmla="*/ 12 w 98"/>
                    <a:gd name="T83" fmla="*/ 32 h 128"/>
                    <a:gd name="T84" fmla="*/ 8 w 98"/>
                    <a:gd name="T85" fmla="*/ 36 h 128"/>
                    <a:gd name="T86" fmla="*/ 46 w 98"/>
                    <a:gd name="T87" fmla="*/ 118 h 128"/>
                    <a:gd name="T88" fmla="*/ 56 w 98"/>
                    <a:gd name="T89" fmla="*/ 124 h 128"/>
                    <a:gd name="T90" fmla="*/ 72 w 98"/>
                    <a:gd name="T91" fmla="*/ 128 h 128"/>
                    <a:gd name="T92" fmla="*/ 80 w 98"/>
                    <a:gd name="T93" fmla="*/ 126 h 128"/>
                    <a:gd name="T94" fmla="*/ 84 w 98"/>
                    <a:gd name="T95" fmla="*/ 122 h 128"/>
                    <a:gd name="T96" fmla="*/ 78 w 98"/>
                    <a:gd name="T97" fmla="*/ 118 h 128"/>
                    <a:gd name="T98" fmla="*/ 68 w 98"/>
                    <a:gd name="T99" fmla="*/ 120 h 128"/>
                    <a:gd name="T100" fmla="*/ 40 w 98"/>
                    <a:gd name="T101" fmla="*/ 54 h 128"/>
                    <a:gd name="T102" fmla="*/ 40 w 98"/>
                    <a:gd name="T103" fmla="*/ 54 h 128"/>
                    <a:gd name="T104" fmla="*/ 84 w 98"/>
                    <a:gd name="T105" fmla="*/ 48 h 128"/>
                    <a:gd name="T106" fmla="*/ 88 w 98"/>
                    <a:gd name="T107" fmla="*/ 50 h 128"/>
                    <a:gd name="T108" fmla="*/ 84 w 98"/>
                    <a:gd name="T109" fmla="*/ 46 h 128"/>
                    <a:gd name="T110" fmla="*/ 0 w 98"/>
                    <a:gd name="T111"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 h="128">
                      <a:moveTo>
                        <a:pt x="2" y="36"/>
                      </a:moveTo>
                      <a:lnTo>
                        <a:pt x="2" y="36"/>
                      </a:lnTo>
                      <a:lnTo>
                        <a:pt x="4" y="44"/>
                      </a:lnTo>
                      <a:lnTo>
                        <a:pt x="4" y="44"/>
                      </a:lnTo>
                      <a:lnTo>
                        <a:pt x="8" y="46"/>
                      </a:lnTo>
                      <a:lnTo>
                        <a:pt x="8" y="46"/>
                      </a:lnTo>
                      <a:lnTo>
                        <a:pt x="8" y="48"/>
                      </a:lnTo>
                      <a:lnTo>
                        <a:pt x="8" y="48"/>
                      </a:lnTo>
                      <a:lnTo>
                        <a:pt x="12" y="52"/>
                      </a:lnTo>
                      <a:lnTo>
                        <a:pt x="12" y="52"/>
                      </a:lnTo>
                      <a:lnTo>
                        <a:pt x="18" y="52"/>
                      </a:lnTo>
                      <a:lnTo>
                        <a:pt x="18" y="52"/>
                      </a:lnTo>
                      <a:lnTo>
                        <a:pt x="14" y="54"/>
                      </a:lnTo>
                      <a:lnTo>
                        <a:pt x="14" y="54"/>
                      </a:lnTo>
                      <a:lnTo>
                        <a:pt x="14" y="60"/>
                      </a:lnTo>
                      <a:lnTo>
                        <a:pt x="16" y="64"/>
                      </a:lnTo>
                      <a:lnTo>
                        <a:pt x="16" y="64"/>
                      </a:lnTo>
                      <a:lnTo>
                        <a:pt x="22" y="64"/>
                      </a:lnTo>
                      <a:lnTo>
                        <a:pt x="28" y="66"/>
                      </a:lnTo>
                      <a:lnTo>
                        <a:pt x="38" y="70"/>
                      </a:lnTo>
                      <a:lnTo>
                        <a:pt x="38" y="70"/>
                      </a:lnTo>
                      <a:lnTo>
                        <a:pt x="38" y="72"/>
                      </a:lnTo>
                      <a:lnTo>
                        <a:pt x="34" y="72"/>
                      </a:lnTo>
                      <a:lnTo>
                        <a:pt x="34" y="72"/>
                      </a:lnTo>
                      <a:lnTo>
                        <a:pt x="32" y="70"/>
                      </a:lnTo>
                      <a:lnTo>
                        <a:pt x="30" y="68"/>
                      </a:lnTo>
                      <a:lnTo>
                        <a:pt x="30" y="68"/>
                      </a:lnTo>
                      <a:lnTo>
                        <a:pt x="24" y="66"/>
                      </a:lnTo>
                      <a:lnTo>
                        <a:pt x="22" y="68"/>
                      </a:lnTo>
                      <a:lnTo>
                        <a:pt x="16" y="72"/>
                      </a:lnTo>
                      <a:lnTo>
                        <a:pt x="16" y="72"/>
                      </a:lnTo>
                      <a:lnTo>
                        <a:pt x="20" y="78"/>
                      </a:lnTo>
                      <a:lnTo>
                        <a:pt x="20" y="86"/>
                      </a:lnTo>
                      <a:lnTo>
                        <a:pt x="20" y="86"/>
                      </a:lnTo>
                      <a:lnTo>
                        <a:pt x="22" y="88"/>
                      </a:lnTo>
                      <a:lnTo>
                        <a:pt x="22" y="88"/>
                      </a:lnTo>
                      <a:lnTo>
                        <a:pt x="22" y="88"/>
                      </a:lnTo>
                      <a:lnTo>
                        <a:pt x="24" y="88"/>
                      </a:lnTo>
                      <a:lnTo>
                        <a:pt x="24" y="86"/>
                      </a:lnTo>
                      <a:lnTo>
                        <a:pt x="24" y="86"/>
                      </a:lnTo>
                      <a:lnTo>
                        <a:pt x="28" y="88"/>
                      </a:lnTo>
                      <a:lnTo>
                        <a:pt x="28" y="88"/>
                      </a:lnTo>
                      <a:lnTo>
                        <a:pt x="34" y="88"/>
                      </a:lnTo>
                      <a:lnTo>
                        <a:pt x="34" y="88"/>
                      </a:lnTo>
                      <a:lnTo>
                        <a:pt x="34" y="88"/>
                      </a:lnTo>
                      <a:lnTo>
                        <a:pt x="38" y="88"/>
                      </a:lnTo>
                      <a:lnTo>
                        <a:pt x="38" y="86"/>
                      </a:lnTo>
                      <a:lnTo>
                        <a:pt x="38" y="86"/>
                      </a:lnTo>
                      <a:lnTo>
                        <a:pt x="36" y="84"/>
                      </a:lnTo>
                      <a:lnTo>
                        <a:pt x="36" y="82"/>
                      </a:lnTo>
                      <a:lnTo>
                        <a:pt x="36" y="82"/>
                      </a:lnTo>
                      <a:lnTo>
                        <a:pt x="42" y="82"/>
                      </a:lnTo>
                      <a:lnTo>
                        <a:pt x="46" y="84"/>
                      </a:lnTo>
                      <a:lnTo>
                        <a:pt x="46" y="84"/>
                      </a:lnTo>
                      <a:lnTo>
                        <a:pt x="48" y="80"/>
                      </a:lnTo>
                      <a:lnTo>
                        <a:pt x="42" y="76"/>
                      </a:lnTo>
                      <a:lnTo>
                        <a:pt x="42" y="76"/>
                      </a:lnTo>
                      <a:lnTo>
                        <a:pt x="42" y="74"/>
                      </a:lnTo>
                      <a:lnTo>
                        <a:pt x="42" y="74"/>
                      </a:lnTo>
                      <a:lnTo>
                        <a:pt x="48" y="74"/>
                      </a:lnTo>
                      <a:lnTo>
                        <a:pt x="48" y="74"/>
                      </a:lnTo>
                      <a:lnTo>
                        <a:pt x="54" y="78"/>
                      </a:lnTo>
                      <a:lnTo>
                        <a:pt x="54" y="78"/>
                      </a:lnTo>
                      <a:lnTo>
                        <a:pt x="54" y="68"/>
                      </a:lnTo>
                      <a:lnTo>
                        <a:pt x="54" y="68"/>
                      </a:lnTo>
                      <a:lnTo>
                        <a:pt x="48" y="66"/>
                      </a:lnTo>
                      <a:lnTo>
                        <a:pt x="44" y="62"/>
                      </a:lnTo>
                      <a:lnTo>
                        <a:pt x="44" y="62"/>
                      </a:lnTo>
                      <a:lnTo>
                        <a:pt x="44" y="58"/>
                      </a:lnTo>
                      <a:lnTo>
                        <a:pt x="44" y="58"/>
                      </a:lnTo>
                      <a:lnTo>
                        <a:pt x="42" y="58"/>
                      </a:lnTo>
                      <a:lnTo>
                        <a:pt x="44" y="56"/>
                      </a:lnTo>
                      <a:lnTo>
                        <a:pt x="44" y="56"/>
                      </a:lnTo>
                      <a:lnTo>
                        <a:pt x="46" y="60"/>
                      </a:lnTo>
                      <a:lnTo>
                        <a:pt x="46" y="60"/>
                      </a:lnTo>
                      <a:lnTo>
                        <a:pt x="50" y="64"/>
                      </a:lnTo>
                      <a:lnTo>
                        <a:pt x="50" y="64"/>
                      </a:lnTo>
                      <a:lnTo>
                        <a:pt x="52" y="66"/>
                      </a:lnTo>
                      <a:lnTo>
                        <a:pt x="52" y="66"/>
                      </a:lnTo>
                      <a:lnTo>
                        <a:pt x="58" y="66"/>
                      </a:lnTo>
                      <a:lnTo>
                        <a:pt x="58" y="66"/>
                      </a:lnTo>
                      <a:lnTo>
                        <a:pt x="62" y="68"/>
                      </a:lnTo>
                      <a:lnTo>
                        <a:pt x="62" y="68"/>
                      </a:lnTo>
                      <a:lnTo>
                        <a:pt x="64" y="72"/>
                      </a:lnTo>
                      <a:lnTo>
                        <a:pt x="64" y="72"/>
                      </a:lnTo>
                      <a:lnTo>
                        <a:pt x="64" y="72"/>
                      </a:lnTo>
                      <a:lnTo>
                        <a:pt x="64" y="70"/>
                      </a:lnTo>
                      <a:lnTo>
                        <a:pt x="64" y="68"/>
                      </a:lnTo>
                      <a:lnTo>
                        <a:pt x="58" y="60"/>
                      </a:lnTo>
                      <a:lnTo>
                        <a:pt x="58" y="60"/>
                      </a:lnTo>
                      <a:lnTo>
                        <a:pt x="50" y="58"/>
                      </a:lnTo>
                      <a:lnTo>
                        <a:pt x="50" y="58"/>
                      </a:lnTo>
                      <a:lnTo>
                        <a:pt x="50" y="54"/>
                      </a:lnTo>
                      <a:lnTo>
                        <a:pt x="50" y="54"/>
                      </a:lnTo>
                      <a:lnTo>
                        <a:pt x="46" y="52"/>
                      </a:lnTo>
                      <a:lnTo>
                        <a:pt x="40" y="54"/>
                      </a:lnTo>
                      <a:lnTo>
                        <a:pt x="40" y="54"/>
                      </a:lnTo>
                      <a:lnTo>
                        <a:pt x="42" y="52"/>
                      </a:lnTo>
                      <a:lnTo>
                        <a:pt x="42" y="52"/>
                      </a:lnTo>
                      <a:lnTo>
                        <a:pt x="42" y="52"/>
                      </a:lnTo>
                      <a:lnTo>
                        <a:pt x="40" y="48"/>
                      </a:lnTo>
                      <a:lnTo>
                        <a:pt x="38" y="44"/>
                      </a:lnTo>
                      <a:lnTo>
                        <a:pt x="38" y="44"/>
                      </a:lnTo>
                      <a:lnTo>
                        <a:pt x="42" y="48"/>
                      </a:lnTo>
                      <a:lnTo>
                        <a:pt x="42" y="48"/>
                      </a:lnTo>
                      <a:lnTo>
                        <a:pt x="46" y="48"/>
                      </a:lnTo>
                      <a:lnTo>
                        <a:pt x="44" y="44"/>
                      </a:lnTo>
                      <a:lnTo>
                        <a:pt x="40" y="40"/>
                      </a:lnTo>
                      <a:lnTo>
                        <a:pt x="40" y="40"/>
                      </a:lnTo>
                      <a:lnTo>
                        <a:pt x="40" y="36"/>
                      </a:lnTo>
                      <a:lnTo>
                        <a:pt x="38" y="32"/>
                      </a:lnTo>
                      <a:lnTo>
                        <a:pt x="38" y="32"/>
                      </a:lnTo>
                      <a:lnTo>
                        <a:pt x="36" y="32"/>
                      </a:lnTo>
                      <a:lnTo>
                        <a:pt x="34" y="30"/>
                      </a:lnTo>
                      <a:lnTo>
                        <a:pt x="34" y="30"/>
                      </a:lnTo>
                      <a:lnTo>
                        <a:pt x="36" y="24"/>
                      </a:lnTo>
                      <a:lnTo>
                        <a:pt x="40" y="20"/>
                      </a:lnTo>
                      <a:lnTo>
                        <a:pt x="40" y="20"/>
                      </a:lnTo>
                      <a:lnTo>
                        <a:pt x="42" y="26"/>
                      </a:lnTo>
                      <a:lnTo>
                        <a:pt x="46" y="32"/>
                      </a:lnTo>
                      <a:lnTo>
                        <a:pt x="46" y="32"/>
                      </a:lnTo>
                      <a:lnTo>
                        <a:pt x="50" y="32"/>
                      </a:lnTo>
                      <a:lnTo>
                        <a:pt x="50" y="32"/>
                      </a:lnTo>
                      <a:lnTo>
                        <a:pt x="46" y="28"/>
                      </a:lnTo>
                      <a:lnTo>
                        <a:pt x="46" y="28"/>
                      </a:lnTo>
                      <a:lnTo>
                        <a:pt x="48" y="28"/>
                      </a:lnTo>
                      <a:lnTo>
                        <a:pt x="48" y="26"/>
                      </a:lnTo>
                      <a:lnTo>
                        <a:pt x="48" y="26"/>
                      </a:lnTo>
                      <a:lnTo>
                        <a:pt x="54" y="28"/>
                      </a:lnTo>
                      <a:lnTo>
                        <a:pt x="54" y="28"/>
                      </a:lnTo>
                      <a:lnTo>
                        <a:pt x="54" y="26"/>
                      </a:lnTo>
                      <a:lnTo>
                        <a:pt x="54" y="24"/>
                      </a:lnTo>
                      <a:lnTo>
                        <a:pt x="54" y="24"/>
                      </a:lnTo>
                      <a:lnTo>
                        <a:pt x="58" y="24"/>
                      </a:lnTo>
                      <a:lnTo>
                        <a:pt x="56" y="22"/>
                      </a:lnTo>
                      <a:lnTo>
                        <a:pt x="56" y="22"/>
                      </a:lnTo>
                      <a:lnTo>
                        <a:pt x="52" y="18"/>
                      </a:lnTo>
                      <a:lnTo>
                        <a:pt x="52" y="16"/>
                      </a:lnTo>
                      <a:lnTo>
                        <a:pt x="52" y="14"/>
                      </a:lnTo>
                      <a:lnTo>
                        <a:pt x="62" y="14"/>
                      </a:lnTo>
                      <a:lnTo>
                        <a:pt x="62" y="14"/>
                      </a:lnTo>
                      <a:lnTo>
                        <a:pt x="68" y="16"/>
                      </a:lnTo>
                      <a:lnTo>
                        <a:pt x="68" y="16"/>
                      </a:lnTo>
                      <a:lnTo>
                        <a:pt x="82" y="14"/>
                      </a:lnTo>
                      <a:lnTo>
                        <a:pt x="82" y="14"/>
                      </a:lnTo>
                      <a:lnTo>
                        <a:pt x="82" y="16"/>
                      </a:lnTo>
                      <a:lnTo>
                        <a:pt x="84" y="18"/>
                      </a:lnTo>
                      <a:lnTo>
                        <a:pt x="84" y="18"/>
                      </a:lnTo>
                      <a:lnTo>
                        <a:pt x="86" y="16"/>
                      </a:lnTo>
                      <a:lnTo>
                        <a:pt x="88" y="14"/>
                      </a:lnTo>
                      <a:lnTo>
                        <a:pt x="88" y="10"/>
                      </a:lnTo>
                      <a:lnTo>
                        <a:pt x="88" y="10"/>
                      </a:lnTo>
                      <a:lnTo>
                        <a:pt x="90" y="8"/>
                      </a:lnTo>
                      <a:lnTo>
                        <a:pt x="90" y="10"/>
                      </a:lnTo>
                      <a:lnTo>
                        <a:pt x="94" y="10"/>
                      </a:lnTo>
                      <a:lnTo>
                        <a:pt x="96" y="10"/>
                      </a:lnTo>
                      <a:lnTo>
                        <a:pt x="96" y="10"/>
                      </a:lnTo>
                      <a:lnTo>
                        <a:pt x="98" y="8"/>
                      </a:lnTo>
                      <a:lnTo>
                        <a:pt x="98" y="6"/>
                      </a:lnTo>
                      <a:lnTo>
                        <a:pt x="96" y="4"/>
                      </a:lnTo>
                      <a:lnTo>
                        <a:pt x="92" y="0"/>
                      </a:lnTo>
                      <a:lnTo>
                        <a:pt x="92" y="0"/>
                      </a:lnTo>
                      <a:lnTo>
                        <a:pt x="88" y="0"/>
                      </a:lnTo>
                      <a:lnTo>
                        <a:pt x="86" y="2"/>
                      </a:lnTo>
                      <a:lnTo>
                        <a:pt x="86" y="4"/>
                      </a:lnTo>
                      <a:lnTo>
                        <a:pt x="86" y="4"/>
                      </a:lnTo>
                      <a:lnTo>
                        <a:pt x="88" y="6"/>
                      </a:lnTo>
                      <a:lnTo>
                        <a:pt x="86" y="6"/>
                      </a:lnTo>
                      <a:lnTo>
                        <a:pt x="82" y="6"/>
                      </a:lnTo>
                      <a:lnTo>
                        <a:pt x="82" y="6"/>
                      </a:lnTo>
                      <a:lnTo>
                        <a:pt x="76" y="6"/>
                      </a:lnTo>
                      <a:lnTo>
                        <a:pt x="76" y="6"/>
                      </a:lnTo>
                      <a:lnTo>
                        <a:pt x="76" y="4"/>
                      </a:lnTo>
                      <a:lnTo>
                        <a:pt x="74" y="2"/>
                      </a:lnTo>
                      <a:lnTo>
                        <a:pt x="72" y="2"/>
                      </a:lnTo>
                      <a:lnTo>
                        <a:pt x="72" y="2"/>
                      </a:lnTo>
                      <a:lnTo>
                        <a:pt x="66" y="0"/>
                      </a:lnTo>
                      <a:lnTo>
                        <a:pt x="64" y="2"/>
                      </a:lnTo>
                      <a:lnTo>
                        <a:pt x="62" y="4"/>
                      </a:lnTo>
                      <a:lnTo>
                        <a:pt x="62" y="4"/>
                      </a:lnTo>
                      <a:lnTo>
                        <a:pt x="60" y="8"/>
                      </a:lnTo>
                      <a:lnTo>
                        <a:pt x="56" y="8"/>
                      </a:lnTo>
                      <a:lnTo>
                        <a:pt x="56" y="8"/>
                      </a:lnTo>
                      <a:lnTo>
                        <a:pt x="50" y="6"/>
                      </a:lnTo>
                      <a:lnTo>
                        <a:pt x="46" y="6"/>
                      </a:lnTo>
                      <a:lnTo>
                        <a:pt x="46" y="6"/>
                      </a:lnTo>
                      <a:lnTo>
                        <a:pt x="46" y="6"/>
                      </a:lnTo>
                      <a:lnTo>
                        <a:pt x="44" y="10"/>
                      </a:lnTo>
                      <a:lnTo>
                        <a:pt x="44" y="10"/>
                      </a:lnTo>
                      <a:lnTo>
                        <a:pt x="44" y="12"/>
                      </a:lnTo>
                      <a:lnTo>
                        <a:pt x="44" y="12"/>
                      </a:lnTo>
                      <a:lnTo>
                        <a:pt x="42" y="12"/>
                      </a:lnTo>
                      <a:lnTo>
                        <a:pt x="42" y="12"/>
                      </a:lnTo>
                      <a:lnTo>
                        <a:pt x="38" y="12"/>
                      </a:lnTo>
                      <a:lnTo>
                        <a:pt x="36" y="14"/>
                      </a:lnTo>
                      <a:lnTo>
                        <a:pt x="34" y="14"/>
                      </a:lnTo>
                      <a:lnTo>
                        <a:pt x="34" y="14"/>
                      </a:lnTo>
                      <a:lnTo>
                        <a:pt x="34" y="16"/>
                      </a:lnTo>
                      <a:lnTo>
                        <a:pt x="32" y="16"/>
                      </a:lnTo>
                      <a:lnTo>
                        <a:pt x="32" y="16"/>
                      </a:lnTo>
                      <a:lnTo>
                        <a:pt x="30" y="18"/>
                      </a:lnTo>
                      <a:lnTo>
                        <a:pt x="30" y="18"/>
                      </a:lnTo>
                      <a:lnTo>
                        <a:pt x="28" y="20"/>
                      </a:lnTo>
                      <a:lnTo>
                        <a:pt x="26" y="20"/>
                      </a:lnTo>
                      <a:lnTo>
                        <a:pt x="26" y="20"/>
                      </a:lnTo>
                      <a:lnTo>
                        <a:pt x="14" y="20"/>
                      </a:lnTo>
                      <a:lnTo>
                        <a:pt x="14" y="26"/>
                      </a:lnTo>
                      <a:lnTo>
                        <a:pt x="14" y="26"/>
                      </a:lnTo>
                      <a:lnTo>
                        <a:pt x="12" y="32"/>
                      </a:lnTo>
                      <a:lnTo>
                        <a:pt x="12" y="32"/>
                      </a:lnTo>
                      <a:lnTo>
                        <a:pt x="8" y="34"/>
                      </a:lnTo>
                      <a:lnTo>
                        <a:pt x="8" y="34"/>
                      </a:lnTo>
                      <a:lnTo>
                        <a:pt x="8" y="34"/>
                      </a:lnTo>
                      <a:lnTo>
                        <a:pt x="8" y="36"/>
                      </a:lnTo>
                      <a:lnTo>
                        <a:pt x="8" y="36"/>
                      </a:lnTo>
                      <a:lnTo>
                        <a:pt x="6" y="36"/>
                      </a:lnTo>
                      <a:lnTo>
                        <a:pt x="2" y="36"/>
                      </a:lnTo>
                      <a:close/>
                      <a:moveTo>
                        <a:pt x="50" y="116"/>
                      </a:moveTo>
                      <a:lnTo>
                        <a:pt x="50" y="116"/>
                      </a:lnTo>
                      <a:lnTo>
                        <a:pt x="46" y="118"/>
                      </a:lnTo>
                      <a:lnTo>
                        <a:pt x="46" y="118"/>
                      </a:lnTo>
                      <a:lnTo>
                        <a:pt x="46" y="120"/>
                      </a:lnTo>
                      <a:lnTo>
                        <a:pt x="46" y="120"/>
                      </a:lnTo>
                      <a:lnTo>
                        <a:pt x="56" y="124"/>
                      </a:lnTo>
                      <a:lnTo>
                        <a:pt x="56" y="124"/>
                      </a:lnTo>
                      <a:lnTo>
                        <a:pt x="62" y="124"/>
                      </a:lnTo>
                      <a:lnTo>
                        <a:pt x="62" y="124"/>
                      </a:lnTo>
                      <a:lnTo>
                        <a:pt x="66" y="126"/>
                      </a:lnTo>
                      <a:lnTo>
                        <a:pt x="68" y="128"/>
                      </a:lnTo>
                      <a:lnTo>
                        <a:pt x="72" y="128"/>
                      </a:lnTo>
                      <a:lnTo>
                        <a:pt x="74" y="126"/>
                      </a:lnTo>
                      <a:lnTo>
                        <a:pt x="74" y="126"/>
                      </a:lnTo>
                      <a:lnTo>
                        <a:pt x="78" y="126"/>
                      </a:lnTo>
                      <a:lnTo>
                        <a:pt x="80" y="126"/>
                      </a:lnTo>
                      <a:lnTo>
                        <a:pt x="80" y="126"/>
                      </a:lnTo>
                      <a:lnTo>
                        <a:pt x="84" y="126"/>
                      </a:lnTo>
                      <a:lnTo>
                        <a:pt x="84" y="126"/>
                      </a:lnTo>
                      <a:lnTo>
                        <a:pt x="86" y="124"/>
                      </a:lnTo>
                      <a:lnTo>
                        <a:pt x="84" y="122"/>
                      </a:lnTo>
                      <a:lnTo>
                        <a:pt x="84" y="122"/>
                      </a:lnTo>
                      <a:lnTo>
                        <a:pt x="80" y="122"/>
                      </a:lnTo>
                      <a:lnTo>
                        <a:pt x="80" y="122"/>
                      </a:lnTo>
                      <a:lnTo>
                        <a:pt x="80" y="118"/>
                      </a:lnTo>
                      <a:lnTo>
                        <a:pt x="80" y="118"/>
                      </a:lnTo>
                      <a:lnTo>
                        <a:pt x="78" y="118"/>
                      </a:lnTo>
                      <a:lnTo>
                        <a:pt x="78" y="118"/>
                      </a:lnTo>
                      <a:lnTo>
                        <a:pt x="78" y="120"/>
                      </a:lnTo>
                      <a:lnTo>
                        <a:pt x="78" y="120"/>
                      </a:lnTo>
                      <a:lnTo>
                        <a:pt x="68" y="120"/>
                      </a:lnTo>
                      <a:lnTo>
                        <a:pt x="68" y="120"/>
                      </a:lnTo>
                      <a:lnTo>
                        <a:pt x="58" y="118"/>
                      </a:lnTo>
                      <a:lnTo>
                        <a:pt x="50" y="116"/>
                      </a:lnTo>
                      <a:lnTo>
                        <a:pt x="50" y="116"/>
                      </a:lnTo>
                      <a:close/>
                      <a:moveTo>
                        <a:pt x="40" y="54"/>
                      </a:moveTo>
                      <a:lnTo>
                        <a:pt x="40" y="54"/>
                      </a:lnTo>
                      <a:lnTo>
                        <a:pt x="42" y="56"/>
                      </a:lnTo>
                      <a:lnTo>
                        <a:pt x="42" y="56"/>
                      </a:lnTo>
                      <a:lnTo>
                        <a:pt x="38" y="54"/>
                      </a:lnTo>
                      <a:lnTo>
                        <a:pt x="40" y="54"/>
                      </a:lnTo>
                      <a:lnTo>
                        <a:pt x="40" y="54"/>
                      </a:lnTo>
                      <a:close/>
                      <a:moveTo>
                        <a:pt x="84" y="46"/>
                      </a:moveTo>
                      <a:lnTo>
                        <a:pt x="84" y="46"/>
                      </a:lnTo>
                      <a:lnTo>
                        <a:pt x="82" y="48"/>
                      </a:lnTo>
                      <a:lnTo>
                        <a:pt x="84" y="48"/>
                      </a:lnTo>
                      <a:lnTo>
                        <a:pt x="84" y="48"/>
                      </a:lnTo>
                      <a:lnTo>
                        <a:pt x="84" y="52"/>
                      </a:lnTo>
                      <a:lnTo>
                        <a:pt x="84" y="52"/>
                      </a:lnTo>
                      <a:lnTo>
                        <a:pt x="88" y="52"/>
                      </a:lnTo>
                      <a:lnTo>
                        <a:pt x="88" y="52"/>
                      </a:lnTo>
                      <a:lnTo>
                        <a:pt x="88" y="50"/>
                      </a:lnTo>
                      <a:lnTo>
                        <a:pt x="88" y="50"/>
                      </a:lnTo>
                      <a:lnTo>
                        <a:pt x="88" y="46"/>
                      </a:lnTo>
                      <a:lnTo>
                        <a:pt x="88" y="46"/>
                      </a:lnTo>
                      <a:lnTo>
                        <a:pt x="84" y="46"/>
                      </a:lnTo>
                      <a:lnTo>
                        <a:pt x="84" y="46"/>
                      </a:lnTo>
                      <a:close/>
                      <a:moveTo>
                        <a:pt x="0" y="36"/>
                      </a:moveTo>
                      <a:lnTo>
                        <a:pt x="0" y="36"/>
                      </a:lnTo>
                      <a:lnTo>
                        <a:pt x="0" y="40"/>
                      </a:lnTo>
                      <a:lnTo>
                        <a:pt x="0" y="40"/>
                      </a:lnTo>
                      <a:lnTo>
                        <a:pt x="0" y="40"/>
                      </a:lnTo>
                      <a:lnTo>
                        <a:pt x="2" y="40"/>
                      </a:lnTo>
                      <a:lnTo>
                        <a:pt x="0" y="36"/>
                      </a:lnTo>
                      <a:lnTo>
                        <a:pt x="0"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8" name="Freeform 183">
                  <a:extLst>
                    <a:ext uri="{FF2B5EF4-FFF2-40B4-BE49-F238E27FC236}">
                      <a16:creationId xmlns:a16="http://schemas.microsoft.com/office/drawing/2014/main" id="{E545560D-2295-E44F-B8C0-634E9C246D4D}"/>
                    </a:ext>
                  </a:extLst>
                </p:cNvPr>
                <p:cNvSpPr>
                  <a:spLocks/>
                </p:cNvSpPr>
                <p:nvPr/>
              </p:nvSpPr>
              <p:spPr bwMode="auto">
                <a:xfrm>
                  <a:off x="6046198" y="2409315"/>
                  <a:ext cx="236785" cy="312367"/>
                </a:xfrm>
                <a:custGeom>
                  <a:avLst/>
                  <a:gdLst>
                    <a:gd name="T0" fmla="*/ 113 w 121"/>
                    <a:gd name="T1" fmla="*/ 20 h 156"/>
                    <a:gd name="T2" fmla="*/ 107 w 121"/>
                    <a:gd name="T3" fmla="*/ 18 h 156"/>
                    <a:gd name="T4" fmla="*/ 93 w 121"/>
                    <a:gd name="T5" fmla="*/ 14 h 156"/>
                    <a:gd name="T6" fmla="*/ 89 w 121"/>
                    <a:gd name="T7" fmla="*/ 22 h 156"/>
                    <a:gd name="T8" fmla="*/ 83 w 121"/>
                    <a:gd name="T9" fmla="*/ 24 h 156"/>
                    <a:gd name="T10" fmla="*/ 83 w 121"/>
                    <a:gd name="T11" fmla="*/ 26 h 156"/>
                    <a:gd name="T12" fmla="*/ 71 w 121"/>
                    <a:gd name="T13" fmla="*/ 18 h 156"/>
                    <a:gd name="T14" fmla="*/ 62 w 121"/>
                    <a:gd name="T15" fmla="*/ 12 h 156"/>
                    <a:gd name="T16" fmla="*/ 58 w 121"/>
                    <a:gd name="T17" fmla="*/ 6 h 156"/>
                    <a:gd name="T18" fmla="*/ 64 w 121"/>
                    <a:gd name="T19" fmla="*/ 2 h 156"/>
                    <a:gd name="T20" fmla="*/ 62 w 121"/>
                    <a:gd name="T21" fmla="*/ 0 h 156"/>
                    <a:gd name="T22" fmla="*/ 56 w 121"/>
                    <a:gd name="T23" fmla="*/ 2 h 156"/>
                    <a:gd name="T24" fmla="*/ 42 w 121"/>
                    <a:gd name="T25" fmla="*/ 6 h 156"/>
                    <a:gd name="T26" fmla="*/ 46 w 121"/>
                    <a:gd name="T27" fmla="*/ 12 h 156"/>
                    <a:gd name="T28" fmla="*/ 46 w 121"/>
                    <a:gd name="T29" fmla="*/ 20 h 156"/>
                    <a:gd name="T30" fmla="*/ 44 w 121"/>
                    <a:gd name="T31" fmla="*/ 28 h 156"/>
                    <a:gd name="T32" fmla="*/ 40 w 121"/>
                    <a:gd name="T33" fmla="*/ 38 h 156"/>
                    <a:gd name="T34" fmla="*/ 26 w 121"/>
                    <a:gd name="T35" fmla="*/ 38 h 156"/>
                    <a:gd name="T36" fmla="*/ 28 w 121"/>
                    <a:gd name="T37" fmla="*/ 46 h 156"/>
                    <a:gd name="T38" fmla="*/ 24 w 121"/>
                    <a:gd name="T39" fmla="*/ 56 h 156"/>
                    <a:gd name="T40" fmla="*/ 24 w 121"/>
                    <a:gd name="T41" fmla="*/ 60 h 156"/>
                    <a:gd name="T42" fmla="*/ 18 w 121"/>
                    <a:gd name="T43" fmla="*/ 64 h 156"/>
                    <a:gd name="T44" fmla="*/ 12 w 121"/>
                    <a:gd name="T45" fmla="*/ 66 h 156"/>
                    <a:gd name="T46" fmla="*/ 4 w 121"/>
                    <a:gd name="T47" fmla="*/ 70 h 156"/>
                    <a:gd name="T48" fmla="*/ 6 w 121"/>
                    <a:gd name="T49" fmla="*/ 88 h 156"/>
                    <a:gd name="T50" fmla="*/ 4 w 121"/>
                    <a:gd name="T51" fmla="*/ 90 h 156"/>
                    <a:gd name="T52" fmla="*/ 6 w 121"/>
                    <a:gd name="T53" fmla="*/ 96 h 156"/>
                    <a:gd name="T54" fmla="*/ 8 w 121"/>
                    <a:gd name="T55" fmla="*/ 104 h 156"/>
                    <a:gd name="T56" fmla="*/ 10 w 121"/>
                    <a:gd name="T57" fmla="*/ 110 h 156"/>
                    <a:gd name="T58" fmla="*/ 10 w 121"/>
                    <a:gd name="T59" fmla="*/ 118 h 156"/>
                    <a:gd name="T60" fmla="*/ 20 w 121"/>
                    <a:gd name="T61" fmla="*/ 118 h 156"/>
                    <a:gd name="T62" fmla="*/ 28 w 121"/>
                    <a:gd name="T63" fmla="*/ 120 h 156"/>
                    <a:gd name="T64" fmla="*/ 34 w 121"/>
                    <a:gd name="T65" fmla="*/ 124 h 156"/>
                    <a:gd name="T66" fmla="*/ 32 w 121"/>
                    <a:gd name="T67" fmla="*/ 138 h 156"/>
                    <a:gd name="T68" fmla="*/ 34 w 121"/>
                    <a:gd name="T69" fmla="*/ 152 h 156"/>
                    <a:gd name="T70" fmla="*/ 42 w 121"/>
                    <a:gd name="T71" fmla="*/ 146 h 156"/>
                    <a:gd name="T72" fmla="*/ 50 w 121"/>
                    <a:gd name="T73" fmla="*/ 148 h 156"/>
                    <a:gd name="T74" fmla="*/ 68 w 121"/>
                    <a:gd name="T75" fmla="*/ 150 h 156"/>
                    <a:gd name="T76" fmla="*/ 75 w 121"/>
                    <a:gd name="T77" fmla="*/ 150 h 156"/>
                    <a:gd name="T78" fmla="*/ 83 w 121"/>
                    <a:gd name="T79" fmla="*/ 144 h 156"/>
                    <a:gd name="T80" fmla="*/ 91 w 121"/>
                    <a:gd name="T81" fmla="*/ 146 h 156"/>
                    <a:gd name="T82" fmla="*/ 99 w 121"/>
                    <a:gd name="T83" fmla="*/ 150 h 156"/>
                    <a:gd name="T84" fmla="*/ 97 w 121"/>
                    <a:gd name="T85" fmla="*/ 140 h 156"/>
                    <a:gd name="T86" fmla="*/ 99 w 121"/>
                    <a:gd name="T87" fmla="*/ 136 h 156"/>
                    <a:gd name="T88" fmla="*/ 103 w 121"/>
                    <a:gd name="T89" fmla="*/ 132 h 156"/>
                    <a:gd name="T90" fmla="*/ 109 w 121"/>
                    <a:gd name="T91" fmla="*/ 124 h 156"/>
                    <a:gd name="T92" fmla="*/ 101 w 121"/>
                    <a:gd name="T93" fmla="*/ 118 h 156"/>
                    <a:gd name="T94" fmla="*/ 97 w 121"/>
                    <a:gd name="T95" fmla="*/ 110 h 156"/>
                    <a:gd name="T96" fmla="*/ 89 w 121"/>
                    <a:gd name="T97" fmla="*/ 98 h 156"/>
                    <a:gd name="T98" fmla="*/ 91 w 121"/>
                    <a:gd name="T99" fmla="*/ 92 h 156"/>
                    <a:gd name="T100" fmla="*/ 101 w 121"/>
                    <a:gd name="T101" fmla="*/ 86 h 156"/>
                    <a:gd name="T102" fmla="*/ 121 w 121"/>
                    <a:gd name="T103" fmla="*/ 82 h 156"/>
                    <a:gd name="T104" fmla="*/ 119 w 121"/>
                    <a:gd name="T105" fmla="*/ 60 h 156"/>
                    <a:gd name="T106" fmla="*/ 119 w 121"/>
                    <a:gd name="T107" fmla="*/ 46 h 156"/>
                    <a:gd name="T108" fmla="*/ 115 w 121"/>
                    <a:gd name="T109" fmla="*/ 38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1" h="156">
                      <a:moveTo>
                        <a:pt x="117" y="22"/>
                      </a:moveTo>
                      <a:lnTo>
                        <a:pt x="117" y="22"/>
                      </a:lnTo>
                      <a:lnTo>
                        <a:pt x="113" y="20"/>
                      </a:lnTo>
                      <a:lnTo>
                        <a:pt x="113" y="20"/>
                      </a:lnTo>
                      <a:lnTo>
                        <a:pt x="113" y="18"/>
                      </a:lnTo>
                      <a:lnTo>
                        <a:pt x="113" y="18"/>
                      </a:lnTo>
                      <a:lnTo>
                        <a:pt x="109" y="18"/>
                      </a:lnTo>
                      <a:lnTo>
                        <a:pt x="107" y="18"/>
                      </a:lnTo>
                      <a:lnTo>
                        <a:pt x="107" y="18"/>
                      </a:lnTo>
                      <a:lnTo>
                        <a:pt x="101" y="16"/>
                      </a:lnTo>
                      <a:lnTo>
                        <a:pt x="101" y="16"/>
                      </a:lnTo>
                      <a:lnTo>
                        <a:pt x="93" y="14"/>
                      </a:lnTo>
                      <a:lnTo>
                        <a:pt x="93" y="14"/>
                      </a:lnTo>
                      <a:lnTo>
                        <a:pt x="91" y="18"/>
                      </a:lnTo>
                      <a:lnTo>
                        <a:pt x="89" y="22"/>
                      </a:lnTo>
                      <a:lnTo>
                        <a:pt x="89" y="22"/>
                      </a:lnTo>
                      <a:lnTo>
                        <a:pt x="87" y="22"/>
                      </a:lnTo>
                      <a:lnTo>
                        <a:pt x="83" y="22"/>
                      </a:lnTo>
                      <a:lnTo>
                        <a:pt x="83" y="22"/>
                      </a:lnTo>
                      <a:lnTo>
                        <a:pt x="83" y="24"/>
                      </a:lnTo>
                      <a:lnTo>
                        <a:pt x="83" y="24"/>
                      </a:lnTo>
                      <a:lnTo>
                        <a:pt x="83" y="26"/>
                      </a:lnTo>
                      <a:lnTo>
                        <a:pt x="83" y="26"/>
                      </a:lnTo>
                      <a:lnTo>
                        <a:pt x="83" y="26"/>
                      </a:lnTo>
                      <a:lnTo>
                        <a:pt x="75" y="24"/>
                      </a:lnTo>
                      <a:lnTo>
                        <a:pt x="75" y="24"/>
                      </a:lnTo>
                      <a:lnTo>
                        <a:pt x="75" y="20"/>
                      </a:lnTo>
                      <a:lnTo>
                        <a:pt x="71" y="18"/>
                      </a:lnTo>
                      <a:lnTo>
                        <a:pt x="71" y="18"/>
                      </a:lnTo>
                      <a:lnTo>
                        <a:pt x="66" y="20"/>
                      </a:lnTo>
                      <a:lnTo>
                        <a:pt x="66" y="20"/>
                      </a:lnTo>
                      <a:lnTo>
                        <a:pt x="62" y="12"/>
                      </a:lnTo>
                      <a:lnTo>
                        <a:pt x="62" y="12"/>
                      </a:lnTo>
                      <a:lnTo>
                        <a:pt x="62" y="8"/>
                      </a:lnTo>
                      <a:lnTo>
                        <a:pt x="62" y="8"/>
                      </a:lnTo>
                      <a:lnTo>
                        <a:pt x="58" y="6"/>
                      </a:lnTo>
                      <a:lnTo>
                        <a:pt x="58" y="6"/>
                      </a:lnTo>
                      <a:lnTo>
                        <a:pt x="60" y="4"/>
                      </a:lnTo>
                      <a:lnTo>
                        <a:pt x="60" y="4"/>
                      </a:lnTo>
                      <a:lnTo>
                        <a:pt x="64" y="2"/>
                      </a:lnTo>
                      <a:lnTo>
                        <a:pt x="64" y="2"/>
                      </a:lnTo>
                      <a:lnTo>
                        <a:pt x="64" y="0"/>
                      </a:lnTo>
                      <a:lnTo>
                        <a:pt x="62" y="0"/>
                      </a:lnTo>
                      <a:lnTo>
                        <a:pt x="62" y="0"/>
                      </a:lnTo>
                      <a:lnTo>
                        <a:pt x="60" y="2"/>
                      </a:lnTo>
                      <a:lnTo>
                        <a:pt x="60" y="2"/>
                      </a:lnTo>
                      <a:lnTo>
                        <a:pt x="56" y="2"/>
                      </a:lnTo>
                      <a:lnTo>
                        <a:pt x="56" y="2"/>
                      </a:lnTo>
                      <a:lnTo>
                        <a:pt x="56" y="0"/>
                      </a:lnTo>
                      <a:lnTo>
                        <a:pt x="44" y="0"/>
                      </a:lnTo>
                      <a:lnTo>
                        <a:pt x="44" y="0"/>
                      </a:lnTo>
                      <a:lnTo>
                        <a:pt x="42" y="6"/>
                      </a:lnTo>
                      <a:lnTo>
                        <a:pt x="44" y="6"/>
                      </a:lnTo>
                      <a:lnTo>
                        <a:pt x="44" y="6"/>
                      </a:lnTo>
                      <a:lnTo>
                        <a:pt x="46" y="12"/>
                      </a:lnTo>
                      <a:lnTo>
                        <a:pt x="46" y="12"/>
                      </a:lnTo>
                      <a:lnTo>
                        <a:pt x="46" y="12"/>
                      </a:lnTo>
                      <a:lnTo>
                        <a:pt x="46" y="12"/>
                      </a:lnTo>
                      <a:lnTo>
                        <a:pt x="46" y="18"/>
                      </a:lnTo>
                      <a:lnTo>
                        <a:pt x="46" y="20"/>
                      </a:lnTo>
                      <a:lnTo>
                        <a:pt x="46" y="24"/>
                      </a:lnTo>
                      <a:lnTo>
                        <a:pt x="50" y="28"/>
                      </a:lnTo>
                      <a:lnTo>
                        <a:pt x="50" y="28"/>
                      </a:lnTo>
                      <a:lnTo>
                        <a:pt x="44" y="28"/>
                      </a:lnTo>
                      <a:lnTo>
                        <a:pt x="44" y="28"/>
                      </a:lnTo>
                      <a:lnTo>
                        <a:pt x="42" y="34"/>
                      </a:lnTo>
                      <a:lnTo>
                        <a:pt x="40" y="38"/>
                      </a:lnTo>
                      <a:lnTo>
                        <a:pt x="40" y="38"/>
                      </a:lnTo>
                      <a:lnTo>
                        <a:pt x="36" y="34"/>
                      </a:lnTo>
                      <a:lnTo>
                        <a:pt x="36" y="34"/>
                      </a:lnTo>
                      <a:lnTo>
                        <a:pt x="30" y="36"/>
                      </a:lnTo>
                      <a:lnTo>
                        <a:pt x="26" y="38"/>
                      </a:lnTo>
                      <a:lnTo>
                        <a:pt x="26" y="40"/>
                      </a:lnTo>
                      <a:lnTo>
                        <a:pt x="30" y="46"/>
                      </a:lnTo>
                      <a:lnTo>
                        <a:pt x="28" y="46"/>
                      </a:lnTo>
                      <a:lnTo>
                        <a:pt x="28" y="46"/>
                      </a:lnTo>
                      <a:lnTo>
                        <a:pt x="28" y="52"/>
                      </a:lnTo>
                      <a:lnTo>
                        <a:pt x="26" y="54"/>
                      </a:lnTo>
                      <a:lnTo>
                        <a:pt x="24" y="56"/>
                      </a:lnTo>
                      <a:lnTo>
                        <a:pt x="24" y="56"/>
                      </a:lnTo>
                      <a:lnTo>
                        <a:pt x="22" y="56"/>
                      </a:lnTo>
                      <a:lnTo>
                        <a:pt x="22" y="56"/>
                      </a:lnTo>
                      <a:lnTo>
                        <a:pt x="24" y="60"/>
                      </a:lnTo>
                      <a:lnTo>
                        <a:pt x="24" y="60"/>
                      </a:lnTo>
                      <a:lnTo>
                        <a:pt x="24" y="62"/>
                      </a:lnTo>
                      <a:lnTo>
                        <a:pt x="22" y="62"/>
                      </a:lnTo>
                      <a:lnTo>
                        <a:pt x="18" y="64"/>
                      </a:lnTo>
                      <a:lnTo>
                        <a:pt x="18" y="64"/>
                      </a:lnTo>
                      <a:lnTo>
                        <a:pt x="18" y="66"/>
                      </a:lnTo>
                      <a:lnTo>
                        <a:pt x="16" y="68"/>
                      </a:lnTo>
                      <a:lnTo>
                        <a:pt x="12" y="66"/>
                      </a:lnTo>
                      <a:lnTo>
                        <a:pt x="12" y="66"/>
                      </a:lnTo>
                      <a:lnTo>
                        <a:pt x="8" y="66"/>
                      </a:lnTo>
                      <a:lnTo>
                        <a:pt x="6" y="66"/>
                      </a:lnTo>
                      <a:lnTo>
                        <a:pt x="4" y="70"/>
                      </a:lnTo>
                      <a:lnTo>
                        <a:pt x="4" y="70"/>
                      </a:lnTo>
                      <a:lnTo>
                        <a:pt x="0" y="84"/>
                      </a:lnTo>
                      <a:lnTo>
                        <a:pt x="0" y="84"/>
                      </a:lnTo>
                      <a:lnTo>
                        <a:pt x="2" y="86"/>
                      </a:lnTo>
                      <a:lnTo>
                        <a:pt x="6" y="88"/>
                      </a:lnTo>
                      <a:lnTo>
                        <a:pt x="6" y="88"/>
                      </a:lnTo>
                      <a:lnTo>
                        <a:pt x="6" y="88"/>
                      </a:lnTo>
                      <a:lnTo>
                        <a:pt x="4" y="88"/>
                      </a:lnTo>
                      <a:lnTo>
                        <a:pt x="4" y="90"/>
                      </a:lnTo>
                      <a:lnTo>
                        <a:pt x="4" y="92"/>
                      </a:lnTo>
                      <a:lnTo>
                        <a:pt x="4" y="92"/>
                      </a:lnTo>
                      <a:lnTo>
                        <a:pt x="6" y="94"/>
                      </a:lnTo>
                      <a:lnTo>
                        <a:pt x="6" y="96"/>
                      </a:lnTo>
                      <a:lnTo>
                        <a:pt x="6" y="100"/>
                      </a:lnTo>
                      <a:lnTo>
                        <a:pt x="6" y="100"/>
                      </a:lnTo>
                      <a:lnTo>
                        <a:pt x="6" y="102"/>
                      </a:lnTo>
                      <a:lnTo>
                        <a:pt x="8" y="104"/>
                      </a:lnTo>
                      <a:lnTo>
                        <a:pt x="8" y="104"/>
                      </a:lnTo>
                      <a:lnTo>
                        <a:pt x="10" y="106"/>
                      </a:lnTo>
                      <a:lnTo>
                        <a:pt x="10" y="106"/>
                      </a:lnTo>
                      <a:lnTo>
                        <a:pt x="10" y="110"/>
                      </a:lnTo>
                      <a:lnTo>
                        <a:pt x="10" y="110"/>
                      </a:lnTo>
                      <a:lnTo>
                        <a:pt x="8" y="112"/>
                      </a:lnTo>
                      <a:lnTo>
                        <a:pt x="8" y="116"/>
                      </a:lnTo>
                      <a:lnTo>
                        <a:pt x="10" y="118"/>
                      </a:lnTo>
                      <a:lnTo>
                        <a:pt x="10" y="118"/>
                      </a:lnTo>
                      <a:lnTo>
                        <a:pt x="14" y="116"/>
                      </a:lnTo>
                      <a:lnTo>
                        <a:pt x="18" y="116"/>
                      </a:lnTo>
                      <a:lnTo>
                        <a:pt x="20" y="118"/>
                      </a:lnTo>
                      <a:lnTo>
                        <a:pt x="20" y="118"/>
                      </a:lnTo>
                      <a:lnTo>
                        <a:pt x="22" y="120"/>
                      </a:lnTo>
                      <a:lnTo>
                        <a:pt x="24" y="122"/>
                      </a:lnTo>
                      <a:lnTo>
                        <a:pt x="28" y="120"/>
                      </a:lnTo>
                      <a:lnTo>
                        <a:pt x="28" y="120"/>
                      </a:lnTo>
                      <a:lnTo>
                        <a:pt x="34" y="122"/>
                      </a:lnTo>
                      <a:lnTo>
                        <a:pt x="34" y="122"/>
                      </a:lnTo>
                      <a:lnTo>
                        <a:pt x="34" y="124"/>
                      </a:lnTo>
                      <a:lnTo>
                        <a:pt x="34" y="130"/>
                      </a:lnTo>
                      <a:lnTo>
                        <a:pt x="34" y="130"/>
                      </a:lnTo>
                      <a:lnTo>
                        <a:pt x="32" y="134"/>
                      </a:lnTo>
                      <a:lnTo>
                        <a:pt x="32" y="138"/>
                      </a:lnTo>
                      <a:lnTo>
                        <a:pt x="32" y="138"/>
                      </a:lnTo>
                      <a:lnTo>
                        <a:pt x="32" y="144"/>
                      </a:lnTo>
                      <a:lnTo>
                        <a:pt x="32" y="148"/>
                      </a:lnTo>
                      <a:lnTo>
                        <a:pt x="34" y="152"/>
                      </a:lnTo>
                      <a:lnTo>
                        <a:pt x="34" y="152"/>
                      </a:lnTo>
                      <a:lnTo>
                        <a:pt x="40" y="148"/>
                      </a:lnTo>
                      <a:lnTo>
                        <a:pt x="40" y="148"/>
                      </a:lnTo>
                      <a:lnTo>
                        <a:pt x="42" y="146"/>
                      </a:lnTo>
                      <a:lnTo>
                        <a:pt x="44" y="146"/>
                      </a:lnTo>
                      <a:lnTo>
                        <a:pt x="46" y="146"/>
                      </a:lnTo>
                      <a:lnTo>
                        <a:pt x="46" y="146"/>
                      </a:lnTo>
                      <a:lnTo>
                        <a:pt x="50" y="148"/>
                      </a:lnTo>
                      <a:lnTo>
                        <a:pt x="62" y="156"/>
                      </a:lnTo>
                      <a:lnTo>
                        <a:pt x="62" y="156"/>
                      </a:lnTo>
                      <a:lnTo>
                        <a:pt x="64" y="152"/>
                      </a:lnTo>
                      <a:lnTo>
                        <a:pt x="68" y="150"/>
                      </a:lnTo>
                      <a:lnTo>
                        <a:pt x="68" y="150"/>
                      </a:lnTo>
                      <a:lnTo>
                        <a:pt x="71" y="150"/>
                      </a:lnTo>
                      <a:lnTo>
                        <a:pt x="75" y="150"/>
                      </a:lnTo>
                      <a:lnTo>
                        <a:pt x="75" y="150"/>
                      </a:lnTo>
                      <a:lnTo>
                        <a:pt x="79" y="148"/>
                      </a:lnTo>
                      <a:lnTo>
                        <a:pt x="81" y="144"/>
                      </a:lnTo>
                      <a:lnTo>
                        <a:pt x="81" y="144"/>
                      </a:lnTo>
                      <a:lnTo>
                        <a:pt x="83" y="144"/>
                      </a:lnTo>
                      <a:lnTo>
                        <a:pt x="85" y="146"/>
                      </a:lnTo>
                      <a:lnTo>
                        <a:pt x="89" y="146"/>
                      </a:lnTo>
                      <a:lnTo>
                        <a:pt x="89" y="146"/>
                      </a:lnTo>
                      <a:lnTo>
                        <a:pt x="91" y="146"/>
                      </a:lnTo>
                      <a:lnTo>
                        <a:pt x="93" y="146"/>
                      </a:lnTo>
                      <a:lnTo>
                        <a:pt x="95" y="150"/>
                      </a:lnTo>
                      <a:lnTo>
                        <a:pt x="95" y="150"/>
                      </a:lnTo>
                      <a:lnTo>
                        <a:pt x="99" y="150"/>
                      </a:lnTo>
                      <a:lnTo>
                        <a:pt x="99" y="144"/>
                      </a:lnTo>
                      <a:lnTo>
                        <a:pt x="99" y="144"/>
                      </a:lnTo>
                      <a:lnTo>
                        <a:pt x="97" y="142"/>
                      </a:lnTo>
                      <a:lnTo>
                        <a:pt x="97" y="140"/>
                      </a:lnTo>
                      <a:lnTo>
                        <a:pt x="95" y="140"/>
                      </a:lnTo>
                      <a:lnTo>
                        <a:pt x="95" y="140"/>
                      </a:lnTo>
                      <a:lnTo>
                        <a:pt x="95" y="138"/>
                      </a:lnTo>
                      <a:lnTo>
                        <a:pt x="99" y="136"/>
                      </a:lnTo>
                      <a:lnTo>
                        <a:pt x="99" y="136"/>
                      </a:lnTo>
                      <a:lnTo>
                        <a:pt x="103" y="134"/>
                      </a:lnTo>
                      <a:lnTo>
                        <a:pt x="103" y="132"/>
                      </a:lnTo>
                      <a:lnTo>
                        <a:pt x="103" y="132"/>
                      </a:lnTo>
                      <a:lnTo>
                        <a:pt x="105" y="128"/>
                      </a:lnTo>
                      <a:lnTo>
                        <a:pt x="107" y="126"/>
                      </a:lnTo>
                      <a:lnTo>
                        <a:pt x="109" y="124"/>
                      </a:lnTo>
                      <a:lnTo>
                        <a:pt x="109" y="124"/>
                      </a:lnTo>
                      <a:lnTo>
                        <a:pt x="105" y="120"/>
                      </a:lnTo>
                      <a:lnTo>
                        <a:pt x="105" y="120"/>
                      </a:lnTo>
                      <a:lnTo>
                        <a:pt x="103" y="118"/>
                      </a:lnTo>
                      <a:lnTo>
                        <a:pt x="101" y="118"/>
                      </a:lnTo>
                      <a:lnTo>
                        <a:pt x="99" y="118"/>
                      </a:lnTo>
                      <a:lnTo>
                        <a:pt x="97" y="114"/>
                      </a:lnTo>
                      <a:lnTo>
                        <a:pt x="97" y="114"/>
                      </a:lnTo>
                      <a:lnTo>
                        <a:pt x="97" y="110"/>
                      </a:lnTo>
                      <a:lnTo>
                        <a:pt x="95" y="106"/>
                      </a:lnTo>
                      <a:lnTo>
                        <a:pt x="95" y="106"/>
                      </a:lnTo>
                      <a:lnTo>
                        <a:pt x="93" y="102"/>
                      </a:lnTo>
                      <a:lnTo>
                        <a:pt x="89" y="98"/>
                      </a:lnTo>
                      <a:lnTo>
                        <a:pt x="89" y="98"/>
                      </a:lnTo>
                      <a:lnTo>
                        <a:pt x="89" y="94"/>
                      </a:lnTo>
                      <a:lnTo>
                        <a:pt x="91" y="92"/>
                      </a:lnTo>
                      <a:lnTo>
                        <a:pt x="91" y="92"/>
                      </a:lnTo>
                      <a:lnTo>
                        <a:pt x="95" y="92"/>
                      </a:lnTo>
                      <a:lnTo>
                        <a:pt x="99" y="90"/>
                      </a:lnTo>
                      <a:lnTo>
                        <a:pt x="99" y="90"/>
                      </a:lnTo>
                      <a:lnTo>
                        <a:pt x="101" y="86"/>
                      </a:lnTo>
                      <a:lnTo>
                        <a:pt x="107" y="84"/>
                      </a:lnTo>
                      <a:lnTo>
                        <a:pt x="107" y="84"/>
                      </a:lnTo>
                      <a:lnTo>
                        <a:pt x="115" y="78"/>
                      </a:lnTo>
                      <a:lnTo>
                        <a:pt x="121" y="82"/>
                      </a:lnTo>
                      <a:lnTo>
                        <a:pt x="121" y="82"/>
                      </a:lnTo>
                      <a:lnTo>
                        <a:pt x="119" y="64"/>
                      </a:lnTo>
                      <a:lnTo>
                        <a:pt x="119" y="64"/>
                      </a:lnTo>
                      <a:lnTo>
                        <a:pt x="119" y="60"/>
                      </a:lnTo>
                      <a:lnTo>
                        <a:pt x="117" y="56"/>
                      </a:lnTo>
                      <a:lnTo>
                        <a:pt x="117" y="56"/>
                      </a:lnTo>
                      <a:lnTo>
                        <a:pt x="119" y="46"/>
                      </a:lnTo>
                      <a:lnTo>
                        <a:pt x="119" y="46"/>
                      </a:lnTo>
                      <a:lnTo>
                        <a:pt x="117" y="44"/>
                      </a:lnTo>
                      <a:lnTo>
                        <a:pt x="115" y="40"/>
                      </a:lnTo>
                      <a:lnTo>
                        <a:pt x="115" y="38"/>
                      </a:lnTo>
                      <a:lnTo>
                        <a:pt x="115" y="38"/>
                      </a:lnTo>
                      <a:lnTo>
                        <a:pt x="117" y="28"/>
                      </a:lnTo>
                      <a:lnTo>
                        <a:pt x="117" y="22"/>
                      </a:lnTo>
                      <a:lnTo>
                        <a:pt x="117" y="2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09" name="Freeform 188">
                  <a:extLst>
                    <a:ext uri="{FF2B5EF4-FFF2-40B4-BE49-F238E27FC236}">
                      <a16:creationId xmlns:a16="http://schemas.microsoft.com/office/drawing/2014/main" id="{0ECC6AE4-CF55-0C48-B8AF-C4A6552347DF}"/>
                    </a:ext>
                  </a:extLst>
                </p:cNvPr>
                <p:cNvSpPr>
                  <a:spLocks noEditPoints="1"/>
                </p:cNvSpPr>
                <p:nvPr/>
              </p:nvSpPr>
              <p:spPr bwMode="auto">
                <a:xfrm>
                  <a:off x="5772231" y="2565499"/>
                  <a:ext cx="379639" cy="388457"/>
                </a:xfrm>
                <a:custGeom>
                  <a:avLst/>
                  <a:gdLst>
                    <a:gd name="T0" fmla="*/ 172 w 194"/>
                    <a:gd name="T1" fmla="*/ 66 h 194"/>
                    <a:gd name="T2" fmla="*/ 168 w 194"/>
                    <a:gd name="T3" fmla="*/ 74 h 194"/>
                    <a:gd name="T4" fmla="*/ 166 w 194"/>
                    <a:gd name="T5" fmla="*/ 78 h 194"/>
                    <a:gd name="T6" fmla="*/ 154 w 194"/>
                    <a:gd name="T7" fmla="*/ 90 h 194"/>
                    <a:gd name="T8" fmla="*/ 148 w 194"/>
                    <a:gd name="T9" fmla="*/ 106 h 194"/>
                    <a:gd name="T10" fmla="*/ 156 w 194"/>
                    <a:gd name="T11" fmla="*/ 108 h 194"/>
                    <a:gd name="T12" fmla="*/ 162 w 194"/>
                    <a:gd name="T13" fmla="*/ 118 h 194"/>
                    <a:gd name="T14" fmla="*/ 154 w 194"/>
                    <a:gd name="T15" fmla="*/ 124 h 194"/>
                    <a:gd name="T16" fmla="*/ 158 w 194"/>
                    <a:gd name="T17" fmla="*/ 134 h 194"/>
                    <a:gd name="T18" fmla="*/ 164 w 194"/>
                    <a:gd name="T19" fmla="*/ 142 h 194"/>
                    <a:gd name="T20" fmla="*/ 160 w 194"/>
                    <a:gd name="T21" fmla="*/ 148 h 194"/>
                    <a:gd name="T22" fmla="*/ 158 w 194"/>
                    <a:gd name="T23" fmla="*/ 152 h 194"/>
                    <a:gd name="T24" fmla="*/ 144 w 194"/>
                    <a:gd name="T25" fmla="*/ 160 h 194"/>
                    <a:gd name="T26" fmla="*/ 134 w 194"/>
                    <a:gd name="T27" fmla="*/ 152 h 194"/>
                    <a:gd name="T28" fmla="*/ 124 w 194"/>
                    <a:gd name="T29" fmla="*/ 152 h 194"/>
                    <a:gd name="T30" fmla="*/ 112 w 194"/>
                    <a:gd name="T31" fmla="*/ 160 h 194"/>
                    <a:gd name="T32" fmla="*/ 102 w 194"/>
                    <a:gd name="T33" fmla="*/ 172 h 194"/>
                    <a:gd name="T34" fmla="*/ 90 w 194"/>
                    <a:gd name="T35" fmla="*/ 172 h 194"/>
                    <a:gd name="T36" fmla="*/ 76 w 194"/>
                    <a:gd name="T37" fmla="*/ 170 h 194"/>
                    <a:gd name="T38" fmla="*/ 64 w 194"/>
                    <a:gd name="T39" fmla="*/ 168 h 194"/>
                    <a:gd name="T40" fmla="*/ 48 w 194"/>
                    <a:gd name="T41" fmla="*/ 164 h 194"/>
                    <a:gd name="T42" fmla="*/ 42 w 194"/>
                    <a:gd name="T43" fmla="*/ 156 h 194"/>
                    <a:gd name="T44" fmla="*/ 52 w 194"/>
                    <a:gd name="T45" fmla="*/ 140 h 194"/>
                    <a:gd name="T46" fmla="*/ 52 w 194"/>
                    <a:gd name="T47" fmla="*/ 130 h 194"/>
                    <a:gd name="T48" fmla="*/ 52 w 194"/>
                    <a:gd name="T49" fmla="*/ 116 h 194"/>
                    <a:gd name="T50" fmla="*/ 50 w 194"/>
                    <a:gd name="T51" fmla="*/ 106 h 194"/>
                    <a:gd name="T52" fmla="*/ 34 w 194"/>
                    <a:gd name="T53" fmla="*/ 94 h 194"/>
                    <a:gd name="T54" fmla="*/ 34 w 194"/>
                    <a:gd name="T55" fmla="*/ 82 h 194"/>
                    <a:gd name="T56" fmla="*/ 30 w 194"/>
                    <a:gd name="T57" fmla="*/ 78 h 194"/>
                    <a:gd name="T58" fmla="*/ 28 w 194"/>
                    <a:gd name="T59" fmla="*/ 72 h 194"/>
                    <a:gd name="T60" fmla="*/ 20 w 194"/>
                    <a:gd name="T61" fmla="*/ 78 h 194"/>
                    <a:gd name="T62" fmla="*/ 12 w 194"/>
                    <a:gd name="T63" fmla="*/ 68 h 194"/>
                    <a:gd name="T64" fmla="*/ 2 w 194"/>
                    <a:gd name="T65" fmla="*/ 64 h 194"/>
                    <a:gd name="T66" fmla="*/ 0 w 194"/>
                    <a:gd name="T67" fmla="*/ 56 h 194"/>
                    <a:gd name="T68" fmla="*/ 14 w 194"/>
                    <a:gd name="T69" fmla="*/ 52 h 194"/>
                    <a:gd name="T70" fmla="*/ 26 w 194"/>
                    <a:gd name="T71" fmla="*/ 54 h 194"/>
                    <a:gd name="T72" fmla="*/ 34 w 194"/>
                    <a:gd name="T73" fmla="*/ 50 h 194"/>
                    <a:gd name="T74" fmla="*/ 48 w 194"/>
                    <a:gd name="T75" fmla="*/ 48 h 194"/>
                    <a:gd name="T76" fmla="*/ 40 w 194"/>
                    <a:gd name="T77" fmla="*/ 28 h 194"/>
                    <a:gd name="T78" fmla="*/ 60 w 194"/>
                    <a:gd name="T79" fmla="*/ 34 h 194"/>
                    <a:gd name="T80" fmla="*/ 82 w 194"/>
                    <a:gd name="T81" fmla="*/ 20 h 194"/>
                    <a:gd name="T82" fmla="*/ 86 w 194"/>
                    <a:gd name="T83" fmla="*/ 8 h 194"/>
                    <a:gd name="T84" fmla="*/ 98 w 194"/>
                    <a:gd name="T85" fmla="*/ 4 h 194"/>
                    <a:gd name="T86" fmla="*/ 104 w 194"/>
                    <a:gd name="T87" fmla="*/ 12 h 194"/>
                    <a:gd name="T88" fmla="*/ 114 w 194"/>
                    <a:gd name="T89" fmla="*/ 16 h 194"/>
                    <a:gd name="T90" fmla="*/ 124 w 194"/>
                    <a:gd name="T91" fmla="*/ 26 h 194"/>
                    <a:gd name="T92" fmla="*/ 130 w 194"/>
                    <a:gd name="T93" fmla="*/ 30 h 194"/>
                    <a:gd name="T94" fmla="*/ 142 w 194"/>
                    <a:gd name="T95" fmla="*/ 32 h 194"/>
                    <a:gd name="T96" fmla="*/ 150 w 194"/>
                    <a:gd name="T97" fmla="*/ 40 h 194"/>
                    <a:gd name="T98" fmla="*/ 162 w 194"/>
                    <a:gd name="T99" fmla="*/ 42 h 194"/>
                    <a:gd name="T100" fmla="*/ 174 w 194"/>
                    <a:gd name="T101" fmla="*/ 46 h 194"/>
                    <a:gd name="T102" fmla="*/ 186 w 194"/>
                    <a:gd name="T103" fmla="*/ 168 h 194"/>
                    <a:gd name="T104" fmla="*/ 180 w 194"/>
                    <a:gd name="T105" fmla="*/ 184 h 194"/>
                    <a:gd name="T106" fmla="*/ 184 w 194"/>
                    <a:gd name="T107" fmla="*/ 190 h 194"/>
                    <a:gd name="T108" fmla="*/ 192 w 194"/>
                    <a:gd name="T109" fmla="*/ 16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4" h="194">
                      <a:moveTo>
                        <a:pt x="174" y="52"/>
                      </a:moveTo>
                      <a:lnTo>
                        <a:pt x="174" y="52"/>
                      </a:lnTo>
                      <a:lnTo>
                        <a:pt x="172" y="56"/>
                      </a:lnTo>
                      <a:lnTo>
                        <a:pt x="172" y="60"/>
                      </a:lnTo>
                      <a:lnTo>
                        <a:pt x="172" y="60"/>
                      </a:lnTo>
                      <a:lnTo>
                        <a:pt x="172" y="66"/>
                      </a:lnTo>
                      <a:lnTo>
                        <a:pt x="172" y="70"/>
                      </a:lnTo>
                      <a:lnTo>
                        <a:pt x="174" y="74"/>
                      </a:lnTo>
                      <a:lnTo>
                        <a:pt x="174" y="74"/>
                      </a:lnTo>
                      <a:lnTo>
                        <a:pt x="172" y="74"/>
                      </a:lnTo>
                      <a:lnTo>
                        <a:pt x="170" y="74"/>
                      </a:lnTo>
                      <a:lnTo>
                        <a:pt x="168" y="74"/>
                      </a:lnTo>
                      <a:lnTo>
                        <a:pt x="168" y="74"/>
                      </a:lnTo>
                      <a:lnTo>
                        <a:pt x="168" y="74"/>
                      </a:lnTo>
                      <a:lnTo>
                        <a:pt x="166" y="74"/>
                      </a:lnTo>
                      <a:lnTo>
                        <a:pt x="166" y="78"/>
                      </a:lnTo>
                      <a:lnTo>
                        <a:pt x="166" y="78"/>
                      </a:lnTo>
                      <a:lnTo>
                        <a:pt x="166" y="78"/>
                      </a:lnTo>
                      <a:lnTo>
                        <a:pt x="162" y="80"/>
                      </a:lnTo>
                      <a:lnTo>
                        <a:pt x="162" y="80"/>
                      </a:lnTo>
                      <a:lnTo>
                        <a:pt x="160" y="82"/>
                      </a:lnTo>
                      <a:lnTo>
                        <a:pt x="158" y="84"/>
                      </a:lnTo>
                      <a:lnTo>
                        <a:pt x="154" y="90"/>
                      </a:lnTo>
                      <a:lnTo>
                        <a:pt x="154" y="90"/>
                      </a:lnTo>
                      <a:lnTo>
                        <a:pt x="146" y="100"/>
                      </a:lnTo>
                      <a:lnTo>
                        <a:pt x="146" y="100"/>
                      </a:lnTo>
                      <a:lnTo>
                        <a:pt x="144" y="104"/>
                      </a:lnTo>
                      <a:lnTo>
                        <a:pt x="144" y="106"/>
                      </a:lnTo>
                      <a:lnTo>
                        <a:pt x="148" y="106"/>
                      </a:lnTo>
                      <a:lnTo>
                        <a:pt x="148" y="106"/>
                      </a:lnTo>
                      <a:lnTo>
                        <a:pt x="150" y="104"/>
                      </a:lnTo>
                      <a:lnTo>
                        <a:pt x="152" y="104"/>
                      </a:lnTo>
                      <a:lnTo>
                        <a:pt x="154" y="106"/>
                      </a:lnTo>
                      <a:lnTo>
                        <a:pt x="154" y="106"/>
                      </a:lnTo>
                      <a:lnTo>
                        <a:pt x="154" y="108"/>
                      </a:lnTo>
                      <a:lnTo>
                        <a:pt x="156" y="108"/>
                      </a:lnTo>
                      <a:lnTo>
                        <a:pt x="160" y="108"/>
                      </a:lnTo>
                      <a:lnTo>
                        <a:pt x="160" y="110"/>
                      </a:lnTo>
                      <a:lnTo>
                        <a:pt x="160" y="110"/>
                      </a:lnTo>
                      <a:lnTo>
                        <a:pt x="164" y="112"/>
                      </a:lnTo>
                      <a:lnTo>
                        <a:pt x="166" y="112"/>
                      </a:lnTo>
                      <a:lnTo>
                        <a:pt x="162" y="118"/>
                      </a:lnTo>
                      <a:lnTo>
                        <a:pt x="162" y="118"/>
                      </a:lnTo>
                      <a:lnTo>
                        <a:pt x="160" y="120"/>
                      </a:lnTo>
                      <a:lnTo>
                        <a:pt x="158" y="122"/>
                      </a:lnTo>
                      <a:lnTo>
                        <a:pt x="156" y="122"/>
                      </a:lnTo>
                      <a:lnTo>
                        <a:pt x="156" y="122"/>
                      </a:lnTo>
                      <a:lnTo>
                        <a:pt x="154" y="124"/>
                      </a:lnTo>
                      <a:lnTo>
                        <a:pt x="154" y="126"/>
                      </a:lnTo>
                      <a:lnTo>
                        <a:pt x="154" y="128"/>
                      </a:lnTo>
                      <a:lnTo>
                        <a:pt x="156" y="130"/>
                      </a:lnTo>
                      <a:lnTo>
                        <a:pt x="156" y="130"/>
                      </a:lnTo>
                      <a:lnTo>
                        <a:pt x="158" y="132"/>
                      </a:lnTo>
                      <a:lnTo>
                        <a:pt x="158" y="134"/>
                      </a:lnTo>
                      <a:lnTo>
                        <a:pt x="156" y="138"/>
                      </a:lnTo>
                      <a:lnTo>
                        <a:pt x="158" y="142"/>
                      </a:lnTo>
                      <a:lnTo>
                        <a:pt x="158" y="142"/>
                      </a:lnTo>
                      <a:lnTo>
                        <a:pt x="160" y="142"/>
                      </a:lnTo>
                      <a:lnTo>
                        <a:pt x="162" y="142"/>
                      </a:lnTo>
                      <a:lnTo>
                        <a:pt x="164" y="142"/>
                      </a:lnTo>
                      <a:lnTo>
                        <a:pt x="164" y="142"/>
                      </a:lnTo>
                      <a:lnTo>
                        <a:pt x="164" y="142"/>
                      </a:lnTo>
                      <a:lnTo>
                        <a:pt x="160" y="146"/>
                      </a:lnTo>
                      <a:lnTo>
                        <a:pt x="160" y="146"/>
                      </a:lnTo>
                      <a:lnTo>
                        <a:pt x="160" y="148"/>
                      </a:lnTo>
                      <a:lnTo>
                        <a:pt x="160" y="148"/>
                      </a:lnTo>
                      <a:lnTo>
                        <a:pt x="162" y="150"/>
                      </a:lnTo>
                      <a:lnTo>
                        <a:pt x="160" y="150"/>
                      </a:lnTo>
                      <a:lnTo>
                        <a:pt x="158" y="148"/>
                      </a:lnTo>
                      <a:lnTo>
                        <a:pt x="154" y="150"/>
                      </a:lnTo>
                      <a:lnTo>
                        <a:pt x="158" y="152"/>
                      </a:lnTo>
                      <a:lnTo>
                        <a:pt x="158" y="152"/>
                      </a:lnTo>
                      <a:lnTo>
                        <a:pt x="154" y="160"/>
                      </a:lnTo>
                      <a:lnTo>
                        <a:pt x="154" y="160"/>
                      </a:lnTo>
                      <a:lnTo>
                        <a:pt x="150" y="160"/>
                      </a:lnTo>
                      <a:lnTo>
                        <a:pt x="146" y="162"/>
                      </a:lnTo>
                      <a:lnTo>
                        <a:pt x="146" y="162"/>
                      </a:lnTo>
                      <a:lnTo>
                        <a:pt x="144" y="160"/>
                      </a:lnTo>
                      <a:lnTo>
                        <a:pt x="142" y="158"/>
                      </a:lnTo>
                      <a:lnTo>
                        <a:pt x="140" y="156"/>
                      </a:lnTo>
                      <a:lnTo>
                        <a:pt x="140" y="156"/>
                      </a:lnTo>
                      <a:lnTo>
                        <a:pt x="136" y="156"/>
                      </a:lnTo>
                      <a:lnTo>
                        <a:pt x="136" y="156"/>
                      </a:lnTo>
                      <a:lnTo>
                        <a:pt x="134" y="152"/>
                      </a:lnTo>
                      <a:lnTo>
                        <a:pt x="134" y="152"/>
                      </a:lnTo>
                      <a:lnTo>
                        <a:pt x="134" y="154"/>
                      </a:lnTo>
                      <a:lnTo>
                        <a:pt x="132" y="154"/>
                      </a:lnTo>
                      <a:lnTo>
                        <a:pt x="132" y="154"/>
                      </a:lnTo>
                      <a:lnTo>
                        <a:pt x="128" y="152"/>
                      </a:lnTo>
                      <a:lnTo>
                        <a:pt x="124" y="152"/>
                      </a:lnTo>
                      <a:lnTo>
                        <a:pt x="122" y="152"/>
                      </a:lnTo>
                      <a:lnTo>
                        <a:pt x="122" y="152"/>
                      </a:lnTo>
                      <a:lnTo>
                        <a:pt x="118" y="156"/>
                      </a:lnTo>
                      <a:lnTo>
                        <a:pt x="114" y="160"/>
                      </a:lnTo>
                      <a:lnTo>
                        <a:pt x="114" y="160"/>
                      </a:lnTo>
                      <a:lnTo>
                        <a:pt x="112" y="160"/>
                      </a:lnTo>
                      <a:lnTo>
                        <a:pt x="108" y="160"/>
                      </a:lnTo>
                      <a:lnTo>
                        <a:pt x="108" y="160"/>
                      </a:lnTo>
                      <a:lnTo>
                        <a:pt x="108" y="170"/>
                      </a:lnTo>
                      <a:lnTo>
                        <a:pt x="108" y="170"/>
                      </a:lnTo>
                      <a:lnTo>
                        <a:pt x="104" y="170"/>
                      </a:lnTo>
                      <a:lnTo>
                        <a:pt x="102" y="172"/>
                      </a:lnTo>
                      <a:lnTo>
                        <a:pt x="102" y="172"/>
                      </a:lnTo>
                      <a:lnTo>
                        <a:pt x="100" y="174"/>
                      </a:lnTo>
                      <a:lnTo>
                        <a:pt x="100" y="174"/>
                      </a:lnTo>
                      <a:lnTo>
                        <a:pt x="94" y="174"/>
                      </a:lnTo>
                      <a:lnTo>
                        <a:pt x="92" y="174"/>
                      </a:lnTo>
                      <a:lnTo>
                        <a:pt x="90" y="172"/>
                      </a:lnTo>
                      <a:lnTo>
                        <a:pt x="90" y="172"/>
                      </a:lnTo>
                      <a:lnTo>
                        <a:pt x="90" y="172"/>
                      </a:lnTo>
                      <a:lnTo>
                        <a:pt x="88" y="172"/>
                      </a:lnTo>
                      <a:lnTo>
                        <a:pt x="86" y="172"/>
                      </a:lnTo>
                      <a:lnTo>
                        <a:pt x="86" y="172"/>
                      </a:lnTo>
                      <a:lnTo>
                        <a:pt x="76" y="170"/>
                      </a:lnTo>
                      <a:lnTo>
                        <a:pt x="76" y="170"/>
                      </a:lnTo>
                      <a:lnTo>
                        <a:pt x="74" y="168"/>
                      </a:lnTo>
                      <a:lnTo>
                        <a:pt x="72" y="168"/>
                      </a:lnTo>
                      <a:lnTo>
                        <a:pt x="68" y="170"/>
                      </a:lnTo>
                      <a:lnTo>
                        <a:pt x="68" y="170"/>
                      </a:lnTo>
                      <a:lnTo>
                        <a:pt x="64" y="168"/>
                      </a:lnTo>
                      <a:lnTo>
                        <a:pt x="60" y="166"/>
                      </a:lnTo>
                      <a:lnTo>
                        <a:pt x="60" y="166"/>
                      </a:lnTo>
                      <a:lnTo>
                        <a:pt x="56" y="166"/>
                      </a:lnTo>
                      <a:lnTo>
                        <a:pt x="52" y="164"/>
                      </a:lnTo>
                      <a:lnTo>
                        <a:pt x="52" y="164"/>
                      </a:lnTo>
                      <a:lnTo>
                        <a:pt x="48" y="164"/>
                      </a:lnTo>
                      <a:lnTo>
                        <a:pt x="46" y="162"/>
                      </a:lnTo>
                      <a:lnTo>
                        <a:pt x="46" y="162"/>
                      </a:lnTo>
                      <a:lnTo>
                        <a:pt x="46" y="162"/>
                      </a:lnTo>
                      <a:lnTo>
                        <a:pt x="44" y="158"/>
                      </a:lnTo>
                      <a:lnTo>
                        <a:pt x="42" y="156"/>
                      </a:lnTo>
                      <a:lnTo>
                        <a:pt x="42" y="156"/>
                      </a:lnTo>
                      <a:lnTo>
                        <a:pt x="48" y="154"/>
                      </a:lnTo>
                      <a:lnTo>
                        <a:pt x="50" y="150"/>
                      </a:lnTo>
                      <a:lnTo>
                        <a:pt x="50" y="150"/>
                      </a:lnTo>
                      <a:lnTo>
                        <a:pt x="52" y="146"/>
                      </a:lnTo>
                      <a:lnTo>
                        <a:pt x="52" y="140"/>
                      </a:lnTo>
                      <a:lnTo>
                        <a:pt x="52" y="140"/>
                      </a:lnTo>
                      <a:lnTo>
                        <a:pt x="54" y="134"/>
                      </a:lnTo>
                      <a:lnTo>
                        <a:pt x="54" y="134"/>
                      </a:lnTo>
                      <a:lnTo>
                        <a:pt x="54" y="132"/>
                      </a:lnTo>
                      <a:lnTo>
                        <a:pt x="56" y="132"/>
                      </a:lnTo>
                      <a:lnTo>
                        <a:pt x="56" y="132"/>
                      </a:lnTo>
                      <a:lnTo>
                        <a:pt x="52" y="130"/>
                      </a:lnTo>
                      <a:lnTo>
                        <a:pt x="52" y="130"/>
                      </a:lnTo>
                      <a:lnTo>
                        <a:pt x="52" y="120"/>
                      </a:lnTo>
                      <a:lnTo>
                        <a:pt x="52" y="120"/>
                      </a:lnTo>
                      <a:lnTo>
                        <a:pt x="54" y="120"/>
                      </a:lnTo>
                      <a:lnTo>
                        <a:pt x="54" y="120"/>
                      </a:lnTo>
                      <a:lnTo>
                        <a:pt x="52" y="116"/>
                      </a:lnTo>
                      <a:lnTo>
                        <a:pt x="52" y="116"/>
                      </a:lnTo>
                      <a:lnTo>
                        <a:pt x="54" y="110"/>
                      </a:lnTo>
                      <a:lnTo>
                        <a:pt x="52" y="104"/>
                      </a:lnTo>
                      <a:lnTo>
                        <a:pt x="52" y="104"/>
                      </a:lnTo>
                      <a:lnTo>
                        <a:pt x="50" y="106"/>
                      </a:lnTo>
                      <a:lnTo>
                        <a:pt x="50" y="106"/>
                      </a:lnTo>
                      <a:lnTo>
                        <a:pt x="48" y="102"/>
                      </a:lnTo>
                      <a:lnTo>
                        <a:pt x="48" y="102"/>
                      </a:lnTo>
                      <a:lnTo>
                        <a:pt x="40" y="98"/>
                      </a:lnTo>
                      <a:lnTo>
                        <a:pt x="36" y="96"/>
                      </a:lnTo>
                      <a:lnTo>
                        <a:pt x="34" y="94"/>
                      </a:lnTo>
                      <a:lnTo>
                        <a:pt x="34" y="94"/>
                      </a:lnTo>
                      <a:lnTo>
                        <a:pt x="34" y="86"/>
                      </a:lnTo>
                      <a:lnTo>
                        <a:pt x="34" y="86"/>
                      </a:lnTo>
                      <a:lnTo>
                        <a:pt x="34" y="88"/>
                      </a:lnTo>
                      <a:lnTo>
                        <a:pt x="34" y="86"/>
                      </a:lnTo>
                      <a:lnTo>
                        <a:pt x="34" y="82"/>
                      </a:lnTo>
                      <a:lnTo>
                        <a:pt x="34" y="82"/>
                      </a:lnTo>
                      <a:lnTo>
                        <a:pt x="30" y="82"/>
                      </a:lnTo>
                      <a:lnTo>
                        <a:pt x="28" y="80"/>
                      </a:lnTo>
                      <a:lnTo>
                        <a:pt x="28" y="80"/>
                      </a:lnTo>
                      <a:lnTo>
                        <a:pt x="30" y="80"/>
                      </a:lnTo>
                      <a:lnTo>
                        <a:pt x="30" y="78"/>
                      </a:lnTo>
                      <a:lnTo>
                        <a:pt x="30" y="78"/>
                      </a:lnTo>
                      <a:lnTo>
                        <a:pt x="24" y="78"/>
                      </a:lnTo>
                      <a:lnTo>
                        <a:pt x="24" y="78"/>
                      </a:lnTo>
                      <a:lnTo>
                        <a:pt x="24" y="76"/>
                      </a:lnTo>
                      <a:lnTo>
                        <a:pt x="26" y="76"/>
                      </a:lnTo>
                      <a:lnTo>
                        <a:pt x="26" y="76"/>
                      </a:lnTo>
                      <a:lnTo>
                        <a:pt x="28" y="72"/>
                      </a:lnTo>
                      <a:lnTo>
                        <a:pt x="28" y="72"/>
                      </a:lnTo>
                      <a:lnTo>
                        <a:pt x="26" y="72"/>
                      </a:lnTo>
                      <a:lnTo>
                        <a:pt x="26" y="72"/>
                      </a:lnTo>
                      <a:lnTo>
                        <a:pt x="26" y="72"/>
                      </a:lnTo>
                      <a:lnTo>
                        <a:pt x="20" y="78"/>
                      </a:lnTo>
                      <a:lnTo>
                        <a:pt x="20" y="78"/>
                      </a:lnTo>
                      <a:lnTo>
                        <a:pt x="18" y="72"/>
                      </a:lnTo>
                      <a:lnTo>
                        <a:pt x="14" y="68"/>
                      </a:lnTo>
                      <a:lnTo>
                        <a:pt x="14" y="68"/>
                      </a:lnTo>
                      <a:lnTo>
                        <a:pt x="12" y="70"/>
                      </a:lnTo>
                      <a:lnTo>
                        <a:pt x="12" y="70"/>
                      </a:lnTo>
                      <a:lnTo>
                        <a:pt x="12" y="68"/>
                      </a:lnTo>
                      <a:lnTo>
                        <a:pt x="12" y="66"/>
                      </a:lnTo>
                      <a:lnTo>
                        <a:pt x="12" y="66"/>
                      </a:lnTo>
                      <a:lnTo>
                        <a:pt x="0" y="68"/>
                      </a:lnTo>
                      <a:lnTo>
                        <a:pt x="0" y="66"/>
                      </a:lnTo>
                      <a:lnTo>
                        <a:pt x="2" y="64"/>
                      </a:lnTo>
                      <a:lnTo>
                        <a:pt x="2" y="64"/>
                      </a:lnTo>
                      <a:lnTo>
                        <a:pt x="2" y="60"/>
                      </a:lnTo>
                      <a:lnTo>
                        <a:pt x="2" y="60"/>
                      </a:lnTo>
                      <a:lnTo>
                        <a:pt x="6" y="62"/>
                      </a:lnTo>
                      <a:lnTo>
                        <a:pt x="6" y="60"/>
                      </a:lnTo>
                      <a:lnTo>
                        <a:pt x="6" y="60"/>
                      </a:lnTo>
                      <a:lnTo>
                        <a:pt x="0" y="56"/>
                      </a:lnTo>
                      <a:lnTo>
                        <a:pt x="0" y="54"/>
                      </a:lnTo>
                      <a:lnTo>
                        <a:pt x="0" y="54"/>
                      </a:lnTo>
                      <a:lnTo>
                        <a:pt x="6" y="50"/>
                      </a:lnTo>
                      <a:lnTo>
                        <a:pt x="6" y="50"/>
                      </a:lnTo>
                      <a:lnTo>
                        <a:pt x="10" y="52"/>
                      </a:lnTo>
                      <a:lnTo>
                        <a:pt x="14" y="52"/>
                      </a:lnTo>
                      <a:lnTo>
                        <a:pt x="16" y="48"/>
                      </a:lnTo>
                      <a:lnTo>
                        <a:pt x="16" y="48"/>
                      </a:lnTo>
                      <a:lnTo>
                        <a:pt x="20" y="48"/>
                      </a:lnTo>
                      <a:lnTo>
                        <a:pt x="22" y="50"/>
                      </a:lnTo>
                      <a:lnTo>
                        <a:pt x="24" y="54"/>
                      </a:lnTo>
                      <a:lnTo>
                        <a:pt x="26" y="54"/>
                      </a:lnTo>
                      <a:lnTo>
                        <a:pt x="26" y="54"/>
                      </a:lnTo>
                      <a:lnTo>
                        <a:pt x="28" y="50"/>
                      </a:lnTo>
                      <a:lnTo>
                        <a:pt x="28" y="50"/>
                      </a:lnTo>
                      <a:lnTo>
                        <a:pt x="32" y="52"/>
                      </a:lnTo>
                      <a:lnTo>
                        <a:pt x="34" y="52"/>
                      </a:lnTo>
                      <a:lnTo>
                        <a:pt x="34" y="50"/>
                      </a:lnTo>
                      <a:lnTo>
                        <a:pt x="34" y="50"/>
                      </a:lnTo>
                      <a:lnTo>
                        <a:pt x="46" y="50"/>
                      </a:lnTo>
                      <a:lnTo>
                        <a:pt x="46" y="50"/>
                      </a:lnTo>
                      <a:lnTo>
                        <a:pt x="46" y="50"/>
                      </a:lnTo>
                      <a:lnTo>
                        <a:pt x="48" y="48"/>
                      </a:lnTo>
                      <a:lnTo>
                        <a:pt x="48" y="48"/>
                      </a:lnTo>
                      <a:lnTo>
                        <a:pt x="44" y="46"/>
                      </a:lnTo>
                      <a:lnTo>
                        <a:pt x="44" y="46"/>
                      </a:lnTo>
                      <a:lnTo>
                        <a:pt x="44" y="42"/>
                      </a:lnTo>
                      <a:lnTo>
                        <a:pt x="44" y="38"/>
                      </a:lnTo>
                      <a:lnTo>
                        <a:pt x="44" y="38"/>
                      </a:lnTo>
                      <a:lnTo>
                        <a:pt x="40" y="28"/>
                      </a:lnTo>
                      <a:lnTo>
                        <a:pt x="40" y="28"/>
                      </a:lnTo>
                      <a:lnTo>
                        <a:pt x="46" y="28"/>
                      </a:lnTo>
                      <a:lnTo>
                        <a:pt x="48" y="28"/>
                      </a:lnTo>
                      <a:lnTo>
                        <a:pt x="50" y="36"/>
                      </a:lnTo>
                      <a:lnTo>
                        <a:pt x="50" y="36"/>
                      </a:lnTo>
                      <a:lnTo>
                        <a:pt x="60" y="34"/>
                      </a:lnTo>
                      <a:lnTo>
                        <a:pt x="68" y="32"/>
                      </a:lnTo>
                      <a:lnTo>
                        <a:pt x="68" y="32"/>
                      </a:lnTo>
                      <a:lnTo>
                        <a:pt x="68" y="28"/>
                      </a:lnTo>
                      <a:lnTo>
                        <a:pt x="68" y="28"/>
                      </a:lnTo>
                      <a:lnTo>
                        <a:pt x="74" y="24"/>
                      </a:lnTo>
                      <a:lnTo>
                        <a:pt x="82" y="20"/>
                      </a:lnTo>
                      <a:lnTo>
                        <a:pt x="82" y="20"/>
                      </a:lnTo>
                      <a:lnTo>
                        <a:pt x="84" y="20"/>
                      </a:lnTo>
                      <a:lnTo>
                        <a:pt x="86" y="20"/>
                      </a:lnTo>
                      <a:lnTo>
                        <a:pt x="86" y="20"/>
                      </a:lnTo>
                      <a:lnTo>
                        <a:pt x="84" y="16"/>
                      </a:lnTo>
                      <a:lnTo>
                        <a:pt x="86" y="8"/>
                      </a:lnTo>
                      <a:lnTo>
                        <a:pt x="86" y="8"/>
                      </a:lnTo>
                      <a:lnTo>
                        <a:pt x="86" y="2"/>
                      </a:lnTo>
                      <a:lnTo>
                        <a:pt x="86" y="2"/>
                      </a:lnTo>
                      <a:lnTo>
                        <a:pt x="94" y="0"/>
                      </a:lnTo>
                      <a:lnTo>
                        <a:pt x="98" y="4"/>
                      </a:lnTo>
                      <a:lnTo>
                        <a:pt x="98" y="4"/>
                      </a:lnTo>
                      <a:lnTo>
                        <a:pt x="98" y="4"/>
                      </a:lnTo>
                      <a:lnTo>
                        <a:pt x="100" y="6"/>
                      </a:lnTo>
                      <a:lnTo>
                        <a:pt x="100" y="6"/>
                      </a:lnTo>
                      <a:lnTo>
                        <a:pt x="102" y="12"/>
                      </a:lnTo>
                      <a:lnTo>
                        <a:pt x="102" y="12"/>
                      </a:lnTo>
                      <a:lnTo>
                        <a:pt x="104" y="12"/>
                      </a:lnTo>
                      <a:lnTo>
                        <a:pt x="108" y="16"/>
                      </a:lnTo>
                      <a:lnTo>
                        <a:pt x="108" y="16"/>
                      </a:lnTo>
                      <a:lnTo>
                        <a:pt x="110" y="18"/>
                      </a:lnTo>
                      <a:lnTo>
                        <a:pt x="112" y="18"/>
                      </a:lnTo>
                      <a:lnTo>
                        <a:pt x="114" y="16"/>
                      </a:lnTo>
                      <a:lnTo>
                        <a:pt x="114" y="16"/>
                      </a:lnTo>
                      <a:lnTo>
                        <a:pt x="114" y="18"/>
                      </a:lnTo>
                      <a:lnTo>
                        <a:pt x="116" y="22"/>
                      </a:lnTo>
                      <a:lnTo>
                        <a:pt x="116" y="22"/>
                      </a:lnTo>
                      <a:lnTo>
                        <a:pt x="120" y="24"/>
                      </a:lnTo>
                      <a:lnTo>
                        <a:pt x="124" y="26"/>
                      </a:lnTo>
                      <a:lnTo>
                        <a:pt x="124" y="26"/>
                      </a:lnTo>
                      <a:lnTo>
                        <a:pt x="126" y="26"/>
                      </a:lnTo>
                      <a:lnTo>
                        <a:pt x="128" y="26"/>
                      </a:lnTo>
                      <a:lnTo>
                        <a:pt x="130" y="24"/>
                      </a:lnTo>
                      <a:lnTo>
                        <a:pt x="130" y="26"/>
                      </a:lnTo>
                      <a:lnTo>
                        <a:pt x="130" y="26"/>
                      </a:lnTo>
                      <a:lnTo>
                        <a:pt x="130" y="30"/>
                      </a:lnTo>
                      <a:lnTo>
                        <a:pt x="132" y="32"/>
                      </a:lnTo>
                      <a:lnTo>
                        <a:pt x="132" y="32"/>
                      </a:lnTo>
                      <a:lnTo>
                        <a:pt x="136" y="32"/>
                      </a:lnTo>
                      <a:lnTo>
                        <a:pt x="142" y="30"/>
                      </a:lnTo>
                      <a:lnTo>
                        <a:pt x="142" y="30"/>
                      </a:lnTo>
                      <a:lnTo>
                        <a:pt x="142" y="32"/>
                      </a:lnTo>
                      <a:lnTo>
                        <a:pt x="142" y="32"/>
                      </a:lnTo>
                      <a:lnTo>
                        <a:pt x="142" y="34"/>
                      </a:lnTo>
                      <a:lnTo>
                        <a:pt x="142" y="36"/>
                      </a:lnTo>
                      <a:lnTo>
                        <a:pt x="144" y="38"/>
                      </a:lnTo>
                      <a:lnTo>
                        <a:pt x="144" y="38"/>
                      </a:lnTo>
                      <a:lnTo>
                        <a:pt x="150" y="40"/>
                      </a:lnTo>
                      <a:lnTo>
                        <a:pt x="150" y="40"/>
                      </a:lnTo>
                      <a:lnTo>
                        <a:pt x="154" y="38"/>
                      </a:lnTo>
                      <a:lnTo>
                        <a:pt x="158" y="38"/>
                      </a:lnTo>
                      <a:lnTo>
                        <a:pt x="160" y="40"/>
                      </a:lnTo>
                      <a:lnTo>
                        <a:pt x="160" y="40"/>
                      </a:lnTo>
                      <a:lnTo>
                        <a:pt x="162" y="42"/>
                      </a:lnTo>
                      <a:lnTo>
                        <a:pt x="164" y="44"/>
                      </a:lnTo>
                      <a:lnTo>
                        <a:pt x="168" y="42"/>
                      </a:lnTo>
                      <a:lnTo>
                        <a:pt x="168" y="42"/>
                      </a:lnTo>
                      <a:lnTo>
                        <a:pt x="174" y="44"/>
                      </a:lnTo>
                      <a:lnTo>
                        <a:pt x="174" y="44"/>
                      </a:lnTo>
                      <a:lnTo>
                        <a:pt x="174" y="46"/>
                      </a:lnTo>
                      <a:lnTo>
                        <a:pt x="174" y="52"/>
                      </a:lnTo>
                      <a:lnTo>
                        <a:pt x="174" y="52"/>
                      </a:lnTo>
                      <a:close/>
                      <a:moveTo>
                        <a:pt x="190" y="160"/>
                      </a:moveTo>
                      <a:lnTo>
                        <a:pt x="190" y="160"/>
                      </a:lnTo>
                      <a:lnTo>
                        <a:pt x="188" y="164"/>
                      </a:lnTo>
                      <a:lnTo>
                        <a:pt x="186" y="168"/>
                      </a:lnTo>
                      <a:lnTo>
                        <a:pt x="186" y="168"/>
                      </a:lnTo>
                      <a:lnTo>
                        <a:pt x="182" y="168"/>
                      </a:lnTo>
                      <a:lnTo>
                        <a:pt x="178" y="170"/>
                      </a:lnTo>
                      <a:lnTo>
                        <a:pt x="178" y="170"/>
                      </a:lnTo>
                      <a:lnTo>
                        <a:pt x="178" y="178"/>
                      </a:lnTo>
                      <a:lnTo>
                        <a:pt x="180" y="184"/>
                      </a:lnTo>
                      <a:lnTo>
                        <a:pt x="180" y="184"/>
                      </a:lnTo>
                      <a:lnTo>
                        <a:pt x="178" y="184"/>
                      </a:lnTo>
                      <a:lnTo>
                        <a:pt x="178" y="186"/>
                      </a:lnTo>
                      <a:lnTo>
                        <a:pt x="178" y="186"/>
                      </a:lnTo>
                      <a:lnTo>
                        <a:pt x="180" y="188"/>
                      </a:lnTo>
                      <a:lnTo>
                        <a:pt x="184" y="190"/>
                      </a:lnTo>
                      <a:lnTo>
                        <a:pt x="190" y="194"/>
                      </a:lnTo>
                      <a:lnTo>
                        <a:pt x="190" y="194"/>
                      </a:lnTo>
                      <a:lnTo>
                        <a:pt x="194" y="178"/>
                      </a:lnTo>
                      <a:lnTo>
                        <a:pt x="194" y="170"/>
                      </a:lnTo>
                      <a:lnTo>
                        <a:pt x="192" y="162"/>
                      </a:lnTo>
                      <a:lnTo>
                        <a:pt x="192" y="162"/>
                      </a:lnTo>
                      <a:lnTo>
                        <a:pt x="190" y="160"/>
                      </a:lnTo>
                      <a:lnTo>
                        <a:pt x="190" y="1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0" name="Freeform 191">
                  <a:extLst>
                    <a:ext uri="{FF2B5EF4-FFF2-40B4-BE49-F238E27FC236}">
                      <a16:creationId xmlns:a16="http://schemas.microsoft.com/office/drawing/2014/main" id="{D6E218F7-FE8F-DB48-961E-71DE1F77FA4F}"/>
                    </a:ext>
                  </a:extLst>
                </p:cNvPr>
                <p:cNvSpPr>
                  <a:spLocks/>
                </p:cNvSpPr>
                <p:nvPr/>
              </p:nvSpPr>
              <p:spPr bwMode="auto">
                <a:xfrm>
                  <a:off x="6447363" y="1712496"/>
                  <a:ext cx="285709" cy="472555"/>
                </a:xfrm>
                <a:custGeom>
                  <a:avLst/>
                  <a:gdLst>
                    <a:gd name="T0" fmla="*/ 54 w 146"/>
                    <a:gd name="T1" fmla="*/ 102 h 236"/>
                    <a:gd name="T2" fmla="*/ 58 w 146"/>
                    <a:gd name="T3" fmla="*/ 100 h 236"/>
                    <a:gd name="T4" fmla="*/ 60 w 146"/>
                    <a:gd name="T5" fmla="*/ 114 h 236"/>
                    <a:gd name="T6" fmla="*/ 58 w 146"/>
                    <a:gd name="T7" fmla="*/ 122 h 236"/>
                    <a:gd name="T8" fmla="*/ 54 w 146"/>
                    <a:gd name="T9" fmla="*/ 122 h 236"/>
                    <a:gd name="T10" fmla="*/ 46 w 146"/>
                    <a:gd name="T11" fmla="*/ 134 h 236"/>
                    <a:gd name="T12" fmla="*/ 40 w 146"/>
                    <a:gd name="T13" fmla="*/ 146 h 236"/>
                    <a:gd name="T14" fmla="*/ 28 w 146"/>
                    <a:gd name="T15" fmla="*/ 156 h 236"/>
                    <a:gd name="T16" fmla="*/ 22 w 146"/>
                    <a:gd name="T17" fmla="*/ 160 h 236"/>
                    <a:gd name="T18" fmla="*/ 18 w 146"/>
                    <a:gd name="T19" fmla="*/ 166 h 236"/>
                    <a:gd name="T20" fmla="*/ 16 w 146"/>
                    <a:gd name="T21" fmla="*/ 178 h 236"/>
                    <a:gd name="T22" fmla="*/ 20 w 146"/>
                    <a:gd name="T23" fmla="*/ 190 h 236"/>
                    <a:gd name="T24" fmla="*/ 16 w 146"/>
                    <a:gd name="T25" fmla="*/ 198 h 236"/>
                    <a:gd name="T26" fmla="*/ 18 w 146"/>
                    <a:gd name="T27" fmla="*/ 210 h 236"/>
                    <a:gd name="T28" fmla="*/ 22 w 146"/>
                    <a:gd name="T29" fmla="*/ 220 h 236"/>
                    <a:gd name="T30" fmla="*/ 24 w 146"/>
                    <a:gd name="T31" fmla="*/ 214 h 236"/>
                    <a:gd name="T32" fmla="*/ 32 w 146"/>
                    <a:gd name="T33" fmla="*/ 218 h 236"/>
                    <a:gd name="T34" fmla="*/ 38 w 146"/>
                    <a:gd name="T35" fmla="*/ 220 h 236"/>
                    <a:gd name="T36" fmla="*/ 28 w 146"/>
                    <a:gd name="T37" fmla="*/ 234 h 236"/>
                    <a:gd name="T38" fmla="*/ 40 w 146"/>
                    <a:gd name="T39" fmla="*/ 230 h 236"/>
                    <a:gd name="T40" fmla="*/ 42 w 146"/>
                    <a:gd name="T41" fmla="*/ 234 h 236"/>
                    <a:gd name="T42" fmla="*/ 54 w 146"/>
                    <a:gd name="T43" fmla="*/ 234 h 236"/>
                    <a:gd name="T44" fmla="*/ 70 w 146"/>
                    <a:gd name="T45" fmla="*/ 224 h 236"/>
                    <a:gd name="T46" fmla="*/ 74 w 146"/>
                    <a:gd name="T47" fmla="*/ 222 h 236"/>
                    <a:gd name="T48" fmla="*/ 84 w 146"/>
                    <a:gd name="T49" fmla="*/ 222 h 236"/>
                    <a:gd name="T50" fmla="*/ 86 w 146"/>
                    <a:gd name="T51" fmla="*/ 216 h 236"/>
                    <a:gd name="T52" fmla="*/ 92 w 146"/>
                    <a:gd name="T53" fmla="*/ 218 h 236"/>
                    <a:gd name="T54" fmla="*/ 140 w 146"/>
                    <a:gd name="T55" fmla="*/ 186 h 236"/>
                    <a:gd name="T56" fmla="*/ 144 w 146"/>
                    <a:gd name="T57" fmla="*/ 170 h 236"/>
                    <a:gd name="T58" fmla="*/ 134 w 146"/>
                    <a:gd name="T59" fmla="*/ 164 h 236"/>
                    <a:gd name="T60" fmla="*/ 138 w 146"/>
                    <a:gd name="T61" fmla="*/ 148 h 236"/>
                    <a:gd name="T62" fmla="*/ 136 w 146"/>
                    <a:gd name="T63" fmla="*/ 138 h 236"/>
                    <a:gd name="T64" fmla="*/ 128 w 146"/>
                    <a:gd name="T65" fmla="*/ 124 h 236"/>
                    <a:gd name="T66" fmla="*/ 126 w 146"/>
                    <a:gd name="T67" fmla="*/ 108 h 236"/>
                    <a:gd name="T68" fmla="*/ 126 w 146"/>
                    <a:gd name="T69" fmla="*/ 100 h 236"/>
                    <a:gd name="T70" fmla="*/ 118 w 146"/>
                    <a:gd name="T71" fmla="*/ 66 h 236"/>
                    <a:gd name="T72" fmla="*/ 126 w 146"/>
                    <a:gd name="T73" fmla="*/ 50 h 236"/>
                    <a:gd name="T74" fmla="*/ 118 w 146"/>
                    <a:gd name="T75" fmla="*/ 42 h 236"/>
                    <a:gd name="T76" fmla="*/ 122 w 146"/>
                    <a:gd name="T77" fmla="*/ 20 h 236"/>
                    <a:gd name="T78" fmla="*/ 116 w 146"/>
                    <a:gd name="T79" fmla="*/ 18 h 236"/>
                    <a:gd name="T80" fmla="*/ 100 w 146"/>
                    <a:gd name="T81" fmla="*/ 0 h 236"/>
                    <a:gd name="T82" fmla="*/ 82 w 146"/>
                    <a:gd name="T83" fmla="*/ 4 h 236"/>
                    <a:gd name="T84" fmla="*/ 76 w 146"/>
                    <a:gd name="T85" fmla="*/ 10 h 236"/>
                    <a:gd name="T86" fmla="*/ 68 w 146"/>
                    <a:gd name="T87" fmla="*/ 20 h 236"/>
                    <a:gd name="T88" fmla="*/ 68 w 146"/>
                    <a:gd name="T89" fmla="*/ 32 h 236"/>
                    <a:gd name="T90" fmla="*/ 60 w 146"/>
                    <a:gd name="T91" fmla="*/ 42 h 236"/>
                    <a:gd name="T92" fmla="*/ 48 w 146"/>
                    <a:gd name="T93" fmla="*/ 34 h 236"/>
                    <a:gd name="T94" fmla="*/ 42 w 146"/>
                    <a:gd name="T95" fmla="*/ 34 h 236"/>
                    <a:gd name="T96" fmla="*/ 10 w 146"/>
                    <a:gd name="T97" fmla="*/ 20 h 236"/>
                    <a:gd name="T98" fmla="*/ 0 w 146"/>
                    <a:gd name="T99" fmla="*/ 28 h 236"/>
                    <a:gd name="T100" fmla="*/ 12 w 146"/>
                    <a:gd name="T101" fmla="*/ 38 h 236"/>
                    <a:gd name="T102" fmla="*/ 26 w 146"/>
                    <a:gd name="T103" fmla="*/ 42 h 236"/>
                    <a:gd name="T104" fmla="*/ 36 w 146"/>
                    <a:gd name="T105" fmla="*/ 54 h 236"/>
                    <a:gd name="T106" fmla="*/ 36 w 146"/>
                    <a:gd name="T107" fmla="*/ 64 h 236"/>
                    <a:gd name="T108" fmla="*/ 38 w 146"/>
                    <a:gd name="T109" fmla="*/ 74 h 236"/>
                    <a:gd name="T110" fmla="*/ 40 w 146"/>
                    <a:gd name="T111" fmla="*/ 9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6" h="236">
                      <a:moveTo>
                        <a:pt x="40" y="98"/>
                      </a:moveTo>
                      <a:lnTo>
                        <a:pt x="40" y="98"/>
                      </a:lnTo>
                      <a:lnTo>
                        <a:pt x="52" y="98"/>
                      </a:lnTo>
                      <a:lnTo>
                        <a:pt x="54" y="102"/>
                      </a:lnTo>
                      <a:lnTo>
                        <a:pt x="54" y="102"/>
                      </a:lnTo>
                      <a:lnTo>
                        <a:pt x="54" y="102"/>
                      </a:lnTo>
                      <a:lnTo>
                        <a:pt x="56" y="102"/>
                      </a:lnTo>
                      <a:lnTo>
                        <a:pt x="56" y="100"/>
                      </a:lnTo>
                      <a:lnTo>
                        <a:pt x="58" y="100"/>
                      </a:lnTo>
                      <a:lnTo>
                        <a:pt x="58" y="100"/>
                      </a:lnTo>
                      <a:lnTo>
                        <a:pt x="58" y="104"/>
                      </a:lnTo>
                      <a:lnTo>
                        <a:pt x="58" y="106"/>
                      </a:lnTo>
                      <a:lnTo>
                        <a:pt x="58" y="112"/>
                      </a:lnTo>
                      <a:lnTo>
                        <a:pt x="60" y="114"/>
                      </a:lnTo>
                      <a:lnTo>
                        <a:pt x="60" y="114"/>
                      </a:lnTo>
                      <a:lnTo>
                        <a:pt x="60" y="116"/>
                      </a:lnTo>
                      <a:lnTo>
                        <a:pt x="58" y="118"/>
                      </a:lnTo>
                      <a:lnTo>
                        <a:pt x="58" y="118"/>
                      </a:lnTo>
                      <a:lnTo>
                        <a:pt x="58" y="120"/>
                      </a:lnTo>
                      <a:lnTo>
                        <a:pt x="58" y="122"/>
                      </a:lnTo>
                      <a:lnTo>
                        <a:pt x="58" y="122"/>
                      </a:lnTo>
                      <a:lnTo>
                        <a:pt x="58" y="122"/>
                      </a:lnTo>
                      <a:lnTo>
                        <a:pt x="58" y="122"/>
                      </a:lnTo>
                      <a:lnTo>
                        <a:pt x="58" y="122"/>
                      </a:lnTo>
                      <a:lnTo>
                        <a:pt x="54" y="122"/>
                      </a:lnTo>
                      <a:lnTo>
                        <a:pt x="52" y="124"/>
                      </a:lnTo>
                      <a:lnTo>
                        <a:pt x="52" y="124"/>
                      </a:lnTo>
                      <a:lnTo>
                        <a:pt x="48" y="128"/>
                      </a:lnTo>
                      <a:lnTo>
                        <a:pt x="48" y="134"/>
                      </a:lnTo>
                      <a:lnTo>
                        <a:pt x="46" y="134"/>
                      </a:lnTo>
                      <a:lnTo>
                        <a:pt x="46" y="134"/>
                      </a:lnTo>
                      <a:lnTo>
                        <a:pt x="40" y="142"/>
                      </a:lnTo>
                      <a:lnTo>
                        <a:pt x="40" y="142"/>
                      </a:lnTo>
                      <a:lnTo>
                        <a:pt x="40" y="146"/>
                      </a:lnTo>
                      <a:lnTo>
                        <a:pt x="40" y="146"/>
                      </a:lnTo>
                      <a:lnTo>
                        <a:pt x="38" y="148"/>
                      </a:lnTo>
                      <a:lnTo>
                        <a:pt x="32" y="150"/>
                      </a:lnTo>
                      <a:lnTo>
                        <a:pt x="32" y="150"/>
                      </a:lnTo>
                      <a:lnTo>
                        <a:pt x="30" y="152"/>
                      </a:lnTo>
                      <a:lnTo>
                        <a:pt x="28" y="156"/>
                      </a:lnTo>
                      <a:lnTo>
                        <a:pt x="26" y="156"/>
                      </a:lnTo>
                      <a:lnTo>
                        <a:pt x="26" y="156"/>
                      </a:lnTo>
                      <a:lnTo>
                        <a:pt x="26" y="160"/>
                      </a:lnTo>
                      <a:lnTo>
                        <a:pt x="26" y="160"/>
                      </a:lnTo>
                      <a:lnTo>
                        <a:pt x="22" y="160"/>
                      </a:lnTo>
                      <a:lnTo>
                        <a:pt x="20" y="160"/>
                      </a:lnTo>
                      <a:lnTo>
                        <a:pt x="20" y="160"/>
                      </a:lnTo>
                      <a:lnTo>
                        <a:pt x="20" y="162"/>
                      </a:lnTo>
                      <a:lnTo>
                        <a:pt x="18" y="166"/>
                      </a:lnTo>
                      <a:lnTo>
                        <a:pt x="18" y="166"/>
                      </a:lnTo>
                      <a:lnTo>
                        <a:pt x="12" y="170"/>
                      </a:lnTo>
                      <a:lnTo>
                        <a:pt x="12" y="170"/>
                      </a:lnTo>
                      <a:lnTo>
                        <a:pt x="12" y="176"/>
                      </a:lnTo>
                      <a:lnTo>
                        <a:pt x="12" y="176"/>
                      </a:lnTo>
                      <a:lnTo>
                        <a:pt x="16" y="178"/>
                      </a:lnTo>
                      <a:lnTo>
                        <a:pt x="16" y="178"/>
                      </a:lnTo>
                      <a:lnTo>
                        <a:pt x="16" y="180"/>
                      </a:lnTo>
                      <a:lnTo>
                        <a:pt x="16" y="182"/>
                      </a:lnTo>
                      <a:lnTo>
                        <a:pt x="20" y="190"/>
                      </a:lnTo>
                      <a:lnTo>
                        <a:pt x="20" y="190"/>
                      </a:lnTo>
                      <a:lnTo>
                        <a:pt x="20" y="192"/>
                      </a:lnTo>
                      <a:lnTo>
                        <a:pt x="20" y="192"/>
                      </a:lnTo>
                      <a:lnTo>
                        <a:pt x="16" y="196"/>
                      </a:lnTo>
                      <a:lnTo>
                        <a:pt x="16" y="198"/>
                      </a:lnTo>
                      <a:lnTo>
                        <a:pt x="16" y="198"/>
                      </a:lnTo>
                      <a:lnTo>
                        <a:pt x="16" y="206"/>
                      </a:lnTo>
                      <a:lnTo>
                        <a:pt x="16" y="206"/>
                      </a:lnTo>
                      <a:lnTo>
                        <a:pt x="18" y="212"/>
                      </a:lnTo>
                      <a:lnTo>
                        <a:pt x="18" y="212"/>
                      </a:lnTo>
                      <a:lnTo>
                        <a:pt x="18" y="210"/>
                      </a:lnTo>
                      <a:lnTo>
                        <a:pt x="20" y="210"/>
                      </a:lnTo>
                      <a:lnTo>
                        <a:pt x="22" y="210"/>
                      </a:lnTo>
                      <a:lnTo>
                        <a:pt x="22" y="210"/>
                      </a:lnTo>
                      <a:lnTo>
                        <a:pt x="22" y="220"/>
                      </a:lnTo>
                      <a:lnTo>
                        <a:pt x="22" y="220"/>
                      </a:lnTo>
                      <a:lnTo>
                        <a:pt x="26" y="220"/>
                      </a:lnTo>
                      <a:lnTo>
                        <a:pt x="26" y="220"/>
                      </a:lnTo>
                      <a:lnTo>
                        <a:pt x="24" y="216"/>
                      </a:lnTo>
                      <a:lnTo>
                        <a:pt x="24" y="214"/>
                      </a:lnTo>
                      <a:lnTo>
                        <a:pt x="24" y="214"/>
                      </a:lnTo>
                      <a:lnTo>
                        <a:pt x="24" y="214"/>
                      </a:lnTo>
                      <a:lnTo>
                        <a:pt x="26" y="216"/>
                      </a:lnTo>
                      <a:lnTo>
                        <a:pt x="26" y="216"/>
                      </a:lnTo>
                      <a:lnTo>
                        <a:pt x="32" y="218"/>
                      </a:lnTo>
                      <a:lnTo>
                        <a:pt x="32" y="218"/>
                      </a:lnTo>
                      <a:lnTo>
                        <a:pt x="32" y="222"/>
                      </a:lnTo>
                      <a:lnTo>
                        <a:pt x="32" y="222"/>
                      </a:lnTo>
                      <a:lnTo>
                        <a:pt x="36" y="222"/>
                      </a:lnTo>
                      <a:lnTo>
                        <a:pt x="38" y="220"/>
                      </a:lnTo>
                      <a:lnTo>
                        <a:pt x="38" y="220"/>
                      </a:lnTo>
                      <a:lnTo>
                        <a:pt x="38" y="224"/>
                      </a:lnTo>
                      <a:lnTo>
                        <a:pt x="38" y="224"/>
                      </a:lnTo>
                      <a:lnTo>
                        <a:pt x="28" y="226"/>
                      </a:lnTo>
                      <a:lnTo>
                        <a:pt x="28" y="226"/>
                      </a:lnTo>
                      <a:lnTo>
                        <a:pt x="28" y="234"/>
                      </a:lnTo>
                      <a:lnTo>
                        <a:pt x="28" y="234"/>
                      </a:lnTo>
                      <a:lnTo>
                        <a:pt x="34" y="232"/>
                      </a:lnTo>
                      <a:lnTo>
                        <a:pt x="36" y="226"/>
                      </a:lnTo>
                      <a:lnTo>
                        <a:pt x="36" y="226"/>
                      </a:lnTo>
                      <a:lnTo>
                        <a:pt x="40" y="230"/>
                      </a:lnTo>
                      <a:lnTo>
                        <a:pt x="40" y="230"/>
                      </a:lnTo>
                      <a:lnTo>
                        <a:pt x="40" y="232"/>
                      </a:lnTo>
                      <a:lnTo>
                        <a:pt x="38" y="234"/>
                      </a:lnTo>
                      <a:lnTo>
                        <a:pt x="38" y="234"/>
                      </a:lnTo>
                      <a:lnTo>
                        <a:pt x="42" y="234"/>
                      </a:lnTo>
                      <a:lnTo>
                        <a:pt x="42" y="234"/>
                      </a:lnTo>
                      <a:lnTo>
                        <a:pt x="42" y="236"/>
                      </a:lnTo>
                      <a:lnTo>
                        <a:pt x="42" y="236"/>
                      </a:lnTo>
                      <a:lnTo>
                        <a:pt x="54" y="234"/>
                      </a:lnTo>
                      <a:lnTo>
                        <a:pt x="54" y="234"/>
                      </a:lnTo>
                      <a:lnTo>
                        <a:pt x="54" y="232"/>
                      </a:lnTo>
                      <a:lnTo>
                        <a:pt x="54" y="232"/>
                      </a:lnTo>
                      <a:lnTo>
                        <a:pt x="60" y="228"/>
                      </a:lnTo>
                      <a:lnTo>
                        <a:pt x="70" y="224"/>
                      </a:lnTo>
                      <a:lnTo>
                        <a:pt x="70" y="224"/>
                      </a:lnTo>
                      <a:lnTo>
                        <a:pt x="70" y="220"/>
                      </a:lnTo>
                      <a:lnTo>
                        <a:pt x="70" y="220"/>
                      </a:lnTo>
                      <a:lnTo>
                        <a:pt x="72" y="220"/>
                      </a:lnTo>
                      <a:lnTo>
                        <a:pt x="74" y="222"/>
                      </a:lnTo>
                      <a:lnTo>
                        <a:pt x="74" y="222"/>
                      </a:lnTo>
                      <a:lnTo>
                        <a:pt x="76" y="220"/>
                      </a:lnTo>
                      <a:lnTo>
                        <a:pt x="78" y="220"/>
                      </a:lnTo>
                      <a:lnTo>
                        <a:pt x="78" y="220"/>
                      </a:lnTo>
                      <a:lnTo>
                        <a:pt x="80" y="220"/>
                      </a:lnTo>
                      <a:lnTo>
                        <a:pt x="84" y="222"/>
                      </a:lnTo>
                      <a:lnTo>
                        <a:pt x="84" y="222"/>
                      </a:lnTo>
                      <a:lnTo>
                        <a:pt x="84" y="218"/>
                      </a:lnTo>
                      <a:lnTo>
                        <a:pt x="84" y="218"/>
                      </a:lnTo>
                      <a:lnTo>
                        <a:pt x="86" y="218"/>
                      </a:lnTo>
                      <a:lnTo>
                        <a:pt x="86" y="216"/>
                      </a:lnTo>
                      <a:lnTo>
                        <a:pt x="86" y="216"/>
                      </a:lnTo>
                      <a:lnTo>
                        <a:pt x="88" y="216"/>
                      </a:lnTo>
                      <a:lnTo>
                        <a:pt x="88" y="218"/>
                      </a:lnTo>
                      <a:lnTo>
                        <a:pt x="88" y="218"/>
                      </a:lnTo>
                      <a:lnTo>
                        <a:pt x="92" y="218"/>
                      </a:lnTo>
                      <a:lnTo>
                        <a:pt x="92" y="218"/>
                      </a:lnTo>
                      <a:lnTo>
                        <a:pt x="100" y="212"/>
                      </a:lnTo>
                      <a:lnTo>
                        <a:pt x="100" y="212"/>
                      </a:lnTo>
                      <a:lnTo>
                        <a:pt x="124" y="196"/>
                      </a:lnTo>
                      <a:lnTo>
                        <a:pt x="140" y="186"/>
                      </a:lnTo>
                      <a:lnTo>
                        <a:pt x="146" y="180"/>
                      </a:lnTo>
                      <a:lnTo>
                        <a:pt x="146" y="180"/>
                      </a:lnTo>
                      <a:lnTo>
                        <a:pt x="146" y="176"/>
                      </a:lnTo>
                      <a:lnTo>
                        <a:pt x="144" y="170"/>
                      </a:lnTo>
                      <a:lnTo>
                        <a:pt x="144" y="170"/>
                      </a:lnTo>
                      <a:lnTo>
                        <a:pt x="144" y="168"/>
                      </a:lnTo>
                      <a:lnTo>
                        <a:pt x="142" y="168"/>
                      </a:lnTo>
                      <a:lnTo>
                        <a:pt x="136" y="166"/>
                      </a:lnTo>
                      <a:lnTo>
                        <a:pt x="136" y="166"/>
                      </a:lnTo>
                      <a:lnTo>
                        <a:pt x="134" y="164"/>
                      </a:lnTo>
                      <a:lnTo>
                        <a:pt x="134" y="162"/>
                      </a:lnTo>
                      <a:lnTo>
                        <a:pt x="134" y="156"/>
                      </a:lnTo>
                      <a:lnTo>
                        <a:pt x="134" y="156"/>
                      </a:lnTo>
                      <a:lnTo>
                        <a:pt x="134" y="152"/>
                      </a:lnTo>
                      <a:lnTo>
                        <a:pt x="138" y="148"/>
                      </a:lnTo>
                      <a:lnTo>
                        <a:pt x="138" y="148"/>
                      </a:lnTo>
                      <a:lnTo>
                        <a:pt x="138" y="146"/>
                      </a:lnTo>
                      <a:lnTo>
                        <a:pt x="138" y="144"/>
                      </a:lnTo>
                      <a:lnTo>
                        <a:pt x="136" y="138"/>
                      </a:lnTo>
                      <a:lnTo>
                        <a:pt x="136" y="138"/>
                      </a:lnTo>
                      <a:lnTo>
                        <a:pt x="134" y="134"/>
                      </a:lnTo>
                      <a:lnTo>
                        <a:pt x="132" y="132"/>
                      </a:lnTo>
                      <a:lnTo>
                        <a:pt x="132" y="132"/>
                      </a:lnTo>
                      <a:lnTo>
                        <a:pt x="128" y="128"/>
                      </a:lnTo>
                      <a:lnTo>
                        <a:pt x="128" y="124"/>
                      </a:lnTo>
                      <a:lnTo>
                        <a:pt x="128" y="124"/>
                      </a:lnTo>
                      <a:lnTo>
                        <a:pt x="126" y="116"/>
                      </a:lnTo>
                      <a:lnTo>
                        <a:pt x="126" y="116"/>
                      </a:lnTo>
                      <a:lnTo>
                        <a:pt x="126" y="112"/>
                      </a:lnTo>
                      <a:lnTo>
                        <a:pt x="126" y="108"/>
                      </a:lnTo>
                      <a:lnTo>
                        <a:pt x="126" y="108"/>
                      </a:lnTo>
                      <a:lnTo>
                        <a:pt x="128" y="106"/>
                      </a:lnTo>
                      <a:lnTo>
                        <a:pt x="126" y="104"/>
                      </a:lnTo>
                      <a:lnTo>
                        <a:pt x="126" y="100"/>
                      </a:lnTo>
                      <a:lnTo>
                        <a:pt x="126" y="100"/>
                      </a:lnTo>
                      <a:lnTo>
                        <a:pt x="126" y="96"/>
                      </a:lnTo>
                      <a:lnTo>
                        <a:pt x="124" y="92"/>
                      </a:lnTo>
                      <a:lnTo>
                        <a:pt x="124" y="92"/>
                      </a:lnTo>
                      <a:lnTo>
                        <a:pt x="118" y="66"/>
                      </a:lnTo>
                      <a:lnTo>
                        <a:pt x="118" y="66"/>
                      </a:lnTo>
                      <a:lnTo>
                        <a:pt x="118" y="64"/>
                      </a:lnTo>
                      <a:lnTo>
                        <a:pt x="120" y="60"/>
                      </a:lnTo>
                      <a:lnTo>
                        <a:pt x="126" y="54"/>
                      </a:lnTo>
                      <a:lnTo>
                        <a:pt x="126" y="54"/>
                      </a:lnTo>
                      <a:lnTo>
                        <a:pt x="126" y="50"/>
                      </a:lnTo>
                      <a:lnTo>
                        <a:pt x="124" y="46"/>
                      </a:lnTo>
                      <a:lnTo>
                        <a:pt x="122" y="42"/>
                      </a:lnTo>
                      <a:lnTo>
                        <a:pt x="122" y="42"/>
                      </a:lnTo>
                      <a:lnTo>
                        <a:pt x="120" y="44"/>
                      </a:lnTo>
                      <a:lnTo>
                        <a:pt x="118" y="42"/>
                      </a:lnTo>
                      <a:lnTo>
                        <a:pt x="118" y="42"/>
                      </a:lnTo>
                      <a:lnTo>
                        <a:pt x="116" y="38"/>
                      </a:lnTo>
                      <a:lnTo>
                        <a:pt x="116" y="32"/>
                      </a:lnTo>
                      <a:lnTo>
                        <a:pt x="118" y="24"/>
                      </a:lnTo>
                      <a:lnTo>
                        <a:pt x="122" y="20"/>
                      </a:lnTo>
                      <a:lnTo>
                        <a:pt x="122" y="18"/>
                      </a:lnTo>
                      <a:lnTo>
                        <a:pt x="122" y="18"/>
                      </a:lnTo>
                      <a:lnTo>
                        <a:pt x="122" y="18"/>
                      </a:lnTo>
                      <a:lnTo>
                        <a:pt x="116" y="18"/>
                      </a:lnTo>
                      <a:lnTo>
                        <a:pt x="116" y="18"/>
                      </a:lnTo>
                      <a:lnTo>
                        <a:pt x="108" y="12"/>
                      </a:lnTo>
                      <a:lnTo>
                        <a:pt x="108" y="12"/>
                      </a:lnTo>
                      <a:lnTo>
                        <a:pt x="104" y="4"/>
                      </a:lnTo>
                      <a:lnTo>
                        <a:pt x="100" y="0"/>
                      </a:lnTo>
                      <a:lnTo>
                        <a:pt x="100" y="0"/>
                      </a:lnTo>
                      <a:lnTo>
                        <a:pt x="96" y="2"/>
                      </a:lnTo>
                      <a:lnTo>
                        <a:pt x="92" y="6"/>
                      </a:lnTo>
                      <a:lnTo>
                        <a:pt x="90" y="6"/>
                      </a:lnTo>
                      <a:lnTo>
                        <a:pt x="90" y="6"/>
                      </a:lnTo>
                      <a:lnTo>
                        <a:pt x="82" y="4"/>
                      </a:lnTo>
                      <a:lnTo>
                        <a:pt x="82" y="4"/>
                      </a:lnTo>
                      <a:lnTo>
                        <a:pt x="80" y="6"/>
                      </a:lnTo>
                      <a:lnTo>
                        <a:pt x="78" y="8"/>
                      </a:lnTo>
                      <a:lnTo>
                        <a:pt x="76" y="10"/>
                      </a:lnTo>
                      <a:lnTo>
                        <a:pt x="76" y="10"/>
                      </a:lnTo>
                      <a:lnTo>
                        <a:pt x="72" y="12"/>
                      </a:lnTo>
                      <a:lnTo>
                        <a:pt x="70" y="14"/>
                      </a:lnTo>
                      <a:lnTo>
                        <a:pt x="70" y="14"/>
                      </a:lnTo>
                      <a:lnTo>
                        <a:pt x="70" y="18"/>
                      </a:lnTo>
                      <a:lnTo>
                        <a:pt x="68" y="20"/>
                      </a:lnTo>
                      <a:lnTo>
                        <a:pt x="68" y="20"/>
                      </a:lnTo>
                      <a:lnTo>
                        <a:pt x="70" y="22"/>
                      </a:lnTo>
                      <a:lnTo>
                        <a:pt x="70" y="28"/>
                      </a:lnTo>
                      <a:lnTo>
                        <a:pt x="70" y="28"/>
                      </a:lnTo>
                      <a:lnTo>
                        <a:pt x="68" y="32"/>
                      </a:lnTo>
                      <a:lnTo>
                        <a:pt x="62" y="36"/>
                      </a:lnTo>
                      <a:lnTo>
                        <a:pt x="62" y="36"/>
                      </a:lnTo>
                      <a:lnTo>
                        <a:pt x="60" y="38"/>
                      </a:lnTo>
                      <a:lnTo>
                        <a:pt x="60" y="40"/>
                      </a:lnTo>
                      <a:lnTo>
                        <a:pt x="60" y="42"/>
                      </a:lnTo>
                      <a:lnTo>
                        <a:pt x="52" y="36"/>
                      </a:lnTo>
                      <a:lnTo>
                        <a:pt x="52" y="36"/>
                      </a:lnTo>
                      <a:lnTo>
                        <a:pt x="52" y="34"/>
                      </a:lnTo>
                      <a:lnTo>
                        <a:pt x="48" y="34"/>
                      </a:lnTo>
                      <a:lnTo>
                        <a:pt x="48" y="34"/>
                      </a:lnTo>
                      <a:lnTo>
                        <a:pt x="46" y="34"/>
                      </a:lnTo>
                      <a:lnTo>
                        <a:pt x="46" y="36"/>
                      </a:lnTo>
                      <a:lnTo>
                        <a:pt x="46" y="36"/>
                      </a:lnTo>
                      <a:lnTo>
                        <a:pt x="42" y="34"/>
                      </a:lnTo>
                      <a:lnTo>
                        <a:pt x="42" y="34"/>
                      </a:lnTo>
                      <a:lnTo>
                        <a:pt x="34" y="34"/>
                      </a:lnTo>
                      <a:lnTo>
                        <a:pt x="28" y="36"/>
                      </a:lnTo>
                      <a:lnTo>
                        <a:pt x="14" y="20"/>
                      </a:lnTo>
                      <a:lnTo>
                        <a:pt x="14" y="20"/>
                      </a:lnTo>
                      <a:lnTo>
                        <a:pt x="10" y="20"/>
                      </a:lnTo>
                      <a:lnTo>
                        <a:pt x="8" y="20"/>
                      </a:lnTo>
                      <a:lnTo>
                        <a:pt x="8" y="22"/>
                      </a:lnTo>
                      <a:lnTo>
                        <a:pt x="6" y="24"/>
                      </a:lnTo>
                      <a:lnTo>
                        <a:pt x="0" y="28"/>
                      </a:lnTo>
                      <a:lnTo>
                        <a:pt x="0" y="28"/>
                      </a:lnTo>
                      <a:lnTo>
                        <a:pt x="4" y="28"/>
                      </a:lnTo>
                      <a:lnTo>
                        <a:pt x="8" y="30"/>
                      </a:lnTo>
                      <a:lnTo>
                        <a:pt x="8" y="32"/>
                      </a:lnTo>
                      <a:lnTo>
                        <a:pt x="8" y="32"/>
                      </a:lnTo>
                      <a:lnTo>
                        <a:pt x="12" y="38"/>
                      </a:lnTo>
                      <a:lnTo>
                        <a:pt x="14" y="40"/>
                      </a:lnTo>
                      <a:lnTo>
                        <a:pt x="18" y="40"/>
                      </a:lnTo>
                      <a:lnTo>
                        <a:pt x="18" y="40"/>
                      </a:lnTo>
                      <a:lnTo>
                        <a:pt x="24" y="42"/>
                      </a:lnTo>
                      <a:lnTo>
                        <a:pt x="26" y="42"/>
                      </a:lnTo>
                      <a:lnTo>
                        <a:pt x="28" y="44"/>
                      </a:lnTo>
                      <a:lnTo>
                        <a:pt x="28" y="44"/>
                      </a:lnTo>
                      <a:lnTo>
                        <a:pt x="34" y="52"/>
                      </a:lnTo>
                      <a:lnTo>
                        <a:pt x="34" y="52"/>
                      </a:lnTo>
                      <a:lnTo>
                        <a:pt x="36" y="54"/>
                      </a:lnTo>
                      <a:lnTo>
                        <a:pt x="36" y="58"/>
                      </a:lnTo>
                      <a:lnTo>
                        <a:pt x="36" y="58"/>
                      </a:lnTo>
                      <a:lnTo>
                        <a:pt x="36" y="60"/>
                      </a:lnTo>
                      <a:lnTo>
                        <a:pt x="36" y="62"/>
                      </a:lnTo>
                      <a:lnTo>
                        <a:pt x="36" y="64"/>
                      </a:lnTo>
                      <a:lnTo>
                        <a:pt x="36" y="66"/>
                      </a:lnTo>
                      <a:lnTo>
                        <a:pt x="36" y="66"/>
                      </a:lnTo>
                      <a:lnTo>
                        <a:pt x="38" y="70"/>
                      </a:lnTo>
                      <a:lnTo>
                        <a:pt x="38" y="74"/>
                      </a:lnTo>
                      <a:lnTo>
                        <a:pt x="38" y="74"/>
                      </a:lnTo>
                      <a:lnTo>
                        <a:pt x="38" y="80"/>
                      </a:lnTo>
                      <a:lnTo>
                        <a:pt x="36" y="84"/>
                      </a:lnTo>
                      <a:lnTo>
                        <a:pt x="36" y="84"/>
                      </a:lnTo>
                      <a:lnTo>
                        <a:pt x="38" y="88"/>
                      </a:lnTo>
                      <a:lnTo>
                        <a:pt x="40" y="9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1" name="Freeform 195">
                  <a:extLst>
                    <a:ext uri="{FF2B5EF4-FFF2-40B4-BE49-F238E27FC236}">
                      <a16:creationId xmlns:a16="http://schemas.microsoft.com/office/drawing/2014/main" id="{8AF555CD-EB0B-3A44-B5A9-5A3C8AECE00B}"/>
                    </a:ext>
                  </a:extLst>
                </p:cNvPr>
                <p:cNvSpPr>
                  <a:spLocks/>
                </p:cNvSpPr>
                <p:nvPr/>
              </p:nvSpPr>
              <p:spPr bwMode="auto">
                <a:xfrm>
                  <a:off x="6525639" y="2201071"/>
                  <a:ext cx="121328" cy="100117"/>
                </a:xfrm>
                <a:custGeom>
                  <a:avLst/>
                  <a:gdLst>
                    <a:gd name="T0" fmla="*/ 60 w 62"/>
                    <a:gd name="T1" fmla="*/ 14 h 50"/>
                    <a:gd name="T2" fmla="*/ 60 w 62"/>
                    <a:gd name="T3" fmla="*/ 12 h 50"/>
                    <a:gd name="T4" fmla="*/ 62 w 62"/>
                    <a:gd name="T5" fmla="*/ 10 h 50"/>
                    <a:gd name="T6" fmla="*/ 58 w 62"/>
                    <a:gd name="T7" fmla="*/ 4 h 50"/>
                    <a:gd name="T8" fmla="*/ 52 w 62"/>
                    <a:gd name="T9" fmla="*/ 2 h 50"/>
                    <a:gd name="T10" fmla="*/ 48 w 62"/>
                    <a:gd name="T11" fmla="*/ 0 h 50"/>
                    <a:gd name="T12" fmla="*/ 44 w 62"/>
                    <a:gd name="T13" fmla="*/ 0 h 50"/>
                    <a:gd name="T14" fmla="*/ 44 w 62"/>
                    <a:gd name="T15" fmla="*/ 4 h 50"/>
                    <a:gd name="T16" fmla="*/ 30 w 62"/>
                    <a:gd name="T17" fmla="*/ 4 h 50"/>
                    <a:gd name="T18" fmla="*/ 30 w 62"/>
                    <a:gd name="T19" fmla="*/ 2 h 50"/>
                    <a:gd name="T20" fmla="*/ 26 w 62"/>
                    <a:gd name="T21" fmla="*/ 2 h 50"/>
                    <a:gd name="T22" fmla="*/ 26 w 62"/>
                    <a:gd name="T23" fmla="*/ 2 h 50"/>
                    <a:gd name="T24" fmla="*/ 24 w 62"/>
                    <a:gd name="T25" fmla="*/ 6 h 50"/>
                    <a:gd name="T26" fmla="*/ 12 w 62"/>
                    <a:gd name="T27" fmla="*/ 6 h 50"/>
                    <a:gd name="T28" fmla="*/ 0 w 62"/>
                    <a:gd name="T29" fmla="*/ 10 h 50"/>
                    <a:gd name="T30" fmla="*/ 0 w 62"/>
                    <a:gd name="T31" fmla="*/ 28 h 50"/>
                    <a:gd name="T32" fmla="*/ 6 w 62"/>
                    <a:gd name="T33" fmla="*/ 28 h 50"/>
                    <a:gd name="T34" fmla="*/ 4 w 62"/>
                    <a:gd name="T35" fmla="*/ 38 h 50"/>
                    <a:gd name="T36" fmla="*/ 12 w 62"/>
                    <a:gd name="T37" fmla="*/ 38 h 50"/>
                    <a:gd name="T38" fmla="*/ 16 w 62"/>
                    <a:gd name="T39" fmla="*/ 38 h 50"/>
                    <a:gd name="T40" fmla="*/ 16 w 62"/>
                    <a:gd name="T41" fmla="*/ 36 h 50"/>
                    <a:gd name="T42" fmla="*/ 26 w 62"/>
                    <a:gd name="T43" fmla="*/ 38 h 50"/>
                    <a:gd name="T44" fmla="*/ 30 w 62"/>
                    <a:gd name="T45" fmla="*/ 40 h 50"/>
                    <a:gd name="T46" fmla="*/ 34 w 62"/>
                    <a:gd name="T47" fmla="*/ 42 h 50"/>
                    <a:gd name="T48" fmla="*/ 44 w 62"/>
                    <a:gd name="T49" fmla="*/ 48 h 50"/>
                    <a:gd name="T50" fmla="*/ 46 w 62"/>
                    <a:gd name="T51" fmla="*/ 44 h 50"/>
                    <a:gd name="T52" fmla="*/ 48 w 62"/>
                    <a:gd name="T53" fmla="*/ 40 h 50"/>
                    <a:gd name="T54" fmla="*/ 52 w 62"/>
                    <a:gd name="T55" fmla="*/ 36 h 50"/>
                    <a:gd name="T56" fmla="*/ 54 w 62"/>
                    <a:gd name="T57" fmla="*/ 30 h 50"/>
                    <a:gd name="T58" fmla="*/ 50 w 62"/>
                    <a:gd name="T59" fmla="*/ 28 h 50"/>
                    <a:gd name="T60" fmla="*/ 50 w 62"/>
                    <a:gd name="T61" fmla="*/ 22 h 50"/>
                    <a:gd name="T62" fmla="*/ 48 w 62"/>
                    <a:gd name="T63" fmla="*/ 16 h 50"/>
                    <a:gd name="T64" fmla="*/ 52 w 62"/>
                    <a:gd name="T65" fmla="*/ 14 h 50"/>
                    <a:gd name="T66" fmla="*/ 56 w 62"/>
                    <a:gd name="T67" fmla="*/ 14 h 50"/>
                    <a:gd name="T68" fmla="*/ 56 w 62"/>
                    <a:gd name="T69"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 h="50">
                      <a:moveTo>
                        <a:pt x="56" y="16"/>
                      </a:moveTo>
                      <a:lnTo>
                        <a:pt x="60" y="14"/>
                      </a:lnTo>
                      <a:lnTo>
                        <a:pt x="60" y="14"/>
                      </a:lnTo>
                      <a:lnTo>
                        <a:pt x="60" y="12"/>
                      </a:lnTo>
                      <a:lnTo>
                        <a:pt x="62" y="10"/>
                      </a:lnTo>
                      <a:lnTo>
                        <a:pt x="62" y="10"/>
                      </a:lnTo>
                      <a:lnTo>
                        <a:pt x="60" y="6"/>
                      </a:lnTo>
                      <a:lnTo>
                        <a:pt x="58" y="4"/>
                      </a:lnTo>
                      <a:lnTo>
                        <a:pt x="58" y="4"/>
                      </a:lnTo>
                      <a:lnTo>
                        <a:pt x="52" y="2"/>
                      </a:lnTo>
                      <a:lnTo>
                        <a:pt x="48" y="0"/>
                      </a:lnTo>
                      <a:lnTo>
                        <a:pt x="48" y="0"/>
                      </a:lnTo>
                      <a:lnTo>
                        <a:pt x="44" y="0"/>
                      </a:lnTo>
                      <a:lnTo>
                        <a:pt x="44" y="0"/>
                      </a:lnTo>
                      <a:lnTo>
                        <a:pt x="44" y="0"/>
                      </a:lnTo>
                      <a:lnTo>
                        <a:pt x="44" y="4"/>
                      </a:lnTo>
                      <a:lnTo>
                        <a:pt x="44" y="4"/>
                      </a:lnTo>
                      <a:lnTo>
                        <a:pt x="30" y="4"/>
                      </a:lnTo>
                      <a:lnTo>
                        <a:pt x="30" y="4"/>
                      </a:lnTo>
                      <a:lnTo>
                        <a:pt x="30" y="2"/>
                      </a:lnTo>
                      <a:lnTo>
                        <a:pt x="28" y="2"/>
                      </a:lnTo>
                      <a:lnTo>
                        <a:pt x="26" y="2"/>
                      </a:lnTo>
                      <a:lnTo>
                        <a:pt x="26" y="2"/>
                      </a:lnTo>
                      <a:lnTo>
                        <a:pt x="26" y="2"/>
                      </a:lnTo>
                      <a:lnTo>
                        <a:pt x="24" y="6"/>
                      </a:lnTo>
                      <a:lnTo>
                        <a:pt x="24" y="6"/>
                      </a:lnTo>
                      <a:lnTo>
                        <a:pt x="18" y="6"/>
                      </a:lnTo>
                      <a:lnTo>
                        <a:pt x="12" y="6"/>
                      </a:lnTo>
                      <a:lnTo>
                        <a:pt x="0" y="10"/>
                      </a:lnTo>
                      <a:lnTo>
                        <a:pt x="0" y="10"/>
                      </a:lnTo>
                      <a:lnTo>
                        <a:pt x="0" y="20"/>
                      </a:lnTo>
                      <a:lnTo>
                        <a:pt x="0" y="28"/>
                      </a:lnTo>
                      <a:lnTo>
                        <a:pt x="0" y="28"/>
                      </a:lnTo>
                      <a:lnTo>
                        <a:pt x="6" y="28"/>
                      </a:lnTo>
                      <a:lnTo>
                        <a:pt x="6" y="28"/>
                      </a:lnTo>
                      <a:lnTo>
                        <a:pt x="4" y="38"/>
                      </a:lnTo>
                      <a:lnTo>
                        <a:pt x="4" y="38"/>
                      </a:lnTo>
                      <a:lnTo>
                        <a:pt x="12" y="38"/>
                      </a:lnTo>
                      <a:lnTo>
                        <a:pt x="12" y="38"/>
                      </a:lnTo>
                      <a:lnTo>
                        <a:pt x="16" y="38"/>
                      </a:lnTo>
                      <a:lnTo>
                        <a:pt x="16" y="36"/>
                      </a:lnTo>
                      <a:lnTo>
                        <a:pt x="16" y="36"/>
                      </a:lnTo>
                      <a:lnTo>
                        <a:pt x="20" y="36"/>
                      </a:lnTo>
                      <a:lnTo>
                        <a:pt x="26" y="38"/>
                      </a:lnTo>
                      <a:lnTo>
                        <a:pt x="26" y="38"/>
                      </a:lnTo>
                      <a:lnTo>
                        <a:pt x="30" y="40"/>
                      </a:lnTo>
                      <a:lnTo>
                        <a:pt x="30" y="42"/>
                      </a:lnTo>
                      <a:lnTo>
                        <a:pt x="34" y="42"/>
                      </a:lnTo>
                      <a:lnTo>
                        <a:pt x="38" y="50"/>
                      </a:lnTo>
                      <a:lnTo>
                        <a:pt x="44" y="48"/>
                      </a:lnTo>
                      <a:lnTo>
                        <a:pt x="44" y="48"/>
                      </a:lnTo>
                      <a:lnTo>
                        <a:pt x="46" y="44"/>
                      </a:lnTo>
                      <a:lnTo>
                        <a:pt x="46" y="40"/>
                      </a:lnTo>
                      <a:lnTo>
                        <a:pt x="48" y="40"/>
                      </a:lnTo>
                      <a:lnTo>
                        <a:pt x="48" y="40"/>
                      </a:lnTo>
                      <a:lnTo>
                        <a:pt x="52" y="36"/>
                      </a:lnTo>
                      <a:lnTo>
                        <a:pt x="54" y="34"/>
                      </a:lnTo>
                      <a:lnTo>
                        <a:pt x="54" y="30"/>
                      </a:lnTo>
                      <a:lnTo>
                        <a:pt x="54" y="30"/>
                      </a:lnTo>
                      <a:lnTo>
                        <a:pt x="50" y="28"/>
                      </a:lnTo>
                      <a:lnTo>
                        <a:pt x="50" y="28"/>
                      </a:lnTo>
                      <a:lnTo>
                        <a:pt x="50" y="22"/>
                      </a:lnTo>
                      <a:lnTo>
                        <a:pt x="48" y="16"/>
                      </a:lnTo>
                      <a:lnTo>
                        <a:pt x="48" y="16"/>
                      </a:lnTo>
                      <a:lnTo>
                        <a:pt x="52" y="14"/>
                      </a:lnTo>
                      <a:lnTo>
                        <a:pt x="52" y="14"/>
                      </a:lnTo>
                      <a:lnTo>
                        <a:pt x="56" y="14"/>
                      </a:lnTo>
                      <a:lnTo>
                        <a:pt x="56" y="14"/>
                      </a:lnTo>
                      <a:lnTo>
                        <a:pt x="56" y="16"/>
                      </a:lnTo>
                      <a:lnTo>
                        <a:pt x="56" y="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2" name="Freeform 203">
                  <a:extLst>
                    <a:ext uri="{FF2B5EF4-FFF2-40B4-BE49-F238E27FC236}">
                      <a16:creationId xmlns:a16="http://schemas.microsoft.com/office/drawing/2014/main" id="{70E0CDF7-9785-924C-A728-825981D9A5B5}"/>
                    </a:ext>
                  </a:extLst>
                </p:cNvPr>
                <p:cNvSpPr>
                  <a:spLocks noEditPoints="1"/>
                </p:cNvSpPr>
                <p:nvPr/>
              </p:nvSpPr>
              <p:spPr bwMode="auto">
                <a:xfrm>
                  <a:off x="6112733" y="2281165"/>
                  <a:ext cx="123286" cy="156184"/>
                </a:xfrm>
                <a:custGeom>
                  <a:avLst/>
                  <a:gdLst>
                    <a:gd name="T0" fmla="*/ 24 w 63"/>
                    <a:gd name="T1" fmla="*/ 54 h 78"/>
                    <a:gd name="T2" fmla="*/ 30 w 63"/>
                    <a:gd name="T3" fmla="*/ 60 h 78"/>
                    <a:gd name="T4" fmla="*/ 32 w 63"/>
                    <a:gd name="T5" fmla="*/ 64 h 78"/>
                    <a:gd name="T6" fmla="*/ 37 w 63"/>
                    <a:gd name="T7" fmla="*/ 64 h 78"/>
                    <a:gd name="T8" fmla="*/ 37 w 63"/>
                    <a:gd name="T9" fmla="*/ 54 h 78"/>
                    <a:gd name="T10" fmla="*/ 30 w 63"/>
                    <a:gd name="T11" fmla="*/ 46 h 78"/>
                    <a:gd name="T12" fmla="*/ 37 w 63"/>
                    <a:gd name="T13" fmla="*/ 38 h 78"/>
                    <a:gd name="T14" fmla="*/ 39 w 63"/>
                    <a:gd name="T15" fmla="*/ 32 h 78"/>
                    <a:gd name="T16" fmla="*/ 32 w 63"/>
                    <a:gd name="T17" fmla="*/ 26 h 78"/>
                    <a:gd name="T18" fmla="*/ 26 w 63"/>
                    <a:gd name="T19" fmla="*/ 16 h 78"/>
                    <a:gd name="T20" fmla="*/ 32 w 63"/>
                    <a:gd name="T21" fmla="*/ 16 h 78"/>
                    <a:gd name="T22" fmla="*/ 37 w 63"/>
                    <a:gd name="T23" fmla="*/ 12 h 78"/>
                    <a:gd name="T24" fmla="*/ 34 w 63"/>
                    <a:gd name="T25" fmla="*/ 6 h 78"/>
                    <a:gd name="T26" fmla="*/ 37 w 63"/>
                    <a:gd name="T27" fmla="*/ 0 h 78"/>
                    <a:gd name="T28" fmla="*/ 26 w 63"/>
                    <a:gd name="T29" fmla="*/ 4 h 78"/>
                    <a:gd name="T30" fmla="*/ 22 w 63"/>
                    <a:gd name="T31" fmla="*/ 10 h 78"/>
                    <a:gd name="T32" fmla="*/ 16 w 63"/>
                    <a:gd name="T33" fmla="*/ 14 h 78"/>
                    <a:gd name="T34" fmla="*/ 8 w 63"/>
                    <a:gd name="T35" fmla="*/ 16 h 78"/>
                    <a:gd name="T36" fmla="*/ 2 w 63"/>
                    <a:gd name="T37" fmla="*/ 22 h 78"/>
                    <a:gd name="T38" fmla="*/ 2 w 63"/>
                    <a:gd name="T39" fmla="*/ 24 h 78"/>
                    <a:gd name="T40" fmla="*/ 8 w 63"/>
                    <a:gd name="T41" fmla="*/ 20 h 78"/>
                    <a:gd name="T42" fmla="*/ 12 w 63"/>
                    <a:gd name="T43" fmla="*/ 18 h 78"/>
                    <a:gd name="T44" fmla="*/ 22 w 63"/>
                    <a:gd name="T45" fmla="*/ 28 h 78"/>
                    <a:gd name="T46" fmla="*/ 16 w 63"/>
                    <a:gd name="T47" fmla="*/ 24 h 78"/>
                    <a:gd name="T48" fmla="*/ 0 w 63"/>
                    <a:gd name="T49" fmla="*/ 30 h 78"/>
                    <a:gd name="T50" fmla="*/ 2 w 63"/>
                    <a:gd name="T51" fmla="*/ 42 h 78"/>
                    <a:gd name="T52" fmla="*/ 2 w 63"/>
                    <a:gd name="T53" fmla="*/ 48 h 78"/>
                    <a:gd name="T54" fmla="*/ 4 w 63"/>
                    <a:gd name="T55" fmla="*/ 56 h 78"/>
                    <a:gd name="T56" fmla="*/ 10 w 63"/>
                    <a:gd name="T57" fmla="*/ 64 h 78"/>
                    <a:gd name="T58" fmla="*/ 61 w 63"/>
                    <a:gd name="T59" fmla="*/ 66 h 78"/>
                    <a:gd name="T60" fmla="*/ 51 w 63"/>
                    <a:gd name="T61" fmla="*/ 70 h 78"/>
                    <a:gd name="T62" fmla="*/ 45 w 63"/>
                    <a:gd name="T63" fmla="*/ 68 h 78"/>
                    <a:gd name="T64" fmla="*/ 43 w 63"/>
                    <a:gd name="T65" fmla="*/ 68 h 78"/>
                    <a:gd name="T66" fmla="*/ 43 w 63"/>
                    <a:gd name="T67" fmla="*/ 72 h 78"/>
                    <a:gd name="T68" fmla="*/ 45 w 63"/>
                    <a:gd name="T69" fmla="*/ 76 h 78"/>
                    <a:gd name="T70" fmla="*/ 49 w 63"/>
                    <a:gd name="T71" fmla="*/ 78 h 78"/>
                    <a:gd name="T72" fmla="*/ 53 w 63"/>
                    <a:gd name="T73" fmla="*/ 76 h 78"/>
                    <a:gd name="T74" fmla="*/ 57 w 63"/>
                    <a:gd name="T75" fmla="*/ 72 h 78"/>
                    <a:gd name="T76" fmla="*/ 63 w 63"/>
                    <a:gd name="T77" fmla="*/ 66 h 78"/>
                    <a:gd name="T78" fmla="*/ 39 w 63"/>
                    <a:gd name="T79" fmla="*/ 66 h 78"/>
                    <a:gd name="T80" fmla="*/ 37 w 63"/>
                    <a:gd name="T81" fmla="*/ 74 h 78"/>
                    <a:gd name="T82" fmla="*/ 39 w 63"/>
                    <a:gd name="T83" fmla="*/ 68 h 78"/>
                    <a:gd name="T84" fmla="*/ 39 w 63"/>
                    <a:gd name="T85" fmla="*/ 66 h 78"/>
                    <a:gd name="T86" fmla="*/ 55 w 63"/>
                    <a:gd name="T87" fmla="*/ 38 h 78"/>
                    <a:gd name="T88" fmla="*/ 53 w 63"/>
                    <a:gd name="T89" fmla="*/ 46 h 78"/>
                    <a:gd name="T90" fmla="*/ 49 w 63"/>
                    <a:gd name="T91" fmla="*/ 50 h 78"/>
                    <a:gd name="T92" fmla="*/ 49 w 63"/>
                    <a:gd name="T93" fmla="*/ 46 h 78"/>
                    <a:gd name="T94" fmla="*/ 43 w 63"/>
                    <a:gd name="T95" fmla="*/ 50 h 78"/>
                    <a:gd name="T96" fmla="*/ 39 w 63"/>
                    <a:gd name="T97" fmla="*/ 50 h 78"/>
                    <a:gd name="T98" fmla="*/ 41 w 63"/>
                    <a:gd name="T99" fmla="*/ 54 h 78"/>
                    <a:gd name="T100" fmla="*/ 43 w 63"/>
                    <a:gd name="T101" fmla="*/ 62 h 78"/>
                    <a:gd name="T102" fmla="*/ 49 w 63"/>
                    <a:gd name="T103" fmla="*/ 62 h 78"/>
                    <a:gd name="T104" fmla="*/ 51 w 63"/>
                    <a:gd name="T105" fmla="*/ 60 h 78"/>
                    <a:gd name="T106" fmla="*/ 55 w 63"/>
                    <a:gd name="T107" fmla="*/ 66 h 78"/>
                    <a:gd name="T108" fmla="*/ 55 w 63"/>
                    <a:gd name="T109" fmla="*/ 62 h 78"/>
                    <a:gd name="T110" fmla="*/ 61 w 63"/>
                    <a:gd name="T111" fmla="*/ 58 h 78"/>
                    <a:gd name="T112" fmla="*/ 57 w 63"/>
                    <a:gd name="T113" fmla="*/ 52 h 78"/>
                    <a:gd name="T114" fmla="*/ 61 w 63"/>
                    <a:gd name="T115" fmla="*/ 50 h 78"/>
                    <a:gd name="T116" fmla="*/ 59 w 63"/>
                    <a:gd name="T117" fmla="*/ 38 h 78"/>
                    <a:gd name="T118" fmla="*/ 12 w 63"/>
                    <a:gd name="T119" fmla="*/ 20 h 78"/>
                    <a:gd name="T120" fmla="*/ 10 w 63"/>
                    <a:gd name="T121" fmla="*/ 26 h 78"/>
                    <a:gd name="T122" fmla="*/ 14 w 63"/>
                    <a:gd name="T123" fmla="*/ 22 h 78"/>
                    <a:gd name="T124" fmla="*/ 12 w 63"/>
                    <a:gd name="T125" fmla="*/ 2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 h="78">
                      <a:moveTo>
                        <a:pt x="22" y="64"/>
                      </a:moveTo>
                      <a:lnTo>
                        <a:pt x="22" y="64"/>
                      </a:lnTo>
                      <a:lnTo>
                        <a:pt x="24" y="54"/>
                      </a:lnTo>
                      <a:lnTo>
                        <a:pt x="24" y="54"/>
                      </a:lnTo>
                      <a:lnTo>
                        <a:pt x="30" y="60"/>
                      </a:lnTo>
                      <a:lnTo>
                        <a:pt x="30" y="60"/>
                      </a:lnTo>
                      <a:lnTo>
                        <a:pt x="30" y="64"/>
                      </a:lnTo>
                      <a:lnTo>
                        <a:pt x="32" y="64"/>
                      </a:lnTo>
                      <a:lnTo>
                        <a:pt x="32" y="64"/>
                      </a:lnTo>
                      <a:lnTo>
                        <a:pt x="32" y="64"/>
                      </a:lnTo>
                      <a:lnTo>
                        <a:pt x="34" y="64"/>
                      </a:lnTo>
                      <a:lnTo>
                        <a:pt x="37" y="64"/>
                      </a:lnTo>
                      <a:lnTo>
                        <a:pt x="37" y="64"/>
                      </a:lnTo>
                      <a:lnTo>
                        <a:pt x="37" y="54"/>
                      </a:lnTo>
                      <a:lnTo>
                        <a:pt x="37" y="54"/>
                      </a:lnTo>
                      <a:lnTo>
                        <a:pt x="26" y="54"/>
                      </a:lnTo>
                      <a:lnTo>
                        <a:pt x="26" y="54"/>
                      </a:lnTo>
                      <a:lnTo>
                        <a:pt x="30" y="46"/>
                      </a:lnTo>
                      <a:lnTo>
                        <a:pt x="32" y="36"/>
                      </a:lnTo>
                      <a:lnTo>
                        <a:pt x="32" y="36"/>
                      </a:lnTo>
                      <a:lnTo>
                        <a:pt x="37" y="38"/>
                      </a:lnTo>
                      <a:lnTo>
                        <a:pt x="41" y="34"/>
                      </a:lnTo>
                      <a:lnTo>
                        <a:pt x="39" y="32"/>
                      </a:lnTo>
                      <a:lnTo>
                        <a:pt x="39" y="32"/>
                      </a:lnTo>
                      <a:lnTo>
                        <a:pt x="34" y="32"/>
                      </a:lnTo>
                      <a:lnTo>
                        <a:pt x="34" y="32"/>
                      </a:lnTo>
                      <a:lnTo>
                        <a:pt x="32" y="26"/>
                      </a:lnTo>
                      <a:lnTo>
                        <a:pt x="32" y="18"/>
                      </a:lnTo>
                      <a:lnTo>
                        <a:pt x="32" y="18"/>
                      </a:lnTo>
                      <a:lnTo>
                        <a:pt x="26" y="16"/>
                      </a:lnTo>
                      <a:lnTo>
                        <a:pt x="26" y="16"/>
                      </a:lnTo>
                      <a:lnTo>
                        <a:pt x="32" y="16"/>
                      </a:lnTo>
                      <a:lnTo>
                        <a:pt x="32" y="16"/>
                      </a:lnTo>
                      <a:lnTo>
                        <a:pt x="34" y="12"/>
                      </a:lnTo>
                      <a:lnTo>
                        <a:pt x="34" y="12"/>
                      </a:lnTo>
                      <a:lnTo>
                        <a:pt x="37" y="12"/>
                      </a:lnTo>
                      <a:lnTo>
                        <a:pt x="37" y="12"/>
                      </a:lnTo>
                      <a:lnTo>
                        <a:pt x="34" y="6"/>
                      </a:lnTo>
                      <a:lnTo>
                        <a:pt x="34" y="6"/>
                      </a:lnTo>
                      <a:lnTo>
                        <a:pt x="37" y="2"/>
                      </a:lnTo>
                      <a:lnTo>
                        <a:pt x="37" y="2"/>
                      </a:lnTo>
                      <a:lnTo>
                        <a:pt x="37" y="0"/>
                      </a:lnTo>
                      <a:lnTo>
                        <a:pt x="37" y="0"/>
                      </a:lnTo>
                      <a:lnTo>
                        <a:pt x="30" y="2"/>
                      </a:lnTo>
                      <a:lnTo>
                        <a:pt x="26" y="4"/>
                      </a:lnTo>
                      <a:lnTo>
                        <a:pt x="26" y="4"/>
                      </a:lnTo>
                      <a:lnTo>
                        <a:pt x="24" y="8"/>
                      </a:lnTo>
                      <a:lnTo>
                        <a:pt x="22" y="10"/>
                      </a:lnTo>
                      <a:lnTo>
                        <a:pt x="22" y="12"/>
                      </a:lnTo>
                      <a:lnTo>
                        <a:pt x="22" y="12"/>
                      </a:lnTo>
                      <a:lnTo>
                        <a:pt x="16" y="14"/>
                      </a:lnTo>
                      <a:lnTo>
                        <a:pt x="14" y="14"/>
                      </a:lnTo>
                      <a:lnTo>
                        <a:pt x="12" y="14"/>
                      </a:lnTo>
                      <a:lnTo>
                        <a:pt x="8" y="16"/>
                      </a:lnTo>
                      <a:lnTo>
                        <a:pt x="8" y="16"/>
                      </a:lnTo>
                      <a:lnTo>
                        <a:pt x="2" y="22"/>
                      </a:lnTo>
                      <a:lnTo>
                        <a:pt x="2" y="22"/>
                      </a:lnTo>
                      <a:lnTo>
                        <a:pt x="2" y="24"/>
                      </a:lnTo>
                      <a:lnTo>
                        <a:pt x="2" y="24"/>
                      </a:lnTo>
                      <a:lnTo>
                        <a:pt x="2" y="24"/>
                      </a:lnTo>
                      <a:lnTo>
                        <a:pt x="6" y="24"/>
                      </a:lnTo>
                      <a:lnTo>
                        <a:pt x="6" y="24"/>
                      </a:lnTo>
                      <a:lnTo>
                        <a:pt x="8" y="20"/>
                      </a:lnTo>
                      <a:lnTo>
                        <a:pt x="8" y="20"/>
                      </a:lnTo>
                      <a:lnTo>
                        <a:pt x="10" y="18"/>
                      </a:lnTo>
                      <a:lnTo>
                        <a:pt x="12" y="18"/>
                      </a:lnTo>
                      <a:lnTo>
                        <a:pt x="20" y="18"/>
                      </a:lnTo>
                      <a:lnTo>
                        <a:pt x="20" y="18"/>
                      </a:lnTo>
                      <a:lnTo>
                        <a:pt x="22" y="28"/>
                      </a:lnTo>
                      <a:lnTo>
                        <a:pt x="22" y="28"/>
                      </a:lnTo>
                      <a:lnTo>
                        <a:pt x="18" y="24"/>
                      </a:lnTo>
                      <a:lnTo>
                        <a:pt x="16" y="24"/>
                      </a:lnTo>
                      <a:lnTo>
                        <a:pt x="12" y="32"/>
                      </a:lnTo>
                      <a:lnTo>
                        <a:pt x="12" y="32"/>
                      </a:lnTo>
                      <a:lnTo>
                        <a:pt x="0" y="30"/>
                      </a:lnTo>
                      <a:lnTo>
                        <a:pt x="0" y="30"/>
                      </a:lnTo>
                      <a:lnTo>
                        <a:pt x="2" y="40"/>
                      </a:lnTo>
                      <a:lnTo>
                        <a:pt x="2" y="42"/>
                      </a:lnTo>
                      <a:lnTo>
                        <a:pt x="6" y="44"/>
                      </a:lnTo>
                      <a:lnTo>
                        <a:pt x="6" y="46"/>
                      </a:lnTo>
                      <a:lnTo>
                        <a:pt x="2" y="48"/>
                      </a:lnTo>
                      <a:lnTo>
                        <a:pt x="2" y="48"/>
                      </a:lnTo>
                      <a:lnTo>
                        <a:pt x="2" y="52"/>
                      </a:lnTo>
                      <a:lnTo>
                        <a:pt x="4" y="56"/>
                      </a:lnTo>
                      <a:lnTo>
                        <a:pt x="10" y="62"/>
                      </a:lnTo>
                      <a:lnTo>
                        <a:pt x="10" y="62"/>
                      </a:lnTo>
                      <a:lnTo>
                        <a:pt x="10" y="64"/>
                      </a:lnTo>
                      <a:lnTo>
                        <a:pt x="22" y="64"/>
                      </a:lnTo>
                      <a:close/>
                      <a:moveTo>
                        <a:pt x="61" y="66"/>
                      </a:moveTo>
                      <a:lnTo>
                        <a:pt x="61" y="66"/>
                      </a:lnTo>
                      <a:lnTo>
                        <a:pt x="55" y="68"/>
                      </a:lnTo>
                      <a:lnTo>
                        <a:pt x="51" y="70"/>
                      </a:lnTo>
                      <a:lnTo>
                        <a:pt x="51" y="70"/>
                      </a:lnTo>
                      <a:lnTo>
                        <a:pt x="49" y="70"/>
                      </a:lnTo>
                      <a:lnTo>
                        <a:pt x="49" y="70"/>
                      </a:lnTo>
                      <a:lnTo>
                        <a:pt x="45" y="68"/>
                      </a:lnTo>
                      <a:lnTo>
                        <a:pt x="45" y="68"/>
                      </a:lnTo>
                      <a:lnTo>
                        <a:pt x="43" y="68"/>
                      </a:lnTo>
                      <a:lnTo>
                        <a:pt x="43" y="68"/>
                      </a:lnTo>
                      <a:lnTo>
                        <a:pt x="43" y="68"/>
                      </a:lnTo>
                      <a:lnTo>
                        <a:pt x="43" y="70"/>
                      </a:lnTo>
                      <a:lnTo>
                        <a:pt x="43" y="72"/>
                      </a:lnTo>
                      <a:lnTo>
                        <a:pt x="43" y="72"/>
                      </a:lnTo>
                      <a:lnTo>
                        <a:pt x="45" y="76"/>
                      </a:lnTo>
                      <a:lnTo>
                        <a:pt x="45" y="76"/>
                      </a:lnTo>
                      <a:lnTo>
                        <a:pt x="45" y="76"/>
                      </a:lnTo>
                      <a:lnTo>
                        <a:pt x="47" y="78"/>
                      </a:lnTo>
                      <a:lnTo>
                        <a:pt x="49" y="78"/>
                      </a:lnTo>
                      <a:lnTo>
                        <a:pt x="51" y="76"/>
                      </a:lnTo>
                      <a:lnTo>
                        <a:pt x="51" y="76"/>
                      </a:lnTo>
                      <a:lnTo>
                        <a:pt x="53" y="76"/>
                      </a:lnTo>
                      <a:lnTo>
                        <a:pt x="55" y="76"/>
                      </a:lnTo>
                      <a:lnTo>
                        <a:pt x="55" y="76"/>
                      </a:lnTo>
                      <a:lnTo>
                        <a:pt x="57" y="72"/>
                      </a:lnTo>
                      <a:lnTo>
                        <a:pt x="57" y="72"/>
                      </a:lnTo>
                      <a:lnTo>
                        <a:pt x="61" y="68"/>
                      </a:lnTo>
                      <a:lnTo>
                        <a:pt x="63" y="66"/>
                      </a:lnTo>
                      <a:lnTo>
                        <a:pt x="61" y="66"/>
                      </a:lnTo>
                      <a:lnTo>
                        <a:pt x="61" y="66"/>
                      </a:lnTo>
                      <a:close/>
                      <a:moveTo>
                        <a:pt x="39" y="66"/>
                      </a:moveTo>
                      <a:lnTo>
                        <a:pt x="39" y="66"/>
                      </a:lnTo>
                      <a:lnTo>
                        <a:pt x="37" y="72"/>
                      </a:lnTo>
                      <a:lnTo>
                        <a:pt x="37" y="74"/>
                      </a:lnTo>
                      <a:lnTo>
                        <a:pt x="37" y="74"/>
                      </a:lnTo>
                      <a:lnTo>
                        <a:pt x="37" y="74"/>
                      </a:lnTo>
                      <a:lnTo>
                        <a:pt x="39" y="68"/>
                      </a:lnTo>
                      <a:lnTo>
                        <a:pt x="41" y="66"/>
                      </a:lnTo>
                      <a:lnTo>
                        <a:pt x="39" y="64"/>
                      </a:lnTo>
                      <a:lnTo>
                        <a:pt x="39" y="66"/>
                      </a:lnTo>
                      <a:lnTo>
                        <a:pt x="39" y="66"/>
                      </a:lnTo>
                      <a:close/>
                      <a:moveTo>
                        <a:pt x="55" y="38"/>
                      </a:moveTo>
                      <a:lnTo>
                        <a:pt x="55" y="38"/>
                      </a:lnTo>
                      <a:lnTo>
                        <a:pt x="51" y="40"/>
                      </a:lnTo>
                      <a:lnTo>
                        <a:pt x="53" y="46"/>
                      </a:lnTo>
                      <a:lnTo>
                        <a:pt x="53" y="46"/>
                      </a:lnTo>
                      <a:lnTo>
                        <a:pt x="51" y="48"/>
                      </a:lnTo>
                      <a:lnTo>
                        <a:pt x="51" y="50"/>
                      </a:lnTo>
                      <a:lnTo>
                        <a:pt x="49" y="50"/>
                      </a:lnTo>
                      <a:lnTo>
                        <a:pt x="49" y="50"/>
                      </a:lnTo>
                      <a:lnTo>
                        <a:pt x="49" y="46"/>
                      </a:lnTo>
                      <a:lnTo>
                        <a:pt x="49" y="46"/>
                      </a:lnTo>
                      <a:lnTo>
                        <a:pt x="45" y="46"/>
                      </a:lnTo>
                      <a:lnTo>
                        <a:pt x="43" y="46"/>
                      </a:lnTo>
                      <a:lnTo>
                        <a:pt x="43" y="50"/>
                      </a:lnTo>
                      <a:lnTo>
                        <a:pt x="43" y="50"/>
                      </a:lnTo>
                      <a:lnTo>
                        <a:pt x="39" y="50"/>
                      </a:lnTo>
                      <a:lnTo>
                        <a:pt x="39" y="50"/>
                      </a:lnTo>
                      <a:lnTo>
                        <a:pt x="39" y="52"/>
                      </a:lnTo>
                      <a:lnTo>
                        <a:pt x="39" y="52"/>
                      </a:lnTo>
                      <a:lnTo>
                        <a:pt x="41" y="54"/>
                      </a:lnTo>
                      <a:lnTo>
                        <a:pt x="43" y="54"/>
                      </a:lnTo>
                      <a:lnTo>
                        <a:pt x="43" y="54"/>
                      </a:lnTo>
                      <a:lnTo>
                        <a:pt x="43" y="62"/>
                      </a:lnTo>
                      <a:lnTo>
                        <a:pt x="43" y="62"/>
                      </a:lnTo>
                      <a:lnTo>
                        <a:pt x="49" y="62"/>
                      </a:lnTo>
                      <a:lnTo>
                        <a:pt x="49" y="62"/>
                      </a:lnTo>
                      <a:lnTo>
                        <a:pt x="47" y="60"/>
                      </a:lnTo>
                      <a:lnTo>
                        <a:pt x="49" y="60"/>
                      </a:lnTo>
                      <a:lnTo>
                        <a:pt x="51" y="60"/>
                      </a:lnTo>
                      <a:lnTo>
                        <a:pt x="51" y="66"/>
                      </a:lnTo>
                      <a:lnTo>
                        <a:pt x="51" y="66"/>
                      </a:lnTo>
                      <a:lnTo>
                        <a:pt x="55" y="66"/>
                      </a:lnTo>
                      <a:lnTo>
                        <a:pt x="55" y="66"/>
                      </a:lnTo>
                      <a:lnTo>
                        <a:pt x="55" y="62"/>
                      </a:lnTo>
                      <a:lnTo>
                        <a:pt x="55" y="62"/>
                      </a:lnTo>
                      <a:lnTo>
                        <a:pt x="59" y="60"/>
                      </a:lnTo>
                      <a:lnTo>
                        <a:pt x="61" y="58"/>
                      </a:lnTo>
                      <a:lnTo>
                        <a:pt x="61" y="58"/>
                      </a:lnTo>
                      <a:lnTo>
                        <a:pt x="61" y="54"/>
                      </a:lnTo>
                      <a:lnTo>
                        <a:pt x="61" y="54"/>
                      </a:lnTo>
                      <a:lnTo>
                        <a:pt x="57" y="52"/>
                      </a:lnTo>
                      <a:lnTo>
                        <a:pt x="57" y="52"/>
                      </a:lnTo>
                      <a:lnTo>
                        <a:pt x="61" y="50"/>
                      </a:lnTo>
                      <a:lnTo>
                        <a:pt x="61" y="50"/>
                      </a:lnTo>
                      <a:lnTo>
                        <a:pt x="61" y="44"/>
                      </a:lnTo>
                      <a:lnTo>
                        <a:pt x="59" y="38"/>
                      </a:lnTo>
                      <a:lnTo>
                        <a:pt x="59" y="38"/>
                      </a:lnTo>
                      <a:lnTo>
                        <a:pt x="55" y="38"/>
                      </a:lnTo>
                      <a:lnTo>
                        <a:pt x="55" y="38"/>
                      </a:lnTo>
                      <a:close/>
                      <a:moveTo>
                        <a:pt x="12" y="20"/>
                      </a:moveTo>
                      <a:lnTo>
                        <a:pt x="12" y="20"/>
                      </a:lnTo>
                      <a:lnTo>
                        <a:pt x="10" y="24"/>
                      </a:lnTo>
                      <a:lnTo>
                        <a:pt x="10" y="26"/>
                      </a:lnTo>
                      <a:lnTo>
                        <a:pt x="12" y="24"/>
                      </a:lnTo>
                      <a:lnTo>
                        <a:pt x="12" y="24"/>
                      </a:lnTo>
                      <a:lnTo>
                        <a:pt x="14" y="22"/>
                      </a:lnTo>
                      <a:lnTo>
                        <a:pt x="14" y="20"/>
                      </a:lnTo>
                      <a:lnTo>
                        <a:pt x="12" y="20"/>
                      </a:lnTo>
                      <a:lnTo>
                        <a:pt x="12"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3" name="Freeform 204">
                  <a:extLst>
                    <a:ext uri="{FF2B5EF4-FFF2-40B4-BE49-F238E27FC236}">
                      <a16:creationId xmlns:a16="http://schemas.microsoft.com/office/drawing/2014/main" id="{514133B9-B034-3A43-85E0-519F51870147}"/>
                    </a:ext>
                  </a:extLst>
                </p:cNvPr>
                <p:cNvSpPr>
                  <a:spLocks/>
                </p:cNvSpPr>
                <p:nvPr/>
              </p:nvSpPr>
              <p:spPr bwMode="auto">
                <a:xfrm>
                  <a:off x="6220362" y="2565499"/>
                  <a:ext cx="156552" cy="104122"/>
                </a:xfrm>
                <a:custGeom>
                  <a:avLst/>
                  <a:gdLst>
                    <a:gd name="T0" fmla="*/ 64 w 80"/>
                    <a:gd name="T1" fmla="*/ 46 h 52"/>
                    <a:gd name="T2" fmla="*/ 66 w 80"/>
                    <a:gd name="T3" fmla="*/ 42 h 52"/>
                    <a:gd name="T4" fmla="*/ 70 w 80"/>
                    <a:gd name="T5" fmla="*/ 40 h 52"/>
                    <a:gd name="T6" fmla="*/ 72 w 80"/>
                    <a:gd name="T7" fmla="*/ 38 h 52"/>
                    <a:gd name="T8" fmla="*/ 72 w 80"/>
                    <a:gd name="T9" fmla="*/ 34 h 52"/>
                    <a:gd name="T10" fmla="*/ 80 w 80"/>
                    <a:gd name="T11" fmla="*/ 32 h 52"/>
                    <a:gd name="T12" fmla="*/ 78 w 80"/>
                    <a:gd name="T13" fmla="*/ 26 h 52"/>
                    <a:gd name="T14" fmla="*/ 74 w 80"/>
                    <a:gd name="T15" fmla="*/ 24 h 52"/>
                    <a:gd name="T16" fmla="*/ 74 w 80"/>
                    <a:gd name="T17" fmla="*/ 22 h 52"/>
                    <a:gd name="T18" fmla="*/ 70 w 80"/>
                    <a:gd name="T19" fmla="*/ 18 h 52"/>
                    <a:gd name="T20" fmla="*/ 68 w 80"/>
                    <a:gd name="T21" fmla="*/ 18 h 52"/>
                    <a:gd name="T22" fmla="*/ 58 w 80"/>
                    <a:gd name="T23" fmla="*/ 16 h 52"/>
                    <a:gd name="T24" fmla="*/ 54 w 80"/>
                    <a:gd name="T25" fmla="*/ 12 h 52"/>
                    <a:gd name="T26" fmla="*/ 50 w 80"/>
                    <a:gd name="T27" fmla="*/ 10 h 52"/>
                    <a:gd name="T28" fmla="*/ 48 w 80"/>
                    <a:gd name="T29" fmla="*/ 10 h 52"/>
                    <a:gd name="T30" fmla="*/ 46 w 80"/>
                    <a:gd name="T31" fmla="*/ 8 h 52"/>
                    <a:gd name="T32" fmla="*/ 44 w 80"/>
                    <a:gd name="T33" fmla="*/ 6 h 52"/>
                    <a:gd name="T34" fmla="*/ 32 w 80"/>
                    <a:gd name="T35" fmla="*/ 4 h 52"/>
                    <a:gd name="T36" fmla="*/ 26 w 80"/>
                    <a:gd name="T37" fmla="*/ 0 h 52"/>
                    <a:gd name="T38" fmla="*/ 18 w 80"/>
                    <a:gd name="T39" fmla="*/ 6 h 52"/>
                    <a:gd name="T40" fmla="*/ 10 w 80"/>
                    <a:gd name="T41" fmla="*/ 12 h 52"/>
                    <a:gd name="T42" fmla="*/ 6 w 80"/>
                    <a:gd name="T43" fmla="*/ 14 h 52"/>
                    <a:gd name="T44" fmla="*/ 2 w 80"/>
                    <a:gd name="T45" fmla="*/ 14 h 52"/>
                    <a:gd name="T46" fmla="*/ 0 w 80"/>
                    <a:gd name="T47" fmla="*/ 20 h 52"/>
                    <a:gd name="T48" fmla="*/ 4 w 80"/>
                    <a:gd name="T49" fmla="*/ 24 h 52"/>
                    <a:gd name="T50" fmla="*/ 6 w 80"/>
                    <a:gd name="T51" fmla="*/ 28 h 52"/>
                    <a:gd name="T52" fmla="*/ 8 w 80"/>
                    <a:gd name="T53" fmla="*/ 36 h 52"/>
                    <a:gd name="T54" fmla="*/ 10 w 80"/>
                    <a:gd name="T55" fmla="*/ 40 h 52"/>
                    <a:gd name="T56" fmla="*/ 14 w 80"/>
                    <a:gd name="T57" fmla="*/ 40 h 52"/>
                    <a:gd name="T58" fmla="*/ 16 w 80"/>
                    <a:gd name="T59" fmla="*/ 42 h 52"/>
                    <a:gd name="T60" fmla="*/ 20 w 80"/>
                    <a:gd name="T61" fmla="*/ 46 h 52"/>
                    <a:gd name="T62" fmla="*/ 28 w 80"/>
                    <a:gd name="T63" fmla="*/ 52 h 52"/>
                    <a:gd name="T64" fmla="*/ 30 w 80"/>
                    <a:gd name="T65" fmla="*/ 50 h 52"/>
                    <a:gd name="T66" fmla="*/ 34 w 80"/>
                    <a:gd name="T67" fmla="*/ 44 h 52"/>
                    <a:gd name="T68" fmla="*/ 36 w 80"/>
                    <a:gd name="T69" fmla="*/ 42 h 52"/>
                    <a:gd name="T70" fmla="*/ 42 w 80"/>
                    <a:gd name="T71" fmla="*/ 42 h 52"/>
                    <a:gd name="T72" fmla="*/ 44 w 80"/>
                    <a:gd name="T73" fmla="*/ 44 h 52"/>
                    <a:gd name="T74" fmla="*/ 54 w 80"/>
                    <a:gd name="T75" fmla="*/ 48 h 52"/>
                    <a:gd name="T76" fmla="*/ 64 w 80"/>
                    <a:gd name="T77" fmla="*/ 4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0" h="52">
                      <a:moveTo>
                        <a:pt x="64" y="46"/>
                      </a:moveTo>
                      <a:lnTo>
                        <a:pt x="64" y="46"/>
                      </a:lnTo>
                      <a:lnTo>
                        <a:pt x="64" y="44"/>
                      </a:lnTo>
                      <a:lnTo>
                        <a:pt x="66" y="42"/>
                      </a:lnTo>
                      <a:lnTo>
                        <a:pt x="70" y="40"/>
                      </a:lnTo>
                      <a:lnTo>
                        <a:pt x="70" y="40"/>
                      </a:lnTo>
                      <a:lnTo>
                        <a:pt x="70" y="40"/>
                      </a:lnTo>
                      <a:lnTo>
                        <a:pt x="72" y="38"/>
                      </a:lnTo>
                      <a:lnTo>
                        <a:pt x="72" y="36"/>
                      </a:lnTo>
                      <a:lnTo>
                        <a:pt x="72" y="34"/>
                      </a:lnTo>
                      <a:lnTo>
                        <a:pt x="72" y="34"/>
                      </a:lnTo>
                      <a:lnTo>
                        <a:pt x="80" y="32"/>
                      </a:lnTo>
                      <a:lnTo>
                        <a:pt x="80" y="32"/>
                      </a:lnTo>
                      <a:lnTo>
                        <a:pt x="78" y="26"/>
                      </a:lnTo>
                      <a:lnTo>
                        <a:pt x="76" y="24"/>
                      </a:lnTo>
                      <a:lnTo>
                        <a:pt x="74" y="24"/>
                      </a:lnTo>
                      <a:lnTo>
                        <a:pt x="74" y="24"/>
                      </a:lnTo>
                      <a:lnTo>
                        <a:pt x="74" y="22"/>
                      </a:lnTo>
                      <a:lnTo>
                        <a:pt x="72" y="20"/>
                      </a:lnTo>
                      <a:lnTo>
                        <a:pt x="70" y="18"/>
                      </a:lnTo>
                      <a:lnTo>
                        <a:pt x="68" y="18"/>
                      </a:lnTo>
                      <a:lnTo>
                        <a:pt x="68" y="18"/>
                      </a:lnTo>
                      <a:lnTo>
                        <a:pt x="64" y="18"/>
                      </a:lnTo>
                      <a:lnTo>
                        <a:pt x="58" y="16"/>
                      </a:lnTo>
                      <a:lnTo>
                        <a:pt x="58" y="16"/>
                      </a:lnTo>
                      <a:lnTo>
                        <a:pt x="54" y="12"/>
                      </a:lnTo>
                      <a:lnTo>
                        <a:pt x="52" y="10"/>
                      </a:lnTo>
                      <a:lnTo>
                        <a:pt x="50" y="10"/>
                      </a:lnTo>
                      <a:lnTo>
                        <a:pt x="50" y="10"/>
                      </a:lnTo>
                      <a:lnTo>
                        <a:pt x="48" y="10"/>
                      </a:lnTo>
                      <a:lnTo>
                        <a:pt x="46" y="10"/>
                      </a:lnTo>
                      <a:lnTo>
                        <a:pt x="46" y="8"/>
                      </a:lnTo>
                      <a:lnTo>
                        <a:pt x="44" y="6"/>
                      </a:lnTo>
                      <a:lnTo>
                        <a:pt x="44" y="6"/>
                      </a:lnTo>
                      <a:lnTo>
                        <a:pt x="36" y="6"/>
                      </a:lnTo>
                      <a:lnTo>
                        <a:pt x="32" y="4"/>
                      </a:lnTo>
                      <a:lnTo>
                        <a:pt x="26" y="0"/>
                      </a:lnTo>
                      <a:lnTo>
                        <a:pt x="26" y="0"/>
                      </a:lnTo>
                      <a:lnTo>
                        <a:pt x="18" y="6"/>
                      </a:lnTo>
                      <a:lnTo>
                        <a:pt x="18" y="6"/>
                      </a:lnTo>
                      <a:lnTo>
                        <a:pt x="12" y="8"/>
                      </a:lnTo>
                      <a:lnTo>
                        <a:pt x="10" y="12"/>
                      </a:lnTo>
                      <a:lnTo>
                        <a:pt x="10" y="12"/>
                      </a:lnTo>
                      <a:lnTo>
                        <a:pt x="6" y="14"/>
                      </a:lnTo>
                      <a:lnTo>
                        <a:pt x="2" y="14"/>
                      </a:lnTo>
                      <a:lnTo>
                        <a:pt x="2" y="14"/>
                      </a:lnTo>
                      <a:lnTo>
                        <a:pt x="0" y="16"/>
                      </a:lnTo>
                      <a:lnTo>
                        <a:pt x="0" y="20"/>
                      </a:lnTo>
                      <a:lnTo>
                        <a:pt x="0" y="20"/>
                      </a:lnTo>
                      <a:lnTo>
                        <a:pt x="4" y="24"/>
                      </a:lnTo>
                      <a:lnTo>
                        <a:pt x="6" y="28"/>
                      </a:lnTo>
                      <a:lnTo>
                        <a:pt x="6" y="28"/>
                      </a:lnTo>
                      <a:lnTo>
                        <a:pt x="8" y="32"/>
                      </a:lnTo>
                      <a:lnTo>
                        <a:pt x="8" y="36"/>
                      </a:lnTo>
                      <a:lnTo>
                        <a:pt x="8" y="36"/>
                      </a:lnTo>
                      <a:lnTo>
                        <a:pt x="10" y="40"/>
                      </a:lnTo>
                      <a:lnTo>
                        <a:pt x="12" y="40"/>
                      </a:lnTo>
                      <a:lnTo>
                        <a:pt x="14" y="40"/>
                      </a:lnTo>
                      <a:lnTo>
                        <a:pt x="16" y="42"/>
                      </a:lnTo>
                      <a:lnTo>
                        <a:pt x="16" y="42"/>
                      </a:lnTo>
                      <a:lnTo>
                        <a:pt x="20" y="46"/>
                      </a:lnTo>
                      <a:lnTo>
                        <a:pt x="20" y="46"/>
                      </a:lnTo>
                      <a:lnTo>
                        <a:pt x="24" y="50"/>
                      </a:lnTo>
                      <a:lnTo>
                        <a:pt x="28" y="52"/>
                      </a:lnTo>
                      <a:lnTo>
                        <a:pt x="30" y="50"/>
                      </a:lnTo>
                      <a:lnTo>
                        <a:pt x="30" y="50"/>
                      </a:lnTo>
                      <a:lnTo>
                        <a:pt x="30" y="50"/>
                      </a:lnTo>
                      <a:lnTo>
                        <a:pt x="34" y="44"/>
                      </a:lnTo>
                      <a:lnTo>
                        <a:pt x="36" y="42"/>
                      </a:lnTo>
                      <a:lnTo>
                        <a:pt x="36" y="42"/>
                      </a:lnTo>
                      <a:lnTo>
                        <a:pt x="38" y="42"/>
                      </a:lnTo>
                      <a:lnTo>
                        <a:pt x="42" y="42"/>
                      </a:lnTo>
                      <a:lnTo>
                        <a:pt x="44" y="44"/>
                      </a:lnTo>
                      <a:lnTo>
                        <a:pt x="44" y="44"/>
                      </a:lnTo>
                      <a:lnTo>
                        <a:pt x="48" y="46"/>
                      </a:lnTo>
                      <a:lnTo>
                        <a:pt x="54" y="48"/>
                      </a:lnTo>
                      <a:lnTo>
                        <a:pt x="54" y="48"/>
                      </a:lnTo>
                      <a:lnTo>
                        <a:pt x="64" y="46"/>
                      </a:lnTo>
                      <a:lnTo>
                        <a:pt x="64" y="4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4" name="Freeform 207">
                  <a:extLst>
                    <a:ext uri="{FF2B5EF4-FFF2-40B4-BE49-F238E27FC236}">
                      <a16:creationId xmlns:a16="http://schemas.microsoft.com/office/drawing/2014/main" id="{02AAE0D7-955D-A949-9FB2-0D46C059EC95}"/>
                    </a:ext>
                  </a:extLst>
                </p:cNvPr>
                <p:cNvSpPr>
                  <a:spLocks/>
                </p:cNvSpPr>
                <p:nvPr/>
              </p:nvSpPr>
              <p:spPr bwMode="auto">
                <a:xfrm>
                  <a:off x="6251194" y="2741705"/>
                  <a:ext cx="160752" cy="176207"/>
                </a:xfrm>
                <a:custGeom>
                  <a:avLst/>
                  <a:gdLst>
                    <a:gd name="T0" fmla="*/ 66 w 82"/>
                    <a:gd name="T1" fmla="*/ 84 h 88"/>
                    <a:gd name="T2" fmla="*/ 62 w 82"/>
                    <a:gd name="T3" fmla="*/ 80 h 88"/>
                    <a:gd name="T4" fmla="*/ 56 w 82"/>
                    <a:gd name="T5" fmla="*/ 76 h 88"/>
                    <a:gd name="T6" fmla="*/ 46 w 82"/>
                    <a:gd name="T7" fmla="*/ 64 h 88"/>
                    <a:gd name="T8" fmla="*/ 38 w 82"/>
                    <a:gd name="T9" fmla="*/ 54 h 88"/>
                    <a:gd name="T10" fmla="*/ 40 w 82"/>
                    <a:gd name="T11" fmla="*/ 52 h 88"/>
                    <a:gd name="T12" fmla="*/ 32 w 82"/>
                    <a:gd name="T13" fmla="*/ 40 h 88"/>
                    <a:gd name="T14" fmla="*/ 32 w 82"/>
                    <a:gd name="T15" fmla="*/ 34 h 88"/>
                    <a:gd name="T16" fmla="*/ 36 w 82"/>
                    <a:gd name="T17" fmla="*/ 34 h 88"/>
                    <a:gd name="T18" fmla="*/ 42 w 82"/>
                    <a:gd name="T19" fmla="*/ 38 h 88"/>
                    <a:gd name="T20" fmla="*/ 44 w 82"/>
                    <a:gd name="T21" fmla="*/ 38 h 88"/>
                    <a:gd name="T22" fmla="*/ 50 w 82"/>
                    <a:gd name="T23" fmla="*/ 40 h 88"/>
                    <a:gd name="T24" fmla="*/ 60 w 82"/>
                    <a:gd name="T25" fmla="*/ 38 h 88"/>
                    <a:gd name="T26" fmla="*/ 66 w 82"/>
                    <a:gd name="T27" fmla="*/ 40 h 88"/>
                    <a:gd name="T28" fmla="*/ 68 w 82"/>
                    <a:gd name="T29" fmla="*/ 42 h 88"/>
                    <a:gd name="T30" fmla="*/ 80 w 82"/>
                    <a:gd name="T31" fmla="*/ 44 h 88"/>
                    <a:gd name="T32" fmla="*/ 82 w 82"/>
                    <a:gd name="T33" fmla="*/ 40 h 88"/>
                    <a:gd name="T34" fmla="*/ 80 w 82"/>
                    <a:gd name="T35" fmla="*/ 34 h 88"/>
                    <a:gd name="T36" fmla="*/ 80 w 82"/>
                    <a:gd name="T37" fmla="*/ 30 h 88"/>
                    <a:gd name="T38" fmla="*/ 74 w 82"/>
                    <a:gd name="T39" fmla="*/ 30 h 88"/>
                    <a:gd name="T40" fmla="*/ 66 w 82"/>
                    <a:gd name="T41" fmla="*/ 26 h 88"/>
                    <a:gd name="T42" fmla="*/ 54 w 82"/>
                    <a:gd name="T43" fmla="*/ 16 h 88"/>
                    <a:gd name="T44" fmla="*/ 48 w 82"/>
                    <a:gd name="T45" fmla="*/ 6 h 88"/>
                    <a:gd name="T46" fmla="*/ 42 w 82"/>
                    <a:gd name="T47" fmla="*/ 0 h 88"/>
                    <a:gd name="T48" fmla="*/ 38 w 82"/>
                    <a:gd name="T49" fmla="*/ 4 h 88"/>
                    <a:gd name="T50" fmla="*/ 32 w 82"/>
                    <a:gd name="T51" fmla="*/ 8 h 88"/>
                    <a:gd name="T52" fmla="*/ 28 w 82"/>
                    <a:gd name="T53" fmla="*/ 10 h 88"/>
                    <a:gd name="T54" fmla="*/ 22 w 82"/>
                    <a:gd name="T55" fmla="*/ 22 h 88"/>
                    <a:gd name="T56" fmla="*/ 18 w 82"/>
                    <a:gd name="T57" fmla="*/ 20 h 88"/>
                    <a:gd name="T58" fmla="*/ 16 w 82"/>
                    <a:gd name="T59" fmla="*/ 20 h 88"/>
                    <a:gd name="T60" fmla="*/ 16 w 82"/>
                    <a:gd name="T61" fmla="*/ 28 h 88"/>
                    <a:gd name="T62" fmla="*/ 0 w 82"/>
                    <a:gd name="T63" fmla="*/ 34 h 88"/>
                    <a:gd name="T64" fmla="*/ 2 w 82"/>
                    <a:gd name="T65" fmla="*/ 40 h 88"/>
                    <a:gd name="T66" fmla="*/ 6 w 82"/>
                    <a:gd name="T67" fmla="*/ 44 h 88"/>
                    <a:gd name="T68" fmla="*/ 6 w 82"/>
                    <a:gd name="T69" fmla="*/ 42 h 88"/>
                    <a:gd name="T70" fmla="*/ 10 w 82"/>
                    <a:gd name="T71" fmla="*/ 40 h 88"/>
                    <a:gd name="T72" fmla="*/ 16 w 82"/>
                    <a:gd name="T73" fmla="*/ 34 h 88"/>
                    <a:gd name="T74" fmla="*/ 16 w 82"/>
                    <a:gd name="T75" fmla="*/ 46 h 88"/>
                    <a:gd name="T76" fmla="*/ 24 w 82"/>
                    <a:gd name="T77" fmla="*/ 56 h 88"/>
                    <a:gd name="T78" fmla="*/ 22 w 82"/>
                    <a:gd name="T79" fmla="*/ 60 h 88"/>
                    <a:gd name="T80" fmla="*/ 28 w 82"/>
                    <a:gd name="T81" fmla="*/ 64 h 88"/>
                    <a:gd name="T82" fmla="*/ 34 w 82"/>
                    <a:gd name="T83" fmla="*/ 66 h 88"/>
                    <a:gd name="T84" fmla="*/ 38 w 82"/>
                    <a:gd name="T85" fmla="*/ 68 h 88"/>
                    <a:gd name="T86" fmla="*/ 54 w 82"/>
                    <a:gd name="T87" fmla="*/ 80 h 88"/>
                    <a:gd name="T88" fmla="*/ 60 w 82"/>
                    <a:gd name="T89" fmla="*/ 80 h 88"/>
                    <a:gd name="T90" fmla="*/ 66 w 82"/>
                    <a:gd name="T91" fmla="*/ 88 h 88"/>
                    <a:gd name="T92" fmla="*/ 70 w 82"/>
                    <a:gd name="T93"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2" h="88">
                      <a:moveTo>
                        <a:pt x="70" y="88"/>
                      </a:moveTo>
                      <a:lnTo>
                        <a:pt x="70" y="88"/>
                      </a:lnTo>
                      <a:lnTo>
                        <a:pt x="66" y="84"/>
                      </a:lnTo>
                      <a:lnTo>
                        <a:pt x="66" y="84"/>
                      </a:lnTo>
                      <a:lnTo>
                        <a:pt x="62" y="80"/>
                      </a:lnTo>
                      <a:lnTo>
                        <a:pt x="62" y="80"/>
                      </a:lnTo>
                      <a:lnTo>
                        <a:pt x="60" y="78"/>
                      </a:lnTo>
                      <a:lnTo>
                        <a:pt x="56" y="76"/>
                      </a:lnTo>
                      <a:lnTo>
                        <a:pt x="56" y="76"/>
                      </a:lnTo>
                      <a:lnTo>
                        <a:pt x="52" y="70"/>
                      </a:lnTo>
                      <a:lnTo>
                        <a:pt x="52" y="70"/>
                      </a:lnTo>
                      <a:lnTo>
                        <a:pt x="46" y="64"/>
                      </a:lnTo>
                      <a:lnTo>
                        <a:pt x="40" y="56"/>
                      </a:lnTo>
                      <a:lnTo>
                        <a:pt x="40" y="56"/>
                      </a:lnTo>
                      <a:lnTo>
                        <a:pt x="38" y="54"/>
                      </a:lnTo>
                      <a:lnTo>
                        <a:pt x="40" y="54"/>
                      </a:lnTo>
                      <a:lnTo>
                        <a:pt x="40" y="52"/>
                      </a:lnTo>
                      <a:lnTo>
                        <a:pt x="40" y="52"/>
                      </a:lnTo>
                      <a:lnTo>
                        <a:pt x="36" y="44"/>
                      </a:lnTo>
                      <a:lnTo>
                        <a:pt x="32" y="40"/>
                      </a:lnTo>
                      <a:lnTo>
                        <a:pt x="32" y="40"/>
                      </a:lnTo>
                      <a:lnTo>
                        <a:pt x="32" y="36"/>
                      </a:lnTo>
                      <a:lnTo>
                        <a:pt x="32" y="36"/>
                      </a:lnTo>
                      <a:lnTo>
                        <a:pt x="32" y="34"/>
                      </a:lnTo>
                      <a:lnTo>
                        <a:pt x="34" y="34"/>
                      </a:lnTo>
                      <a:lnTo>
                        <a:pt x="36" y="34"/>
                      </a:lnTo>
                      <a:lnTo>
                        <a:pt x="36" y="34"/>
                      </a:lnTo>
                      <a:lnTo>
                        <a:pt x="38" y="38"/>
                      </a:lnTo>
                      <a:lnTo>
                        <a:pt x="40" y="38"/>
                      </a:lnTo>
                      <a:lnTo>
                        <a:pt x="42" y="38"/>
                      </a:lnTo>
                      <a:lnTo>
                        <a:pt x="42" y="38"/>
                      </a:lnTo>
                      <a:lnTo>
                        <a:pt x="42" y="36"/>
                      </a:lnTo>
                      <a:lnTo>
                        <a:pt x="44" y="38"/>
                      </a:lnTo>
                      <a:lnTo>
                        <a:pt x="48" y="40"/>
                      </a:lnTo>
                      <a:lnTo>
                        <a:pt x="48" y="40"/>
                      </a:lnTo>
                      <a:lnTo>
                        <a:pt x="50" y="40"/>
                      </a:lnTo>
                      <a:lnTo>
                        <a:pt x="52" y="38"/>
                      </a:lnTo>
                      <a:lnTo>
                        <a:pt x="56" y="38"/>
                      </a:lnTo>
                      <a:lnTo>
                        <a:pt x="60" y="38"/>
                      </a:lnTo>
                      <a:lnTo>
                        <a:pt x="60" y="38"/>
                      </a:lnTo>
                      <a:lnTo>
                        <a:pt x="66" y="40"/>
                      </a:lnTo>
                      <a:lnTo>
                        <a:pt x="66" y="40"/>
                      </a:lnTo>
                      <a:lnTo>
                        <a:pt x="66" y="40"/>
                      </a:lnTo>
                      <a:lnTo>
                        <a:pt x="68" y="42"/>
                      </a:lnTo>
                      <a:lnTo>
                        <a:pt x="68" y="42"/>
                      </a:lnTo>
                      <a:lnTo>
                        <a:pt x="70" y="44"/>
                      </a:lnTo>
                      <a:lnTo>
                        <a:pt x="74" y="44"/>
                      </a:lnTo>
                      <a:lnTo>
                        <a:pt x="80" y="44"/>
                      </a:lnTo>
                      <a:lnTo>
                        <a:pt x="80" y="44"/>
                      </a:lnTo>
                      <a:lnTo>
                        <a:pt x="82" y="42"/>
                      </a:lnTo>
                      <a:lnTo>
                        <a:pt x="82" y="40"/>
                      </a:lnTo>
                      <a:lnTo>
                        <a:pt x="80" y="36"/>
                      </a:lnTo>
                      <a:lnTo>
                        <a:pt x="80" y="36"/>
                      </a:lnTo>
                      <a:lnTo>
                        <a:pt x="80" y="34"/>
                      </a:lnTo>
                      <a:lnTo>
                        <a:pt x="80" y="32"/>
                      </a:lnTo>
                      <a:lnTo>
                        <a:pt x="82" y="30"/>
                      </a:lnTo>
                      <a:lnTo>
                        <a:pt x="80" y="30"/>
                      </a:lnTo>
                      <a:lnTo>
                        <a:pt x="80" y="30"/>
                      </a:lnTo>
                      <a:lnTo>
                        <a:pt x="76" y="30"/>
                      </a:lnTo>
                      <a:lnTo>
                        <a:pt x="74" y="30"/>
                      </a:lnTo>
                      <a:lnTo>
                        <a:pt x="70" y="28"/>
                      </a:lnTo>
                      <a:lnTo>
                        <a:pt x="70" y="28"/>
                      </a:lnTo>
                      <a:lnTo>
                        <a:pt x="66" y="26"/>
                      </a:lnTo>
                      <a:lnTo>
                        <a:pt x="60" y="22"/>
                      </a:lnTo>
                      <a:lnTo>
                        <a:pt x="60" y="22"/>
                      </a:lnTo>
                      <a:lnTo>
                        <a:pt x="54" y="16"/>
                      </a:lnTo>
                      <a:lnTo>
                        <a:pt x="50" y="10"/>
                      </a:lnTo>
                      <a:lnTo>
                        <a:pt x="50" y="10"/>
                      </a:lnTo>
                      <a:lnTo>
                        <a:pt x="48" y="6"/>
                      </a:lnTo>
                      <a:lnTo>
                        <a:pt x="46" y="4"/>
                      </a:lnTo>
                      <a:lnTo>
                        <a:pt x="42" y="0"/>
                      </a:lnTo>
                      <a:lnTo>
                        <a:pt x="42" y="0"/>
                      </a:lnTo>
                      <a:lnTo>
                        <a:pt x="40" y="2"/>
                      </a:lnTo>
                      <a:lnTo>
                        <a:pt x="38" y="4"/>
                      </a:lnTo>
                      <a:lnTo>
                        <a:pt x="38" y="4"/>
                      </a:lnTo>
                      <a:lnTo>
                        <a:pt x="36" y="8"/>
                      </a:lnTo>
                      <a:lnTo>
                        <a:pt x="32" y="8"/>
                      </a:lnTo>
                      <a:lnTo>
                        <a:pt x="32" y="8"/>
                      </a:lnTo>
                      <a:lnTo>
                        <a:pt x="30" y="8"/>
                      </a:lnTo>
                      <a:lnTo>
                        <a:pt x="28" y="10"/>
                      </a:lnTo>
                      <a:lnTo>
                        <a:pt x="28" y="10"/>
                      </a:lnTo>
                      <a:lnTo>
                        <a:pt x="26" y="18"/>
                      </a:lnTo>
                      <a:lnTo>
                        <a:pt x="24" y="22"/>
                      </a:lnTo>
                      <a:lnTo>
                        <a:pt x="22" y="22"/>
                      </a:lnTo>
                      <a:lnTo>
                        <a:pt x="22" y="22"/>
                      </a:lnTo>
                      <a:lnTo>
                        <a:pt x="20" y="22"/>
                      </a:lnTo>
                      <a:lnTo>
                        <a:pt x="18" y="20"/>
                      </a:lnTo>
                      <a:lnTo>
                        <a:pt x="18" y="18"/>
                      </a:lnTo>
                      <a:lnTo>
                        <a:pt x="16" y="20"/>
                      </a:lnTo>
                      <a:lnTo>
                        <a:pt x="16" y="20"/>
                      </a:lnTo>
                      <a:lnTo>
                        <a:pt x="18" y="24"/>
                      </a:lnTo>
                      <a:lnTo>
                        <a:pt x="16" y="28"/>
                      </a:lnTo>
                      <a:lnTo>
                        <a:pt x="16" y="28"/>
                      </a:lnTo>
                      <a:lnTo>
                        <a:pt x="12" y="30"/>
                      </a:lnTo>
                      <a:lnTo>
                        <a:pt x="8" y="32"/>
                      </a:lnTo>
                      <a:lnTo>
                        <a:pt x="0" y="34"/>
                      </a:lnTo>
                      <a:lnTo>
                        <a:pt x="0" y="34"/>
                      </a:lnTo>
                      <a:lnTo>
                        <a:pt x="0" y="34"/>
                      </a:lnTo>
                      <a:lnTo>
                        <a:pt x="2" y="40"/>
                      </a:lnTo>
                      <a:lnTo>
                        <a:pt x="2" y="46"/>
                      </a:lnTo>
                      <a:lnTo>
                        <a:pt x="2" y="46"/>
                      </a:lnTo>
                      <a:lnTo>
                        <a:pt x="6" y="44"/>
                      </a:lnTo>
                      <a:lnTo>
                        <a:pt x="6" y="44"/>
                      </a:lnTo>
                      <a:lnTo>
                        <a:pt x="6" y="42"/>
                      </a:lnTo>
                      <a:lnTo>
                        <a:pt x="6" y="42"/>
                      </a:lnTo>
                      <a:lnTo>
                        <a:pt x="8" y="40"/>
                      </a:lnTo>
                      <a:lnTo>
                        <a:pt x="10" y="40"/>
                      </a:lnTo>
                      <a:lnTo>
                        <a:pt x="10" y="40"/>
                      </a:lnTo>
                      <a:lnTo>
                        <a:pt x="14" y="30"/>
                      </a:lnTo>
                      <a:lnTo>
                        <a:pt x="14" y="30"/>
                      </a:lnTo>
                      <a:lnTo>
                        <a:pt x="16" y="34"/>
                      </a:lnTo>
                      <a:lnTo>
                        <a:pt x="18" y="38"/>
                      </a:lnTo>
                      <a:lnTo>
                        <a:pt x="16" y="46"/>
                      </a:lnTo>
                      <a:lnTo>
                        <a:pt x="16" y="46"/>
                      </a:lnTo>
                      <a:lnTo>
                        <a:pt x="24" y="52"/>
                      </a:lnTo>
                      <a:lnTo>
                        <a:pt x="26" y="54"/>
                      </a:lnTo>
                      <a:lnTo>
                        <a:pt x="24" y="56"/>
                      </a:lnTo>
                      <a:lnTo>
                        <a:pt x="22" y="56"/>
                      </a:lnTo>
                      <a:lnTo>
                        <a:pt x="22" y="56"/>
                      </a:lnTo>
                      <a:lnTo>
                        <a:pt x="22" y="60"/>
                      </a:lnTo>
                      <a:lnTo>
                        <a:pt x="22" y="60"/>
                      </a:lnTo>
                      <a:lnTo>
                        <a:pt x="28" y="64"/>
                      </a:lnTo>
                      <a:lnTo>
                        <a:pt x="28" y="64"/>
                      </a:lnTo>
                      <a:lnTo>
                        <a:pt x="32" y="64"/>
                      </a:lnTo>
                      <a:lnTo>
                        <a:pt x="32" y="64"/>
                      </a:lnTo>
                      <a:lnTo>
                        <a:pt x="34" y="66"/>
                      </a:lnTo>
                      <a:lnTo>
                        <a:pt x="34" y="68"/>
                      </a:lnTo>
                      <a:lnTo>
                        <a:pt x="34" y="68"/>
                      </a:lnTo>
                      <a:lnTo>
                        <a:pt x="38" y="68"/>
                      </a:lnTo>
                      <a:lnTo>
                        <a:pt x="42" y="66"/>
                      </a:lnTo>
                      <a:lnTo>
                        <a:pt x="42" y="66"/>
                      </a:lnTo>
                      <a:lnTo>
                        <a:pt x="54" y="80"/>
                      </a:lnTo>
                      <a:lnTo>
                        <a:pt x="54" y="80"/>
                      </a:lnTo>
                      <a:lnTo>
                        <a:pt x="58" y="80"/>
                      </a:lnTo>
                      <a:lnTo>
                        <a:pt x="60" y="80"/>
                      </a:lnTo>
                      <a:lnTo>
                        <a:pt x="60" y="80"/>
                      </a:lnTo>
                      <a:lnTo>
                        <a:pt x="62" y="84"/>
                      </a:lnTo>
                      <a:lnTo>
                        <a:pt x="66" y="88"/>
                      </a:lnTo>
                      <a:lnTo>
                        <a:pt x="66" y="88"/>
                      </a:lnTo>
                      <a:lnTo>
                        <a:pt x="70" y="88"/>
                      </a:lnTo>
                      <a:lnTo>
                        <a:pt x="70" y="8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5" name="Freeform 243">
                  <a:extLst>
                    <a:ext uri="{FF2B5EF4-FFF2-40B4-BE49-F238E27FC236}">
                      <a16:creationId xmlns:a16="http://schemas.microsoft.com/office/drawing/2014/main" id="{6153FB74-4E1C-4244-B375-DC9F76D3FF7F}"/>
                    </a:ext>
                  </a:extLst>
                </p:cNvPr>
                <p:cNvSpPr>
                  <a:spLocks/>
                </p:cNvSpPr>
                <p:nvPr/>
              </p:nvSpPr>
              <p:spPr bwMode="auto">
                <a:xfrm>
                  <a:off x="6496838" y="2841822"/>
                  <a:ext cx="157140" cy="116137"/>
                </a:xfrm>
                <a:custGeom>
                  <a:avLst/>
                  <a:gdLst>
                    <a:gd name="T0" fmla="*/ 80 w 80"/>
                    <a:gd name="T1" fmla="*/ 4 h 58"/>
                    <a:gd name="T2" fmla="*/ 74 w 80"/>
                    <a:gd name="T3" fmla="*/ 0 h 58"/>
                    <a:gd name="T4" fmla="*/ 66 w 80"/>
                    <a:gd name="T5" fmla="*/ 2 h 58"/>
                    <a:gd name="T6" fmla="*/ 62 w 80"/>
                    <a:gd name="T7" fmla="*/ 4 h 58"/>
                    <a:gd name="T8" fmla="*/ 56 w 80"/>
                    <a:gd name="T9" fmla="*/ 0 h 58"/>
                    <a:gd name="T10" fmla="*/ 52 w 80"/>
                    <a:gd name="T11" fmla="*/ 0 h 58"/>
                    <a:gd name="T12" fmla="*/ 48 w 80"/>
                    <a:gd name="T13" fmla="*/ 4 h 58"/>
                    <a:gd name="T14" fmla="*/ 40 w 80"/>
                    <a:gd name="T15" fmla="*/ 8 h 58"/>
                    <a:gd name="T16" fmla="*/ 34 w 80"/>
                    <a:gd name="T17" fmla="*/ 8 h 58"/>
                    <a:gd name="T18" fmla="*/ 28 w 80"/>
                    <a:gd name="T19" fmla="*/ 8 h 58"/>
                    <a:gd name="T20" fmla="*/ 24 w 80"/>
                    <a:gd name="T21" fmla="*/ 8 h 58"/>
                    <a:gd name="T22" fmla="*/ 20 w 80"/>
                    <a:gd name="T23" fmla="*/ 8 h 58"/>
                    <a:gd name="T24" fmla="*/ 16 w 80"/>
                    <a:gd name="T25" fmla="*/ 8 h 58"/>
                    <a:gd name="T26" fmla="*/ 14 w 80"/>
                    <a:gd name="T27" fmla="*/ 6 h 58"/>
                    <a:gd name="T28" fmla="*/ 16 w 80"/>
                    <a:gd name="T29" fmla="*/ 4 h 58"/>
                    <a:gd name="T30" fmla="*/ 14 w 80"/>
                    <a:gd name="T31" fmla="*/ 2 h 58"/>
                    <a:gd name="T32" fmla="*/ 10 w 80"/>
                    <a:gd name="T33" fmla="*/ 0 h 58"/>
                    <a:gd name="T34" fmla="*/ 6 w 80"/>
                    <a:gd name="T35" fmla="*/ 8 h 58"/>
                    <a:gd name="T36" fmla="*/ 2 w 80"/>
                    <a:gd name="T37" fmla="*/ 10 h 58"/>
                    <a:gd name="T38" fmla="*/ 2 w 80"/>
                    <a:gd name="T39" fmla="*/ 12 h 58"/>
                    <a:gd name="T40" fmla="*/ 2 w 80"/>
                    <a:gd name="T41" fmla="*/ 20 h 58"/>
                    <a:gd name="T42" fmla="*/ 4 w 80"/>
                    <a:gd name="T43" fmla="*/ 22 h 58"/>
                    <a:gd name="T44" fmla="*/ 10 w 80"/>
                    <a:gd name="T45" fmla="*/ 24 h 58"/>
                    <a:gd name="T46" fmla="*/ 10 w 80"/>
                    <a:gd name="T47" fmla="*/ 26 h 58"/>
                    <a:gd name="T48" fmla="*/ 6 w 80"/>
                    <a:gd name="T49" fmla="*/ 32 h 58"/>
                    <a:gd name="T50" fmla="*/ 4 w 80"/>
                    <a:gd name="T51" fmla="*/ 36 h 58"/>
                    <a:gd name="T52" fmla="*/ 8 w 80"/>
                    <a:gd name="T53" fmla="*/ 40 h 58"/>
                    <a:gd name="T54" fmla="*/ 8 w 80"/>
                    <a:gd name="T55" fmla="*/ 42 h 58"/>
                    <a:gd name="T56" fmla="*/ 8 w 80"/>
                    <a:gd name="T57" fmla="*/ 44 h 58"/>
                    <a:gd name="T58" fmla="*/ 8 w 80"/>
                    <a:gd name="T59" fmla="*/ 46 h 58"/>
                    <a:gd name="T60" fmla="*/ 10 w 80"/>
                    <a:gd name="T61" fmla="*/ 50 h 58"/>
                    <a:gd name="T62" fmla="*/ 10 w 80"/>
                    <a:gd name="T63" fmla="*/ 56 h 58"/>
                    <a:gd name="T64" fmla="*/ 20 w 80"/>
                    <a:gd name="T65" fmla="*/ 58 h 58"/>
                    <a:gd name="T66" fmla="*/ 24 w 80"/>
                    <a:gd name="T67" fmla="*/ 58 h 58"/>
                    <a:gd name="T68" fmla="*/ 26 w 80"/>
                    <a:gd name="T69" fmla="*/ 54 h 58"/>
                    <a:gd name="T70" fmla="*/ 30 w 80"/>
                    <a:gd name="T71" fmla="*/ 50 h 58"/>
                    <a:gd name="T72" fmla="*/ 36 w 80"/>
                    <a:gd name="T73" fmla="*/ 52 h 58"/>
                    <a:gd name="T74" fmla="*/ 40 w 80"/>
                    <a:gd name="T75" fmla="*/ 54 h 58"/>
                    <a:gd name="T76" fmla="*/ 40 w 80"/>
                    <a:gd name="T77" fmla="*/ 56 h 58"/>
                    <a:gd name="T78" fmla="*/ 46 w 80"/>
                    <a:gd name="T79" fmla="*/ 56 h 58"/>
                    <a:gd name="T80" fmla="*/ 52 w 80"/>
                    <a:gd name="T81" fmla="*/ 56 h 58"/>
                    <a:gd name="T82" fmla="*/ 50 w 80"/>
                    <a:gd name="T83" fmla="*/ 54 h 58"/>
                    <a:gd name="T84" fmla="*/ 52 w 80"/>
                    <a:gd name="T85" fmla="*/ 50 h 58"/>
                    <a:gd name="T86" fmla="*/ 56 w 80"/>
                    <a:gd name="T87" fmla="*/ 50 h 58"/>
                    <a:gd name="T88" fmla="*/ 56 w 80"/>
                    <a:gd name="T89" fmla="*/ 48 h 58"/>
                    <a:gd name="T90" fmla="*/ 60 w 80"/>
                    <a:gd name="T91" fmla="*/ 46 h 58"/>
                    <a:gd name="T92" fmla="*/ 64 w 80"/>
                    <a:gd name="T93" fmla="*/ 48 h 58"/>
                    <a:gd name="T94" fmla="*/ 72 w 80"/>
                    <a:gd name="T95" fmla="*/ 48 h 58"/>
                    <a:gd name="T96" fmla="*/ 70 w 80"/>
                    <a:gd name="T97" fmla="*/ 42 h 58"/>
                    <a:gd name="T98" fmla="*/ 66 w 80"/>
                    <a:gd name="T99" fmla="*/ 40 h 58"/>
                    <a:gd name="T100" fmla="*/ 70 w 80"/>
                    <a:gd name="T101" fmla="*/ 34 h 58"/>
                    <a:gd name="T102" fmla="*/ 70 w 80"/>
                    <a:gd name="T103" fmla="*/ 34 h 58"/>
                    <a:gd name="T104" fmla="*/ 70 w 80"/>
                    <a:gd name="T105" fmla="*/ 28 h 58"/>
                    <a:gd name="T106" fmla="*/ 80 w 80"/>
                    <a:gd name="T107" fmla="*/ 20 h 58"/>
                    <a:gd name="T108" fmla="*/ 80 w 80"/>
                    <a:gd name="T109" fmla="*/ 16 h 58"/>
                    <a:gd name="T110" fmla="*/ 80 w 80"/>
                    <a:gd name="T111"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0" h="58">
                      <a:moveTo>
                        <a:pt x="80" y="4"/>
                      </a:moveTo>
                      <a:lnTo>
                        <a:pt x="80" y="4"/>
                      </a:lnTo>
                      <a:lnTo>
                        <a:pt x="74" y="0"/>
                      </a:lnTo>
                      <a:lnTo>
                        <a:pt x="74" y="0"/>
                      </a:lnTo>
                      <a:lnTo>
                        <a:pt x="70" y="0"/>
                      </a:lnTo>
                      <a:lnTo>
                        <a:pt x="66" y="2"/>
                      </a:lnTo>
                      <a:lnTo>
                        <a:pt x="66" y="2"/>
                      </a:lnTo>
                      <a:lnTo>
                        <a:pt x="62" y="4"/>
                      </a:lnTo>
                      <a:lnTo>
                        <a:pt x="60" y="2"/>
                      </a:lnTo>
                      <a:lnTo>
                        <a:pt x="56" y="0"/>
                      </a:lnTo>
                      <a:lnTo>
                        <a:pt x="56" y="0"/>
                      </a:lnTo>
                      <a:lnTo>
                        <a:pt x="52" y="0"/>
                      </a:lnTo>
                      <a:lnTo>
                        <a:pt x="48" y="4"/>
                      </a:lnTo>
                      <a:lnTo>
                        <a:pt x="48" y="4"/>
                      </a:lnTo>
                      <a:lnTo>
                        <a:pt x="44" y="6"/>
                      </a:lnTo>
                      <a:lnTo>
                        <a:pt x="40" y="8"/>
                      </a:lnTo>
                      <a:lnTo>
                        <a:pt x="40" y="8"/>
                      </a:lnTo>
                      <a:lnTo>
                        <a:pt x="34" y="8"/>
                      </a:lnTo>
                      <a:lnTo>
                        <a:pt x="28" y="8"/>
                      </a:lnTo>
                      <a:lnTo>
                        <a:pt x="28" y="8"/>
                      </a:lnTo>
                      <a:lnTo>
                        <a:pt x="26" y="6"/>
                      </a:lnTo>
                      <a:lnTo>
                        <a:pt x="24" y="8"/>
                      </a:lnTo>
                      <a:lnTo>
                        <a:pt x="24" y="8"/>
                      </a:lnTo>
                      <a:lnTo>
                        <a:pt x="20" y="8"/>
                      </a:lnTo>
                      <a:lnTo>
                        <a:pt x="20" y="8"/>
                      </a:lnTo>
                      <a:lnTo>
                        <a:pt x="16" y="8"/>
                      </a:lnTo>
                      <a:lnTo>
                        <a:pt x="14" y="8"/>
                      </a:lnTo>
                      <a:lnTo>
                        <a:pt x="14" y="6"/>
                      </a:lnTo>
                      <a:lnTo>
                        <a:pt x="16" y="4"/>
                      </a:lnTo>
                      <a:lnTo>
                        <a:pt x="16" y="4"/>
                      </a:lnTo>
                      <a:lnTo>
                        <a:pt x="16" y="2"/>
                      </a:lnTo>
                      <a:lnTo>
                        <a:pt x="14" y="2"/>
                      </a:lnTo>
                      <a:lnTo>
                        <a:pt x="10" y="0"/>
                      </a:lnTo>
                      <a:lnTo>
                        <a:pt x="10" y="0"/>
                      </a:lnTo>
                      <a:lnTo>
                        <a:pt x="10" y="4"/>
                      </a:lnTo>
                      <a:lnTo>
                        <a:pt x="6" y="8"/>
                      </a:lnTo>
                      <a:lnTo>
                        <a:pt x="6" y="8"/>
                      </a:lnTo>
                      <a:lnTo>
                        <a:pt x="2" y="10"/>
                      </a:lnTo>
                      <a:lnTo>
                        <a:pt x="2" y="12"/>
                      </a:lnTo>
                      <a:lnTo>
                        <a:pt x="2" y="12"/>
                      </a:lnTo>
                      <a:lnTo>
                        <a:pt x="0" y="16"/>
                      </a:lnTo>
                      <a:lnTo>
                        <a:pt x="2" y="20"/>
                      </a:lnTo>
                      <a:lnTo>
                        <a:pt x="2" y="20"/>
                      </a:lnTo>
                      <a:lnTo>
                        <a:pt x="4" y="22"/>
                      </a:lnTo>
                      <a:lnTo>
                        <a:pt x="10" y="24"/>
                      </a:lnTo>
                      <a:lnTo>
                        <a:pt x="10" y="24"/>
                      </a:lnTo>
                      <a:lnTo>
                        <a:pt x="10" y="24"/>
                      </a:lnTo>
                      <a:lnTo>
                        <a:pt x="10" y="26"/>
                      </a:lnTo>
                      <a:lnTo>
                        <a:pt x="6" y="32"/>
                      </a:lnTo>
                      <a:lnTo>
                        <a:pt x="6" y="32"/>
                      </a:lnTo>
                      <a:lnTo>
                        <a:pt x="4" y="36"/>
                      </a:lnTo>
                      <a:lnTo>
                        <a:pt x="4" y="36"/>
                      </a:lnTo>
                      <a:lnTo>
                        <a:pt x="4" y="36"/>
                      </a:lnTo>
                      <a:lnTo>
                        <a:pt x="8" y="40"/>
                      </a:lnTo>
                      <a:lnTo>
                        <a:pt x="8" y="40"/>
                      </a:lnTo>
                      <a:lnTo>
                        <a:pt x="8" y="42"/>
                      </a:lnTo>
                      <a:lnTo>
                        <a:pt x="8" y="44"/>
                      </a:lnTo>
                      <a:lnTo>
                        <a:pt x="8" y="44"/>
                      </a:lnTo>
                      <a:lnTo>
                        <a:pt x="8" y="46"/>
                      </a:lnTo>
                      <a:lnTo>
                        <a:pt x="8" y="46"/>
                      </a:lnTo>
                      <a:lnTo>
                        <a:pt x="12" y="50"/>
                      </a:lnTo>
                      <a:lnTo>
                        <a:pt x="10" y="50"/>
                      </a:lnTo>
                      <a:lnTo>
                        <a:pt x="10" y="56"/>
                      </a:lnTo>
                      <a:lnTo>
                        <a:pt x="10" y="56"/>
                      </a:lnTo>
                      <a:lnTo>
                        <a:pt x="14" y="56"/>
                      </a:lnTo>
                      <a:lnTo>
                        <a:pt x="20" y="58"/>
                      </a:lnTo>
                      <a:lnTo>
                        <a:pt x="20" y="58"/>
                      </a:lnTo>
                      <a:lnTo>
                        <a:pt x="24" y="58"/>
                      </a:lnTo>
                      <a:lnTo>
                        <a:pt x="26" y="54"/>
                      </a:lnTo>
                      <a:lnTo>
                        <a:pt x="26" y="54"/>
                      </a:lnTo>
                      <a:lnTo>
                        <a:pt x="28" y="52"/>
                      </a:lnTo>
                      <a:lnTo>
                        <a:pt x="30" y="50"/>
                      </a:lnTo>
                      <a:lnTo>
                        <a:pt x="36" y="52"/>
                      </a:lnTo>
                      <a:lnTo>
                        <a:pt x="36" y="52"/>
                      </a:lnTo>
                      <a:lnTo>
                        <a:pt x="38" y="52"/>
                      </a:lnTo>
                      <a:lnTo>
                        <a:pt x="40" y="54"/>
                      </a:lnTo>
                      <a:lnTo>
                        <a:pt x="40" y="56"/>
                      </a:lnTo>
                      <a:lnTo>
                        <a:pt x="40" y="56"/>
                      </a:lnTo>
                      <a:lnTo>
                        <a:pt x="46" y="56"/>
                      </a:lnTo>
                      <a:lnTo>
                        <a:pt x="46" y="56"/>
                      </a:lnTo>
                      <a:lnTo>
                        <a:pt x="50" y="56"/>
                      </a:lnTo>
                      <a:lnTo>
                        <a:pt x="52" y="56"/>
                      </a:lnTo>
                      <a:lnTo>
                        <a:pt x="50" y="54"/>
                      </a:lnTo>
                      <a:lnTo>
                        <a:pt x="50" y="54"/>
                      </a:lnTo>
                      <a:lnTo>
                        <a:pt x="50" y="52"/>
                      </a:lnTo>
                      <a:lnTo>
                        <a:pt x="52" y="50"/>
                      </a:lnTo>
                      <a:lnTo>
                        <a:pt x="56" y="50"/>
                      </a:lnTo>
                      <a:lnTo>
                        <a:pt x="56" y="50"/>
                      </a:lnTo>
                      <a:lnTo>
                        <a:pt x="56" y="50"/>
                      </a:lnTo>
                      <a:lnTo>
                        <a:pt x="56" y="48"/>
                      </a:lnTo>
                      <a:lnTo>
                        <a:pt x="56" y="48"/>
                      </a:lnTo>
                      <a:lnTo>
                        <a:pt x="60" y="46"/>
                      </a:lnTo>
                      <a:lnTo>
                        <a:pt x="64" y="48"/>
                      </a:lnTo>
                      <a:lnTo>
                        <a:pt x="64" y="48"/>
                      </a:lnTo>
                      <a:lnTo>
                        <a:pt x="68" y="48"/>
                      </a:lnTo>
                      <a:lnTo>
                        <a:pt x="72" y="48"/>
                      </a:lnTo>
                      <a:lnTo>
                        <a:pt x="72" y="48"/>
                      </a:lnTo>
                      <a:lnTo>
                        <a:pt x="70" y="42"/>
                      </a:lnTo>
                      <a:lnTo>
                        <a:pt x="70" y="42"/>
                      </a:lnTo>
                      <a:lnTo>
                        <a:pt x="66" y="40"/>
                      </a:lnTo>
                      <a:lnTo>
                        <a:pt x="66" y="40"/>
                      </a:lnTo>
                      <a:lnTo>
                        <a:pt x="70" y="34"/>
                      </a:lnTo>
                      <a:lnTo>
                        <a:pt x="70" y="34"/>
                      </a:lnTo>
                      <a:lnTo>
                        <a:pt x="70" y="34"/>
                      </a:lnTo>
                      <a:lnTo>
                        <a:pt x="70" y="34"/>
                      </a:lnTo>
                      <a:lnTo>
                        <a:pt x="70" y="28"/>
                      </a:lnTo>
                      <a:lnTo>
                        <a:pt x="70" y="28"/>
                      </a:lnTo>
                      <a:lnTo>
                        <a:pt x="80" y="20"/>
                      </a:lnTo>
                      <a:lnTo>
                        <a:pt x="80" y="20"/>
                      </a:lnTo>
                      <a:lnTo>
                        <a:pt x="80" y="16"/>
                      </a:lnTo>
                      <a:lnTo>
                        <a:pt x="80" y="12"/>
                      </a:lnTo>
                      <a:lnTo>
                        <a:pt x="80" y="4"/>
                      </a:lnTo>
                      <a:lnTo>
                        <a:pt x="8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6" name="Freeform 250">
                  <a:extLst>
                    <a:ext uri="{FF2B5EF4-FFF2-40B4-BE49-F238E27FC236}">
                      <a16:creationId xmlns:a16="http://schemas.microsoft.com/office/drawing/2014/main" id="{2DA9C88F-7FB1-6042-841C-02C069BF416F}"/>
                    </a:ext>
                  </a:extLst>
                </p:cNvPr>
                <p:cNvSpPr>
                  <a:spLocks/>
                </p:cNvSpPr>
                <p:nvPr/>
              </p:nvSpPr>
              <p:spPr bwMode="auto">
                <a:xfrm>
                  <a:off x="6314411" y="2809786"/>
                  <a:ext cx="101148" cy="108127"/>
                </a:xfrm>
                <a:custGeom>
                  <a:avLst/>
                  <a:gdLst>
                    <a:gd name="T0" fmla="*/ 48 w 52"/>
                    <a:gd name="T1" fmla="*/ 10 h 54"/>
                    <a:gd name="T2" fmla="*/ 38 w 52"/>
                    <a:gd name="T3" fmla="*/ 10 h 54"/>
                    <a:gd name="T4" fmla="*/ 36 w 52"/>
                    <a:gd name="T5" fmla="*/ 8 h 54"/>
                    <a:gd name="T6" fmla="*/ 34 w 52"/>
                    <a:gd name="T7" fmla="*/ 6 h 54"/>
                    <a:gd name="T8" fmla="*/ 28 w 52"/>
                    <a:gd name="T9" fmla="*/ 4 h 54"/>
                    <a:gd name="T10" fmla="*/ 24 w 52"/>
                    <a:gd name="T11" fmla="*/ 4 h 54"/>
                    <a:gd name="T12" fmla="*/ 18 w 52"/>
                    <a:gd name="T13" fmla="*/ 6 h 54"/>
                    <a:gd name="T14" fmla="*/ 16 w 52"/>
                    <a:gd name="T15" fmla="*/ 6 h 54"/>
                    <a:gd name="T16" fmla="*/ 10 w 52"/>
                    <a:gd name="T17" fmla="*/ 2 h 54"/>
                    <a:gd name="T18" fmla="*/ 10 w 52"/>
                    <a:gd name="T19" fmla="*/ 4 h 54"/>
                    <a:gd name="T20" fmla="*/ 6 w 52"/>
                    <a:gd name="T21" fmla="*/ 4 h 54"/>
                    <a:gd name="T22" fmla="*/ 4 w 52"/>
                    <a:gd name="T23" fmla="*/ 0 h 54"/>
                    <a:gd name="T24" fmla="*/ 0 w 52"/>
                    <a:gd name="T25" fmla="*/ 0 h 54"/>
                    <a:gd name="T26" fmla="*/ 0 w 52"/>
                    <a:gd name="T27" fmla="*/ 2 h 54"/>
                    <a:gd name="T28" fmla="*/ 0 w 52"/>
                    <a:gd name="T29" fmla="*/ 6 h 54"/>
                    <a:gd name="T30" fmla="*/ 8 w 52"/>
                    <a:gd name="T31" fmla="*/ 18 h 54"/>
                    <a:gd name="T32" fmla="*/ 8 w 52"/>
                    <a:gd name="T33" fmla="*/ 20 h 54"/>
                    <a:gd name="T34" fmla="*/ 8 w 52"/>
                    <a:gd name="T35" fmla="*/ 22 h 54"/>
                    <a:gd name="T36" fmla="*/ 14 w 52"/>
                    <a:gd name="T37" fmla="*/ 30 h 54"/>
                    <a:gd name="T38" fmla="*/ 20 w 52"/>
                    <a:gd name="T39" fmla="*/ 36 h 54"/>
                    <a:gd name="T40" fmla="*/ 24 w 52"/>
                    <a:gd name="T41" fmla="*/ 42 h 54"/>
                    <a:gd name="T42" fmla="*/ 30 w 52"/>
                    <a:gd name="T43" fmla="*/ 46 h 54"/>
                    <a:gd name="T44" fmla="*/ 34 w 52"/>
                    <a:gd name="T45" fmla="*/ 50 h 54"/>
                    <a:gd name="T46" fmla="*/ 38 w 52"/>
                    <a:gd name="T47" fmla="*/ 54 h 54"/>
                    <a:gd name="T48" fmla="*/ 36 w 52"/>
                    <a:gd name="T49" fmla="*/ 50 h 54"/>
                    <a:gd name="T50" fmla="*/ 36 w 52"/>
                    <a:gd name="T51" fmla="*/ 46 h 54"/>
                    <a:gd name="T52" fmla="*/ 38 w 52"/>
                    <a:gd name="T53" fmla="*/ 38 h 54"/>
                    <a:gd name="T54" fmla="*/ 44 w 52"/>
                    <a:gd name="T55" fmla="*/ 36 h 54"/>
                    <a:gd name="T56" fmla="*/ 46 w 52"/>
                    <a:gd name="T57" fmla="*/ 32 h 54"/>
                    <a:gd name="T58" fmla="*/ 50 w 52"/>
                    <a:gd name="T59" fmla="*/ 30 h 54"/>
                    <a:gd name="T60" fmla="*/ 52 w 52"/>
                    <a:gd name="T61" fmla="*/ 28 h 54"/>
                    <a:gd name="T62" fmla="*/ 50 w 52"/>
                    <a:gd name="T63" fmla="*/ 26 h 54"/>
                    <a:gd name="T64" fmla="*/ 46 w 52"/>
                    <a:gd name="T65" fmla="*/ 22 h 54"/>
                    <a:gd name="T66" fmla="*/ 50 w 52"/>
                    <a:gd name="T67" fmla="*/ 22 h 54"/>
                    <a:gd name="T68" fmla="*/ 52 w 52"/>
                    <a:gd name="T69" fmla="*/ 20 h 54"/>
                    <a:gd name="T70" fmla="*/ 50 w 52"/>
                    <a:gd name="T71" fmla="*/ 18 h 54"/>
                    <a:gd name="T72" fmla="*/ 48 w 52"/>
                    <a:gd name="T73" fmla="*/ 14 h 54"/>
                    <a:gd name="T74" fmla="*/ 48 w 52"/>
                    <a:gd name="T7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 h="54">
                      <a:moveTo>
                        <a:pt x="48" y="10"/>
                      </a:moveTo>
                      <a:lnTo>
                        <a:pt x="48" y="10"/>
                      </a:lnTo>
                      <a:lnTo>
                        <a:pt x="42" y="10"/>
                      </a:lnTo>
                      <a:lnTo>
                        <a:pt x="38" y="10"/>
                      </a:lnTo>
                      <a:lnTo>
                        <a:pt x="36" y="8"/>
                      </a:lnTo>
                      <a:lnTo>
                        <a:pt x="36" y="8"/>
                      </a:lnTo>
                      <a:lnTo>
                        <a:pt x="34" y="6"/>
                      </a:lnTo>
                      <a:lnTo>
                        <a:pt x="34" y="6"/>
                      </a:lnTo>
                      <a:lnTo>
                        <a:pt x="34" y="6"/>
                      </a:lnTo>
                      <a:lnTo>
                        <a:pt x="28" y="4"/>
                      </a:lnTo>
                      <a:lnTo>
                        <a:pt x="28" y="4"/>
                      </a:lnTo>
                      <a:lnTo>
                        <a:pt x="24" y="4"/>
                      </a:lnTo>
                      <a:lnTo>
                        <a:pt x="20" y="4"/>
                      </a:lnTo>
                      <a:lnTo>
                        <a:pt x="18" y="6"/>
                      </a:lnTo>
                      <a:lnTo>
                        <a:pt x="16" y="6"/>
                      </a:lnTo>
                      <a:lnTo>
                        <a:pt x="16" y="6"/>
                      </a:lnTo>
                      <a:lnTo>
                        <a:pt x="12" y="4"/>
                      </a:lnTo>
                      <a:lnTo>
                        <a:pt x="10" y="2"/>
                      </a:lnTo>
                      <a:lnTo>
                        <a:pt x="10" y="4"/>
                      </a:lnTo>
                      <a:lnTo>
                        <a:pt x="10" y="4"/>
                      </a:lnTo>
                      <a:lnTo>
                        <a:pt x="8" y="4"/>
                      </a:lnTo>
                      <a:lnTo>
                        <a:pt x="6" y="4"/>
                      </a:lnTo>
                      <a:lnTo>
                        <a:pt x="4" y="0"/>
                      </a:lnTo>
                      <a:lnTo>
                        <a:pt x="4" y="0"/>
                      </a:lnTo>
                      <a:lnTo>
                        <a:pt x="2" y="0"/>
                      </a:lnTo>
                      <a:lnTo>
                        <a:pt x="0" y="0"/>
                      </a:lnTo>
                      <a:lnTo>
                        <a:pt x="0" y="2"/>
                      </a:lnTo>
                      <a:lnTo>
                        <a:pt x="0" y="2"/>
                      </a:lnTo>
                      <a:lnTo>
                        <a:pt x="0" y="6"/>
                      </a:lnTo>
                      <a:lnTo>
                        <a:pt x="0" y="6"/>
                      </a:lnTo>
                      <a:lnTo>
                        <a:pt x="4" y="10"/>
                      </a:lnTo>
                      <a:lnTo>
                        <a:pt x="8" y="18"/>
                      </a:lnTo>
                      <a:lnTo>
                        <a:pt x="8" y="18"/>
                      </a:lnTo>
                      <a:lnTo>
                        <a:pt x="8" y="20"/>
                      </a:lnTo>
                      <a:lnTo>
                        <a:pt x="6" y="20"/>
                      </a:lnTo>
                      <a:lnTo>
                        <a:pt x="8" y="22"/>
                      </a:lnTo>
                      <a:lnTo>
                        <a:pt x="8" y="22"/>
                      </a:lnTo>
                      <a:lnTo>
                        <a:pt x="14" y="30"/>
                      </a:lnTo>
                      <a:lnTo>
                        <a:pt x="20" y="36"/>
                      </a:lnTo>
                      <a:lnTo>
                        <a:pt x="20" y="36"/>
                      </a:lnTo>
                      <a:lnTo>
                        <a:pt x="24" y="42"/>
                      </a:lnTo>
                      <a:lnTo>
                        <a:pt x="24" y="42"/>
                      </a:lnTo>
                      <a:lnTo>
                        <a:pt x="28" y="44"/>
                      </a:lnTo>
                      <a:lnTo>
                        <a:pt x="30" y="46"/>
                      </a:lnTo>
                      <a:lnTo>
                        <a:pt x="30" y="46"/>
                      </a:lnTo>
                      <a:lnTo>
                        <a:pt x="34" y="50"/>
                      </a:lnTo>
                      <a:lnTo>
                        <a:pt x="34" y="50"/>
                      </a:lnTo>
                      <a:lnTo>
                        <a:pt x="38" y="54"/>
                      </a:lnTo>
                      <a:lnTo>
                        <a:pt x="38" y="54"/>
                      </a:lnTo>
                      <a:lnTo>
                        <a:pt x="36" y="50"/>
                      </a:lnTo>
                      <a:lnTo>
                        <a:pt x="36" y="46"/>
                      </a:lnTo>
                      <a:lnTo>
                        <a:pt x="36" y="46"/>
                      </a:lnTo>
                      <a:lnTo>
                        <a:pt x="36" y="42"/>
                      </a:lnTo>
                      <a:lnTo>
                        <a:pt x="38" y="38"/>
                      </a:lnTo>
                      <a:lnTo>
                        <a:pt x="38" y="38"/>
                      </a:lnTo>
                      <a:lnTo>
                        <a:pt x="44" y="36"/>
                      </a:lnTo>
                      <a:lnTo>
                        <a:pt x="44" y="36"/>
                      </a:lnTo>
                      <a:lnTo>
                        <a:pt x="46" y="32"/>
                      </a:lnTo>
                      <a:lnTo>
                        <a:pt x="46" y="32"/>
                      </a:lnTo>
                      <a:lnTo>
                        <a:pt x="50" y="30"/>
                      </a:lnTo>
                      <a:lnTo>
                        <a:pt x="52" y="28"/>
                      </a:lnTo>
                      <a:lnTo>
                        <a:pt x="52" y="28"/>
                      </a:lnTo>
                      <a:lnTo>
                        <a:pt x="52" y="26"/>
                      </a:lnTo>
                      <a:lnTo>
                        <a:pt x="50" y="26"/>
                      </a:lnTo>
                      <a:lnTo>
                        <a:pt x="48" y="24"/>
                      </a:lnTo>
                      <a:lnTo>
                        <a:pt x="46" y="22"/>
                      </a:lnTo>
                      <a:lnTo>
                        <a:pt x="46" y="22"/>
                      </a:lnTo>
                      <a:lnTo>
                        <a:pt x="50" y="22"/>
                      </a:lnTo>
                      <a:lnTo>
                        <a:pt x="52" y="20"/>
                      </a:lnTo>
                      <a:lnTo>
                        <a:pt x="52" y="20"/>
                      </a:lnTo>
                      <a:lnTo>
                        <a:pt x="52" y="18"/>
                      </a:lnTo>
                      <a:lnTo>
                        <a:pt x="50" y="18"/>
                      </a:lnTo>
                      <a:lnTo>
                        <a:pt x="48" y="14"/>
                      </a:lnTo>
                      <a:lnTo>
                        <a:pt x="48" y="14"/>
                      </a:lnTo>
                      <a:lnTo>
                        <a:pt x="48" y="10"/>
                      </a:lnTo>
                      <a:lnTo>
                        <a:pt x="48"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7" name="Freeform 255">
                  <a:extLst>
                    <a:ext uri="{FF2B5EF4-FFF2-40B4-BE49-F238E27FC236}">
                      <a16:creationId xmlns:a16="http://schemas.microsoft.com/office/drawing/2014/main" id="{352E6022-5E6D-B64F-919F-6633C695E4A0}"/>
                    </a:ext>
                  </a:extLst>
                </p:cNvPr>
                <p:cNvSpPr>
                  <a:spLocks/>
                </p:cNvSpPr>
                <p:nvPr/>
              </p:nvSpPr>
              <p:spPr bwMode="auto">
                <a:xfrm>
                  <a:off x="5954975" y="2553485"/>
                  <a:ext cx="102953" cy="76090"/>
                </a:xfrm>
                <a:custGeom>
                  <a:avLst/>
                  <a:gdLst>
                    <a:gd name="T0" fmla="*/ 16 w 52"/>
                    <a:gd name="T1" fmla="*/ 0 h 38"/>
                    <a:gd name="T2" fmla="*/ 10 w 52"/>
                    <a:gd name="T3" fmla="*/ 4 h 38"/>
                    <a:gd name="T4" fmla="*/ 4 w 52"/>
                    <a:gd name="T5" fmla="*/ 10 h 38"/>
                    <a:gd name="T6" fmla="*/ 4 w 52"/>
                    <a:gd name="T7" fmla="*/ 10 h 38"/>
                    <a:gd name="T8" fmla="*/ 6 w 52"/>
                    <a:gd name="T9" fmla="*/ 12 h 38"/>
                    <a:gd name="T10" fmla="*/ 8 w 52"/>
                    <a:gd name="T11" fmla="*/ 18 h 38"/>
                    <a:gd name="T12" fmla="*/ 14 w 52"/>
                    <a:gd name="T13" fmla="*/ 22 h 38"/>
                    <a:gd name="T14" fmla="*/ 16 w 52"/>
                    <a:gd name="T15" fmla="*/ 24 h 38"/>
                    <a:gd name="T16" fmla="*/ 20 w 52"/>
                    <a:gd name="T17" fmla="*/ 22 h 38"/>
                    <a:gd name="T18" fmla="*/ 20 w 52"/>
                    <a:gd name="T19" fmla="*/ 24 h 38"/>
                    <a:gd name="T20" fmla="*/ 22 w 52"/>
                    <a:gd name="T21" fmla="*/ 28 h 38"/>
                    <a:gd name="T22" fmla="*/ 30 w 52"/>
                    <a:gd name="T23" fmla="*/ 32 h 38"/>
                    <a:gd name="T24" fmla="*/ 32 w 52"/>
                    <a:gd name="T25" fmla="*/ 32 h 38"/>
                    <a:gd name="T26" fmla="*/ 36 w 52"/>
                    <a:gd name="T27" fmla="*/ 30 h 38"/>
                    <a:gd name="T28" fmla="*/ 36 w 52"/>
                    <a:gd name="T29" fmla="*/ 32 h 38"/>
                    <a:gd name="T30" fmla="*/ 38 w 52"/>
                    <a:gd name="T31" fmla="*/ 38 h 38"/>
                    <a:gd name="T32" fmla="*/ 42 w 52"/>
                    <a:gd name="T33" fmla="*/ 38 h 38"/>
                    <a:gd name="T34" fmla="*/ 48 w 52"/>
                    <a:gd name="T35" fmla="*/ 36 h 38"/>
                    <a:gd name="T36" fmla="*/ 48 w 52"/>
                    <a:gd name="T37" fmla="*/ 34 h 38"/>
                    <a:gd name="T38" fmla="*/ 50 w 52"/>
                    <a:gd name="T39" fmla="*/ 30 h 38"/>
                    <a:gd name="T40" fmla="*/ 52 w 52"/>
                    <a:gd name="T41" fmla="*/ 28 h 38"/>
                    <a:gd name="T42" fmla="*/ 52 w 52"/>
                    <a:gd name="T43" fmla="*/ 22 h 38"/>
                    <a:gd name="T44" fmla="*/ 50 w 52"/>
                    <a:gd name="T45" fmla="*/ 20 h 38"/>
                    <a:gd name="T46" fmla="*/ 50 w 52"/>
                    <a:gd name="T47" fmla="*/ 16 h 38"/>
                    <a:gd name="T48" fmla="*/ 52 w 52"/>
                    <a:gd name="T49" fmla="*/ 16 h 38"/>
                    <a:gd name="T50" fmla="*/ 48 w 52"/>
                    <a:gd name="T51" fmla="*/ 14 h 38"/>
                    <a:gd name="T52" fmla="*/ 46 w 52"/>
                    <a:gd name="T53" fmla="*/ 12 h 38"/>
                    <a:gd name="T54" fmla="*/ 42 w 52"/>
                    <a:gd name="T55" fmla="*/ 10 h 38"/>
                    <a:gd name="T56" fmla="*/ 40 w 52"/>
                    <a:gd name="T57" fmla="*/ 8 h 38"/>
                    <a:gd name="T58" fmla="*/ 38 w 52"/>
                    <a:gd name="T59" fmla="*/ 6 h 38"/>
                    <a:gd name="T60" fmla="*/ 34 w 52"/>
                    <a:gd name="T61" fmla="*/ 6 h 38"/>
                    <a:gd name="T62" fmla="*/ 28 w 52"/>
                    <a:gd name="T63" fmla="*/ 10 h 38"/>
                    <a:gd name="T64" fmla="*/ 26 w 52"/>
                    <a:gd name="T65" fmla="*/ 10 h 38"/>
                    <a:gd name="T66" fmla="*/ 18 w 52"/>
                    <a:gd name="T67" fmla="*/ 4 h 38"/>
                    <a:gd name="T68" fmla="*/ 16 w 52"/>
                    <a:gd name="T6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 h="38">
                      <a:moveTo>
                        <a:pt x="16" y="0"/>
                      </a:moveTo>
                      <a:lnTo>
                        <a:pt x="16" y="0"/>
                      </a:lnTo>
                      <a:lnTo>
                        <a:pt x="10" y="4"/>
                      </a:lnTo>
                      <a:lnTo>
                        <a:pt x="10" y="4"/>
                      </a:lnTo>
                      <a:lnTo>
                        <a:pt x="0" y="6"/>
                      </a:lnTo>
                      <a:lnTo>
                        <a:pt x="4" y="10"/>
                      </a:lnTo>
                      <a:lnTo>
                        <a:pt x="4" y="10"/>
                      </a:lnTo>
                      <a:lnTo>
                        <a:pt x="4" y="10"/>
                      </a:lnTo>
                      <a:lnTo>
                        <a:pt x="6" y="12"/>
                      </a:lnTo>
                      <a:lnTo>
                        <a:pt x="6" y="12"/>
                      </a:lnTo>
                      <a:lnTo>
                        <a:pt x="8" y="18"/>
                      </a:lnTo>
                      <a:lnTo>
                        <a:pt x="8" y="18"/>
                      </a:lnTo>
                      <a:lnTo>
                        <a:pt x="10" y="18"/>
                      </a:lnTo>
                      <a:lnTo>
                        <a:pt x="14" y="22"/>
                      </a:lnTo>
                      <a:lnTo>
                        <a:pt x="14" y="22"/>
                      </a:lnTo>
                      <a:lnTo>
                        <a:pt x="16" y="24"/>
                      </a:lnTo>
                      <a:lnTo>
                        <a:pt x="18" y="24"/>
                      </a:lnTo>
                      <a:lnTo>
                        <a:pt x="20" y="22"/>
                      </a:lnTo>
                      <a:lnTo>
                        <a:pt x="20" y="22"/>
                      </a:lnTo>
                      <a:lnTo>
                        <a:pt x="20" y="24"/>
                      </a:lnTo>
                      <a:lnTo>
                        <a:pt x="22" y="28"/>
                      </a:lnTo>
                      <a:lnTo>
                        <a:pt x="22" y="28"/>
                      </a:lnTo>
                      <a:lnTo>
                        <a:pt x="26" y="30"/>
                      </a:lnTo>
                      <a:lnTo>
                        <a:pt x="30" y="32"/>
                      </a:lnTo>
                      <a:lnTo>
                        <a:pt x="30" y="32"/>
                      </a:lnTo>
                      <a:lnTo>
                        <a:pt x="32" y="32"/>
                      </a:lnTo>
                      <a:lnTo>
                        <a:pt x="34" y="32"/>
                      </a:lnTo>
                      <a:lnTo>
                        <a:pt x="36" y="30"/>
                      </a:lnTo>
                      <a:lnTo>
                        <a:pt x="36" y="32"/>
                      </a:lnTo>
                      <a:lnTo>
                        <a:pt x="36" y="32"/>
                      </a:lnTo>
                      <a:lnTo>
                        <a:pt x="36" y="36"/>
                      </a:lnTo>
                      <a:lnTo>
                        <a:pt x="38" y="38"/>
                      </a:lnTo>
                      <a:lnTo>
                        <a:pt x="38" y="38"/>
                      </a:lnTo>
                      <a:lnTo>
                        <a:pt x="42" y="38"/>
                      </a:lnTo>
                      <a:lnTo>
                        <a:pt x="48" y="36"/>
                      </a:lnTo>
                      <a:lnTo>
                        <a:pt x="48" y="36"/>
                      </a:lnTo>
                      <a:lnTo>
                        <a:pt x="48" y="34"/>
                      </a:lnTo>
                      <a:lnTo>
                        <a:pt x="48" y="34"/>
                      </a:lnTo>
                      <a:lnTo>
                        <a:pt x="48" y="30"/>
                      </a:lnTo>
                      <a:lnTo>
                        <a:pt x="50" y="30"/>
                      </a:lnTo>
                      <a:lnTo>
                        <a:pt x="52" y="28"/>
                      </a:lnTo>
                      <a:lnTo>
                        <a:pt x="52" y="28"/>
                      </a:lnTo>
                      <a:lnTo>
                        <a:pt x="52" y="24"/>
                      </a:lnTo>
                      <a:lnTo>
                        <a:pt x="52" y="22"/>
                      </a:lnTo>
                      <a:lnTo>
                        <a:pt x="50" y="20"/>
                      </a:lnTo>
                      <a:lnTo>
                        <a:pt x="50" y="20"/>
                      </a:lnTo>
                      <a:lnTo>
                        <a:pt x="50" y="18"/>
                      </a:lnTo>
                      <a:lnTo>
                        <a:pt x="50" y="16"/>
                      </a:lnTo>
                      <a:lnTo>
                        <a:pt x="52" y="16"/>
                      </a:lnTo>
                      <a:lnTo>
                        <a:pt x="52" y="16"/>
                      </a:lnTo>
                      <a:lnTo>
                        <a:pt x="52" y="16"/>
                      </a:lnTo>
                      <a:lnTo>
                        <a:pt x="48" y="14"/>
                      </a:lnTo>
                      <a:lnTo>
                        <a:pt x="46" y="12"/>
                      </a:lnTo>
                      <a:lnTo>
                        <a:pt x="46" y="12"/>
                      </a:lnTo>
                      <a:lnTo>
                        <a:pt x="44" y="12"/>
                      </a:lnTo>
                      <a:lnTo>
                        <a:pt x="42" y="10"/>
                      </a:lnTo>
                      <a:lnTo>
                        <a:pt x="40" y="8"/>
                      </a:lnTo>
                      <a:lnTo>
                        <a:pt x="40" y="8"/>
                      </a:lnTo>
                      <a:lnTo>
                        <a:pt x="40" y="6"/>
                      </a:lnTo>
                      <a:lnTo>
                        <a:pt x="38" y="6"/>
                      </a:lnTo>
                      <a:lnTo>
                        <a:pt x="34" y="6"/>
                      </a:lnTo>
                      <a:lnTo>
                        <a:pt x="34" y="6"/>
                      </a:lnTo>
                      <a:lnTo>
                        <a:pt x="30" y="8"/>
                      </a:lnTo>
                      <a:lnTo>
                        <a:pt x="28" y="10"/>
                      </a:lnTo>
                      <a:lnTo>
                        <a:pt x="26" y="10"/>
                      </a:lnTo>
                      <a:lnTo>
                        <a:pt x="26" y="10"/>
                      </a:lnTo>
                      <a:lnTo>
                        <a:pt x="22" y="8"/>
                      </a:lnTo>
                      <a:lnTo>
                        <a:pt x="18" y="4"/>
                      </a:lnTo>
                      <a:lnTo>
                        <a:pt x="16" y="0"/>
                      </a:lnTo>
                      <a:lnTo>
                        <a:pt x="1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8" name="Freeform 256">
                  <a:extLst>
                    <a:ext uri="{FF2B5EF4-FFF2-40B4-BE49-F238E27FC236}">
                      <a16:creationId xmlns:a16="http://schemas.microsoft.com/office/drawing/2014/main" id="{3599339B-C353-FC47-AD59-C0E0413075B8}"/>
                    </a:ext>
                  </a:extLst>
                </p:cNvPr>
                <p:cNvSpPr>
                  <a:spLocks/>
                </p:cNvSpPr>
                <p:nvPr/>
              </p:nvSpPr>
              <p:spPr bwMode="auto">
                <a:xfrm>
                  <a:off x="6543799" y="2357254"/>
                  <a:ext cx="196876" cy="184215"/>
                </a:xfrm>
                <a:custGeom>
                  <a:avLst/>
                  <a:gdLst>
                    <a:gd name="T0" fmla="*/ 28 w 100"/>
                    <a:gd name="T1" fmla="*/ 18 h 92"/>
                    <a:gd name="T2" fmla="*/ 34 w 100"/>
                    <a:gd name="T3" fmla="*/ 12 h 92"/>
                    <a:gd name="T4" fmla="*/ 38 w 100"/>
                    <a:gd name="T5" fmla="*/ 12 h 92"/>
                    <a:gd name="T6" fmla="*/ 44 w 100"/>
                    <a:gd name="T7" fmla="*/ 8 h 92"/>
                    <a:gd name="T8" fmla="*/ 44 w 100"/>
                    <a:gd name="T9" fmla="*/ 2 h 92"/>
                    <a:gd name="T10" fmla="*/ 46 w 100"/>
                    <a:gd name="T11" fmla="*/ 0 h 92"/>
                    <a:gd name="T12" fmla="*/ 54 w 100"/>
                    <a:gd name="T13" fmla="*/ 2 h 92"/>
                    <a:gd name="T14" fmla="*/ 56 w 100"/>
                    <a:gd name="T15" fmla="*/ 0 h 92"/>
                    <a:gd name="T16" fmla="*/ 58 w 100"/>
                    <a:gd name="T17" fmla="*/ 2 h 92"/>
                    <a:gd name="T18" fmla="*/ 60 w 100"/>
                    <a:gd name="T19" fmla="*/ 4 h 92"/>
                    <a:gd name="T20" fmla="*/ 64 w 100"/>
                    <a:gd name="T21" fmla="*/ 2 h 92"/>
                    <a:gd name="T22" fmla="*/ 66 w 100"/>
                    <a:gd name="T23" fmla="*/ 2 h 92"/>
                    <a:gd name="T24" fmla="*/ 72 w 100"/>
                    <a:gd name="T25" fmla="*/ 4 h 92"/>
                    <a:gd name="T26" fmla="*/ 78 w 100"/>
                    <a:gd name="T27" fmla="*/ 6 h 92"/>
                    <a:gd name="T28" fmla="*/ 80 w 100"/>
                    <a:gd name="T29" fmla="*/ 8 h 92"/>
                    <a:gd name="T30" fmla="*/ 82 w 100"/>
                    <a:gd name="T31" fmla="*/ 12 h 92"/>
                    <a:gd name="T32" fmla="*/ 84 w 100"/>
                    <a:gd name="T33" fmla="*/ 16 h 92"/>
                    <a:gd name="T34" fmla="*/ 86 w 100"/>
                    <a:gd name="T35" fmla="*/ 20 h 92"/>
                    <a:gd name="T36" fmla="*/ 88 w 100"/>
                    <a:gd name="T37" fmla="*/ 26 h 92"/>
                    <a:gd name="T38" fmla="*/ 88 w 100"/>
                    <a:gd name="T39" fmla="*/ 36 h 92"/>
                    <a:gd name="T40" fmla="*/ 90 w 100"/>
                    <a:gd name="T41" fmla="*/ 38 h 92"/>
                    <a:gd name="T42" fmla="*/ 98 w 100"/>
                    <a:gd name="T43" fmla="*/ 46 h 92"/>
                    <a:gd name="T44" fmla="*/ 100 w 100"/>
                    <a:gd name="T45" fmla="*/ 52 h 92"/>
                    <a:gd name="T46" fmla="*/ 98 w 100"/>
                    <a:gd name="T47" fmla="*/ 56 h 92"/>
                    <a:gd name="T48" fmla="*/ 96 w 100"/>
                    <a:gd name="T49" fmla="*/ 56 h 92"/>
                    <a:gd name="T50" fmla="*/ 90 w 100"/>
                    <a:gd name="T51" fmla="*/ 54 h 92"/>
                    <a:gd name="T52" fmla="*/ 88 w 100"/>
                    <a:gd name="T53" fmla="*/ 56 h 92"/>
                    <a:gd name="T54" fmla="*/ 90 w 100"/>
                    <a:gd name="T55" fmla="*/ 60 h 92"/>
                    <a:gd name="T56" fmla="*/ 94 w 100"/>
                    <a:gd name="T57" fmla="*/ 64 h 92"/>
                    <a:gd name="T58" fmla="*/ 94 w 100"/>
                    <a:gd name="T59" fmla="*/ 80 h 92"/>
                    <a:gd name="T60" fmla="*/ 88 w 100"/>
                    <a:gd name="T61" fmla="*/ 80 h 92"/>
                    <a:gd name="T62" fmla="*/ 86 w 100"/>
                    <a:gd name="T63" fmla="*/ 82 h 92"/>
                    <a:gd name="T64" fmla="*/ 86 w 100"/>
                    <a:gd name="T65" fmla="*/ 86 h 92"/>
                    <a:gd name="T66" fmla="*/ 82 w 100"/>
                    <a:gd name="T67" fmla="*/ 90 h 92"/>
                    <a:gd name="T68" fmla="*/ 76 w 100"/>
                    <a:gd name="T69" fmla="*/ 90 h 92"/>
                    <a:gd name="T70" fmla="*/ 70 w 100"/>
                    <a:gd name="T71" fmla="*/ 90 h 92"/>
                    <a:gd name="T72" fmla="*/ 64 w 100"/>
                    <a:gd name="T73" fmla="*/ 90 h 92"/>
                    <a:gd name="T74" fmla="*/ 62 w 100"/>
                    <a:gd name="T75" fmla="*/ 90 h 92"/>
                    <a:gd name="T76" fmla="*/ 58 w 100"/>
                    <a:gd name="T77" fmla="*/ 88 h 92"/>
                    <a:gd name="T78" fmla="*/ 56 w 100"/>
                    <a:gd name="T79" fmla="*/ 92 h 92"/>
                    <a:gd name="T80" fmla="*/ 54 w 100"/>
                    <a:gd name="T81" fmla="*/ 88 h 92"/>
                    <a:gd name="T82" fmla="*/ 50 w 100"/>
                    <a:gd name="T83" fmla="*/ 88 h 92"/>
                    <a:gd name="T84" fmla="*/ 38 w 100"/>
                    <a:gd name="T85" fmla="*/ 88 h 92"/>
                    <a:gd name="T86" fmla="*/ 24 w 100"/>
                    <a:gd name="T87" fmla="*/ 86 h 92"/>
                    <a:gd name="T88" fmla="*/ 14 w 100"/>
                    <a:gd name="T89" fmla="*/ 86 h 92"/>
                    <a:gd name="T90" fmla="*/ 12 w 100"/>
                    <a:gd name="T91" fmla="*/ 90 h 92"/>
                    <a:gd name="T92" fmla="*/ 8 w 100"/>
                    <a:gd name="T93" fmla="*/ 90 h 92"/>
                    <a:gd name="T94" fmla="*/ 6 w 100"/>
                    <a:gd name="T95" fmla="*/ 86 h 92"/>
                    <a:gd name="T96" fmla="*/ 2 w 100"/>
                    <a:gd name="T97" fmla="*/ 88 h 92"/>
                    <a:gd name="T98" fmla="*/ 0 w 100"/>
                    <a:gd name="T99" fmla="*/ 78 h 92"/>
                    <a:gd name="T100" fmla="*/ 4 w 100"/>
                    <a:gd name="T101" fmla="*/ 72 h 92"/>
                    <a:gd name="T102" fmla="*/ 4 w 100"/>
                    <a:gd name="T103" fmla="*/ 66 h 92"/>
                    <a:gd name="T104" fmla="*/ 2 w 100"/>
                    <a:gd name="T105" fmla="*/ 62 h 92"/>
                    <a:gd name="T106" fmla="*/ 0 w 100"/>
                    <a:gd name="T107" fmla="*/ 54 h 92"/>
                    <a:gd name="T108" fmla="*/ 6 w 100"/>
                    <a:gd name="T109" fmla="*/ 52 h 92"/>
                    <a:gd name="T110" fmla="*/ 14 w 100"/>
                    <a:gd name="T111" fmla="*/ 52 h 92"/>
                    <a:gd name="T112" fmla="*/ 16 w 100"/>
                    <a:gd name="T113" fmla="*/ 50 h 92"/>
                    <a:gd name="T114" fmla="*/ 22 w 100"/>
                    <a:gd name="T115" fmla="*/ 46 h 92"/>
                    <a:gd name="T116" fmla="*/ 22 w 100"/>
                    <a:gd name="T117" fmla="*/ 38 h 92"/>
                    <a:gd name="T118" fmla="*/ 22 w 100"/>
                    <a:gd name="T119" fmla="*/ 32 h 92"/>
                    <a:gd name="T120" fmla="*/ 26 w 100"/>
                    <a:gd name="T121" fmla="*/ 26 h 92"/>
                    <a:gd name="T122" fmla="*/ 30 w 100"/>
                    <a:gd name="T123" fmla="*/ 22 h 92"/>
                    <a:gd name="T124" fmla="*/ 28 w 100"/>
                    <a:gd name="T12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 h="92">
                      <a:moveTo>
                        <a:pt x="28" y="18"/>
                      </a:moveTo>
                      <a:lnTo>
                        <a:pt x="28" y="18"/>
                      </a:lnTo>
                      <a:lnTo>
                        <a:pt x="32" y="14"/>
                      </a:lnTo>
                      <a:lnTo>
                        <a:pt x="34" y="12"/>
                      </a:lnTo>
                      <a:lnTo>
                        <a:pt x="38" y="12"/>
                      </a:lnTo>
                      <a:lnTo>
                        <a:pt x="38" y="12"/>
                      </a:lnTo>
                      <a:lnTo>
                        <a:pt x="42" y="14"/>
                      </a:lnTo>
                      <a:lnTo>
                        <a:pt x="44" y="8"/>
                      </a:lnTo>
                      <a:lnTo>
                        <a:pt x="44" y="8"/>
                      </a:lnTo>
                      <a:lnTo>
                        <a:pt x="44" y="2"/>
                      </a:lnTo>
                      <a:lnTo>
                        <a:pt x="46" y="0"/>
                      </a:lnTo>
                      <a:lnTo>
                        <a:pt x="46" y="0"/>
                      </a:lnTo>
                      <a:lnTo>
                        <a:pt x="50" y="2"/>
                      </a:lnTo>
                      <a:lnTo>
                        <a:pt x="54" y="2"/>
                      </a:lnTo>
                      <a:lnTo>
                        <a:pt x="56" y="0"/>
                      </a:lnTo>
                      <a:lnTo>
                        <a:pt x="56" y="0"/>
                      </a:lnTo>
                      <a:lnTo>
                        <a:pt x="56" y="0"/>
                      </a:lnTo>
                      <a:lnTo>
                        <a:pt x="58" y="2"/>
                      </a:lnTo>
                      <a:lnTo>
                        <a:pt x="58" y="4"/>
                      </a:lnTo>
                      <a:lnTo>
                        <a:pt x="60" y="4"/>
                      </a:lnTo>
                      <a:lnTo>
                        <a:pt x="60" y="4"/>
                      </a:lnTo>
                      <a:lnTo>
                        <a:pt x="64" y="2"/>
                      </a:lnTo>
                      <a:lnTo>
                        <a:pt x="66" y="2"/>
                      </a:lnTo>
                      <a:lnTo>
                        <a:pt x="66" y="2"/>
                      </a:lnTo>
                      <a:lnTo>
                        <a:pt x="72" y="4"/>
                      </a:lnTo>
                      <a:lnTo>
                        <a:pt x="72" y="4"/>
                      </a:lnTo>
                      <a:lnTo>
                        <a:pt x="76" y="6"/>
                      </a:lnTo>
                      <a:lnTo>
                        <a:pt x="78" y="6"/>
                      </a:lnTo>
                      <a:lnTo>
                        <a:pt x="80" y="8"/>
                      </a:lnTo>
                      <a:lnTo>
                        <a:pt x="80" y="8"/>
                      </a:lnTo>
                      <a:lnTo>
                        <a:pt x="80" y="10"/>
                      </a:lnTo>
                      <a:lnTo>
                        <a:pt x="82" y="12"/>
                      </a:lnTo>
                      <a:lnTo>
                        <a:pt x="84" y="12"/>
                      </a:lnTo>
                      <a:lnTo>
                        <a:pt x="84" y="16"/>
                      </a:lnTo>
                      <a:lnTo>
                        <a:pt x="84" y="16"/>
                      </a:lnTo>
                      <a:lnTo>
                        <a:pt x="86" y="20"/>
                      </a:lnTo>
                      <a:lnTo>
                        <a:pt x="88" y="26"/>
                      </a:lnTo>
                      <a:lnTo>
                        <a:pt x="88" y="26"/>
                      </a:lnTo>
                      <a:lnTo>
                        <a:pt x="88" y="34"/>
                      </a:lnTo>
                      <a:lnTo>
                        <a:pt x="88" y="36"/>
                      </a:lnTo>
                      <a:lnTo>
                        <a:pt x="90" y="38"/>
                      </a:lnTo>
                      <a:lnTo>
                        <a:pt x="90" y="38"/>
                      </a:lnTo>
                      <a:lnTo>
                        <a:pt x="94" y="42"/>
                      </a:lnTo>
                      <a:lnTo>
                        <a:pt x="98" y="46"/>
                      </a:lnTo>
                      <a:lnTo>
                        <a:pt x="98" y="46"/>
                      </a:lnTo>
                      <a:lnTo>
                        <a:pt x="100" y="52"/>
                      </a:lnTo>
                      <a:lnTo>
                        <a:pt x="100" y="54"/>
                      </a:lnTo>
                      <a:lnTo>
                        <a:pt x="98" y="56"/>
                      </a:lnTo>
                      <a:lnTo>
                        <a:pt x="98" y="56"/>
                      </a:lnTo>
                      <a:lnTo>
                        <a:pt x="96" y="56"/>
                      </a:lnTo>
                      <a:lnTo>
                        <a:pt x="92" y="54"/>
                      </a:lnTo>
                      <a:lnTo>
                        <a:pt x="90" y="54"/>
                      </a:lnTo>
                      <a:lnTo>
                        <a:pt x="88" y="56"/>
                      </a:lnTo>
                      <a:lnTo>
                        <a:pt x="88" y="56"/>
                      </a:lnTo>
                      <a:lnTo>
                        <a:pt x="88" y="60"/>
                      </a:lnTo>
                      <a:lnTo>
                        <a:pt x="90" y="60"/>
                      </a:lnTo>
                      <a:lnTo>
                        <a:pt x="92" y="62"/>
                      </a:lnTo>
                      <a:lnTo>
                        <a:pt x="94" y="64"/>
                      </a:lnTo>
                      <a:lnTo>
                        <a:pt x="94" y="64"/>
                      </a:lnTo>
                      <a:lnTo>
                        <a:pt x="94" y="80"/>
                      </a:lnTo>
                      <a:lnTo>
                        <a:pt x="94" y="80"/>
                      </a:lnTo>
                      <a:lnTo>
                        <a:pt x="88" y="80"/>
                      </a:lnTo>
                      <a:lnTo>
                        <a:pt x="88" y="80"/>
                      </a:lnTo>
                      <a:lnTo>
                        <a:pt x="86" y="82"/>
                      </a:lnTo>
                      <a:lnTo>
                        <a:pt x="86" y="86"/>
                      </a:lnTo>
                      <a:lnTo>
                        <a:pt x="86" y="86"/>
                      </a:lnTo>
                      <a:lnTo>
                        <a:pt x="84" y="90"/>
                      </a:lnTo>
                      <a:lnTo>
                        <a:pt x="82" y="90"/>
                      </a:lnTo>
                      <a:lnTo>
                        <a:pt x="82" y="90"/>
                      </a:lnTo>
                      <a:lnTo>
                        <a:pt x="76" y="90"/>
                      </a:lnTo>
                      <a:lnTo>
                        <a:pt x="70" y="90"/>
                      </a:lnTo>
                      <a:lnTo>
                        <a:pt x="70" y="90"/>
                      </a:lnTo>
                      <a:lnTo>
                        <a:pt x="66" y="88"/>
                      </a:lnTo>
                      <a:lnTo>
                        <a:pt x="64" y="90"/>
                      </a:lnTo>
                      <a:lnTo>
                        <a:pt x="64" y="90"/>
                      </a:lnTo>
                      <a:lnTo>
                        <a:pt x="62" y="90"/>
                      </a:lnTo>
                      <a:lnTo>
                        <a:pt x="60" y="90"/>
                      </a:lnTo>
                      <a:lnTo>
                        <a:pt x="58" y="88"/>
                      </a:lnTo>
                      <a:lnTo>
                        <a:pt x="58" y="88"/>
                      </a:lnTo>
                      <a:lnTo>
                        <a:pt x="56" y="92"/>
                      </a:lnTo>
                      <a:lnTo>
                        <a:pt x="54" y="88"/>
                      </a:lnTo>
                      <a:lnTo>
                        <a:pt x="54" y="88"/>
                      </a:lnTo>
                      <a:lnTo>
                        <a:pt x="50" y="88"/>
                      </a:lnTo>
                      <a:lnTo>
                        <a:pt x="50" y="88"/>
                      </a:lnTo>
                      <a:lnTo>
                        <a:pt x="44" y="90"/>
                      </a:lnTo>
                      <a:lnTo>
                        <a:pt x="38" y="88"/>
                      </a:lnTo>
                      <a:lnTo>
                        <a:pt x="38" y="88"/>
                      </a:lnTo>
                      <a:lnTo>
                        <a:pt x="24" y="86"/>
                      </a:lnTo>
                      <a:lnTo>
                        <a:pt x="24" y="86"/>
                      </a:lnTo>
                      <a:lnTo>
                        <a:pt x="14" y="86"/>
                      </a:lnTo>
                      <a:lnTo>
                        <a:pt x="14" y="86"/>
                      </a:lnTo>
                      <a:lnTo>
                        <a:pt x="12" y="90"/>
                      </a:lnTo>
                      <a:lnTo>
                        <a:pt x="10" y="92"/>
                      </a:lnTo>
                      <a:lnTo>
                        <a:pt x="8" y="90"/>
                      </a:lnTo>
                      <a:lnTo>
                        <a:pt x="8" y="90"/>
                      </a:lnTo>
                      <a:lnTo>
                        <a:pt x="6" y="86"/>
                      </a:lnTo>
                      <a:lnTo>
                        <a:pt x="4" y="86"/>
                      </a:lnTo>
                      <a:lnTo>
                        <a:pt x="2" y="88"/>
                      </a:lnTo>
                      <a:lnTo>
                        <a:pt x="2" y="88"/>
                      </a:lnTo>
                      <a:lnTo>
                        <a:pt x="0" y="78"/>
                      </a:lnTo>
                      <a:lnTo>
                        <a:pt x="0" y="78"/>
                      </a:lnTo>
                      <a:lnTo>
                        <a:pt x="4" y="72"/>
                      </a:lnTo>
                      <a:lnTo>
                        <a:pt x="4" y="68"/>
                      </a:lnTo>
                      <a:lnTo>
                        <a:pt x="4" y="66"/>
                      </a:lnTo>
                      <a:lnTo>
                        <a:pt x="4" y="66"/>
                      </a:lnTo>
                      <a:lnTo>
                        <a:pt x="2" y="62"/>
                      </a:lnTo>
                      <a:lnTo>
                        <a:pt x="0" y="58"/>
                      </a:lnTo>
                      <a:lnTo>
                        <a:pt x="0" y="54"/>
                      </a:lnTo>
                      <a:lnTo>
                        <a:pt x="6" y="52"/>
                      </a:lnTo>
                      <a:lnTo>
                        <a:pt x="6" y="52"/>
                      </a:lnTo>
                      <a:lnTo>
                        <a:pt x="14" y="52"/>
                      </a:lnTo>
                      <a:lnTo>
                        <a:pt x="14" y="52"/>
                      </a:lnTo>
                      <a:lnTo>
                        <a:pt x="14" y="52"/>
                      </a:lnTo>
                      <a:lnTo>
                        <a:pt x="16" y="50"/>
                      </a:lnTo>
                      <a:lnTo>
                        <a:pt x="16" y="48"/>
                      </a:lnTo>
                      <a:lnTo>
                        <a:pt x="22" y="46"/>
                      </a:lnTo>
                      <a:lnTo>
                        <a:pt x="22" y="46"/>
                      </a:lnTo>
                      <a:lnTo>
                        <a:pt x="22" y="38"/>
                      </a:lnTo>
                      <a:lnTo>
                        <a:pt x="22" y="38"/>
                      </a:lnTo>
                      <a:lnTo>
                        <a:pt x="22" y="32"/>
                      </a:lnTo>
                      <a:lnTo>
                        <a:pt x="26" y="26"/>
                      </a:lnTo>
                      <a:lnTo>
                        <a:pt x="26" y="26"/>
                      </a:lnTo>
                      <a:lnTo>
                        <a:pt x="28" y="24"/>
                      </a:lnTo>
                      <a:lnTo>
                        <a:pt x="30" y="22"/>
                      </a:lnTo>
                      <a:lnTo>
                        <a:pt x="28" y="18"/>
                      </a:lnTo>
                      <a:lnTo>
                        <a:pt x="28"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19" name="Freeform 259">
                  <a:extLst>
                    <a:ext uri="{FF2B5EF4-FFF2-40B4-BE49-F238E27FC236}">
                      <a16:creationId xmlns:a16="http://schemas.microsoft.com/office/drawing/2014/main" id="{BECBE8CF-C3A8-2A4B-8784-BA900E7787ED}"/>
                    </a:ext>
                  </a:extLst>
                </p:cNvPr>
                <p:cNvSpPr>
                  <a:spLocks/>
                </p:cNvSpPr>
                <p:nvPr/>
              </p:nvSpPr>
              <p:spPr bwMode="auto">
                <a:xfrm>
                  <a:off x="6162690" y="2649598"/>
                  <a:ext cx="186039" cy="100117"/>
                </a:xfrm>
                <a:custGeom>
                  <a:avLst/>
                  <a:gdLst>
                    <a:gd name="T0" fmla="*/ 0 w 95"/>
                    <a:gd name="T1" fmla="*/ 36 h 50"/>
                    <a:gd name="T2" fmla="*/ 4 w 95"/>
                    <a:gd name="T3" fmla="*/ 38 h 50"/>
                    <a:gd name="T4" fmla="*/ 4 w 95"/>
                    <a:gd name="T5" fmla="*/ 44 h 50"/>
                    <a:gd name="T6" fmla="*/ 13 w 95"/>
                    <a:gd name="T7" fmla="*/ 46 h 50"/>
                    <a:gd name="T8" fmla="*/ 13 w 95"/>
                    <a:gd name="T9" fmla="*/ 46 h 50"/>
                    <a:gd name="T10" fmla="*/ 17 w 95"/>
                    <a:gd name="T11" fmla="*/ 44 h 50"/>
                    <a:gd name="T12" fmla="*/ 19 w 95"/>
                    <a:gd name="T13" fmla="*/ 46 h 50"/>
                    <a:gd name="T14" fmla="*/ 23 w 95"/>
                    <a:gd name="T15" fmla="*/ 46 h 50"/>
                    <a:gd name="T16" fmla="*/ 27 w 95"/>
                    <a:gd name="T17" fmla="*/ 48 h 50"/>
                    <a:gd name="T18" fmla="*/ 29 w 95"/>
                    <a:gd name="T19" fmla="*/ 50 h 50"/>
                    <a:gd name="T20" fmla="*/ 31 w 95"/>
                    <a:gd name="T21" fmla="*/ 50 h 50"/>
                    <a:gd name="T22" fmla="*/ 35 w 95"/>
                    <a:gd name="T23" fmla="*/ 48 h 50"/>
                    <a:gd name="T24" fmla="*/ 43 w 95"/>
                    <a:gd name="T25" fmla="*/ 48 h 50"/>
                    <a:gd name="T26" fmla="*/ 47 w 95"/>
                    <a:gd name="T27" fmla="*/ 48 h 50"/>
                    <a:gd name="T28" fmla="*/ 49 w 95"/>
                    <a:gd name="T29" fmla="*/ 46 h 50"/>
                    <a:gd name="T30" fmla="*/ 55 w 95"/>
                    <a:gd name="T31" fmla="*/ 44 h 50"/>
                    <a:gd name="T32" fmla="*/ 61 w 95"/>
                    <a:gd name="T33" fmla="*/ 46 h 50"/>
                    <a:gd name="T34" fmla="*/ 63 w 95"/>
                    <a:gd name="T35" fmla="*/ 42 h 50"/>
                    <a:gd name="T36" fmla="*/ 71 w 95"/>
                    <a:gd name="T37" fmla="*/ 38 h 50"/>
                    <a:gd name="T38" fmla="*/ 75 w 95"/>
                    <a:gd name="T39" fmla="*/ 40 h 50"/>
                    <a:gd name="T40" fmla="*/ 79 w 95"/>
                    <a:gd name="T41" fmla="*/ 40 h 50"/>
                    <a:gd name="T42" fmla="*/ 85 w 95"/>
                    <a:gd name="T43" fmla="*/ 36 h 50"/>
                    <a:gd name="T44" fmla="*/ 87 w 95"/>
                    <a:gd name="T45" fmla="*/ 32 h 50"/>
                    <a:gd name="T46" fmla="*/ 89 w 95"/>
                    <a:gd name="T47" fmla="*/ 32 h 50"/>
                    <a:gd name="T48" fmla="*/ 91 w 95"/>
                    <a:gd name="T49" fmla="*/ 28 h 50"/>
                    <a:gd name="T50" fmla="*/ 93 w 95"/>
                    <a:gd name="T51" fmla="*/ 24 h 50"/>
                    <a:gd name="T52" fmla="*/ 93 w 95"/>
                    <a:gd name="T53" fmla="*/ 18 h 50"/>
                    <a:gd name="T54" fmla="*/ 93 w 95"/>
                    <a:gd name="T55" fmla="*/ 12 h 50"/>
                    <a:gd name="T56" fmla="*/ 89 w 95"/>
                    <a:gd name="T57" fmla="*/ 10 h 50"/>
                    <a:gd name="T58" fmla="*/ 93 w 95"/>
                    <a:gd name="T59" fmla="*/ 4 h 50"/>
                    <a:gd name="T60" fmla="*/ 83 w 95"/>
                    <a:gd name="T61" fmla="*/ 6 h 50"/>
                    <a:gd name="T62" fmla="*/ 77 w 95"/>
                    <a:gd name="T63" fmla="*/ 4 h 50"/>
                    <a:gd name="T64" fmla="*/ 73 w 95"/>
                    <a:gd name="T65" fmla="*/ 2 h 50"/>
                    <a:gd name="T66" fmla="*/ 67 w 95"/>
                    <a:gd name="T67" fmla="*/ 0 h 50"/>
                    <a:gd name="T68" fmla="*/ 65 w 95"/>
                    <a:gd name="T69" fmla="*/ 0 h 50"/>
                    <a:gd name="T70" fmla="*/ 59 w 95"/>
                    <a:gd name="T71" fmla="*/ 8 h 50"/>
                    <a:gd name="T72" fmla="*/ 59 w 95"/>
                    <a:gd name="T73" fmla="*/ 8 h 50"/>
                    <a:gd name="T74" fmla="*/ 53 w 95"/>
                    <a:gd name="T75" fmla="*/ 8 h 50"/>
                    <a:gd name="T76" fmla="*/ 49 w 95"/>
                    <a:gd name="T77" fmla="*/ 4 h 50"/>
                    <a:gd name="T78" fmla="*/ 45 w 95"/>
                    <a:gd name="T79" fmla="*/ 8 h 50"/>
                    <a:gd name="T80" fmla="*/ 43 w 95"/>
                    <a:gd name="T81" fmla="*/ 12 h 50"/>
                    <a:gd name="T82" fmla="*/ 39 w 95"/>
                    <a:gd name="T83" fmla="*/ 16 h 50"/>
                    <a:gd name="T84" fmla="*/ 35 w 95"/>
                    <a:gd name="T85" fmla="*/ 18 h 50"/>
                    <a:gd name="T86" fmla="*/ 35 w 95"/>
                    <a:gd name="T87" fmla="*/ 20 h 50"/>
                    <a:gd name="T88" fmla="*/ 37 w 95"/>
                    <a:gd name="T89" fmla="*/ 22 h 50"/>
                    <a:gd name="T90" fmla="*/ 39 w 95"/>
                    <a:gd name="T91" fmla="*/ 24 h 50"/>
                    <a:gd name="T92" fmla="*/ 35 w 95"/>
                    <a:gd name="T93" fmla="*/ 30 h 50"/>
                    <a:gd name="T94" fmla="*/ 33 w 95"/>
                    <a:gd name="T95" fmla="*/ 26 h 50"/>
                    <a:gd name="T96" fmla="*/ 29 w 95"/>
                    <a:gd name="T97" fmla="*/ 26 h 50"/>
                    <a:gd name="T98" fmla="*/ 25 w 95"/>
                    <a:gd name="T99" fmla="*/ 26 h 50"/>
                    <a:gd name="T100" fmla="*/ 21 w 95"/>
                    <a:gd name="T101" fmla="*/ 24 h 50"/>
                    <a:gd name="T102" fmla="*/ 19 w 95"/>
                    <a:gd name="T103" fmla="*/ 28 h 50"/>
                    <a:gd name="T104" fmla="*/ 15 w 95"/>
                    <a:gd name="T105" fmla="*/ 30 h 50"/>
                    <a:gd name="T106" fmla="*/ 8 w 95"/>
                    <a:gd name="T107" fmla="*/ 30 h 50"/>
                    <a:gd name="T108" fmla="*/ 4 w 95"/>
                    <a:gd name="T109" fmla="*/ 34 h 50"/>
                    <a:gd name="T110" fmla="*/ 0 w 95"/>
                    <a:gd name="T111"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5" h="50">
                      <a:moveTo>
                        <a:pt x="0" y="36"/>
                      </a:moveTo>
                      <a:lnTo>
                        <a:pt x="0" y="36"/>
                      </a:lnTo>
                      <a:lnTo>
                        <a:pt x="4" y="36"/>
                      </a:lnTo>
                      <a:lnTo>
                        <a:pt x="4" y="38"/>
                      </a:lnTo>
                      <a:lnTo>
                        <a:pt x="4" y="44"/>
                      </a:lnTo>
                      <a:lnTo>
                        <a:pt x="4" y="44"/>
                      </a:lnTo>
                      <a:lnTo>
                        <a:pt x="8" y="46"/>
                      </a:lnTo>
                      <a:lnTo>
                        <a:pt x="13" y="46"/>
                      </a:lnTo>
                      <a:lnTo>
                        <a:pt x="13" y="46"/>
                      </a:lnTo>
                      <a:lnTo>
                        <a:pt x="13" y="46"/>
                      </a:lnTo>
                      <a:lnTo>
                        <a:pt x="13" y="44"/>
                      </a:lnTo>
                      <a:lnTo>
                        <a:pt x="17" y="44"/>
                      </a:lnTo>
                      <a:lnTo>
                        <a:pt x="17" y="44"/>
                      </a:lnTo>
                      <a:lnTo>
                        <a:pt x="19" y="46"/>
                      </a:lnTo>
                      <a:lnTo>
                        <a:pt x="23" y="46"/>
                      </a:lnTo>
                      <a:lnTo>
                        <a:pt x="23" y="46"/>
                      </a:lnTo>
                      <a:lnTo>
                        <a:pt x="25" y="46"/>
                      </a:lnTo>
                      <a:lnTo>
                        <a:pt x="27" y="48"/>
                      </a:lnTo>
                      <a:lnTo>
                        <a:pt x="27" y="48"/>
                      </a:lnTo>
                      <a:lnTo>
                        <a:pt x="29" y="50"/>
                      </a:lnTo>
                      <a:lnTo>
                        <a:pt x="29" y="50"/>
                      </a:lnTo>
                      <a:lnTo>
                        <a:pt x="31" y="50"/>
                      </a:lnTo>
                      <a:lnTo>
                        <a:pt x="35" y="48"/>
                      </a:lnTo>
                      <a:lnTo>
                        <a:pt x="35" y="48"/>
                      </a:lnTo>
                      <a:lnTo>
                        <a:pt x="43" y="48"/>
                      </a:lnTo>
                      <a:lnTo>
                        <a:pt x="43" y="48"/>
                      </a:lnTo>
                      <a:lnTo>
                        <a:pt x="47" y="48"/>
                      </a:lnTo>
                      <a:lnTo>
                        <a:pt x="47" y="48"/>
                      </a:lnTo>
                      <a:lnTo>
                        <a:pt x="49" y="46"/>
                      </a:lnTo>
                      <a:lnTo>
                        <a:pt x="49" y="46"/>
                      </a:lnTo>
                      <a:lnTo>
                        <a:pt x="49" y="44"/>
                      </a:lnTo>
                      <a:lnTo>
                        <a:pt x="55" y="44"/>
                      </a:lnTo>
                      <a:lnTo>
                        <a:pt x="55" y="44"/>
                      </a:lnTo>
                      <a:lnTo>
                        <a:pt x="61" y="46"/>
                      </a:lnTo>
                      <a:lnTo>
                        <a:pt x="63" y="42"/>
                      </a:lnTo>
                      <a:lnTo>
                        <a:pt x="63" y="42"/>
                      </a:lnTo>
                      <a:lnTo>
                        <a:pt x="67" y="40"/>
                      </a:lnTo>
                      <a:lnTo>
                        <a:pt x="71" y="38"/>
                      </a:lnTo>
                      <a:lnTo>
                        <a:pt x="71" y="38"/>
                      </a:lnTo>
                      <a:lnTo>
                        <a:pt x="75" y="40"/>
                      </a:lnTo>
                      <a:lnTo>
                        <a:pt x="79" y="40"/>
                      </a:lnTo>
                      <a:lnTo>
                        <a:pt x="79" y="40"/>
                      </a:lnTo>
                      <a:lnTo>
                        <a:pt x="85" y="36"/>
                      </a:lnTo>
                      <a:lnTo>
                        <a:pt x="85" y="36"/>
                      </a:lnTo>
                      <a:lnTo>
                        <a:pt x="85" y="34"/>
                      </a:lnTo>
                      <a:lnTo>
                        <a:pt x="87" y="32"/>
                      </a:lnTo>
                      <a:lnTo>
                        <a:pt x="89" y="32"/>
                      </a:lnTo>
                      <a:lnTo>
                        <a:pt x="89" y="32"/>
                      </a:lnTo>
                      <a:lnTo>
                        <a:pt x="91" y="32"/>
                      </a:lnTo>
                      <a:lnTo>
                        <a:pt x="91" y="28"/>
                      </a:lnTo>
                      <a:lnTo>
                        <a:pt x="93" y="24"/>
                      </a:lnTo>
                      <a:lnTo>
                        <a:pt x="93" y="24"/>
                      </a:lnTo>
                      <a:lnTo>
                        <a:pt x="91" y="20"/>
                      </a:lnTo>
                      <a:lnTo>
                        <a:pt x="93" y="18"/>
                      </a:lnTo>
                      <a:lnTo>
                        <a:pt x="95" y="18"/>
                      </a:lnTo>
                      <a:lnTo>
                        <a:pt x="93" y="12"/>
                      </a:lnTo>
                      <a:lnTo>
                        <a:pt x="93" y="12"/>
                      </a:lnTo>
                      <a:lnTo>
                        <a:pt x="89" y="10"/>
                      </a:lnTo>
                      <a:lnTo>
                        <a:pt x="89" y="8"/>
                      </a:lnTo>
                      <a:lnTo>
                        <a:pt x="93" y="4"/>
                      </a:lnTo>
                      <a:lnTo>
                        <a:pt x="93" y="4"/>
                      </a:lnTo>
                      <a:lnTo>
                        <a:pt x="83" y="6"/>
                      </a:lnTo>
                      <a:lnTo>
                        <a:pt x="83" y="6"/>
                      </a:lnTo>
                      <a:lnTo>
                        <a:pt x="77" y="4"/>
                      </a:lnTo>
                      <a:lnTo>
                        <a:pt x="73" y="2"/>
                      </a:lnTo>
                      <a:lnTo>
                        <a:pt x="73" y="2"/>
                      </a:lnTo>
                      <a:lnTo>
                        <a:pt x="71" y="0"/>
                      </a:lnTo>
                      <a:lnTo>
                        <a:pt x="67" y="0"/>
                      </a:lnTo>
                      <a:lnTo>
                        <a:pt x="65" y="0"/>
                      </a:lnTo>
                      <a:lnTo>
                        <a:pt x="65" y="0"/>
                      </a:lnTo>
                      <a:lnTo>
                        <a:pt x="63" y="2"/>
                      </a:lnTo>
                      <a:lnTo>
                        <a:pt x="59" y="8"/>
                      </a:lnTo>
                      <a:lnTo>
                        <a:pt x="59" y="8"/>
                      </a:lnTo>
                      <a:lnTo>
                        <a:pt x="59" y="8"/>
                      </a:lnTo>
                      <a:lnTo>
                        <a:pt x="57" y="10"/>
                      </a:lnTo>
                      <a:lnTo>
                        <a:pt x="53" y="8"/>
                      </a:lnTo>
                      <a:lnTo>
                        <a:pt x="49" y="4"/>
                      </a:lnTo>
                      <a:lnTo>
                        <a:pt x="49" y="4"/>
                      </a:lnTo>
                      <a:lnTo>
                        <a:pt x="47" y="6"/>
                      </a:lnTo>
                      <a:lnTo>
                        <a:pt x="45" y="8"/>
                      </a:lnTo>
                      <a:lnTo>
                        <a:pt x="43" y="12"/>
                      </a:lnTo>
                      <a:lnTo>
                        <a:pt x="43" y="12"/>
                      </a:lnTo>
                      <a:lnTo>
                        <a:pt x="43" y="14"/>
                      </a:lnTo>
                      <a:lnTo>
                        <a:pt x="39" y="16"/>
                      </a:lnTo>
                      <a:lnTo>
                        <a:pt x="39" y="16"/>
                      </a:lnTo>
                      <a:lnTo>
                        <a:pt x="35" y="18"/>
                      </a:lnTo>
                      <a:lnTo>
                        <a:pt x="35" y="20"/>
                      </a:lnTo>
                      <a:lnTo>
                        <a:pt x="35" y="20"/>
                      </a:lnTo>
                      <a:lnTo>
                        <a:pt x="37" y="20"/>
                      </a:lnTo>
                      <a:lnTo>
                        <a:pt x="37" y="22"/>
                      </a:lnTo>
                      <a:lnTo>
                        <a:pt x="39" y="24"/>
                      </a:lnTo>
                      <a:lnTo>
                        <a:pt x="39" y="24"/>
                      </a:lnTo>
                      <a:lnTo>
                        <a:pt x="39" y="30"/>
                      </a:lnTo>
                      <a:lnTo>
                        <a:pt x="35" y="30"/>
                      </a:lnTo>
                      <a:lnTo>
                        <a:pt x="35" y="30"/>
                      </a:lnTo>
                      <a:lnTo>
                        <a:pt x="33" y="26"/>
                      </a:lnTo>
                      <a:lnTo>
                        <a:pt x="31" y="26"/>
                      </a:lnTo>
                      <a:lnTo>
                        <a:pt x="29" y="26"/>
                      </a:lnTo>
                      <a:lnTo>
                        <a:pt x="29" y="26"/>
                      </a:lnTo>
                      <a:lnTo>
                        <a:pt x="25" y="26"/>
                      </a:lnTo>
                      <a:lnTo>
                        <a:pt x="23" y="24"/>
                      </a:lnTo>
                      <a:lnTo>
                        <a:pt x="21" y="24"/>
                      </a:lnTo>
                      <a:lnTo>
                        <a:pt x="21" y="24"/>
                      </a:lnTo>
                      <a:lnTo>
                        <a:pt x="19" y="28"/>
                      </a:lnTo>
                      <a:lnTo>
                        <a:pt x="15" y="30"/>
                      </a:lnTo>
                      <a:lnTo>
                        <a:pt x="15" y="30"/>
                      </a:lnTo>
                      <a:lnTo>
                        <a:pt x="11" y="30"/>
                      </a:lnTo>
                      <a:lnTo>
                        <a:pt x="8" y="30"/>
                      </a:lnTo>
                      <a:lnTo>
                        <a:pt x="8" y="30"/>
                      </a:lnTo>
                      <a:lnTo>
                        <a:pt x="4" y="34"/>
                      </a:lnTo>
                      <a:lnTo>
                        <a:pt x="0" y="36"/>
                      </a:lnTo>
                      <a:lnTo>
                        <a:pt x="0" y="3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0" name="Freeform 264">
                  <a:extLst>
                    <a:ext uri="{FF2B5EF4-FFF2-40B4-BE49-F238E27FC236}">
                      <a16:creationId xmlns:a16="http://schemas.microsoft.com/office/drawing/2014/main" id="{E6DA4619-B85E-5D44-AB63-D64B80F4F2C5}"/>
                    </a:ext>
                  </a:extLst>
                </p:cNvPr>
                <p:cNvSpPr>
                  <a:spLocks/>
                </p:cNvSpPr>
                <p:nvPr/>
              </p:nvSpPr>
              <p:spPr bwMode="auto">
                <a:xfrm>
                  <a:off x="5940527" y="2909903"/>
                  <a:ext cx="10837" cy="8009"/>
                </a:xfrm>
                <a:custGeom>
                  <a:avLst/>
                  <a:gdLst>
                    <a:gd name="T0" fmla="*/ 6 w 6"/>
                    <a:gd name="T1" fmla="*/ 2 h 4"/>
                    <a:gd name="T2" fmla="*/ 2 w 6"/>
                    <a:gd name="T3" fmla="*/ 4 h 4"/>
                    <a:gd name="T4" fmla="*/ 0 w 6"/>
                    <a:gd name="T5" fmla="*/ 0 h 4"/>
                    <a:gd name="T6" fmla="*/ 0 w 6"/>
                    <a:gd name="T7" fmla="*/ 0 h 4"/>
                    <a:gd name="T8" fmla="*/ 2 w 6"/>
                    <a:gd name="T9" fmla="*/ 0 h 4"/>
                    <a:gd name="T10" fmla="*/ 4 w 6"/>
                    <a:gd name="T11" fmla="*/ 0 h 4"/>
                    <a:gd name="T12" fmla="*/ 4 w 6"/>
                    <a:gd name="T13" fmla="*/ 0 h 4"/>
                    <a:gd name="T14" fmla="*/ 6 w 6"/>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6" y="2"/>
                      </a:moveTo>
                      <a:lnTo>
                        <a:pt x="2" y="4"/>
                      </a:lnTo>
                      <a:lnTo>
                        <a:pt x="0" y="0"/>
                      </a:lnTo>
                      <a:lnTo>
                        <a:pt x="0" y="0"/>
                      </a:lnTo>
                      <a:lnTo>
                        <a:pt x="2" y="0"/>
                      </a:lnTo>
                      <a:lnTo>
                        <a:pt x="4" y="0"/>
                      </a:lnTo>
                      <a:lnTo>
                        <a:pt x="4"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1" name="Freeform 266">
                  <a:extLst>
                    <a:ext uri="{FF2B5EF4-FFF2-40B4-BE49-F238E27FC236}">
                      <a16:creationId xmlns:a16="http://schemas.microsoft.com/office/drawing/2014/main" id="{A5B7304E-3F5C-C441-96C7-13535C79C68B}"/>
                    </a:ext>
                  </a:extLst>
                </p:cNvPr>
                <p:cNvSpPr>
                  <a:spLocks/>
                </p:cNvSpPr>
                <p:nvPr/>
              </p:nvSpPr>
              <p:spPr bwMode="auto">
                <a:xfrm>
                  <a:off x="6402914" y="2909903"/>
                  <a:ext cx="52380" cy="104122"/>
                </a:xfrm>
                <a:custGeom>
                  <a:avLst/>
                  <a:gdLst>
                    <a:gd name="T0" fmla="*/ 0 w 26"/>
                    <a:gd name="T1" fmla="*/ 10 h 52"/>
                    <a:gd name="T2" fmla="*/ 0 w 26"/>
                    <a:gd name="T3" fmla="*/ 10 h 52"/>
                    <a:gd name="T4" fmla="*/ 2 w 26"/>
                    <a:gd name="T5" fmla="*/ 12 h 52"/>
                    <a:gd name="T6" fmla="*/ 2 w 26"/>
                    <a:gd name="T7" fmla="*/ 12 h 52"/>
                    <a:gd name="T8" fmla="*/ 6 w 26"/>
                    <a:gd name="T9" fmla="*/ 12 h 52"/>
                    <a:gd name="T10" fmla="*/ 6 w 26"/>
                    <a:gd name="T11" fmla="*/ 12 h 52"/>
                    <a:gd name="T12" fmla="*/ 4 w 26"/>
                    <a:gd name="T13" fmla="*/ 20 h 52"/>
                    <a:gd name="T14" fmla="*/ 6 w 26"/>
                    <a:gd name="T15" fmla="*/ 22 h 52"/>
                    <a:gd name="T16" fmla="*/ 6 w 26"/>
                    <a:gd name="T17" fmla="*/ 24 h 52"/>
                    <a:gd name="T18" fmla="*/ 6 w 26"/>
                    <a:gd name="T19" fmla="*/ 24 h 52"/>
                    <a:gd name="T20" fmla="*/ 4 w 26"/>
                    <a:gd name="T21" fmla="*/ 30 h 52"/>
                    <a:gd name="T22" fmla="*/ 4 w 26"/>
                    <a:gd name="T23" fmla="*/ 38 h 52"/>
                    <a:gd name="T24" fmla="*/ 4 w 26"/>
                    <a:gd name="T25" fmla="*/ 38 h 52"/>
                    <a:gd name="T26" fmla="*/ 4 w 26"/>
                    <a:gd name="T27" fmla="*/ 42 h 52"/>
                    <a:gd name="T28" fmla="*/ 8 w 26"/>
                    <a:gd name="T29" fmla="*/ 44 h 52"/>
                    <a:gd name="T30" fmla="*/ 14 w 26"/>
                    <a:gd name="T31" fmla="*/ 48 h 52"/>
                    <a:gd name="T32" fmla="*/ 14 w 26"/>
                    <a:gd name="T33" fmla="*/ 48 h 52"/>
                    <a:gd name="T34" fmla="*/ 14 w 26"/>
                    <a:gd name="T35" fmla="*/ 52 h 52"/>
                    <a:gd name="T36" fmla="*/ 14 w 26"/>
                    <a:gd name="T37" fmla="*/ 52 h 52"/>
                    <a:gd name="T38" fmla="*/ 18 w 26"/>
                    <a:gd name="T39" fmla="*/ 52 h 52"/>
                    <a:gd name="T40" fmla="*/ 18 w 26"/>
                    <a:gd name="T41" fmla="*/ 52 h 52"/>
                    <a:gd name="T42" fmla="*/ 20 w 26"/>
                    <a:gd name="T43" fmla="*/ 52 h 52"/>
                    <a:gd name="T44" fmla="*/ 20 w 26"/>
                    <a:gd name="T45" fmla="*/ 52 h 52"/>
                    <a:gd name="T46" fmla="*/ 20 w 26"/>
                    <a:gd name="T47" fmla="*/ 50 h 52"/>
                    <a:gd name="T48" fmla="*/ 20 w 26"/>
                    <a:gd name="T49" fmla="*/ 50 h 52"/>
                    <a:gd name="T50" fmla="*/ 20 w 26"/>
                    <a:gd name="T51" fmla="*/ 50 h 52"/>
                    <a:gd name="T52" fmla="*/ 24 w 26"/>
                    <a:gd name="T53" fmla="*/ 48 h 52"/>
                    <a:gd name="T54" fmla="*/ 24 w 26"/>
                    <a:gd name="T55" fmla="*/ 48 h 52"/>
                    <a:gd name="T56" fmla="*/ 26 w 26"/>
                    <a:gd name="T57" fmla="*/ 42 h 52"/>
                    <a:gd name="T58" fmla="*/ 26 w 26"/>
                    <a:gd name="T59" fmla="*/ 36 h 52"/>
                    <a:gd name="T60" fmla="*/ 26 w 26"/>
                    <a:gd name="T61" fmla="*/ 36 h 52"/>
                    <a:gd name="T62" fmla="*/ 24 w 26"/>
                    <a:gd name="T63" fmla="*/ 34 h 52"/>
                    <a:gd name="T64" fmla="*/ 22 w 26"/>
                    <a:gd name="T65" fmla="*/ 30 h 52"/>
                    <a:gd name="T66" fmla="*/ 22 w 26"/>
                    <a:gd name="T67" fmla="*/ 30 h 52"/>
                    <a:gd name="T68" fmla="*/ 20 w 26"/>
                    <a:gd name="T69" fmla="*/ 26 h 52"/>
                    <a:gd name="T70" fmla="*/ 22 w 26"/>
                    <a:gd name="T71" fmla="*/ 24 h 52"/>
                    <a:gd name="T72" fmla="*/ 22 w 26"/>
                    <a:gd name="T73" fmla="*/ 24 h 52"/>
                    <a:gd name="T74" fmla="*/ 22 w 26"/>
                    <a:gd name="T75" fmla="*/ 18 h 52"/>
                    <a:gd name="T76" fmla="*/ 22 w 26"/>
                    <a:gd name="T77" fmla="*/ 16 h 52"/>
                    <a:gd name="T78" fmla="*/ 20 w 26"/>
                    <a:gd name="T79" fmla="*/ 8 h 52"/>
                    <a:gd name="T80" fmla="*/ 14 w 26"/>
                    <a:gd name="T81" fmla="*/ 2 h 52"/>
                    <a:gd name="T82" fmla="*/ 12 w 26"/>
                    <a:gd name="T83" fmla="*/ 6 h 52"/>
                    <a:gd name="T84" fmla="*/ 10 w 26"/>
                    <a:gd name="T85" fmla="*/ 0 h 52"/>
                    <a:gd name="T86" fmla="*/ 2 w 26"/>
                    <a:gd name="T87" fmla="*/ 4 h 52"/>
                    <a:gd name="T88" fmla="*/ 0 w 26"/>
                    <a:gd name="T89" fmla="*/ 1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 h="52">
                      <a:moveTo>
                        <a:pt x="0" y="10"/>
                      </a:moveTo>
                      <a:lnTo>
                        <a:pt x="0" y="10"/>
                      </a:lnTo>
                      <a:lnTo>
                        <a:pt x="2" y="12"/>
                      </a:lnTo>
                      <a:lnTo>
                        <a:pt x="2" y="12"/>
                      </a:lnTo>
                      <a:lnTo>
                        <a:pt x="6" y="12"/>
                      </a:lnTo>
                      <a:lnTo>
                        <a:pt x="6" y="12"/>
                      </a:lnTo>
                      <a:lnTo>
                        <a:pt x="4" y="20"/>
                      </a:lnTo>
                      <a:lnTo>
                        <a:pt x="6" y="22"/>
                      </a:lnTo>
                      <a:lnTo>
                        <a:pt x="6" y="24"/>
                      </a:lnTo>
                      <a:lnTo>
                        <a:pt x="6" y="24"/>
                      </a:lnTo>
                      <a:lnTo>
                        <a:pt x="4" y="30"/>
                      </a:lnTo>
                      <a:lnTo>
                        <a:pt x="4" y="38"/>
                      </a:lnTo>
                      <a:lnTo>
                        <a:pt x="4" y="38"/>
                      </a:lnTo>
                      <a:lnTo>
                        <a:pt x="4" y="42"/>
                      </a:lnTo>
                      <a:lnTo>
                        <a:pt x="8" y="44"/>
                      </a:lnTo>
                      <a:lnTo>
                        <a:pt x="14" y="48"/>
                      </a:lnTo>
                      <a:lnTo>
                        <a:pt x="14" y="48"/>
                      </a:lnTo>
                      <a:lnTo>
                        <a:pt x="14" y="52"/>
                      </a:lnTo>
                      <a:lnTo>
                        <a:pt x="14" y="52"/>
                      </a:lnTo>
                      <a:lnTo>
                        <a:pt x="18" y="52"/>
                      </a:lnTo>
                      <a:lnTo>
                        <a:pt x="18" y="52"/>
                      </a:lnTo>
                      <a:lnTo>
                        <a:pt x="20" y="52"/>
                      </a:lnTo>
                      <a:lnTo>
                        <a:pt x="20" y="52"/>
                      </a:lnTo>
                      <a:lnTo>
                        <a:pt x="20" y="50"/>
                      </a:lnTo>
                      <a:lnTo>
                        <a:pt x="20" y="50"/>
                      </a:lnTo>
                      <a:lnTo>
                        <a:pt x="20" y="50"/>
                      </a:lnTo>
                      <a:lnTo>
                        <a:pt x="24" y="48"/>
                      </a:lnTo>
                      <a:lnTo>
                        <a:pt x="24" y="48"/>
                      </a:lnTo>
                      <a:lnTo>
                        <a:pt x="26" y="42"/>
                      </a:lnTo>
                      <a:lnTo>
                        <a:pt x="26" y="36"/>
                      </a:lnTo>
                      <a:lnTo>
                        <a:pt x="26" y="36"/>
                      </a:lnTo>
                      <a:lnTo>
                        <a:pt x="24" y="34"/>
                      </a:lnTo>
                      <a:lnTo>
                        <a:pt x="22" y="30"/>
                      </a:lnTo>
                      <a:lnTo>
                        <a:pt x="22" y="30"/>
                      </a:lnTo>
                      <a:lnTo>
                        <a:pt x="20" y="26"/>
                      </a:lnTo>
                      <a:lnTo>
                        <a:pt x="22" y="24"/>
                      </a:lnTo>
                      <a:lnTo>
                        <a:pt x="22" y="24"/>
                      </a:lnTo>
                      <a:lnTo>
                        <a:pt x="22" y="18"/>
                      </a:lnTo>
                      <a:lnTo>
                        <a:pt x="22" y="16"/>
                      </a:lnTo>
                      <a:lnTo>
                        <a:pt x="20" y="8"/>
                      </a:lnTo>
                      <a:lnTo>
                        <a:pt x="14" y="2"/>
                      </a:lnTo>
                      <a:lnTo>
                        <a:pt x="12" y="6"/>
                      </a:lnTo>
                      <a:lnTo>
                        <a:pt x="10" y="0"/>
                      </a:lnTo>
                      <a:lnTo>
                        <a:pt x="2" y="4"/>
                      </a:lnTo>
                      <a:lnTo>
                        <a:pt x="0"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724" name="Group 723">
              <a:extLst>
                <a:ext uri="{FF2B5EF4-FFF2-40B4-BE49-F238E27FC236}">
                  <a16:creationId xmlns:a16="http://schemas.microsoft.com/office/drawing/2014/main" id="{D3C9D664-8EA7-3640-817A-AA985E3750AB}"/>
                </a:ext>
              </a:extLst>
            </p:cNvPr>
            <p:cNvGrpSpPr/>
            <p:nvPr/>
          </p:nvGrpSpPr>
          <p:grpSpPr>
            <a:xfrm>
              <a:off x="2398045" y="1379000"/>
              <a:ext cx="3031257" cy="2139889"/>
              <a:chOff x="1497263" y="1328044"/>
              <a:chExt cx="3057906" cy="2198583"/>
            </a:xfrm>
            <a:solidFill>
              <a:schemeClr val="tx1"/>
            </a:solidFill>
          </p:grpSpPr>
          <p:sp>
            <p:nvSpPr>
              <p:cNvPr id="725" name="Freeform 297">
                <a:extLst>
                  <a:ext uri="{FF2B5EF4-FFF2-40B4-BE49-F238E27FC236}">
                    <a16:creationId xmlns:a16="http://schemas.microsoft.com/office/drawing/2014/main" id="{BC2BC93A-130F-BC49-BD6A-3D2DF7943837}"/>
                  </a:ext>
                </a:extLst>
              </p:cNvPr>
              <p:cNvSpPr>
                <a:spLocks/>
              </p:cNvSpPr>
              <p:nvPr/>
            </p:nvSpPr>
            <p:spPr bwMode="auto">
              <a:xfrm>
                <a:off x="3729225" y="2889879"/>
                <a:ext cx="7827" cy="16019"/>
              </a:xfrm>
              <a:custGeom>
                <a:avLst/>
                <a:gdLst>
                  <a:gd name="T0" fmla="*/ 2 w 4"/>
                  <a:gd name="T1" fmla="*/ 0 h 8"/>
                  <a:gd name="T2" fmla="*/ 2 w 4"/>
                  <a:gd name="T3" fmla="*/ 0 h 8"/>
                  <a:gd name="T4" fmla="*/ 4 w 4"/>
                  <a:gd name="T5" fmla="*/ 0 h 8"/>
                  <a:gd name="T6" fmla="*/ 4 w 4"/>
                  <a:gd name="T7" fmla="*/ 2 h 8"/>
                  <a:gd name="T8" fmla="*/ 0 w 4"/>
                  <a:gd name="T9" fmla="*/ 8 h 8"/>
                  <a:gd name="T10" fmla="*/ 0 w 4"/>
                  <a:gd name="T11" fmla="*/ 8 h 8"/>
                  <a:gd name="T12" fmla="*/ 0 w 4"/>
                  <a:gd name="T13" fmla="*/ 6 h 8"/>
                  <a:gd name="T14" fmla="*/ 0 w 4"/>
                  <a:gd name="T15" fmla="*/ 4 h 8"/>
                  <a:gd name="T16" fmla="*/ 2 w 4"/>
                  <a:gd name="T17" fmla="*/ 0 h 8"/>
                  <a:gd name="T18" fmla="*/ 2 w 4"/>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8">
                    <a:moveTo>
                      <a:pt x="2" y="0"/>
                    </a:moveTo>
                    <a:lnTo>
                      <a:pt x="2" y="0"/>
                    </a:lnTo>
                    <a:lnTo>
                      <a:pt x="4" y="0"/>
                    </a:lnTo>
                    <a:lnTo>
                      <a:pt x="4" y="2"/>
                    </a:lnTo>
                    <a:lnTo>
                      <a:pt x="0" y="8"/>
                    </a:lnTo>
                    <a:lnTo>
                      <a:pt x="0" y="8"/>
                    </a:lnTo>
                    <a:lnTo>
                      <a:pt x="0" y="6"/>
                    </a:lnTo>
                    <a:lnTo>
                      <a:pt x="0" y="4"/>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6" name="Freeform 298">
                <a:extLst>
                  <a:ext uri="{FF2B5EF4-FFF2-40B4-BE49-F238E27FC236}">
                    <a16:creationId xmlns:a16="http://schemas.microsoft.com/office/drawing/2014/main" id="{AC763632-3E06-A942-AE59-2E77EDE02EFE}"/>
                  </a:ext>
                </a:extLst>
              </p:cNvPr>
              <p:cNvSpPr>
                <a:spLocks/>
              </p:cNvSpPr>
              <p:nvPr/>
            </p:nvSpPr>
            <p:spPr bwMode="auto">
              <a:xfrm>
                <a:off x="2688154" y="2661611"/>
                <a:ext cx="15656" cy="32038"/>
              </a:xfrm>
              <a:custGeom>
                <a:avLst/>
                <a:gdLst>
                  <a:gd name="T0" fmla="*/ 6 w 8"/>
                  <a:gd name="T1" fmla="*/ 0 h 16"/>
                  <a:gd name="T2" fmla="*/ 6 w 8"/>
                  <a:gd name="T3" fmla="*/ 0 h 16"/>
                  <a:gd name="T4" fmla="*/ 6 w 8"/>
                  <a:gd name="T5" fmla="*/ 2 h 16"/>
                  <a:gd name="T6" fmla="*/ 8 w 8"/>
                  <a:gd name="T7" fmla="*/ 4 h 16"/>
                  <a:gd name="T8" fmla="*/ 8 w 8"/>
                  <a:gd name="T9" fmla="*/ 4 h 16"/>
                  <a:gd name="T10" fmla="*/ 4 w 8"/>
                  <a:gd name="T11" fmla="*/ 8 h 16"/>
                  <a:gd name="T12" fmla="*/ 4 w 8"/>
                  <a:gd name="T13" fmla="*/ 8 h 16"/>
                  <a:gd name="T14" fmla="*/ 4 w 8"/>
                  <a:gd name="T15" fmla="*/ 16 h 16"/>
                  <a:gd name="T16" fmla="*/ 4 w 8"/>
                  <a:gd name="T17" fmla="*/ 16 h 16"/>
                  <a:gd name="T18" fmla="*/ 2 w 8"/>
                  <a:gd name="T19" fmla="*/ 14 h 16"/>
                  <a:gd name="T20" fmla="*/ 2 w 8"/>
                  <a:gd name="T21" fmla="*/ 14 h 16"/>
                  <a:gd name="T22" fmla="*/ 2 w 8"/>
                  <a:gd name="T23" fmla="*/ 12 h 16"/>
                  <a:gd name="T24" fmla="*/ 2 w 8"/>
                  <a:gd name="T25" fmla="*/ 12 h 16"/>
                  <a:gd name="T26" fmla="*/ 0 w 8"/>
                  <a:gd name="T27" fmla="*/ 8 h 16"/>
                  <a:gd name="T28" fmla="*/ 0 w 8"/>
                  <a:gd name="T29" fmla="*/ 6 h 16"/>
                  <a:gd name="T30" fmla="*/ 2 w 8"/>
                  <a:gd name="T31" fmla="*/ 4 h 16"/>
                  <a:gd name="T32" fmla="*/ 2 w 8"/>
                  <a:gd name="T33" fmla="*/ 4 h 16"/>
                  <a:gd name="T34" fmla="*/ 2 w 8"/>
                  <a:gd name="T35" fmla="*/ 6 h 16"/>
                  <a:gd name="T36" fmla="*/ 2 w 8"/>
                  <a:gd name="T37" fmla="*/ 6 h 16"/>
                  <a:gd name="T38" fmla="*/ 2 w 8"/>
                  <a:gd name="T39" fmla="*/ 6 h 16"/>
                  <a:gd name="T40" fmla="*/ 4 w 8"/>
                  <a:gd name="T41" fmla="*/ 4 h 16"/>
                  <a:gd name="T42" fmla="*/ 2 w 8"/>
                  <a:gd name="T43" fmla="*/ 2 h 16"/>
                  <a:gd name="T44" fmla="*/ 2 w 8"/>
                  <a:gd name="T45" fmla="*/ 2 h 16"/>
                  <a:gd name="T46" fmla="*/ 4 w 8"/>
                  <a:gd name="T47" fmla="*/ 2 h 16"/>
                  <a:gd name="T48" fmla="*/ 6 w 8"/>
                  <a:gd name="T4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 h="16">
                    <a:moveTo>
                      <a:pt x="6" y="0"/>
                    </a:moveTo>
                    <a:lnTo>
                      <a:pt x="6" y="0"/>
                    </a:lnTo>
                    <a:lnTo>
                      <a:pt x="6" y="2"/>
                    </a:lnTo>
                    <a:lnTo>
                      <a:pt x="8" y="4"/>
                    </a:lnTo>
                    <a:lnTo>
                      <a:pt x="8" y="4"/>
                    </a:lnTo>
                    <a:lnTo>
                      <a:pt x="4" y="8"/>
                    </a:lnTo>
                    <a:lnTo>
                      <a:pt x="4" y="8"/>
                    </a:lnTo>
                    <a:lnTo>
                      <a:pt x="4" y="16"/>
                    </a:lnTo>
                    <a:lnTo>
                      <a:pt x="4" y="16"/>
                    </a:lnTo>
                    <a:lnTo>
                      <a:pt x="2" y="14"/>
                    </a:lnTo>
                    <a:lnTo>
                      <a:pt x="2" y="14"/>
                    </a:lnTo>
                    <a:lnTo>
                      <a:pt x="2" y="12"/>
                    </a:lnTo>
                    <a:lnTo>
                      <a:pt x="2" y="12"/>
                    </a:lnTo>
                    <a:lnTo>
                      <a:pt x="0" y="8"/>
                    </a:lnTo>
                    <a:lnTo>
                      <a:pt x="0" y="6"/>
                    </a:lnTo>
                    <a:lnTo>
                      <a:pt x="2" y="4"/>
                    </a:lnTo>
                    <a:lnTo>
                      <a:pt x="2" y="4"/>
                    </a:lnTo>
                    <a:lnTo>
                      <a:pt x="2" y="6"/>
                    </a:lnTo>
                    <a:lnTo>
                      <a:pt x="2" y="6"/>
                    </a:lnTo>
                    <a:lnTo>
                      <a:pt x="2" y="6"/>
                    </a:lnTo>
                    <a:lnTo>
                      <a:pt x="4" y="4"/>
                    </a:lnTo>
                    <a:lnTo>
                      <a:pt x="2" y="2"/>
                    </a:lnTo>
                    <a:lnTo>
                      <a:pt x="2" y="2"/>
                    </a:lnTo>
                    <a:lnTo>
                      <a:pt x="4" y="2"/>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7" name="Freeform 299">
                <a:extLst>
                  <a:ext uri="{FF2B5EF4-FFF2-40B4-BE49-F238E27FC236}">
                    <a16:creationId xmlns:a16="http://schemas.microsoft.com/office/drawing/2014/main" id="{97D94711-2DF8-7146-838B-8C4B651718D2}"/>
                  </a:ext>
                </a:extLst>
              </p:cNvPr>
              <p:cNvSpPr>
                <a:spLocks/>
              </p:cNvSpPr>
              <p:nvPr/>
            </p:nvSpPr>
            <p:spPr bwMode="auto">
              <a:xfrm>
                <a:off x="2680326" y="2701658"/>
                <a:ext cx="11741" cy="16019"/>
              </a:xfrm>
              <a:custGeom>
                <a:avLst/>
                <a:gdLst>
                  <a:gd name="T0" fmla="*/ 6 w 6"/>
                  <a:gd name="T1" fmla="*/ 0 h 8"/>
                  <a:gd name="T2" fmla="*/ 6 w 6"/>
                  <a:gd name="T3" fmla="*/ 0 h 8"/>
                  <a:gd name="T4" fmla="*/ 6 w 6"/>
                  <a:gd name="T5" fmla="*/ 2 h 8"/>
                  <a:gd name="T6" fmla="*/ 6 w 6"/>
                  <a:gd name="T7" fmla="*/ 2 h 8"/>
                  <a:gd name="T8" fmla="*/ 2 w 6"/>
                  <a:gd name="T9" fmla="*/ 4 h 8"/>
                  <a:gd name="T10" fmla="*/ 2 w 6"/>
                  <a:gd name="T11" fmla="*/ 4 h 8"/>
                  <a:gd name="T12" fmla="*/ 2 w 6"/>
                  <a:gd name="T13" fmla="*/ 8 h 8"/>
                  <a:gd name="T14" fmla="*/ 2 w 6"/>
                  <a:gd name="T15" fmla="*/ 8 h 8"/>
                  <a:gd name="T16" fmla="*/ 0 w 6"/>
                  <a:gd name="T17" fmla="*/ 6 h 8"/>
                  <a:gd name="T18" fmla="*/ 0 w 6"/>
                  <a:gd name="T19" fmla="*/ 4 h 8"/>
                  <a:gd name="T20" fmla="*/ 0 w 6"/>
                  <a:gd name="T21" fmla="*/ 4 h 8"/>
                  <a:gd name="T22" fmla="*/ 6 w 6"/>
                  <a:gd name="T23" fmla="*/ 0 h 8"/>
                  <a:gd name="T24" fmla="*/ 6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6" y="0"/>
                    </a:moveTo>
                    <a:lnTo>
                      <a:pt x="6" y="0"/>
                    </a:lnTo>
                    <a:lnTo>
                      <a:pt x="6" y="2"/>
                    </a:lnTo>
                    <a:lnTo>
                      <a:pt x="6" y="2"/>
                    </a:lnTo>
                    <a:lnTo>
                      <a:pt x="2" y="4"/>
                    </a:lnTo>
                    <a:lnTo>
                      <a:pt x="2" y="4"/>
                    </a:lnTo>
                    <a:lnTo>
                      <a:pt x="2" y="8"/>
                    </a:lnTo>
                    <a:lnTo>
                      <a:pt x="2" y="8"/>
                    </a:lnTo>
                    <a:lnTo>
                      <a:pt x="0" y="6"/>
                    </a:lnTo>
                    <a:lnTo>
                      <a:pt x="0" y="4"/>
                    </a:lnTo>
                    <a:lnTo>
                      <a:pt x="0" y="4"/>
                    </a:lnTo>
                    <a:lnTo>
                      <a:pt x="6" y="0"/>
                    </a:lnTo>
                    <a:lnTo>
                      <a:pt x="6"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8" name="Freeform 300">
                <a:extLst>
                  <a:ext uri="{FF2B5EF4-FFF2-40B4-BE49-F238E27FC236}">
                    <a16:creationId xmlns:a16="http://schemas.microsoft.com/office/drawing/2014/main" id="{EE28A34D-F04A-2B45-BCEF-9B3F2D1A89BE}"/>
                  </a:ext>
                </a:extLst>
              </p:cNvPr>
              <p:cNvSpPr>
                <a:spLocks/>
              </p:cNvSpPr>
              <p:nvPr/>
            </p:nvSpPr>
            <p:spPr bwMode="auto">
              <a:xfrm>
                <a:off x="3983623" y="2809786"/>
                <a:ext cx="3914" cy="20024"/>
              </a:xfrm>
              <a:custGeom>
                <a:avLst/>
                <a:gdLst>
                  <a:gd name="T0" fmla="*/ 2 w 2"/>
                  <a:gd name="T1" fmla="*/ 0 h 10"/>
                  <a:gd name="T2" fmla="*/ 2 w 2"/>
                  <a:gd name="T3" fmla="*/ 0 h 10"/>
                  <a:gd name="T4" fmla="*/ 2 w 2"/>
                  <a:gd name="T5" fmla="*/ 10 h 10"/>
                  <a:gd name="T6" fmla="*/ 0 w 2"/>
                  <a:gd name="T7" fmla="*/ 10 h 10"/>
                  <a:gd name="T8" fmla="*/ 0 w 2"/>
                  <a:gd name="T9" fmla="*/ 10 h 10"/>
                  <a:gd name="T10" fmla="*/ 0 w 2"/>
                  <a:gd name="T11" fmla="*/ 4 h 10"/>
                  <a:gd name="T12" fmla="*/ 2 w 2"/>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2" h="10">
                    <a:moveTo>
                      <a:pt x="2" y="0"/>
                    </a:moveTo>
                    <a:lnTo>
                      <a:pt x="2" y="0"/>
                    </a:lnTo>
                    <a:lnTo>
                      <a:pt x="2" y="10"/>
                    </a:lnTo>
                    <a:lnTo>
                      <a:pt x="0" y="10"/>
                    </a:lnTo>
                    <a:lnTo>
                      <a:pt x="0" y="10"/>
                    </a:lnTo>
                    <a:lnTo>
                      <a:pt x="0" y="4"/>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29" name="Freeform 218">
                <a:extLst>
                  <a:ext uri="{FF2B5EF4-FFF2-40B4-BE49-F238E27FC236}">
                    <a16:creationId xmlns:a16="http://schemas.microsoft.com/office/drawing/2014/main" id="{D809DC2E-387D-F945-8CF3-65BD5020E4C0}"/>
                  </a:ext>
                </a:extLst>
              </p:cNvPr>
              <p:cNvSpPr>
                <a:spLocks/>
              </p:cNvSpPr>
              <p:nvPr/>
            </p:nvSpPr>
            <p:spPr bwMode="auto">
              <a:xfrm>
                <a:off x="3798368" y="1720507"/>
                <a:ext cx="5418" cy="4005"/>
              </a:xfrm>
              <a:custGeom>
                <a:avLst/>
                <a:gdLst>
                  <a:gd name="T0" fmla="*/ 0 w 2"/>
                  <a:gd name="T1" fmla="*/ 0 h 2"/>
                  <a:gd name="T2" fmla="*/ 2 w 2"/>
                  <a:gd name="T3" fmla="*/ 2 h 2"/>
                  <a:gd name="T4" fmla="*/ 2 w 2"/>
                  <a:gd name="T5" fmla="*/ 2 h 2"/>
                  <a:gd name="T6" fmla="*/ 2 w 2"/>
                  <a:gd name="T7" fmla="*/ 0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2"/>
                    </a:lnTo>
                    <a:lnTo>
                      <a:pt x="2"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0" name="Freeform 219">
                <a:extLst>
                  <a:ext uri="{FF2B5EF4-FFF2-40B4-BE49-F238E27FC236}">
                    <a16:creationId xmlns:a16="http://schemas.microsoft.com/office/drawing/2014/main" id="{F24D19D7-7867-2C4D-BB04-93E533B42F77}"/>
                  </a:ext>
                </a:extLst>
              </p:cNvPr>
              <p:cNvSpPr>
                <a:spLocks/>
              </p:cNvSpPr>
              <p:nvPr/>
            </p:nvSpPr>
            <p:spPr bwMode="auto">
              <a:xfrm>
                <a:off x="3841716" y="1592356"/>
                <a:ext cx="3613" cy="4005"/>
              </a:xfrm>
              <a:custGeom>
                <a:avLst/>
                <a:gdLst>
                  <a:gd name="T0" fmla="*/ 2 w 2"/>
                  <a:gd name="T1" fmla="*/ 0 h 2"/>
                  <a:gd name="T2" fmla="*/ 2 w 2"/>
                  <a:gd name="T3" fmla="*/ 0 h 2"/>
                  <a:gd name="T4" fmla="*/ 2 w 2"/>
                  <a:gd name="T5" fmla="*/ 2 h 2"/>
                  <a:gd name="T6" fmla="*/ 0 w 2"/>
                  <a:gd name="T7" fmla="*/ 2 h 2"/>
                  <a:gd name="T8" fmla="*/ 0 w 2"/>
                  <a:gd name="T9" fmla="*/ 2 h 2"/>
                  <a:gd name="T10" fmla="*/ 0 w 2"/>
                  <a:gd name="T11" fmla="*/ 0 h 2"/>
                  <a:gd name="T12" fmla="*/ 2 w 2"/>
                  <a:gd name="T13" fmla="*/ 0 h 2"/>
                  <a:gd name="T14" fmla="*/ 2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2" y="0"/>
                    </a:moveTo>
                    <a:lnTo>
                      <a:pt x="2" y="0"/>
                    </a:lnTo>
                    <a:lnTo>
                      <a:pt x="2" y="2"/>
                    </a:lnTo>
                    <a:lnTo>
                      <a:pt x="0" y="2"/>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1" name="Freeform 220">
                <a:extLst>
                  <a:ext uri="{FF2B5EF4-FFF2-40B4-BE49-F238E27FC236}">
                    <a16:creationId xmlns:a16="http://schemas.microsoft.com/office/drawing/2014/main" id="{C6D542B6-4223-A840-B9F9-732341FBB477}"/>
                  </a:ext>
                </a:extLst>
              </p:cNvPr>
              <p:cNvSpPr>
                <a:spLocks/>
              </p:cNvSpPr>
              <p:nvPr/>
            </p:nvSpPr>
            <p:spPr bwMode="auto">
              <a:xfrm>
                <a:off x="3845329" y="1600365"/>
                <a:ext cx="3613" cy="4005"/>
              </a:xfrm>
              <a:custGeom>
                <a:avLst/>
                <a:gdLst>
                  <a:gd name="T0" fmla="*/ 2 h 2"/>
                  <a:gd name="T1" fmla="*/ 2 h 2"/>
                  <a:gd name="T2" fmla="*/ 0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0"/>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2" name="Freeform 221">
                <a:extLst>
                  <a:ext uri="{FF2B5EF4-FFF2-40B4-BE49-F238E27FC236}">
                    <a16:creationId xmlns:a16="http://schemas.microsoft.com/office/drawing/2014/main" id="{E098EAEC-B1FB-704F-802B-35E58C4423AC}"/>
                  </a:ext>
                </a:extLst>
              </p:cNvPr>
              <p:cNvSpPr>
                <a:spLocks/>
              </p:cNvSpPr>
              <p:nvPr/>
            </p:nvSpPr>
            <p:spPr bwMode="auto">
              <a:xfrm>
                <a:off x="4076523" y="1704487"/>
                <a:ext cx="23481" cy="8009"/>
              </a:xfrm>
              <a:custGeom>
                <a:avLst/>
                <a:gdLst>
                  <a:gd name="T0" fmla="*/ 2 w 12"/>
                  <a:gd name="T1" fmla="*/ 0 h 4"/>
                  <a:gd name="T2" fmla="*/ 2 w 12"/>
                  <a:gd name="T3" fmla="*/ 0 h 4"/>
                  <a:gd name="T4" fmla="*/ 10 w 12"/>
                  <a:gd name="T5" fmla="*/ 2 h 4"/>
                  <a:gd name="T6" fmla="*/ 12 w 12"/>
                  <a:gd name="T7" fmla="*/ 4 h 4"/>
                  <a:gd name="T8" fmla="*/ 12 w 12"/>
                  <a:gd name="T9" fmla="*/ 4 h 4"/>
                  <a:gd name="T10" fmla="*/ 4 w 12"/>
                  <a:gd name="T11" fmla="*/ 2 h 4"/>
                  <a:gd name="T12" fmla="*/ 0 w 12"/>
                  <a:gd name="T13" fmla="*/ 2 h 4"/>
                  <a:gd name="T14" fmla="*/ 2 w 12"/>
                  <a:gd name="T15" fmla="*/ 0 h 4"/>
                  <a:gd name="T16" fmla="*/ 2 w 1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
                    <a:moveTo>
                      <a:pt x="2" y="0"/>
                    </a:moveTo>
                    <a:lnTo>
                      <a:pt x="2" y="0"/>
                    </a:lnTo>
                    <a:lnTo>
                      <a:pt x="10" y="2"/>
                    </a:lnTo>
                    <a:lnTo>
                      <a:pt x="12" y="4"/>
                    </a:lnTo>
                    <a:lnTo>
                      <a:pt x="12" y="4"/>
                    </a:lnTo>
                    <a:lnTo>
                      <a:pt x="4" y="2"/>
                    </a:lnTo>
                    <a:lnTo>
                      <a:pt x="0" y="2"/>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3" name="Freeform 222">
                <a:extLst>
                  <a:ext uri="{FF2B5EF4-FFF2-40B4-BE49-F238E27FC236}">
                    <a16:creationId xmlns:a16="http://schemas.microsoft.com/office/drawing/2014/main" id="{DE44CD73-B0E5-8C48-9093-8226753E0013}"/>
                  </a:ext>
                </a:extLst>
              </p:cNvPr>
              <p:cNvSpPr>
                <a:spLocks/>
              </p:cNvSpPr>
              <p:nvPr/>
            </p:nvSpPr>
            <p:spPr bwMode="auto">
              <a:xfrm>
                <a:off x="4053043" y="1668444"/>
                <a:ext cx="9032" cy="12014"/>
              </a:xfrm>
              <a:custGeom>
                <a:avLst/>
                <a:gdLst>
                  <a:gd name="T0" fmla="*/ 2 w 4"/>
                  <a:gd name="T1" fmla="*/ 0 h 6"/>
                  <a:gd name="T2" fmla="*/ 2 w 4"/>
                  <a:gd name="T3" fmla="*/ 0 h 6"/>
                  <a:gd name="T4" fmla="*/ 4 w 4"/>
                  <a:gd name="T5" fmla="*/ 0 h 6"/>
                  <a:gd name="T6" fmla="*/ 4 w 4"/>
                  <a:gd name="T7" fmla="*/ 2 h 6"/>
                  <a:gd name="T8" fmla="*/ 4 w 4"/>
                  <a:gd name="T9" fmla="*/ 6 h 6"/>
                  <a:gd name="T10" fmla="*/ 4 w 4"/>
                  <a:gd name="T11" fmla="*/ 6 h 6"/>
                  <a:gd name="T12" fmla="*/ 0 w 4"/>
                  <a:gd name="T13" fmla="*/ 6 h 6"/>
                  <a:gd name="T14" fmla="*/ 0 w 4"/>
                  <a:gd name="T15" fmla="*/ 6 h 6"/>
                  <a:gd name="T16" fmla="*/ 0 w 4"/>
                  <a:gd name="T17" fmla="*/ 2 h 6"/>
                  <a:gd name="T18" fmla="*/ 0 w 4"/>
                  <a:gd name="T19" fmla="*/ 0 h 6"/>
                  <a:gd name="T20" fmla="*/ 2 w 4"/>
                  <a:gd name="T21" fmla="*/ 0 h 6"/>
                  <a:gd name="T22" fmla="*/ 2 w 4"/>
                  <a:gd name="T2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6">
                    <a:moveTo>
                      <a:pt x="2" y="0"/>
                    </a:moveTo>
                    <a:lnTo>
                      <a:pt x="2" y="0"/>
                    </a:lnTo>
                    <a:lnTo>
                      <a:pt x="4" y="0"/>
                    </a:lnTo>
                    <a:lnTo>
                      <a:pt x="4" y="2"/>
                    </a:lnTo>
                    <a:lnTo>
                      <a:pt x="4" y="6"/>
                    </a:lnTo>
                    <a:lnTo>
                      <a:pt x="4" y="6"/>
                    </a:lnTo>
                    <a:lnTo>
                      <a:pt x="0" y="6"/>
                    </a:lnTo>
                    <a:lnTo>
                      <a:pt x="0" y="6"/>
                    </a:lnTo>
                    <a:lnTo>
                      <a:pt x="0" y="2"/>
                    </a:lnTo>
                    <a:lnTo>
                      <a:pt x="0"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4" name="Freeform 223">
                <a:extLst>
                  <a:ext uri="{FF2B5EF4-FFF2-40B4-BE49-F238E27FC236}">
                    <a16:creationId xmlns:a16="http://schemas.microsoft.com/office/drawing/2014/main" id="{CEF9F531-0448-8A43-B316-4D2A84F930FA}"/>
                  </a:ext>
                </a:extLst>
              </p:cNvPr>
              <p:cNvSpPr>
                <a:spLocks/>
              </p:cNvSpPr>
              <p:nvPr/>
            </p:nvSpPr>
            <p:spPr bwMode="auto">
              <a:xfrm>
                <a:off x="4183089" y="1980811"/>
                <a:ext cx="3613" cy="8009"/>
              </a:xfrm>
              <a:custGeom>
                <a:avLst/>
                <a:gdLst>
                  <a:gd name="T0" fmla="*/ 0 w 2"/>
                  <a:gd name="T1" fmla="*/ 0 h 4"/>
                  <a:gd name="T2" fmla="*/ 0 w 2"/>
                  <a:gd name="T3" fmla="*/ 0 h 4"/>
                  <a:gd name="T4" fmla="*/ 2 w 2"/>
                  <a:gd name="T5" fmla="*/ 2 h 4"/>
                  <a:gd name="T6" fmla="*/ 2 w 2"/>
                  <a:gd name="T7" fmla="*/ 4 h 4"/>
                  <a:gd name="T8" fmla="*/ 2 w 2"/>
                  <a:gd name="T9" fmla="*/ 2 h 4"/>
                  <a:gd name="T10" fmla="*/ 2 w 2"/>
                  <a:gd name="T11" fmla="*/ 2 h 4"/>
                  <a:gd name="T12" fmla="*/ 0 w 2"/>
                  <a:gd name="T13" fmla="*/ 0 h 4"/>
                  <a:gd name="T14" fmla="*/ 0 w 2"/>
                  <a:gd name="T15" fmla="*/ 0 h 4"/>
                  <a:gd name="T16" fmla="*/ 0 w 2"/>
                  <a:gd name="T17" fmla="*/ 0 h 4"/>
                  <a:gd name="T18" fmla="*/ 0 w 2"/>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4">
                    <a:moveTo>
                      <a:pt x="0" y="0"/>
                    </a:moveTo>
                    <a:lnTo>
                      <a:pt x="0" y="0"/>
                    </a:lnTo>
                    <a:lnTo>
                      <a:pt x="2" y="2"/>
                    </a:lnTo>
                    <a:lnTo>
                      <a:pt x="2" y="4"/>
                    </a:lnTo>
                    <a:lnTo>
                      <a:pt x="2" y="2"/>
                    </a:lnTo>
                    <a:lnTo>
                      <a:pt x="2" y="2"/>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5" name="Freeform 224">
                <a:extLst>
                  <a:ext uri="{FF2B5EF4-FFF2-40B4-BE49-F238E27FC236}">
                    <a16:creationId xmlns:a16="http://schemas.microsoft.com/office/drawing/2014/main" id="{7001F4AF-BE09-4948-B0FC-54556255F1B9}"/>
                  </a:ext>
                </a:extLst>
              </p:cNvPr>
              <p:cNvSpPr>
                <a:spLocks/>
              </p:cNvSpPr>
              <p:nvPr/>
            </p:nvSpPr>
            <p:spPr bwMode="auto">
              <a:xfrm>
                <a:off x="3592461" y="2617560"/>
                <a:ext cx="1806" cy="2002"/>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6" name="Freeform 225">
                <a:extLst>
                  <a:ext uri="{FF2B5EF4-FFF2-40B4-BE49-F238E27FC236}">
                    <a16:creationId xmlns:a16="http://schemas.microsoft.com/office/drawing/2014/main" id="{D3E794B5-9389-044D-9156-65E492334BDD}"/>
                  </a:ext>
                </a:extLst>
              </p:cNvPr>
              <p:cNvSpPr>
                <a:spLocks/>
              </p:cNvSpPr>
              <p:nvPr/>
            </p:nvSpPr>
            <p:spPr bwMode="auto">
              <a:xfrm>
                <a:off x="3563562" y="2669621"/>
                <a:ext cx="5418"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2 w 2"/>
                  <a:gd name="T13" fmla="*/ 0 h 2"/>
                  <a:gd name="T14" fmla="*/ 0 w 2"/>
                  <a:gd name="T15" fmla="*/ 0 h 2"/>
                  <a:gd name="T16" fmla="*/ 0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0" y="0"/>
                    </a:moveTo>
                    <a:lnTo>
                      <a:pt x="0" y="0"/>
                    </a:lnTo>
                    <a:lnTo>
                      <a:pt x="0" y="2"/>
                    </a:lnTo>
                    <a:lnTo>
                      <a:pt x="2" y="2"/>
                    </a:lnTo>
                    <a:lnTo>
                      <a:pt x="2" y="2"/>
                    </a:lnTo>
                    <a:lnTo>
                      <a:pt x="2" y="0"/>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7" name="Freeform 226">
                <a:extLst>
                  <a:ext uri="{FF2B5EF4-FFF2-40B4-BE49-F238E27FC236}">
                    <a16:creationId xmlns:a16="http://schemas.microsoft.com/office/drawing/2014/main" id="{9599BFA6-C5C5-D44A-9644-71EAAC0F3F86}"/>
                  </a:ext>
                </a:extLst>
              </p:cNvPr>
              <p:cNvSpPr>
                <a:spLocks/>
              </p:cNvSpPr>
              <p:nvPr/>
            </p:nvSpPr>
            <p:spPr bwMode="auto">
              <a:xfrm>
                <a:off x="3596073" y="2649598"/>
                <a:ext cx="7225" cy="4005"/>
              </a:xfrm>
              <a:custGeom>
                <a:avLst/>
                <a:gdLst>
                  <a:gd name="T0" fmla="*/ 2 w 4"/>
                  <a:gd name="T1" fmla="*/ 0 h 2"/>
                  <a:gd name="T2" fmla="*/ 2 w 4"/>
                  <a:gd name="T3" fmla="*/ 0 h 2"/>
                  <a:gd name="T4" fmla="*/ 0 w 4"/>
                  <a:gd name="T5" fmla="*/ 2 h 2"/>
                  <a:gd name="T6" fmla="*/ 0 w 4"/>
                  <a:gd name="T7" fmla="*/ 2 h 2"/>
                  <a:gd name="T8" fmla="*/ 4 w 4"/>
                  <a:gd name="T9" fmla="*/ 0 h 2"/>
                  <a:gd name="T10" fmla="*/ 2 w 4"/>
                  <a:gd name="T11" fmla="*/ 0 h 2"/>
                  <a:gd name="T12" fmla="*/ 2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2" y="0"/>
                    </a:moveTo>
                    <a:lnTo>
                      <a:pt x="2" y="0"/>
                    </a:lnTo>
                    <a:lnTo>
                      <a:pt x="0" y="2"/>
                    </a:lnTo>
                    <a:lnTo>
                      <a:pt x="0" y="2"/>
                    </a:lnTo>
                    <a:lnTo>
                      <a:pt x="4" y="0"/>
                    </a:lnTo>
                    <a:lnTo>
                      <a:pt x="2"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8" name="Freeform 227">
                <a:extLst>
                  <a:ext uri="{FF2B5EF4-FFF2-40B4-BE49-F238E27FC236}">
                    <a16:creationId xmlns:a16="http://schemas.microsoft.com/office/drawing/2014/main" id="{FDED255F-D5AD-FE42-A860-7BEECD8A7DC5}"/>
                  </a:ext>
                </a:extLst>
              </p:cNvPr>
              <p:cNvSpPr>
                <a:spLocks/>
              </p:cNvSpPr>
              <p:nvPr/>
            </p:nvSpPr>
            <p:spPr bwMode="auto">
              <a:xfrm>
                <a:off x="3724313" y="2905898"/>
                <a:ext cx="1806" cy="8009"/>
              </a:xfrm>
              <a:custGeom>
                <a:avLst/>
                <a:gdLst>
                  <a:gd name="T0" fmla="*/ 4 h 4"/>
                  <a:gd name="T1" fmla="*/ 2 h 4"/>
                  <a:gd name="T2" fmla="*/ 2 h 4"/>
                  <a:gd name="T3" fmla="*/ 0 h 4"/>
                  <a:gd name="T4" fmla="*/ 0 h 4"/>
                  <a:gd name="T5" fmla="*/ 4 h 4"/>
                  <a:gd name="T6" fmla="*/ 4 h 4"/>
                </a:gdLst>
                <a:ahLst/>
                <a:cxnLst>
                  <a:cxn ang="0">
                    <a:pos x="0" y="T0"/>
                  </a:cxn>
                  <a:cxn ang="0">
                    <a:pos x="0" y="T1"/>
                  </a:cxn>
                  <a:cxn ang="0">
                    <a:pos x="0" y="T2"/>
                  </a:cxn>
                  <a:cxn ang="0">
                    <a:pos x="0" y="T3"/>
                  </a:cxn>
                  <a:cxn ang="0">
                    <a:pos x="0" y="T4"/>
                  </a:cxn>
                  <a:cxn ang="0">
                    <a:pos x="0" y="T5"/>
                  </a:cxn>
                  <a:cxn ang="0">
                    <a:pos x="0" y="T6"/>
                  </a:cxn>
                </a:cxnLst>
                <a:rect l="0" t="0" r="r" b="b"/>
                <a:pathLst>
                  <a:path h="4">
                    <a:moveTo>
                      <a:pt x="0" y="4"/>
                    </a:moveTo>
                    <a:lnTo>
                      <a:pt x="0" y="2"/>
                    </a:lnTo>
                    <a:lnTo>
                      <a:pt x="0" y="2"/>
                    </a:lnTo>
                    <a:lnTo>
                      <a:pt x="0" y="0"/>
                    </a:lnTo>
                    <a:lnTo>
                      <a:pt x="0" y="0"/>
                    </a:lnTo>
                    <a:lnTo>
                      <a:pt x="0" y="4"/>
                    </a:lnTo>
                    <a:lnTo>
                      <a:pt x="0"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39" name="Freeform 228">
                <a:extLst>
                  <a:ext uri="{FF2B5EF4-FFF2-40B4-BE49-F238E27FC236}">
                    <a16:creationId xmlns:a16="http://schemas.microsoft.com/office/drawing/2014/main" id="{60422FCF-B2D3-FD4E-852E-8372BCFE12F7}"/>
                  </a:ext>
                </a:extLst>
              </p:cNvPr>
              <p:cNvSpPr>
                <a:spLocks/>
              </p:cNvSpPr>
              <p:nvPr/>
            </p:nvSpPr>
            <p:spPr bwMode="auto">
              <a:xfrm>
                <a:off x="2476226" y="1732520"/>
                <a:ext cx="1806" cy="4005"/>
              </a:xfrm>
              <a:custGeom>
                <a:avLst/>
                <a:gdLst>
                  <a:gd name="T0" fmla="*/ 2 h 2"/>
                  <a:gd name="T1" fmla="*/ 2 h 2"/>
                  <a:gd name="T2" fmla="*/ 0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0"/>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0" name="Freeform 229">
                <a:extLst>
                  <a:ext uri="{FF2B5EF4-FFF2-40B4-BE49-F238E27FC236}">
                    <a16:creationId xmlns:a16="http://schemas.microsoft.com/office/drawing/2014/main" id="{05E6ACF6-B6E9-2B47-BA85-69EF6F65CAFD}"/>
                  </a:ext>
                </a:extLst>
              </p:cNvPr>
              <p:cNvSpPr>
                <a:spLocks/>
              </p:cNvSpPr>
              <p:nvPr/>
            </p:nvSpPr>
            <p:spPr bwMode="auto">
              <a:xfrm>
                <a:off x="2526800" y="2449362"/>
                <a:ext cx="1806" cy="4005"/>
              </a:xfrm>
              <a:custGeom>
                <a:avLst/>
                <a:gdLst>
                  <a:gd name="T0" fmla="*/ 2 h 2"/>
                  <a:gd name="T1" fmla="*/ 2 h 2"/>
                  <a:gd name="T2" fmla="*/ 2 h 2"/>
                  <a:gd name="T3" fmla="*/ 0 h 2"/>
                  <a:gd name="T4" fmla="*/ 0 h 2"/>
                  <a:gd name="T5" fmla="*/ 2 h 2"/>
                  <a:gd name="T6" fmla="*/ 2 h 2"/>
                  <a:gd name="T7" fmla="*/ 2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2"/>
                    </a:moveTo>
                    <a:lnTo>
                      <a:pt x="0" y="2"/>
                    </a:lnTo>
                    <a:lnTo>
                      <a:pt x="0" y="2"/>
                    </a:lnTo>
                    <a:lnTo>
                      <a:pt x="0" y="0"/>
                    </a:lnTo>
                    <a:lnTo>
                      <a:pt x="0" y="0"/>
                    </a:lnTo>
                    <a:lnTo>
                      <a:pt x="0" y="2"/>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1" name="Freeform 230">
                <a:extLst>
                  <a:ext uri="{FF2B5EF4-FFF2-40B4-BE49-F238E27FC236}">
                    <a16:creationId xmlns:a16="http://schemas.microsoft.com/office/drawing/2014/main" id="{55B03C08-4A72-7749-B46B-66ED4DBF5D91}"/>
                  </a:ext>
                </a:extLst>
              </p:cNvPr>
              <p:cNvSpPr>
                <a:spLocks/>
              </p:cNvSpPr>
              <p:nvPr/>
            </p:nvSpPr>
            <p:spPr bwMode="auto">
              <a:xfrm>
                <a:off x="3361266" y="1808609"/>
                <a:ext cx="1806" cy="4005"/>
              </a:xfrm>
              <a:custGeom>
                <a:avLst/>
                <a:gdLst>
                  <a:gd name="T0" fmla="*/ 0 h 2"/>
                  <a:gd name="T1" fmla="*/ 2 h 2"/>
                  <a:gd name="T2" fmla="*/ 2 h 2"/>
                  <a:gd name="T3" fmla="*/ 2 h 2"/>
                  <a:gd name="T4" fmla="*/ 0 h 2"/>
                  <a:gd name="T5" fmla="*/ 0 h 2"/>
                  <a:gd name="T6" fmla="*/ 0 h 2"/>
                </a:gdLst>
                <a:ahLst/>
                <a:cxnLst>
                  <a:cxn ang="0">
                    <a:pos x="0" y="T0"/>
                  </a:cxn>
                  <a:cxn ang="0">
                    <a:pos x="0" y="T1"/>
                  </a:cxn>
                  <a:cxn ang="0">
                    <a:pos x="0" y="T2"/>
                  </a:cxn>
                  <a:cxn ang="0">
                    <a:pos x="0" y="T3"/>
                  </a:cxn>
                  <a:cxn ang="0">
                    <a:pos x="0" y="T4"/>
                  </a:cxn>
                  <a:cxn ang="0">
                    <a:pos x="0" y="T5"/>
                  </a:cxn>
                  <a:cxn ang="0">
                    <a:pos x="0" y="T6"/>
                  </a:cxn>
                </a:cxnLst>
                <a:rect l="0" t="0" r="r" b="b"/>
                <a:pathLst>
                  <a:path h="2">
                    <a:moveTo>
                      <a:pt x="0" y="0"/>
                    </a:moveTo>
                    <a:lnTo>
                      <a:pt x="0" y="2"/>
                    </a:lnTo>
                    <a:lnTo>
                      <a:pt x="0" y="2"/>
                    </a:lnTo>
                    <a:lnTo>
                      <a:pt x="0" y="2"/>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2" name="Freeform 231">
                <a:extLst>
                  <a:ext uri="{FF2B5EF4-FFF2-40B4-BE49-F238E27FC236}">
                    <a16:creationId xmlns:a16="http://schemas.microsoft.com/office/drawing/2014/main" id="{65CF62F7-08A2-874C-99BE-CE7E923FC7BF}"/>
                  </a:ext>
                </a:extLst>
              </p:cNvPr>
              <p:cNvSpPr>
                <a:spLocks/>
              </p:cNvSpPr>
              <p:nvPr/>
            </p:nvSpPr>
            <p:spPr bwMode="auto">
              <a:xfrm>
                <a:off x="4042205" y="2721682"/>
                <a:ext cx="14449" cy="12014"/>
              </a:xfrm>
              <a:custGeom>
                <a:avLst/>
                <a:gdLst>
                  <a:gd name="T0" fmla="*/ 2 w 8"/>
                  <a:gd name="T1" fmla="*/ 4 h 6"/>
                  <a:gd name="T2" fmla="*/ 2 w 8"/>
                  <a:gd name="T3" fmla="*/ 4 h 6"/>
                  <a:gd name="T4" fmla="*/ 0 w 8"/>
                  <a:gd name="T5" fmla="*/ 6 h 6"/>
                  <a:gd name="T6" fmla="*/ 0 w 8"/>
                  <a:gd name="T7" fmla="*/ 4 h 6"/>
                  <a:gd name="T8" fmla="*/ 6 w 8"/>
                  <a:gd name="T9" fmla="*/ 0 h 6"/>
                  <a:gd name="T10" fmla="*/ 6 w 8"/>
                  <a:gd name="T11" fmla="*/ 0 h 6"/>
                  <a:gd name="T12" fmla="*/ 8 w 8"/>
                  <a:gd name="T13" fmla="*/ 0 h 6"/>
                  <a:gd name="T14" fmla="*/ 6 w 8"/>
                  <a:gd name="T15" fmla="*/ 2 h 6"/>
                  <a:gd name="T16" fmla="*/ 2 w 8"/>
                  <a:gd name="T17" fmla="*/ 4 h 6"/>
                  <a:gd name="T18" fmla="*/ 2 w 8"/>
                  <a:gd name="T1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6">
                    <a:moveTo>
                      <a:pt x="2" y="4"/>
                    </a:moveTo>
                    <a:lnTo>
                      <a:pt x="2" y="4"/>
                    </a:lnTo>
                    <a:lnTo>
                      <a:pt x="0" y="6"/>
                    </a:lnTo>
                    <a:lnTo>
                      <a:pt x="0" y="4"/>
                    </a:lnTo>
                    <a:lnTo>
                      <a:pt x="6" y="0"/>
                    </a:lnTo>
                    <a:lnTo>
                      <a:pt x="6" y="0"/>
                    </a:lnTo>
                    <a:lnTo>
                      <a:pt x="8" y="0"/>
                    </a:lnTo>
                    <a:lnTo>
                      <a:pt x="6" y="2"/>
                    </a:lnTo>
                    <a:lnTo>
                      <a:pt x="2" y="4"/>
                    </a:lnTo>
                    <a:lnTo>
                      <a:pt x="2" y="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3" name="Freeform 232">
                <a:extLst>
                  <a:ext uri="{FF2B5EF4-FFF2-40B4-BE49-F238E27FC236}">
                    <a16:creationId xmlns:a16="http://schemas.microsoft.com/office/drawing/2014/main" id="{B60AA66C-9B39-A641-96D8-628F1826F3D2}"/>
                  </a:ext>
                </a:extLst>
              </p:cNvPr>
              <p:cNvSpPr>
                <a:spLocks/>
              </p:cNvSpPr>
              <p:nvPr/>
            </p:nvSpPr>
            <p:spPr bwMode="auto">
              <a:xfrm>
                <a:off x="4123485" y="2765734"/>
                <a:ext cx="3613" cy="4005"/>
              </a:xfrm>
              <a:custGeom>
                <a:avLst/>
                <a:gdLst>
                  <a:gd name="T0" fmla="*/ 0 w 2"/>
                  <a:gd name="T1" fmla="*/ 2 h 2"/>
                  <a:gd name="T2" fmla="*/ 0 w 2"/>
                  <a:gd name="T3" fmla="*/ 2 h 2"/>
                  <a:gd name="T4" fmla="*/ 0 w 2"/>
                  <a:gd name="T5" fmla="*/ 0 h 2"/>
                  <a:gd name="T6" fmla="*/ 2 w 2"/>
                  <a:gd name="T7" fmla="*/ 0 h 2"/>
                  <a:gd name="T8" fmla="*/ 2 w 2"/>
                  <a:gd name="T9" fmla="*/ 0 h 2"/>
                  <a:gd name="T10" fmla="*/ 2 w 2"/>
                  <a:gd name="T11" fmla="*/ 0 h 2"/>
                  <a:gd name="T12" fmla="*/ 0 w 2"/>
                  <a:gd name="T13" fmla="*/ 2 h 2"/>
                  <a:gd name="T14" fmla="*/ 0 w 2"/>
                  <a:gd name="T15" fmla="*/ 2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0" y="2"/>
                    </a:moveTo>
                    <a:lnTo>
                      <a:pt x="0" y="2"/>
                    </a:lnTo>
                    <a:lnTo>
                      <a:pt x="0" y="0"/>
                    </a:lnTo>
                    <a:lnTo>
                      <a:pt x="2" y="0"/>
                    </a:lnTo>
                    <a:lnTo>
                      <a:pt x="2" y="0"/>
                    </a:lnTo>
                    <a:lnTo>
                      <a:pt x="2" y="0"/>
                    </a:lnTo>
                    <a:lnTo>
                      <a:pt x="0" y="2"/>
                    </a:lnTo>
                    <a:lnTo>
                      <a:pt x="0"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4" name="Freeform 233">
                <a:extLst>
                  <a:ext uri="{FF2B5EF4-FFF2-40B4-BE49-F238E27FC236}">
                    <a16:creationId xmlns:a16="http://schemas.microsoft.com/office/drawing/2014/main" id="{42C14173-E080-7A4E-BC92-9B135A783610}"/>
                  </a:ext>
                </a:extLst>
              </p:cNvPr>
              <p:cNvSpPr>
                <a:spLocks/>
              </p:cNvSpPr>
              <p:nvPr/>
            </p:nvSpPr>
            <p:spPr bwMode="auto">
              <a:xfrm>
                <a:off x="3689996" y="1884699"/>
                <a:ext cx="3613" cy="4005"/>
              </a:xfrm>
              <a:custGeom>
                <a:avLst/>
                <a:gdLst>
                  <a:gd name="T0" fmla="*/ 0 w 2"/>
                  <a:gd name="T1" fmla="*/ 0 h 2"/>
                  <a:gd name="T2" fmla="*/ 0 w 2"/>
                  <a:gd name="T3" fmla="*/ 2 h 2"/>
                  <a:gd name="T4" fmla="*/ 0 w 2"/>
                  <a:gd name="T5" fmla="*/ 2 h 2"/>
                  <a:gd name="T6" fmla="*/ 2 w 2"/>
                  <a:gd name="T7" fmla="*/ 0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0" y="2"/>
                    </a:lnTo>
                    <a:lnTo>
                      <a:pt x="0" y="2"/>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5" name="Freeform 234">
                <a:extLst>
                  <a:ext uri="{FF2B5EF4-FFF2-40B4-BE49-F238E27FC236}">
                    <a16:creationId xmlns:a16="http://schemas.microsoft.com/office/drawing/2014/main" id="{F8C3340F-B13E-C547-884B-DDBB4A0539C2}"/>
                  </a:ext>
                </a:extLst>
              </p:cNvPr>
              <p:cNvSpPr>
                <a:spLocks/>
              </p:cNvSpPr>
              <p:nvPr/>
            </p:nvSpPr>
            <p:spPr bwMode="auto">
              <a:xfrm>
                <a:off x="2499707" y="2389291"/>
                <a:ext cx="1806" cy="2002"/>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6" name="Rectangle 235">
                <a:extLst>
                  <a:ext uri="{FF2B5EF4-FFF2-40B4-BE49-F238E27FC236}">
                    <a16:creationId xmlns:a16="http://schemas.microsoft.com/office/drawing/2014/main" id="{0780FA5B-D333-1B41-AC36-ADCECBB5EFBF}"/>
                  </a:ext>
                </a:extLst>
              </p:cNvPr>
              <p:cNvSpPr>
                <a:spLocks noChangeArrowheads="1"/>
              </p:cNvSpPr>
              <p:nvPr/>
            </p:nvSpPr>
            <p:spPr bwMode="auto">
              <a:xfrm>
                <a:off x="2499707" y="2389291"/>
                <a:ext cx="1806" cy="4005"/>
              </a:xfrm>
              <a:prstGeom prst="rect">
                <a:avLst/>
              </a:prstGeom>
              <a:grpFill/>
              <a:ln w="3175">
                <a:no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47" name="Freeform 236">
                <a:extLst>
                  <a:ext uri="{FF2B5EF4-FFF2-40B4-BE49-F238E27FC236}">
                    <a16:creationId xmlns:a16="http://schemas.microsoft.com/office/drawing/2014/main" id="{209CAA32-7E19-904F-9E48-7988A6313090}"/>
                  </a:ext>
                </a:extLst>
              </p:cNvPr>
              <p:cNvSpPr>
                <a:spLocks/>
              </p:cNvSpPr>
              <p:nvPr/>
            </p:nvSpPr>
            <p:spPr bwMode="auto">
              <a:xfrm>
                <a:off x="3549112" y="1396125"/>
                <a:ext cx="1806" cy="4005"/>
              </a:xfrm>
              <a:custGeom>
                <a:avLst/>
                <a:gdLst>
                  <a:gd name="T0" fmla="*/ 0 h 2"/>
                  <a:gd name="T1" fmla="*/ 0 h 2"/>
                  <a:gd name="T2" fmla="*/ 0 h 2"/>
                  <a:gd name="T3" fmla="*/ 2 h 2"/>
                  <a:gd name="T4" fmla="*/ 2 h 2"/>
                  <a:gd name="T5" fmla="*/ 0 h 2"/>
                  <a:gd name="T6" fmla="*/ 0 h 2"/>
                  <a:gd name="T7" fmla="*/ 0 h 2"/>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2">
                    <a:moveTo>
                      <a:pt x="0" y="0"/>
                    </a:moveTo>
                    <a:lnTo>
                      <a:pt x="0" y="0"/>
                    </a:lnTo>
                    <a:lnTo>
                      <a:pt x="0" y="0"/>
                    </a:lnTo>
                    <a:lnTo>
                      <a:pt x="0" y="2"/>
                    </a:lnTo>
                    <a:lnTo>
                      <a:pt x="0" y="2"/>
                    </a:lnTo>
                    <a:lnTo>
                      <a:pt x="0"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nvGrpSpPr>
              <p:cNvPr id="748" name="Group 747">
                <a:extLst>
                  <a:ext uri="{FF2B5EF4-FFF2-40B4-BE49-F238E27FC236}">
                    <a16:creationId xmlns:a16="http://schemas.microsoft.com/office/drawing/2014/main" id="{A689E0BD-A0C7-2248-8663-087B2BAA1ADE}"/>
                  </a:ext>
                </a:extLst>
              </p:cNvPr>
              <p:cNvGrpSpPr/>
              <p:nvPr/>
            </p:nvGrpSpPr>
            <p:grpSpPr>
              <a:xfrm>
                <a:off x="1497263" y="1328044"/>
                <a:ext cx="3057906" cy="2198583"/>
                <a:chOff x="1497263" y="1328044"/>
                <a:chExt cx="3057906" cy="2198583"/>
              </a:xfrm>
              <a:grpFill/>
            </p:grpSpPr>
            <p:sp>
              <p:nvSpPr>
                <p:cNvPr id="749" name="Freeform 237">
                  <a:extLst>
                    <a:ext uri="{FF2B5EF4-FFF2-40B4-BE49-F238E27FC236}">
                      <a16:creationId xmlns:a16="http://schemas.microsoft.com/office/drawing/2014/main" id="{93225F5A-EC5C-ED47-A39C-E3EFDEA34CD2}"/>
                    </a:ext>
                  </a:extLst>
                </p:cNvPr>
                <p:cNvSpPr>
                  <a:spLocks noEditPoints="1"/>
                </p:cNvSpPr>
                <p:nvPr/>
              </p:nvSpPr>
              <p:spPr bwMode="auto">
                <a:xfrm>
                  <a:off x="2190846" y="1328044"/>
                  <a:ext cx="2364323" cy="1585862"/>
                </a:xfrm>
                <a:custGeom>
                  <a:avLst/>
                  <a:gdLst>
                    <a:gd name="T0" fmla="*/ 860 w 1208"/>
                    <a:gd name="T1" fmla="*/ 106 h 792"/>
                    <a:gd name="T2" fmla="*/ 540 w 1208"/>
                    <a:gd name="T3" fmla="*/ 46 h 792"/>
                    <a:gd name="T4" fmla="*/ 528 w 1208"/>
                    <a:gd name="T5" fmla="*/ 30 h 792"/>
                    <a:gd name="T6" fmla="*/ 668 w 1208"/>
                    <a:gd name="T7" fmla="*/ 36 h 792"/>
                    <a:gd name="T8" fmla="*/ 744 w 1208"/>
                    <a:gd name="T9" fmla="*/ 42 h 792"/>
                    <a:gd name="T10" fmla="*/ 716 w 1208"/>
                    <a:gd name="T11" fmla="*/ 74 h 792"/>
                    <a:gd name="T12" fmla="*/ 406 w 1208"/>
                    <a:gd name="T13" fmla="*/ 56 h 792"/>
                    <a:gd name="T14" fmla="*/ 456 w 1208"/>
                    <a:gd name="T15" fmla="*/ 22 h 792"/>
                    <a:gd name="T16" fmla="*/ 762 w 1208"/>
                    <a:gd name="T17" fmla="*/ 308 h 792"/>
                    <a:gd name="T18" fmla="*/ 1078 w 1208"/>
                    <a:gd name="T19" fmla="*/ 276 h 792"/>
                    <a:gd name="T20" fmla="*/ 1016 w 1208"/>
                    <a:gd name="T21" fmla="*/ 288 h 792"/>
                    <a:gd name="T22" fmla="*/ 1024 w 1208"/>
                    <a:gd name="T23" fmla="*/ 332 h 792"/>
                    <a:gd name="T24" fmla="*/ 962 w 1208"/>
                    <a:gd name="T25" fmla="*/ 374 h 792"/>
                    <a:gd name="T26" fmla="*/ 862 w 1208"/>
                    <a:gd name="T27" fmla="*/ 348 h 792"/>
                    <a:gd name="T28" fmla="*/ 920 w 1208"/>
                    <a:gd name="T29" fmla="*/ 226 h 792"/>
                    <a:gd name="T30" fmla="*/ 842 w 1208"/>
                    <a:gd name="T31" fmla="*/ 172 h 792"/>
                    <a:gd name="T32" fmla="*/ 742 w 1208"/>
                    <a:gd name="T33" fmla="*/ 172 h 792"/>
                    <a:gd name="T34" fmla="*/ 762 w 1208"/>
                    <a:gd name="T35" fmla="*/ 154 h 792"/>
                    <a:gd name="T36" fmla="*/ 818 w 1208"/>
                    <a:gd name="T37" fmla="*/ 136 h 792"/>
                    <a:gd name="T38" fmla="*/ 906 w 1208"/>
                    <a:gd name="T39" fmla="*/ 146 h 792"/>
                    <a:gd name="T40" fmla="*/ 982 w 1208"/>
                    <a:gd name="T41" fmla="*/ 170 h 792"/>
                    <a:gd name="T42" fmla="*/ 1008 w 1208"/>
                    <a:gd name="T43" fmla="*/ 238 h 792"/>
                    <a:gd name="T44" fmla="*/ 1078 w 1208"/>
                    <a:gd name="T45" fmla="*/ 256 h 792"/>
                    <a:gd name="T46" fmla="*/ 1030 w 1208"/>
                    <a:gd name="T47" fmla="*/ 722 h 792"/>
                    <a:gd name="T48" fmla="*/ 904 w 1208"/>
                    <a:gd name="T49" fmla="*/ 732 h 792"/>
                    <a:gd name="T50" fmla="*/ 822 w 1208"/>
                    <a:gd name="T51" fmla="*/ 750 h 792"/>
                    <a:gd name="T52" fmla="*/ 702 w 1208"/>
                    <a:gd name="T53" fmla="*/ 666 h 792"/>
                    <a:gd name="T54" fmla="*/ 198 w 1208"/>
                    <a:gd name="T55" fmla="*/ 626 h 792"/>
                    <a:gd name="T56" fmla="*/ 182 w 1208"/>
                    <a:gd name="T57" fmla="*/ 592 h 792"/>
                    <a:gd name="T58" fmla="*/ 132 w 1208"/>
                    <a:gd name="T59" fmla="*/ 478 h 792"/>
                    <a:gd name="T60" fmla="*/ 82 w 1208"/>
                    <a:gd name="T61" fmla="*/ 206 h 792"/>
                    <a:gd name="T62" fmla="*/ 148 w 1208"/>
                    <a:gd name="T63" fmla="*/ 200 h 792"/>
                    <a:gd name="T64" fmla="*/ 344 w 1208"/>
                    <a:gd name="T65" fmla="*/ 220 h 792"/>
                    <a:gd name="T66" fmla="*/ 468 w 1208"/>
                    <a:gd name="T67" fmla="*/ 232 h 792"/>
                    <a:gd name="T68" fmla="*/ 532 w 1208"/>
                    <a:gd name="T69" fmla="*/ 250 h 792"/>
                    <a:gd name="T70" fmla="*/ 634 w 1208"/>
                    <a:gd name="T71" fmla="*/ 232 h 792"/>
                    <a:gd name="T72" fmla="*/ 622 w 1208"/>
                    <a:gd name="T73" fmla="*/ 154 h 792"/>
                    <a:gd name="T74" fmla="*/ 634 w 1208"/>
                    <a:gd name="T75" fmla="*/ 138 h 792"/>
                    <a:gd name="T76" fmla="*/ 716 w 1208"/>
                    <a:gd name="T77" fmla="*/ 204 h 792"/>
                    <a:gd name="T78" fmla="*/ 810 w 1208"/>
                    <a:gd name="T79" fmla="*/ 206 h 792"/>
                    <a:gd name="T80" fmla="*/ 738 w 1208"/>
                    <a:gd name="T81" fmla="*/ 302 h 792"/>
                    <a:gd name="T82" fmla="*/ 666 w 1208"/>
                    <a:gd name="T83" fmla="*/ 374 h 792"/>
                    <a:gd name="T84" fmla="*/ 748 w 1208"/>
                    <a:gd name="T85" fmla="*/ 518 h 792"/>
                    <a:gd name="T86" fmla="*/ 858 w 1208"/>
                    <a:gd name="T87" fmla="*/ 524 h 792"/>
                    <a:gd name="T88" fmla="*/ 870 w 1208"/>
                    <a:gd name="T89" fmla="*/ 372 h 792"/>
                    <a:gd name="T90" fmla="*/ 1004 w 1208"/>
                    <a:gd name="T91" fmla="*/ 458 h 792"/>
                    <a:gd name="T92" fmla="*/ 1076 w 1208"/>
                    <a:gd name="T93" fmla="*/ 496 h 792"/>
                    <a:gd name="T94" fmla="*/ 1098 w 1208"/>
                    <a:gd name="T95" fmla="*/ 570 h 792"/>
                    <a:gd name="T96" fmla="*/ 1072 w 1208"/>
                    <a:gd name="T97" fmla="*/ 632 h 792"/>
                    <a:gd name="T98" fmla="*/ 998 w 1208"/>
                    <a:gd name="T99" fmla="*/ 656 h 792"/>
                    <a:gd name="T100" fmla="*/ 1052 w 1208"/>
                    <a:gd name="T101" fmla="*/ 724 h 792"/>
                    <a:gd name="T102" fmla="*/ 1160 w 1208"/>
                    <a:gd name="T103" fmla="*/ 646 h 792"/>
                    <a:gd name="T104" fmla="*/ 1112 w 1208"/>
                    <a:gd name="T105" fmla="*/ 656 h 792"/>
                    <a:gd name="T106" fmla="*/ 1204 w 1208"/>
                    <a:gd name="T107" fmla="*/ 688 h 792"/>
                    <a:gd name="T108" fmla="*/ 122 w 1208"/>
                    <a:gd name="T109" fmla="*/ 556 h 792"/>
                    <a:gd name="T110" fmla="*/ 440 w 1208"/>
                    <a:gd name="T111" fmla="*/ 108 h 792"/>
                    <a:gd name="T112" fmla="*/ 318 w 1208"/>
                    <a:gd name="T113" fmla="*/ 148 h 792"/>
                    <a:gd name="T114" fmla="*/ 352 w 1208"/>
                    <a:gd name="T115" fmla="*/ 184 h 792"/>
                    <a:gd name="T116" fmla="*/ 518 w 1208"/>
                    <a:gd name="T117" fmla="*/ 216 h 792"/>
                    <a:gd name="T118" fmla="*/ 590 w 1208"/>
                    <a:gd name="T119" fmla="*/ 86 h 792"/>
                    <a:gd name="T120" fmla="*/ 578 w 1208"/>
                    <a:gd name="T121" fmla="*/ 156 h 792"/>
                    <a:gd name="T122" fmla="*/ 136 w 1208"/>
                    <a:gd name="T123" fmla="*/ 576 h 792"/>
                    <a:gd name="T124" fmla="*/ 308 w 1208"/>
                    <a:gd name="T125" fmla="*/ 118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08" h="792">
                      <a:moveTo>
                        <a:pt x="790" y="726"/>
                      </a:moveTo>
                      <a:lnTo>
                        <a:pt x="790" y="726"/>
                      </a:lnTo>
                      <a:lnTo>
                        <a:pt x="784" y="722"/>
                      </a:lnTo>
                      <a:lnTo>
                        <a:pt x="784" y="722"/>
                      </a:lnTo>
                      <a:lnTo>
                        <a:pt x="786" y="720"/>
                      </a:lnTo>
                      <a:lnTo>
                        <a:pt x="786" y="720"/>
                      </a:lnTo>
                      <a:lnTo>
                        <a:pt x="792" y="722"/>
                      </a:lnTo>
                      <a:lnTo>
                        <a:pt x="798" y="724"/>
                      </a:lnTo>
                      <a:lnTo>
                        <a:pt x="798" y="724"/>
                      </a:lnTo>
                      <a:lnTo>
                        <a:pt x="800" y="726"/>
                      </a:lnTo>
                      <a:lnTo>
                        <a:pt x="802" y="726"/>
                      </a:lnTo>
                      <a:lnTo>
                        <a:pt x="800" y="726"/>
                      </a:lnTo>
                      <a:lnTo>
                        <a:pt x="800" y="726"/>
                      </a:lnTo>
                      <a:lnTo>
                        <a:pt x="790" y="726"/>
                      </a:lnTo>
                      <a:lnTo>
                        <a:pt x="790" y="726"/>
                      </a:lnTo>
                      <a:close/>
                      <a:moveTo>
                        <a:pt x="840" y="190"/>
                      </a:moveTo>
                      <a:lnTo>
                        <a:pt x="840" y="190"/>
                      </a:lnTo>
                      <a:lnTo>
                        <a:pt x="838" y="192"/>
                      </a:lnTo>
                      <a:lnTo>
                        <a:pt x="834" y="194"/>
                      </a:lnTo>
                      <a:lnTo>
                        <a:pt x="834" y="194"/>
                      </a:lnTo>
                      <a:lnTo>
                        <a:pt x="824" y="194"/>
                      </a:lnTo>
                      <a:lnTo>
                        <a:pt x="824" y="194"/>
                      </a:lnTo>
                      <a:lnTo>
                        <a:pt x="824" y="196"/>
                      </a:lnTo>
                      <a:lnTo>
                        <a:pt x="826" y="196"/>
                      </a:lnTo>
                      <a:lnTo>
                        <a:pt x="826" y="196"/>
                      </a:lnTo>
                      <a:lnTo>
                        <a:pt x="826" y="198"/>
                      </a:lnTo>
                      <a:lnTo>
                        <a:pt x="826" y="198"/>
                      </a:lnTo>
                      <a:lnTo>
                        <a:pt x="826" y="198"/>
                      </a:lnTo>
                      <a:lnTo>
                        <a:pt x="826" y="198"/>
                      </a:lnTo>
                      <a:lnTo>
                        <a:pt x="826" y="198"/>
                      </a:lnTo>
                      <a:lnTo>
                        <a:pt x="828" y="200"/>
                      </a:lnTo>
                      <a:lnTo>
                        <a:pt x="828" y="200"/>
                      </a:lnTo>
                      <a:lnTo>
                        <a:pt x="830" y="198"/>
                      </a:lnTo>
                      <a:lnTo>
                        <a:pt x="830" y="198"/>
                      </a:lnTo>
                      <a:lnTo>
                        <a:pt x="832" y="202"/>
                      </a:lnTo>
                      <a:lnTo>
                        <a:pt x="834" y="202"/>
                      </a:lnTo>
                      <a:lnTo>
                        <a:pt x="834" y="202"/>
                      </a:lnTo>
                      <a:lnTo>
                        <a:pt x="842" y="194"/>
                      </a:lnTo>
                      <a:lnTo>
                        <a:pt x="846" y="190"/>
                      </a:lnTo>
                      <a:lnTo>
                        <a:pt x="844" y="190"/>
                      </a:lnTo>
                      <a:lnTo>
                        <a:pt x="840" y="190"/>
                      </a:lnTo>
                      <a:lnTo>
                        <a:pt x="840" y="190"/>
                      </a:lnTo>
                      <a:close/>
                      <a:moveTo>
                        <a:pt x="868" y="100"/>
                      </a:moveTo>
                      <a:lnTo>
                        <a:pt x="866" y="100"/>
                      </a:lnTo>
                      <a:lnTo>
                        <a:pt x="866" y="100"/>
                      </a:lnTo>
                      <a:lnTo>
                        <a:pt x="862" y="88"/>
                      </a:lnTo>
                      <a:lnTo>
                        <a:pt x="862" y="88"/>
                      </a:lnTo>
                      <a:lnTo>
                        <a:pt x="860" y="84"/>
                      </a:lnTo>
                      <a:lnTo>
                        <a:pt x="860" y="84"/>
                      </a:lnTo>
                      <a:lnTo>
                        <a:pt x="856" y="84"/>
                      </a:lnTo>
                      <a:lnTo>
                        <a:pt x="856" y="84"/>
                      </a:lnTo>
                      <a:lnTo>
                        <a:pt x="854" y="84"/>
                      </a:lnTo>
                      <a:lnTo>
                        <a:pt x="852" y="82"/>
                      </a:lnTo>
                      <a:lnTo>
                        <a:pt x="852" y="82"/>
                      </a:lnTo>
                      <a:lnTo>
                        <a:pt x="846" y="84"/>
                      </a:lnTo>
                      <a:lnTo>
                        <a:pt x="840" y="86"/>
                      </a:lnTo>
                      <a:lnTo>
                        <a:pt x="840" y="86"/>
                      </a:lnTo>
                      <a:lnTo>
                        <a:pt x="840" y="86"/>
                      </a:lnTo>
                      <a:lnTo>
                        <a:pt x="836" y="86"/>
                      </a:lnTo>
                      <a:lnTo>
                        <a:pt x="834" y="86"/>
                      </a:lnTo>
                      <a:lnTo>
                        <a:pt x="830" y="82"/>
                      </a:lnTo>
                      <a:lnTo>
                        <a:pt x="830" y="82"/>
                      </a:lnTo>
                      <a:lnTo>
                        <a:pt x="826" y="84"/>
                      </a:lnTo>
                      <a:lnTo>
                        <a:pt x="822" y="86"/>
                      </a:lnTo>
                      <a:lnTo>
                        <a:pt x="822" y="86"/>
                      </a:lnTo>
                      <a:lnTo>
                        <a:pt x="818" y="86"/>
                      </a:lnTo>
                      <a:lnTo>
                        <a:pt x="818" y="86"/>
                      </a:lnTo>
                      <a:lnTo>
                        <a:pt x="814" y="90"/>
                      </a:lnTo>
                      <a:lnTo>
                        <a:pt x="812" y="96"/>
                      </a:lnTo>
                      <a:lnTo>
                        <a:pt x="808" y="108"/>
                      </a:lnTo>
                      <a:lnTo>
                        <a:pt x="808" y="108"/>
                      </a:lnTo>
                      <a:lnTo>
                        <a:pt x="808" y="106"/>
                      </a:lnTo>
                      <a:lnTo>
                        <a:pt x="808" y="110"/>
                      </a:lnTo>
                      <a:lnTo>
                        <a:pt x="810" y="114"/>
                      </a:lnTo>
                      <a:lnTo>
                        <a:pt x="814" y="118"/>
                      </a:lnTo>
                      <a:lnTo>
                        <a:pt x="814" y="118"/>
                      </a:lnTo>
                      <a:lnTo>
                        <a:pt x="818" y="118"/>
                      </a:lnTo>
                      <a:lnTo>
                        <a:pt x="820" y="116"/>
                      </a:lnTo>
                      <a:lnTo>
                        <a:pt x="824" y="114"/>
                      </a:lnTo>
                      <a:lnTo>
                        <a:pt x="824" y="114"/>
                      </a:lnTo>
                      <a:lnTo>
                        <a:pt x="830" y="116"/>
                      </a:lnTo>
                      <a:lnTo>
                        <a:pt x="838" y="116"/>
                      </a:lnTo>
                      <a:lnTo>
                        <a:pt x="838" y="116"/>
                      </a:lnTo>
                      <a:lnTo>
                        <a:pt x="842" y="116"/>
                      </a:lnTo>
                      <a:lnTo>
                        <a:pt x="844" y="112"/>
                      </a:lnTo>
                      <a:lnTo>
                        <a:pt x="850" y="108"/>
                      </a:lnTo>
                      <a:lnTo>
                        <a:pt x="850" y="108"/>
                      </a:lnTo>
                      <a:lnTo>
                        <a:pt x="852" y="108"/>
                      </a:lnTo>
                      <a:lnTo>
                        <a:pt x="856" y="108"/>
                      </a:lnTo>
                      <a:lnTo>
                        <a:pt x="856" y="108"/>
                      </a:lnTo>
                      <a:lnTo>
                        <a:pt x="858" y="106"/>
                      </a:lnTo>
                      <a:lnTo>
                        <a:pt x="858" y="106"/>
                      </a:lnTo>
                      <a:lnTo>
                        <a:pt x="860" y="106"/>
                      </a:lnTo>
                      <a:lnTo>
                        <a:pt x="864" y="106"/>
                      </a:lnTo>
                      <a:lnTo>
                        <a:pt x="864" y="106"/>
                      </a:lnTo>
                      <a:lnTo>
                        <a:pt x="868" y="104"/>
                      </a:lnTo>
                      <a:lnTo>
                        <a:pt x="868" y="104"/>
                      </a:lnTo>
                      <a:lnTo>
                        <a:pt x="868" y="100"/>
                      </a:lnTo>
                      <a:lnTo>
                        <a:pt x="868" y="100"/>
                      </a:lnTo>
                      <a:close/>
                      <a:moveTo>
                        <a:pt x="570" y="12"/>
                      </a:moveTo>
                      <a:lnTo>
                        <a:pt x="570" y="12"/>
                      </a:lnTo>
                      <a:lnTo>
                        <a:pt x="572" y="14"/>
                      </a:lnTo>
                      <a:lnTo>
                        <a:pt x="572" y="14"/>
                      </a:lnTo>
                      <a:lnTo>
                        <a:pt x="572" y="14"/>
                      </a:lnTo>
                      <a:lnTo>
                        <a:pt x="572" y="16"/>
                      </a:lnTo>
                      <a:lnTo>
                        <a:pt x="570" y="16"/>
                      </a:lnTo>
                      <a:lnTo>
                        <a:pt x="564" y="16"/>
                      </a:lnTo>
                      <a:lnTo>
                        <a:pt x="564" y="16"/>
                      </a:lnTo>
                      <a:lnTo>
                        <a:pt x="564" y="14"/>
                      </a:lnTo>
                      <a:lnTo>
                        <a:pt x="564" y="14"/>
                      </a:lnTo>
                      <a:lnTo>
                        <a:pt x="566" y="12"/>
                      </a:lnTo>
                      <a:lnTo>
                        <a:pt x="566" y="12"/>
                      </a:lnTo>
                      <a:lnTo>
                        <a:pt x="560" y="4"/>
                      </a:lnTo>
                      <a:lnTo>
                        <a:pt x="560" y="6"/>
                      </a:lnTo>
                      <a:lnTo>
                        <a:pt x="560" y="6"/>
                      </a:lnTo>
                      <a:lnTo>
                        <a:pt x="554" y="6"/>
                      </a:lnTo>
                      <a:lnTo>
                        <a:pt x="554" y="6"/>
                      </a:lnTo>
                      <a:lnTo>
                        <a:pt x="554" y="8"/>
                      </a:lnTo>
                      <a:lnTo>
                        <a:pt x="552" y="8"/>
                      </a:lnTo>
                      <a:lnTo>
                        <a:pt x="554" y="12"/>
                      </a:lnTo>
                      <a:lnTo>
                        <a:pt x="554" y="12"/>
                      </a:lnTo>
                      <a:lnTo>
                        <a:pt x="562" y="14"/>
                      </a:lnTo>
                      <a:lnTo>
                        <a:pt x="562" y="14"/>
                      </a:lnTo>
                      <a:lnTo>
                        <a:pt x="562" y="14"/>
                      </a:lnTo>
                      <a:lnTo>
                        <a:pt x="562" y="16"/>
                      </a:lnTo>
                      <a:lnTo>
                        <a:pt x="562" y="16"/>
                      </a:lnTo>
                      <a:lnTo>
                        <a:pt x="552" y="16"/>
                      </a:lnTo>
                      <a:lnTo>
                        <a:pt x="552" y="16"/>
                      </a:lnTo>
                      <a:lnTo>
                        <a:pt x="552" y="20"/>
                      </a:lnTo>
                      <a:lnTo>
                        <a:pt x="552" y="20"/>
                      </a:lnTo>
                      <a:lnTo>
                        <a:pt x="554" y="22"/>
                      </a:lnTo>
                      <a:lnTo>
                        <a:pt x="558" y="24"/>
                      </a:lnTo>
                      <a:lnTo>
                        <a:pt x="558" y="24"/>
                      </a:lnTo>
                      <a:lnTo>
                        <a:pt x="558" y="32"/>
                      </a:lnTo>
                      <a:lnTo>
                        <a:pt x="558" y="32"/>
                      </a:lnTo>
                      <a:lnTo>
                        <a:pt x="560" y="32"/>
                      </a:lnTo>
                      <a:lnTo>
                        <a:pt x="560" y="34"/>
                      </a:lnTo>
                      <a:lnTo>
                        <a:pt x="558" y="38"/>
                      </a:lnTo>
                      <a:lnTo>
                        <a:pt x="558" y="38"/>
                      </a:lnTo>
                      <a:lnTo>
                        <a:pt x="554" y="36"/>
                      </a:lnTo>
                      <a:lnTo>
                        <a:pt x="554" y="36"/>
                      </a:lnTo>
                      <a:lnTo>
                        <a:pt x="554" y="34"/>
                      </a:lnTo>
                      <a:lnTo>
                        <a:pt x="554" y="30"/>
                      </a:lnTo>
                      <a:lnTo>
                        <a:pt x="554" y="30"/>
                      </a:lnTo>
                      <a:lnTo>
                        <a:pt x="544" y="22"/>
                      </a:lnTo>
                      <a:lnTo>
                        <a:pt x="544" y="22"/>
                      </a:lnTo>
                      <a:lnTo>
                        <a:pt x="542" y="16"/>
                      </a:lnTo>
                      <a:lnTo>
                        <a:pt x="542" y="16"/>
                      </a:lnTo>
                      <a:lnTo>
                        <a:pt x="538" y="14"/>
                      </a:lnTo>
                      <a:lnTo>
                        <a:pt x="536" y="14"/>
                      </a:lnTo>
                      <a:lnTo>
                        <a:pt x="534" y="16"/>
                      </a:lnTo>
                      <a:lnTo>
                        <a:pt x="534" y="16"/>
                      </a:lnTo>
                      <a:lnTo>
                        <a:pt x="534" y="16"/>
                      </a:lnTo>
                      <a:lnTo>
                        <a:pt x="534" y="18"/>
                      </a:lnTo>
                      <a:lnTo>
                        <a:pt x="532" y="20"/>
                      </a:lnTo>
                      <a:lnTo>
                        <a:pt x="532" y="20"/>
                      </a:lnTo>
                      <a:lnTo>
                        <a:pt x="536" y="20"/>
                      </a:lnTo>
                      <a:lnTo>
                        <a:pt x="536" y="20"/>
                      </a:lnTo>
                      <a:lnTo>
                        <a:pt x="536" y="26"/>
                      </a:lnTo>
                      <a:lnTo>
                        <a:pt x="538" y="32"/>
                      </a:lnTo>
                      <a:lnTo>
                        <a:pt x="538" y="32"/>
                      </a:lnTo>
                      <a:lnTo>
                        <a:pt x="540" y="32"/>
                      </a:lnTo>
                      <a:lnTo>
                        <a:pt x="540" y="32"/>
                      </a:lnTo>
                      <a:lnTo>
                        <a:pt x="542" y="38"/>
                      </a:lnTo>
                      <a:lnTo>
                        <a:pt x="542" y="38"/>
                      </a:lnTo>
                      <a:lnTo>
                        <a:pt x="540" y="40"/>
                      </a:lnTo>
                      <a:lnTo>
                        <a:pt x="538" y="40"/>
                      </a:lnTo>
                      <a:lnTo>
                        <a:pt x="538" y="40"/>
                      </a:lnTo>
                      <a:lnTo>
                        <a:pt x="538" y="38"/>
                      </a:lnTo>
                      <a:lnTo>
                        <a:pt x="538" y="38"/>
                      </a:lnTo>
                      <a:lnTo>
                        <a:pt x="526" y="40"/>
                      </a:lnTo>
                      <a:lnTo>
                        <a:pt x="526" y="40"/>
                      </a:lnTo>
                      <a:lnTo>
                        <a:pt x="528" y="40"/>
                      </a:lnTo>
                      <a:lnTo>
                        <a:pt x="530" y="42"/>
                      </a:lnTo>
                      <a:lnTo>
                        <a:pt x="528" y="44"/>
                      </a:lnTo>
                      <a:lnTo>
                        <a:pt x="528" y="44"/>
                      </a:lnTo>
                      <a:lnTo>
                        <a:pt x="524" y="44"/>
                      </a:lnTo>
                      <a:lnTo>
                        <a:pt x="524" y="44"/>
                      </a:lnTo>
                      <a:lnTo>
                        <a:pt x="524" y="50"/>
                      </a:lnTo>
                      <a:lnTo>
                        <a:pt x="524" y="50"/>
                      </a:lnTo>
                      <a:lnTo>
                        <a:pt x="526" y="52"/>
                      </a:lnTo>
                      <a:lnTo>
                        <a:pt x="530" y="52"/>
                      </a:lnTo>
                      <a:lnTo>
                        <a:pt x="530" y="52"/>
                      </a:lnTo>
                      <a:lnTo>
                        <a:pt x="536" y="50"/>
                      </a:lnTo>
                      <a:lnTo>
                        <a:pt x="540" y="46"/>
                      </a:lnTo>
                      <a:lnTo>
                        <a:pt x="540" y="46"/>
                      </a:lnTo>
                      <a:lnTo>
                        <a:pt x="546" y="46"/>
                      </a:lnTo>
                      <a:lnTo>
                        <a:pt x="554" y="46"/>
                      </a:lnTo>
                      <a:lnTo>
                        <a:pt x="554" y="46"/>
                      </a:lnTo>
                      <a:lnTo>
                        <a:pt x="560" y="42"/>
                      </a:lnTo>
                      <a:lnTo>
                        <a:pt x="560" y="42"/>
                      </a:lnTo>
                      <a:lnTo>
                        <a:pt x="560" y="46"/>
                      </a:lnTo>
                      <a:lnTo>
                        <a:pt x="558" y="46"/>
                      </a:lnTo>
                      <a:lnTo>
                        <a:pt x="558" y="46"/>
                      </a:lnTo>
                      <a:lnTo>
                        <a:pt x="556" y="48"/>
                      </a:lnTo>
                      <a:lnTo>
                        <a:pt x="556" y="48"/>
                      </a:lnTo>
                      <a:lnTo>
                        <a:pt x="550" y="52"/>
                      </a:lnTo>
                      <a:lnTo>
                        <a:pt x="550" y="52"/>
                      </a:lnTo>
                      <a:lnTo>
                        <a:pt x="550" y="58"/>
                      </a:lnTo>
                      <a:lnTo>
                        <a:pt x="554" y="60"/>
                      </a:lnTo>
                      <a:lnTo>
                        <a:pt x="558" y="60"/>
                      </a:lnTo>
                      <a:lnTo>
                        <a:pt x="564" y="60"/>
                      </a:lnTo>
                      <a:lnTo>
                        <a:pt x="564" y="60"/>
                      </a:lnTo>
                      <a:lnTo>
                        <a:pt x="572" y="62"/>
                      </a:lnTo>
                      <a:lnTo>
                        <a:pt x="572" y="62"/>
                      </a:lnTo>
                      <a:lnTo>
                        <a:pt x="582" y="60"/>
                      </a:lnTo>
                      <a:lnTo>
                        <a:pt x="594" y="60"/>
                      </a:lnTo>
                      <a:lnTo>
                        <a:pt x="594" y="60"/>
                      </a:lnTo>
                      <a:lnTo>
                        <a:pt x="596" y="58"/>
                      </a:lnTo>
                      <a:lnTo>
                        <a:pt x="596" y="58"/>
                      </a:lnTo>
                      <a:lnTo>
                        <a:pt x="594" y="54"/>
                      </a:lnTo>
                      <a:lnTo>
                        <a:pt x="594" y="54"/>
                      </a:lnTo>
                      <a:lnTo>
                        <a:pt x="594" y="54"/>
                      </a:lnTo>
                      <a:lnTo>
                        <a:pt x="596" y="54"/>
                      </a:lnTo>
                      <a:lnTo>
                        <a:pt x="596" y="54"/>
                      </a:lnTo>
                      <a:lnTo>
                        <a:pt x="598" y="52"/>
                      </a:lnTo>
                      <a:lnTo>
                        <a:pt x="596" y="50"/>
                      </a:lnTo>
                      <a:lnTo>
                        <a:pt x="596" y="50"/>
                      </a:lnTo>
                      <a:lnTo>
                        <a:pt x="594" y="48"/>
                      </a:lnTo>
                      <a:lnTo>
                        <a:pt x="592" y="48"/>
                      </a:lnTo>
                      <a:lnTo>
                        <a:pt x="592" y="48"/>
                      </a:lnTo>
                      <a:lnTo>
                        <a:pt x="592" y="42"/>
                      </a:lnTo>
                      <a:lnTo>
                        <a:pt x="592" y="42"/>
                      </a:lnTo>
                      <a:lnTo>
                        <a:pt x="594" y="42"/>
                      </a:lnTo>
                      <a:lnTo>
                        <a:pt x="594" y="42"/>
                      </a:lnTo>
                      <a:lnTo>
                        <a:pt x="594" y="38"/>
                      </a:lnTo>
                      <a:lnTo>
                        <a:pt x="594" y="38"/>
                      </a:lnTo>
                      <a:lnTo>
                        <a:pt x="588" y="38"/>
                      </a:lnTo>
                      <a:lnTo>
                        <a:pt x="588" y="38"/>
                      </a:lnTo>
                      <a:lnTo>
                        <a:pt x="590" y="34"/>
                      </a:lnTo>
                      <a:lnTo>
                        <a:pt x="590" y="30"/>
                      </a:lnTo>
                      <a:lnTo>
                        <a:pt x="588" y="26"/>
                      </a:lnTo>
                      <a:lnTo>
                        <a:pt x="588" y="26"/>
                      </a:lnTo>
                      <a:lnTo>
                        <a:pt x="586" y="22"/>
                      </a:lnTo>
                      <a:lnTo>
                        <a:pt x="588" y="16"/>
                      </a:lnTo>
                      <a:lnTo>
                        <a:pt x="588" y="16"/>
                      </a:lnTo>
                      <a:lnTo>
                        <a:pt x="578" y="12"/>
                      </a:lnTo>
                      <a:lnTo>
                        <a:pt x="578" y="12"/>
                      </a:lnTo>
                      <a:lnTo>
                        <a:pt x="580" y="12"/>
                      </a:lnTo>
                      <a:lnTo>
                        <a:pt x="580" y="10"/>
                      </a:lnTo>
                      <a:lnTo>
                        <a:pt x="580" y="10"/>
                      </a:lnTo>
                      <a:lnTo>
                        <a:pt x="576" y="8"/>
                      </a:lnTo>
                      <a:lnTo>
                        <a:pt x="572" y="6"/>
                      </a:lnTo>
                      <a:lnTo>
                        <a:pt x="572" y="6"/>
                      </a:lnTo>
                      <a:lnTo>
                        <a:pt x="570" y="12"/>
                      </a:lnTo>
                      <a:lnTo>
                        <a:pt x="570" y="12"/>
                      </a:lnTo>
                      <a:close/>
                      <a:moveTo>
                        <a:pt x="504" y="26"/>
                      </a:moveTo>
                      <a:lnTo>
                        <a:pt x="504" y="28"/>
                      </a:lnTo>
                      <a:lnTo>
                        <a:pt x="504" y="28"/>
                      </a:lnTo>
                      <a:lnTo>
                        <a:pt x="518" y="26"/>
                      </a:lnTo>
                      <a:lnTo>
                        <a:pt x="518" y="26"/>
                      </a:lnTo>
                      <a:lnTo>
                        <a:pt x="516" y="28"/>
                      </a:lnTo>
                      <a:lnTo>
                        <a:pt x="516" y="28"/>
                      </a:lnTo>
                      <a:lnTo>
                        <a:pt x="506" y="32"/>
                      </a:lnTo>
                      <a:lnTo>
                        <a:pt x="504" y="34"/>
                      </a:lnTo>
                      <a:lnTo>
                        <a:pt x="504" y="34"/>
                      </a:lnTo>
                      <a:lnTo>
                        <a:pt x="516" y="32"/>
                      </a:lnTo>
                      <a:lnTo>
                        <a:pt x="518" y="34"/>
                      </a:lnTo>
                      <a:lnTo>
                        <a:pt x="518" y="34"/>
                      </a:lnTo>
                      <a:lnTo>
                        <a:pt x="514" y="36"/>
                      </a:lnTo>
                      <a:lnTo>
                        <a:pt x="514" y="36"/>
                      </a:lnTo>
                      <a:lnTo>
                        <a:pt x="512" y="40"/>
                      </a:lnTo>
                      <a:lnTo>
                        <a:pt x="512" y="40"/>
                      </a:lnTo>
                      <a:lnTo>
                        <a:pt x="508" y="40"/>
                      </a:lnTo>
                      <a:lnTo>
                        <a:pt x="508" y="40"/>
                      </a:lnTo>
                      <a:lnTo>
                        <a:pt x="508" y="44"/>
                      </a:lnTo>
                      <a:lnTo>
                        <a:pt x="508" y="44"/>
                      </a:lnTo>
                      <a:lnTo>
                        <a:pt x="514" y="44"/>
                      </a:lnTo>
                      <a:lnTo>
                        <a:pt x="520" y="42"/>
                      </a:lnTo>
                      <a:lnTo>
                        <a:pt x="520" y="42"/>
                      </a:lnTo>
                      <a:lnTo>
                        <a:pt x="522" y="40"/>
                      </a:lnTo>
                      <a:lnTo>
                        <a:pt x="524" y="38"/>
                      </a:lnTo>
                      <a:lnTo>
                        <a:pt x="524" y="38"/>
                      </a:lnTo>
                      <a:lnTo>
                        <a:pt x="530" y="34"/>
                      </a:lnTo>
                      <a:lnTo>
                        <a:pt x="530" y="34"/>
                      </a:lnTo>
                      <a:lnTo>
                        <a:pt x="530" y="32"/>
                      </a:lnTo>
                      <a:lnTo>
                        <a:pt x="530" y="32"/>
                      </a:lnTo>
                      <a:lnTo>
                        <a:pt x="528" y="32"/>
                      </a:lnTo>
                      <a:lnTo>
                        <a:pt x="528" y="30"/>
                      </a:lnTo>
                      <a:lnTo>
                        <a:pt x="530" y="28"/>
                      </a:lnTo>
                      <a:lnTo>
                        <a:pt x="530" y="28"/>
                      </a:lnTo>
                      <a:lnTo>
                        <a:pt x="530" y="26"/>
                      </a:lnTo>
                      <a:lnTo>
                        <a:pt x="530" y="26"/>
                      </a:lnTo>
                      <a:lnTo>
                        <a:pt x="530" y="24"/>
                      </a:lnTo>
                      <a:lnTo>
                        <a:pt x="526" y="22"/>
                      </a:lnTo>
                      <a:lnTo>
                        <a:pt x="526" y="22"/>
                      </a:lnTo>
                      <a:lnTo>
                        <a:pt x="520" y="24"/>
                      </a:lnTo>
                      <a:lnTo>
                        <a:pt x="520" y="24"/>
                      </a:lnTo>
                      <a:lnTo>
                        <a:pt x="524" y="18"/>
                      </a:lnTo>
                      <a:lnTo>
                        <a:pt x="524" y="16"/>
                      </a:lnTo>
                      <a:lnTo>
                        <a:pt x="520" y="14"/>
                      </a:lnTo>
                      <a:lnTo>
                        <a:pt x="520" y="14"/>
                      </a:lnTo>
                      <a:lnTo>
                        <a:pt x="512" y="16"/>
                      </a:lnTo>
                      <a:lnTo>
                        <a:pt x="506" y="18"/>
                      </a:lnTo>
                      <a:lnTo>
                        <a:pt x="506" y="18"/>
                      </a:lnTo>
                      <a:lnTo>
                        <a:pt x="502" y="20"/>
                      </a:lnTo>
                      <a:lnTo>
                        <a:pt x="502" y="20"/>
                      </a:lnTo>
                      <a:lnTo>
                        <a:pt x="500" y="20"/>
                      </a:lnTo>
                      <a:lnTo>
                        <a:pt x="500" y="22"/>
                      </a:lnTo>
                      <a:lnTo>
                        <a:pt x="500" y="24"/>
                      </a:lnTo>
                      <a:lnTo>
                        <a:pt x="504" y="26"/>
                      </a:lnTo>
                      <a:lnTo>
                        <a:pt x="504" y="26"/>
                      </a:lnTo>
                      <a:close/>
                      <a:moveTo>
                        <a:pt x="616" y="64"/>
                      </a:moveTo>
                      <a:lnTo>
                        <a:pt x="616" y="64"/>
                      </a:lnTo>
                      <a:lnTo>
                        <a:pt x="628" y="68"/>
                      </a:lnTo>
                      <a:lnTo>
                        <a:pt x="628" y="68"/>
                      </a:lnTo>
                      <a:lnTo>
                        <a:pt x="628" y="66"/>
                      </a:lnTo>
                      <a:lnTo>
                        <a:pt x="630" y="66"/>
                      </a:lnTo>
                      <a:lnTo>
                        <a:pt x="630" y="66"/>
                      </a:lnTo>
                      <a:lnTo>
                        <a:pt x="634" y="70"/>
                      </a:lnTo>
                      <a:lnTo>
                        <a:pt x="634" y="70"/>
                      </a:lnTo>
                      <a:lnTo>
                        <a:pt x="640" y="70"/>
                      </a:lnTo>
                      <a:lnTo>
                        <a:pt x="640" y="70"/>
                      </a:lnTo>
                      <a:lnTo>
                        <a:pt x="642" y="58"/>
                      </a:lnTo>
                      <a:lnTo>
                        <a:pt x="642" y="52"/>
                      </a:lnTo>
                      <a:lnTo>
                        <a:pt x="642" y="48"/>
                      </a:lnTo>
                      <a:lnTo>
                        <a:pt x="642" y="48"/>
                      </a:lnTo>
                      <a:lnTo>
                        <a:pt x="638" y="46"/>
                      </a:lnTo>
                      <a:lnTo>
                        <a:pt x="636" y="44"/>
                      </a:lnTo>
                      <a:lnTo>
                        <a:pt x="636" y="44"/>
                      </a:lnTo>
                      <a:lnTo>
                        <a:pt x="634" y="40"/>
                      </a:lnTo>
                      <a:lnTo>
                        <a:pt x="634" y="40"/>
                      </a:lnTo>
                      <a:lnTo>
                        <a:pt x="632" y="40"/>
                      </a:lnTo>
                      <a:lnTo>
                        <a:pt x="628" y="38"/>
                      </a:lnTo>
                      <a:lnTo>
                        <a:pt x="620" y="38"/>
                      </a:lnTo>
                      <a:lnTo>
                        <a:pt x="620" y="38"/>
                      </a:lnTo>
                      <a:lnTo>
                        <a:pt x="618" y="44"/>
                      </a:lnTo>
                      <a:lnTo>
                        <a:pt x="614" y="48"/>
                      </a:lnTo>
                      <a:lnTo>
                        <a:pt x="614" y="48"/>
                      </a:lnTo>
                      <a:lnTo>
                        <a:pt x="612" y="50"/>
                      </a:lnTo>
                      <a:lnTo>
                        <a:pt x="610" y="50"/>
                      </a:lnTo>
                      <a:lnTo>
                        <a:pt x="610" y="50"/>
                      </a:lnTo>
                      <a:lnTo>
                        <a:pt x="610" y="54"/>
                      </a:lnTo>
                      <a:lnTo>
                        <a:pt x="610" y="54"/>
                      </a:lnTo>
                      <a:lnTo>
                        <a:pt x="608" y="56"/>
                      </a:lnTo>
                      <a:lnTo>
                        <a:pt x="608" y="56"/>
                      </a:lnTo>
                      <a:lnTo>
                        <a:pt x="608" y="60"/>
                      </a:lnTo>
                      <a:lnTo>
                        <a:pt x="608" y="62"/>
                      </a:lnTo>
                      <a:lnTo>
                        <a:pt x="608" y="62"/>
                      </a:lnTo>
                      <a:lnTo>
                        <a:pt x="610" y="62"/>
                      </a:lnTo>
                      <a:lnTo>
                        <a:pt x="610" y="60"/>
                      </a:lnTo>
                      <a:lnTo>
                        <a:pt x="610" y="60"/>
                      </a:lnTo>
                      <a:lnTo>
                        <a:pt x="614" y="62"/>
                      </a:lnTo>
                      <a:lnTo>
                        <a:pt x="614" y="62"/>
                      </a:lnTo>
                      <a:lnTo>
                        <a:pt x="616" y="64"/>
                      </a:lnTo>
                      <a:lnTo>
                        <a:pt x="616" y="64"/>
                      </a:lnTo>
                      <a:close/>
                      <a:moveTo>
                        <a:pt x="682" y="74"/>
                      </a:moveTo>
                      <a:lnTo>
                        <a:pt x="682" y="74"/>
                      </a:lnTo>
                      <a:lnTo>
                        <a:pt x="682" y="74"/>
                      </a:lnTo>
                      <a:lnTo>
                        <a:pt x="680" y="72"/>
                      </a:lnTo>
                      <a:lnTo>
                        <a:pt x="680" y="70"/>
                      </a:lnTo>
                      <a:lnTo>
                        <a:pt x="676" y="70"/>
                      </a:lnTo>
                      <a:lnTo>
                        <a:pt x="676" y="74"/>
                      </a:lnTo>
                      <a:lnTo>
                        <a:pt x="676" y="74"/>
                      </a:lnTo>
                      <a:lnTo>
                        <a:pt x="672" y="74"/>
                      </a:lnTo>
                      <a:lnTo>
                        <a:pt x="668" y="74"/>
                      </a:lnTo>
                      <a:lnTo>
                        <a:pt x="668" y="74"/>
                      </a:lnTo>
                      <a:lnTo>
                        <a:pt x="668" y="68"/>
                      </a:lnTo>
                      <a:lnTo>
                        <a:pt x="668" y="68"/>
                      </a:lnTo>
                      <a:lnTo>
                        <a:pt x="668" y="66"/>
                      </a:lnTo>
                      <a:lnTo>
                        <a:pt x="668" y="66"/>
                      </a:lnTo>
                      <a:lnTo>
                        <a:pt x="666" y="58"/>
                      </a:lnTo>
                      <a:lnTo>
                        <a:pt x="666" y="58"/>
                      </a:lnTo>
                      <a:lnTo>
                        <a:pt x="668" y="56"/>
                      </a:lnTo>
                      <a:lnTo>
                        <a:pt x="668" y="52"/>
                      </a:lnTo>
                      <a:lnTo>
                        <a:pt x="668" y="52"/>
                      </a:lnTo>
                      <a:lnTo>
                        <a:pt x="666" y="48"/>
                      </a:lnTo>
                      <a:lnTo>
                        <a:pt x="666" y="48"/>
                      </a:lnTo>
                      <a:lnTo>
                        <a:pt x="670" y="44"/>
                      </a:lnTo>
                      <a:lnTo>
                        <a:pt x="670" y="40"/>
                      </a:lnTo>
                      <a:lnTo>
                        <a:pt x="668" y="36"/>
                      </a:lnTo>
                      <a:lnTo>
                        <a:pt x="668" y="36"/>
                      </a:lnTo>
                      <a:lnTo>
                        <a:pt x="664" y="34"/>
                      </a:lnTo>
                      <a:lnTo>
                        <a:pt x="664" y="34"/>
                      </a:lnTo>
                      <a:lnTo>
                        <a:pt x="664" y="32"/>
                      </a:lnTo>
                      <a:lnTo>
                        <a:pt x="664" y="32"/>
                      </a:lnTo>
                      <a:lnTo>
                        <a:pt x="662" y="28"/>
                      </a:lnTo>
                      <a:lnTo>
                        <a:pt x="658" y="28"/>
                      </a:lnTo>
                      <a:lnTo>
                        <a:pt x="648" y="26"/>
                      </a:lnTo>
                      <a:lnTo>
                        <a:pt x="648" y="22"/>
                      </a:lnTo>
                      <a:lnTo>
                        <a:pt x="648" y="22"/>
                      </a:lnTo>
                      <a:lnTo>
                        <a:pt x="646" y="22"/>
                      </a:lnTo>
                      <a:lnTo>
                        <a:pt x="644" y="24"/>
                      </a:lnTo>
                      <a:lnTo>
                        <a:pt x="642" y="28"/>
                      </a:lnTo>
                      <a:lnTo>
                        <a:pt x="642" y="28"/>
                      </a:lnTo>
                      <a:lnTo>
                        <a:pt x="640" y="28"/>
                      </a:lnTo>
                      <a:lnTo>
                        <a:pt x="640" y="28"/>
                      </a:lnTo>
                      <a:lnTo>
                        <a:pt x="634" y="24"/>
                      </a:lnTo>
                      <a:lnTo>
                        <a:pt x="628" y="22"/>
                      </a:lnTo>
                      <a:lnTo>
                        <a:pt x="628" y="22"/>
                      </a:lnTo>
                      <a:lnTo>
                        <a:pt x="622" y="22"/>
                      </a:lnTo>
                      <a:lnTo>
                        <a:pt x="618" y="20"/>
                      </a:lnTo>
                      <a:lnTo>
                        <a:pt x="618" y="20"/>
                      </a:lnTo>
                      <a:lnTo>
                        <a:pt x="616" y="18"/>
                      </a:lnTo>
                      <a:lnTo>
                        <a:pt x="614" y="14"/>
                      </a:lnTo>
                      <a:lnTo>
                        <a:pt x="614" y="14"/>
                      </a:lnTo>
                      <a:lnTo>
                        <a:pt x="608" y="10"/>
                      </a:lnTo>
                      <a:lnTo>
                        <a:pt x="608" y="10"/>
                      </a:lnTo>
                      <a:lnTo>
                        <a:pt x="608" y="8"/>
                      </a:lnTo>
                      <a:lnTo>
                        <a:pt x="608" y="8"/>
                      </a:lnTo>
                      <a:lnTo>
                        <a:pt x="610" y="8"/>
                      </a:lnTo>
                      <a:lnTo>
                        <a:pt x="610" y="8"/>
                      </a:lnTo>
                      <a:lnTo>
                        <a:pt x="614" y="2"/>
                      </a:lnTo>
                      <a:lnTo>
                        <a:pt x="614" y="2"/>
                      </a:lnTo>
                      <a:lnTo>
                        <a:pt x="620" y="4"/>
                      </a:lnTo>
                      <a:lnTo>
                        <a:pt x="620" y="4"/>
                      </a:lnTo>
                      <a:lnTo>
                        <a:pt x="624" y="2"/>
                      </a:lnTo>
                      <a:lnTo>
                        <a:pt x="624" y="2"/>
                      </a:lnTo>
                      <a:lnTo>
                        <a:pt x="624" y="4"/>
                      </a:lnTo>
                      <a:lnTo>
                        <a:pt x="624" y="4"/>
                      </a:lnTo>
                      <a:lnTo>
                        <a:pt x="634" y="6"/>
                      </a:lnTo>
                      <a:lnTo>
                        <a:pt x="634" y="6"/>
                      </a:lnTo>
                      <a:lnTo>
                        <a:pt x="640" y="6"/>
                      </a:lnTo>
                      <a:lnTo>
                        <a:pt x="644" y="6"/>
                      </a:lnTo>
                      <a:lnTo>
                        <a:pt x="644" y="6"/>
                      </a:lnTo>
                      <a:lnTo>
                        <a:pt x="650" y="10"/>
                      </a:lnTo>
                      <a:lnTo>
                        <a:pt x="650" y="10"/>
                      </a:lnTo>
                      <a:lnTo>
                        <a:pt x="650" y="14"/>
                      </a:lnTo>
                      <a:lnTo>
                        <a:pt x="650" y="14"/>
                      </a:lnTo>
                      <a:lnTo>
                        <a:pt x="660" y="14"/>
                      </a:lnTo>
                      <a:lnTo>
                        <a:pt x="674" y="10"/>
                      </a:lnTo>
                      <a:lnTo>
                        <a:pt x="674" y="10"/>
                      </a:lnTo>
                      <a:lnTo>
                        <a:pt x="676" y="16"/>
                      </a:lnTo>
                      <a:lnTo>
                        <a:pt x="676" y="16"/>
                      </a:lnTo>
                      <a:lnTo>
                        <a:pt x="680" y="16"/>
                      </a:lnTo>
                      <a:lnTo>
                        <a:pt x="684" y="16"/>
                      </a:lnTo>
                      <a:lnTo>
                        <a:pt x="684" y="16"/>
                      </a:lnTo>
                      <a:lnTo>
                        <a:pt x="686" y="20"/>
                      </a:lnTo>
                      <a:lnTo>
                        <a:pt x="686" y="20"/>
                      </a:lnTo>
                      <a:lnTo>
                        <a:pt x="696" y="22"/>
                      </a:lnTo>
                      <a:lnTo>
                        <a:pt x="696" y="22"/>
                      </a:lnTo>
                      <a:lnTo>
                        <a:pt x="696" y="26"/>
                      </a:lnTo>
                      <a:lnTo>
                        <a:pt x="696" y="26"/>
                      </a:lnTo>
                      <a:lnTo>
                        <a:pt x="690" y="28"/>
                      </a:lnTo>
                      <a:lnTo>
                        <a:pt x="682" y="28"/>
                      </a:lnTo>
                      <a:lnTo>
                        <a:pt x="682" y="30"/>
                      </a:lnTo>
                      <a:lnTo>
                        <a:pt x="682" y="30"/>
                      </a:lnTo>
                      <a:lnTo>
                        <a:pt x="686" y="32"/>
                      </a:lnTo>
                      <a:lnTo>
                        <a:pt x="686" y="32"/>
                      </a:lnTo>
                      <a:lnTo>
                        <a:pt x="684" y="36"/>
                      </a:lnTo>
                      <a:lnTo>
                        <a:pt x="684" y="36"/>
                      </a:lnTo>
                      <a:lnTo>
                        <a:pt x="686" y="36"/>
                      </a:lnTo>
                      <a:lnTo>
                        <a:pt x="686" y="36"/>
                      </a:lnTo>
                      <a:lnTo>
                        <a:pt x="688" y="32"/>
                      </a:lnTo>
                      <a:lnTo>
                        <a:pt x="688" y="32"/>
                      </a:lnTo>
                      <a:lnTo>
                        <a:pt x="694" y="32"/>
                      </a:lnTo>
                      <a:lnTo>
                        <a:pt x="700" y="34"/>
                      </a:lnTo>
                      <a:lnTo>
                        <a:pt x="700" y="34"/>
                      </a:lnTo>
                      <a:lnTo>
                        <a:pt x="700" y="40"/>
                      </a:lnTo>
                      <a:lnTo>
                        <a:pt x="700" y="40"/>
                      </a:lnTo>
                      <a:lnTo>
                        <a:pt x="702" y="38"/>
                      </a:lnTo>
                      <a:lnTo>
                        <a:pt x="702" y="36"/>
                      </a:lnTo>
                      <a:lnTo>
                        <a:pt x="702" y="36"/>
                      </a:lnTo>
                      <a:lnTo>
                        <a:pt x="716" y="40"/>
                      </a:lnTo>
                      <a:lnTo>
                        <a:pt x="716" y="42"/>
                      </a:lnTo>
                      <a:lnTo>
                        <a:pt x="716" y="42"/>
                      </a:lnTo>
                      <a:lnTo>
                        <a:pt x="718" y="42"/>
                      </a:lnTo>
                      <a:lnTo>
                        <a:pt x="718" y="40"/>
                      </a:lnTo>
                      <a:lnTo>
                        <a:pt x="718" y="40"/>
                      </a:lnTo>
                      <a:lnTo>
                        <a:pt x="722" y="42"/>
                      </a:lnTo>
                      <a:lnTo>
                        <a:pt x="726" y="44"/>
                      </a:lnTo>
                      <a:lnTo>
                        <a:pt x="726" y="38"/>
                      </a:lnTo>
                      <a:lnTo>
                        <a:pt x="726" y="38"/>
                      </a:lnTo>
                      <a:lnTo>
                        <a:pt x="734" y="42"/>
                      </a:lnTo>
                      <a:lnTo>
                        <a:pt x="744" y="42"/>
                      </a:lnTo>
                      <a:lnTo>
                        <a:pt x="744" y="42"/>
                      </a:lnTo>
                      <a:lnTo>
                        <a:pt x="744" y="40"/>
                      </a:lnTo>
                      <a:lnTo>
                        <a:pt x="744" y="40"/>
                      </a:lnTo>
                      <a:lnTo>
                        <a:pt x="748" y="38"/>
                      </a:lnTo>
                      <a:lnTo>
                        <a:pt x="748" y="38"/>
                      </a:lnTo>
                      <a:lnTo>
                        <a:pt x="756" y="38"/>
                      </a:lnTo>
                      <a:lnTo>
                        <a:pt x="762" y="38"/>
                      </a:lnTo>
                      <a:lnTo>
                        <a:pt x="762" y="34"/>
                      </a:lnTo>
                      <a:lnTo>
                        <a:pt x="762" y="34"/>
                      </a:lnTo>
                      <a:lnTo>
                        <a:pt x="768" y="34"/>
                      </a:lnTo>
                      <a:lnTo>
                        <a:pt x="770" y="32"/>
                      </a:lnTo>
                      <a:lnTo>
                        <a:pt x="770" y="32"/>
                      </a:lnTo>
                      <a:lnTo>
                        <a:pt x="774" y="32"/>
                      </a:lnTo>
                      <a:lnTo>
                        <a:pt x="776" y="34"/>
                      </a:lnTo>
                      <a:lnTo>
                        <a:pt x="780" y="36"/>
                      </a:lnTo>
                      <a:lnTo>
                        <a:pt x="780" y="36"/>
                      </a:lnTo>
                      <a:lnTo>
                        <a:pt x="784" y="34"/>
                      </a:lnTo>
                      <a:lnTo>
                        <a:pt x="786" y="34"/>
                      </a:lnTo>
                      <a:lnTo>
                        <a:pt x="786" y="34"/>
                      </a:lnTo>
                      <a:lnTo>
                        <a:pt x="802" y="34"/>
                      </a:lnTo>
                      <a:lnTo>
                        <a:pt x="802" y="34"/>
                      </a:lnTo>
                      <a:lnTo>
                        <a:pt x="802" y="38"/>
                      </a:lnTo>
                      <a:lnTo>
                        <a:pt x="806" y="40"/>
                      </a:lnTo>
                      <a:lnTo>
                        <a:pt x="806" y="40"/>
                      </a:lnTo>
                      <a:lnTo>
                        <a:pt x="810" y="40"/>
                      </a:lnTo>
                      <a:lnTo>
                        <a:pt x="812" y="38"/>
                      </a:lnTo>
                      <a:lnTo>
                        <a:pt x="812" y="38"/>
                      </a:lnTo>
                      <a:lnTo>
                        <a:pt x="816" y="38"/>
                      </a:lnTo>
                      <a:lnTo>
                        <a:pt x="820" y="40"/>
                      </a:lnTo>
                      <a:lnTo>
                        <a:pt x="826" y="44"/>
                      </a:lnTo>
                      <a:lnTo>
                        <a:pt x="826" y="44"/>
                      </a:lnTo>
                      <a:lnTo>
                        <a:pt x="830" y="44"/>
                      </a:lnTo>
                      <a:lnTo>
                        <a:pt x="830" y="44"/>
                      </a:lnTo>
                      <a:lnTo>
                        <a:pt x="832" y="50"/>
                      </a:lnTo>
                      <a:lnTo>
                        <a:pt x="832" y="52"/>
                      </a:lnTo>
                      <a:lnTo>
                        <a:pt x="830" y="54"/>
                      </a:lnTo>
                      <a:lnTo>
                        <a:pt x="830" y="54"/>
                      </a:lnTo>
                      <a:lnTo>
                        <a:pt x="822" y="60"/>
                      </a:lnTo>
                      <a:lnTo>
                        <a:pt x="822" y="60"/>
                      </a:lnTo>
                      <a:lnTo>
                        <a:pt x="822" y="58"/>
                      </a:lnTo>
                      <a:lnTo>
                        <a:pt x="822" y="60"/>
                      </a:lnTo>
                      <a:lnTo>
                        <a:pt x="822" y="60"/>
                      </a:lnTo>
                      <a:lnTo>
                        <a:pt x="822" y="64"/>
                      </a:lnTo>
                      <a:lnTo>
                        <a:pt x="822" y="66"/>
                      </a:lnTo>
                      <a:lnTo>
                        <a:pt x="822" y="64"/>
                      </a:lnTo>
                      <a:lnTo>
                        <a:pt x="822" y="64"/>
                      </a:lnTo>
                      <a:lnTo>
                        <a:pt x="820" y="68"/>
                      </a:lnTo>
                      <a:lnTo>
                        <a:pt x="820" y="68"/>
                      </a:lnTo>
                      <a:lnTo>
                        <a:pt x="806" y="70"/>
                      </a:lnTo>
                      <a:lnTo>
                        <a:pt x="794" y="70"/>
                      </a:lnTo>
                      <a:lnTo>
                        <a:pt x="794" y="70"/>
                      </a:lnTo>
                      <a:lnTo>
                        <a:pt x="792" y="68"/>
                      </a:lnTo>
                      <a:lnTo>
                        <a:pt x="792" y="68"/>
                      </a:lnTo>
                      <a:lnTo>
                        <a:pt x="792" y="68"/>
                      </a:lnTo>
                      <a:lnTo>
                        <a:pt x="792" y="70"/>
                      </a:lnTo>
                      <a:lnTo>
                        <a:pt x="792" y="70"/>
                      </a:lnTo>
                      <a:lnTo>
                        <a:pt x="790" y="70"/>
                      </a:lnTo>
                      <a:lnTo>
                        <a:pt x="788" y="70"/>
                      </a:lnTo>
                      <a:lnTo>
                        <a:pt x="788" y="70"/>
                      </a:lnTo>
                      <a:lnTo>
                        <a:pt x="784" y="68"/>
                      </a:lnTo>
                      <a:lnTo>
                        <a:pt x="784" y="68"/>
                      </a:lnTo>
                      <a:lnTo>
                        <a:pt x="782" y="64"/>
                      </a:lnTo>
                      <a:lnTo>
                        <a:pt x="782" y="64"/>
                      </a:lnTo>
                      <a:lnTo>
                        <a:pt x="780" y="64"/>
                      </a:lnTo>
                      <a:lnTo>
                        <a:pt x="780" y="64"/>
                      </a:lnTo>
                      <a:lnTo>
                        <a:pt x="780" y="70"/>
                      </a:lnTo>
                      <a:lnTo>
                        <a:pt x="780" y="70"/>
                      </a:lnTo>
                      <a:lnTo>
                        <a:pt x="778" y="70"/>
                      </a:lnTo>
                      <a:lnTo>
                        <a:pt x="778" y="70"/>
                      </a:lnTo>
                      <a:lnTo>
                        <a:pt x="778" y="70"/>
                      </a:lnTo>
                      <a:lnTo>
                        <a:pt x="762" y="72"/>
                      </a:lnTo>
                      <a:lnTo>
                        <a:pt x="762" y="72"/>
                      </a:lnTo>
                      <a:lnTo>
                        <a:pt x="754" y="70"/>
                      </a:lnTo>
                      <a:lnTo>
                        <a:pt x="754" y="70"/>
                      </a:lnTo>
                      <a:lnTo>
                        <a:pt x="750" y="72"/>
                      </a:lnTo>
                      <a:lnTo>
                        <a:pt x="750" y="72"/>
                      </a:lnTo>
                      <a:lnTo>
                        <a:pt x="750" y="70"/>
                      </a:lnTo>
                      <a:lnTo>
                        <a:pt x="748" y="68"/>
                      </a:lnTo>
                      <a:lnTo>
                        <a:pt x="748" y="72"/>
                      </a:lnTo>
                      <a:lnTo>
                        <a:pt x="748" y="72"/>
                      </a:lnTo>
                      <a:lnTo>
                        <a:pt x="736" y="72"/>
                      </a:lnTo>
                      <a:lnTo>
                        <a:pt x="736" y="72"/>
                      </a:lnTo>
                      <a:lnTo>
                        <a:pt x="736" y="70"/>
                      </a:lnTo>
                      <a:lnTo>
                        <a:pt x="736" y="68"/>
                      </a:lnTo>
                      <a:lnTo>
                        <a:pt x="736" y="68"/>
                      </a:lnTo>
                      <a:lnTo>
                        <a:pt x="730" y="68"/>
                      </a:lnTo>
                      <a:lnTo>
                        <a:pt x="730" y="72"/>
                      </a:lnTo>
                      <a:lnTo>
                        <a:pt x="730" y="72"/>
                      </a:lnTo>
                      <a:lnTo>
                        <a:pt x="724" y="72"/>
                      </a:lnTo>
                      <a:lnTo>
                        <a:pt x="722" y="70"/>
                      </a:lnTo>
                      <a:lnTo>
                        <a:pt x="722" y="70"/>
                      </a:lnTo>
                      <a:lnTo>
                        <a:pt x="716" y="74"/>
                      </a:lnTo>
                      <a:lnTo>
                        <a:pt x="716" y="74"/>
                      </a:lnTo>
                      <a:lnTo>
                        <a:pt x="712" y="74"/>
                      </a:lnTo>
                      <a:lnTo>
                        <a:pt x="710" y="72"/>
                      </a:lnTo>
                      <a:lnTo>
                        <a:pt x="710" y="72"/>
                      </a:lnTo>
                      <a:lnTo>
                        <a:pt x="706" y="62"/>
                      </a:lnTo>
                      <a:lnTo>
                        <a:pt x="700" y="66"/>
                      </a:lnTo>
                      <a:lnTo>
                        <a:pt x="700" y="66"/>
                      </a:lnTo>
                      <a:lnTo>
                        <a:pt x="700" y="68"/>
                      </a:lnTo>
                      <a:lnTo>
                        <a:pt x="700" y="70"/>
                      </a:lnTo>
                      <a:lnTo>
                        <a:pt x="700" y="70"/>
                      </a:lnTo>
                      <a:lnTo>
                        <a:pt x="682" y="74"/>
                      </a:lnTo>
                      <a:lnTo>
                        <a:pt x="682" y="74"/>
                      </a:lnTo>
                      <a:close/>
                      <a:moveTo>
                        <a:pt x="348" y="36"/>
                      </a:moveTo>
                      <a:lnTo>
                        <a:pt x="348" y="36"/>
                      </a:lnTo>
                      <a:lnTo>
                        <a:pt x="342" y="38"/>
                      </a:lnTo>
                      <a:lnTo>
                        <a:pt x="342" y="38"/>
                      </a:lnTo>
                      <a:lnTo>
                        <a:pt x="336" y="38"/>
                      </a:lnTo>
                      <a:lnTo>
                        <a:pt x="336" y="38"/>
                      </a:lnTo>
                      <a:lnTo>
                        <a:pt x="336" y="38"/>
                      </a:lnTo>
                      <a:lnTo>
                        <a:pt x="334" y="40"/>
                      </a:lnTo>
                      <a:lnTo>
                        <a:pt x="336" y="44"/>
                      </a:lnTo>
                      <a:lnTo>
                        <a:pt x="336" y="44"/>
                      </a:lnTo>
                      <a:lnTo>
                        <a:pt x="344" y="42"/>
                      </a:lnTo>
                      <a:lnTo>
                        <a:pt x="346" y="44"/>
                      </a:lnTo>
                      <a:lnTo>
                        <a:pt x="344" y="44"/>
                      </a:lnTo>
                      <a:lnTo>
                        <a:pt x="342" y="46"/>
                      </a:lnTo>
                      <a:lnTo>
                        <a:pt x="342" y="46"/>
                      </a:lnTo>
                      <a:lnTo>
                        <a:pt x="334" y="48"/>
                      </a:lnTo>
                      <a:lnTo>
                        <a:pt x="334" y="48"/>
                      </a:lnTo>
                      <a:lnTo>
                        <a:pt x="332" y="50"/>
                      </a:lnTo>
                      <a:lnTo>
                        <a:pt x="332" y="50"/>
                      </a:lnTo>
                      <a:lnTo>
                        <a:pt x="332" y="52"/>
                      </a:lnTo>
                      <a:lnTo>
                        <a:pt x="332" y="52"/>
                      </a:lnTo>
                      <a:lnTo>
                        <a:pt x="336" y="54"/>
                      </a:lnTo>
                      <a:lnTo>
                        <a:pt x="340" y="54"/>
                      </a:lnTo>
                      <a:lnTo>
                        <a:pt x="348" y="52"/>
                      </a:lnTo>
                      <a:lnTo>
                        <a:pt x="348" y="52"/>
                      </a:lnTo>
                      <a:lnTo>
                        <a:pt x="348" y="52"/>
                      </a:lnTo>
                      <a:lnTo>
                        <a:pt x="350" y="52"/>
                      </a:lnTo>
                      <a:lnTo>
                        <a:pt x="350" y="52"/>
                      </a:lnTo>
                      <a:lnTo>
                        <a:pt x="350" y="56"/>
                      </a:lnTo>
                      <a:lnTo>
                        <a:pt x="350" y="56"/>
                      </a:lnTo>
                      <a:lnTo>
                        <a:pt x="352" y="56"/>
                      </a:lnTo>
                      <a:lnTo>
                        <a:pt x="352" y="56"/>
                      </a:lnTo>
                      <a:lnTo>
                        <a:pt x="352" y="50"/>
                      </a:lnTo>
                      <a:lnTo>
                        <a:pt x="352" y="50"/>
                      </a:lnTo>
                      <a:lnTo>
                        <a:pt x="356" y="50"/>
                      </a:lnTo>
                      <a:lnTo>
                        <a:pt x="356" y="50"/>
                      </a:lnTo>
                      <a:lnTo>
                        <a:pt x="356" y="54"/>
                      </a:lnTo>
                      <a:lnTo>
                        <a:pt x="356" y="58"/>
                      </a:lnTo>
                      <a:lnTo>
                        <a:pt x="356" y="58"/>
                      </a:lnTo>
                      <a:lnTo>
                        <a:pt x="360" y="58"/>
                      </a:lnTo>
                      <a:lnTo>
                        <a:pt x="360" y="58"/>
                      </a:lnTo>
                      <a:lnTo>
                        <a:pt x="362" y="54"/>
                      </a:lnTo>
                      <a:lnTo>
                        <a:pt x="364" y="54"/>
                      </a:lnTo>
                      <a:lnTo>
                        <a:pt x="364" y="54"/>
                      </a:lnTo>
                      <a:lnTo>
                        <a:pt x="364" y="52"/>
                      </a:lnTo>
                      <a:lnTo>
                        <a:pt x="364" y="48"/>
                      </a:lnTo>
                      <a:lnTo>
                        <a:pt x="364" y="46"/>
                      </a:lnTo>
                      <a:lnTo>
                        <a:pt x="366" y="46"/>
                      </a:lnTo>
                      <a:lnTo>
                        <a:pt x="366" y="46"/>
                      </a:lnTo>
                      <a:lnTo>
                        <a:pt x="364" y="44"/>
                      </a:lnTo>
                      <a:lnTo>
                        <a:pt x="364" y="42"/>
                      </a:lnTo>
                      <a:lnTo>
                        <a:pt x="364" y="42"/>
                      </a:lnTo>
                      <a:lnTo>
                        <a:pt x="364" y="38"/>
                      </a:lnTo>
                      <a:lnTo>
                        <a:pt x="364" y="38"/>
                      </a:lnTo>
                      <a:lnTo>
                        <a:pt x="368" y="38"/>
                      </a:lnTo>
                      <a:lnTo>
                        <a:pt x="368" y="38"/>
                      </a:lnTo>
                      <a:lnTo>
                        <a:pt x="368" y="52"/>
                      </a:lnTo>
                      <a:lnTo>
                        <a:pt x="368" y="52"/>
                      </a:lnTo>
                      <a:lnTo>
                        <a:pt x="378" y="52"/>
                      </a:lnTo>
                      <a:lnTo>
                        <a:pt x="382" y="52"/>
                      </a:lnTo>
                      <a:lnTo>
                        <a:pt x="388" y="50"/>
                      </a:lnTo>
                      <a:lnTo>
                        <a:pt x="388" y="50"/>
                      </a:lnTo>
                      <a:lnTo>
                        <a:pt x="390" y="46"/>
                      </a:lnTo>
                      <a:lnTo>
                        <a:pt x="390" y="46"/>
                      </a:lnTo>
                      <a:lnTo>
                        <a:pt x="394" y="46"/>
                      </a:lnTo>
                      <a:lnTo>
                        <a:pt x="394" y="46"/>
                      </a:lnTo>
                      <a:lnTo>
                        <a:pt x="396" y="50"/>
                      </a:lnTo>
                      <a:lnTo>
                        <a:pt x="396" y="50"/>
                      </a:lnTo>
                      <a:lnTo>
                        <a:pt x="400" y="50"/>
                      </a:lnTo>
                      <a:lnTo>
                        <a:pt x="400" y="48"/>
                      </a:lnTo>
                      <a:lnTo>
                        <a:pt x="400" y="48"/>
                      </a:lnTo>
                      <a:lnTo>
                        <a:pt x="406" y="50"/>
                      </a:lnTo>
                      <a:lnTo>
                        <a:pt x="412" y="48"/>
                      </a:lnTo>
                      <a:lnTo>
                        <a:pt x="412" y="48"/>
                      </a:lnTo>
                      <a:lnTo>
                        <a:pt x="412" y="44"/>
                      </a:lnTo>
                      <a:lnTo>
                        <a:pt x="412" y="44"/>
                      </a:lnTo>
                      <a:lnTo>
                        <a:pt x="414" y="44"/>
                      </a:lnTo>
                      <a:lnTo>
                        <a:pt x="414" y="44"/>
                      </a:lnTo>
                      <a:lnTo>
                        <a:pt x="414" y="48"/>
                      </a:lnTo>
                      <a:lnTo>
                        <a:pt x="414" y="48"/>
                      </a:lnTo>
                      <a:lnTo>
                        <a:pt x="410" y="52"/>
                      </a:lnTo>
                      <a:lnTo>
                        <a:pt x="406" y="56"/>
                      </a:lnTo>
                      <a:lnTo>
                        <a:pt x="406" y="56"/>
                      </a:lnTo>
                      <a:lnTo>
                        <a:pt x="402" y="58"/>
                      </a:lnTo>
                      <a:lnTo>
                        <a:pt x="398" y="58"/>
                      </a:lnTo>
                      <a:lnTo>
                        <a:pt x="388" y="58"/>
                      </a:lnTo>
                      <a:lnTo>
                        <a:pt x="388" y="58"/>
                      </a:lnTo>
                      <a:lnTo>
                        <a:pt x="382" y="60"/>
                      </a:lnTo>
                      <a:lnTo>
                        <a:pt x="382" y="60"/>
                      </a:lnTo>
                      <a:lnTo>
                        <a:pt x="380" y="64"/>
                      </a:lnTo>
                      <a:lnTo>
                        <a:pt x="380" y="64"/>
                      </a:lnTo>
                      <a:lnTo>
                        <a:pt x="376" y="64"/>
                      </a:lnTo>
                      <a:lnTo>
                        <a:pt x="376" y="64"/>
                      </a:lnTo>
                      <a:lnTo>
                        <a:pt x="372" y="64"/>
                      </a:lnTo>
                      <a:lnTo>
                        <a:pt x="370" y="68"/>
                      </a:lnTo>
                      <a:lnTo>
                        <a:pt x="370" y="70"/>
                      </a:lnTo>
                      <a:lnTo>
                        <a:pt x="372" y="74"/>
                      </a:lnTo>
                      <a:lnTo>
                        <a:pt x="372" y="74"/>
                      </a:lnTo>
                      <a:lnTo>
                        <a:pt x="376" y="76"/>
                      </a:lnTo>
                      <a:lnTo>
                        <a:pt x="376" y="76"/>
                      </a:lnTo>
                      <a:lnTo>
                        <a:pt x="386" y="76"/>
                      </a:lnTo>
                      <a:lnTo>
                        <a:pt x="392" y="74"/>
                      </a:lnTo>
                      <a:lnTo>
                        <a:pt x="392" y="74"/>
                      </a:lnTo>
                      <a:lnTo>
                        <a:pt x="396" y="70"/>
                      </a:lnTo>
                      <a:lnTo>
                        <a:pt x="396" y="70"/>
                      </a:lnTo>
                      <a:lnTo>
                        <a:pt x="400" y="70"/>
                      </a:lnTo>
                      <a:lnTo>
                        <a:pt x="404" y="68"/>
                      </a:lnTo>
                      <a:lnTo>
                        <a:pt x="404" y="68"/>
                      </a:lnTo>
                      <a:lnTo>
                        <a:pt x="406" y="64"/>
                      </a:lnTo>
                      <a:lnTo>
                        <a:pt x="410" y="60"/>
                      </a:lnTo>
                      <a:lnTo>
                        <a:pt x="410" y="60"/>
                      </a:lnTo>
                      <a:lnTo>
                        <a:pt x="414" y="60"/>
                      </a:lnTo>
                      <a:lnTo>
                        <a:pt x="418" y="62"/>
                      </a:lnTo>
                      <a:lnTo>
                        <a:pt x="418" y="62"/>
                      </a:lnTo>
                      <a:lnTo>
                        <a:pt x="422" y="58"/>
                      </a:lnTo>
                      <a:lnTo>
                        <a:pt x="422" y="58"/>
                      </a:lnTo>
                      <a:lnTo>
                        <a:pt x="428" y="58"/>
                      </a:lnTo>
                      <a:lnTo>
                        <a:pt x="434" y="56"/>
                      </a:lnTo>
                      <a:lnTo>
                        <a:pt x="434" y="56"/>
                      </a:lnTo>
                      <a:lnTo>
                        <a:pt x="436" y="54"/>
                      </a:lnTo>
                      <a:lnTo>
                        <a:pt x="436" y="54"/>
                      </a:lnTo>
                      <a:lnTo>
                        <a:pt x="440" y="54"/>
                      </a:lnTo>
                      <a:lnTo>
                        <a:pt x="440" y="54"/>
                      </a:lnTo>
                      <a:lnTo>
                        <a:pt x="440" y="56"/>
                      </a:lnTo>
                      <a:lnTo>
                        <a:pt x="440" y="58"/>
                      </a:lnTo>
                      <a:lnTo>
                        <a:pt x="442" y="60"/>
                      </a:lnTo>
                      <a:lnTo>
                        <a:pt x="448" y="60"/>
                      </a:lnTo>
                      <a:lnTo>
                        <a:pt x="448" y="60"/>
                      </a:lnTo>
                      <a:lnTo>
                        <a:pt x="452" y="56"/>
                      </a:lnTo>
                      <a:lnTo>
                        <a:pt x="454" y="52"/>
                      </a:lnTo>
                      <a:lnTo>
                        <a:pt x="454" y="52"/>
                      </a:lnTo>
                      <a:lnTo>
                        <a:pt x="456" y="54"/>
                      </a:lnTo>
                      <a:lnTo>
                        <a:pt x="458" y="54"/>
                      </a:lnTo>
                      <a:lnTo>
                        <a:pt x="458" y="54"/>
                      </a:lnTo>
                      <a:lnTo>
                        <a:pt x="468" y="54"/>
                      </a:lnTo>
                      <a:lnTo>
                        <a:pt x="470" y="54"/>
                      </a:lnTo>
                      <a:lnTo>
                        <a:pt x="474" y="54"/>
                      </a:lnTo>
                      <a:lnTo>
                        <a:pt x="474" y="54"/>
                      </a:lnTo>
                      <a:lnTo>
                        <a:pt x="474" y="54"/>
                      </a:lnTo>
                      <a:lnTo>
                        <a:pt x="478" y="50"/>
                      </a:lnTo>
                      <a:lnTo>
                        <a:pt x="478" y="50"/>
                      </a:lnTo>
                      <a:lnTo>
                        <a:pt x="480" y="50"/>
                      </a:lnTo>
                      <a:lnTo>
                        <a:pt x="480" y="50"/>
                      </a:lnTo>
                      <a:lnTo>
                        <a:pt x="478" y="36"/>
                      </a:lnTo>
                      <a:lnTo>
                        <a:pt x="478" y="30"/>
                      </a:lnTo>
                      <a:lnTo>
                        <a:pt x="476" y="26"/>
                      </a:lnTo>
                      <a:lnTo>
                        <a:pt x="476" y="26"/>
                      </a:lnTo>
                      <a:lnTo>
                        <a:pt x="470" y="22"/>
                      </a:lnTo>
                      <a:lnTo>
                        <a:pt x="470" y="22"/>
                      </a:lnTo>
                      <a:lnTo>
                        <a:pt x="470" y="20"/>
                      </a:lnTo>
                      <a:lnTo>
                        <a:pt x="468" y="22"/>
                      </a:lnTo>
                      <a:lnTo>
                        <a:pt x="468" y="22"/>
                      </a:lnTo>
                      <a:lnTo>
                        <a:pt x="468" y="22"/>
                      </a:lnTo>
                      <a:lnTo>
                        <a:pt x="468" y="28"/>
                      </a:lnTo>
                      <a:lnTo>
                        <a:pt x="470" y="30"/>
                      </a:lnTo>
                      <a:lnTo>
                        <a:pt x="470" y="30"/>
                      </a:lnTo>
                      <a:lnTo>
                        <a:pt x="468" y="32"/>
                      </a:lnTo>
                      <a:lnTo>
                        <a:pt x="466" y="34"/>
                      </a:lnTo>
                      <a:lnTo>
                        <a:pt x="466" y="34"/>
                      </a:lnTo>
                      <a:lnTo>
                        <a:pt x="466" y="38"/>
                      </a:lnTo>
                      <a:lnTo>
                        <a:pt x="466" y="38"/>
                      </a:lnTo>
                      <a:lnTo>
                        <a:pt x="464" y="40"/>
                      </a:lnTo>
                      <a:lnTo>
                        <a:pt x="464" y="40"/>
                      </a:lnTo>
                      <a:lnTo>
                        <a:pt x="462" y="30"/>
                      </a:lnTo>
                      <a:lnTo>
                        <a:pt x="462" y="30"/>
                      </a:lnTo>
                      <a:lnTo>
                        <a:pt x="456" y="32"/>
                      </a:lnTo>
                      <a:lnTo>
                        <a:pt x="456" y="32"/>
                      </a:lnTo>
                      <a:lnTo>
                        <a:pt x="456" y="36"/>
                      </a:lnTo>
                      <a:lnTo>
                        <a:pt x="456" y="36"/>
                      </a:lnTo>
                      <a:lnTo>
                        <a:pt x="454" y="36"/>
                      </a:lnTo>
                      <a:lnTo>
                        <a:pt x="454" y="34"/>
                      </a:lnTo>
                      <a:lnTo>
                        <a:pt x="456" y="32"/>
                      </a:lnTo>
                      <a:lnTo>
                        <a:pt x="456" y="32"/>
                      </a:lnTo>
                      <a:lnTo>
                        <a:pt x="456" y="28"/>
                      </a:lnTo>
                      <a:lnTo>
                        <a:pt x="456" y="22"/>
                      </a:lnTo>
                      <a:lnTo>
                        <a:pt x="456" y="20"/>
                      </a:lnTo>
                      <a:lnTo>
                        <a:pt x="456" y="20"/>
                      </a:lnTo>
                      <a:lnTo>
                        <a:pt x="452" y="20"/>
                      </a:lnTo>
                      <a:lnTo>
                        <a:pt x="452" y="20"/>
                      </a:lnTo>
                      <a:lnTo>
                        <a:pt x="450" y="22"/>
                      </a:lnTo>
                      <a:lnTo>
                        <a:pt x="450" y="22"/>
                      </a:lnTo>
                      <a:lnTo>
                        <a:pt x="446" y="24"/>
                      </a:lnTo>
                      <a:lnTo>
                        <a:pt x="446" y="24"/>
                      </a:lnTo>
                      <a:lnTo>
                        <a:pt x="440" y="16"/>
                      </a:lnTo>
                      <a:lnTo>
                        <a:pt x="440" y="16"/>
                      </a:lnTo>
                      <a:lnTo>
                        <a:pt x="436" y="16"/>
                      </a:lnTo>
                      <a:lnTo>
                        <a:pt x="434" y="14"/>
                      </a:lnTo>
                      <a:lnTo>
                        <a:pt x="434" y="14"/>
                      </a:lnTo>
                      <a:lnTo>
                        <a:pt x="434" y="10"/>
                      </a:lnTo>
                      <a:lnTo>
                        <a:pt x="432" y="6"/>
                      </a:lnTo>
                      <a:lnTo>
                        <a:pt x="432" y="2"/>
                      </a:lnTo>
                      <a:lnTo>
                        <a:pt x="428" y="0"/>
                      </a:lnTo>
                      <a:lnTo>
                        <a:pt x="428" y="4"/>
                      </a:lnTo>
                      <a:lnTo>
                        <a:pt x="426" y="4"/>
                      </a:lnTo>
                      <a:lnTo>
                        <a:pt x="426" y="4"/>
                      </a:lnTo>
                      <a:lnTo>
                        <a:pt x="422" y="2"/>
                      </a:lnTo>
                      <a:lnTo>
                        <a:pt x="422" y="2"/>
                      </a:lnTo>
                      <a:lnTo>
                        <a:pt x="426" y="12"/>
                      </a:lnTo>
                      <a:lnTo>
                        <a:pt x="426" y="12"/>
                      </a:lnTo>
                      <a:lnTo>
                        <a:pt x="424" y="12"/>
                      </a:lnTo>
                      <a:lnTo>
                        <a:pt x="422" y="14"/>
                      </a:lnTo>
                      <a:lnTo>
                        <a:pt x="422" y="14"/>
                      </a:lnTo>
                      <a:lnTo>
                        <a:pt x="424" y="14"/>
                      </a:lnTo>
                      <a:lnTo>
                        <a:pt x="424" y="18"/>
                      </a:lnTo>
                      <a:lnTo>
                        <a:pt x="422" y="24"/>
                      </a:lnTo>
                      <a:lnTo>
                        <a:pt x="422" y="24"/>
                      </a:lnTo>
                      <a:lnTo>
                        <a:pt x="432" y="28"/>
                      </a:lnTo>
                      <a:lnTo>
                        <a:pt x="432" y="28"/>
                      </a:lnTo>
                      <a:lnTo>
                        <a:pt x="428" y="36"/>
                      </a:lnTo>
                      <a:lnTo>
                        <a:pt x="428" y="36"/>
                      </a:lnTo>
                      <a:lnTo>
                        <a:pt x="434" y="36"/>
                      </a:lnTo>
                      <a:lnTo>
                        <a:pt x="434" y="36"/>
                      </a:lnTo>
                      <a:lnTo>
                        <a:pt x="436" y="38"/>
                      </a:lnTo>
                      <a:lnTo>
                        <a:pt x="436" y="38"/>
                      </a:lnTo>
                      <a:lnTo>
                        <a:pt x="436" y="42"/>
                      </a:lnTo>
                      <a:lnTo>
                        <a:pt x="436" y="42"/>
                      </a:lnTo>
                      <a:lnTo>
                        <a:pt x="416" y="40"/>
                      </a:lnTo>
                      <a:lnTo>
                        <a:pt x="416" y="40"/>
                      </a:lnTo>
                      <a:lnTo>
                        <a:pt x="410" y="40"/>
                      </a:lnTo>
                      <a:lnTo>
                        <a:pt x="404" y="40"/>
                      </a:lnTo>
                      <a:lnTo>
                        <a:pt x="404" y="40"/>
                      </a:lnTo>
                      <a:lnTo>
                        <a:pt x="404" y="36"/>
                      </a:lnTo>
                      <a:lnTo>
                        <a:pt x="404" y="36"/>
                      </a:lnTo>
                      <a:lnTo>
                        <a:pt x="398" y="36"/>
                      </a:lnTo>
                      <a:lnTo>
                        <a:pt x="398" y="36"/>
                      </a:lnTo>
                      <a:lnTo>
                        <a:pt x="394" y="32"/>
                      </a:lnTo>
                      <a:lnTo>
                        <a:pt x="394" y="32"/>
                      </a:lnTo>
                      <a:lnTo>
                        <a:pt x="394" y="32"/>
                      </a:lnTo>
                      <a:lnTo>
                        <a:pt x="390" y="30"/>
                      </a:lnTo>
                      <a:lnTo>
                        <a:pt x="384" y="30"/>
                      </a:lnTo>
                      <a:lnTo>
                        <a:pt x="384" y="30"/>
                      </a:lnTo>
                      <a:lnTo>
                        <a:pt x="380" y="28"/>
                      </a:lnTo>
                      <a:lnTo>
                        <a:pt x="378" y="26"/>
                      </a:lnTo>
                      <a:lnTo>
                        <a:pt x="378" y="26"/>
                      </a:lnTo>
                      <a:lnTo>
                        <a:pt x="370" y="24"/>
                      </a:lnTo>
                      <a:lnTo>
                        <a:pt x="364" y="26"/>
                      </a:lnTo>
                      <a:lnTo>
                        <a:pt x="364" y="26"/>
                      </a:lnTo>
                      <a:lnTo>
                        <a:pt x="360" y="22"/>
                      </a:lnTo>
                      <a:lnTo>
                        <a:pt x="360" y="22"/>
                      </a:lnTo>
                      <a:lnTo>
                        <a:pt x="352" y="22"/>
                      </a:lnTo>
                      <a:lnTo>
                        <a:pt x="352" y="26"/>
                      </a:lnTo>
                      <a:lnTo>
                        <a:pt x="352" y="26"/>
                      </a:lnTo>
                      <a:lnTo>
                        <a:pt x="342" y="24"/>
                      </a:lnTo>
                      <a:lnTo>
                        <a:pt x="342" y="24"/>
                      </a:lnTo>
                      <a:lnTo>
                        <a:pt x="342" y="32"/>
                      </a:lnTo>
                      <a:lnTo>
                        <a:pt x="344" y="34"/>
                      </a:lnTo>
                      <a:lnTo>
                        <a:pt x="348" y="36"/>
                      </a:lnTo>
                      <a:lnTo>
                        <a:pt x="348" y="36"/>
                      </a:lnTo>
                      <a:close/>
                      <a:moveTo>
                        <a:pt x="798" y="334"/>
                      </a:moveTo>
                      <a:lnTo>
                        <a:pt x="798" y="334"/>
                      </a:lnTo>
                      <a:lnTo>
                        <a:pt x="792" y="334"/>
                      </a:lnTo>
                      <a:lnTo>
                        <a:pt x="792" y="334"/>
                      </a:lnTo>
                      <a:lnTo>
                        <a:pt x="790" y="338"/>
                      </a:lnTo>
                      <a:lnTo>
                        <a:pt x="790" y="338"/>
                      </a:lnTo>
                      <a:lnTo>
                        <a:pt x="788" y="332"/>
                      </a:lnTo>
                      <a:lnTo>
                        <a:pt x="786" y="324"/>
                      </a:lnTo>
                      <a:lnTo>
                        <a:pt x="784" y="324"/>
                      </a:lnTo>
                      <a:lnTo>
                        <a:pt x="784" y="322"/>
                      </a:lnTo>
                      <a:lnTo>
                        <a:pt x="776" y="316"/>
                      </a:lnTo>
                      <a:lnTo>
                        <a:pt x="776" y="314"/>
                      </a:lnTo>
                      <a:lnTo>
                        <a:pt x="774" y="314"/>
                      </a:lnTo>
                      <a:lnTo>
                        <a:pt x="774" y="314"/>
                      </a:lnTo>
                      <a:lnTo>
                        <a:pt x="774" y="312"/>
                      </a:lnTo>
                      <a:lnTo>
                        <a:pt x="772" y="310"/>
                      </a:lnTo>
                      <a:lnTo>
                        <a:pt x="772" y="310"/>
                      </a:lnTo>
                      <a:lnTo>
                        <a:pt x="768" y="310"/>
                      </a:lnTo>
                      <a:lnTo>
                        <a:pt x="762" y="310"/>
                      </a:lnTo>
                      <a:lnTo>
                        <a:pt x="762" y="308"/>
                      </a:lnTo>
                      <a:lnTo>
                        <a:pt x="762" y="308"/>
                      </a:lnTo>
                      <a:lnTo>
                        <a:pt x="760" y="308"/>
                      </a:lnTo>
                      <a:lnTo>
                        <a:pt x="758" y="308"/>
                      </a:lnTo>
                      <a:lnTo>
                        <a:pt x="758" y="312"/>
                      </a:lnTo>
                      <a:lnTo>
                        <a:pt x="758" y="312"/>
                      </a:lnTo>
                      <a:lnTo>
                        <a:pt x="756" y="310"/>
                      </a:lnTo>
                      <a:lnTo>
                        <a:pt x="754" y="310"/>
                      </a:lnTo>
                      <a:lnTo>
                        <a:pt x="752" y="306"/>
                      </a:lnTo>
                      <a:lnTo>
                        <a:pt x="752" y="306"/>
                      </a:lnTo>
                      <a:lnTo>
                        <a:pt x="756" y="302"/>
                      </a:lnTo>
                      <a:lnTo>
                        <a:pt x="756" y="302"/>
                      </a:lnTo>
                      <a:lnTo>
                        <a:pt x="754" y="300"/>
                      </a:lnTo>
                      <a:lnTo>
                        <a:pt x="750" y="300"/>
                      </a:lnTo>
                      <a:lnTo>
                        <a:pt x="750" y="300"/>
                      </a:lnTo>
                      <a:lnTo>
                        <a:pt x="748" y="314"/>
                      </a:lnTo>
                      <a:lnTo>
                        <a:pt x="750" y="330"/>
                      </a:lnTo>
                      <a:lnTo>
                        <a:pt x="750" y="330"/>
                      </a:lnTo>
                      <a:lnTo>
                        <a:pt x="736" y="340"/>
                      </a:lnTo>
                      <a:lnTo>
                        <a:pt x="736" y="340"/>
                      </a:lnTo>
                      <a:lnTo>
                        <a:pt x="736" y="342"/>
                      </a:lnTo>
                      <a:lnTo>
                        <a:pt x="736" y="344"/>
                      </a:lnTo>
                      <a:lnTo>
                        <a:pt x="736" y="346"/>
                      </a:lnTo>
                      <a:lnTo>
                        <a:pt x="736" y="346"/>
                      </a:lnTo>
                      <a:lnTo>
                        <a:pt x="740" y="348"/>
                      </a:lnTo>
                      <a:lnTo>
                        <a:pt x="742" y="346"/>
                      </a:lnTo>
                      <a:lnTo>
                        <a:pt x="748" y="344"/>
                      </a:lnTo>
                      <a:lnTo>
                        <a:pt x="748" y="344"/>
                      </a:lnTo>
                      <a:lnTo>
                        <a:pt x="750" y="346"/>
                      </a:lnTo>
                      <a:lnTo>
                        <a:pt x="748" y="346"/>
                      </a:lnTo>
                      <a:lnTo>
                        <a:pt x="748" y="346"/>
                      </a:lnTo>
                      <a:lnTo>
                        <a:pt x="750" y="354"/>
                      </a:lnTo>
                      <a:lnTo>
                        <a:pt x="750" y="354"/>
                      </a:lnTo>
                      <a:lnTo>
                        <a:pt x="756" y="354"/>
                      </a:lnTo>
                      <a:lnTo>
                        <a:pt x="762" y="352"/>
                      </a:lnTo>
                      <a:lnTo>
                        <a:pt x="762" y="352"/>
                      </a:lnTo>
                      <a:lnTo>
                        <a:pt x="762" y="350"/>
                      </a:lnTo>
                      <a:lnTo>
                        <a:pt x="762" y="350"/>
                      </a:lnTo>
                      <a:lnTo>
                        <a:pt x="764" y="346"/>
                      </a:lnTo>
                      <a:lnTo>
                        <a:pt x="764" y="346"/>
                      </a:lnTo>
                      <a:lnTo>
                        <a:pt x="764" y="340"/>
                      </a:lnTo>
                      <a:lnTo>
                        <a:pt x="764" y="334"/>
                      </a:lnTo>
                      <a:lnTo>
                        <a:pt x="764" y="334"/>
                      </a:lnTo>
                      <a:lnTo>
                        <a:pt x="770" y="328"/>
                      </a:lnTo>
                      <a:lnTo>
                        <a:pt x="770" y="328"/>
                      </a:lnTo>
                      <a:lnTo>
                        <a:pt x="774" y="328"/>
                      </a:lnTo>
                      <a:lnTo>
                        <a:pt x="774" y="328"/>
                      </a:lnTo>
                      <a:lnTo>
                        <a:pt x="774" y="328"/>
                      </a:lnTo>
                      <a:lnTo>
                        <a:pt x="774" y="326"/>
                      </a:lnTo>
                      <a:lnTo>
                        <a:pt x="778" y="326"/>
                      </a:lnTo>
                      <a:lnTo>
                        <a:pt x="778" y="326"/>
                      </a:lnTo>
                      <a:lnTo>
                        <a:pt x="780" y="332"/>
                      </a:lnTo>
                      <a:lnTo>
                        <a:pt x="780" y="332"/>
                      </a:lnTo>
                      <a:lnTo>
                        <a:pt x="780" y="336"/>
                      </a:lnTo>
                      <a:lnTo>
                        <a:pt x="780" y="336"/>
                      </a:lnTo>
                      <a:lnTo>
                        <a:pt x="776" y="338"/>
                      </a:lnTo>
                      <a:lnTo>
                        <a:pt x="776" y="338"/>
                      </a:lnTo>
                      <a:lnTo>
                        <a:pt x="776" y="340"/>
                      </a:lnTo>
                      <a:lnTo>
                        <a:pt x="776" y="340"/>
                      </a:lnTo>
                      <a:lnTo>
                        <a:pt x="780" y="340"/>
                      </a:lnTo>
                      <a:lnTo>
                        <a:pt x="780" y="340"/>
                      </a:lnTo>
                      <a:lnTo>
                        <a:pt x="782" y="344"/>
                      </a:lnTo>
                      <a:lnTo>
                        <a:pt x="782" y="344"/>
                      </a:lnTo>
                      <a:lnTo>
                        <a:pt x="790" y="344"/>
                      </a:lnTo>
                      <a:lnTo>
                        <a:pt x="798" y="348"/>
                      </a:lnTo>
                      <a:lnTo>
                        <a:pt x="798" y="348"/>
                      </a:lnTo>
                      <a:lnTo>
                        <a:pt x="802" y="344"/>
                      </a:lnTo>
                      <a:lnTo>
                        <a:pt x="802" y="344"/>
                      </a:lnTo>
                      <a:lnTo>
                        <a:pt x="802" y="338"/>
                      </a:lnTo>
                      <a:lnTo>
                        <a:pt x="802" y="338"/>
                      </a:lnTo>
                      <a:lnTo>
                        <a:pt x="804" y="338"/>
                      </a:lnTo>
                      <a:lnTo>
                        <a:pt x="804" y="338"/>
                      </a:lnTo>
                      <a:lnTo>
                        <a:pt x="804" y="334"/>
                      </a:lnTo>
                      <a:lnTo>
                        <a:pt x="804" y="334"/>
                      </a:lnTo>
                      <a:lnTo>
                        <a:pt x="798" y="334"/>
                      </a:lnTo>
                      <a:lnTo>
                        <a:pt x="798" y="334"/>
                      </a:lnTo>
                      <a:close/>
                      <a:moveTo>
                        <a:pt x="1082" y="270"/>
                      </a:moveTo>
                      <a:lnTo>
                        <a:pt x="1082" y="270"/>
                      </a:lnTo>
                      <a:lnTo>
                        <a:pt x="1080" y="270"/>
                      </a:lnTo>
                      <a:lnTo>
                        <a:pt x="1080" y="268"/>
                      </a:lnTo>
                      <a:lnTo>
                        <a:pt x="1080" y="268"/>
                      </a:lnTo>
                      <a:lnTo>
                        <a:pt x="1080" y="268"/>
                      </a:lnTo>
                      <a:lnTo>
                        <a:pt x="1076" y="268"/>
                      </a:lnTo>
                      <a:lnTo>
                        <a:pt x="1076" y="268"/>
                      </a:lnTo>
                      <a:lnTo>
                        <a:pt x="1078" y="270"/>
                      </a:lnTo>
                      <a:lnTo>
                        <a:pt x="1078" y="270"/>
                      </a:lnTo>
                      <a:lnTo>
                        <a:pt x="1078" y="272"/>
                      </a:lnTo>
                      <a:lnTo>
                        <a:pt x="1078" y="274"/>
                      </a:lnTo>
                      <a:lnTo>
                        <a:pt x="1078" y="274"/>
                      </a:lnTo>
                      <a:lnTo>
                        <a:pt x="1078" y="276"/>
                      </a:lnTo>
                      <a:lnTo>
                        <a:pt x="1078" y="276"/>
                      </a:lnTo>
                      <a:lnTo>
                        <a:pt x="1078" y="276"/>
                      </a:lnTo>
                      <a:lnTo>
                        <a:pt x="1078" y="278"/>
                      </a:lnTo>
                      <a:lnTo>
                        <a:pt x="1078" y="276"/>
                      </a:lnTo>
                      <a:lnTo>
                        <a:pt x="1078" y="276"/>
                      </a:lnTo>
                      <a:lnTo>
                        <a:pt x="1076" y="276"/>
                      </a:lnTo>
                      <a:lnTo>
                        <a:pt x="1072" y="276"/>
                      </a:lnTo>
                      <a:lnTo>
                        <a:pt x="1072" y="272"/>
                      </a:lnTo>
                      <a:lnTo>
                        <a:pt x="1072" y="272"/>
                      </a:lnTo>
                      <a:lnTo>
                        <a:pt x="1068" y="272"/>
                      </a:lnTo>
                      <a:lnTo>
                        <a:pt x="1068" y="272"/>
                      </a:lnTo>
                      <a:lnTo>
                        <a:pt x="1066" y="276"/>
                      </a:lnTo>
                      <a:lnTo>
                        <a:pt x="1066" y="276"/>
                      </a:lnTo>
                      <a:lnTo>
                        <a:pt x="1068" y="276"/>
                      </a:lnTo>
                      <a:lnTo>
                        <a:pt x="1068" y="276"/>
                      </a:lnTo>
                      <a:lnTo>
                        <a:pt x="1068" y="280"/>
                      </a:lnTo>
                      <a:lnTo>
                        <a:pt x="1068" y="280"/>
                      </a:lnTo>
                      <a:lnTo>
                        <a:pt x="1062" y="280"/>
                      </a:lnTo>
                      <a:lnTo>
                        <a:pt x="1062" y="280"/>
                      </a:lnTo>
                      <a:lnTo>
                        <a:pt x="1062" y="284"/>
                      </a:lnTo>
                      <a:lnTo>
                        <a:pt x="1062" y="284"/>
                      </a:lnTo>
                      <a:lnTo>
                        <a:pt x="1064" y="286"/>
                      </a:lnTo>
                      <a:lnTo>
                        <a:pt x="1064" y="288"/>
                      </a:lnTo>
                      <a:lnTo>
                        <a:pt x="1064" y="288"/>
                      </a:lnTo>
                      <a:lnTo>
                        <a:pt x="1060" y="288"/>
                      </a:lnTo>
                      <a:lnTo>
                        <a:pt x="1060" y="288"/>
                      </a:lnTo>
                      <a:lnTo>
                        <a:pt x="1060" y="288"/>
                      </a:lnTo>
                      <a:lnTo>
                        <a:pt x="1060" y="290"/>
                      </a:lnTo>
                      <a:lnTo>
                        <a:pt x="1060" y="290"/>
                      </a:lnTo>
                      <a:lnTo>
                        <a:pt x="1062" y="292"/>
                      </a:lnTo>
                      <a:lnTo>
                        <a:pt x="1064" y="292"/>
                      </a:lnTo>
                      <a:lnTo>
                        <a:pt x="1064" y="292"/>
                      </a:lnTo>
                      <a:lnTo>
                        <a:pt x="1064" y="294"/>
                      </a:lnTo>
                      <a:lnTo>
                        <a:pt x="1064" y="294"/>
                      </a:lnTo>
                      <a:lnTo>
                        <a:pt x="1058" y="294"/>
                      </a:lnTo>
                      <a:lnTo>
                        <a:pt x="1058" y="294"/>
                      </a:lnTo>
                      <a:lnTo>
                        <a:pt x="1058" y="294"/>
                      </a:lnTo>
                      <a:lnTo>
                        <a:pt x="1058" y="296"/>
                      </a:lnTo>
                      <a:lnTo>
                        <a:pt x="1054" y="296"/>
                      </a:lnTo>
                      <a:lnTo>
                        <a:pt x="1054" y="296"/>
                      </a:lnTo>
                      <a:lnTo>
                        <a:pt x="1054" y="294"/>
                      </a:lnTo>
                      <a:lnTo>
                        <a:pt x="1052" y="292"/>
                      </a:lnTo>
                      <a:lnTo>
                        <a:pt x="1052" y="292"/>
                      </a:lnTo>
                      <a:lnTo>
                        <a:pt x="1052" y="292"/>
                      </a:lnTo>
                      <a:lnTo>
                        <a:pt x="1052" y="294"/>
                      </a:lnTo>
                      <a:lnTo>
                        <a:pt x="1050" y="296"/>
                      </a:lnTo>
                      <a:lnTo>
                        <a:pt x="1050" y="296"/>
                      </a:lnTo>
                      <a:lnTo>
                        <a:pt x="1054" y="298"/>
                      </a:lnTo>
                      <a:lnTo>
                        <a:pt x="1054" y="298"/>
                      </a:lnTo>
                      <a:lnTo>
                        <a:pt x="1054" y="302"/>
                      </a:lnTo>
                      <a:lnTo>
                        <a:pt x="1054" y="302"/>
                      </a:lnTo>
                      <a:lnTo>
                        <a:pt x="1056" y="306"/>
                      </a:lnTo>
                      <a:lnTo>
                        <a:pt x="1056" y="308"/>
                      </a:lnTo>
                      <a:lnTo>
                        <a:pt x="1054" y="310"/>
                      </a:lnTo>
                      <a:lnTo>
                        <a:pt x="1054" y="310"/>
                      </a:lnTo>
                      <a:lnTo>
                        <a:pt x="1052" y="310"/>
                      </a:lnTo>
                      <a:lnTo>
                        <a:pt x="1052" y="310"/>
                      </a:lnTo>
                      <a:lnTo>
                        <a:pt x="1048" y="312"/>
                      </a:lnTo>
                      <a:lnTo>
                        <a:pt x="1048" y="310"/>
                      </a:lnTo>
                      <a:lnTo>
                        <a:pt x="1048" y="310"/>
                      </a:lnTo>
                      <a:lnTo>
                        <a:pt x="1046" y="310"/>
                      </a:lnTo>
                      <a:lnTo>
                        <a:pt x="1044" y="310"/>
                      </a:lnTo>
                      <a:lnTo>
                        <a:pt x="1044" y="310"/>
                      </a:lnTo>
                      <a:lnTo>
                        <a:pt x="1042" y="308"/>
                      </a:lnTo>
                      <a:lnTo>
                        <a:pt x="1042" y="308"/>
                      </a:lnTo>
                      <a:lnTo>
                        <a:pt x="1042" y="304"/>
                      </a:lnTo>
                      <a:lnTo>
                        <a:pt x="1042" y="304"/>
                      </a:lnTo>
                      <a:lnTo>
                        <a:pt x="1038" y="308"/>
                      </a:lnTo>
                      <a:lnTo>
                        <a:pt x="1038" y="308"/>
                      </a:lnTo>
                      <a:lnTo>
                        <a:pt x="1036" y="306"/>
                      </a:lnTo>
                      <a:lnTo>
                        <a:pt x="1038" y="304"/>
                      </a:lnTo>
                      <a:lnTo>
                        <a:pt x="1038" y="304"/>
                      </a:lnTo>
                      <a:lnTo>
                        <a:pt x="1040" y="300"/>
                      </a:lnTo>
                      <a:lnTo>
                        <a:pt x="1038" y="300"/>
                      </a:lnTo>
                      <a:lnTo>
                        <a:pt x="1030" y="302"/>
                      </a:lnTo>
                      <a:lnTo>
                        <a:pt x="1030" y="302"/>
                      </a:lnTo>
                      <a:lnTo>
                        <a:pt x="1030" y="300"/>
                      </a:lnTo>
                      <a:lnTo>
                        <a:pt x="1032" y="300"/>
                      </a:lnTo>
                      <a:lnTo>
                        <a:pt x="1032" y="300"/>
                      </a:lnTo>
                      <a:lnTo>
                        <a:pt x="1032" y="298"/>
                      </a:lnTo>
                      <a:lnTo>
                        <a:pt x="1034" y="294"/>
                      </a:lnTo>
                      <a:lnTo>
                        <a:pt x="1034" y="294"/>
                      </a:lnTo>
                      <a:lnTo>
                        <a:pt x="1032" y="294"/>
                      </a:lnTo>
                      <a:lnTo>
                        <a:pt x="1030" y="296"/>
                      </a:lnTo>
                      <a:lnTo>
                        <a:pt x="1030" y="296"/>
                      </a:lnTo>
                      <a:lnTo>
                        <a:pt x="1028" y="296"/>
                      </a:lnTo>
                      <a:lnTo>
                        <a:pt x="1028" y="292"/>
                      </a:lnTo>
                      <a:lnTo>
                        <a:pt x="1028" y="292"/>
                      </a:lnTo>
                      <a:lnTo>
                        <a:pt x="1022" y="292"/>
                      </a:lnTo>
                      <a:lnTo>
                        <a:pt x="1022" y="290"/>
                      </a:lnTo>
                      <a:lnTo>
                        <a:pt x="1022" y="290"/>
                      </a:lnTo>
                      <a:lnTo>
                        <a:pt x="1026" y="290"/>
                      </a:lnTo>
                      <a:lnTo>
                        <a:pt x="1026" y="290"/>
                      </a:lnTo>
                      <a:lnTo>
                        <a:pt x="1028" y="286"/>
                      </a:lnTo>
                      <a:lnTo>
                        <a:pt x="1028" y="286"/>
                      </a:lnTo>
                      <a:lnTo>
                        <a:pt x="1022" y="288"/>
                      </a:lnTo>
                      <a:lnTo>
                        <a:pt x="1016" y="288"/>
                      </a:lnTo>
                      <a:lnTo>
                        <a:pt x="1016" y="288"/>
                      </a:lnTo>
                      <a:lnTo>
                        <a:pt x="1012" y="286"/>
                      </a:lnTo>
                      <a:lnTo>
                        <a:pt x="1012" y="286"/>
                      </a:lnTo>
                      <a:lnTo>
                        <a:pt x="1010" y="286"/>
                      </a:lnTo>
                      <a:lnTo>
                        <a:pt x="1008" y="284"/>
                      </a:lnTo>
                      <a:lnTo>
                        <a:pt x="1008" y="284"/>
                      </a:lnTo>
                      <a:lnTo>
                        <a:pt x="1006" y="282"/>
                      </a:lnTo>
                      <a:lnTo>
                        <a:pt x="1006" y="278"/>
                      </a:lnTo>
                      <a:lnTo>
                        <a:pt x="1006" y="278"/>
                      </a:lnTo>
                      <a:lnTo>
                        <a:pt x="1002" y="276"/>
                      </a:lnTo>
                      <a:lnTo>
                        <a:pt x="1002" y="276"/>
                      </a:lnTo>
                      <a:lnTo>
                        <a:pt x="1004" y="274"/>
                      </a:lnTo>
                      <a:lnTo>
                        <a:pt x="1004" y="272"/>
                      </a:lnTo>
                      <a:lnTo>
                        <a:pt x="1004" y="272"/>
                      </a:lnTo>
                      <a:lnTo>
                        <a:pt x="1002" y="272"/>
                      </a:lnTo>
                      <a:lnTo>
                        <a:pt x="1000" y="272"/>
                      </a:lnTo>
                      <a:lnTo>
                        <a:pt x="998" y="270"/>
                      </a:lnTo>
                      <a:lnTo>
                        <a:pt x="998" y="270"/>
                      </a:lnTo>
                      <a:lnTo>
                        <a:pt x="996" y="270"/>
                      </a:lnTo>
                      <a:lnTo>
                        <a:pt x="996" y="270"/>
                      </a:lnTo>
                      <a:lnTo>
                        <a:pt x="998" y="272"/>
                      </a:lnTo>
                      <a:lnTo>
                        <a:pt x="998" y="272"/>
                      </a:lnTo>
                      <a:lnTo>
                        <a:pt x="998" y="278"/>
                      </a:lnTo>
                      <a:lnTo>
                        <a:pt x="998" y="280"/>
                      </a:lnTo>
                      <a:lnTo>
                        <a:pt x="996" y="280"/>
                      </a:lnTo>
                      <a:lnTo>
                        <a:pt x="996" y="280"/>
                      </a:lnTo>
                      <a:lnTo>
                        <a:pt x="994" y="274"/>
                      </a:lnTo>
                      <a:lnTo>
                        <a:pt x="994" y="274"/>
                      </a:lnTo>
                      <a:lnTo>
                        <a:pt x="990" y="274"/>
                      </a:lnTo>
                      <a:lnTo>
                        <a:pt x="990" y="274"/>
                      </a:lnTo>
                      <a:lnTo>
                        <a:pt x="992" y="278"/>
                      </a:lnTo>
                      <a:lnTo>
                        <a:pt x="994" y="284"/>
                      </a:lnTo>
                      <a:lnTo>
                        <a:pt x="996" y="284"/>
                      </a:lnTo>
                      <a:lnTo>
                        <a:pt x="996" y="284"/>
                      </a:lnTo>
                      <a:lnTo>
                        <a:pt x="996" y="284"/>
                      </a:lnTo>
                      <a:lnTo>
                        <a:pt x="996" y="286"/>
                      </a:lnTo>
                      <a:lnTo>
                        <a:pt x="996" y="286"/>
                      </a:lnTo>
                      <a:lnTo>
                        <a:pt x="996" y="288"/>
                      </a:lnTo>
                      <a:lnTo>
                        <a:pt x="996" y="288"/>
                      </a:lnTo>
                      <a:lnTo>
                        <a:pt x="992" y="288"/>
                      </a:lnTo>
                      <a:lnTo>
                        <a:pt x="990" y="286"/>
                      </a:lnTo>
                      <a:lnTo>
                        <a:pt x="990" y="286"/>
                      </a:lnTo>
                      <a:lnTo>
                        <a:pt x="988" y="286"/>
                      </a:lnTo>
                      <a:lnTo>
                        <a:pt x="986" y="286"/>
                      </a:lnTo>
                      <a:lnTo>
                        <a:pt x="986" y="286"/>
                      </a:lnTo>
                      <a:lnTo>
                        <a:pt x="990" y="294"/>
                      </a:lnTo>
                      <a:lnTo>
                        <a:pt x="992" y="296"/>
                      </a:lnTo>
                      <a:lnTo>
                        <a:pt x="998" y="296"/>
                      </a:lnTo>
                      <a:lnTo>
                        <a:pt x="998" y="296"/>
                      </a:lnTo>
                      <a:lnTo>
                        <a:pt x="998" y="302"/>
                      </a:lnTo>
                      <a:lnTo>
                        <a:pt x="1000" y="306"/>
                      </a:lnTo>
                      <a:lnTo>
                        <a:pt x="1000" y="306"/>
                      </a:lnTo>
                      <a:lnTo>
                        <a:pt x="1004" y="308"/>
                      </a:lnTo>
                      <a:lnTo>
                        <a:pt x="1004" y="308"/>
                      </a:lnTo>
                      <a:lnTo>
                        <a:pt x="1004" y="310"/>
                      </a:lnTo>
                      <a:lnTo>
                        <a:pt x="1006" y="312"/>
                      </a:lnTo>
                      <a:lnTo>
                        <a:pt x="1006" y="312"/>
                      </a:lnTo>
                      <a:lnTo>
                        <a:pt x="1008" y="312"/>
                      </a:lnTo>
                      <a:lnTo>
                        <a:pt x="1010" y="312"/>
                      </a:lnTo>
                      <a:lnTo>
                        <a:pt x="1010" y="312"/>
                      </a:lnTo>
                      <a:lnTo>
                        <a:pt x="1014" y="316"/>
                      </a:lnTo>
                      <a:lnTo>
                        <a:pt x="1014" y="316"/>
                      </a:lnTo>
                      <a:lnTo>
                        <a:pt x="1014" y="320"/>
                      </a:lnTo>
                      <a:lnTo>
                        <a:pt x="1014" y="320"/>
                      </a:lnTo>
                      <a:lnTo>
                        <a:pt x="1016" y="318"/>
                      </a:lnTo>
                      <a:lnTo>
                        <a:pt x="1020" y="318"/>
                      </a:lnTo>
                      <a:lnTo>
                        <a:pt x="1020" y="318"/>
                      </a:lnTo>
                      <a:lnTo>
                        <a:pt x="1020" y="320"/>
                      </a:lnTo>
                      <a:lnTo>
                        <a:pt x="1022" y="322"/>
                      </a:lnTo>
                      <a:lnTo>
                        <a:pt x="1022" y="322"/>
                      </a:lnTo>
                      <a:lnTo>
                        <a:pt x="1022" y="322"/>
                      </a:lnTo>
                      <a:lnTo>
                        <a:pt x="1024" y="322"/>
                      </a:lnTo>
                      <a:lnTo>
                        <a:pt x="1024" y="322"/>
                      </a:lnTo>
                      <a:lnTo>
                        <a:pt x="1022" y="320"/>
                      </a:lnTo>
                      <a:lnTo>
                        <a:pt x="1022" y="318"/>
                      </a:lnTo>
                      <a:lnTo>
                        <a:pt x="1022" y="318"/>
                      </a:lnTo>
                      <a:lnTo>
                        <a:pt x="1020" y="318"/>
                      </a:lnTo>
                      <a:lnTo>
                        <a:pt x="1022" y="318"/>
                      </a:lnTo>
                      <a:lnTo>
                        <a:pt x="1022" y="316"/>
                      </a:lnTo>
                      <a:lnTo>
                        <a:pt x="1022" y="316"/>
                      </a:lnTo>
                      <a:lnTo>
                        <a:pt x="1024" y="318"/>
                      </a:lnTo>
                      <a:lnTo>
                        <a:pt x="1026" y="318"/>
                      </a:lnTo>
                      <a:lnTo>
                        <a:pt x="1026" y="318"/>
                      </a:lnTo>
                      <a:lnTo>
                        <a:pt x="1030" y="328"/>
                      </a:lnTo>
                      <a:lnTo>
                        <a:pt x="1030" y="328"/>
                      </a:lnTo>
                      <a:lnTo>
                        <a:pt x="1030" y="330"/>
                      </a:lnTo>
                      <a:lnTo>
                        <a:pt x="1028" y="332"/>
                      </a:lnTo>
                      <a:lnTo>
                        <a:pt x="1028" y="332"/>
                      </a:lnTo>
                      <a:lnTo>
                        <a:pt x="1024" y="330"/>
                      </a:lnTo>
                      <a:lnTo>
                        <a:pt x="1024" y="330"/>
                      </a:lnTo>
                      <a:lnTo>
                        <a:pt x="1024" y="330"/>
                      </a:lnTo>
                      <a:lnTo>
                        <a:pt x="1024" y="332"/>
                      </a:lnTo>
                      <a:lnTo>
                        <a:pt x="1024" y="332"/>
                      </a:lnTo>
                      <a:lnTo>
                        <a:pt x="1026" y="338"/>
                      </a:lnTo>
                      <a:lnTo>
                        <a:pt x="1020" y="338"/>
                      </a:lnTo>
                      <a:lnTo>
                        <a:pt x="1020" y="338"/>
                      </a:lnTo>
                      <a:lnTo>
                        <a:pt x="1020" y="342"/>
                      </a:lnTo>
                      <a:lnTo>
                        <a:pt x="1020" y="342"/>
                      </a:lnTo>
                      <a:lnTo>
                        <a:pt x="1024" y="342"/>
                      </a:lnTo>
                      <a:lnTo>
                        <a:pt x="1024" y="342"/>
                      </a:lnTo>
                      <a:lnTo>
                        <a:pt x="1026" y="350"/>
                      </a:lnTo>
                      <a:lnTo>
                        <a:pt x="1026" y="350"/>
                      </a:lnTo>
                      <a:lnTo>
                        <a:pt x="1030" y="348"/>
                      </a:lnTo>
                      <a:lnTo>
                        <a:pt x="1030" y="350"/>
                      </a:lnTo>
                      <a:lnTo>
                        <a:pt x="1030" y="350"/>
                      </a:lnTo>
                      <a:lnTo>
                        <a:pt x="1026" y="352"/>
                      </a:lnTo>
                      <a:lnTo>
                        <a:pt x="1026" y="352"/>
                      </a:lnTo>
                      <a:lnTo>
                        <a:pt x="1022" y="346"/>
                      </a:lnTo>
                      <a:lnTo>
                        <a:pt x="1018" y="344"/>
                      </a:lnTo>
                      <a:lnTo>
                        <a:pt x="1018" y="344"/>
                      </a:lnTo>
                      <a:lnTo>
                        <a:pt x="1018" y="344"/>
                      </a:lnTo>
                      <a:lnTo>
                        <a:pt x="1016" y="346"/>
                      </a:lnTo>
                      <a:lnTo>
                        <a:pt x="1016" y="346"/>
                      </a:lnTo>
                      <a:lnTo>
                        <a:pt x="1016" y="342"/>
                      </a:lnTo>
                      <a:lnTo>
                        <a:pt x="1014" y="342"/>
                      </a:lnTo>
                      <a:lnTo>
                        <a:pt x="1014" y="342"/>
                      </a:lnTo>
                      <a:lnTo>
                        <a:pt x="1010" y="340"/>
                      </a:lnTo>
                      <a:lnTo>
                        <a:pt x="1004" y="342"/>
                      </a:lnTo>
                      <a:lnTo>
                        <a:pt x="1004" y="342"/>
                      </a:lnTo>
                      <a:lnTo>
                        <a:pt x="1002" y="342"/>
                      </a:lnTo>
                      <a:lnTo>
                        <a:pt x="1002" y="344"/>
                      </a:lnTo>
                      <a:lnTo>
                        <a:pt x="1002" y="344"/>
                      </a:lnTo>
                      <a:lnTo>
                        <a:pt x="998" y="340"/>
                      </a:lnTo>
                      <a:lnTo>
                        <a:pt x="994" y="338"/>
                      </a:lnTo>
                      <a:lnTo>
                        <a:pt x="992" y="338"/>
                      </a:lnTo>
                      <a:lnTo>
                        <a:pt x="992" y="338"/>
                      </a:lnTo>
                      <a:lnTo>
                        <a:pt x="992" y="342"/>
                      </a:lnTo>
                      <a:lnTo>
                        <a:pt x="992" y="342"/>
                      </a:lnTo>
                      <a:lnTo>
                        <a:pt x="988" y="342"/>
                      </a:lnTo>
                      <a:lnTo>
                        <a:pt x="984" y="338"/>
                      </a:lnTo>
                      <a:lnTo>
                        <a:pt x="980" y="336"/>
                      </a:lnTo>
                      <a:lnTo>
                        <a:pt x="974" y="336"/>
                      </a:lnTo>
                      <a:lnTo>
                        <a:pt x="974" y="336"/>
                      </a:lnTo>
                      <a:lnTo>
                        <a:pt x="972" y="340"/>
                      </a:lnTo>
                      <a:lnTo>
                        <a:pt x="972" y="340"/>
                      </a:lnTo>
                      <a:lnTo>
                        <a:pt x="972" y="338"/>
                      </a:lnTo>
                      <a:lnTo>
                        <a:pt x="972" y="340"/>
                      </a:lnTo>
                      <a:lnTo>
                        <a:pt x="972" y="342"/>
                      </a:lnTo>
                      <a:lnTo>
                        <a:pt x="972" y="342"/>
                      </a:lnTo>
                      <a:lnTo>
                        <a:pt x="980" y="348"/>
                      </a:lnTo>
                      <a:lnTo>
                        <a:pt x="990" y="354"/>
                      </a:lnTo>
                      <a:lnTo>
                        <a:pt x="992" y="354"/>
                      </a:lnTo>
                      <a:lnTo>
                        <a:pt x="992" y="354"/>
                      </a:lnTo>
                      <a:lnTo>
                        <a:pt x="992" y="356"/>
                      </a:lnTo>
                      <a:lnTo>
                        <a:pt x="992" y="356"/>
                      </a:lnTo>
                      <a:lnTo>
                        <a:pt x="994" y="356"/>
                      </a:lnTo>
                      <a:lnTo>
                        <a:pt x="1000" y="356"/>
                      </a:lnTo>
                      <a:lnTo>
                        <a:pt x="1000" y="356"/>
                      </a:lnTo>
                      <a:lnTo>
                        <a:pt x="1004" y="360"/>
                      </a:lnTo>
                      <a:lnTo>
                        <a:pt x="1006" y="360"/>
                      </a:lnTo>
                      <a:lnTo>
                        <a:pt x="1006" y="360"/>
                      </a:lnTo>
                      <a:lnTo>
                        <a:pt x="1006" y="366"/>
                      </a:lnTo>
                      <a:lnTo>
                        <a:pt x="1006" y="366"/>
                      </a:lnTo>
                      <a:lnTo>
                        <a:pt x="1012" y="366"/>
                      </a:lnTo>
                      <a:lnTo>
                        <a:pt x="1018" y="368"/>
                      </a:lnTo>
                      <a:lnTo>
                        <a:pt x="1018" y="368"/>
                      </a:lnTo>
                      <a:lnTo>
                        <a:pt x="1020" y="368"/>
                      </a:lnTo>
                      <a:lnTo>
                        <a:pt x="1020" y="370"/>
                      </a:lnTo>
                      <a:lnTo>
                        <a:pt x="1018" y="370"/>
                      </a:lnTo>
                      <a:lnTo>
                        <a:pt x="1018" y="372"/>
                      </a:lnTo>
                      <a:lnTo>
                        <a:pt x="1018" y="372"/>
                      </a:lnTo>
                      <a:lnTo>
                        <a:pt x="1018" y="376"/>
                      </a:lnTo>
                      <a:lnTo>
                        <a:pt x="1016" y="378"/>
                      </a:lnTo>
                      <a:lnTo>
                        <a:pt x="1016" y="378"/>
                      </a:lnTo>
                      <a:lnTo>
                        <a:pt x="1008" y="376"/>
                      </a:lnTo>
                      <a:lnTo>
                        <a:pt x="1008" y="376"/>
                      </a:lnTo>
                      <a:lnTo>
                        <a:pt x="1006" y="376"/>
                      </a:lnTo>
                      <a:lnTo>
                        <a:pt x="1006" y="376"/>
                      </a:lnTo>
                      <a:lnTo>
                        <a:pt x="1006" y="376"/>
                      </a:lnTo>
                      <a:lnTo>
                        <a:pt x="998" y="372"/>
                      </a:lnTo>
                      <a:lnTo>
                        <a:pt x="998" y="372"/>
                      </a:lnTo>
                      <a:lnTo>
                        <a:pt x="994" y="372"/>
                      </a:lnTo>
                      <a:lnTo>
                        <a:pt x="988" y="374"/>
                      </a:lnTo>
                      <a:lnTo>
                        <a:pt x="988" y="374"/>
                      </a:lnTo>
                      <a:lnTo>
                        <a:pt x="984" y="370"/>
                      </a:lnTo>
                      <a:lnTo>
                        <a:pt x="984" y="370"/>
                      </a:lnTo>
                      <a:lnTo>
                        <a:pt x="982" y="372"/>
                      </a:lnTo>
                      <a:lnTo>
                        <a:pt x="982" y="374"/>
                      </a:lnTo>
                      <a:lnTo>
                        <a:pt x="982" y="374"/>
                      </a:lnTo>
                      <a:lnTo>
                        <a:pt x="970" y="370"/>
                      </a:lnTo>
                      <a:lnTo>
                        <a:pt x="970" y="370"/>
                      </a:lnTo>
                      <a:lnTo>
                        <a:pt x="968" y="372"/>
                      </a:lnTo>
                      <a:lnTo>
                        <a:pt x="968" y="372"/>
                      </a:lnTo>
                      <a:lnTo>
                        <a:pt x="964" y="368"/>
                      </a:lnTo>
                      <a:lnTo>
                        <a:pt x="964" y="368"/>
                      </a:lnTo>
                      <a:lnTo>
                        <a:pt x="962" y="374"/>
                      </a:lnTo>
                      <a:lnTo>
                        <a:pt x="962" y="374"/>
                      </a:lnTo>
                      <a:lnTo>
                        <a:pt x="954" y="374"/>
                      </a:lnTo>
                      <a:lnTo>
                        <a:pt x="954" y="374"/>
                      </a:lnTo>
                      <a:lnTo>
                        <a:pt x="952" y="372"/>
                      </a:lnTo>
                      <a:lnTo>
                        <a:pt x="952" y="370"/>
                      </a:lnTo>
                      <a:lnTo>
                        <a:pt x="952" y="370"/>
                      </a:lnTo>
                      <a:lnTo>
                        <a:pt x="948" y="372"/>
                      </a:lnTo>
                      <a:lnTo>
                        <a:pt x="946" y="374"/>
                      </a:lnTo>
                      <a:lnTo>
                        <a:pt x="946" y="374"/>
                      </a:lnTo>
                      <a:lnTo>
                        <a:pt x="940" y="370"/>
                      </a:lnTo>
                      <a:lnTo>
                        <a:pt x="940" y="370"/>
                      </a:lnTo>
                      <a:lnTo>
                        <a:pt x="936" y="370"/>
                      </a:lnTo>
                      <a:lnTo>
                        <a:pt x="936" y="368"/>
                      </a:lnTo>
                      <a:lnTo>
                        <a:pt x="936" y="368"/>
                      </a:lnTo>
                      <a:lnTo>
                        <a:pt x="946" y="364"/>
                      </a:lnTo>
                      <a:lnTo>
                        <a:pt x="946" y="364"/>
                      </a:lnTo>
                      <a:lnTo>
                        <a:pt x="946" y="362"/>
                      </a:lnTo>
                      <a:lnTo>
                        <a:pt x="948" y="362"/>
                      </a:lnTo>
                      <a:lnTo>
                        <a:pt x="948" y="362"/>
                      </a:lnTo>
                      <a:lnTo>
                        <a:pt x="946" y="360"/>
                      </a:lnTo>
                      <a:lnTo>
                        <a:pt x="946" y="360"/>
                      </a:lnTo>
                      <a:lnTo>
                        <a:pt x="942" y="360"/>
                      </a:lnTo>
                      <a:lnTo>
                        <a:pt x="942" y="360"/>
                      </a:lnTo>
                      <a:lnTo>
                        <a:pt x="942" y="358"/>
                      </a:lnTo>
                      <a:lnTo>
                        <a:pt x="940" y="358"/>
                      </a:lnTo>
                      <a:lnTo>
                        <a:pt x="940" y="358"/>
                      </a:lnTo>
                      <a:lnTo>
                        <a:pt x="940" y="362"/>
                      </a:lnTo>
                      <a:lnTo>
                        <a:pt x="940" y="362"/>
                      </a:lnTo>
                      <a:lnTo>
                        <a:pt x="938" y="362"/>
                      </a:lnTo>
                      <a:lnTo>
                        <a:pt x="938" y="362"/>
                      </a:lnTo>
                      <a:lnTo>
                        <a:pt x="934" y="360"/>
                      </a:lnTo>
                      <a:lnTo>
                        <a:pt x="934" y="358"/>
                      </a:lnTo>
                      <a:lnTo>
                        <a:pt x="934" y="358"/>
                      </a:lnTo>
                      <a:lnTo>
                        <a:pt x="932" y="360"/>
                      </a:lnTo>
                      <a:lnTo>
                        <a:pt x="930" y="360"/>
                      </a:lnTo>
                      <a:lnTo>
                        <a:pt x="930" y="360"/>
                      </a:lnTo>
                      <a:lnTo>
                        <a:pt x="928" y="348"/>
                      </a:lnTo>
                      <a:lnTo>
                        <a:pt x="928" y="348"/>
                      </a:lnTo>
                      <a:lnTo>
                        <a:pt x="924" y="348"/>
                      </a:lnTo>
                      <a:lnTo>
                        <a:pt x="924" y="348"/>
                      </a:lnTo>
                      <a:lnTo>
                        <a:pt x="920" y="336"/>
                      </a:lnTo>
                      <a:lnTo>
                        <a:pt x="920" y="336"/>
                      </a:lnTo>
                      <a:lnTo>
                        <a:pt x="916" y="336"/>
                      </a:lnTo>
                      <a:lnTo>
                        <a:pt x="916" y="336"/>
                      </a:lnTo>
                      <a:lnTo>
                        <a:pt x="914" y="340"/>
                      </a:lnTo>
                      <a:lnTo>
                        <a:pt x="914" y="340"/>
                      </a:lnTo>
                      <a:lnTo>
                        <a:pt x="914" y="336"/>
                      </a:lnTo>
                      <a:lnTo>
                        <a:pt x="914" y="336"/>
                      </a:lnTo>
                      <a:lnTo>
                        <a:pt x="908" y="334"/>
                      </a:lnTo>
                      <a:lnTo>
                        <a:pt x="908" y="334"/>
                      </a:lnTo>
                      <a:lnTo>
                        <a:pt x="908" y="330"/>
                      </a:lnTo>
                      <a:lnTo>
                        <a:pt x="908" y="330"/>
                      </a:lnTo>
                      <a:lnTo>
                        <a:pt x="906" y="330"/>
                      </a:lnTo>
                      <a:lnTo>
                        <a:pt x="906" y="330"/>
                      </a:lnTo>
                      <a:lnTo>
                        <a:pt x="906" y="332"/>
                      </a:lnTo>
                      <a:lnTo>
                        <a:pt x="906" y="334"/>
                      </a:lnTo>
                      <a:lnTo>
                        <a:pt x="906" y="334"/>
                      </a:lnTo>
                      <a:lnTo>
                        <a:pt x="902" y="336"/>
                      </a:lnTo>
                      <a:lnTo>
                        <a:pt x="902" y="336"/>
                      </a:lnTo>
                      <a:lnTo>
                        <a:pt x="898" y="330"/>
                      </a:lnTo>
                      <a:lnTo>
                        <a:pt x="898" y="330"/>
                      </a:lnTo>
                      <a:lnTo>
                        <a:pt x="898" y="326"/>
                      </a:lnTo>
                      <a:lnTo>
                        <a:pt x="896" y="326"/>
                      </a:lnTo>
                      <a:lnTo>
                        <a:pt x="896" y="326"/>
                      </a:lnTo>
                      <a:lnTo>
                        <a:pt x="896" y="328"/>
                      </a:lnTo>
                      <a:lnTo>
                        <a:pt x="894" y="330"/>
                      </a:lnTo>
                      <a:lnTo>
                        <a:pt x="894" y="332"/>
                      </a:lnTo>
                      <a:lnTo>
                        <a:pt x="894" y="332"/>
                      </a:lnTo>
                      <a:lnTo>
                        <a:pt x="900" y="336"/>
                      </a:lnTo>
                      <a:lnTo>
                        <a:pt x="900" y="336"/>
                      </a:lnTo>
                      <a:lnTo>
                        <a:pt x="900" y="340"/>
                      </a:lnTo>
                      <a:lnTo>
                        <a:pt x="900" y="340"/>
                      </a:lnTo>
                      <a:lnTo>
                        <a:pt x="898" y="340"/>
                      </a:lnTo>
                      <a:lnTo>
                        <a:pt x="898" y="342"/>
                      </a:lnTo>
                      <a:lnTo>
                        <a:pt x="898" y="342"/>
                      </a:lnTo>
                      <a:lnTo>
                        <a:pt x="890" y="340"/>
                      </a:lnTo>
                      <a:lnTo>
                        <a:pt x="888" y="336"/>
                      </a:lnTo>
                      <a:lnTo>
                        <a:pt x="888" y="336"/>
                      </a:lnTo>
                      <a:lnTo>
                        <a:pt x="886" y="340"/>
                      </a:lnTo>
                      <a:lnTo>
                        <a:pt x="886" y="340"/>
                      </a:lnTo>
                      <a:lnTo>
                        <a:pt x="884" y="340"/>
                      </a:lnTo>
                      <a:lnTo>
                        <a:pt x="884" y="340"/>
                      </a:lnTo>
                      <a:lnTo>
                        <a:pt x="884" y="344"/>
                      </a:lnTo>
                      <a:lnTo>
                        <a:pt x="884" y="344"/>
                      </a:lnTo>
                      <a:lnTo>
                        <a:pt x="880" y="344"/>
                      </a:lnTo>
                      <a:lnTo>
                        <a:pt x="878" y="344"/>
                      </a:lnTo>
                      <a:lnTo>
                        <a:pt x="876" y="348"/>
                      </a:lnTo>
                      <a:lnTo>
                        <a:pt x="876" y="348"/>
                      </a:lnTo>
                      <a:lnTo>
                        <a:pt x="868" y="348"/>
                      </a:lnTo>
                      <a:lnTo>
                        <a:pt x="866" y="346"/>
                      </a:lnTo>
                      <a:lnTo>
                        <a:pt x="866" y="346"/>
                      </a:lnTo>
                      <a:lnTo>
                        <a:pt x="864" y="346"/>
                      </a:lnTo>
                      <a:lnTo>
                        <a:pt x="862" y="348"/>
                      </a:lnTo>
                      <a:lnTo>
                        <a:pt x="862" y="346"/>
                      </a:lnTo>
                      <a:lnTo>
                        <a:pt x="862" y="346"/>
                      </a:lnTo>
                      <a:lnTo>
                        <a:pt x="858" y="344"/>
                      </a:lnTo>
                      <a:lnTo>
                        <a:pt x="856" y="344"/>
                      </a:lnTo>
                      <a:lnTo>
                        <a:pt x="856" y="344"/>
                      </a:lnTo>
                      <a:lnTo>
                        <a:pt x="854" y="338"/>
                      </a:lnTo>
                      <a:lnTo>
                        <a:pt x="854" y="338"/>
                      </a:lnTo>
                      <a:lnTo>
                        <a:pt x="856" y="334"/>
                      </a:lnTo>
                      <a:lnTo>
                        <a:pt x="858" y="330"/>
                      </a:lnTo>
                      <a:lnTo>
                        <a:pt x="858" y="330"/>
                      </a:lnTo>
                      <a:lnTo>
                        <a:pt x="856" y="330"/>
                      </a:lnTo>
                      <a:lnTo>
                        <a:pt x="856" y="326"/>
                      </a:lnTo>
                      <a:lnTo>
                        <a:pt x="856" y="326"/>
                      </a:lnTo>
                      <a:lnTo>
                        <a:pt x="860" y="316"/>
                      </a:lnTo>
                      <a:lnTo>
                        <a:pt x="860" y="316"/>
                      </a:lnTo>
                      <a:lnTo>
                        <a:pt x="872" y="316"/>
                      </a:lnTo>
                      <a:lnTo>
                        <a:pt x="872" y="316"/>
                      </a:lnTo>
                      <a:lnTo>
                        <a:pt x="876" y="318"/>
                      </a:lnTo>
                      <a:lnTo>
                        <a:pt x="880" y="318"/>
                      </a:lnTo>
                      <a:lnTo>
                        <a:pt x="880" y="316"/>
                      </a:lnTo>
                      <a:lnTo>
                        <a:pt x="880" y="316"/>
                      </a:lnTo>
                      <a:lnTo>
                        <a:pt x="886" y="316"/>
                      </a:lnTo>
                      <a:lnTo>
                        <a:pt x="886" y="316"/>
                      </a:lnTo>
                      <a:lnTo>
                        <a:pt x="886" y="316"/>
                      </a:lnTo>
                      <a:lnTo>
                        <a:pt x="888" y="314"/>
                      </a:lnTo>
                      <a:lnTo>
                        <a:pt x="888" y="314"/>
                      </a:lnTo>
                      <a:lnTo>
                        <a:pt x="888" y="314"/>
                      </a:lnTo>
                      <a:lnTo>
                        <a:pt x="890" y="314"/>
                      </a:lnTo>
                      <a:lnTo>
                        <a:pt x="892" y="316"/>
                      </a:lnTo>
                      <a:lnTo>
                        <a:pt x="892" y="314"/>
                      </a:lnTo>
                      <a:lnTo>
                        <a:pt x="892" y="314"/>
                      </a:lnTo>
                      <a:lnTo>
                        <a:pt x="896" y="312"/>
                      </a:lnTo>
                      <a:lnTo>
                        <a:pt x="896" y="312"/>
                      </a:lnTo>
                      <a:lnTo>
                        <a:pt x="898" y="314"/>
                      </a:lnTo>
                      <a:lnTo>
                        <a:pt x="902" y="314"/>
                      </a:lnTo>
                      <a:lnTo>
                        <a:pt x="902" y="314"/>
                      </a:lnTo>
                      <a:lnTo>
                        <a:pt x="906" y="312"/>
                      </a:lnTo>
                      <a:lnTo>
                        <a:pt x="906" y="312"/>
                      </a:lnTo>
                      <a:lnTo>
                        <a:pt x="916" y="310"/>
                      </a:lnTo>
                      <a:lnTo>
                        <a:pt x="924" y="310"/>
                      </a:lnTo>
                      <a:lnTo>
                        <a:pt x="924" y="310"/>
                      </a:lnTo>
                      <a:lnTo>
                        <a:pt x="922" y="304"/>
                      </a:lnTo>
                      <a:lnTo>
                        <a:pt x="922" y="304"/>
                      </a:lnTo>
                      <a:lnTo>
                        <a:pt x="918" y="302"/>
                      </a:lnTo>
                      <a:lnTo>
                        <a:pt x="916" y="300"/>
                      </a:lnTo>
                      <a:lnTo>
                        <a:pt x="916" y="300"/>
                      </a:lnTo>
                      <a:lnTo>
                        <a:pt x="914" y="294"/>
                      </a:lnTo>
                      <a:lnTo>
                        <a:pt x="914" y="294"/>
                      </a:lnTo>
                      <a:lnTo>
                        <a:pt x="910" y="294"/>
                      </a:lnTo>
                      <a:lnTo>
                        <a:pt x="910" y="294"/>
                      </a:lnTo>
                      <a:lnTo>
                        <a:pt x="906" y="288"/>
                      </a:lnTo>
                      <a:lnTo>
                        <a:pt x="906" y="288"/>
                      </a:lnTo>
                      <a:lnTo>
                        <a:pt x="906" y="284"/>
                      </a:lnTo>
                      <a:lnTo>
                        <a:pt x="906" y="284"/>
                      </a:lnTo>
                      <a:lnTo>
                        <a:pt x="914" y="282"/>
                      </a:lnTo>
                      <a:lnTo>
                        <a:pt x="914" y="282"/>
                      </a:lnTo>
                      <a:lnTo>
                        <a:pt x="914" y="278"/>
                      </a:lnTo>
                      <a:lnTo>
                        <a:pt x="916" y="276"/>
                      </a:lnTo>
                      <a:lnTo>
                        <a:pt x="916" y="276"/>
                      </a:lnTo>
                      <a:lnTo>
                        <a:pt x="922" y="270"/>
                      </a:lnTo>
                      <a:lnTo>
                        <a:pt x="930" y="268"/>
                      </a:lnTo>
                      <a:lnTo>
                        <a:pt x="930" y="268"/>
                      </a:lnTo>
                      <a:lnTo>
                        <a:pt x="924" y="264"/>
                      </a:lnTo>
                      <a:lnTo>
                        <a:pt x="922" y="260"/>
                      </a:lnTo>
                      <a:lnTo>
                        <a:pt x="924" y="256"/>
                      </a:lnTo>
                      <a:lnTo>
                        <a:pt x="924" y="256"/>
                      </a:lnTo>
                      <a:lnTo>
                        <a:pt x="924" y="254"/>
                      </a:lnTo>
                      <a:lnTo>
                        <a:pt x="926" y="254"/>
                      </a:lnTo>
                      <a:lnTo>
                        <a:pt x="926" y="254"/>
                      </a:lnTo>
                      <a:lnTo>
                        <a:pt x="928" y="254"/>
                      </a:lnTo>
                      <a:lnTo>
                        <a:pt x="930" y="254"/>
                      </a:lnTo>
                      <a:lnTo>
                        <a:pt x="930" y="254"/>
                      </a:lnTo>
                      <a:lnTo>
                        <a:pt x="930" y="254"/>
                      </a:lnTo>
                      <a:lnTo>
                        <a:pt x="932" y="252"/>
                      </a:lnTo>
                      <a:lnTo>
                        <a:pt x="932" y="252"/>
                      </a:lnTo>
                      <a:lnTo>
                        <a:pt x="932" y="250"/>
                      </a:lnTo>
                      <a:lnTo>
                        <a:pt x="932" y="250"/>
                      </a:lnTo>
                      <a:lnTo>
                        <a:pt x="928" y="248"/>
                      </a:lnTo>
                      <a:lnTo>
                        <a:pt x="928" y="248"/>
                      </a:lnTo>
                      <a:lnTo>
                        <a:pt x="928" y="244"/>
                      </a:lnTo>
                      <a:lnTo>
                        <a:pt x="926" y="244"/>
                      </a:lnTo>
                      <a:lnTo>
                        <a:pt x="926" y="244"/>
                      </a:lnTo>
                      <a:lnTo>
                        <a:pt x="926" y="238"/>
                      </a:lnTo>
                      <a:lnTo>
                        <a:pt x="926" y="232"/>
                      </a:lnTo>
                      <a:lnTo>
                        <a:pt x="926" y="232"/>
                      </a:lnTo>
                      <a:lnTo>
                        <a:pt x="924" y="232"/>
                      </a:lnTo>
                      <a:lnTo>
                        <a:pt x="922" y="232"/>
                      </a:lnTo>
                      <a:lnTo>
                        <a:pt x="922" y="232"/>
                      </a:lnTo>
                      <a:lnTo>
                        <a:pt x="920" y="228"/>
                      </a:lnTo>
                      <a:lnTo>
                        <a:pt x="920" y="228"/>
                      </a:lnTo>
                      <a:lnTo>
                        <a:pt x="922" y="228"/>
                      </a:lnTo>
                      <a:lnTo>
                        <a:pt x="922" y="228"/>
                      </a:lnTo>
                      <a:lnTo>
                        <a:pt x="920" y="226"/>
                      </a:lnTo>
                      <a:lnTo>
                        <a:pt x="920" y="226"/>
                      </a:lnTo>
                      <a:lnTo>
                        <a:pt x="914" y="226"/>
                      </a:lnTo>
                      <a:lnTo>
                        <a:pt x="914" y="224"/>
                      </a:lnTo>
                      <a:lnTo>
                        <a:pt x="914" y="224"/>
                      </a:lnTo>
                      <a:lnTo>
                        <a:pt x="914" y="222"/>
                      </a:lnTo>
                      <a:lnTo>
                        <a:pt x="914" y="220"/>
                      </a:lnTo>
                      <a:lnTo>
                        <a:pt x="914" y="220"/>
                      </a:lnTo>
                      <a:lnTo>
                        <a:pt x="912" y="220"/>
                      </a:lnTo>
                      <a:lnTo>
                        <a:pt x="912" y="220"/>
                      </a:lnTo>
                      <a:lnTo>
                        <a:pt x="912" y="218"/>
                      </a:lnTo>
                      <a:lnTo>
                        <a:pt x="912" y="218"/>
                      </a:lnTo>
                      <a:lnTo>
                        <a:pt x="916" y="216"/>
                      </a:lnTo>
                      <a:lnTo>
                        <a:pt x="916" y="216"/>
                      </a:lnTo>
                      <a:lnTo>
                        <a:pt x="916" y="212"/>
                      </a:lnTo>
                      <a:lnTo>
                        <a:pt x="916" y="210"/>
                      </a:lnTo>
                      <a:lnTo>
                        <a:pt x="916" y="210"/>
                      </a:lnTo>
                      <a:lnTo>
                        <a:pt x="914" y="210"/>
                      </a:lnTo>
                      <a:lnTo>
                        <a:pt x="914" y="212"/>
                      </a:lnTo>
                      <a:lnTo>
                        <a:pt x="912" y="214"/>
                      </a:lnTo>
                      <a:lnTo>
                        <a:pt x="912" y="214"/>
                      </a:lnTo>
                      <a:lnTo>
                        <a:pt x="910" y="214"/>
                      </a:lnTo>
                      <a:lnTo>
                        <a:pt x="908" y="212"/>
                      </a:lnTo>
                      <a:lnTo>
                        <a:pt x="908" y="212"/>
                      </a:lnTo>
                      <a:lnTo>
                        <a:pt x="902" y="218"/>
                      </a:lnTo>
                      <a:lnTo>
                        <a:pt x="896" y="224"/>
                      </a:lnTo>
                      <a:lnTo>
                        <a:pt x="896" y="224"/>
                      </a:lnTo>
                      <a:lnTo>
                        <a:pt x="894" y="224"/>
                      </a:lnTo>
                      <a:lnTo>
                        <a:pt x="894" y="224"/>
                      </a:lnTo>
                      <a:lnTo>
                        <a:pt x="894" y="220"/>
                      </a:lnTo>
                      <a:lnTo>
                        <a:pt x="894" y="218"/>
                      </a:lnTo>
                      <a:lnTo>
                        <a:pt x="894" y="218"/>
                      </a:lnTo>
                      <a:lnTo>
                        <a:pt x="890" y="218"/>
                      </a:lnTo>
                      <a:lnTo>
                        <a:pt x="890" y="218"/>
                      </a:lnTo>
                      <a:lnTo>
                        <a:pt x="888" y="214"/>
                      </a:lnTo>
                      <a:lnTo>
                        <a:pt x="890" y="212"/>
                      </a:lnTo>
                      <a:lnTo>
                        <a:pt x="890" y="212"/>
                      </a:lnTo>
                      <a:lnTo>
                        <a:pt x="890" y="212"/>
                      </a:lnTo>
                      <a:lnTo>
                        <a:pt x="892" y="208"/>
                      </a:lnTo>
                      <a:lnTo>
                        <a:pt x="892" y="208"/>
                      </a:lnTo>
                      <a:lnTo>
                        <a:pt x="892" y="206"/>
                      </a:lnTo>
                      <a:lnTo>
                        <a:pt x="892" y="206"/>
                      </a:lnTo>
                      <a:lnTo>
                        <a:pt x="896" y="206"/>
                      </a:lnTo>
                      <a:lnTo>
                        <a:pt x="896" y="206"/>
                      </a:lnTo>
                      <a:lnTo>
                        <a:pt x="896" y="208"/>
                      </a:lnTo>
                      <a:lnTo>
                        <a:pt x="896" y="208"/>
                      </a:lnTo>
                      <a:lnTo>
                        <a:pt x="898" y="206"/>
                      </a:lnTo>
                      <a:lnTo>
                        <a:pt x="896" y="204"/>
                      </a:lnTo>
                      <a:lnTo>
                        <a:pt x="896" y="204"/>
                      </a:lnTo>
                      <a:lnTo>
                        <a:pt x="890" y="202"/>
                      </a:lnTo>
                      <a:lnTo>
                        <a:pt x="890" y="202"/>
                      </a:lnTo>
                      <a:lnTo>
                        <a:pt x="888" y="200"/>
                      </a:lnTo>
                      <a:lnTo>
                        <a:pt x="888" y="200"/>
                      </a:lnTo>
                      <a:lnTo>
                        <a:pt x="888" y="200"/>
                      </a:lnTo>
                      <a:lnTo>
                        <a:pt x="888" y="194"/>
                      </a:lnTo>
                      <a:lnTo>
                        <a:pt x="888" y="194"/>
                      </a:lnTo>
                      <a:lnTo>
                        <a:pt x="888" y="194"/>
                      </a:lnTo>
                      <a:lnTo>
                        <a:pt x="888" y="192"/>
                      </a:lnTo>
                      <a:lnTo>
                        <a:pt x="888" y="192"/>
                      </a:lnTo>
                      <a:lnTo>
                        <a:pt x="894" y="192"/>
                      </a:lnTo>
                      <a:lnTo>
                        <a:pt x="892" y="188"/>
                      </a:lnTo>
                      <a:lnTo>
                        <a:pt x="892" y="188"/>
                      </a:lnTo>
                      <a:lnTo>
                        <a:pt x="886" y="188"/>
                      </a:lnTo>
                      <a:lnTo>
                        <a:pt x="884" y="194"/>
                      </a:lnTo>
                      <a:lnTo>
                        <a:pt x="884" y="194"/>
                      </a:lnTo>
                      <a:lnTo>
                        <a:pt x="880" y="194"/>
                      </a:lnTo>
                      <a:lnTo>
                        <a:pt x="880" y="194"/>
                      </a:lnTo>
                      <a:lnTo>
                        <a:pt x="882" y="188"/>
                      </a:lnTo>
                      <a:lnTo>
                        <a:pt x="882" y="188"/>
                      </a:lnTo>
                      <a:lnTo>
                        <a:pt x="878" y="188"/>
                      </a:lnTo>
                      <a:lnTo>
                        <a:pt x="878" y="188"/>
                      </a:lnTo>
                      <a:lnTo>
                        <a:pt x="878" y="186"/>
                      </a:lnTo>
                      <a:lnTo>
                        <a:pt x="876" y="184"/>
                      </a:lnTo>
                      <a:lnTo>
                        <a:pt x="876" y="184"/>
                      </a:lnTo>
                      <a:lnTo>
                        <a:pt x="874" y="184"/>
                      </a:lnTo>
                      <a:lnTo>
                        <a:pt x="872" y="182"/>
                      </a:lnTo>
                      <a:lnTo>
                        <a:pt x="872" y="182"/>
                      </a:lnTo>
                      <a:lnTo>
                        <a:pt x="872" y="184"/>
                      </a:lnTo>
                      <a:lnTo>
                        <a:pt x="872" y="184"/>
                      </a:lnTo>
                      <a:lnTo>
                        <a:pt x="868" y="184"/>
                      </a:lnTo>
                      <a:lnTo>
                        <a:pt x="868" y="184"/>
                      </a:lnTo>
                      <a:lnTo>
                        <a:pt x="868" y="190"/>
                      </a:lnTo>
                      <a:lnTo>
                        <a:pt x="866" y="190"/>
                      </a:lnTo>
                      <a:lnTo>
                        <a:pt x="866" y="190"/>
                      </a:lnTo>
                      <a:lnTo>
                        <a:pt x="862" y="174"/>
                      </a:lnTo>
                      <a:lnTo>
                        <a:pt x="862" y="174"/>
                      </a:lnTo>
                      <a:lnTo>
                        <a:pt x="858" y="174"/>
                      </a:lnTo>
                      <a:lnTo>
                        <a:pt x="858" y="178"/>
                      </a:lnTo>
                      <a:lnTo>
                        <a:pt x="858" y="178"/>
                      </a:lnTo>
                      <a:lnTo>
                        <a:pt x="854" y="176"/>
                      </a:lnTo>
                      <a:lnTo>
                        <a:pt x="854" y="176"/>
                      </a:lnTo>
                      <a:lnTo>
                        <a:pt x="850" y="168"/>
                      </a:lnTo>
                      <a:lnTo>
                        <a:pt x="850" y="168"/>
                      </a:lnTo>
                      <a:lnTo>
                        <a:pt x="842" y="172"/>
                      </a:lnTo>
                      <a:lnTo>
                        <a:pt x="842" y="172"/>
                      </a:lnTo>
                      <a:lnTo>
                        <a:pt x="842" y="176"/>
                      </a:lnTo>
                      <a:lnTo>
                        <a:pt x="842" y="176"/>
                      </a:lnTo>
                      <a:lnTo>
                        <a:pt x="846" y="176"/>
                      </a:lnTo>
                      <a:lnTo>
                        <a:pt x="846" y="176"/>
                      </a:lnTo>
                      <a:lnTo>
                        <a:pt x="848" y="172"/>
                      </a:lnTo>
                      <a:lnTo>
                        <a:pt x="850" y="172"/>
                      </a:lnTo>
                      <a:lnTo>
                        <a:pt x="850" y="172"/>
                      </a:lnTo>
                      <a:lnTo>
                        <a:pt x="852" y="180"/>
                      </a:lnTo>
                      <a:lnTo>
                        <a:pt x="852" y="180"/>
                      </a:lnTo>
                      <a:lnTo>
                        <a:pt x="850" y="182"/>
                      </a:lnTo>
                      <a:lnTo>
                        <a:pt x="850" y="182"/>
                      </a:lnTo>
                      <a:lnTo>
                        <a:pt x="846" y="182"/>
                      </a:lnTo>
                      <a:lnTo>
                        <a:pt x="846" y="182"/>
                      </a:lnTo>
                      <a:lnTo>
                        <a:pt x="846" y="182"/>
                      </a:lnTo>
                      <a:lnTo>
                        <a:pt x="840" y="184"/>
                      </a:lnTo>
                      <a:lnTo>
                        <a:pt x="838" y="182"/>
                      </a:lnTo>
                      <a:lnTo>
                        <a:pt x="834" y="180"/>
                      </a:lnTo>
                      <a:lnTo>
                        <a:pt x="834" y="180"/>
                      </a:lnTo>
                      <a:lnTo>
                        <a:pt x="832" y="178"/>
                      </a:lnTo>
                      <a:lnTo>
                        <a:pt x="830" y="176"/>
                      </a:lnTo>
                      <a:lnTo>
                        <a:pt x="830" y="176"/>
                      </a:lnTo>
                      <a:lnTo>
                        <a:pt x="828" y="176"/>
                      </a:lnTo>
                      <a:lnTo>
                        <a:pt x="828" y="176"/>
                      </a:lnTo>
                      <a:lnTo>
                        <a:pt x="824" y="174"/>
                      </a:lnTo>
                      <a:lnTo>
                        <a:pt x="824" y="176"/>
                      </a:lnTo>
                      <a:lnTo>
                        <a:pt x="824" y="176"/>
                      </a:lnTo>
                      <a:lnTo>
                        <a:pt x="816" y="176"/>
                      </a:lnTo>
                      <a:lnTo>
                        <a:pt x="816" y="176"/>
                      </a:lnTo>
                      <a:lnTo>
                        <a:pt x="814" y="178"/>
                      </a:lnTo>
                      <a:lnTo>
                        <a:pt x="814" y="180"/>
                      </a:lnTo>
                      <a:lnTo>
                        <a:pt x="814" y="180"/>
                      </a:lnTo>
                      <a:lnTo>
                        <a:pt x="818" y="182"/>
                      </a:lnTo>
                      <a:lnTo>
                        <a:pt x="818" y="182"/>
                      </a:lnTo>
                      <a:lnTo>
                        <a:pt x="818" y="184"/>
                      </a:lnTo>
                      <a:lnTo>
                        <a:pt x="818" y="184"/>
                      </a:lnTo>
                      <a:lnTo>
                        <a:pt x="822" y="186"/>
                      </a:lnTo>
                      <a:lnTo>
                        <a:pt x="822" y="186"/>
                      </a:lnTo>
                      <a:lnTo>
                        <a:pt x="822" y="190"/>
                      </a:lnTo>
                      <a:lnTo>
                        <a:pt x="822" y="194"/>
                      </a:lnTo>
                      <a:lnTo>
                        <a:pt x="822" y="194"/>
                      </a:lnTo>
                      <a:lnTo>
                        <a:pt x="818" y="194"/>
                      </a:lnTo>
                      <a:lnTo>
                        <a:pt x="818" y="194"/>
                      </a:lnTo>
                      <a:lnTo>
                        <a:pt x="816" y="188"/>
                      </a:lnTo>
                      <a:lnTo>
                        <a:pt x="812" y="184"/>
                      </a:lnTo>
                      <a:lnTo>
                        <a:pt x="812" y="184"/>
                      </a:lnTo>
                      <a:lnTo>
                        <a:pt x="808" y="184"/>
                      </a:lnTo>
                      <a:lnTo>
                        <a:pt x="808" y="184"/>
                      </a:lnTo>
                      <a:lnTo>
                        <a:pt x="804" y="180"/>
                      </a:lnTo>
                      <a:lnTo>
                        <a:pt x="800" y="174"/>
                      </a:lnTo>
                      <a:lnTo>
                        <a:pt x="800" y="174"/>
                      </a:lnTo>
                      <a:lnTo>
                        <a:pt x="796" y="174"/>
                      </a:lnTo>
                      <a:lnTo>
                        <a:pt x="796" y="176"/>
                      </a:lnTo>
                      <a:lnTo>
                        <a:pt x="796" y="176"/>
                      </a:lnTo>
                      <a:lnTo>
                        <a:pt x="796" y="176"/>
                      </a:lnTo>
                      <a:lnTo>
                        <a:pt x="802" y="182"/>
                      </a:lnTo>
                      <a:lnTo>
                        <a:pt x="802" y="182"/>
                      </a:lnTo>
                      <a:lnTo>
                        <a:pt x="804" y="184"/>
                      </a:lnTo>
                      <a:lnTo>
                        <a:pt x="804" y="184"/>
                      </a:lnTo>
                      <a:lnTo>
                        <a:pt x="808" y="188"/>
                      </a:lnTo>
                      <a:lnTo>
                        <a:pt x="808" y="190"/>
                      </a:lnTo>
                      <a:lnTo>
                        <a:pt x="802" y="190"/>
                      </a:lnTo>
                      <a:lnTo>
                        <a:pt x="802" y="190"/>
                      </a:lnTo>
                      <a:lnTo>
                        <a:pt x="794" y="188"/>
                      </a:lnTo>
                      <a:lnTo>
                        <a:pt x="794" y="188"/>
                      </a:lnTo>
                      <a:lnTo>
                        <a:pt x="792" y="184"/>
                      </a:lnTo>
                      <a:lnTo>
                        <a:pt x="792" y="184"/>
                      </a:lnTo>
                      <a:lnTo>
                        <a:pt x="786" y="186"/>
                      </a:lnTo>
                      <a:lnTo>
                        <a:pt x="782" y="186"/>
                      </a:lnTo>
                      <a:lnTo>
                        <a:pt x="782" y="186"/>
                      </a:lnTo>
                      <a:lnTo>
                        <a:pt x="776" y="186"/>
                      </a:lnTo>
                      <a:lnTo>
                        <a:pt x="774" y="184"/>
                      </a:lnTo>
                      <a:lnTo>
                        <a:pt x="774" y="184"/>
                      </a:lnTo>
                      <a:lnTo>
                        <a:pt x="770" y="184"/>
                      </a:lnTo>
                      <a:lnTo>
                        <a:pt x="764" y="184"/>
                      </a:lnTo>
                      <a:lnTo>
                        <a:pt x="764" y="184"/>
                      </a:lnTo>
                      <a:lnTo>
                        <a:pt x="760" y="180"/>
                      </a:lnTo>
                      <a:lnTo>
                        <a:pt x="758" y="180"/>
                      </a:lnTo>
                      <a:lnTo>
                        <a:pt x="758" y="180"/>
                      </a:lnTo>
                      <a:lnTo>
                        <a:pt x="758" y="182"/>
                      </a:lnTo>
                      <a:lnTo>
                        <a:pt x="760" y="184"/>
                      </a:lnTo>
                      <a:lnTo>
                        <a:pt x="760" y="184"/>
                      </a:lnTo>
                      <a:lnTo>
                        <a:pt x="750" y="184"/>
                      </a:lnTo>
                      <a:lnTo>
                        <a:pt x="750" y="184"/>
                      </a:lnTo>
                      <a:lnTo>
                        <a:pt x="750" y="184"/>
                      </a:lnTo>
                      <a:lnTo>
                        <a:pt x="750" y="184"/>
                      </a:lnTo>
                      <a:lnTo>
                        <a:pt x="750" y="182"/>
                      </a:lnTo>
                      <a:lnTo>
                        <a:pt x="750" y="180"/>
                      </a:lnTo>
                      <a:lnTo>
                        <a:pt x="750" y="180"/>
                      </a:lnTo>
                      <a:lnTo>
                        <a:pt x="742" y="174"/>
                      </a:lnTo>
                      <a:lnTo>
                        <a:pt x="742" y="174"/>
                      </a:lnTo>
                      <a:lnTo>
                        <a:pt x="742" y="172"/>
                      </a:lnTo>
                      <a:lnTo>
                        <a:pt x="742" y="172"/>
                      </a:lnTo>
                      <a:lnTo>
                        <a:pt x="738" y="170"/>
                      </a:lnTo>
                      <a:lnTo>
                        <a:pt x="736" y="172"/>
                      </a:lnTo>
                      <a:lnTo>
                        <a:pt x="732" y="176"/>
                      </a:lnTo>
                      <a:lnTo>
                        <a:pt x="732" y="176"/>
                      </a:lnTo>
                      <a:lnTo>
                        <a:pt x="726" y="174"/>
                      </a:lnTo>
                      <a:lnTo>
                        <a:pt x="726" y="172"/>
                      </a:lnTo>
                      <a:lnTo>
                        <a:pt x="726" y="172"/>
                      </a:lnTo>
                      <a:lnTo>
                        <a:pt x="728" y="172"/>
                      </a:lnTo>
                      <a:lnTo>
                        <a:pt x="728" y="172"/>
                      </a:lnTo>
                      <a:lnTo>
                        <a:pt x="722" y="168"/>
                      </a:lnTo>
                      <a:lnTo>
                        <a:pt x="722" y="168"/>
                      </a:lnTo>
                      <a:lnTo>
                        <a:pt x="720" y="168"/>
                      </a:lnTo>
                      <a:lnTo>
                        <a:pt x="720" y="168"/>
                      </a:lnTo>
                      <a:lnTo>
                        <a:pt x="720" y="168"/>
                      </a:lnTo>
                      <a:lnTo>
                        <a:pt x="720" y="168"/>
                      </a:lnTo>
                      <a:lnTo>
                        <a:pt x="716" y="162"/>
                      </a:lnTo>
                      <a:lnTo>
                        <a:pt x="716" y="162"/>
                      </a:lnTo>
                      <a:lnTo>
                        <a:pt x="716" y="158"/>
                      </a:lnTo>
                      <a:lnTo>
                        <a:pt x="716" y="158"/>
                      </a:lnTo>
                      <a:lnTo>
                        <a:pt x="724" y="158"/>
                      </a:lnTo>
                      <a:lnTo>
                        <a:pt x="724" y="154"/>
                      </a:lnTo>
                      <a:lnTo>
                        <a:pt x="724" y="154"/>
                      </a:lnTo>
                      <a:lnTo>
                        <a:pt x="714" y="156"/>
                      </a:lnTo>
                      <a:lnTo>
                        <a:pt x="704" y="154"/>
                      </a:lnTo>
                      <a:lnTo>
                        <a:pt x="704" y="154"/>
                      </a:lnTo>
                      <a:lnTo>
                        <a:pt x="704" y="154"/>
                      </a:lnTo>
                      <a:lnTo>
                        <a:pt x="702" y="150"/>
                      </a:lnTo>
                      <a:lnTo>
                        <a:pt x="700" y="148"/>
                      </a:lnTo>
                      <a:lnTo>
                        <a:pt x="700" y="148"/>
                      </a:lnTo>
                      <a:lnTo>
                        <a:pt x="702" y="148"/>
                      </a:lnTo>
                      <a:lnTo>
                        <a:pt x="702" y="146"/>
                      </a:lnTo>
                      <a:lnTo>
                        <a:pt x="702" y="146"/>
                      </a:lnTo>
                      <a:lnTo>
                        <a:pt x="692" y="140"/>
                      </a:lnTo>
                      <a:lnTo>
                        <a:pt x="692" y="140"/>
                      </a:lnTo>
                      <a:lnTo>
                        <a:pt x="692" y="136"/>
                      </a:lnTo>
                      <a:lnTo>
                        <a:pt x="692" y="136"/>
                      </a:lnTo>
                      <a:lnTo>
                        <a:pt x="698" y="130"/>
                      </a:lnTo>
                      <a:lnTo>
                        <a:pt x="698" y="130"/>
                      </a:lnTo>
                      <a:lnTo>
                        <a:pt x="696" y="126"/>
                      </a:lnTo>
                      <a:lnTo>
                        <a:pt x="696" y="124"/>
                      </a:lnTo>
                      <a:lnTo>
                        <a:pt x="696" y="124"/>
                      </a:lnTo>
                      <a:lnTo>
                        <a:pt x="702" y="118"/>
                      </a:lnTo>
                      <a:lnTo>
                        <a:pt x="708" y="110"/>
                      </a:lnTo>
                      <a:lnTo>
                        <a:pt x="708" y="106"/>
                      </a:lnTo>
                      <a:lnTo>
                        <a:pt x="708" y="106"/>
                      </a:lnTo>
                      <a:lnTo>
                        <a:pt x="714" y="102"/>
                      </a:lnTo>
                      <a:lnTo>
                        <a:pt x="714" y="102"/>
                      </a:lnTo>
                      <a:lnTo>
                        <a:pt x="714" y="96"/>
                      </a:lnTo>
                      <a:lnTo>
                        <a:pt x="714" y="96"/>
                      </a:lnTo>
                      <a:lnTo>
                        <a:pt x="720" y="90"/>
                      </a:lnTo>
                      <a:lnTo>
                        <a:pt x="720" y="88"/>
                      </a:lnTo>
                      <a:lnTo>
                        <a:pt x="720" y="88"/>
                      </a:lnTo>
                      <a:lnTo>
                        <a:pt x="724" y="90"/>
                      </a:lnTo>
                      <a:lnTo>
                        <a:pt x="728" y="90"/>
                      </a:lnTo>
                      <a:lnTo>
                        <a:pt x="728" y="90"/>
                      </a:lnTo>
                      <a:lnTo>
                        <a:pt x="736" y="86"/>
                      </a:lnTo>
                      <a:lnTo>
                        <a:pt x="736" y="86"/>
                      </a:lnTo>
                      <a:lnTo>
                        <a:pt x="740" y="88"/>
                      </a:lnTo>
                      <a:lnTo>
                        <a:pt x="744" y="88"/>
                      </a:lnTo>
                      <a:lnTo>
                        <a:pt x="748" y="86"/>
                      </a:lnTo>
                      <a:lnTo>
                        <a:pt x="748" y="86"/>
                      </a:lnTo>
                      <a:lnTo>
                        <a:pt x="758" y="86"/>
                      </a:lnTo>
                      <a:lnTo>
                        <a:pt x="768" y="86"/>
                      </a:lnTo>
                      <a:lnTo>
                        <a:pt x="768" y="86"/>
                      </a:lnTo>
                      <a:lnTo>
                        <a:pt x="778" y="88"/>
                      </a:lnTo>
                      <a:lnTo>
                        <a:pt x="778" y="88"/>
                      </a:lnTo>
                      <a:lnTo>
                        <a:pt x="778" y="90"/>
                      </a:lnTo>
                      <a:lnTo>
                        <a:pt x="778" y="90"/>
                      </a:lnTo>
                      <a:lnTo>
                        <a:pt x="776" y="90"/>
                      </a:lnTo>
                      <a:lnTo>
                        <a:pt x="776" y="92"/>
                      </a:lnTo>
                      <a:lnTo>
                        <a:pt x="776" y="92"/>
                      </a:lnTo>
                      <a:lnTo>
                        <a:pt x="766" y="94"/>
                      </a:lnTo>
                      <a:lnTo>
                        <a:pt x="756" y="96"/>
                      </a:lnTo>
                      <a:lnTo>
                        <a:pt x="748" y="100"/>
                      </a:lnTo>
                      <a:lnTo>
                        <a:pt x="746" y="104"/>
                      </a:lnTo>
                      <a:lnTo>
                        <a:pt x="744" y="108"/>
                      </a:lnTo>
                      <a:lnTo>
                        <a:pt x="744" y="108"/>
                      </a:lnTo>
                      <a:lnTo>
                        <a:pt x="742" y="124"/>
                      </a:lnTo>
                      <a:lnTo>
                        <a:pt x="744" y="132"/>
                      </a:lnTo>
                      <a:lnTo>
                        <a:pt x="746" y="138"/>
                      </a:lnTo>
                      <a:lnTo>
                        <a:pt x="746" y="138"/>
                      </a:lnTo>
                      <a:lnTo>
                        <a:pt x="748" y="140"/>
                      </a:lnTo>
                      <a:lnTo>
                        <a:pt x="752" y="142"/>
                      </a:lnTo>
                      <a:lnTo>
                        <a:pt x="752" y="142"/>
                      </a:lnTo>
                      <a:lnTo>
                        <a:pt x="754" y="148"/>
                      </a:lnTo>
                      <a:lnTo>
                        <a:pt x="754" y="148"/>
                      </a:lnTo>
                      <a:lnTo>
                        <a:pt x="750" y="148"/>
                      </a:lnTo>
                      <a:lnTo>
                        <a:pt x="750" y="148"/>
                      </a:lnTo>
                      <a:lnTo>
                        <a:pt x="746" y="150"/>
                      </a:lnTo>
                      <a:lnTo>
                        <a:pt x="742" y="154"/>
                      </a:lnTo>
                      <a:lnTo>
                        <a:pt x="742" y="154"/>
                      </a:lnTo>
                      <a:lnTo>
                        <a:pt x="752" y="152"/>
                      </a:lnTo>
                      <a:lnTo>
                        <a:pt x="762" y="154"/>
                      </a:lnTo>
                      <a:lnTo>
                        <a:pt x="762" y="154"/>
                      </a:lnTo>
                      <a:lnTo>
                        <a:pt x="760" y="144"/>
                      </a:lnTo>
                      <a:lnTo>
                        <a:pt x="760" y="144"/>
                      </a:lnTo>
                      <a:lnTo>
                        <a:pt x="764" y="140"/>
                      </a:lnTo>
                      <a:lnTo>
                        <a:pt x="762" y="138"/>
                      </a:lnTo>
                      <a:lnTo>
                        <a:pt x="760" y="136"/>
                      </a:lnTo>
                      <a:lnTo>
                        <a:pt x="754" y="134"/>
                      </a:lnTo>
                      <a:lnTo>
                        <a:pt x="754" y="134"/>
                      </a:lnTo>
                      <a:lnTo>
                        <a:pt x="754" y="128"/>
                      </a:lnTo>
                      <a:lnTo>
                        <a:pt x="754" y="128"/>
                      </a:lnTo>
                      <a:lnTo>
                        <a:pt x="762" y="128"/>
                      </a:lnTo>
                      <a:lnTo>
                        <a:pt x="768" y="132"/>
                      </a:lnTo>
                      <a:lnTo>
                        <a:pt x="768" y="132"/>
                      </a:lnTo>
                      <a:lnTo>
                        <a:pt x="768" y="126"/>
                      </a:lnTo>
                      <a:lnTo>
                        <a:pt x="768" y="122"/>
                      </a:lnTo>
                      <a:lnTo>
                        <a:pt x="768" y="122"/>
                      </a:lnTo>
                      <a:lnTo>
                        <a:pt x="766" y="122"/>
                      </a:lnTo>
                      <a:lnTo>
                        <a:pt x="764" y="122"/>
                      </a:lnTo>
                      <a:lnTo>
                        <a:pt x="758" y="122"/>
                      </a:lnTo>
                      <a:lnTo>
                        <a:pt x="758" y="122"/>
                      </a:lnTo>
                      <a:lnTo>
                        <a:pt x="756" y="120"/>
                      </a:lnTo>
                      <a:lnTo>
                        <a:pt x="756" y="120"/>
                      </a:lnTo>
                      <a:lnTo>
                        <a:pt x="756" y="110"/>
                      </a:lnTo>
                      <a:lnTo>
                        <a:pt x="756" y="110"/>
                      </a:lnTo>
                      <a:lnTo>
                        <a:pt x="756" y="108"/>
                      </a:lnTo>
                      <a:lnTo>
                        <a:pt x="760" y="106"/>
                      </a:lnTo>
                      <a:lnTo>
                        <a:pt x="760" y="106"/>
                      </a:lnTo>
                      <a:lnTo>
                        <a:pt x="762" y="108"/>
                      </a:lnTo>
                      <a:lnTo>
                        <a:pt x="766" y="108"/>
                      </a:lnTo>
                      <a:lnTo>
                        <a:pt x="766" y="108"/>
                      </a:lnTo>
                      <a:lnTo>
                        <a:pt x="766" y="106"/>
                      </a:lnTo>
                      <a:lnTo>
                        <a:pt x="766" y="106"/>
                      </a:lnTo>
                      <a:lnTo>
                        <a:pt x="764" y="106"/>
                      </a:lnTo>
                      <a:lnTo>
                        <a:pt x="764" y="106"/>
                      </a:lnTo>
                      <a:lnTo>
                        <a:pt x="766" y="102"/>
                      </a:lnTo>
                      <a:lnTo>
                        <a:pt x="766" y="102"/>
                      </a:lnTo>
                      <a:lnTo>
                        <a:pt x="766" y="100"/>
                      </a:lnTo>
                      <a:lnTo>
                        <a:pt x="766" y="100"/>
                      </a:lnTo>
                      <a:lnTo>
                        <a:pt x="764" y="100"/>
                      </a:lnTo>
                      <a:lnTo>
                        <a:pt x="764" y="100"/>
                      </a:lnTo>
                      <a:lnTo>
                        <a:pt x="764" y="100"/>
                      </a:lnTo>
                      <a:lnTo>
                        <a:pt x="770" y="98"/>
                      </a:lnTo>
                      <a:lnTo>
                        <a:pt x="772" y="98"/>
                      </a:lnTo>
                      <a:lnTo>
                        <a:pt x="772" y="98"/>
                      </a:lnTo>
                      <a:lnTo>
                        <a:pt x="772" y="96"/>
                      </a:lnTo>
                      <a:lnTo>
                        <a:pt x="782" y="94"/>
                      </a:lnTo>
                      <a:lnTo>
                        <a:pt x="782" y="94"/>
                      </a:lnTo>
                      <a:lnTo>
                        <a:pt x="782" y="92"/>
                      </a:lnTo>
                      <a:lnTo>
                        <a:pt x="782" y="90"/>
                      </a:lnTo>
                      <a:lnTo>
                        <a:pt x="782" y="90"/>
                      </a:lnTo>
                      <a:lnTo>
                        <a:pt x="788" y="90"/>
                      </a:lnTo>
                      <a:lnTo>
                        <a:pt x="788" y="90"/>
                      </a:lnTo>
                      <a:lnTo>
                        <a:pt x="792" y="86"/>
                      </a:lnTo>
                      <a:lnTo>
                        <a:pt x="792" y="86"/>
                      </a:lnTo>
                      <a:lnTo>
                        <a:pt x="792" y="86"/>
                      </a:lnTo>
                      <a:lnTo>
                        <a:pt x="798" y="86"/>
                      </a:lnTo>
                      <a:lnTo>
                        <a:pt x="804" y="88"/>
                      </a:lnTo>
                      <a:lnTo>
                        <a:pt x="804" y="88"/>
                      </a:lnTo>
                      <a:lnTo>
                        <a:pt x="808" y="90"/>
                      </a:lnTo>
                      <a:lnTo>
                        <a:pt x="810" y="92"/>
                      </a:lnTo>
                      <a:lnTo>
                        <a:pt x="806" y="100"/>
                      </a:lnTo>
                      <a:lnTo>
                        <a:pt x="806" y="100"/>
                      </a:lnTo>
                      <a:lnTo>
                        <a:pt x="806" y="102"/>
                      </a:lnTo>
                      <a:lnTo>
                        <a:pt x="808" y="102"/>
                      </a:lnTo>
                      <a:lnTo>
                        <a:pt x="808" y="102"/>
                      </a:lnTo>
                      <a:lnTo>
                        <a:pt x="808" y="104"/>
                      </a:lnTo>
                      <a:lnTo>
                        <a:pt x="808" y="104"/>
                      </a:lnTo>
                      <a:lnTo>
                        <a:pt x="804" y="106"/>
                      </a:lnTo>
                      <a:lnTo>
                        <a:pt x="804" y="110"/>
                      </a:lnTo>
                      <a:lnTo>
                        <a:pt x="804" y="114"/>
                      </a:lnTo>
                      <a:lnTo>
                        <a:pt x="806" y="114"/>
                      </a:lnTo>
                      <a:lnTo>
                        <a:pt x="806" y="114"/>
                      </a:lnTo>
                      <a:lnTo>
                        <a:pt x="808" y="116"/>
                      </a:lnTo>
                      <a:lnTo>
                        <a:pt x="808" y="118"/>
                      </a:lnTo>
                      <a:lnTo>
                        <a:pt x="810" y="118"/>
                      </a:lnTo>
                      <a:lnTo>
                        <a:pt x="810" y="118"/>
                      </a:lnTo>
                      <a:lnTo>
                        <a:pt x="808" y="124"/>
                      </a:lnTo>
                      <a:lnTo>
                        <a:pt x="808" y="126"/>
                      </a:lnTo>
                      <a:lnTo>
                        <a:pt x="808" y="126"/>
                      </a:lnTo>
                      <a:lnTo>
                        <a:pt x="812" y="126"/>
                      </a:lnTo>
                      <a:lnTo>
                        <a:pt x="812" y="128"/>
                      </a:lnTo>
                      <a:lnTo>
                        <a:pt x="812" y="130"/>
                      </a:lnTo>
                      <a:lnTo>
                        <a:pt x="812" y="130"/>
                      </a:lnTo>
                      <a:lnTo>
                        <a:pt x="810" y="132"/>
                      </a:lnTo>
                      <a:lnTo>
                        <a:pt x="810" y="136"/>
                      </a:lnTo>
                      <a:lnTo>
                        <a:pt x="810" y="136"/>
                      </a:lnTo>
                      <a:lnTo>
                        <a:pt x="804" y="136"/>
                      </a:lnTo>
                      <a:lnTo>
                        <a:pt x="804" y="138"/>
                      </a:lnTo>
                      <a:lnTo>
                        <a:pt x="804" y="138"/>
                      </a:lnTo>
                      <a:lnTo>
                        <a:pt x="810" y="140"/>
                      </a:lnTo>
                      <a:lnTo>
                        <a:pt x="816" y="140"/>
                      </a:lnTo>
                      <a:lnTo>
                        <a:pt x="816" y="140"/>
                      </a:lnTo>
                      <a:lnTo>
                        <a:pt x="818" y="136"/>
                      </a:lnTo>
                      <a:lnTo>
                        <a:pt x="818" y="136"/>
                      </a:lnTo>
                      <a:lnTo>
                        <a:pt x="814" y="132"/>
                      </a:lnTo>
                      <a:lnTo>
                        <a:pt x="814" y="132"/>
                      </a:lnTo>
                      <a:lnTo>
                        <a:pt x="818" y="128"/>
                      </a:lnTo>
                      <a:lnTo>
                        <a:pt x="822" y="124"/>
                      </a:lnTo>
                      <a:lnTo>
                        <a:pt x="824" y="122"/>
                      </a:lnTo>
                      <a:lnTo>
                        <a:pt x="824" y="122"/>
                      </a:lnTo>
                      <a:lnTo>
                        <a:pt x="826" y="124"/>
                      </a:lnTo>
                      <a:lnTo>
                        <a:pt x="828" y="124"/>
                      </a:lnTo>
                      <a:lnTo>
                        <a:pt x="828" y="126"/>
                      </a:lnTo>
                      <a:lnTo>
                        <a:pt x="826" y="126"/>
                      </a:lnTo>
                      <a:lnTo>
                        <a:pt x="828" y="130"/>
                      </a:lnTo>
                      <a:lnTo>
                        <a:pt x="828" y="130"/>
                      </a:lnTo>
                      <a:lnTo>
                        <a:pt x="836" y="126"/>
                      </a:lnTo>
                      <a:lnTo>
                        <a:pt x="838" y="128"/>
                      </a:lnTo>
                      <a:lnTo>
                        <a:pt x="836" y="136"/>
                      </a:lnTo>
                      <a:lnTo>
                        <a:pt x="836" y="136"/>
                      </a:lnTo>
                      <a:lnTo>
                        <a:pt x="836" y="138"/>
                      </a:lnTo>
                      <a:lnTo>
                        <a:pt x="836" y="138"/>
                      </a:lnTo>
                      <a:lnTo>
                        <a:pt x="836" y="140"/>
                      </a:lnTo>
                      <a:lnTo>
                        <a:pt x="836" y="140"/>
                      </a:lnTo>
                      <a:lnTo>
                        <a:pt x="836" y="140"/>
                      </a:lnTo>
                      <a:lnTo>
                        <a:pt x="836" y="140"/>
                      </a:lnTo>
                      <a:lnTo>
                        <a:pt x="838" y="140"/>
                      </a:lnTo>
                      <a:lnTo>
                        <a:pt x="838" y="140"/>
                      </a:lnTo>
                      <a:lnTo>
                        <a:pt x="840" y="140"/>
                      </a:lnTo>
                      <a:lnTo>
                        <a:pt x="840" y="140"/>
                      </a:lnTo>
                      <a:lnTo>
                        <a:pt x="840" y="138"/>
                      </a:lnTo>
                      <a:lnTo>
                        <a:pt x="838" y="138"/>
                      </a:lnTo>
                      <a:lnTo>
                        <a:pt x="838" y="138"/>
                      </a:lnTo>
                      <a:lnTo>
                        <a:pt x="838" y="136"/>
                      </a:lnTo>
                      <a:lnTo>
                        <a:pt x="838" y="134"/>
                      </a:lnTo>
                      <a:lnTo>
                        <a:pt x="838" y="136"/>
                      </a:lnTo>
                      <a:lnTo>
                        <a:pt x="838" y="136"/>
                      </a:lnTo>
                      <a:lnTo>
                        <a:pt x="840" y="132"/>
                      </a:lnTo>
                      <a:lnTo>
                        <a:pt x="840" y="132"/>
                      </a:lnTo>
                      <a:lnTo>
                        <a:pt x="844" y="132"/>
                      </a:lnTo>
                      <a:lnTo>
                        <a:pt x="844" y="132"/>
                      </a:lnTo>
                      <a:lnTo>
                        <a:pt x="844" y="130"/>
                      </a:lnTo>
                      <a:lnTo>
                        <a:pt x="842" y="128"/>
                      </a:lnTo>
                      <a:lnTo>
                        <a:pt x="842" y="124"/>
                      </a:lnTo>
                      <a:lnTo>
                        <a:pt x="842" y="124"/>
                      </a:lnTo>
                      <a:lnTo>
                        <a:pt x="848" y="124"/>
                      </a:lnTo>
                      <a:lnTo>
                        <a:pt x="848" y="124"/>
                      </a:lnTo>
                      <a:lnTo>
                        <a:pt x="850" y="126"/>
                      </a:lnTo>
                      <a:lnTo>
                        <a:pt x="854" y="128"/>
                      </a:lnTo>
                      <a:lnTo>
                        <a:pt x="854" y="128"/>
                      </a:lnTo>
                      <a:lnTo>
                        <a:pt x="858" y="128"/>
                      </a:lnTo>
                      <a:lnTo>
                        <a:pt x="858" y="128"/>
                      </a:lnTo>
                      <a:lnTo>
                        <a:pt x="860" y="128"/>
                      </a:lnTo>
                      <a:lnTo>
                        <a:pt x="860" y="130"/>
                      </a:lnTo>
                      <a:lnTo>
                        <a:pt x="860" y="130"/>
                      </a:lnTo>
                      <a:lnTo>
                        <a:pt x="862" y="128"/>
                      </a:lnTo>
                      <a:lnTo>
                        <a:pt x="862" y="128"/>
                      </a:lnTo>
                      <a:lnTo>
                        <a:pt x="858" y="126"/>
                      </a:lnTo>
                      <a:lnTo>
                        <a:pt x="850" y="122"/>
                      </a:lnTo>
                      <a:lnTo>
                        <a:pt x="850" y="122"/>
                      </a:lnTo>
                      <a:lnTo>
                        <a:pt x="846" y="120"/>
                      </a:lnTo>
                      <a:lnTo>
                        <a:pt x="844" y="116"/>
                      </a:lnTo>
                      <a:lnTo>
                        <a:pt x="846" y="114"/>
                      </a:lnTo>
                      <a:lnTo>
                        <a:pt x="852" y="112"/>
                      </a:lnTo>
                      <a:lnTo>
                        <a:pt x="852" y="112"/>
                      </a:lnTo>
                      <a:lnTo>
                        <a:pt x="858" y="112"/>
                      </a:lnTo>
                      <a:lnTo>
                        <a:pt x="864" y="112"/>
                      </a:lnTo>
                      <a:lnTo>
                        <a:pt x="864" y="112"/>
                      </a:lnTo>
                      <a:lnTo>
                        <a:pt x="866" y="116"/>
                      </a:lnTo>
                      <a:lnTo>
                        <a:pt x="866" y="116"/>
                      </a:lnTo>
                      <a:lnTo>
                        <a:pt x="876" y="118"/>
                      </a:lnTo>
                      <a:lnTo>
                        <a:pt x="876" y="118"/>
                      </a:lnTo>
                      <a:lnTo>
                        <a:pt x="880" y="120"/>
                      </a:lnTo>
                      <a:lnTo>
                        <a:pt x="884" y="122"/>
                      </a:lnTo>
                      <a:lnTo>
                        <a:pt x="884" y="122"/>
                      </a:lnTo>
                      <a:lnTo>
                        <a:pt x="888" y="120"/>
                      </a:lnTo>
                      <a:lnTo>
                        <a:pt x="892" y="118"/>
                      </a:lnTo>
                      <a:lnTo>
                        <a:pt x="892" y="118"/>
                      </a:lnTo>
                      <a:lnTo>
                        <a:pt x="896" y="120"/>
                      </a:lnTo>
                      <a:lnTo>
                        <a:pt x="896" y="120"/>
                      </a:lnTo>
                      <a:lnTo>
                        <a:pt x="904" y="118"/>
                      </a:lnTo>
                      <a:lnTo>
                        <a:pt x="904" y="118"/>
                      </a:lnTo>
                      <a:lnTo>
                        <a:pt x="908" y="124"/>
                      </a:lnTo>
                      <a:lnTo>
                        <a:pt x="908" y="124"/>
                      </a:lnTo>
                      <a:lnTo>
                        <a:pt x="908" y="124"/>
                      </a:lnTo>
                      <a:lnTo>
                        <a:pt x="908" y="130"/>
                      </a:lnTo>
                      <a:lnTo>
                        <a:pt x="908" y="130"/>
                      </a:lnTo>
                      <a:lnTo>
                        <a:pt x="904" y="130"/>
                      </a:lnTo>
                      <a:lnTo>
                        <a:pt x="904" y="130"/>
                      </a:lnTo>
                      <a:lnTo>
                        <a:pt x="910" y="130"/>
                      </a:lnTo>
                      <a:lnTo>
                        <a:pt x="912" y="132"/>
                      </a:lnTo>
                      <a:lnTo>
                        <a:pt x="914" y="142"/>
                      </a:lnTo>
                      <a:lnTo>
                        <a:pt x="914" y="142"/>
                      </a:lnTo>
                      <a:lnTo>
                        <a:pt x="906" y="144"/>
                      </a:lnTo>
                      <a:lnTo>
                        <a:pt x="906" y="144"/>
                      </a:lnTo>
                      <a:lnTo>
                        <a:pt x="906" y="146"/>
                      </a:lnTo>
                      <a:lnTo>
                        <a:pt x="906" y="148"/>
                      </a:lnTo>
                      <a:lnTo>
                        <a:pt x="906" y="148"/>
                      </a:lnTo>
                      <a:lnTo>
                        <a:pt x="910" y="148"/>
                      </a:lnTo>
                      <a:lnTo>
                        <a:pt x="910" y="148"/>
                      </a:lnTo>
                      <a:lnTo>
                        <a:pt x="910" y="150"/>
                      </a:lnTo>
                      <a:lnTo>
                        <a:pt x="910" y="150"/>
                      </a:lnTo>
                      <a:lnTo>
                        <a:pt x="910" y="150"/>
                      </a:lnTo>
                      <a:lnTo>
                        <a:pt x="910" y="150"/>
                      </a:lnTo>
                      <a:lnTo>
                        <a:pt x="908" y="152"/>
                      </a:lnTo>
                      <a:lnTo>
                        <a:pt x="908" y="152"/>
                      </a:lnTo>
                      <a:lnTo>
                        <a:pt x="910" y="154"/>
                      </a:lnTo>
                      <a:lnTo>
                        <a:pt x="910" y="154"/>
                      </a:lnTo>
                      <a:lnTo>
                        <a:pt x="914" y="154"/>
                      </a:lnTo>
                      <a:lnTo>
                        <a:pt x="914" y="154"/>
                      </a:lnTo>
                      <a:lnTo>
                        <a:pt x="916" y="148"/>
                      </a:lnTo>
                      <a:lnTo>
                        <a:pt x="916" y="148"/>
                      </a:lnTo>
                      <a:lnTo>
                        <a:pt x="918" y="144"/>
                      </a:lnTo>
                      <a:lnTo>
                        <a:pt x="920" y="146"/>
                      </a:lnTo>
                      <a:lnTo>
                        <a:pt x="922" y="156"/>
                      </a:lnTo>
                      <a:lnTo>
                        <a:pt x="922" y="156"/>
                      </a:lnTo>
                      <a:lnTo>
                        <a:pt x="924" y="152"/>
                      </a:lnTo>
                      <a:lnTo>
                        <a:pt x="924" y="152"/>
                      </a:lnTo>
                      <a:lnTo>
                        <a:pt x="926" y="154"/>
                      </a:lnTo>
                      <a:lnTo>
                        <a:pt x="928" y="154"/>
                      </a:lnTo>
                      <a:lnTo>
                        <a:pt x="928" y="154"/>
                      </a:lnTo>
                      <a:lnTo>
                        <a:pt x="928" y="156"/>
                      </a:lnTo>
                      <a:lnTo>
                        <a:pt x="928" y="156"/>
                      </a:lnTo>
                      <a:lnTo>
                        <a:pt x="930" y="156"/>
                      </a:lnTo>
                      <a:lnTo>
                        <a:pt x="930" y="156"/>
                      </a:lnTo>
                      <a:lnTo>
                        <a:pt x="930" y="150"/>
                      </a:lnTo>
                      <a:lnTo>
                        <a:pt x="930" y="146"/>
                      </a:lnTo>
                      <a:lnTo>
                        <a:pt x="934" y="146"/>
                      </a:lnTo>
                      <a:lnTo>
                        <a:pt x="934" y="146"/>
                      </a:lnTo>
                      <a:lnTo>
                        <a:pt x="936" y="146"/>
                      </a:lnTo>
                      <a:lnTo>
                        <a:pt x="936" y="146"/>
                      </a:lnTo>
                      <a:lnTo>
                        <a:pt x="936" y="146"/>
                      </a:lnTo>
                      <a:lnTo>
                        <a:pt x="938" y="150"/>
                      </a:lnTo>
                      <a:lnTo>
                        <a:pt x="940" y="152"/>
                      </a:lnTo>
                      <a:lnTo>
                        <a:pt x="940" y="152"/>
                      </a:lnTo>
                      <a:lnTo>
                        <a:pt x="946" y="154"/>
                      </a:lnTo>
                      <a:lnTo>
                        <a:pt x="946" y="154"/>
                      </a:lnTo>
                      <a:lnTo>
                        <a:pt x="946" y="154"/>
                      </a:lnTo>
                      <a:lnTo>
                        <a:pt x="948" y="154"/>
                      </a:lnTo>
                      <a:lnTo>
                        <a:pt x="948" y="156"/>
                      </a:lnTo>
                      <a:lnTo>
                        <a:pt x="948" y="156"/>
                      </a:lnTo>
                      <a:lnTo>
                        <a:pt x="942" y="158"/>
                      </a:lnTo>
                      <a:lnTo>
                        <a:pt x="942" y="158"/>
                      </a:lnTo>
                      <a:lnTo>
                        <a:pt x="940" y="162"/>
                      </a:lnTo>
                      <a:lnTo>
                        <a:pt x="946" y="162"/>
                      </a:lnTo>
                      <a:lnTo>
                        <a:pt x="946" y="162"/>
                      </a:lnTo>
                      <a:lnTo>
                        <a:pt x="948" y="160"/>
                      </a:lnTo>
                      <a:lnTo>
                        <a:pt x="950" y="160"/>
                      </a:lnTo>
                      <a:lnTo>
                        <a:pt x="950" y="160"/>
                      </a:lnTo>
                      <a:lnTo>
                        <a:pt x="948" y="156"/>
                      </a:lnTo>
                      <a:lnTo>
                        <a:pt x="950" y="156"/>
                      </a:lnTo>
                      <a:lnTo>
                        <a:pt x="950" y="156"/>
                      </a:lnTo>
                      <a:lnTo>
                        <a:pt x="950" y="156"/>
                      </a:lnTo>
                      <a:lnTo>
                        <a:pt x="952" y="156"/>
                      </a:lnTo>
                      <a:lnTo>
                        <a:pt x="952" y="156"/>
                      </a:lnTo>
                      <a:lnTo>
                        <a:pt x="950" y="158"/>
                      </a:lnTo>
                      <a:lnTo>
                        <a:pt x="950" y="158"/>
                      </a:lnTo>
                      <a:lnTo>
                        <a:pt x="954" y="158"/>
                      </a:lnTo>
                      <a:lnTo>
                        <a:pt x="954" y="158"/>
                      </a:lnTo>
                      <a:lnTo>
                        <a:pt x="956" y="156"/>
                      </a:lnTo>
                      <a:lnTo>
                        <a:pt x="958" y="162"/>
                      </a:lnTo>
                      <a:lnTo>
                        <a:pt x="958" y="162"/>
                      </a:lnTo>
                      <a:lnTo>
                        <a:pt x="954" y="164"/>
                      </a:lnTo>
                      <a:lnTo>
                        <a:pt x="954" y="164"/>
                      </a:lnTo>
                      <a:lnTo>
                        <a:pt x="952" y="164"/>
                      </a:lnTo>
                      <a:lnTo>
                        <a:pt x="952" y="164"/>
                      </a:lnTo>
                      <a:lnTo>
                        <a:pt x="952" y="170"/>
                      </a:lnTo>
                      <a:lnTo>
                        <a:pt x="954" y="170"/>
                      </a:lnTo>
                      <a:lnTo>
                        <a:pt x="954" y="168"/>
                      </a:lnTo>
                      <a:lnTo>
                        <a:pt x="954" y="168"/>
                      </a:lnTo>
                      <a:lnTo>
                        <a:pt x="954" y="164"/>
                      </a:lnTo>
                      <a:lnTo>
                        <a:pt x="958" y="164"/>
                      </a:lnTo>
                      <a:lnTo>
                        <a:pt x="964" y="164"/>
                      </a:lnTo>
                      <a:lnTo>
                        <a:pt x="964" y="164"/>
                      </a:lnTo>
                      <a:lnTo>
                        <a:pt x="962" y="168"/>
                      </a:lnTo>
                      <a:lnTo>
                        <a:pt x="962" y="168"/>
                      </a:lnTo>
                      <a:lnTo>
                        <a:pt x="960" y="168"/>
                      </a:lnTo>
                      <a:lnTo>
                        <a:pt x="960" y="168"/>
                      </a:lnTo>
                      <a:lnTo>
                        <a:pt x="962" y="168"/>
                      </a:lnTo>
                      <a:lnTo>
                        <a:pt x="962" y="168"/>
                      </a:lnTo>
                      <a:lnTo>
                        <a:pt x="966" y="164"/>
                      </a:lnTo>
                      <a:lnTo>
                        <a:pt x="966" y="164"/>
                      </a:lnTo>
                      <a:lnTo>
                        <a:pt x="972" y="164"/>
                      </a:lnTo>
                      <a:lnTo>
                        <a:pt x="972" y="164"/>
                      </a:lnTo>
                      <a:lnTo>
                        <a:pt x="974" y="170"/>
                      </a:lnTo>
                      <a:lnTo>
                        <a:pt x="974" y="170"/>
                      </a:lnTo>
                      <a:lnTo>
                        <a:pt x="978" y="170"/>
                      </a:lnTo>
                      <a:lnTo>
                        <a:pt x="982" y="170"/>
                      </a:lnTo>
                      <a:lnTo>
                        <a:pt x="982" y="170"/>
                      </a:lnTo>
                      <a:lnTo>
                        <a:pt x="982" y="174"/>
                      </a:lnTo>
                      <a:lnTo>
                        <a:pt x="982" y="174"/>
                      </a:lnTo>
                      <a:lnTo>
                        <a:pt x="976" y="172"/>
                      </a:lnTo>
                      <a:lnTo>
                        <a:pt x="976" y="172"/>
                      </a:lnTo>
                      <a:lnTo>
                        <a:pt x="976" y="176"/>
                      </a:lnTo>
                      <a:lnTo>
                        <a:pt x="976" y="176"/>
                      </a:lnTo>
                      <a:lnTo>
                        <a:pt x="972" y="176"/>
                      </a:lnTo>
                      <a:lnTo>
                        <a:pt x="972" y="176"/>
                      </a:lnTo>
                      <a:lnTo>
                        <a:pt x="970" y="178"/>
                      </a:lnTo>
                      <a:lnTo>
                        <a:pt x="970" y="178"/>
                      </a:lnTo>
                      <a:lnTo>
                        <a:pt x="976" y="178"/>
                      </a:lnTo>
                      <a:lnTo>
                        <a:pt x="976" y="178"/>
                      </a:lnTo>
                      <a:lnTo>
                        <a:pt x="978" y="180"/>
                      </a:lnTo>
                      <a:lnTo>
                        <a:pt x="978" y="182"/>
                      </a:lnTo>
                      <a:lnTo>
                        <a:pt x="978" y="182"/>
                      </a:lnTo>
                      <a:lnTo>
                        <a:pt x="980" y="182"/>
                      </a:lnTo>
                      <a:lnTo>
                        <a:pt x="980" y="182"/>
                      </a:lnTo>
                      <a:lnTo>
                        <a:pt x="986" y="176"/>
                      </a:lnTo>
                      <a:lnTo>
                        <a:pt x="986" y="176"/>
                      </a:lnTo>
                      <a:lnTo>
                        <a:pt x="986" y="174"/>
                      </a:lnTo>
                      <a:lnTo>
                        <a:pt x="986" y="174"/>
                      </a:lnTo>
                      <a:lnTo>
                        <a:pt x="988" y="174"/>
                      </a:lnTo>
                      <a:lnTo>
                        <a:pt x="988" y="174"/>
                      </a:lnTo>
                      <a:lnTo>
                        <a:pt x="990" y="178"/>
                      </a:lnTo>
                      <a:lnTo>
                        <a:pt x="990" y="178"/>
                      </a:lnTo>
                      <a:lnTo>
                        <a:pt x="994" y="180"/>
                      </a:lnTo>
                      <a:lnTo>
                        <a:pt x="994" y="180"/>
                      </a:lnTo>
                      <a:lnTo>
                        <a:pt x="994" y="184"/>
                      </a:lnTo>
                      <a:lnTo>
                        <a:pt x="994" y="188"/>
                      </a:lnTo>
                      <a:lnTo>
                        <a:pt x="994" y="188"/>
                      </a:lnTo>
                      <a:lnTo>
                        <a:pt x="988" y="188"/>
                      </a:lnTo>
                      <a:lnTo>
                        <a:pt x="988" y="188"/>
                      </a:lnTo>
                      <a:lnTo>
                        <a:pt x="986" y="192"/>
                      </a:lnTo>
                      <a:lnTo>
                        <a:pt x="986" y="192"/>
                      </a:lnTo>
                      <a:lnTo>
                        <a:pt x="982" y="192"/>
                      </a:lnTo>
                      <a:lnTo>
                        <a:pt x="978" y="192"/>
                      </a:lnTo>
                      <a:lnTo>
                        <a:pt x="978" y="192"/>
                      </a:lnTo>
                      <a:lnTo>
                        <a:pt x="984" y="196"/>
                      </a:lnTo>
                      <a:lnTo>
                        <a:pt x="984" y="198"/>
                      </a:lnTo>
                      <a:lnTo>
                        <a:pt x="984" y="198"/>
                      </a:lnTo>
                      <a:lnTo>
                        <a:pt x="990" y="198"/>
                      </a:lnTo>
                      <a:lnTo>
                        <a:pt x="990" y="198"/>
                      </a:lnTo>
                      <a:lnTo>
                        <a:pt x="998" y="202"/>
                      </a:lnTo>
                      <a:lnTo>
                        <a:pt x="1000" y="204"/>
                      </a:lnTo>
                      <a:lnTo>
                        <a:pt x="1000" y="204"/>
                      </a:lnTo>
                      <a:lnTo>
                        <a:pt x="998" y="206"/>
                      </a:lnTo>
                      <a:lnTo>
                        <a:pt x="998" y="206"/>
                      </a:lnTo>
                      <a:lnTo>
                        <a:pt x="988" y="206"/>
                      </a:lnTo>
                      <a:lnTo>
                        <a:pt x="986" y="204"/>
                      </a:lnTo>
                      <a:lnTo>
                        <a:pt x="986" y="204"/>
                      </a:lnTo>
                      <a:lnTo>
                        <a:pt x="984" y="204"/>
                      </a:lnTo>
                      <a:lnTo>
                        <a:pt x="986" y="204"/>
                      </a:lnTo>
                      <a:lnTo>
                        <a:pt x="986" y="208"/>
                      </a:lnTo>
                      <a:lnTo>
                        <a:pt x="986" y="208"/>
                      </a:lnTo>
                      <a:lnTo>
                        <a:pt x="992" y="212"/>
                      </a:lnTo>
                      <a:lnTo>
                        <a:pt x="992" y="214"/>
                      </a:lnTo>
                      <a:lnTo>
                        <a:pt x="992" y="214"/>
                      </a:lnTo>
                      <a:lnTo>
                        <a:pt x="988" y="214"/>
                      </a:lnTo>
                      <a:lnTo>
                        <a:pt x="988" y="214"/>
                      </a:lnTo>
                      <a:lnTo>
                        <a:pt x="988" y="218"/>
                      </a:lnTo>
                      <a:lnTo>
                        <a:pt x="988" y="218"/>
                      </a:lnTo>
                      <a:lnTo>
                        <a:pt x="978" y="218"/>
                      </a:lnTo>
                      <a:lnTo>
                        <a:pt x="978" y="220"/>
                      </a:lnTo>
                      <a:lnTo>
                        <a:pt x="978" y="220"/>
                      </a:lnTo>
                      <a:lnTo>
                        <a:pt x="980" y="220"/>
                      </a:lnTo>
                      <a:lnTo>
                        <a:pt x="984" y="222"/>
                      </a:lnTo>
                      <a:lnTo>
                        <a:pt x="984" y="222"/>
                      </a:lnTo>
                      <a:lnTo>
                        <a:pt x="982" y="224"/>
                      </a:lnTo>
                      <a:lnTo>
                        <a:pt x="982" y="224"/>
                      </a:lnTo>
                      <a:lnTo>
                        <a:pt x="984" y="224"/>
                      </a:lnTo>
                      <a:lnTo>
                        <a:pt x="984" y="224"/>
                      </a:lnTo>
                      <a:lnTo>
                        <a:pt x="990" y="226"/>
                      </a:lnTo>
                      <a:lnTo>
                        <a:pt x="994" y="226"/>
                      </a:lnTo>
                      <a:lnTo>
                        <a:pt x="994" y="226"/>
                      </a:lnTo>
                      <a:lnTo>
                        <a:pt x="994" y="232"/>
                      </a:lnTo>
                      <a:lnTo>
                        <a:pt x="994" y="232"/>
                      </a:lnTo>
                      <a:lnTo>
                        <a:pt x="996" y="230"/>
                      </a:lnTo>
                      <a:lnTo>
                        <a:pt x="996" y="228"/>
                      </a:lnTo>
                      <a:lnTo>
                        <a:pt x="996" y="228"/>
                      </a:lnTo>
                      <a:lnTo>
                        <a:pt x="1002" y="230"/>
                      </a:lnTo>
                      <a:lnTo>
                        <a:pt x="998" y="236"/>
                      </a:lnTo>
                      <a:lnTo>
                        <a:pt x="998" y="236"/>
                      </a:lnTo>
                      <a:lnTo>
                        <a:pt x="1004" y="234"/>
                      </a:lnTo>
                      <a:lnTo>
                        <a:pt x="1004" y="234"/>
                      </a:lnTo>
                      <a:lnTo>
                        <a:pt x="1004" y="238"/>
                      </a:lnTo>
                      <a:lnTo>
                        <a:pt x="1004" y="238"/>
                      </a:lnTo>
                      <a:lnTo>
                        <a:pt x="1006" y="238"/>
                      </a:lnTo>
                      <a:lnTo>
                        <a:pt x="1006" y="238"/>
                      </a:lnTo>
                      <a:lnTo>
                        <a:pt x="1006" y="240"/>
                      </a:lnTo>
                      <a:lnTo>
                        <a:pt x="1006" y="240"/>
                      </a:lnTo>
                      <a:lnTo>
                        <a:pt x="1008" y="240"/>
                      </a:lnTo>
                      <a:lnTo>
                        <a:pt x="1008" y="238"/>
                      </a:lnTo>
                      <a:lnTo>
                        <a:pt x="1008" y="238"/>
                      </a:lnTo>
                      <a:lnTo>
                        <a:pt x="1010" y="238"/>
                      </a:lnTo>
                      <a:lnTo>
                        <a:pt x="1010" y="238"/>
                      </a:lnTo>
                      <a:lnTo>
                        <a:pt x="1010" y="240"/>
                      </a:lnTo>
                      <a:lnTo>
                        <a:pt x="1010" y="240"/>
                      </a:lnTo>
                      <a:lnTo>
                        <a:pt x="1008" y="248"/>
                      </a:lnTo>
                      <a:lnTo>
                        <a:pt x="1008" y="248"/>
                      </a:lnTo>
                      <a:lnTo>
                        <a:pt x="1010" y="248"/>
                      </a:lnTo>
                      <a:lnTo>
                        <a:pt x="1010" y="248"/>
                      </a:lnTo>
                      <a:lnTo>
                        <a:pt x="1012" y="242"/>
                      </a:lnTo>
                      <a:lnTo>
                        <a:pt x="1014" y="242"/>
                      </a:lnTo>
                      <a:lnTo>
                        <a:pt x="1014" y="242"/>
                      </a:lnTo>
                      <a:lnTo>
                        <a:pt x="1016" y="246"/>
                      </a:lnTo>
                      <a:lnTo>
                        <a:pt x="1016" y="246"/>
                      </a:lnTo>
                      <a:lnTo>
                        <a:pt x="1018" y="244"/>
                      </a:lnTo>
                      <a:lnTo>
                        <a:pt x="1018" y="242"/>
                      </a:lnTo>
                      <a:lnTo>
                        <a:pt x="1018" y="242"/>
                      </a:lnTo>
                      <a:lnTo>
                        <a:pt x="1018" y="242"/>
                      </a:lnTo>
                      <a:lnTo>
                        <a:pt x="1020" y="240"/>
                      </a:lnTo>
                      <a:lnTo>
                        <a:pt x="1020" y="240"/>
                      </a:lnTo>
                      <a:lnTo>
                        <a:pt x="1022" y="240"/>
                      </a:lnTo>
                      <a:lnTo>
                        <a:pt x="1022" y="240"/>
                      </a:lnTo>
                      <a:lnTo>
                        <a:pt x="1022" y="246"/>
                      </a:lnTo>
                      <a:lnTo>
                        <a:pt x="1022" y="246"/>
                      </a:lnTo>
                      <a:lnTo>
                        <a:pt x="1024" y="244"/>
                      </a:lnTo>
                      <a:lnTo>
                        <a:pt x="1024" y="244"/>
                      </a:lnTo>
                      <a:lnTo>
                        <a:pt x="1024" y="240"/>
                      </a:lnTo>
                      <a:lnTo>
                        <a:pt x="1024" y="240"/>
                      </a:lnTo>
                      <a:lnTo>
                        <a:pt x="1028" y="236"/>
                      </a:lnTo>
                      <a:lnTo>
                        <a:pt x="1028" y="236"/>
                      </a:lnTo>
                      <a:lnTo>
                        <a:pt x="1030" y="236"/>
                      </a:lnTo>
                      <a:lnTo>
                        <a:pt x="1030" y="238"/>
                      </a:lnTo>
                      <a:lnTo>
                        <a:pt x="1030" y="238"/>
                      </a:lnTo>
                      <a:lnTo>
                        <a:pt x="1028" y="248"/>
                      </a:lnTo>
                      <a:lnTo>
                        <a:pt x="1028" y="248"/>
                      </a:lnTo>
                      <a:lnTo>
                        <a:pt x="1032" y="248"/>
                      </a:lnTo>
                      <a:lnTo>
                        <a:pt x="1032" y="248"/>
                      </a:lnTo>
                      <a:lnTo>
                        <a:pt x="1032" y="242"/>
                      </a:lnTo>
                      <a:lnTo>
                        <a:pt x="1032" y="242"/>
                      </a:lnTo>
                      <a:lnTo>
                        <a:pt x="1036" y="244"/>
                      </a:lnTo>
                      <a:lnTo>
                        <a:pt x="1040" y="246"/>
                      </a:lnTo>
                      <a:lnTo>
                        <a:pt x="1040" y="246"/>
                      </a:lnTo>
                      <a:lnTo>
                        <a:pt x="1040" y="250"/>
                      </a:lnTo>
                      <a:lnTo>
                        <a:pt x="1040" y="250"/>
                      </a:lnTo>
                      <a:lnTo>
                        <a:pt x="1042" y="252"/>
                      </a:lnTo>
                      <a:lnTo>
                        <a:pt x="1042" y="252"/>
                      </a:lnTo>
                      <a:lnTo>
                        <a:pt x="1036" y="254"/>
                      </a:lnTo>
                      <a:lnTo>
                        <a:pt x="1038" y="256"/>
                      </a:lnTo>
                      <a:lnTo>
                        <a:pt x="1038" y="256"/>
                      </a:lnTo>
                      <a:lnTo>
                        <a:pt x="1042" y="256"/>
                      </a:lnTo>
                      <a:lnTo>
                        <a:pt x="1042" y="258"/>
                      </a:lnTo>
                      <a:lnTo>
                        <a:pt x="1042" y="258"/>
                      </a:lnTo>
                      <a:lnTo>
                        <a:pt x="1048" y="258"/>
                      </a:lnTo>
                      <a:lnTo>
                        <a:pt x="1054" y="260"/>
                      </a:lnTo>
                      <a:lnTo>
                        <a:pt x="1054" y="260"/>
                      </a:lnTo>
                      <a:lnTo>
                        <a:pt x="1054" y="254"/>
                      </a:lnTo>
                      <a:lnTo>
                        <a:pt x="1054" y="254"/>
                      </a:lnTo>
                      <a:lnTo>
                        <a:pt x="1054" y="252"/>
                      </a:lnTo>
                      <a:lnTo>
                        <a:pt x="1054" y="252"/>
                      </a:lnTo>
                      <a:lnTo>
                        <a:pt x="1058" y="254"/>
                      </a:lnTo>
                      <a:lnTo>
                        <a:pt x="1058" y="254"/>
                      </a:lnTo>
                      <a:lnTo>
                        <a:pt x="1058" y="254"/>
                      </a:lnTo>
                      <a:lnTo>
                        <a:pt x="1060" y="254"/>
                      </a:lnTo>
                      <a:lnTo>
                        <a:pt x="1060" y="254"/>
                      </a:lnTo>
                      <a:lnTo>
                        <a:pt x="1060" y="254"/>
                      </a:lnTo>
                      <a:lnTo>
                        <a:pt x="1056" y="258"/>
                      </a:lnTo>
                      <a:lnTo>
                        <a:pt x="1056" y="258"/>
                      </a:lnTo>
                      <a:lnTo>
                        <a:pt x="1056" y="266"/>
                      </a:lnTo>
                      <a:lnTo>
                        <a:pt x="1056" y="266"/>
                      </a:lnTo>
                      <a:lnTo>
                        <a:pt x="1060" y="266"/>
                      </a:lnTo>
                      <a:lnTo>
                        <a:pt x="1060" y="266"/>
                      </a:lnTo>
                      <a:lnTo>
                        <a:pt x="1060" y="260"/>
                      </a:lnTo>
                      <a:lnTo>
                        <a:pt x="1060" y="260"/>
                      </a:lnTo>
                      <a:lnTo>
                        <a:pt x="1060" y="260"/>
                      </a:lnTo>
                      <a:lnTo>
                        <a:pt x="1062" y="258"/>
                      </a:lnTo>
                      <a:lnTo>
                        <a:pt x="1062" y="258"/>
                      </a:lnTo>
                      <a:lnTo>
                        <a:pt x="1062" y="258"/>
                      </a:lnTo>
                      <a:lnTo>
                        <a:pt x="1064" y="258"/>
                      </a:lnTo>
                      <a:lnTo>
                        <a:pt x="1064" y="260"/>
                      </a:lnTo>
                      <a:lnTo>
                        <a:pt x="1064" y="260"/>
                      </a:lnTo>
                      <a:lnTo>
                        <a:pt x="1068" y="258"/>
                      </a:lnTo>
                      <a:lnTo>
                        <a:pt x="1068" y="258"/>
                      </a:lnTo>
                      <a:lnTo>
                        <a:pt x="1070" y="260"/>
                      </a:lnTo>
                      <a:lnTo>
                        <a:pt x="1070" y="260"/>
                      </a:lnTo>
                      <a:lnTo>
                        <a:pt x="1070" y="260"/>
                      </a:lnTo>
                      <a:lnTo>
                        <a:pt x="1070" y="256"/>
                      </a:lnTo>
                      <a:lnTo>
                        <a:pt x="1070" y="252"/>
                      </a:lnTo>
                      <a:lnTo>
                        <a:pt x="1070" y="252"/>
                      </a:lnTo>
                      <a:lnTo>
                        <a:pt x="1070" y="252"/>
                      </a:lnTo>
                      <a:lnTo>
                        <a:pt x="1072" y="254"/>
                      </a:lnTo>
                      <a:lnTo>
                        <a:pt x="1072" y="254"/>
                      </a:lnTo>
                      <a:lnTo>
                        <a:pt x="1072" y="254"/>
                      </a:lnTo>
                      <a:lnTo>
                        <a:pt x="1078" y="256"/>
                      </a:lnTo>
                      <a:lnTo>
                        <a:pt x="1078" y="256"/>
                      </a:lnTo>
                      <a:lnTo>
                        <a:pt x="1080" y="262"/>
                      </a:lnTo>
                      <a:lnTo>
                        <a:pt x="1082" y="264"/>
                      </a:lnTo>
                      <a:lnTo>
                        <a:pt x="1082" y="266"/>
                      </a:lnTo>
                      <a:lnTo>
                        <a:pt x="1082" y="266"/>
                      </a:lnTo>
                      <a:lnTo>
                        <a:pt x="1082" y="268"/>
                      </a:lnTo>
                      <a:lnTo>
                        <a:pt x="1082" y="270"/>
                      </a:lnTo>
                      <a:lnTo>
                        <a:pt x="1082" y="270"/>
                      </a:lnTo>
                      <a:close/>
                      <a:moveTo>
                        <a:pt x="1074" y="730"/>
                      </a:moveTo>
                      <a:lnTo>
                        <a:pt x="1074" y="730"/>
                      </a:lnTo>
                      <a:lnTo>
                        <a:pt x="1072" y="730"/>
                      </a:lnTo>
                      <a:lnTo>
                        <a:pt x="1072" y="730"/>
                      </a:lnTo>
                      <a:lnTo>
                        <a:pt x="1068" y="738"/>
                      </a:lnTo>
                      <a:lnTo>
                        <a:pt x="1064" y="742"/>
                      </a:lnTo>
                      <a:lnTo>
                        <a:pt x="1056" y="744"/>
                      </a:lnTo>
                      <a:lnTo>
                        <a:pt x="1048" y="746"/>
                      </a:lnTo>
                      <a:lnTo>
                        <a:pt x="1048" y="746"/>
                      </a:lnTo>
                      <a:lnTo>
                        <a:pt x="1046" y="748"/>
                      </a:lnTo>
                      <a:lnTo>
                        <a:pt x="1046" y="748"/>
                      </a:lnTo>
                      <a:lnTo>
                        <a:pt x="1046" y="750"/>
                      </a:lnTo>
                      <a:lnTo>
                        <a:pt x="1046" y="754"/>
                      </a:lnTo>
                      <a:lnTo>
                        <a:pt x="1046" y="754"/>
                      </a:lnTo>
                      <a:lnTo>
                        <a:pt x="1040" y="748"/>
                      </a:lnTo>
                      <a:lnTo>
                        <a:pt x="1040" y="748"/>
                      </a:lnTo>
                      <a:lnTo>
                        <a:pt x="1040" y="750"/>
                      </a:lnTo>
                      <a:lnTo>
                        <a:pt x="1040" y="752"/>
                      </a:lnTo>
                      <a:lnTo>
                        <a:pt x="1040" y="752"/>
                      </a:lnTo>
                      <a:lnTo>
                        <a:pt x="1038" y="752"/>
                      </a:lnTo>
                      <a:lnTo>
                        <a:pt x="1036" y="750"/>
                      </a:lnTo>
                      <a:lnTo>
                        <a:pt x="1036" y="750"/>
                      </a:lnTo>
                      <a:lnTo>
                        <a:pt x="1036" y="754"/>
                      </a:lnTo>
                      <a:lnTo>
                        <a:pt x="1036" y="760"/>
                      </a:lnTo>
                      <a:lnTo>
                        <a:pt x="1036" y="760"/>
                      </a:lnTo>
                      <a:lnTo>
                        <a:pt x="1036" y="760"/>
                      </a:lnTo>
                      <a:lnTo>
                        <a:pt x="1036" y="762"/>
                      </a:lnTo>
                      <a:lnTo>
                        <a:pt x="1034" y="762"/>
                      </a:lnTo>
                      <a:lnTo>
                        <a:pt x="1034" y="762"/>
                      </a:lnTo>
                      <a:lnTo>
                        <a:pt x="1036" y="760"/>
                      </a:lnTo>
                      <a:lnTo>
                        <a:pt x="1034" y="760"/>
                      </a:lnTo>
                      <a:lnTo>
                        <a:pt x="1032" y="760"/>
                      </a:lnTo>
                      <a:lnTo>
                        <a:pt x="1032" y="760"/>
                      </a:lnTo>
                      <a:lnTo>
                        <a:pt x="1030" y="764"/>
                      </a:lnTo>
                      <a:lnTo>
                        <a:pt x="1030" y="764"/>
                      </a:lnTo>
                      <a:lnTo>
                        <a:pt x="1026" y="768"/>
                      </a:lnTo>
                      <a:lnTo>
                        <a:pt x="1026" y="768"/>
                      </a:lnTo>
                      <a:lnTo>
                        <a:pt x="1024" y="766"/>
                      </a:lnTo>
                      <a:lnTo>
                        <a:pt x="1026" y="764"/>
                      </a:lnTo>
                      <a:lnTo>
                        <a:pt x="1024" y="764"/>
                      </a:lnTo>
                      <a:lnTo>
                        <a:pt x="1024" y="764"/>
                      </a:lnTo>
                      <a:lnTo>
                        <a:pt x="1022" y="768"/>
                      </a:lnTo>
                      <a:lnTo>
                        <a:pt x="1022" y="768"/>
                      </a:lnTo>
                      <a:lnTo>
                        <a:pt x="1020" y="766"/>
                      </a:lnTo>
                      <a:lnTo>
                        <a:pt x="1020" y="766"/>
                      </a:lnTo>
                      <a:lnTo>
                        <a:pt x="1018" y="764"/>
                      </a:lnTo>
                      <a:lnTo>
                        <a:pt x="1018" y="764"/>
                      </a:lnTo>
                      <a:lnTo>
                        <a:pt x="1014" y="762"/>
                      </a:lnTo>
                      <a:lnTo>
                        <a:pt x="1014" y="762"/>
                      </a:lnTo>
                      <a:lnTo>
                        <a:pt x="1010" y="762"/>
                      </a:lnTo>
                      <a:lnTo>
                        <a:pt x="1010" y="762"/>
                      </a:lnTo>
                      <a:lnTo>
                        <a:pt x="1008" y="754"/>
                      </a:lnTo>
                      <a:lnTo>
                        <a:pt x="1012" y="750"/>
                      </a:lnTo>
                      <a:lnTo>
                        <a:pt x="1012" y="750"/>
                      </a:lnTo>
                      <a:lnTo>
                        <a:pt x="1014" y="746"/>
                      </a:lnTo>
                      <a:lnTo>
                        <a:pt x="1014" y="746"/>
                      </a:lnTo>
                      <a:lnTo>
                        <a:pt x="1018" y="744"/>
                      </a:lnTo>
                      <a:lnTo>
                        <a:pt x="1020" y="744"/>
                      </a:lnTo>
                      <a:lnTo>
                        <a:pt x="1020" y="744"/>
                      </a:lnTo>
                      <a:lnTo>
                        <a:pt x="1020" y="742"/>
                      </a:lnTo>
                      <a:lnTo>
                        <a:pt x="1022" y="738"/>
                      </a:lnTo>
                      <a:lnTo>
                        <a:pt x="1022" y="738"/>
                      </a:lnTo>
                      <a:lnTo>
                        <a:pt x="1026" y="736"/>
                      </a:lnTo>
                      <a:lnTo>
                        <a:pt x="1032" y="734"/>
                      </a:lnTo>
                      <a:lnTo>
                        <a:pt x="1034" y="734"/>
                      </a:lnTo>
                      <a:lnTo>
                        <a:pt x="1034" y="734"/>
                      </a:lnTo>
                      <a:lnTo>
                        <a:pt x="1034" y="736"/>
                      </a:lnTo>
                      <a:lnTo>
                        <a:pt x="1034" y="736"/>
                      </a:lnTo>
                      <a:lnTo>
                        <a:pt x="1038" y="738"/>
                      </a:lnTo>
                      <a:lnTo>
                        <a:pt x="1038" y="738"/>
                      </a:lnTo>
                      <a:lnTo>
                        <a:pt x="1044" y="730"/>
                      </a:lnTo>
                      <a:lnTo>
                        <a:pt x="1044" y="730"/>
                      </a:lnTo>
                      <a:lnTo>
                        <a:pt x="1048" y="730"/>
                      </a:lnTo>
                      <a:lnTo>
                        <a:pt x="1048" y="730"/>
                      </a:lnTo>
                      <a:lnTo>
                        <a:pt x="1038" y="728"/>
                      </a:lnTo>
                      <a:lnTo>
                        <a:pt x="1034" y="728"/>
                      </a:lnTo>
                      <a:lnTo>
                        <a:pt x="1028" y="730"/>
                      </a:lnTo>
                      <a:lnTo>
                        <a:pt x="1028" y="730"/>
                      </a:lnTo>
                      <a:lnTo>
                        <a:pt x="1028" y="732"/>
                      </a:lnTo>
                      <a:lnTo>
                        <a:pt x="1028" y="732"/>
                      </a:lnTo>
                      <a:lnTo>
                        <a:pt x="1028" y="728"/>
                      </a:lnTo>
                      <a:lnTo>
                        <a:pt x="1028" y="728"/>
                      </a:lnTo>
                      <a:lnTo>
                        <a:pt x="1030" y="724"/>
                      </a:lnTo>
                      <a:lnTo>
                        <a:pt x="1030" y="724"/>
                      </a:lnTo>
                      <a:lnTo>
                        <a:pt x="1030" y="724"/>
                      </a:lnTo>
                      <a:lnTo>
                        <a:pt x="1030" y="722"/>
                      </a:lnTo>
                      <a:lnTo>
                        <a:pt x="1030" y="722"/>
                      </a:lnTo>
                      <a:lnTo>
                        <a:pt x="1032" y="720"/>
                      </a:lnTo>
                      <a:lnTo>
                        <a:pt x="1032" y="720"/>
                      </a:lnTo>
                      <a:lnTo>
                        <a:pt x="1032" y="718"/>
                      </a:lnTo>
                      <a:lnTo>
                        <a:pt x="1032" y="718"/>
                      </a:lnTo>
                      <a:lnTo>
                        <a:pt x="1030" y="718"/>
                      </a:lnTo>
                      <a:lnTo>
                        <a:pt x="1028" y="718"/>
                      </a:lnTo>
                      <a:lnTo>
                        <a:pt x="1028" y="718"/>
                      </a:lnTo>
                      <a:lnTo>
                        <a:pt x="1026" y="716"/>
                      </a:lnTo>
                      <a:lnTo>
                        <a:pt x="1026" y="716"/>
                      </a:lnTo>
                      <a:lnTo>
                        <a:pt x="1026" y="722"/>
                      </a:lnTo>
                      <a:lnTo>
                        <a:pt x="1026" y="722"/>
                      </a:lnTo>
                      <a:lnTo>
                        <a:pt x="1026" y="722"/>
                      </a:lnTo>
                      <a:lnTo>
                        <a:pt x="1026" y="726"/>
                      </a:lnTo>
                      <a:lnTo>
                        <a:pt x="1024" y="726"/>
                      </a:lnTo>
                      <a:lnTo>
                        <a:pt x="1024" y="726"/>
                      </a:lnTo>
                      <a:lnTo>
                        <a:pt x="1022" y="728"/>
                      </a:lnTo>
                      <a:lnTo>
                        <a:pt x="1020" y="730"/>
                      </a:lnTo>
                      <a:lnTo>
                        <a:pt x="1018" y="734"/>
                      </a:lnTo>
                      <a:lnTo>
                        <a:pt x="1014" y="734"/>
                      </a:lnTo>
                      <a:lnTo>
                        <a:pt x="1014" y="734"/>
                      </a:lnTo>
                      <a:lnTo>
                        <a:pt x="1014" y="730"/>
                      </a:lnTo>
                      <a:lnTo>
                        <a:pt x="1014" y="730"/>
                      </a:lnTo>
                      <a:lnTo>
                        <a:pt x="1014" y="728"/>
                      </a:lnTo>
                      <a:lnTo>
                        <a:pt x="1014" y="726"/>
                      </a:lnTo>
                      <a:lnTo>
                        <a:pt x="1014" y="726"/>
                      </a:lnTo>
                      <a:lnTo>
                        <a:pt x="1012" y="726"/>
                      </a:lnTo>
                      <a:lnTo>
                        <a:pt x="1012" y="726"/>
                      </a:lnTo>
                      <a:lnTo>
                        <a:pt x="1012" y="730"/>
                      </a:lnTo>
                      <a:lnTo>
                        <a:pt x="1012" y="730"/>
                      </a:lnTo>
                      <a:lnTo>
                        <a:pt x="1008" y="730"/>
                      </a:lnTo>
                      <a:lnTo>
                        <a:pt x="1008" y="732"/>
                      </a:lnTo>
                      <a:lnTo>
                        <a:pt x="1008" y="732"/>
                      </a:lnTo>
                      <a:lnTo>
                        <a:pt x="1012" y="734"/>
                      </a:lnTo>
                      <a:lnTo>
                        <a:pt x="1012" y="734"/>
                      </a:lnTo>
                      <a:lnTo>
                        <a:pt x="1012" y="734"/>
                      </a:lnTo>
                      <a:lnTo>
                        <a:pt x="1012" y="736"/>
                      </a:lnTo>
                      <a:lnTo>
                        <a:pt x="1008" y="736"/>
                      </a:lnTo>
                      <a:lnTo>
                        <a:pt x="1008" y="736"/>
                      </a:lnTo>
                      <a:lnTo>
                        <a:pt x="1008" y="738"/>
                      </a:lnTo>
                      <a:lnTo>
                        <a:pt x="1006" y="738"/>
                      </a:lnTo>
                      <a:lnTo>
                        <a:pt x="1006" y="738"/>
                      </a:lnTo>
                      <a:lnTo>
                        <a:pt x="1002" y="736"/>
                      </a:lnTo>
                      <a:lnTo>
                        <a:pt x="1000" y="734"/>
                      </a:lnTo>
                      <a:lnTo>
                        <a:pt x="1000" y="734"/>
                      </a:lnTo>
                      <a:lnTo>
                        <a:pt x="996" y="734"/>
                      </a:lnTo>
                      <a:lnTo>
                        <a:pt x="996" y="734"/>
                      </a:lnTo>
                      <a:lnTo>
                        <a:pt x="994" y="734"/>
                      </a:lnTo>
                      <a:lnTo>
                        <a:pt x="994" y="734"/>
                      </a:lnTo>
                      <a:lnTo>
                        <a:pt x="994" y="732"/>
                      </a:lnTo>
                      <a:lnTo>
                        <a:pt x="992" y="730"/>
                      </a:lnTo>
                      <a:lnTo>
                        <a:pt x="994" y="726"/>
                      </a:lnTo>
                      <a:lnTo>
                        <a:pt x="994" y="726"/>
                      </a:lnTo>
                      <a:lnTo>
                        <a:pt x="992" y="724"/>
                      </a:lnTo>
                      <a:lnTo>
                        <a:pt x="990" y="724"/>
                      </a:lnTo>
                      <a:lnTo>
                        <a:pt x="988" y="724"/>
                      </a:lnTo>
                      <a:lnTo>
                        <a:pt x="988" y="724"/>
                      </a:lnTo>
                      <a:lnTo>
                        <a:pt x="988" y="718"/>
                      </a:lnTo>
                      <a:lnTo>
                        <a:pt x="988" y="704"/>
                      </a:lnTo>
                      <a:lnTo>
                        <a:pt x="988" y="704"/>
                      </a:lnTo>
                      <a:lnTo>
                        <a:pt x="988" y="700"/>
                      </a:lnTo>
                      <a:lnTo>
                        <a:pt x="986" y="698"/>
                      </a:lnTo>
                      <a:lnTo>
                        <a:pt x="980" y="694"/>
                      </a:lnTo>
                      <a:lnTo>
                        <a:pt x="980" y="694"/>
                      </a:lnTo>
                      <a:lnTo>
                        <a:pt x="976" y="694"/>
                      </a:lnTo>
                      <a:lnTo>
                        <a:pt x="974" y="698"/>
                      </a:lnTo>
                      <a:lnTo>
                        <a:pt x="972" y="700"/>
                      </a:lnTo>
                      <a:lnTo>
                        <a:pt x="972" y="698"/>
                      </a:lnTo>
                      <a:lnTo>
                        <a:pt x="972" y="698"/>
                      </a:lnTo>
                      <a:lnTo>
                        <a:pt x="970" y="694"/>
                      </a:lnTo>
                      <a:lnTo>
                        <a:pt x="968" y="694"/>
                      </a:lnTo>
                      <a:lnTo>
                        <a:pt x="966" y="696"/>
                      </a:lnTo>
                      <a:lnTo>
                        <a:pt x="964" y="704"/>
                      </a:lnTo>
                      <a:lnTo>
                        <a:pt x="964" y="704"/>
                      </a:lnTo>
                      <a:lnTo>
                        <a:pt x="960" y="708"/>
                      </a:lnTo>
                      <a:lnTo>
                        <a:pt x="960" y="714"/>
                      </a:lnTo>
                      <a:lnTo>
                        <a:pt x="960" y="714"/>
                      </a:lnTo>
                      <a:lnTo>
                        <a:pt x="958" y="716"/>
                      </a:lnTo>
                      <a:lnTo>
                        <a:pt x="954" y="720"/>
                      </a:lnTo>
                      <a:lnTo>
                        <a:pt x="948" y="726"/>
                      </a:lnTo>
                      <a:lnTo>
                        <a:pt x="948" y="726"/>
                      </a:lnTo>
                      <a:lnTo>
                        <a:pt x="944" y="728"/>
                      </a:lnTo>
                      <a:lnTo>
                        <a:pt x="944" y="730"/>
                      </a:lnTo>
                      <a:lnTo>
                        <a:pt x="944" y="730"/>
                      </a:lnTo>
                      <a:lnTo>
                        <a:pt x="926" y="734"/>
                      </a:lnTo>
                      <a:lnTo>
                        <a:pt x="904" y="736"/>
                      </a:lnTo>
                      <a:lnTo>
                        <a:pt x="904" y="736"/>
                      </a:lnTo>
                      <a:lnTo>
                        <a:pt x="902" y="734"/>
                      </a:lnTo>
                      <a:lnTo>
                        <a:pt x="902" y="734"/>
                      </a:lnTo>
                      <a:lnTo>
                        <a:pt x="904" y="732"/>
                      </a:lnTo>
                      <a:lnTo>
                        <a:pt x="904" y="732"/>
                      </a:lnTo>
                      <a:lnTo>
                        <a:pt x="904" y="732"/>
                      </a:lnTo>
                      <a:lnTo>
                        <a:pt x="904" y="732"/>
                      </a:lnTo>
                      <a:lnTo>
                        <a:pt x="900" y="734"/>
                      </a:lnTo>
                      <a:lnTo>
                        <a:pt x="900" y="734"/>
                      </a:lnTo>
                      <a:lnTo>
                        <a:pt x="890" y="740"/>
                      </a:lnTo>
                      <a:lnTo>
                        <a:pt x="890" y="740"/>
                      </a:lnTo>
                      <a:lnTo>
                        <a:pt x="880" y="746"/>
                      </a:lnTo>
                      <a:lnTo>
                        <a:pt x="878" y="748"/>
                      </a:lnTo>
                      <a:lnTo>
                        <a:pt x="878" y="748"/>
                      </a:lnTo>
                      <a:lnTo>
                        <a:pt x="878" y="750"/>
                      </a:lnTo>
                      <a:lnTo>
                        <a:pt x="878" y="750"/>
                      </a:lnTo>
                      <a:lnTo>
                        <a:pt x="872" y="754"/>
                      </a:lnTo>
                      <a:lnTo>
                        <a:pt x="872" y="754"/>
                      </a:lnTo>
                      <a:lnTo>
                        <a:pt x="866" y="752"/>
                      </a:lnTo>
                      <a:lnTo>
                        <a:pt x="862" y="752"/>
                      </a:lnTo>
                      <a:lnTo>
                        <a:pt x="862" y="752"/>
                      </a:lnTo>
                      <a:lnTo>
                        <a:pt x="854" y="752"/>
                      </a:lnTo>
                      <a:lnTo>
                        <a:pt x="854" y="752"/>
                      </a:lnTo>
                      <a:lnTo>
                        <a:pt x="854" y="754"/>
                      </a:lnTo>
                      <a:lnTo>
                        <a:pt x="854" y="754"/>
                      </a:lnTo>
                      <a:lnTo>
                        <a:pt x="856" y="754"/>
                      </a:lnTo>
                      <a:lnTo>
                        <a:pt x="860" y="756"/>
                      </a:lnTo>
                      <a:lnTo>
                        <a:pt x="860" y="756"/>
                      </a:lnTo>
                      <a:lnTo>
                        <a:pt x="860" y="758"/>
                      </a:lnTo>
                      <a:lnTo>
                        <a:pt x="860" y="758"/>
                      </a:lnTo>
                      <a:lnTo>
                        <a:pt x="860" y="758"/>
                      </a:lnTo>
                      <a:lnTo>
                        <a:pt x="864" y="758"/>
                      </a:lnTo>
                      <a:lnTo>
                        <a:pt x="864" y="758"/>
                      </a:lnTo>
                      <a:lnTo>
                        <a:pt x="866" y="758"/>
                      </a:lnTo>
                      <a:lnTo>
                        <a:pt x="866" y="758"/>
                      </a:lnTo>
                      <a:lnTo>
                        <a:pt x="866" y="758"/>
                      </a:lnTo>
                      <a:lnTo>
                        <a:pt x="864" y="760"/>
                      </a:lnTo>
                      <a:lnTo>
                        <a:pt x="862" y="762"/>
                      </a:lnTo>
                      <a:lnTo>
                        <a:pt x="862" y="762"/>
                      </a:lnTo>
                      <a:lnTo>
                        <a:pt x="858" y="762"/>
                      </a:lnTo>
                      <a:lnTo>
                        <a:pt x="858" y="762"/>
                      </a:lnTo>
                      <a:lnTo>
                        <a:pt x="856" y="760"/>
                      </a:lnTo>
                      <a:lnTo>
                        <a:pt x="856" y="760"/>
                      </a:lnTo>
                      <a:lnTo>
                        <a:pt x="848" y="758"/>
                      </a:lnTo>
                      <a:lnTo>
                        <a:pt x="840" y="760"/>
                      </a:lnTo>
                      <a:lnTo>
                        <a:pt x="834" y="764"/>
                      </a:lnTo>
                      <a:lnTo>
                        <a:pt x="828" y="766"/>
                      </a:lnTo>
                      <a:lnTo>
                        <a:pt x="828" y="768"/>
                      </a:lnTo>
                      <a:lnTo>
                        <a:pt x="828" y="768"/>
                      </a:lnTo>
                      <a:lnTo>
                        <a:pt x="832" y="768"/>
                      </a:lnTo>
                      <a:lnTo>
                        <a:pt x="832" y="768"/>
                      </a:lnTo>
                      <a:lnTo>
                        <a:pt x="834" y="770"/>
                      </a:lnTo>
                      <a:lnTo>
                        <a:pt x="834" y="772"/>
                      </a:lnTo>
                      <a:lnTo>
                        <a:pt x="832" y="774"/>
                      </a:lnTo>
                      <a:lnTo>
                        <a:pt x="832" y="774"/>
                      </a:lnTo>
                      <a:lnTo>
                        <a:pt x="826" y="774"/>
                      </a:lnTo>
                      <a:lnTo>
                        <a:pt x="822" y="774"/>
                      </a:lnTo>
                      <a:lnTo>
                        <a:pt x="820" y="776"/>
                      </a:lnTo>
                      <a:lnTo>
                        <a:pt x="820" y="776"/>
                      </a:lnTo>
                      <a:lnTo>
                        <a:pt x="818" y="780"/>
                      </a:lnTo>
                      <a:lnTo>
                        <a:pt x="818" y="780"/>
                      </a:lnTo>
                      <a:lnTo>
                        <a:pt x="812" y="780"/>
                      </a:lnTo>
                      <a:lnTo>
                        <a:pt x="808" y="780"/>
                      </a:lnTo>
                      <a:lnTo>
                        <a:pt x="808" y="780"/>
                      </a:lnTo>
                      <a:lnTo>
                        <a:pt x="804" y="784"/>
                      </a:lnTo>
                      <a:lnTo>
                        <a:pt x="804" y="784"/>
                      </a:lnTo>
                      <a:lnTo>
                        <a:pt x="800" y="786"/>
                      </a:lnTo>
                      <a:lnTo>
                        <a:pt x="800" y="786"/>
                      </a:lnTo>
                      <a:lnTo>
                        <a:pt x="796" y="790"/>
                      </a:lnTo>
                      <a:lnTo>
                        <a:pt x="796" y="790"/>
                      </a:lnTo>
                      <a:lnTo>
                        <a:pt x="792" y="792"/>
                      </a:lnTo>
                      <a:lnTo>
                        <a:pt x="786" y="792"/>
                      </a:lnTo>
                      <a:lnTo>
                        <a:pt x="786" y="792"/>
                      </a:lnTo>
                      <a:lnTo>
                        <a:pt x="786" y="788"/>
                      </a:lnTo>
                      <a:lnTo>
                        <a:pt x="786" y="788"/>
                      </a:lnTo>
                      <a:lnTo>
                        <a:pt x="788" y="786"/>
                      </a:lnTo>
                      <a:lnTo>
                        <a:pt x="790" y="782"/>
                      </a:lnTo>
                      <a:lnTo>
                        <a:pt x="790" y="782"/>
                      </a:lnTo>
                      <a:lnTo>
                        <a:pt x="792" y="772"/>
                      </a:lnTo>
                      <a:lnTo>
                        <a:pt x="792" y="772"/>
                      </a:lnTo>
                      <a:lnTo>
                        <a:pt x="798" y="770"/>
                      </a:lnTo>
                      <a:lnTo>
                        <a:pt x="798" y="770"/>
                      </a:lnTo>
                      <a:lnTo>
                        <a:pt x="800" y="766"/>
                      </a:lnTo>
                      <a:lnTo>
                        <a:pt x="800" y="766"/>
                      </a:lnTo>
                      <a:lnTo>
                        <a:pt x="800" y="758"/>
                      </a:lnTo>
                      <a:lnTo>
                        <a:pt x="800" y="754"/>
                      </a:lnTo>
                      <a:lnTo>
                        <a:pt x="800" y="750"/>
                      </a:lnTo>
                      <a:lnTo>
                        <a:pt x="800" y="750"/>
                      </a:lnTo>
                      <a:lnTo>
                        <a:pt x="808" y="740"/>
                      </a:lnTo>
                      <a:lnTo>
                        <a:pt x="808" y="740"/>
                      </a:lnTo>
                      <a:lnTo>
                        <a:pt x="812" y="742"/>
                      </a:lnTo>
                      <a:lnTo>
                        <a:pt x="812" y="742"/>
                      </a:lnTo>
                      <a:lnTo>
                        <a:pt x="812" y="746"/>
                      </a:lnTo>
                      <a:lnTo>
                        <a:pt x="812" y="746"/>
                      </a:lnTo>
                      <a:lnTo>
                        <a:pt x="816" y="746"/>
                      </a:lnTo>
                      <a:lnTo>
                        <a:pt x="820" y="746"/>
                      </a:lnTo>
                      <a:lnTo>
                        <a:pt x="820" y="746"/>
                      </a:lnTo>
                      <a:lnTo>
                        <a:pt x="820" y="748"/>
                      </a:lnTo>
                      <a:lnTo>
                        <a:pt x="822" y="750"/>
                      </a:lnTo>
                      <a:lnTo>
                        <a:pt x="822" y="750"/>
                      </a:lnTo>
                      <a:lnTo>
                        <a:pt x="826" y="750"/>
                      </a:lnTo>
                      <a:lnTo>
                        <a:pt x="826" y="750"/>
                      </a:lnTo>
                      <a:lnTo>
                        <a:pt x="826" y="748"/>
                      </a:lnTo>
                      <a:lnTo>
                        <a:pt x="826" y="746"/>
                      </a:lnTo>
                      <a:lnTo>
                        <a:pt x="826" y="746"/>
                      </a:lnTo>
                      <a:lnTo>
                        <a:pt x="826" y="746"/>
                      </a:lnTo>
                      <a:lnTo>
                        <a:pt x="826" y="744"/>
                      </a:lnTo>
                      <a:lnTo>
                        <a:pt x="826" y="744"/>
                      </a:lnTo>
                      <a:lnTo>
                        <a:pt x="824" y="744"/>
                      </a:lnTo>
                      <a:lnTo>
                        <a:pt x="824" y="744"/>
                      </a:lnTo>
                      <a:lnTo>
                        <a:pt x="830" y="744"/>
                      </a:lnTo>
                      <a:lnTo>
                        <a:pt x="830" y="744"/>
                      </a:lnTo>
                      <a:lnTo>
                        <a:pt x="832" y="740"/>
                      </a:lnTo>
                      <a:lnTo>
                        <a:pt x="832" y="740"/>
                      </a:lnTo>
                      <a:lnTo>
                        <a:pt x="830" y="738"/>
                      </a:lnTo>
                      <a:lnTo>
                        <a:pt x="830" y="738"/>
                      </a:lnTo>
                      <a:lnTo>
                        <a:pt x="826" y="734"/>
                      </a:lnTo>
                      <a:lnTo>
                        <a:pt x="826" y="724"/>
                      </a:lnTo>
                      <a:lnTo>
                        <a:pt x="826" y="724"/>
                      </a:lnTo>
                      <a:lnTo>
                        <a:pt x="820" y="724"/>
                      </a:lnTo>
                      <a:lnTo>
                        <a:pt x="820" y="722"/>
                      </a:lnTo>
                      <a:lnTo>
                        <a:pt x="820" y="722"/>
                      </a:lnTo>
                      <a:lnTo>
                        <a:pt x="818" y="720"/>
                      </a:lnTo>
                      <a:lnTo>
                        <a:pt x="814" y="718"/>
                      </a:lnTo>
                      <a:lnTo>
                        <a:pt x="814" y="716"/>
                      </a:lnTo>
                      <a:lnTo>
                        <a:pt x="814" y="716"/>
                      </a:lnTo>
                      <a:lnTo>
                        <a:pt x="812" y="716"/>
                      </a:lnTo>
                      <a:lnTo>
                        <a:pt x="808" y="718"/>
                      </a:lnTo>
                      <a:lnTo>
                        <a:pt x="806" y="718"/>
                      </a:lnTo>
                      <a:lnTo>
                        <a:pt x="802" y="718"/>
                      </a:lnTo>
                      <a:lnTo>
                        <a:pt x="802" y="718"/>
                      </a:lnTo>
                      <a:lnTo>
                        <a:pt x="800" y="716"/>
                      </a:lnTo>
                      <a:lnTo>
                        <a:pt x="800" y="716"/>
                      </a:lnTo>
                      <a:lnTo>
                        <a:pt x="796" y="716"/>
                      </a:lnTo>
                      <a:lnTo>
                        <a:pt x="792" y="716"/>
                      </a:lnTo>
                      <a:lnTo>
                        <a:pt x="790" y="714"/>
                      </a:lnTo>
                      <a:lnTo>
                        <a:pt x="790" y="714"/>
                      </a:lnTo>
                      <a:lnTo>
                        <a:pt x="780" y="712"/>
                      </a:lnTo>
                      <a:lnTo>
                        <a:pt x="780" y="712"/>
                      </a:lnTo>
                      <a:lnTo>
                        <a:pt x="780" y="712"/>
                      </a:lnTo>
                      <a:lnTo>
                        <a:pt x="778" y="714"/>
                      </a:lnTo>
                      <a:lnTo>
                        <a:pt x="778" y="714"/>
                      </a:lnTo>
                      <a:lnTo>
                        <a:pt x="774" y="710"/>
                      </a:lnTo>
                      <a:lnTo>
                        <a:pt x="770" y="706"/>
                      </a:lnTo>
                      <a:lnTo>
                        <a:pt x="770" y="706"/>
                      </a:lnTo>
                      <a:lnTo>
                        <a:pt x="764" y="706"/>
                      </a:lnTo>
                      <a:lnTo>
                        <a:pt x="764" y="706"/>
                      </a:lnTo>
                      <a:lnTo>
                        <a:pt x="762" y="692"/>
                      </a:lnTo>
                      <a:lnTo>
                        <a:pt x="762" y="692"/>
                      </a:lnTo>
                      <a:lnTo>
                        <a:pt x="764" y="690"/>
                      </a:lnTo>
                      <a:lnTo>
                        <a:pt x="764" y="690"/>
                      </a:lnTo>
                      <a:lnTo>
                        <a:pt x="758" y="686"/>
                      </a:lnTo>
                      <a:lnTo>
                        <a:pt x="758" y="680"/>
                      </a:lnTo>
                      <a:lnTo>
                        <a:pt x="758" y="680"/>
                      </a:lnTo>
                      <a:lnTo>
                        <a:pt x="756" y="678"/>
                      </a:lnTo>
                      <a:lnTo>
                        <a:pt x="756" y="678"/>
                      </a:lnTo>
                      <a:lnTo>
                        <a:pt x="754" y="678"/>
                      </a:lnTo>
                      <a:lnTo>
                        <a:pt x="750" y="678"/>
                      </a:lnTo>
                      <a:lnTo>
                        <a:pt x="750" y="678"/>
                      </a:lnTo>
                      <a:lnTo>
                        <a:pt x="744" y="676"/>
                      </a:lnTo>
                      <a:lnTo>
                        <a:pt x="740" y="670"/>
                      </a:lnTo>
                      <a:lnTo>
                        <a:pt x="736" y="658"/>
                      </a:lnTo>
                      <a:lnTo>
                        <a:pt x="736" y="658"/>
                      </a:lnTo>
                      <a:lnTo>
                        <a:pt x="734" y="658"/>
                      </a:lnTo>
                      <a:lnTo>
                        <a:pt x="732" y="660"/>
                      </a:lnTo>
                      <a:lnTo>
                        <a:pt x="732" y="660"/>
                      </a:lnTo>
                      <a:lnTo>
                        <a:pt x="732" y="660"/>
                      </a:lnTo>
                      <a:lnTo>
                        <a:pt x="730" y="658"/>
                      </a:lnTo>
                      <a:lnTo>
                        <a:pt x="728" y="656"/>
                      </a:lnTo>
                      <a:lnTo>
                        <a:pt x="728" y="656"/>
                      </a:lnTo>
                      <a:lnTo>
                        <a:pt x="726" y="658"/>
                      </a:lnTo>
                      <a:lnTo>
                        <a:pt x="724" y="658"/>
                      </a:lnTo>
                      <a:lnTo>
                        <a:pt x="724" y="658"/>
                      </a:lnTo>
                      <a:lnTo>
                        <a:pt x="720" y="658"/>
                      </a:lnTo>
                      <a:lnTo>
                        <a:pt x="718" y="656"/>
                      </a:lnTo>
                      <a:lnTo>
                        <a:pt x="716" y="658"/>
                      </a:lnTo>
                      <a:lnTo>
                        <a:pt x="716" y="658"/>
                      </a:lnTo>
                      <a:lnTo>
                        <a:pt x="716" y="662"/>
                      </a:lnTo>
                      <a:lnTo>
                        <a:pt x="716" y="664"/>
                      </a:lnTo>
                      <a:lnTo>
                        <a:pt x="716" y="664"/>
                      </a:lnTo>
                      <a:lnTo>
                        <a:pt x="714" y="664"/>
                      </a:lnTo>
                      <a:lnTo>
                        <a:pt x="714" y="664"/>
                      </a:lnTo>
                      <a:lnTo>
                        <a:pt x="714" y="662"/>
                      </a:lnTo>
                      <a:lnTo>
                        <a:pt x="714" y="660"/>
                      </a:lnTo>
                      <a:lnTo>
                        <a:pt x="712" y="660"/>
                      </a:lnTo>
                      <a:lnTo>
                        <a:pt x="712" y="660"/>
                      </a:lnTo>
                      <a:lnTo>
                        <a:pt x="712" y="662"/>
                      </a:lnTo>
                      <a:lnTo>
                        <a:pt x="712" y="664"/>
                      </a:lnTo>
                      <a:lnTo>
                        <a:pt x="710" y="664"/>
                      </a:lnTo>
                      <a:lnTo>
                        <a:pt x="710" y="664"/>
                      </a:lnTo>
                      <a:lnTo>
                        <a:pt x="708" y="668"/>
                      </a:lnTo>
                      <a:lnTo>
                        <a:pt x="708" y="668"/>
                      </a:lnTo>
                      <a:lnTo>
                        <a:pt x="702" y="666"/>
                      </a:lnTo>
                      <a:lnTo>
                        <a:pt x="702" y="666"/>
                      </a:lnTo>
                      <a:lnTo>
                        <a:pt x="700" y="674"/>
                      </a:lnTo>
                      <a:lnTo>
                        <a:pt x="696" y="676"/>
                      </a:lnTo>
                      <a:lnTo>
                        <a:pt x="696" y="676"/>
                      </a:lnTo>
                      <a:lnTo>
                        <a:pt x="694" y="676"/>
                      </a:lnTo>
                      <a:lnTo>
                        <a:pt x="690" y="674"/>
                      </a:lnTo>
                      <a:lnTo>
                        <a:pt x="690" y="674"/>
                      </a:lnTo>
                      <a:lnTo>
                        <a:pt x="688" y="672"/>
                      </a:lnTo>
                      <a:lnTo>
                        <a:pt x="686" y="672"/>
                      </a:lnTo>
                      <a:lnTo>
                        <a:pt x="682" y="672"/>
                      </a:lnTo>
                      <a:lnTo>
                        <a:pt x="682" y="672"/>
                      </a:lnTo>
                      <a:lnTo>
                        <a:pt x="674" y="672"/>
                      </a:lnTo>
                      <a:lnTo>
                        <a:pt x="674" y="672"/>
                      </a:lnTo>
                      <a:lnTo>
                        <a:pt x="670" y="672"/>
                      </a:lnTo>
                      <a:lnTo>
                        <a:pt x="666" y="672"/>
                      </a:lnTo>
                      <a:lnTo>
                        <a:pt x="666" y="672"/>
                      </a:lnTo>
                      <a:lnTo>
                        <a:pt x="662" y="668"/>
                      </a:lnTo>
                      <a:lnTo>
                        <a:pt x="656" y="666"/>
                      </a:lnTo>
                      <a:lnTo>
                        <a:pt x="656" y="666"/>
                      </a:lnTo>
                      <a:lnTo>
                        <a:pt x="652" y="666"/>
                      </a:lnTo>
                      <a:lnTo>
                        <a:pt x="650" y="666"/>
                      </a:lnTo>
                      <a:lnTo>
                        <a:pt x="650" y="668"/>
                      </a:lnTo>
                      <a:lnTo>
                        <a:pt x="650" y="668"/>
                      </a:lnTo>
                      <a:lnTo>
                        <a:pt x="648" y="670"/>
                      </a:lnTo>
                      <a:lnTo>
                        <a:pt x="646" y="670"/>
                      </a:lnTo>
                      <a:lnTo>
                        <a:pt x="640" y="666"/>
                      </a:lnTo>
                      <a:lnTo>
                        <a:pt x="640" y="666"/>
                      </a:lnTo>
                      <a:lnTo>
                        <a:pt x="636" y="666"/>
                      </a:lnTo>
                      <a:lnTo>
                        <a:pt x="634" y="666"/>
                      </a:lnTo>
                      <a:lnTo>
                        <a:pt x="634" y="666"/>
                      </a:lnTo>
                      <a:lnTo>
                        <a:pt x="632" y="660"/>
                      </a:lnTo>
                      <a:lnTo>
                        <a:pt x="630" y="654"/>
                      </a:lnTo>
                      <a:lnTo>
                        <a:pt x="628" y="652"/>
                      </a:lnTo>
                      <a:lnTo>
                        <a:pt x="628" y="652"/>
                      </a:lnTo>
                      <a:lnTo>
                        <a:pt x="626" y="654"/>
                      </a:lnTo>
                      <a:lnTo>
                        <a:pt x="626" y="656"/>
                      </a:lnTo>
                      <a:lnTo>
                        <a:pt x="624" y="660"/>
                      </a:lnTo>
                      <a:lnTo>
                        <a:pt x="256" y="654"/>
                      </a:lnTo>
                      <a:lnTo>
                        <a:pt x="256" y="654"/>
                      </a:lnTo>
                      <a:lnTo>
                        <a:pt x="254" y="652"/>
                      </a:lnTo>
                      <a:lnTo>
                        <a:pt x="252" y="650"/>
                      </a:lnTo>
                      <a:lnTo>
                        <a:pt x="252" y="650"/>
                      </a:lnTo>
                      <a:lnTo>
                        <a:pt x="252" y="646"/>
                      </a:lnTo>
                      <a:lnTo>
                        <a:pt x="252" y="646"/>
                      </a:lnTo>
                      <a:lnTo>
                        <a:pt x="248" y="646"/>
                      </a:lnTo>
                      <a:lnTo>
                        <a:pt x="248" y="644"/>
                      </a:lnTo>
                      <a:lnTo>
                        <a:pt x="248" y="644"/>
                      </a:lnTo>
                      <a:lnTo>
                        <a:pt x="244" y="642"/>
                      </a:lnTo>
                      <a:lnTo>
                        <a:pt x="244" y="642"/>
                      </a:lnTo>
                      <a:lnTo>
                        <a:pt x="244" y="640"/>
                      </a:lnTo>
                      <a:lnTo>
                        <a:pt x="244" y="638"/>
                      </a:lnTo>
                      <a:lnTo>
                        <a:pt x="246" y="638"/>
                      </a:lnTo>
                      <a:lnTo>
                        <a:pt x="246" y="638"/>
                      </a:lnTo>
                      <a:lnTo>
                        <a:pt x="244" y="636"/>
                      </a:lnTo>
                      <a:lnTo>
                        <a:pt x="244" y="636"/>
                      </a:lnTo>
                      <a:lnTo>
                        <a:pt x="242" y="636"/>
                      </a:lnTo>
                      <a:lnTo>
                        <a:pt x="242" y="636"/>
                      </a:lnTo>
                      <a:lnTo>
                        <a:pt x="240" y="638"/>
                      </a:lnTo>
                      <a:lnTo>
                        <a:pt x="238" y="640"/>
                      </a:lnTo>
                      <a:lnTo>
                        <a:pt x="238" y="640"/>
                      </a:lnTo>
                      <a:lnTo>
                        <a:pt x="236" y="640"/>
                      </a:lnTo>
                      <a:lnTo>
                        <a:pt x="236" y="638"/>
                      </a:lnTo>
                      <a:lnTo>
                        <a:pt x="236" y="636"/>
                      </a:lnTo>
                      <a:lnTo>
                        <a:pt x="236" y="632"/>
                      </a:lnTo>
                      <a:lnTo>
                        <a:pt x="236" y="630"/>
                      </a:lnTo>
                      <a:lnTo>
                        <a:pt x="236" y="630"/>
                      </a:lnTo>
                      <a:lnTo>
                        <a:pt x="230" y="630"/>
                      </a:lnTo>
                      <a:lnTo>
                        <a:pt x="224" y="628"/>
                      </a:lnTo>
                      <a:lnTo>
                        <a:pt x="224" y="628"/>
                      </a:lnTo>
                      <a:lnTo>
                        <a:pt x="224" y="628"/>
                      </a:lnTo>
                      <a:lnTo>
                        <a:pt x="224" y="626"/>
                      </a:lnTo>
                      <a:lnTo>
                        <a:pt x="224" y="626"/>
                      </a:lnTo>
                      <a:lnTo>
                        <a:pt x="220" y="624"/>
                      </a:lnTo>
                      <a:lnTo>
                        <a:pt x="220" y="624"/>
                      </a:lnTo>
                      <a:lnTo>
                        <a:pt x="220" y="620"/>
                      </a:lnTo>
                      <a:lnTo>
                        <a:pt x="220" y="620"/>
                      </a:lnTo>
                      <a:lnTo>
                        <a:pt x="216" y="622"/>
                      </a:lnTo>
                      <a:lnTo>
                        <a:pt x="216" y="622"/>
                      </a:lnTo>
                      <a:lnTo>
                        <a:pt x="210" y="624"/>
                      </a:lnTo>
                      <a:lnTo>
                        <a:pt x="202" y="624"/>
                      </a:lnTo>
                      <a:lnTo>
                        <a:pt x="202" y="624"/>
                      </a:lnTo>
                      <a:lnTo>
                        <a:pt x="200" y="624"/>
                      </a:lnTo>
                      <a:lnTo>
                        <a:pt x="200" y="622"/>
                      </a:lnTo>
                      <a:lnTo>
                        <a:pt x="200" y="622"/>
                      </a:lnTo>
                      <a:lnTo>
                        <a:pt x="202" y="618"/>
                      </a:lnTo>
                      <a:lnTo>
                        <a:pt x="200" y="618"/>
                      </a:lnTo>
                      <a:lnTo>
                        <a:pt x="198" y="616"/>
                      </a:lnTo>
                      <a:lnTo>
                        <a:pt x="198" y="616"/>
                      </a:lnTo>
                      <a:lnTo>
                        <a:pt x="190" y="618"/>
                      </a:lnTo>
                      <a:lnTo>
                        <a:pt x="184" y="620"/>
                      </a:lnTo>
                      <a:lnTo>
                        <a:pt x="184" y="620"/>
                      </a:lnTo>
                      <a:lnTo>
                        <a:pt x="198" y="626"/>
                      </a:lnTo>
                      <a:lnTo>
                        <a:pt x="198" y="626"/>
                      </a:lnTo>
                      <a:lnTo>
                        <a:pt x="204" y="626"/>
                      </a:lnTo>
                      <a:lnTo>
                        <a:pt x="210" y="626"/>
                      </a:lnTo>
                      <a:lnTo>
                        <a:pt x="210" y="626"/>
                      </a:lnTo>
                      <a:lnTo>
                        <a:pt x="214" y="628"/>
                      </a:lnTo>
                      <a:lnTo>
                        <a:pt x="214" y="628"/>
                      </a:lnTo>
                      <a:lnTo>
                        <a:pt x="216" y="628"/>
                      </a:lnTo>
                      <a:lnTo>
                        <a:pt x="218" y="628"/>
                      </a:lnTo>
                      <a:lnTo>
                        <a:pt x="216" y="630"/>
                      </a:lnTo>
                      <a:lnTo>
                        <a:pt x="216" y="630"/>
                      </a:lnTo>
                      <a:lnTo>
                        <a:pt x="216" y="630"/>
                      </a:lnTo>
                      <a:lnTo>
                        <a:pt x="216" y="630"/>
                      </a:lnTo>
                      <a:lnTo>
                        <a:pt x="218" y="634"/>
                      </a:lnTo>
                      <a:lnTo>
                        <a:pt x="218" y="634"/>
                      </a:lnTo>
                      <a:lnTo>
                        <a:pt x="222" y="634"/>
                      </a:lnTo>
                      <a:lnTo>
                        <a:pt x="222" y="634"/>
                      </a:lnTo>
                      <a:lnTo>
                        <a:pt x="222" y="640"/>
                      </a:lnTo>
                      <a:lnTo>
                        <a:pt x="222" y="640"/>
                      </a:lnTo>
                      <a:lnTo>
                        <a:pt x="226" y="642"/>
                      </a:lnTo>
                      <a:lnTo>
                        <a:pt x="232" y="644"/>
                      </a:lnTo>
                      <a:lnTo>
                        <a:pt x="232" y="644"/>
                      </a:lnTo>
                      <a:lnTo>
                        <a:pt x="238" y="646"/>
                      </a:lnTo>
                      <a:lnTo>
                        <a:pt x="244" y="652"/>
                      </a:lnTo>
                      <a:lnTo>
                        <a:pt x="244" y="652"/>
                      </a:lnTo>
                      <a:lnTo>
                        <a:pt x="244" y="654"/>
                      </a:lnTo>
                      <a:lnTo>
                        <a:pt x="244" y="654"/>
                      </a:lnTo>
                      <a:lnTo>
                        <a:pt x="248" y="658"/>
                      </a:lnTo>
                      <a:lnTo>
                        <a:pt x="248" y="658"/>
                      </a:lnTo>
                      <a:lnTo>
                        <a:pt x="252" y="660"/>
                      </a:lnTo>
                      <a:lnTo>
                        <a:pt x="252" y="660"/>
                      </a:lnTo>
                      <a:lnTo>
                        <a:pt x="252" y="666"/>
                      </a:lnTo>
                      <a:lnTo>
                        <a:pt x="252" y="666"/>
                      </a:lnTo>
                      <a:lnTo>
                        <a:pt x="244" y="664"/>
                      </a:lnTo>
                      <a:lnTo>
                        <a:pt x="232" y="664"/>
                      </a:lnTo>
                      <a:lnTo>
                        <a:pt x="232" y="664"/>
                      </a:lnTo>
                      <a:lnTo>
                        <a:pt x="232" y="662"/>
                      </a:lnTo>
                      <a:lnTo>
                        <a:pt x="232" y="662"/>
                      </a:lnTo>
                      <a:lnTo>
                        <a:pt x="228" y="662"/>
                      </a:lnTo>
                      <a:lnTo>
                        <a:pt x="228" y="662"/>
                      </a:lnTo>
                      <a:lnTo>
                        <a:pt x="224" y="660"/>
                      </a:lnTo>
                      <a:lnTo>
                        <a:pt x="222" y="658"/>
                      </a:lnTo>
                      <a:lnTo>
                        <a:pt x="222" y="652"/>
                      </a:lnTo>
                      <a:lnTo>
                        <a:pt x="222" y="652"/>
                      </a:lnTo>
                      <a:lnTo>
                        <a:pt x="212" y="650"/>
                      </a:lnTo>
                      <a:lnTo>
                        <a:pt x="212" y="650"/>
                      </a:lnTo>
                      <a:lnTo>
                        <a:pt x="214" y="646"/>
                      </a:lnTo>
                      <a:lnTo>
                        <a:pt x="214" y="646"/>
                      </a:lnTo>
                      <a:lnTo>
                        <a:pt x="210" y="646"/>
                      </a:lnTo>
                      <a:lnTo>
                        <a:pt x="210" y="646"/>
                      </a:lnTo>
                      <a:lnTo>
                        <a:pt x="210" y="644"/>
                      </a:lnTo>
                      <a:lnTo>
                        <a:pt x="210" y="644"/>
                      </a:lnTo>
                      <a:lnTo>
                        <a:pt x="200" y="644"/>
                      </a:lnTo>
                      <a:lnTo>
                        <a:pt x="200" y="644"/>
                      </a:lnTo>
                      <a:lnTo>
                        <a:pt x="202" y="636"/>
                      </a:lnTo>
                      <a:lnTo>
                        <a:pt x="202" y="636"/>
                      </a:lnTo>
                      <a:lnTo>
                        <a:pt x="188" y="636"/>
                      </a:lnTo>
                      <a:lnTo>
                        <a:pt x="188" y="632"/>
                      </a:lnTo>
                      <a:lnTo>
                        <a:pt x="188" y="632"/>
                      </a:lnTo>
                      <a:lnTo>
                        <a:pt x="184" y="636"/>
                      </a:lnTo>
                      <a:lnTo>
                        <a:pt x="184" y="636"/>
                      </a:lnTo>
                      <a:lnTo>
                        <a:pt x="182" y="636"/>
                      </a:lnTo>
                      <a:lnTo>
                        <a:pt x="180" y="634"/>
                      </a:lnTo>
                      <a:lnTo>
                        <a:pt x="180" y="634"/>
                      </a:lnTo>
                      <a:lnTo>
                        <a:pt x="180" y="626"/>
                      </a:lnTo>
                      <a:lnTo>
                        <a:pt x="176" y="624"/>
                      </a:lnTo>
                      <a:lnTo>
                        <a:pt x="176" y="624"/>
                      </a:lnTo>
                      <a:lnTo>
                        <a:pt x="178" y="618"/>
                      </a:lnTo>
                      <a:lnTo>
                        <a:pt x="178" y="618"/>
                      </a:lnTo>
                      <a:lnTo>
                        <a:pt x="184" y="620"/>
                      </a:lnTo>
                      <a:lnTo>
                        <a:pt x="184" y="620"/>
                      </a:lnTo>
                      <a:lnTo>
                        <a:pt x="184" y="614"/>
                      </a:lnTo>
                      <a:lnTo>
                        <a:pt x="184" y="612"/>
                      </a:lnTo>
                      <a:lnTo>
                        <a:pt x="184" y="610"/>
                      </a:lnTo>
                      <a:lnTo>
                        <a:pt x="184" y="610"/>
                      </a:lnTo>
                      <a:lnTo>
                        <a:pt x="188" y="610"/>
                      </a:lnTo>
                      <a:lnTo>
                        <a:pt x="188" y="610"/>
                      </a:lnTo>
                      <a:lnTo>
                        <a:pt x="188" y="608"/>
                      </a:lnTo>
                      <a:lnTo>
                        <a:pt x="186" y="608"/>
                      </a:lnTo>
                      <a:lnTo>
                        <a:pt x="186" y="608"/>
                      </a:lnTo>
                      <a:lnTo>
                        <a:pt x="186" y="608"/>
                      </a:lnTo>
                      <a:lnTo>
                        <a:pt x="186" y="608"/>
                      </a:lnTo>
                      <a:lnTo>
                        <a:pt x="190" y="606"/>
                      </a:lnTo>
                      <a:lnTo>
                        <a:pt x="190" y="606"/>
                      </a:lnTo>
                      <a:lnTo>
                        <a:pt x="186" y="604"/>
                      </a:lnTo>
                      <a:lnTo>
                        <a:pt x="186" y="604"/>
                      </a:lnTo>
                      <a:lnTo>
                        <a:pt x="186" y="598"/>
                      </a:lnTo>
                      <a:lnTo>
                        <a:pt x="186" y="598"/>
                      </a:lnTo>
                      <a:lnTo>
                        <a:pt x="188" y="598"/>
                      </a:lnTo>
                      <a:lnTo>
                        <a:pt x="188" y="596"/>
                      </a:lnTo>
                      <a:lnTo>
                        <a:pt x="188" y="596"/>
                      </a:lnTo>
                      <a:lnTo>
                        <a:pt x="184" y="596"/>
                      </a:lnTo>
                      <a:lnTo>
                        <a:pt x="186" y="592"/>
                      </a:lnTo>
                      <a:lnTo>
                        <a:pt x="186" y="592"/>
                      </a:lnTo>
                      <a:lnTo>
                        <a:pt x="182" y="592"/>
                      </a:lnTo>
                      <a:lnTo>
                        <a:pt x="180" y="590"/>
                      </a:lnTo>
                      <a:lnTo>
                        <a:pt x="180" y="590"/>
                      </a:lnTo>
                      <a:lnTo>
                        <a:pt x="178" y="586"/>
                      </a:lnTo>
                      <a:lnTo>
                        <a:pt x="178" y="582"/>
                      </a:lnTo>
                      <a:lnTo>
                        <a:pt x="178" y="582"/>
                      </a:lnTo>
                      <a:lnTo>
                        <a:pt x="176" y="584"/>
                      </a:lnTo>
                      <a:lnTo>
                        <a:pt x="176" y="584"/>
                      </a:lnTo>
                      <a:lnTo>
                        <a:pt x="176" y="584"/>
                      </a:lnTo>
                      <a:lnTo>
                        <a:pt x="172" y="584"/>
                      </a:lnTo>
                      <a:lnTo>
                        <a:pt x="172" y="584"/>
                      </a:lnTo>
                      <a:lnTo>
                        <a:pt x="172" y="584"/>
                      </a:lnTo>
                      <a:lnTo>
                        <a:pt x="172" y="586"/>
                      </a:lnTo>
                      <a:lnTo>
                        <a:pt x="170" y="588"/>
                      </a:lnTo>
                      <a:lnTo>
                        <a:pt x="170" y="582"/>
                      </a:lnTo>
                      <a:lnTo>
                        <a:pt x="170" y="582"/>
                      </a:lnTo>
                      <a:lnTo>
                        <a:pt x="166" y="580"/>
                      </a:lnTo>
                      <a:lnTo>
                        <a:pt x="166" y="580"/>
                      </a:lnTo>
                      <a:lnTo>
                        <a:pt x="168" y="576"/>
                      </a:lnTo>
                      <a:lnTo>
                        <a:pt x="168" y="576"/>
                      </a:lnTo>
                      <a:lnTo>
                        <a:pt x="170" y="576"/>
                      </a:lnTo>
                      <a:lnTo>
                        <a:pt x="170" y="576"/>
                      </a:lnTo>
                      <a:lnTo>
                        <a:pt x="170" y="568"/>
                      </a:lnTo>
                      <a:lnTo>
                        <a:pt x="170" y="568"/>
                      </a:lnTo>
                      <a:lnTo>
                        <a:pt x="172" y="566"/>
                      </a:lnTo>
                      <a:lnTo>
                        <a:pt x="172" y="566"/>
                      </a:lnTo>
                      <a:lnTo>
                        <a:pt x="170" y="566"/>
                      </a:lnTo>
                      <a:lnTo>
                        <a:pt x="168" y="566"/>
                      </a:lnTo>
                      <a:lnTo>
                        <a:pt x="164" y="570"/>
                      </a:lnTo>
                      <a:lnTo>
                        <a:pt x="164" y="570"/>
                      </a:lnTo>
                      <a:lnTo>
                        <a:pt x="166" y="570"/>
                      </a:lnTo>
                      <a:lnTo>
                        <a:pt x="166" y="572"/>
                      </a:lnTo>
                      <a:lnTo>
                        <a:pt x="166" y="572"/>
                      </a:lnTo>
                      <a:lnTo>
                        <a:pt x="164" y="572"/>
                      </a:lnTo>
                      <a:lnTo>
                        <a:pt x="162" y="574"/>
                      </a:lnTo>
                      <a:lnTo>
                        <a:pt x="158" y="568"/>
                      </a:lnTo>
                      <a:lnTo>
                        <a:pt x="158" y="568"/>
                      </a:lnTo>
                      <a:lnTo>
                        <a:pt x="154" y="562"/>
                      </a:lnTo>
                      <a:lnTo>
                        <a:pt x="154" y="560"/>
                      </a:lnTo>
                      <a:lnTo>
                        <a:pt x="158" y="560"/>
                      </a:lnTo>
                      <a:lnTo>
                        <a:pt x="158" y="558"/>
                      </a:lnTo>
                      <a:lnTo>
                        <a:pt x="158" y="558"/>
                      </a:lnTo>
                      <a:lnTo>
                        <a:pt x="154" y="556"/>
                      </a:lnTo>
                      <a:lnTo>
                        <a:pt x="154" y="556"/>
                      </a:lnTo>
                      <a:lnTo>
                        <a:pt x="154" y="554"/>
                      </a:lnTo>
                      <a:lnTo>
                        <a:pt x="154" y="554"/>
                      </a:lnTo>
                      <a:lnTo>
                        <a:pt x="154" y="552"/>
                      </a:lnTo>
                      <a:lnTo>
                        <a:pt x="154" y="552"/>
                      </a:lnTo>
                      <a:lnTo>
                        <a:pt x="154" y="552"/>
                      </a:lnTo>
                      <a:lnTo>
                        <a:pt x="152" y="550"/>
                      </a:lnTo>
                      <a:lnTo>
                        <a:pt x="150" y="548"/>
                      </a:lnTo>
                      <a:lnTo>
                        <a:pt x="150" y="548"/>
                      </a:lnTo>
                      <a:lnTo>
                        <a:pt x="154" y="540"/>
                      </a:lnTo>
                      <a:lnTo>
                        <a:pt x="156" y="538"/>
                      </a:lnTo>
                      <a:lnTo>
                        <a:pt x="158" y="534"/>
                      </a:lnTo>
                      <a:lnTo>
                        <a:pt x="158" y="534"/>
                      </a:lnTo>
                      <a:lnTo>
                        <a:pt x="162" y="534"/>
                      </a:lnTo>
                      <a:lnTo>
                        <a:pt x="162" y="534"/>
                      </a:lnTo>
                      <a:lnTo>
                        <a:pt x="162" y="530"/>
                      </a:lnTo>
                      <a:lnTo>
                        <a:pt x="162" y="530"/>
                      </a:lnTo>
                      <a:lnTo>
                        <a:pt x="160" y="530"/>
                      </a:lnTo>
                      <a:lnTo>
                        <a:pt x="158" y="530"/>
                      </a:lnTo>
                      <a:lnTo>
                        <a:pt x="158" y="530"/>
                      </a:lnTo>
                      <a:lnTo>
                        <a:pt x="162" y="526"/>
                      </a:lnTo>
                      <a:lnTo>
                        <a:pt x="162" y="526"/>
                      </a:lnTo>
                      <a:lnTo>
                        <a:pt x="162" y="522"/>
                      </a:lnTo>
                      <a:lnTo>
                        <a:pt x="162" y="520"/>
                      </a:lnTo>
                      <a:lnTo>
                        <a:pt x="162" y="520"/>
                      </a:lnTo>
                      <a:lnTo>
                        <a:pt x="162" y="518"/>
                      </a:lnTo>
                      <a:lnTo>
                        <a:pt x="162" y="516"/>
                      </a:lnTo>
                      <a:lnTo>
                        <a:pt x="164" y="514"/>
                      </a:lnTo>
                      <a:lnTo>
                        <a:pt x="164" y="512"/>
                      </a:lnTo>
                      <a:lnTo>
                        <a:pt x="164" y="512"/>
                      </a:lnTo>
                      <a:lnTo>
                        <a:pt x="162" y="512"/>
                      </a:lnTo>
                      <a:lnTo>
                        <a:pt x="162" y="510"/>
                      </a:lnTo>
                      <a:lnTo>
                        <a:pt x="160" y="506"/>
                      </a:lnTo>
                      <a:lnTo>
                        <a:pt x="160" y="504"/>
                      </a:lnTo>
                      <a:lnTo>
                        <a:pt x="160" y="504"/>
                      </a:lnTo>
                      <a:lnTo>
                        <a:pt x="156" y="504"/>
                      </a:lnTo>
                      <a:lnTo>
                        <a:pt x="154" y="500"/>
                      </a:lnTo>
                      <a:lnTo>
                        <a:pt x="154" y="500"/>
                      </a:lnTo>
                      <a:lnTo>
                        <a:pt x="152" y="494"/>
                      </a:lnTo>
                      <a:lnTo>
                        <a:pt x="150" y="488"/>
                      </a:lnTo>
                      <a:lnTo>
                        <a:pt x="150" y="488"/>
                      </a:lnTo>
                      <a:lnTo>
                        <a:pt x="150" y="486"/>
                      </a:lnTo>
                      <a:lnTo>
                        <a:pt x="148" y="488"/>
                      </a:lnTo>
                      <a:lnTo>
                        <a:pt x="146" y="488"/>
                      </a:lnTo>
                      <a:lnTo>
                        <a:pt x="142" y="488"/>
                      </a:lnTo>
                      <a:lnTo>
                        <a:pt x="142" y="488"/>
                      </a:lnTo>
                      <a:lnTo>
                        <a:pt x="138" y="486"/>
                      </a:lnTo>
                      <a:lnTo>
                        <a:pt x="136" y="482"/>
                      </a:lnTo>
                      <a:lnTo>
                        <a:pt x="134" y="480"/>
                      </a:lnTo>
                      <a:lnTo>
                        <a:pt x="132" y="478"/>
                      </a:lnTo>
                      <a:lnTo>
                        <a:pt x="132" y="478"/>
                      </a:lnTo>
                      <a:lnTo>
                        <a:pt x="128" y="474"/>
                      </a:lnTo>
                      <a:lnTo>
                        <a:pt x="126" y="472"/>
                      </a:lnTo>
                      <a:lnTo>
                        <a:pt x="124" y="464"/>
                      </a:lnTo>
                      <a:lnTo>
                        <a:pt x="124" y="464"/>
                      </a:lnTo>
                      <a:lnTo>
                        <a:pt x="108" y="446"/>
                      </a:lnTo>
                      <a:lnTo>
                        <a:pt x="108" y="446"/>
                      </a:lnTo>
                      <a:lnTo>
                        <a:pt x="102" y="438"/>
                      </a:lnTo>
                      <a:lnTo>
                        <a:pt x="100" y="436"/>
                      </a:lnTo>
                      <a:lnTo>
                        <a:pt x="96" y="434"/>
                      </a:lnTo>
                      <a:lnTo>
                        <a:pt x="96" y="434"/>
                      </a:lnTo>
                      <a:lnTo>
                        <a:pt x="92" y="434"/>
                      </a:lnTo>
                      <a:lnTo>
                        <a:pt x="90" y="432"/>
                      </a:lnTo>
                      <a:lnTo>
                        <a:pt x="90" y="426"/>
                      </a:lnTo>
                      <a:lnTo>
                        <a:pt x="90" y="426"/>
                      </a:lnTo>
                      <a:lnTo>
                        <a:pt x="88" y="424"/>
                      </a:lnTo>
                      <a:lnTo>
                        <a:pt x="86" y="424"/>
                      </a:lnTo>
                      <a:lnTo>
                        <a:pt x="84" y="422"/>
                      </a:lnTo>
                      <a:lnTo>
                        <a:pt x="80" y="420"/>
                      </a:lnTo>
                      <a:lnTo>
                        <a:pt x="80" y="420"/>
                      </a:lnTo>
                      <a:lnTo>
                        <a:pt x="78" y="418"/>
                      </a:lnTo>
                      <a:lnTo>
                        <a:pt x="76" y="418"/>
                      </a:lnTo>
                      <a:lnTo>
                        <a:pt x="70" y="420"/>
                      </a:lnTo>
                      <a:lnTo>
                        <a:pt x="70" y="420"/>
                      </a:lnTo>
                      <a:lnTo>
                        <a:pt x="68" y="420"/>
                      </a:lnTo>
                      <a:lnTo>
                        <a:pt x="68" y="422"/>
                      </a:lnTo>
                      <a:lnTo>
                        <a:pt x="70" y="424"/>
                      </a:lnTo>
                      <a:lnTo>
                        <a:pt x="70" y="428"/>
                      </a:lnTo>
                      <a:lnTo>
                        <a:pt x="70" y="428"/>
                      </a:lnTo>
                      <a:lnTo>
                        <a:pt x="68" y="430"/>
                      </a:lnTo>
                      <a:lnTo>
                        <a:pt x="64" y="430"/>
                      </a:lnTo>
                      <a:lnTo>
                        <a:pt x="58" y="434"/>
                      </a:lnTo>
                      <a:lnTo>
                        <a:pt x="58" y="434"/>
                      </a:lnTo>
                      <a:lnTo>
                        <a:pt x="54" y="438"/>
                      </a:lnTo>
                      <a:lnTo>
                        <a:pt x="52" y="436"/>
                      </a:lnTo>
                      <a:lnTo>
                        <a:pt x="52" y="434"/>
                      </a:lnTo>
                      <a:lnTo>
                        <a:pt x="52" y="430"/>
                      </a:lnTo>
                      <a:lnTo>
                        <a:pt x="52" y="430"/>
                      </a:lnTo>
                      <a:lnTo>
                        <a:pt x="48" y="426"/>
                      </a:lnTo>
                      <a:lnTo>
                        <a:pt x="44" y="424"/>
                      </a:lnTo>
                      <a:lnTo>
                        <a:pt x="40" y="420"/>
                      </a:lnTo>
                      <a:lnTo>
                        <a:pt x="36" y="416"/>
                      </a:lnTo>
                      <a:lnTo>
                        <a:pt x="36" y="416"/>
                      </a:lnTo>
                      <a:lnTo>
                        <a:pt x="32" y="408"/>
                      </a:lnTo>
                      <a:lnTo>
                        <a:pt x="32" y="408"/>
                      </a:lnTo>
                      <a:lnTo>
                        <a:pt x="32" y="400"/>
                      </a:lnTo>
                      <a:lnTo>
                        <a:pt x="32" y="398"/>
                      </a:lnTo>
                      <a:lnTo>
                        <a:pt x="30" y="398"/>
                      </a:lnTo>
                      <a:lnTo>
                        <a:pt x="26" y="402"/>
                      </a:lnTo>
                      <a:lnTo>
                        <a:pt x="26" y="402"/>
                      </a:lnTo>
                      <a:lnTo>
                        <a:pt x="24" y="404"/>
                      </a:lnTo>
                      <a:lnTo>
                        <a:pt x="22" y="402"/>
                      </a:lnTo>
                      <a:lnTo>
                        <a:pt x="18" y="400"/>
                      </a:lnTo>
                      <a:lnTo>
                        <a:pt x="18" y="400"/>
                      </a:lnTo>
                      <a:lnTo>
                        <a:pt x="14" y="400"/>
                      </a:lnTo>
                      <a:lnTo>
                        <a:pt x="10" y="400"/>
                      </a:lnTo>
                      <a:lnTo>
                        <a:pt x="6" y="402"/>
                      </a:lnTo>
                      <a:lnTo>
                        <a:pt x="0" y="186"/>
                      </a:lnTo>
                      <a:lnTo>
                        <a:pt x="0" y="186"/>
                      </a:lnTo>
                      <a:lnTo>
                        <a:pt x="10" y="188"/>
                      </a:lnTo>
                      <a:lnTo>
                        <a:pt x="12" y="190"/>
                      </a:lnTo>
                      <a:lnTo>
                        <a:pt x="12" y="190"/>
                      </a:lnTo>
                      <a:lnTo>
                        <a:pt x="20" y="190"/>
                      </a:lnTo>
                      <a:lnTo>
                        <a:pt x="28" y="188"/>
                      </a:lnTo>
                      <a:lnTo>
                        <a:pt x="28" y="188"/>
                      </a:lnTo>
                      <a:lnTo>
                        <a:pt x="32" y="192"/>
                      </a:lnTo>
                      <a:lnTo>
                        <a:pt x="36" y="196"/>
                      </a:lnTo>
                      <a:lnTo>
                        <a:pt x="36" y="196"/>
                      </a:lnTo>
                      <a:lnTo>
                        <a:pt x="40" y="196"/>
                      </a:lnTo>
                      <a:lnTo>
                        <a:pt x="40" y="196"/>
                      </a:lnTo>
                      <a:lnTo>
                        <a:pt x="44" y="200"/>
                      </a:lnTo>
                      <a:lnTo>
                        <a:pt x="44" y="200"/>
                      </a:lnTo>
                      <a:lnTo>
                        <a:pt x="50" y="200"/>
                      </a:lnTo>
                      <a:lnTo>
                        <a:pt x="50" y="200"/>
                      </a:lnTo>
                      <a:lnTo>
                        <a:pt x="52" y="202"/>
                      </a:lnTo>
                      <a:lnTo>
                        <a:pt x="56" y="206"/>
                      </a:lnTo>
                      <a:lnTo>
                        <a:pt x="56" y="206"/>
                      </a:lnTo>
                      <a:lnTo>
                        <a:pt x="60" y="206"/>
                      </a:lnTo>
                      <a:lnTo>
                        <a:pt x="60" y="206"/>
                      </a:lnTo>
                      <a:lnTo>
                        <a:pt x="74" y="212"/>
                      </a:lnTo>
                      <a:lnTo>
                        <a:pt x="74" y="212"/>
                      </a:lnTo>
                      <a:lnTo>
                        <a:pt x="78" y="216"/>
                      </a:lnTo>
                      <a:lnTo>
                        <a:pt x="80" y="222"/>
                      </a:lnTo>
                      <a:lnTo>
                        <a:pt x="82" y="222"/>
                      </a:lnTo>
                      <a:lnTo>
                        <a:pt x="82" y="222"/>
                      </a:lnTo>
                      <a:lnTo>
                        <a:pt x="82" y="216"/>
                      </a:lnTo>
                      <a:lnTo>
                        <a:pt x="82" y="214"/>
                      </a:lnTo>
                      <a:lnTo>
                        <a:pt x="78" y="212"/>
                      </a:lnTo>
                      <a:lnTo>
                        <a:pt x="74" y="210"/>
                      </a:lnTo>
                      <a:lnTo>
                        <a:pt x="74" y="210"/>
                      </a:lnTo>
                      <a:lnTo>
                        <a:pt x="74" y="204"/>
                      </a:lnTo>
                      <a:lnTo>
                        <a:pt x="82" y="204"/>
                      </a:lnTo>
                      <a:lnTo>
                        <a:pt x="82" y="204"/>
                      </a:lnTo>
                      <a:lnTo>
                        <a:pt x="82" y="206"/>
                      </a:lnTo>
                      <a:lnTo>
                        <a:pt x="82" y="208"/>
                      </a:lnTo>
                      <a:lnTo>
                        <a:pt x="82" y="208"/>
                      </a:lnTo>
                      <a:lnTo>
                        <a:pt x="86" y="208"/>
                      </a:lnTo>
                      <a:lnTo>
                        <a:pt x="86" y="208"/>
                      </a:lnTo>
                      <a:lnTo>
                        <a:pt x="86" y="202"/>
                      </a:lnTo>
                      <a:lnTo>
                        <a:pt x="86" y="202"/>
                      </a:lnTo>
                      <a:lnTo>
                        <a:pt x="88" y="202"/>
                      </a:lnTo>
                      <a:lnTo>
                        <a:pt x="92" y="202"/>
                      </a:lnTo>
                      <a:lnTo>
                        <a:pt x="92" y="202"/>
                      </a:lnTo>
                      <a:lnTo>
                        <a:pt x="92" y="200"/>
                      </a:lnTo>
                      <a:lnTo>
                        <a:pt x="92" y="200"/>
                      </a:lnTo>
                      <a:lnTo>
                        <a:pt x="94" y="198"/>
                      </a:lnTo>
                      <a:lnTo>
                        <a:pt x="94" y="198"/>
                      </a:lnTo>
                      <a:lnTo>
                        <a:pt x="94" y="190"/>
                      </a:lnTo>
                      <a:lnTo>
                        <a:pt x="94" y="190"/>
                      </a:lnTo>
                      <a:lnTo>
                        <a:pt x="94" y="192"/>
                      </a:lnTo>
                      <a:lnTo>
                        <a:pt x="96" y="192"/>
                      </a:lnTo>
                      <a:lnTo>
                        <a:pt x="96" y="192"/>
                      </a:lnTo>
                      <a:lnTo>
                        <a:pt x="102" y="196"/>
                      </a:lnTo>
                      <a:lnTo>
                        <a:pt x="102" y="196"/>
                      </a:lnTo>
                      <a:lnTo>
                        <a:pt x="102" y="200"/>
                      </a:lnTo>
                      <a:lnTo>
                        <a:pt x="102" y="200"/>
                      </a:lnTo>
                      <a:lnTo>
                        <a:pt x="112" y="198"/>
                      </a:lnTo>
                      <a:lnTo>
                        <a:pt x="112" y="198"/>
                      </a:lnTo>
                      <a:lnTo>
                        <a:pt x="112" y="194"/>
                      </a:lnTo>
                      <a:lnTo>
                        <a:pt x="114" y="190"/>
                      </a:lnTo>
                      <a:lnTo>
                        <a:pt x="114" y="190"/>
                      </a:lnTo>
                      <a:lnTo>
                        <a:pt x="116" y="190"/>
                      </a:lnTo>
                      <a:lnTo>
                        <a:pt x="118" y="190"/>
                      </a:lnTo>
                      <a:lnTo>
                        <a:pt x="120" y="188"/>
                      </a:lnTo>
                      <a:lnTo>
                        <a:pt x="120" y="188"/>
                      </a:lnTo>
                      <a:lnTo>
                        <a:pt x="126" y="188"/>
                      </a:lnTo>
                      <a:lnTo>
                        <a:pt x="126" y="188"/>
                      </a:lnTo>
                      <a:lnTo>
                        <a:pt x="128" y="186"/>
                      </a:lnTo>
                      <a:lnTo>
                        <a:pt x="128" y="186"/>
                      </a:lnTo>
                      <a:lnTo>
                        <a:pt x="132" y="186"/>
                      </a:lnTo>
                      <a:lnTo>
                        <a:pt x="138" y="188"/>
                      </a:lnTo>
                      <a:lnTo>
                        <a:pt x="138" y="188"/>
                      </a:lnTo>
                      <a:lnTo>
                        <a:pt x="142" y="176"/>
                      </a:lnTo>
                      <a:lnTo>
                        <a:pt x="142" y="176"/>
                      </a:lnTo>
                      <a:lnTo>
                        <a:pt x="158" y="176"/>
                      </a:lnTo>
                      <a:lnTo>
                        <a:pt x="158" y="176"/>
                      </a:lnTo>
                      <a:lnTo>
                        <a:pt x="158" y="182"/>
                      </a:lnTo>
                      <a:lnTo>
                        <a:pt x="152" y="184"/>
                      </a:lnTo>
                      <a:lnTo>
                        <a:pt x="152" y="184"/>
                      </a:lnTo>
                      <a:lnTo>
                        <a:pt x="148" y="192"/>
                      </a:lnTo>
                      <a:lnTo>
                        <a:pt x="148" y="192"/>
                      </a:lnTo>
                      <a:lnTo>
                        <a:pt x="144" y="192"/>
                      </a:lnTo>
                      <a:lnTo>
                        <a:pt x="142" y="192"/>
                      </a:lnTo>
                      <a:lnTo>
                        <a:pt x="142" y="192"/>
                      </a:lnTo>
                      <a:lnTo>
                        <a:pt x="124" y="196"/>
                      </a:lnTo>
                      <a:lnTo>
                        <a:pt x="124" y="196"/>
                      </a:lnTo>
                      <a:lnTo>
                        <a:pt x="124" y="204"/>
                      </a:lnTo>
                      <a:lnTo>
                        <a:pt x="124" y="204"/>
                      </a:lnTo>
                      <a:lnTo>
                        <a:pt x="120" y="204"/>
                      </a:lnTo>
                      <a:lnTo>
                        <a:pt x="116" y="206"/>
                      </a:lnTo>
                      <a:lnTo>
                        <a:pt x="116" y="206"/>
                      </a:lnTo>
                      <a:lnTo>
                        <a:pt x="118" y="212"/>
                      </a:lnTo>
                      <a:lnTo>
                        <a:pt x="118" y="212"/>
                      </a:lnTo>
                      <a:lnTo>
                        <a:pt x="114" y="216"/>
                      </a:lnTo>
                      <a:lnTo>
                        <a:pt x="112" y="222"/>
                      </a:lnTo>
                      <a:lnTo>
                        <a:pt x="112" y="222"/>
                      </a:lnTo>
                      <a:lnTo>
                        <a:pt x="120" y="220"/>
                      </a:lnTo>
                      <a:lnTo>
                        <a:pt x="120" y="220"/>
                      </a:lnTo>
                      <a:lnTo>
                        <a:pt x="120" y="218"/>
                      </a:lnTo>
                      <a:lnTo>
                        <a:pt x="120" y="214"/>
                      </a:lnTo>
                      <a:lnTo>
                        <a:pt x="120" y="214"/>
                      </a:lnTo>
                      <a:lnTo>
                        <a:pt x="124" y="212"/>
                      </a:lnTo>
                      <a:lnTo>
                        <a:pt x="124" y="212"/>
                      </a:lnTo>
                      <a:lnTo>
                        <a:pt x="124" y="208"/>
                      </a:lnTo>
                      <a:lnTo>
                        <a:pt x="126" y="208"/>
                      </a:lnTo>
                      <a:lnTo>
                        <a:pt x="126" y="208"/>
                      </a:lnTo>
                      <a:lnTo>
                        <a:pt x="126" y="208"/>
                      </a:lnTo>
                      <a:lnTo>
                        <a:pt x="126" y="208"/>
                      </a:lnTo>
                      <a:lnTo>
                        <a:pt x="128" y="208"/>
                      </a:lnTo>
                      <a:lnTo>
                        <a:pt x="128" y="208"/>
                      </a:lnTo>
                      <a:lnTo>
                        <a:pt x="128" y="206"/>
                      </a:lnTo>
                      <a:lnTo>
                        <a:pt x="128" y="206"/>
                      </a:lnTo>
                      <a:lnTo>
                        <a:pt x="132" y="206"/>
                      </a:lnTo>
                      <a:lnTo>
                        <a:pt x="132" y="206"/>
                      </a:lnTo>
                      <a:lnTo>
                        <a:pt x="132" y="204"/>
                      </a:lnTo>
                      <a:lnTo>
                        <a:pt x="132" y="204"/>
                      </a:lnTo>
                      <a:lnTo>
                        <a:pt x="132" y="204"/>
                      </a:lnTo>
                      <a:lnTo>
                        <a:pt x="132" y="202"/>
                      </a:lnTo>
                      <a:lnTo>
                        <a:pt x="132" y="202"/>
                      </a:lnTo>
                      <a:lnTo>
                        <a:pt x="132" y="202"/>
                      </a:lnTo>
                      <a:lnTo>
                        <a:pt x="134" y="200"/>
                      </a:lnTo>
                      <a:lnTo>
                        <a:pt x="134" y="200"/>
                      </a:lnTo>
                      <a:lnTo>
                        <a:pt x="136" y="200"/>
                      </a:lnTo>
                      <a:lnTo>
                        <a:pt x="136" y="200"/>
                      </a:lnTo>
                      <a:lnTo>
                        <a:pt x="138" y="204"/>
                      </a:lnTo>
                      <a:lnTo>
                        <a:pt x="138" y="204"/>
                      </a:lnTo>
                      <a:lnTo>
                        <a:pt x="148" y="200"/>
                      </a:lnTo>
                      <a:lnTo>
                        <a:pt x="148" y="200"/>
                      </a:lnTo>
                      <a:lnTo>
                        <a:pt x="148" y="198"/>
                      </a:lnTo>
                      <a:lnTo>
                        <a:pt x="148" y="196"/>
                      </a:lnTo>
                      <a:lnTo>
                        <a:pt x="150" y="192"/>
                      </a:lnTo>
                      <a:lnTo>
                        <a:pt x="150" y="192"/>
                      </a:lnTo>
                      <a:lnTo>
                        <a:pt x="154" y="190"/>
                      </a:lnTo>
                      <a:lnTo>
                        <a:pt x="158" y="188"/>
                      </a:lnTo>
                      <a:lnTo>
                        <a:pt x="168" y="186"/>
                      </a:lnTo>
                      <a:lnTo>
                        <a:pt x="168" y="186"/>
                      </a:lnTo>
                      <a:lnTo>
                        <a:pt x="174" y="180"/>
                      </a:lnTo>
                      <a:lnTo>
                        <a:pt x="176" y="172"/>
                      </a:lnTo>
                      <a:lnTo>
                        <a:pt x="176" y="172"/>
                      </a:lnTo>
                      <a:lnTo>
                        <a:pt x="176" y="170"/>
                      </a:lnTo>
                      <a:lnTo>
                        <a:pt x="174" y="170"/>
                      </a:lnTo>
                      <a:lnTo>
                        <a:pt x="174" y="170"/>
                      </a:lnTo>
                      <a:lnTo>
                        <a:pt x="174" y="166"/>
                      </a:lnTo>
                      <a:lnTo>
                        <a:pt x="174" y="162"/>
                      </a:lnTo>
                      <a:lnTo>
                        <a:pt x="178" y="158"/>
                      </a:lnTo>
                      <a:lnTo>
                        <a:pt x="178" y="158"/>
                      </a:lnTo>
                      <a:lnTo>
                        <a:pt x="182" y="162"/>
                      </a:lnTo>
                      <a:lnTo>
                        <a:pt x="186" y="166"/>
                      </a:lnTo>
                      <a:lnTo>
                        <a:pt x="186" y="166"/>
                      </a:lnTo>
                      <a:lnTo>
                        <a:pt x="190" y="172"/>
                      </a:lnTo>
                      <a:lnTo>
                        <a:pt x="200" y="180"/>
                      </a:lnTo>
                      <a:lnTo>
                        <a:pt x="200" y="180"/>
                      </a:lnTo>
                      <a:lnTo>
                        <a:pt x="204" y="180"/>
                      </a:lnTo>
                      <a:lnTo>
                        <a:pt x="206" y="182"/>
                      </a:lnTo>
                      <a:lnTo>
                        <a:pt x="206" y="182"/>
                      </a:lnTo>
                      <a:lnTo>
                        <a:pt x="208" y="184"/>
                      </a:lnTo>
                      <a:lnTo>
                        <a:pt x="208" y="188"/>
                      </a:lnTo>
                      <a:lnTo>
                        <a:pt x="208" y="188"/>
                      </a:lnTo>
                      <a:lnTo>
                        <a:pt x="210" y="186"/>
                      </a:lnTo>
                      <a:lnTo>
                        <a:pt x="210" y="186"/>
                      </a:lnTo>
                      <a:lnTo>
                        <a:pt x="212" y="190"/>
                      </a:lnTo>
                      <a:lnTo>
                        <a:pt x="212" y="190"/>
                      </a:lnTo>
                      <a:lnTo>
                        <a:pt x="222" y="198"/>
                      </a:lnTo>
                      <a:lnTo>
                        <a:pt x="230" y="206"/>
                      </a:lnTo>
                      <a:lnTo>
                        <a:pt x="230" y="206"/>
                      </a:lnTo>
                      <a:lnTo>
                        <a:pt x="234" y="206"/>
                      </a:lnTo>
                      <a:lnTo>
                        <a:pt x="234" y="206"/>
                      </a:lnTo>
                      <a:lnTo>
                        <a:pt x="232" y="204"/>
                      </a:lnTo>
                      <a:lnTo>
                        <a:pt x="232" y="202"/>
                      </a:lnTo>
                      <a:lnTo>
                        <a:pt x="232" y="202"/>
                      </a:lnTo>
                      <a:lnTo>
                        <a:pt x="236" y="200"/>
                      </a:lnTo>
                      <a:lnTo>
                        <a:pt x="236" y="200"/>
                      </a:lnTo>
                      <a:lnTo>
                        <a:pt x="234" y="194"/>
                      </a:lnTo>
                      <a:lnTo>
                        <a:pt x="234" y="192"/>
                      </a:lnTo>
                      <a:lnTo>
                        <a:pt x="236" y="192"/>
                      </a:lnTo>
                      <a:lnTo>
                        <a:pt x="236" y="192"/>
                      </a:lnTo>
                      <a:lnTo>
                        <a:pt x="234" y="190"/>
                      </a:lnTo>
                      <a:lnTo>
                        <a:pt x="234" y="188"/>
                      </a:lnTo>
                      <a:lnTo>
                        <a:pt x="238" y="184"/>
                      </a:lnTo>
                      <a:lnTo>
                        <a:pt x="238" y="184"/>
                      </a:lnTo>
                      <a:lnTo>
                        <a:pt x="242" y="184"/>
                      </a:lnTo>
                      <a:lnTo>
                        <a:pt x="242" y="184"/>
                      </a:lnTo>
                      <a:lnTo>
                        <a:pt x="240" y="186"/>
                      </a:lnTo>
                      <a:lnTo>
                        <a:pt x="238" y="188"/>
                      </a:lnTo>
                      <a:lnTo>
                        <a:pt x="238" y="188"/>
                      </a:lnTo>
                      <a:lnTo>
                        <a:pt x="244" y="204"/>
                      </a:lnTo>
                      <a:lnTo>
                        <a:pt x="244" y="204"/>
                      </a:lnTo>
                      <a:lnTo>
                        <a:pt x="254" y="198"/>
                      </a:lnTo>
                      <a:lnTo>
                        <a:pt x="254" y="198"/>
                      </a:lnTo>
                      <a:lnTo>
                        <a:pt x="254" y="192"/>
                      </a:lnTo>
                      <a:lnTo>
                        <a:pt x="254" y="192"/>
                      </a:lnTo>
                      <a:lnTo>
                        <a:pt x="260" y="192"/>
                      </a:lnTo>
                      <a:lnTo>
                        <a:pt x="268" y="192"/>
                      </a:lnTo>
                      <a:lnTo>
                        <a:pt x="268" y="192"/>
                      </a:lnTo>
                      <a:lnTo>
                        <a:pt x="274" y="196"/>
                      </a:lnTo>
                      <a:lnTo>
                        <a:pt x="280" y="198"/>
                      </a:lnTo>
                      <a:lnTo>
                        <a:pt x="280" y="198"/>
                      </a:lnTo>
                      <a:lnTo>
                        <a:pt x="284" y="198"/>
                      </a:lnTo>
                      <a:lnTo>
                        <a:pt x="284" y="198"/>
                      </a:lnTo>
                      <a:lnTo>
                        <a:pt x="286" y="202"/>
                      </a:lnTo>
                      <a:lnTo>
                        <a:pt x="286" y="202"/>
                      </a:lnTo>
                      <a:lnTo>
                        <a:pt x="298" y="208"/>
                      </a:lnTo>
                      <a:lnTo>
                        <a:pt x="310" y="210"/>
                      </a:lnTo>
                      <a:lnTo>
                        <a:pt x="310" y="214"/>
                      </a:lnTo>
                      <a:lnTo>
                        <a:pt x="310" y="214"/>
                      </a:lnTo>
                      <a:lnTo>
                        <a:pt x="316" y="214"/>
                      </a:lnTo>
                      <a:lnTo>
                        <a:pt x="322" y="214"/>
                      </a:lnTo>
                      <a:lnTo>
                        <a:pt x="322" y="214"/>
                      </a:lnTo>
                      <a:lnTo>
                        <a:pt x="328" y="220"/>
                      </a:lnTo>
                      <a:lnTo>
                        <a:pt x="328" y="220"/>
                      </a:lnTo>
                      <a:lnTo>
                        <a:pt x="332" y="220"/>
                      </a:lnTo>
                      <a:lnTo>
                        <a:pt x="336" y="220"/>
                      </a:lnTo>
                      <a:lnTo>
                        <a:pt x="338" y="222"/>
                      </a:lnTo>
                      <a:lnTo>
                        <a:pt x="338" y="222"/>
                      </a:lnTo>
                      <a:lnTo>
                        <a:pt x="344" y="224"/>
                      </a:lnTo>
                      <a:lnTo>
                        <a:pt x="344" y="224"/>
                      </a:lnTo>
                      <a:lnTo>
                        <a:pt x="346" y="224"/>
                      </a:lnTo>
                      <a:lnTo>
                        <a:pt x="346" y="222"/>
                      </a:lnTo>
                      <a:lnTo>
                        <a:pt x="344" y="220"/>
                      </a:lnTo>
                      <a:lnTo>
                        <a:pt x="344" y="220"/>
                      </a:lnTo>
                      <a:lnTo>
                        <a:pt x="342" y="220"/>
                      </a:lnTo>
                      <a:lnTo>
                        <a:pt x="342" y="218"/>
                      </a:lnTo>
                      <a:lnTo>
                        <a:pt x="342" y="218"/>
                      </a:lnTo>
                      <a:lnTo>
                        <a:pt x="348" y="218"/>
                      </a:lnTo>
                      <a:lnTo>
                        <a:pt x="348" y="218"/>
                      </a:lnTo>
                      <a:lnTo>
                        <a:pt x="350" y="216"/>
                      </a:lnTo>
                      <a:lnTo>
                        <a:pt x="352" y="216"/>
                      </a:lnTo>
                      <a:lnTo>
                        <a:pt x="352" y="216"/>
                      </a:lnTo>
                      <a:lnTo>
                        <a:pt x="354" y="220"/>
                      </a:lnTo>
                      <a:lnTo>
                        <a:pt x="354" y="220"/>
                      </a:lnTo>
                      <a:lnTo>
                        <a:pt x="356" y="220"/>
                      </a:lnTo>
                      <a:lnTo>
                        <a:pt x="358" y="220"/>
                      </a:lnTo>
                      <a:lnTo>
                        <a:pt x="366" y="224"/>
                      </a:lnTo>
                      <a:lnTo>
                        <a:pt x="366" y="224"/>
                      </a:lnTo>
                      <a:lnTo>
                        <a:pt x="366" y="228"/>
                      </a:lnTo>
                      <a:lnTo>
                        <a:pt x="368" y="230"/>
                      </a:lnTo>
                      <a:lnTo>
                        <a:pt x="370" y="232"/>
                      </a:lnTo>
                      <a:lnTo>
                        <a:pt x="368" y="234"/>
                      </a:lnTo>
                      <a:lnTo>
                        <a:pt x="368" y="234"/>
                      </a:lnTo>
                      <a:lnTo>
                        <a:pt x="358" y="234"/>
                      </a:lnTo>
                      <a:lnTo>
                        <a:pt x="358" y="234"/>
                      </a:lnTo>
                      <a:lnTo>
                        <a:pt x="358" y="238"/>
                      </a:lnTo>
                      <a:lnTo>
                        <a:pt x="358" y="238"/>
                      </a:lnTo>
                      <a:lnTo>
                        <a:pt x="356" y="240"/>
                      </a:lnTo>
                      <a:lnTo>
                        <a:pt x="354" y="248"/>
                      </a:lnTo>
                      <a:lnTo>
                        <a:pt x="354" y="248"/>
                      </a:lnTo>
                      <a:lnTo>
                        <a:pt x="368" y="250"/>
                      </a:lnTo>
                      <a:lnTo>
                        <a:pt x="384" y="248"/>
                      </a:lnTo>
                      <a:lnTo>
                        <a:pt x="386" y="246"/>
                      </a:lnTo>
                      <a:lnTo>
                        <a:pt x="386" y="246"/>
                      </a:lnTo>
                      <a:lnTo>
                        <a:pt x="388" y="248"/>
                      </a:lnTo>
                      <a:lnTo>
                        <a:pt x="390" y="248"/>
                      </a:lnTo>
                      <a:lnTo>
                        <a:pt x="390" y="248"/>
                      </a:lnTo>
                      <a:lnTo>
                        <a:pt x="396" y="244"/>
                      </a:lnTo>
                      <a:lnTo>
                        <a:pt x="396" y="244"/>
                      </a:lnTo>
                      <a:lnTo>
                        <a:pt x="404" y="244"/>
                      </a:lnTo>
                      <a:lnTo>
                        <a:pt x="404" y="244"/>
                      </a:lnTo>
                      <a:lnTo>
                        <a:pt x="408" y="240"/>
                      </a:lnTo>
                      <a:lnTo>
                        <a:pt x="408" y="240"/>
                      </a:lnTo>
                      <a:lnTo>
                        <a:pt x="414" y="238"/>
                      </a:lnTo>
                      <a:lnTo>
                        <a:pt x="414" y="238"/>
                      </a:lnTo>
                      <a:lnTo>
                        <a:pt x="416" y="244"/>
                      </a:lnTo>
                      <a:lnTo>
                        <a:pt x="422" y="246"/>
                      </a:lnTo>
                      <a:lnTo>
                        <a:pt x="422" y="246"/>
                      </a:lnTo>
                      <a:lnTo>
                        <a:pt x="426" y="246"/>
                      </a:lnTo>
                      <a:lnTo>
                        <a:pt x="426" y="246"/>
                      </a:lnTo>
                      <a:lnTo>
                        <a:pt x="428" y="252"/>
                      </a:lnTo>
                      <a:lnTo>
                        <a:pt x="428" y="252"/>
                      </a:lnTo>
                      <a:lnTo>
                        <a:pt x="428" y="254"/>
                      </a:lnTo>
                      <a:lnTo>
                        <a:pt x="428" y="254"/>
                      </a:lnTo>
                      <a:lnTo>
                        <a:pt x="426" y="254"/>
                      </a:lnTo>
                      <a:lnTo>
                        <a:pt x="426" y="254"/>
                      </a:lnTo>
                      <a:lnTo>
                        <a:pt x="428" y="260"/>
                      </a:lnTo>
                      <a:lnTo>
                        <a:pt x="430" y="260"/>
                      </a:lnTo>
                      <a:lnTo>
                        <a:pt x="430" y="260"/>
                      </a:lnTo>
                      <a:lnTo>
                        <a:pt x="434" y="250"/>
                      </a:lnTo>
                      <a:lnTo>
                        <a:pt x="434" y="250"/>
                      </a:lnTo>
                      <a:lnTo>
                        <a:pt x="436" y="264"/>
                      </a:lnTo>
                      <a:lnTo>
                        <a:pt x="438" y="270"/>
                      </a:lnTo>
                      <a:lnTo>
                        <a:pt x="442" y="274"/>
                      </a:lnTo>
                      <a:lnTo>
                        <a:pt x="442" y="274"/>
                      </a:lnTo>
                      <a:lnTo>
                        <a:pt x="444" y="268"/>
                      </a:lnTo>
                      <a:lnTo>
                        <a:pt x="444" y="268"/>
                      </a:lnTo>
                      <a:lnTo>
                        <a:pt x="448" y="268"/>
                      </a:lnTo>
                      <a:lnTo>
                        <a:pt x="448" y="268"/>
                      </a:lnTo>
                      <a:lnTo>
                        <a:pt x="448" y="266"/>
                      </a:lnTo>
                      <a:lnTo>
                        <a:pt x="448" y="266"/>
                      </a:lnTo>
                      <a:lnTo>
                        <a:pt x="446" y="264"/>
                      </a:lnTo>
                      <a:lnTo>
                        <a:pt x="442" y="262"/>
                      </a:lnTo>
                      <a:lnTo>
                        <a:pt x="442" y="262"/>
                      </a:lnTo>
                      <a:lnTo>
                        <a:pt x="444" y="260"/>
                      </a:lnTo>
                      <a:lnTo>
                        <a:pt x="444" y="256"/>
                      </a:lnTo>
                      <a:lnTo>
                        <a:pt x="444" y="256"/>
                      </a:lnTo>
                      <a:lnTo>
                        <a:pt x="444" y="256"/>
                      </a:lnTo>
                      <a:lnTo>
                        <a:pt x="440" y="248"/>
                      </a:lnTo>
                      <a:lnTo>
                        <a:pt x="440" y="248"/>
                      </a:lnTo>
                      <a:lnTo>
                        <a:pt x="444" y="246"/>
                      </a:lnTo>
                      <a:lnTo>
                        <a:pt x="444" y="246"/>
                      </a:lnTo>
                      <a:lnTo>
                        <a:pt x="444" y="242"/>
                      </a:lnTo>
                      <a:lnTo>
                        <a:pt x="444" y="242"/>
                      </a:lnTo>
                      <a:lnTo>
                        <a:pt x="448" y="242"/>
                      </a:lnTo>
                      <a:lnTo>
                        <a:pt x="448" y="242"/>
                      </a:lnTo>
                      <a:lnTo>
                        <a:pt x="450" y="240"/>
                      </a:lnTo>
                      <a:lnTo>
                        <a:pt x="452" y="238"/>
                      </a:lnTo>
                      <a:lnTo>
                        <a:pt x="452" y="238"/>
                      </a:lnTo>
                      <a:lnTo>
                        <a:pt x="454" y="238"/>
                      </a:lnTo>
                      <a:lnTo>
                        <a:pt x="458" y="238"/>
                      </a:lnTo>
                      <a:lnTo>
                        <a:pt x="458" y="236"/>
                      </a:lnTo>
                      <a:lnTo>
                        <a:pt x="458" y="236"/>
                      </a:lnTo>
                      <a:lnTo>
                        <a:pt x="462" y="232"/>
                      </a:lnTo>
                      <a:lnTo>
                        <a:pt x="462" y="232"/>
                      </a:lnTo>
                      <a:lnTo>
                        <a:pt x="468" y="232"/>
                      </a:lnTo>
                      <a:lnTo>
                        <a:pt x="468" y="232"/>
                      </a:lnTo>
                      <a:lnTo>
                        <a:pt x="468" y="230"/>
                      </a:lnTo>
                      <a:lnTo>
                        <a:pt x="470" y="228"/>
                      </a:lnTo>
                      <a:lnTo>
                        <a:pt x="470" y="228"/>
                      </a:lnTo>
                      <a:lnTo>
                        <a:pt x="474" y="228"/>
                      </a:lnTo>
                      <a:lnTo>
                        <a:pt x="476" y="226"/>
                      </a:lnTo>
                      <a:lnTo>
                        <a:pt x="474" y="224"/>
                      </a:lnTo>
                      <a:lnTo>
                        <a:pt x="474" y="224"/>
                      </a:lnTo>
                      <a:lnTo>
                        <a:pt x="470" y="222"/>
                      </a:lnTo>
                      <a:lnTo>
                        <a:pt x="470" y="222"/>
                      </a:lnTo>
                      <a:lnTo>
                        <a:pt x="468" y="222"/>
                      </a:lnTo>
                      <a:lnTo>
                        <a:pt x="466" y="222"/>
                      </a:lnTo>
                      <a:lnTo>
                        <a:pt x="466" y="224"/>
                      </a:lnTo>
                      <a:lnTo>
                        <a:pt x="468" y="224"/>
                      </a:lnTo>
                      <a:lnTo>
                        <a:pt x="468" y="224"/>
                      </a:lnTo>
                      <a:lnTo>
                        <a:pt x="468" y="228"/>
                      </a:lnTo>
                      <a:lnTo>
                        <a:pt x="468" y="228"/>
                      </a:lnTo>
                      <a:lnTo>
                        <a:pt x="458" y="228"/>
                      </a:lnTo>
                      <a:lnTo>
                        <a:pt x="452" y="234"/>
                      </a:lnTo>
                      <a:lnTo>
                        <a:pt x="452" y="234"/>
                      </a:lnTo>
                      <a:lnTo>
                        <a:pt x="446" y="232"/>
                      </a:lnTo>
                      <a:lnTo>
                        <a:pt x="446" y="232"/>
                      </a:lnTo>
                      <a:lnTo>
                        <a:pt x="444" y="232"/>
                      </a:lnTo>
                      <a:lnTo>
                        <a:pt x="444" y="232"/>
                      </a:lnTo>
                      <a:lnTo>
                        <a:pt x="444" y="234"/>
                      </a:lnTo>
                      <a:lnTo>
                        <a:pt x="444" y="234"/>
                      </a:lnTo>
                      <a:lnTo>
                        <a:pt x="446" y="234"/>
                      </a:lnTo>
                      <a:lnTo>
                        <a:pt x="446" y="234"/>
                      </a:lnTo>
                      <a:lnTo>
                        <a:pt x="444" y="238"/>
                      </a:lnTo>
                      <a:lnTo>
                        <a:pt x="444" y="238"/>
                      </a:lnTo>
                      <a:lnTo>
                        <a:pt x="442" y="236"/>
                      </a:lnTo>
                      <a:lnTo>
                        <a:pt x="442" y="236"/>
                      </a:lnTo>
                      <a:lnTo>
                        <a:pt x="440" y="236"/>
                      </a:lnTo>
                      <a:lnTo>
                        <a:pt x="438" y="238"/>
                      </a:lnTo>
                      <a:lnTo>
                        <a:pt x="438" y="238"/>
                      </a:lnTo>
                      <a:lnTo>
                        <a:pt x="436" y="236"/>
                      </a:lnTo>
                      <a:lnTo>
                        <a:pt x="436" y="236"/>
                      </a:lnTo>
                      <a:lnTo>
                        <a:pt x="436" y="236"/>
                      </a:lnTo>
                      <a:lnTo>
                        <a:pt x="436" y="232"/>
                      </a:lnTo>
                      <a:lnTo>
                        <a:pt x="436" y="232"/>
                      </a:lnTo>
                      <a:lnTo>
                        <a:pt x="440" y="232"/>
                      </a:lnTo>
                      <a:lnTo>
                        <a:pt x="440" y="232"/>
                      </a:lnTo>
                      <a:lnTo>
                        <a:pt x="442" y="224"/>
                      </a:lnTo>
                      <a:lnTo>
                        <a:pt x="442" y="218"/>
                      </a:lnTo>
                      <a:lnTo>
                        <a:pt x="442" y="218"/>
                      </a:lnTo>
                      <a:lnTo>
                        <a:pt x="454" y="220"/>
                      </a:lnTo>
                      <a:lnTo>
                        <a:pt x="454" y="220"/>
                      </a:lnTo>
                      <a:lnTo>
                        <a:pt x="458" y="216"/>
                      </a:lnTo>
                      <a:lnTo>
                        <a:pt x="458" y="216"/>
                      </a:lnTo>
                      <a:lnTo>
                        <a:pt x="462" y="218"/>
                      </a:lnTo>
                      <a:lnTo>
                        <a:pt x="462" y="218"/>
                      </a:lnTo>
                      <a:lnTo>
                        <a:pt x="470" y="216"/>
                      </a:lnTo>
                      <a:lnTo>
                        <a:pt x="474" y="216"/>
                      </a:lnTo>
                      <a:lnTo>
                        <a:pt x="478" y="218"/>
                      </a:lnTo>
                      <a:lnTo>
                        <a:pt x="478" y="218"/>
                      </a:lnTo>
                      <a:lnTo>
                        <a:pt x="482" y="222"/>
                      </a:lnTo>
                      <a:lnTo>
                        <a:pt x="482" y="226"/>
                      </a:lnTo>
                      <a:lnTo>
                        <a:pt x="484" y="234"/>
                      </a:lnTo>
                      <a:lnTo>
                        <a:pt x="484" y="234"/>
                      </a:lnTo>
                      <a:lnTo>
                        <a:pt x="486" y="236"/>
                      </a:lnTo>
                      <a:lnTo>
                        <a:pt x="490" y="236"/>
                      </a:lnTo>
                      <a:lnTo>
                        <a:pt x="494" y="232"/>
                      </a:lnTo>
                      <a:lnTo>
                        <a:pt x="494" y="232"/>
                      </a:lnTo>
                      <a:lnTo>
                        <a:pt x="498" y="236"/>
                      </a:lnTo>
                      <a:lnTo>
                        <a:pt x="494" y="240"/>
                      </a:lnTo>
                      <a:lnTo>
                        <a:pt x="494" y="240"/>
                      </a:lnTo>
                      <a:lnTo>
                        <a:pt x="500" y="240"/>
                      </a:lnTo>
                      <a:lnTo>
                        <a:pt x="506" y="240"/>
                      </a:lnTo>
                      <a:lnTo>
                        <a:pt x="506" y="240"/>
                      </a:lnTo>
                      <a:lnTo>
                        <a:pt x="506" y="238"/>
                      </a:lnTo>
                      <a:lnTo>
                        <a:pt x="508" y="236"/>
                      </a:lnTo>
                      <a:lnTo>
                        <a:pt x="508" y="238"/>
                      </a:lnTo>
                      <a:lnTo>
                        <a:pt x="508" y="238"/>
                      </a:lnTo>
                      <a:lnTo>
                        <a:pt x="510" y="238"/>
                      </a:lnTo>
                      <a:lnTo>
                        <a:pt x="512" y="238"/>
                      </a:lnTo>
                      <a:lnTo>
                        <a:pt x="512" y="238"/>
                      </a:lnTo>
                      <a:lnTo>
                        <a:pt x="512" y="240"/>
                      </a:lnTo>
                      <a:lnTo>
                        <a:pt x="512" y="242"/>
                      </a:lnTo>
                      <a:lnTo>
                        <a:pt x="512" y="242"/>
                      </a:lnTo>
                      <a:lnTo>
                        <a:pt x="516" y="242"/>
                      </a:lnTo>
                      <a:lnTo>
                        <a:pt x="516" y="242"/>
                      </a:lnTo>
                      <a:lnTo>
                        <a:pt x="516" y="242"/>
                      </a:lnTo>
                      <a:lnTo>
                        <a:pt x="516" y="244"/>
                      </a:lnTo>
                      <a:lnTo>
                        <a:pt x="516" y="244"/>
                      </a:lnTo>
                      <a:lnTo>
                        <a:pt x="520" y="244"/>
                      </a:lnTo>
                      <a:lnTo>
                        <a:pt x="524" y="244"/>
                      </a:lnTo>
                      <a:lnTo>
                        <a:pt x="524" y="248"/>
                      </a:lnTo>
                      <a:lnTo>
                        <a:pt x="524" y="248"/>
                      </a:lnTo>
                      <a:lnTo>
                        <a:pt x="528" y="248"/>
                      </a:lnTo>
                      <a:lnTo>
                        <a:pt x="528" y="248"/>
                      </a:lnTo>
                      <a:lnTo>
                        <a:pt x="528" y="246"/>
                      </a:lnTo>
                      <a:lnTo>
                        <a:pt x="530" y="246"/>
                      </a:lnTo>
                      <a:lnTo>
                        <a:pt x="530" y="246"/>
                      </a:lnTo>
                      <a:lnTo>
                        <a:pt x="532" y="250"/>
                      </a:lnTo>
                      <a:lnTo>
                        <a:pt x="534" y="250"/>
                      </a:lnTo>
                      <a:lnTo>
                        <a:pt x="534" y="250"/>
                      </a:lnTo>
                      <a:lnTo>
                        <a:pt x="542" y="246"/>
                      </a:lnTo>
                      <a:lnTo>
                        <a:pt x="546" y="244"/>
                      </a:lnTo>
                      <a:lnTo>
                        <a:pt x="562" y="246"/>
                      </a:lnTo>
                      <a:lnTo>
                        <a:pt x="562" y="246"/>
                      </a:lnTo>
                      <a:lnTo>
                        <a:pt x="566" y="248"/>
                      </a:lnTo>
                      <a:lnTo>
                        <a:pt x="570" y="248"/>
                      </a:lnTo>
                      <a:lnTo>
                        <a:pt x="570" y="248"/>
                      </a:lnTo>
                      <a:lnTo>
                        <a:pt x="572" y="246"/>
                      </a:lnTo>
                      <a:lnTo>
                        <a:pt x="574" y="244"/>
                      </a:lnTo>
                      <a:lnTo>
                        <a:pt x="574" y="244"/>
                      </a:lnTo>
                      <a:lnTo>
                        <a:pt x="576" y="244"/>
                      </a:lnTo>
                      <a:lnTo>
                        <a:pt x="578" y="246"/>
                      </a:lnTo>
                      <a:lnTo>
                        <a:pt x="578" y="246"/>
                      </a:lnTo>
                      <a:lnTo>
                        <a:pt x="578" y="244"/>
                      </a:lnTo>
                      <a:lnTo>
                        <a:pt x="578" y="244"/>
                      </a:lnTo>
                      <a:lnTo>
                        <a:pt x="578" y="244"/>
                      </a:lnTo>
                      <a:lnTo>
                        <a:pt x="576" y="242"/>
                      </a:lnTo>
                      <a:lnTo>
                        <a:pt x="576" y="238"/>
                      </a:lnTo>
                      <a:lnTo>
                        <a:pt x="576" y="230"/>
                      </a:lnTo>
                      <a:lnTo>
                        <a:pt x="576" y="230"/>
                      </a:lnTo>
                      <a:lnTo>
                        <a:pt x="578" y="232"/>
                      </a:lnTo>
                      <a:lnTo>
                        <a:pt x="578" y="232"/>
                      </a:lnTo>
                      <a:lnTo>
                        <a:pt x="578" y="228"/>
                      </a:lnTo>
                      <a:lnTo>
                        <a:pt x="578" y="226"/>
                      </a:lnTo>
                      <a:lnTo>
                        <a:pt x="578" y="226"/>
                      </a:lnTo>
                      <a:lnTo>
                        <a:pt x="582" y="228"/>
                      </a:lnTo>
                      <a:lnTo>
                        <a:pt x="586" y="232"/>
                      </a:lnTo>
                      <a:lnTo>
                        <a:pt x="586" y="232"/>
                      </a:lnTo>
                      <a:lnTo>
                        <a:pt x="588" y="232"/>
                      </a:lnTo>
                      <a:lnTo>
                        <a:pt x="588" y="234"/>
                      </a:lnTo>
                      <a:lnTo>
                        <a:pt x="588" y="234"/>
                      </a:lnTo>
                      <a:lnTo>
                        <a:pt x="592" y="236"/>
                      </a:lnTo>
                      <a:lnTo>
                        <a:pt x="592" y="236"/>
                      </a:lnTo>
                      <a:lnTo>
                        <a:pt x="592" y="236"/>
                      </a:lnTo>
                      <a:lnTo>
                        <a:pt x="592" y="236"/>
                      </a:lnTo>
                      <a:lnTo>
                        <a:pt x="596" y="238"/>
                      </a:lnTo>
                      <a:lnTo>
                        <a:pt x="596" y="236"/>
                      </a:lnTo>
                      <a:lnTo>
                        <a:pt x="596" y="236"/>
                      </a:lnTo>
                      <a:lnTo>
                        <a:pt x="598" y="232"/>
                      </a:lnTo>
                      <a:lnTo>
                        <a:pt x="600" y="238"/>
                      </a:lnTo>
                      <a:lnTo>
                        <a:pt x="600" y="238"/>
                      </a:lnTo>
                      <a:lnTo>
                        <a:pt x="598" y="238"/>
                      </a:lnTo>
                      <a:lnTo>
                        <a:pt x="600" y="240"/>
                      </a:lnTo>
                      <a:lnTo>
                        <a:pt x="600" y="240"/>
                      </a:lnTo>
                      <a:lnTo>
                        <a:pt x="600" y="238"/>
                      </a:lnTo>
                      <a:lnTo>
                        <a:pt x="602" y="238"/>
                      </a:lnTo>
                      <a:lnTo>
                        <a:pt x="602" y="238"/>
                      </a:lnTo>
                      <a:lnTo>
                        <a:pt x="600" y="246"/>
                      </a:lnTo>
                      <a:lnTo>
                        <a:pt x="598" y="254"/>
                      </a:lnTo>
                      <a:lnTo>
                        <a:pt x="598" y="254"/>
                      </a:lnTo>
                      <a:lnTo>
                        <a:pt x="600" y="258"/>
                      </a:lnTo>
                      <a:lnTo>
                        <a:pt x="604" y="260"/>
                      </a:lnTo>
                      <a:lnTo>
                        <a:pt x="604" y="260"/>
                      </a:lnTo>
                      <a:lnTo>
                        <a:pt x="608" y="260"/>
                      </a:lnTo>
                      <a:lnTo>
                        <a:pt x="608" y="260"/>
                      </a:lnTo>
                      <a:lnTo>
                        <a:pt x="608" y="262"/>
                      </a:lnTo>
                      <a:lnTo>
                        <a:pt x="608" y="262"/>
                      </a:lnTo>
                      <a:lnTo>
                        <a:pt x="608" y="262"/>
                      </a:lnTo>
                      <a:lnTo>
                        <a:pt x="612" y="266"/>
                      </a:lnTo>
                      <a:lnTo>
                        <a:pt x="618" y="268"/>
                      </a:lnTo>
                      <a:lnTo>
                        <a:pt x="618" y="266"/>
                      </a:lnTo>
                      <a:lnTo>
                        <a:pt x="620" y="266"/>
                      </a:lnTo>
                      <a:lnTo>
                        <a:pt x="620" y="264"/>
                      </a:lnTo>
                      <a:lnTo>
                        <a:pt x="620" y="264"/>
                      </a:lnTo>
                      <a:lnTo>
                        <a:pt x="614" y="262"/>
                      </a:lnTo>
                      <a:lnTo>
                        <a:pt x="614" y="262"/>
                      </a:lnTo>
                      <a:lnTo>
                        <a:pt x="616" y="256"/>
                      </a:lnTo>
                      <a:lnTo>
                        <a:pt x="616" y="256"/>
                      </a:lnTo>
                      <a:lnTo>
                        <a:pt x="614" y="256"/>
                      </a:lnTo>
                      <a:lnTo>
                        <a:pt x="610" y="254"/>
                      </a:lnTo>
                      <a:lnTo>
                        <a:pt x="610" y="252"/>
                      </a:lnTo>
                      <a:lnTo>
                        <a:pt x="610" y="252"/>
                      </a:lnTo>
                      <a:lnTo>
                        <a:pt x="614" y="250"/>
                      </a:lnTo>
                      <a:lnTo>
                        <a:pt x="614" y="250"/>
                      </a:lnTo>
                      <a:lnTo>
                        <a:pt x="614" y="246"/>
                      </a:lnTo>
                      <a:lnTo>
                        <a:pt x="614" y="246"/>
                      </a:lnTo>
                      <a:lnTo>
                        <a:pt x="618" y="244"/>
                      </a:lnTo>
                      <a:lnTo>
                        <a:pt x="618" y="244"/>
                      </a:lnTo>
                      <a:lnTo>
                        <a:pt x="618" y="244"/>
                      </a:lnTo>
                      <a:lnTo>
                        <a:pt x="616" y="244"/>
                      </a:lnTo>
                      <a:lnTo>
                        <a:pt x="616" y="242"/>
                      </a:lnTo>
                      <a:lnTo>
                        <a:pt x="616" y="242"/>
                      </a:lnTo>
                      <a:lnTo>
                        <a:pt x="622" y="242"/>
                      </a:lnTo>
                      <a:lnTo>
                        <a:pt x="622" y="242"/>
                      </a:lnTo>
                      <a:lnTo>
                        <a:pt x="624" y="240"/>
                      </a:lnTo>
                      <a:lnTo>
                        <a:pt x="626" y="236"/>
                      </a:lnTo>
                      <a:lnTo>
                        <a:pt x="628" y="234"/>
                      </a:lnTo>
                      <a:lnTo>
                        <a:pt x="630" y="232"/>
                      </a:lnTo>
                      <a:lnTo>
                        <a:pt x="630" y="232"/>
                      </a:lnTo>
                      <a:lnTo>
                        <a:pt x="634" y="232"/>
                      </a:lnTo>
                      <a:lnTo>
                        <a:pt x="634" y="232"/>
                      </a:lnTo>
                      <a:lnTo>
                        <a:pt x="644" y="226"/>
                      </a:lnTo>
                      <a:lnTo>
                        <a:pt x="644" y="226"/>
                      </a:lnTo>
                      <a:lnTo>
                        <a:pt x="644" y="224"/>
                      </a:lnTo>
                      <a:lnTo>
                        <a:pt x="644" y="224"/>
                      </a:lnTo>
                      <a:lnTo>
                        <a:pt x="644" y="220"/>
                      </a:lnTo>
                      <a:lnTo>
                        <a:pt x="644" y="220"/>
                      </a:lnTo>
                      <a:lnTo>
                        <a:pt x="638" y="224"/>
                      </a:lnTo>
                      <a:lnTo>
                        <a:pt x="638" y="224"/>
                      </a:lnTo>
                      <a:lnTo>
                        <a:pt x="634" y="224"/>
                      </a:lnTo>
                      <a:lnTo>
                        <a:pt x="632" y="222"/>
                      </a:lnTo>
                      <a:lnTo>
                        <a:pt x="632" y="218"/>
                      </a:lnTo>
                      <a:lnTo>
                        <a:pt x="634" y="216"/>
                      </a:lnTo>
                      <a:lnTo>
                        <a:pt x="634" y="216"/>
                      </a:lnTo>
                      <a:lnTo>
                        <a:pt x="632" y="212"/>
                      </a:lnTo>
                      <a:lnTo>
                        <a:pt x="632" y="212"/>
                      </a:lnTo>
                      <a:lnTo>
                        <a:pt x="632" y="210"/>
                      </a:lnTo>
                      <a:lnTo>
                        <a:pt x="632" y="210"/>
                      </a:lnTo>
                      <a:lnTo>
                        <a:pt x="636" y="206"/>
                      </a:lnTo>
                      <a:lnTo>
                        <a:pt x="636" y="206"/>
                      </a:lnTo>
                      <a:lnTo>
                        <a:pt x="648" y="208"/>
                      </a:lnTo>
                      <a:lnTo>
                        <a:pt x="648" y="208"/>
                      </a:lnTo>
                      <a:lnTo>
                        <a:pt x="646" y="204"/>
                      </a:lnTo>
                      <a:lnTo>
                        <a:pt x="646" y="200"/>
                      </a:lnTo>
                      <a:lnTo>
                        <a:pt x="646" y="200"/>
                      </a:lnTo>
                      <a:lnTo>
                        <a:pt x="650" y="196"/>
                      </a:lnTo>
                      <a:lnTo>
                        <a:pt x="650" y="196"/>
                      </a:lnTo>
                      <a:lnTo>
                        <a:pt x="656" y="196"/>
                      </a:lnTo>
                      <a:lnTo>
                        <a:pt x="656" y="196"/>
                      </a:lnTo>
                      <a:lnTo>
                        <a:pt x="656" y="194"/>
                      </a:lnTo>
                      <a:lnTo>
                        <a:pt x="656" y="194"/>
                      </a:lnTo>
                      <a:lnTo>
                        <a:pt x="654" y="194"/>
                      </a:lnTo>
                      <a:lnTo>
                        <a:pt x="652" y="192"/>
                      </a:lnTo>
                      <a:lnTo>
                        <a:pt x="652" y="192"/>
                      </a:lnTo>
                      <a:lnTo>
                        <a:pt x="646" y="196"/>
                      </a:lnTo>
                      <a:lnTo>
                        <a:pt x="642" y="200"/>
                      </a:lnTo>
                      <a:lnTo>
                        <a:pt x="642" y="200"/>
                      </a:lnTo>
                      <a:lnTo>
                        <a:pt x="634" y="202"/>
                      </a:lnTo>
                      <a:lnTo>
                        <a:pt x="634" y="202"/>
                      </a:lnTo>
                      <a:lnTo>
                        <a:pt x="630" y="194"/>
                      </a:lnTo>
                      <a:lnTo>
                        <a:pt x="626" y="190"/>
                      </a:lnTo>
                      <a:lnTo>
                        <a:pt x="620" y="188"/>
                      </a:lnTo>
                      <a:lnTo>
                        <a:pt x="618" y="188"/>
                      </a:lnTo>
                      <a:lnTo>
                        <a:pt x="618" y="188"/>
                      </a:lnTo>
                      <a:lnTo>
                        <a:pt x="618" y="194"/>
                      </a:lnTo>
                      <a:lnTo>
                        <a:pt x="618" y="194"/>
                      </a:lnTo>
                      <a:lnTo>
                        <a:pt x="620" y="194"/>
                      </a:lnTo>
                      <a:lnTo>
                        <a:pt x="618" y="196"/>
                      </a:lnTo>
                      <a:lnTo>
                        <a:pt x="616" y="198"/>
                      </a:lnTo>
                      <a:lnTo>
                        <a:pt x="616" y="198"/>
                      </a:lnTo>
                      <a:lnTo>
                        <a:pt x="616" y="196"/>
                      </a:lnTo>
                      <a:lnTo>
                        <a:pt x="614" y="194"/>
                      </a:lnTo>
                      <a:lnTo>
                        <a:pt x="614" y="194"/>
                      </a:lnTo>
                      <a:lnTo>
                        <a:pt x="614" y="196"/>
                      </a:lnTo>
                      <a:lnTo>
                        <a:pt x="614" y="196"/>
                      </a:lnTo>
                      <a:lnTo>
                        <a:pt x="612" y="196"/>
                      </a:lnTo>
                      <a:lnTo>
                        <a:pt x="612" y="196"/>
                      </a:lnTo>
                      <a:lnTo>
                        <a:pt x="612" y="190"/>
                      </a:lnTo>
                      <a:lnTo>
                        <a:pt x="612" y="190"/>
                      </a:lnTo>
                      <a:lnTo>
                        <a:pt x="614" y="188"/>
                      </a:lnTo>
                      <a:lnTo>
                        <a:pt x="614" y="188"/>
                      </a:lnTo>
                      <a:lnTo>
                        <a:pt x="614" y="188"/>
                      </a:lnTo>
                      <a:lnTo>
                        <a:pt x="614" y="186"/>
                      </a:lnTo>
                      <a:lnTo>
                        <a:pt x="614" y="186"/>
                      </a:lnTo>
                      <a:lnTo>
                        <a:pt x="610" y="186"/>
                      </a:lnTo>
                      <a:lnTo>
                        <a:pt x="606" y="182"/>
                      </a:lnTo>
                      <a:lnTo>
                        <a:pt x="606" y="178"/>
                      </a:lnTo>
                      <a:lnTo>
                        <a:pt x="606" y="178"/>
                      </a:lnTo>
                      <a:lnTo>
                        <a:pt x="604" y="178"/>
                      </a:lnTo>
                      <a:lnTo>
                        <a:pt x="604" y="178"/>
                      </a:lnTo>
                      <a:lnTo>
                        <a:pt x="604" y="174"/>
                      </a:lnTo>
                      <a:lnTo>
                        <a:pt x="604" y="174"/>
                      </a:lnTo>
                      <a:lnTo>
                        <a:pt x="612" y="174"/>
                      </a:lnTo>
                      <a:lnTo>
                        <a:pt x="612" y="174"/>
                      </a:lnTo>
                      <a:lnTo>
                        <a:pt x="610" y="170"/>
                      </a:lnTo>
                      <a:lnTo>
                        <a:pt x="608" y="164"/>
                      </a:lnTo>
                      <a:lnTo>
                        <a:pt x="610" y="162"/>
                      </a:lnTo>
                      <a:lnTo>
                        <a:pt x="610" y="162"/>
                      </a:lnTo>
                      <a:lnTo>
                        <a:pt x="610" y="160"/>
                      </a:lnTo>
                      <a:lnTo>
                        <a:pt x="608" y="160"/>
                      </a:lnTo>
                      <a:lnTo>
                        <a:pt x="608" y="160"/>
                      </a:lnTo>
                      <a:lnTo>
                        <a:pt x="608" y="160"/>
                      </a:lnTo>
                      <a:lnTo>
                        <a:pt x="610" y="156"/>
                      </a:lnTo>
                      <a:lnTo>
                        <a:pt x="610" y="156"/>
                      </a:lnTo>
                      <a:lnTo>
                        <a:pt x="612" y="154"/>
                      </a:lnTo>
                      <a:lnTo>
                        <a:pt x="612" y="154"/>
                      </a:lnTo>
                      <a:lnTo>
                        <a:pt x="612" y="150"/>
                      </a:lnTo>
                      <a:lnTo>
                        <a:pt x="612" y="150"/>
                      </a:lnTo>
                      <a:lnTo>
                        <a:pt x="616" y="150"/>
                      </a:lnTo>
                      <a:lnTo>
                        <a:pt x="616" y="150"/>
                      </a:lnTo>
                      <a:lnTo>
                        <a:pt x="620" y="154"/>
                      </a:lnTo>
                      <a:lnTo>
                        <a:pt x="620" y="154"/>
                      </a:lnTo>
                      <a:lnTo>
                        <a:pt x="622" y="154"/>
                      </a:lnTo>
                      <a:lnTo>
                        <a:pt x="622" y="154"/>
                      </a:lnTo>
                      <a:lnTo>
                        <a:pt x="616" y="146"/>
                      </a:lnTo>
                      <a:lnTo>
                        <a:pt x="616" y="146"/>
                      </a:lnTo>
                      <a:lnTo>
                        <a:pt x="618" y="142"/>
                      </a:lnTo>
                      <a:lnTo>
                        <a:pt x="618" y="142"/>
                      </a:lnTo>
                      <a:lnTo>
                        <a:pt x="624" y="140"/>
                      </a:lnTo>
                      <a:lnTo>
                        <a:pt x="624" y="140"/>
                      </a:lnTo>
                      <a:lnTo>
                        <a:pt x="624" y="140"/>
                      </a:lnTo>
                      <a:lnTo>
                        <a:pt x="624" y="138"/>
                      </a:lnTo>
                      <a:lnTo>
                        <a:pt x="624" y="138"/>
                      </a:lnTo>
                      <a:lnTo>
                        <a:pt x="624" y="136"/>
                      </a:lnTo>
                      <a:lnTo>
                        <a:pt x="624" y="132"/>
                      </a:lnTo>
                      <a:lnTo>
                        <a:pt x="624" y="124"/>
                      </a:lnTo>
                      <a:lnTo>
                        <a:pt x="624" y="124"/>
                      </a:lnTo>
                      <a:lnTo>
                        <a:pt x="620" y="120"/>
                      </a:lnTo>
                      <a:lnTo>
                        <a:pt x="620" y="120"/>
                      </a:lnTo>
                      <a:lnTo>
                        <a:pt x="620" y="118"/>
                      </a:lnTo>
                      <a:lnTo>
                        <a:pt x="622" y="118"/>
                      </a:lnTo>
                      <a:lnTo>
                        <a:pt x="622" y="118"/>
                      </a:lnTo>
                      <a:lnTo>
                        <a:pt x="622" y="112"/>
                      </a:lnTo>
                      <a:lnTo>
                        <a:pt x="620" y="112"/>
                      </a:lnTo>
                      <a:lnTo>
                        <a:pt x="620" y="112"/>
                      </a:lnTo>
                      <a:lnTo>
                        <a:pt x="620" y="104"/>
                      </a:lnTo>
                      <a:lnTo>
                        <a:pt x="620" y="104"/>
                      </a:lnTo>
                      <a:lnTo>
                        <a:pt x="616" y="100"/>
                      </a:lnTo>
                      <a:lnTo>
                        <a:pt x="616" y="100"/>
                      </a:lnTo>
                      <a:lnTo>
                        <a:pt x="618" y="96"/>
                      </a:lnTo>
                      <a:lnTo>
                        <a:pt x="616" y="96"/>
                      </a:lnTo>
                      <a:lnTo>
                        <a:pt x="616" y="96"/>
                      </a:lnTo>
                      <a:lnTo>
                        <a:pt x="616" y="90"/>
                      </a:lnTo>
                      <a:lnTo>
                        <a:pt x="616" y="90"/>
                      </a:lnTo>
                      <a:lnTo>
                        <a:pt x="620" y="90"/>
                      </a:lnTo>
                      <a:lnTo>
                        <a:pt x="618" y="82"/>
                      </a:lnTo>
                      <a:lnTo>
                        <a:pt x="618" y="82"/>
                      </a:lnTo>
                      <a:lnTo>
                        <a:pt x="632" y="82"/>
                      </a:lnTo>
                      <a:lnTo>
                        <a:pt x="632" y="82"/>
                      </a:lnTo>
                      <a:lnTo>
                        <a:pt x="632" y="84"/>
                      </a:lnTo>
                      <a:lnTo>
                        <a:pt x="634" y="84"/>
                      </a:lnTo>
                      <a:lnTo>
                        <a:pt x="634" y="84"/>
                      </a:lnTo>
                      <a:lnTo>
                        <a:pt x="640" y="76"/>
                      </a:lnTo>
                      <a:lnTo>
                        <a:pt x="640" y="76"/>
                      </a:lnTo>
                      <a:lnTo>
                        <a:pt x="652" y="78"/>
                      </a:lnTo>
                      <a:lnTo>
                        <a:pt x="662" y="82"/>
                      </a:lnTo>
                      <a:lnTo>
                        <a:pt x="662" y="82"/>
                      </a:lnTo>
                      <a:lnTo>
                        <a:pt x="664" y="86"/>
                      </a:lnTo>
                      <a:lnTo>
                        <a:pt x="664" y="86"/>
                      </a:lnTo>
                      <a:lnTo>
                        <a:pt x="666" y="84"/>
                      </a:lnTo>
                      <a:lnTo>
                        <a:pt x="666" y="82"/>
                      </a:lnTo>
                      <a:lnTo>
                        <a:pt x="666" y="82"/>
                      </a:lnTo>
                      <a:lnTo>
                        <a:pt x="678" y="84"/>
                      </a:lnTo>
                      <a:lnTo>
                        <a:pt x="688" y="86"/>
                      </a:lnTo>
                      <a:lnTo>
                        <a:pt x="688" y="86"/>
                      </a:lnTo>
                      <a:lnTo>
                        <a:pt x="688" y="90"/>
                      </a:lnTo>
                      <a:lnTo>
                        <a:pt x="686" y="96"/>
                      </a:lnTo>
                      <a:lnTo>
                        <a:pt x="686" y="96"/>
                      </a:lnTo>
                      <a:lnTo>
                        <a:pt x="684" y="96"/>
                      </a:lnTo>
                      <a:lnTo>
                        <a:pt x="684" y="96"/>
                      </a:lnTo>
                      <a:lnTo>
                        <a:pt x="684" y="102"/>
                      </a:lnTo>
                      <a:lnTo>
                        <a:pt x="684" y="102"/>
                      </a:lnTo>
                      <a:lnTo>
                        <a:pt x="682" y="102"/>
                      </a:lnTo>
                      <a:lnTo>
                        <a:pt x="680" y="104"/>
                      </a:lnTo>
                      <a:lnTo>
                        <a:pt x="680" y="104"/>
                      </a:lnTo>
                      <a:lnTo>
                        <a:pt x="676" y="108"/>
                      </a:lnTo>
                      <a:lnTo>
                        <a:pt x="674" y="112"/>
                      </a:lnTo>
                      <a:lnTo>
                        <a:pt x="674" y="112"/>
                      </a:lnTo>
                      <a:lnTo>
                        <a:pt x="662" y="114"/>
                      </a:lnTo>
                      <a:lnTo>
                        <a:pt x="652" y="116"/>
                      </a:lnTo>
                      <a:lnTo>
                        <a:pt x="652" y="116"/>
                      </a:lnTo>
                      <a:lnTo>
                        <a:pt x="644" y="116"/>
                      </a:lnTo>
                      <a:lnTo>
                        <a:pt x="638" y="116"/>
                      </a:lnTo>
                      <a:lnTo>
                        <a:pt x="638" y="116"/>
                      </a:lnTo>
                      <a:lnTo>
                        <a:pt x="638" y="116"/>
                      </a:lnTo>
                      <a:lnTo>
                        <a:pt x="636" y="118"/>
                      </a:lnTo>
                      <a:lnTo>
                        <a:pt x="636" y="118"/>
                      </a:lnTo>
                      <a:lnTo>
                        <a:pt x="636" y="118"/>
                      </a:lnTo>
                      <a:lnTo>
                        <a:pt x="636" y="118"/>
                      </a:lnTo>
                      <a:lnTo>
                        <a:pt x="634" y="118"/>
                      </a:lnTo>
                      <a:lnTo>
                        <a:pt x="634" y="118"/>
                      </a:lnTo>
                      <a:lnTo>
                        <a:pt x="634" y="120"/>
                      </a:lnTo>
                      <a:lnTo>
                        <a:pt x="634" y="122"/>
                      </a:lnTo>
                      <a:lnTo>
                        <a:pt x="634" y="122"/>
                      </a:lnTo>
                      <a:lnTo>
                        <a:pt x="640" y="126"/>
                      </a:lnTo>
                      <a:lnTo>
                        <a:pt x="640" y="126"/>
                      </a:lnTo>
                      <a:lnTo>
                        <a:pt x="640" y="128"/>
                      </a:lnTo>
                      <a:lnTo>
                        <a:pt x="640" y="130"/>
                      </a:lnTo>
                      <a:lnTo>
                        <a:pt x="640" y="130"/>
                      </a:lnTo>
                      <a:lnTo>
                        <a:pt x="634" y="132"/>
                      </a:lnTo>
                      <a:lnTo>
                        <a:pt x="634" y="132"/>
                      </a:lnTo>
                      <a:lnTo>
                        <a:pt x="632" y="136"/>
                      </a:lnTo>
                      <a:lnTo>
                        <a:pt x="632" y="136"/>
                      </a:lnTo>
                      <a:lnTo>
                        <a:pt x="634" y="136"/>
                      </a:lnTo>
                      <a:lnTo>
                        <a:pt x="634" y="136"/>
                      </a:lnTo>
                      <a:lnTo>
                        <a:pt x="634" y="138"/>
                      </a:lnTo>
                      <a:lnTo>
                        <a:pt x="634" y="138"/>
                      </a:lnTo>
                      <a:lnTo>
                        <a:pt x="634" y="138"/>
                      </a:lnTo>
                      <a:lnTo>
                        <a:pt x="630" y="138"/>
                      </a:lnTo>
                      <a:lnTo>
                        <a:pt x="630" y="138"/>
                      </a:lnTo>
                      <a:lnTo>
                        <a:pt x="630" y="142"/>
                      </a:lnTo>
                      <a:lnTo>
                        <a:pt x="630" y="142"/>
                      </a:lnTo>
                      <a:lnTo>
                        <a:pt x="632" y="142"/>
                      </a:lnTo>
                      <a:lnTo>
                        <a:pt x="634" y="142"/>
                      </a:lnTo>
                      <a:lnTo>
                        <a:pt x="634" y="142"/>
                      </a:lnTo>
                      <a:lnTo>
                        <a:pt x="634" y="144"/>
                      </a:lnTo>
                      <a:lnTo>
                        <a:pt x="634" y="146"/>
                      </a:lnTo>
                      <a:lnTo>
                        <a:pt x="634" y="146"/>
                      </a:lnTo>
                      <a:lnTo>
                        <a:pt x="636" y="144"/>
                      </a:lnTo>
                      <a:lnTo>
                        <a:pt x="644" y="150"/>
                      </a:lnTo>
                      <a:lnTo>
                        <a:pt x="644" y="152"/>
                      </a:lnTo>
                      <a:lnTo>
                        <a:pt x="644" y="152"/>
                      </a:lnTo>
                      <a:lnTo>
                        <a:pt x="648" y="152"/>
                      </a:lnTo>
                      <a:lnTo>
                        <a:pt x="648" y="152"/>
                      </a:lnTo>
                      <a:lnTo>
                        <a:pt x="652" y="156"/>
                      </a:lnTo>
                      <a:lnTo>
                        <a:pt x="652" y="158"/>
                      </a:lnTo>
                      <a:lnTo>
                        <a:pt x="652" y="158"/>
                      </a:lnTo>
                      <a:lnTo>
                        <a:pt x="656" y="158"/>
                      </a:lnTo>
                      <a:lnTo>
                        <a:pt x="658" y="158"/>
                      </a:lnTo>
                      <a:lnTo>
                        <a:pt x="658" y="158"/>
                      </a:lnTo>
                      <a:lnTo>
                        <a:pt x="662" y="162"/>
                      </a:lnTo>
                      <a:lnTo>
                        <a:pt x="664" y="166"/>
                      </a:lnTo>
                      <a:lnTo>
                        <a:pt x="664" y="166"/>
                      </a:lnTo>
                      <a:lnTo>
                        <a:pt x="668" y="166"/>
                      </a:lnTo>
                      <a:lnTo>
                        <a:pt x="670" y="166"/>
                      </a:lnTo>
                      <a:lnTo>
                        <a:pt x="674" y="172"/>
                      </a:lnTo>
                      <a:lnTo>
                        <a:pt x="674" y="172"/>
                      </a:lnTo>
                      <a:lnTo>
                        <a:pt x="678" y="170"/>
                      </a:lnTo>
                      <a:lnTo>
                        <a:pt x="678" y="178"/>
                      </a:lnTo>
                      <a:lnTo>
                        <a:pt x="678" y="178"/>
                      </a:lnTo>
                      <a:lnTo>
                        <a:pt x="670" y="178"/>
                      </a:lnTo>
                      <a:lnTo>
                        <a:pt x="668" y="176"/>
                      </a:lnTo>
                      <a:lnTo>
                        <a:pt x="668" y="176"/>
                      </a:lnTo>
                      <a:lnTo>
                        <a:pt x="666" y="174"/>
                      </a:lnTo>
                      <a:lnTo>
                        <a:pt x="666" y="174"/>
                      </a:lnTo>
                      <a:lnTo>
                        <a:pt x="664" y="184"/>
                      </a:lnTo>
                      <a:lnTo>
                        <a:pt x="664" y="184"/>
                      </a:lnTo>
                      <a:lnTo>
                        <a:pt x="668" y="182"/>
                      </a:lnTo>
                      <a:lnTo>
                        <a:pt x="668" y="182"/>
                      </a:lnTo>
                      <a:lnTo>
                        <a:pt x="668" y="182"/>
                      </a:lnTo>
                      <a:lnTo>
                        <a:pt x="670" y="180"/>
                      </a:lnTo>
                      <a:lnTo>
                        <a:pt x="672" y="180"/>
                      </a:lnTo>
                      <a:lnTo>
                        <a:pt x="672" y="180"/>
                      </a:lnTo>
                      <a:lnTo>
                        <a:pt x="670" y="186"/>
                      </a:lnTo>
                      <a:lnTo>
                        <a:pt x="670" y="186"/>
                      </a:lnTo>
                      <a:lnTo>
                        <a:pt x="666" y="190"/>
                      </a:lnTo>
                      <a:lnTo>
                        <a:pt x="666" y="190"/>
                      </a:lnTo>
                      <a:lnTo>
                        <a:pt x="662" y="190"/>
                      </a:lnTo>
                      <a:lnTo>
                        <a:pt x="662" y="190"/>
                      </a:lnTo>
                      <a:lnTo>
                        <a:pt x="660" y="194"/>
                      </a:lnTo>
                      <a:lnTo>
                        <a:pt x="660" y="194"/>
                      </a:lnTo>
                      <a:lnTo>
                        <a:pt x="660" y="194"/>
                      </a:lnTo>
                      <a:lnTo>
                        <a:pt x="662" y="198"/>
                      </a:lnTo>
                      <a:lnTo>
                        <a:pt x="662" y="198"/>
                      </a:lnTo>
                      <a:lnTo>
                        <a:pt x="666" y="198"/>
                      </a:lnTo>
                      <a:lnTo>
                        <a:pt x="666" y="198"/>
                      </a:lnTo>
                      <a:lnTo>
                        <a:pt x="668" y="202"/>
                      </a:lnTo>
                      <a:lnTo>
                        <a:pt x="668" y="202"/>
                      </a:lnTo>
                      <a:lnTo>
                        <a:pt x="676" y="204"/>
                      </a:lnTo>
                      <a:lnTo>
                        <a:pt x="682" y="204"/>
                      </a:lnTo>
                      <a:lnTo>
                        <a:pt x="682" y="204"/>
                      </a:lnTo>
                      <a:lnTo>
                        <a:pt x="684" y="210"/>
                      </a:lnTo>
                      <a:lnTo>
                        <a:pt x="684" y="210"/>
                      </a:lnTo>
                      <a:lnTo>
                        <a:pt x="686" y="214"/>
                      </a:lnTo>
                      <a:lnTo>
                        <a:pt x="688" y="218"/>
                      </a:lnTo>
                      <a:lnTo>
                        <a:pt x="686" y="218"/>
                      </a:lnTo>
                      <a:lnTo>
                        <a:pt x="686" y="218"/>
                      </a:lnTo>
                      <a:lnTo>
                        <a:pt x="688" y="222"/>
                      </a:lnTo>
                      <a:lnTo>
                        <a:pt x="688" y="222"/>
                      </a:lnTo>
                      <a:lnTo>
                        <a:pt x="692" y="230"/>
                      </a:lnTo>
                      <a:lnTo>
                        <a:pt x="692" y="230"/>
                      </a:lnTo>
                      <a:lnTo>
                        <a:pt x="690" y="234"/>
                      </a:lnTo>
                      <a:lnTo>
                        <a:pt x="690" y="236"/>
                      </a:lnTo>
                      <a:lnTo>
                        <a:pt x="690" y="236"/>
                      </a:lnTo>
                      <a:lnTo>
                        <a:pt x="696" y="236"/>
                      </a:lnTo>
                      <a:lnTo>
                        <a:pt x="696" y="230"/>
                      </a:lnTo>
                      <a:lnTo>
                        <a:pt x="700" y="228"/>
                      </a:lnTo>
                      <a:lnTo>
                        <a:pt x="700" y="228"/>
                      </a:lnTo>
                      <a:lnTo>
                        <a:pt x="700" y="226"/>
                      </a:lnTo>
                      <a:lnTo>
                        <a:pt x="702" y="226"/>
                      </a:lnTo>
                      <a:lnTo>
                        <a:pt x="702" y="226"/>
                      </a:lnTo>
                      <a:lnTo>
                        <a:pt x="704" y="222"/>
                      </a:lnTo>
                      <a:lnTo>
                        <a:pt x="702" y="220"/>
                      </a:lnTo>
                      <a:lnTo>
                        <a:pt x="702" y="218"/>
                      </a:lnTo>
                      <a:lnTo>
                        <a:pt x="702" y="218"/>
                      </a:lnTo>
                      <a:lnTo>
                        <a:pt x="704" y="208"/>
                      </a:lnTo>
                      <a:lnTo>
                        <a:pt x="704" y="208"/>
                      </a:lnTo>
                      <a:lnTo>
                        <a:pt x="710" y="206"/>
                      </a:lnTo>
                      <a:lnTo>
                        <a:pt x="716" y="204"/>
                      </a:lnTo>
                      <a:lnTo>
                        <a:pt x="716" y="204"/>
                      </a:lnTo>
                      <a:lnTo>
                        <a:pt x="722" y="214"/>
                      </a:lnTo>
                      <a:lnTo>
                        <a:pt x="722" y="214"/>
                      </a:lnTo>
                      <a:lnTo>
                        <a:pt x="722" y="218"/>
                      </a:lnTo>
                      <a:lnTo>
                        <a:pt x="720" y="220"/>
                      </a:lnTo>
                      <a:lnTo>
                        <a:pt x="720" y="220"/>
                      </a:lnTo>
                      <a:lnTo>
                        <a:pt x="718" y="224"/>
                      </a:lnTo>
                      <a:lnTo>
                        <a:pt x="718" y="224"/>
                      </a:lnTo>
                      <a:lnTo>
                        <a:pt x="718" y="230"/>
                      </a:lnTo>
                      <a:lnTo>
                        <a:pt x="718" y="234"/>
                      </a:lnTo>
                      <a:lnTo>
                        <a:pt x="716" y="234"/>
                      </a:lnTo>
                      <a:lnTo>
                        <a:pt x="716" y="234"/>
                      </a:lnTo>
                      <a:lnTo>
                        <a:pt x="714" y="236"/>
                      </a:lnTo>
                      <a:lnTo>
                        <a:pt x="712" y="238"/>
                      </a:lnTo>
                      <a:lnTo>
                        <a:pt x="712" y="238"/>
                      </a:lnTo>
                      <a:lnTo>
                        <a:pt x="714" y="244"/>
                      </a:lnTo>
                      <a:lnTo>
                        <a:pt x="718" y="250"/>
                      </a:lnTo>
                      <a:lnTo>
                        <a:pt x="718" y="250"/>
                      </a:lnTo>
                      <a:lnTo>
                        <a:pt x="722" y="252"/>
                      </a:lnTo>
                      <a:lnTo>
                        <a:pt x="722" y="252"/>
                      </a:lnTo>
                      <a:lnTo>
                        <a:pt x="728" y="262"/>
                      </a:lnTo>
                      <a:lnTo>
                        <a:pt x="728" y="262"/>
                      </a:lnTo>
                      <a:lnTo>
                        <a:pt x="732" y="262"/>
                      </a:lnTo>
                      <a:lnTo>
                        <a:pt x="732" y="262"/>
                      </a:lnTo>
                      <a:lnTo>
                        <a:pt x="734" y="264"/>
                      </a:lnTo>
                      <a:lnTo>
                        <a:pt x="736" y="264"/>
                      </a:lnTo>
                      <a:lnTo>
                        <a:pt x="736" y="264"/>
                      </a:lnTo>
                      <a:lnTo>
                        <a:pt x="736" y="264"/>
                      </a:lnTo>
                      <a:lnTo>
                        <a:pt x="736" y="260"/>
                      </a:lnTo>
                      <a:lnTo>
                        <a:pt x="736" y="260"/>
                      </a:lnTo>
                      <a:lnTo>
                        <a:pt x="746" y="256"/>
                      </a:lnTo>
                      <a:lnTo>
                        <a:pt x="746" y="256"/>
                      </a:lnTo>
                      <a:lnTo>
                        <a:pt x="744" y="254"/>
                      </a:lnTo>
                      <a:lnTo>
                        <a:pt x="744" y="254"/>
                      </a:lnTo>
                      <a:lnTo>
                        <a:pt x="744" y="250"/>
                      </a:lnTo>
                      <a:lnTo>
                        <a:pt x="746" y="248"/>
                      </a:lnTo>
                      <a:lnTo>
                        <a:pt x="750" y="242"/>
                      </a:lnTo>
                      <a:lnTo>
                        <a:pt x="750" y="242"/>
                      </a:lnTo>
                      <a:lnTo>
                        <a:pt x="750" y="238"/>
                      </a:lnTo>
                      <a:lnTo>
                        <a:pt x="750" y="238"/>
                      </a:lnTo>
                      <a:lnTo>
                        <a:pt x="754" y="238"/>
                      </a:lnTo>
                      <a:lnTo>
                        <a:pt x="754" y="238"/>
                      </a:lnTo>
                      <a:lnTo>
                        <a:pt x="754" y="236"/>
                      </a:lnTo>
                      <a:lnTo>
                        <a:pt x="752" y="234"/>
                      </a:lnTo>
                      <a:lnTo>
                        <a:pt x="752" y="234"/>
                      </a:lnTo>
                      <a:lnTo>
                        <a:pt x="754" y="232"/>
                      </a:lnTo>
                      <a:lnTo>
                        <a:pt x="754" y="232"/>
                      </a:lnTo>
                      <a:lnTo>
                        <a:pt x="756" y="222"/>
                      </a:lnTo>
                      <a:lnTo>
                        <a:pt x="756" y="222"/>
                      </a:lnTo>
                      <a:lnTo>
                        <a:pt x="764" y="222"/>
                      </a:lnTo>
                      <a:lnTo>
                        <a:pt x="764" y="222"/>
                      </a:lnTo>
                      <a:lnTo>
                        <a:pt x="764" y="220"/>
                      </a:lnTo>
                      <a:lnTo>
                        <a:pt x="764" y="220"/>
                      </a:lnTo>
                      <a:lnTo>
                        <a:pt x="764" y="220"/>
                      </a:lnTo>
                      <a:lnTo>
                        <a:pt x="764" y="218"/>
                      </a:lnTo>
                      <a:lnTo>
                        <a:pt x="764" y="218"/>
                      </a:lnTo>
                      <a:lnTo>
                        <a:pt x="766" y="218"/>
                      </a:lnTo>
                      <a:lnTo>
                        <a:pt x="766" y="218"/>
                      </a:lnTo>
                      <a:lnTo>
                        <a:pt x="764" y="216"/>
                      </a:lnTo>
                      <a:lnTo>
                        <a:pt x="764" y="216"/>
                      </a:lnTo>
                      <a:lnTo>
                        <a:pt x="764" y="214"/>
                      </a:lnTo>
                      <a:lnTo>
                        <a:pt x="766" y="212"/>
                      </a:lnTo>
                      <a:lnTo>
                        <a:pt x="766" y="212"/>
                      </a:lnTo>
                      <a:lnTo>
                        <a:pt x="764" y="208"/>
                      </a:lnTo>
                      <a:lnTo>
                        <a:pt x="760" y="208"/>
                      </a:lnTo>
                      <a:lnTo>
                        <a:pt x="760" y="208"/>
                      </a:lnTo>
                      <a:lnTo>
                        <a:pt x="760" y="200"/>
                      </a:lnTo>
                      <a:lnTo>
                        <a:pt x="760" y="192"/>
                      </a:lnTo>
                      <a:lnTo>
                        <a:pt x="760" y="192"/>
                      </a:lnTo>
                      <a:lnTo>
                        <a:pt x="756" y="190"/>
                      </a:lnTo>
                      <a:lnTo>
                        <a:pt x="756" y="190"/>
                      </a:lnTo>
                      <a:lnTo>
                        <a:pt x="766" y="190"/>
                      </a:lnTo>
                      <a:lnTo>
                        <a:pt x="776" y="192"/>
                      </a:lnTo>
                      <a:lnTo>
                        <a:pt x="776" y="192"/>
                      </a:lnTo>
                      <a:lnTo>
                        <a:pt x="780" y="196"/>
                      </a:lnTo>
                      <a:lnTo>
                        <a:pt x="780" y="196"/>
                      </a:lnTo>
                      <a:lnTo>
                        <a:pt x="780" y="194"/>
                      </a:lnTo>
                      <a:lnTo>
                        <a:pt x="782" y="192"/>
                      </a:lnTo>
                      <a:lnTo>
                        <a:pt x="782" y="192"/>
                      </a:lnTo>
                      <a:lnTo>
                        <a:pt x="792" y="192"/>
                      </a:lnTo>
                      <a:lnTo>
                        <a:pt x="792" y="192"/>
                      </a:lnTo>
                      <a:lnTo>
                        <a:pt x="792" y="194"/>
                      </a:lnTo>
                      <a:lnTo>
                        <a:pt x="790" y="196"/>
                      </a:lnTo>
                      <a:lnTo>
                        <a:pt x="790" y="196"/>
                      </a:lnTo>
                      <a:lnTo>
                        <a:pt x="796" y="200"/>
                      </a:lnTo>
                      <a:lnTo>
                        <a:pt x="796" y="200"/>
                      </a:lnTo>
                      <a:lnTo>
                        <a:pt x="794" y="200"/>
                      </a:lnTo>
                      <a:lnTo>
                        <a:pt x="794" y="202"/>
                      </a:lnTo>
                      <a:lnTo>
                        <a:pt x="796" y="208"/>
                      </a:lnTo>
                      <a:lnTo>
                        <a:pt x="796" y="208"/>
                      </a:lnTo>
                      <a:lnTo>
                        <a:pt x="802" y="206"/>
                      </a:lnTo>
                      <a:lnTo>
                        <a:pt x="808" y="206"/>
                      </a:lnTo>
                      <a:lnTo>
                        <a:pt x="808" y="206"/>
                      </a:lnTo>
                      <a:lnTo>
                        <a:pt x="810" y="206"/>
                      </a:lnTo>
                      <a:lnTo>
                        <a:pt x="810" y="208"/>
                      </a:lnTo>
                      <a:lnTo>
                        <a:pt x="808" y="212"/>
                      </a:lnTo>
                      <a:lnTo>
                        <a:pt x="802" y="220"/>
                      </a:lnTo>
                      <a:lnTo>
                        <a:pt x="802" y="220"/>
                      </a:lnTo>
                      <a:lnTo>
                        <a:pt x="802" y="222"/>
                      </a:lnTo>
                      <a:lnTo>
                        <a:pt x="802" y="222"/>
                      </a:lnTo>
                      <a:lnTo>
                        <a:pt x="802" y="222"/>
                      </a:lnTo>
                      <a:lnTo>
                        <a:pt x="808" y="222"/>
                      </a:lnTo>
                      <a:lnTo>
                        <a:pt x="806" y="228"/>
                      </a:lnTo>
                      <a:lnTo>
                        <a:pt x="806" y="228"/>
                      </a:lnTo>
                      <a:lnTo>
                        <a:pt x="804" y="228"/>
                      </a:lnTo>
                      <a:lnTo>
                        <a:pt x="800" y="230"/>
                      </a:lnTo>
                      <a:lnTo>
                        <a:pt x="800" y="230"/>
                      </a:lnTo>
                      <a:lnTo>
                        <a:pt x="800" y="232"/>
                      </a:lnTo>
                      <a:lnTo>
                        <a:pt x="800" y="234"/>
                      </a:lnTo>
                      <a:lnTo>
                        <a:pt x="800" y="236"/>
                      </a:lnTo>
                      <a:lnTo>
                        <a:pt x="800" y="238"/>
                      </a:lnTo>
                      <a:lnTo>
                        <a:pt x="800" y="238"/>
                      </a:lnTo>
                      <a:lnTo>
                        <a:pt x="806" y="248"/>
                      </a:lnTo>
                      <a:lnTo>
                        <a:pt x="806" y="248"/>
                      </a:lnTo>
                      <a:lnTo>
                        <a:pt x="808" y="250"/>
                      </a:lnTo>
                      <a:lnTo>
                        <a:pt x="810" y="250"/>
                      </a:lnTo>
                      <a:lnTo>
                        <a:pt x="812" y="250"/>
                      </a:lnTo>
                      <a:lnTo>
                        <a:pt x="814" y="252"/>
                      </a:lnTo>
                      <a:lnTo>
                        <a:pt x="816" y="254"/>
                      </a:lnTo>
                      <a:lnTo>
                        <a:pt x="816" y="254"/>
                      </a:lnTo>
                      <a:lnTo>
                        <a:pt x="816" y="258"/>
                      </a:lnTo>
                      <a:lnTo>
                        <a:pt x="814" y="264"/>
                      </a:lnTo>
                      <a:lnTo>
                        <a:pt x="810" y="268"/>
                      </a:lnTo>
                      <a:lnTo>
                        <a:pt x="810" y="268"/>
                      </a:lnTo>
                      <a:lnTo>
                        <a:pt x="806" y="268"/>
                      </a:lnTo>
                      <a:lnTo>
                        <a:pt x="802" y="268"/>
                      </a:lnTo>
                      <a:lnTo>
                        <a:pt x="802" y="268"/>
                      </a:lnTo>
                      <a:lnTo>
                        <a:pt x="794" y="274"/>
                      </a:lnTo>
                      <a:lnTo>
                        <a:pt x="794" y="274"/>
                      </a:lnTo>
                      <a:lnTo>
                        <a:pt x="790" y="274"/>
                      </a:lnTo>
                      <a:lnTo>
                        <a:pt x="788" y="276"/>
                      </a:lnTo>
                      <a:lnTo>
                        <a:pt x="788" y="276"/>
                      </a:lnTo>
                      <a:lnTo>
                        <a:pt x="788" y="276"/>
                      </a:lnTo>
                      <a:lnTo>
                        <a:pt x="784" y="282"/>
                      </a:lnTo>
                      <a:lnTo>
                        <a:pt x="780" y="286"/>
                      </a:lnTo>
                      <a:lnTo>
                        <a:pt x="778" y="286"/>
                      </a:lnTo>
                      <a:lnTo>
                        <a:pt x="778" y="286"/>
                      </a:lnTo>
                      <a:lnTo>
                        <a:pt x="776" y="282"/>
                      </a:lnTo>
                      <a:lnTo>
                        <a:pt x="776" y="282"/>
                      </a:lnTo>
                      <a:lnTo>
                        <a:pt x="774" y="282"/>
                      </a:lnTo>
                      <a:lnTo>
                        <a:pt x="770" y="280"/>
                      </a:lnTo>
                      <a:lnTo>
                        <a:pt x="770" y="280"/>
                      </a:lnTo>
                      <a:lnTo>
                        <a:pt x="770" y="278"/>
                      </a:lnTo>
                      <a:lnTo>
                        <a:pt x="768" y="274"/>
                      </a:lnTo>
                      <a:lnTo>
                        <a:pt x="768" y="274"/>
                      </a:lnTo>
                      <a:lnTo>
                        <a:pt x="768" y="274"/>
                      </a:lnTo>
                      <a:lnTo>
                        <a:pt x="766" y="276"/>
                      </a:lnTo>
                      <a:lnTo>
                        <a:pt x="766" y="276"/>
                      </a:lnTo>
                      <a:lnTo>
                        <a:pt x="764" y="272"/>
                      </a:lnTo>
                      <a:lnTo>
                        <a:pt x="764" y="272"/>
                      </a:lnTo>
                      <a:lnTo>
                        <a:pt x="762" y="272"/>
                      </a:lnTo>
                      <a:lnTo>
                        <a:pt x="762" y="272"/>
                      </a:lnTo>
                      <a:lnTo>
                        <a:pt x="762" y="274"/>
                      </a:lnTo>
                      <a:lnTo>
                        <a:pt x="762" y="274"/>
                      </a:lnTo>
                      <a:lnTo>
                        <a:pt x="758" y="276"/>
                      </a:lnTo>
                      <a:lnTo>
                        <a:pt x="758" y="276"/>
                      </a:lnTo>
                      <a:lnTo>
                        <a:pt x="760" y="276"/>
                      </a:lnTo>
                      <a:lnTo>
                        <a:pt x="762" y="276"/>
                      </a:lnTo>
                      <a:lnTo>
                        <a:pt x="762" y="276"/>
                      </a:lnTo>
                      <a:lnTo>
                        <a:pt x="764" y="278"/>
                      </a:lnTo>
                      <a:lnTo>
                        <a:pt x="764" y="280"/>
                      </a:lnTo>
                      <a:lnTo>
                        <a:pt x="764" y="280"/>
                      </a:lnTo>
                      <a:lnTo>
                        <a:pt x="766" y="282"/>
                      </a:lnTo>
                      <a:lnTo>
                        <a:pt x="766" y="282"/>
                      </a:lnTo>
                      <a:lnTo>
                        <a:pt x="768" y="282"/>
                      </a:lnTo>
                      <a:lnTo>
                        <a:pt x="770" y="284"/>
                      </a:lnTo>
                      <a:lnTo>
                        <a:pt x="770" y="286"/>
                      </a:lnTo>
                      <a:lnTo>
                        <a:pt x="770" y="286"/>
                      </a:lnTo>
                      <a:lnTo>
                        <a:pt x="772" y="286"/>
                      </a:lnTo>
                      <a:lnTo>
                        <a:pt x="772" y="286"/>
                      </a:lnTo>
                      <a:lnTo>
                        <a:pt x="774" y="288"/>
                      </a:lnTo>
                      <a:lnTo>
                        <a:pt x="774" y="288"/>
                      </a:lnTo>
                      <a:lnTo>
                        <a:pt x="766" y="290"/>
                      </a:lnTo>
                      <a:lnTo>
                        <a:pt x="766" y="292"/>
                      </a:lnTo>
                      <a:lnTo>
                        <a:pt x="766" y="292"/>
                      </a:lnTo>
                      <a:lnTo>
                        <a:pt x="760" y="290"/>
                      </a:lnTo>
                      <a:lnTo>
                        <a:pt x="760" y="290"/>
                      </a:lnTo>
                      <a:lnTo>
                        <a:pt x="750" y="282"/>
                      </a:lnTo>
                      <a:lnTo>
                        <a:pt x="750" y="282"/>
                      </a:lnTo>
                      <a:lnTo>
                        <a:pt x="738" y="284"/>
                      </a:lnTo>
                      <a:lnTo>
                        <a:pt x="738" y="284"/>
                      </a:lnTo>
                      <a:lnTo>
                        <a:pt x="744" y="290"/>
                      </a:lnTo>
                      <a:lnTo>
                        <a:pt x="744" y="290"/>
                      </a:lnTo>
                      <a:lnTo>
                        <a:pt x="744" y="294"/>
                      </a:lnTo>
                      <a:lnTo>
                        <a:pt x="742" y="296"/>
                      </a:lnTo>
                      <a:lnTo>
                        <a:pt x="738" y="302"/>
                      </a:lnTo>
                      <a:lnTo>
                        <a:pt x="738" y="302"/>
                      </a:lnTo>
                      <a:lnTo>
                        <a:pt x="738" y="304"/>
                      </a:lnTo>
                      <a:lnTo>
                        <a:pt x="738" y="306"/>
                      </a:lnTo>
                      <a:lnTo>
                        <a:pt x="738" y="306"/>
                      </a:lnTo>
                      <a:lnTo>
                        <a:pt x="734" y="308"/>
                      </a:lnTo>
                      <a:lnTo>
                        <a:pt x="734" y="308"/>
                      </a:lnTo>
                      <a:lnTo>
                        <a:pt x="724" y="298"/>
                      </a:lnTo>
                      <a:lnTo>
                        <a:pt x="724" y="298"/>
                      </a:lnTo>
                      <a:lnTo>
                        <a:pt x="722" y="298"/>
                      </a:lnTo>
                      <a:lnTo>
                        <a:pt x="720" y="300"/>
                      </a:lnTo>
                      <a:lnTo>
                        <a:pt x="720" y="300"/>
                      </a:lnTo>
                      <a:lnTo>
                        <a:pt x="714" y="296"/>
                      </a:lnTo>
                      <a:lnTo>
                        <a:pt x="714" y="296"/>
                      </a:lnTo>
                      <a:lnTo>
                        <a:pt x="712" y="296"/>
                      </a:lnTo>
                      <a:lnTo>
                        <a:pt x="710" y="298"/>
                      </a:lnTo>
                      <a:lnTo>
                        <a:pt x="710" y="298"/>
                      </a:lnTo>
                      <a:lnTo>
                        <a:pt x="706" y="298"/>
                      </a:lnTo>
                      <a:lnTo>
                        <a:pt x="704" y="296"/>
                      </a:lnTo>
                      <a:lnTo>
                        <a:pt x="700" y="294"/>
                      </a:lnTo>
                      <a:lnTo>
                        <a:pt x="700" y="294"/>
                      </a:lnTo>
                      <a:lnTo>
                        <a:pt x="698" y="300"/>
                      </a:lnTo>
                      <a:lnTo>
                        <a:pt x="698" y="300"/>
                      </a:lnTo>
                      <a:lnTo>
                        <a:pt x="700" y="300"/>
                      </a:lnTo>
                      <a:lnTo>
                        <a:pt x="700" y="302"/>
                      </a:lnTo>
                      <a:lnTo>
                        <a:pt x="700" y="302"/>
                      </a:lnTo>
                      <a:lnTo>
                        <a:pt x="694" y="304"/>
                      </a:lnTo>
                      <a:lnTo>
                        <a:pt x="694" y="304"/>
                      </a:lnTo>
                      <a:lnTo>
                        <a:pt x="688" y="304"/>
                      </a:lnTo>
                      <a:lnTo>
                        <a:pt x="688" y="304"/>
                      </a:lnTo>
                      <a:lnTo>
                        <a:pt x="686" y="306"/>
                      </a:lnTo>
                      <a:lnTo>
                        <a:pt x="686" y="306"/>
                      </a:lnTo>
                      <a:lnTo>
                        <a:pt x="700" y="306"/>
                      </a:lnTo>
                      <a:lnTo>
                        <a:pt x="716" y="306"/>
                      </a:lnTo>
                      <a:lnTo>
                        <a:pt x="716" y="306"/>
                      </a:lnTo>
                      <a:lnTo>
                        <a:pt x="724" y="308"/>
                      </a:lnTo>
                      <a:lnTo>
                        <a:pt x="732" y="310"/>
                      </a:lnTo>
                      <a:lnTo>
                        <a:pt x="732" y="310"/>
                      </a:lnTo>
                      <a:lnTo>
                        <a:pt x="730" y="312"/>
                      </a:lnTo>
                      <a:lnTo>
                        <a:pt x="728" y="316"/>
                      </a:lnTo>
                      <a:lnTo>
                        <a:pt x="728" y="324"/>
                      </a:lnTo>
                      <a:lnTo>
                        <a:pt x="728" y="324"/>
                      </a:lnTo>
                      <a:lnTo>
                        <a:pt x="722" y="328"/>
                      </a:lnTo>
                      <a:lnTo>
                        <a:pt x="722" y="328"/>
                      </a:lnTo>
                      <a:lnTo>
                        <a:pt x="718" y="330"/>
                      </a:lnTo>
                      <a:lnTo>
                        <a:pt x="716" y="330"/>
                      </a:lnTo>
                      <a:lnTo>
                        <a:pt x="714" y="334"/>
                      </a:lnTo>
                      <a:lnTo>
                        <a:pt x="714" y="334"/>
                      </a:lnTo>
                      <a:lnTo>
                        <a:pt x="714" y="332"/>
                      </a:lnTo>
                      <a:lnTo>
                        <a:pt x="712" y="332"/>
                      </a:lnTo>
                      <a:lnTo>
                        <a:pt x="712" y="330"/>
                      </a:lnTo>
                      <a:lnTo>
                        <a:pt x="712" y="330"/>
                      </a:lnTo>
                      <a:lnTo>
                        <a:pt x="700" y="326"/>
                      </a:lnTo>
                      <a:lnTo>
                        <a:pt x="700" y="326"/>
                      </a:lnTo>
                      <a:lnTo>
                        <a:pt x="698" y="328"/>
                      </a:lnTo>
                      <a:lnTo>
                        <a:pt x="698" y="330"/>
                      </a:lnTo>
                      <a:lnTo>
                        <a:pt x="698" y="330"/>
                      </a:lnTo>
                      <a:lnTo>
                        <a:pt x="692" y="330"/>
                      </a:lnTo>
                      <a:lnTo>
                        <a:pt x="692" y="330"/>
                      </a:lnTo>
                      <a:lnTo>
                        <a:pt x="690" y="336"/>
                      </a:lnTo>
                      <a:lnTo>
                        <a:pt x="690" y="338"/>
                      </a:lnTo>
                      <a:lnTo>
                        <a:pt x="692" y="340"/>
                      </a:lnTo>
                      <a:lnTo>
                        <a:pt x="692" y="340"/>
                      </a:lnTo>
                      <a:lnTo>
                        <a:pt x="692" y="342"/>
                      </a:lnTo>
                      <a:lnTo>
                        <a:pt x="692" y="344"/>
                      </a:lnTo>
                      <a:lnTo>
                        <a:pt x="690" y="344"/>
                      </a:lnTo>
                      <a:lnTo>
                        <a:pt x="688" y="346"/>
                      </a:lnTo>
                      <a:lnTo>
                        <a:pt x="688" y="346"/>
                      </a:lnTo>
                      <a:lnTo>
                        <a:pt x="682" y="346"/>
                      </a:lnTo>
                      <a:lnTo>
                        <a:pt x="682" y="346"/>
                      </a:lnTo>
                      <a:lnTo>
                        <a:pt x="682" y="352"/>
                      </a:lnTo>
                      <a:lnTo>
                        <a:pt x="682" y="352"/>
                      </a:lnTo>
                      <a:lnTo>
                        <a:pt x="686" y="352"/>
                      </a:lnTo>
                      <a:lnTo>
                        <a:pt x="686" y="352"/>
                      </a:lnTo>
                      <a:lnTo>
                        <a:pt x="686" y="358"/>
                      </a:lnTo>
                      <a:lnTo>
                        <a:pt x="686" y="358"/>
                      </a:lnTo>
                      <a:lnTo>
                        <a:pt x="686" y="360"/>
                      </a:lnTo>
                      <a:lnTo>
                        <a:pt x="686" y="360"/>
                      </a:lnTo>
                      <a:lnTo>
                        <a:pt x="684" y="362"/>
                      </a:lnTo>
                      <a:lnTo>
                        <a:pt x="684" y="362"/>
                      </a:lnTo>
                      <a:lnTo>
                        <a:pt x="676" y="364"/>
                      </a:lnTo>
                      <a:lnTo>
                        <a:pt x="666" y="362"/>
                      </a:lnTo>
                      <a:lnTo>
                        <a:pt x="666" y="366"/>
                      </a:lnTo>
                      <a:lnTo>
                        <a:pt x="666" y="366"/>
                      </a:lnTo>
                      <a:lnTo>
                        <a:pt x="670" y="366"/>
                      </a:lnTo>
                      <a:lnTo>
                        <a:pt x="670" y="366"/>
                      </a:lnTo>
                      <a:lnTo>
                        <a:pt x="668" y="370"/>
                      </a:lnTo>
                      <a:lnTo>
                        <a:pt x="668" y="370"/>
                      </a:lnTo>
                      <a:lnTo>
                        <a:pt x="662" y="370"/>
                      </a:lnTo>
                      <a:lnTo>
                        <a:pt x="662" y="370"/>
                      </a:lnTo>
                      <a:lnTo>
                        <a:pt x="664" y="372"/>
                      </a:lnTo>
                      <a:lnTo>
                        <a:pt x="664" y="372"/>
                      </a:lnTo>
                      <a:lnTo>
                        <a:pt x="666" y="372"/>
                      </a:lnTo>
                      <a:lnTo>
                        <a:pt x="666" y="374"/>
                      </a:lnTo>
                      <a:lnTo>
                        <a:pt x="666" y="374"/>
                      </a:lnTo>
                      <a:lnTo>
                        <a:pt x="660" y="374"/>
                      </a:lnTo>
                      <a:lnTo>
                        <a:pt x="660" y="374"/>
                      </a:lnTo>
                      <a:lnTo>
                        <a:pt x="662" y="372"/>
                      </a:lnTo>
                      <a:lnTo>
                        <a:pt x="660" y="372"/>
                      </a:lnTo>
                      <a:lnTo>
                        <a:pt x="658" y="372"/>
                      </a:lnTo>
                      <a:lnTo>
                        <a:pt x="658" y="372"/>
                      </a:lnTo>
                      <a:lnTo>
                        <a:pt x="658" y="376"/>
                      </a:lnTo>
                      <a:lnTo>
                        <a:pt x="658" y="376"/>
                      </a:lnTo>
                      <a:lnTo>
                        <a:pt x="654" y="376"/>
                      </a:lnTo>
                      <a:lnTo>
                        <a:pt x="654" y="376"/>
                      </a:lnTo>
                      <a:lnTo>
                        <a:pt x="654" y="386"/>
                      </a:lnTo>
                      <a:lnTo>
                        <a:pt x="654" y="386"/>
                      </a:lnTo>
                      <a:lnTo>
                        <a:pt x="646" y="386"/>
                      </a:lnTo>
                      <a:lnTo>
                        <a:pt x="646" y="386"/>
                      </a:lnTo>
                      <a:lnTo>
                        <a:pt x="646" y="390"/>
                      </a:lnTo>
                      <a:lnTo>
                        <a:pt x="646" y="390"/>
                      </a:lnTo>
                      <a:lnTo>
                        <a:pt x="642" y="394"/>
                      </a:lnTo>
                      <a:lnTo>
                        <a:pt x="636" y="398"/>
                      </a:lnTo>
                      <a:lnTo>
                        <a:pt x="636" y="398"/>
                      </a:lnTo>
                      <a:lnTo>
                        <a:pt x="638" y="402"/>
                      </a:lnTo>
                      <a:lnTo>
                        <a:pt x="640" y="406"/>
                      </a:lnTo>
                      <a:lnTo>
                        <a:pt x="640" y="406"/>
                      </a:lnTo>
                      <a:lnTo>
                        <a:pt x="630" y="406"/>
                      </a:lnTo>
                      <a:lnTo>
                        <a:pt x="630" y="406"/>
                      </a:lnTo>
                      <a:lnTo>
                        <a:pt x="628" y="408"/>
                      </a:lnTo>
                      <a:lnTo>
                        <a:pt x="628" y="408"/>
                      </a:lnTo>
                      <a:lnTo>
                        <a:pt x="632" y="410"/>
                      </a:lnTo>
                      <a:lnTo>
                        <a:pt x="632" y="410"/>
                      </a:lnTo>
                      <a:lnTo>
                        <a:pt x="632" y="414"/>
                      </a:lnTo>
                      <a:lnTo>
                        <a:pt x="632" y="414"/>
                      </a:lnTo>
                      <a:lnTo>
                        <a:pt x="626" y="420"/>
                      </a:lnTo>
                      <a:lnTo>
                        <a:pt x="626" y="420"/>
                      </a:lnTo>
                      <a:lnTo>
                        <a:pt x="626" y="424"/>
                      </a:lnTo>
                      <a:lnTo>
                        <a:pt x="626" y="428"/>
                      </a:lnTo>
                      <a:lnTo>
                        <a:pt x="626" y="428"/>
                      </a:lnTo>
                      <a:lnTo>
                        <a:pt x="622" y="430"/>
                      </a:lnTo>
                      <a:lnTo>
                        <a:pt x="622" y="430"/>
                      </a:lnTo>
                      <a:lnTo>
                        <a:pt x="626" y="436"/>
                      </a:lnTo>
                      <a:lnTo>
                        <a:pt x="626" y="436"/>
                      </a:lnTo>
                      <a:lnTo>
                        <a:pt x="628" y="440"/>
                      </a:lnTo>
                      <a:lnTo>
                        <a:pt x="628" y="446"/>
                      </a:lnTo>
                      <a:lnTo>
                        <a:pt x="628" y="446"/>
                      </a:lnTo>
                      <a:lnTo>
                        <a:pt x="630" y="448"/>
                      </a:lnTo>
                      <a:lnTo>
                        <a:pt x="636" y="448"/>
                      </a:lnTo>
                      <a:lnTo>
                        <a:pt x="648" y="448"/>
                      </a:lnTo>
                      <a:lnTo>
                        <a:pt x="648" y="448"/>
                      </a:lnTo>
                      <a:lnTo>
                        <a:pt x="654" y="456"/>
                      </a:lnTo>
                      <a:lnTo>
                        <a:pt x="654" y="456"/>
                      </a:lnTo>
                      <a:lnTo>
                        <a:pt x="654" y="460"/>
                      </a:lnTo>
                      <a:lnTo>
                        <a:pt x="654" y="460"/>
                      </a:lnTo>
                      <a:lnTo>
                        <a:pt x="656" y="462"/>
                      </a:lnTo>
                      <a:lnTo>
                        <a:pt x="656" y="462"/>
                      </a:lnTo>
                      <a:lnTo>
                        <a:pt x="656" y="468"/>
                      </a:lnTo>
                      <a:lnTo>
                        <a:pt x="656" y="468"/>
                      </a:lnTo>
                      <a:lnTo>
                        <a:pt x="660" y="474"/>
                      </a:lnTo>
                      <a:lnTo>
                        <a:pt x="660" y="474"/>
                      </a:lnTo>
                      <a:lnTo>
                        <a:pt x="662" y="480"/>
                      </a:lnTo>
                      <a:lnTo>
                        <a:pt x="662" y="486"/>
                      </a:lnTo>
                      <a:lnTo>
                        <a:pt x="662" y="486"/>
                      </a:lnTo>
                      <a:lnTo>
                        <a:pt x="672" y="482"/>
                      </a:lnTo>
                      <a:lnTo>
                        <a:pt x="678" y="480"/>
                      </a:lnTo>
                      <a:lnTo>
                        <a:pt x="682" y="480"/>
                      </a:lnTo>
                      <a:lnTo>
                        <a:pt x="682" y="480"/>
                      </a:lnTo>
                      <a:lnTo>
                        <a:pt x="690" y="486"/>
                      </a:lnTo>
                      <a:lnTo>
                        <a:pt x="690" y="486"/>
                      </a:lnTo>
                      <a:lnTo>
                        <a:pt x="694" y="486"/>
                      </a:lnTo>
                      <a:lnTo>
                        <a:pt x="694" y="486"/>
                      </a:lnTo>
                      <a:lnTo>
                        <a:pt x="698" y="490"/>
                      </a:lnTo>
                      <a:lnTo>
                        <a:pt x="702" y="492"/>
                      </a:lnTo>
                      <a:lnTo>
                        <a:pt x="702" y="492"/>
                      </a:lnTo>
                      <a:lnTo>
                        <a:pt x="708" y="492"/>
                      </a:lnTo>
                      <a:lnTo>
                        <a:pt x="708" y="492"/>
                      </a:lnTo>
                      <a:lnTo>
                        <a:pt x="710" y="494"/>
                      </a:lnTo>
                      <a:lnTo>
                        <a:pt x="712" y="496"/>
                      </a:lnTo>
                      <a:lnTo>
                        <a:pt x="712" y="496"/>
                      </a:lnTo>
                      <a:lnTo>
                        <a:pt x="716" y="498"/>
                      </a:lnTo>
                      <a:lnTo>
                        <a:pt x="720" y="498"/>
                      </a:lnTo>
                      <a:lnTo>
                        <a:pt x="720" y="498"/>
                      </a:lnTo>
                      <a:lnTo>
                        <a:pt x="720" y="500"/>
                      </a:lnTo>
                      <a:lnTo>
                        <a:pt x="720" y="500"/>
                      </a:lnTo>
                      <a:lnTo>
                        <a:pt x="722" y="504"/>
                      </a:lnTo>
                      <a:lnTo>
                        <a:pt x="724" y="506"/>
                      </a:lnTo>
                      <a:lnTo>
                        <a:pt x="724" y="506"/>
                      </a:lnTo>
                      <a:lnTo>
                        <a:pt x="724" y="512"/>
                      </a:lnTo>
                      <a:lnTo>
                        <a:pt x="724" y="512"/>
                      </a:lnTo>
                      <a:lnTo>
                        <a:pt x="728" y="512"/>
                      </a:lnTo>
                      <a:lnTo>
                        <a:pt x="732" y="512"/>
                      </a:lnTo>
                      <a:lnTo>
                        <a:pt x="732" y="512"/>
                      </a:lnTo>
                      <a:lnTo>
                        <a:pt x="734" y="516"/>
                      </a:lnTo>
                      <a:lnTo>
                        <a:pt x="738" y="518"/>
                      </a:lnTo>
                      <a:lnTo>
                        <a:pt x="738" y="518"/>
                      </a:lnTo>
                      <a:lnTo>
                        <a:pt x="742" y="518"/>
                      </a:lnTo>
                      <a:lnTo>
                        <a:pt x="748" y="518"/>
                      </a:lnTo>
                      <a:lnTo>
                        <a:pt x="748" y="518"/>
                      </a:lnTo>
                      <a:lnTo>
                        <a:pt x="750" y="522"/>
                      </a:lnTo>
                      <a:lnTo>
                        <a:pt x="750" y="522"/>
                      </a:lnTo>
                      <a:lnTo>
                        <a:pt x="752" y="524"/>
                      </a:lnTo>
                      <a:lnTo>
                        <a:pt x="756" y="524"/>
                      </a:lnTo>
                      <a:lnTo>
                        <a:pt x="756" y="526"/>
                      </a:lnTo>
                      <a:lnTo>
                        <a:pt x="756" y="526"/>
                      </a:lnTo>
                      <a:lnTo>
                        <a:pt x="762" y="528"/>
                      </a:lnTo>
                      <a:lnTo>
                        <a:pt x="762" y="528"/>
                      </a:lnTo>
                      <a:lnTo>
                        <a:pt x="766" y="530"/>
                      </a:lnTo>
                      <a:lnTo>
                        <a:pt x="770" y="528"/>
                      </a:lnTo>
                      <a:lnTo>
                        <a:pt x="778" y="528"/>
                      </a:lnTo>
                      <a:lnTo>
                        <a:pt x="778" y="528"/>
                      </a:lnTo>
                      <a:lnTo>
                        <a:pt x="782" y="530"/>
                      </a:lnTo>
                      <a:lnTo>
                        <a:pt x="782" y="530"/>
                      </a:lnTo>
                      <a:lnTo>
                        <a:pt x="784" y="530"/>
                      </a:lnTo>
                      <a:lnTo>
                        <a:pt x="788" y="530"/>
                      </a:lnTo>
                      <a:lnTo>
                        <a:pt x="788" y="530"/>
                      </a:lnTo>
                      <a:lnTo>
                        <a:pt x="798" y="534"/>
                      </a:lnTo>
                      <a:lnTo>
                        <a:pt x="798" y="534"/>
                      </a:lnTo>
                      <a:lnTo>
                        <a:pt x="798" y="544"/>
                      </a:lnTo>
                      <a:lnTo>
                        <a:pt x="798" y="544"/>
                      </a:lnTo>
                      <a:lnTo>
                        <a:pt x="796" y="548"/>
                      </a:lnTo>
                      <a:lnTo>
                        <a:pt x="794" y="552"/>
                      </a:lnTo>
                      <a:lnTo>
                        <a:pt x="794" y="552"/>
                      </a:lnTo>
                      <a:lnTo>
                        <a:pt x="798" y="556"/>
                      </a:lnTo>
                      <a:lnTo>
                        <a:pt x="798" y="556"/>
                      </a:lnTo>
                      <a:lnTo>
                        <a:pt x="798" y="568"/>
                      </a:lnTo>
                      <a:lnTo>
                        <a:pt x="796" y="580"/>
                      </a:lnTo>
                      <a:lnTo>
                        <a:pt x="796" y="580"/>
                      </a:lnTo>
                      <a:lnTo>
                        <a:pt x="800" y="580"/>
                      </a:lnTo>
                      <a:lnTo>
                        <a:pt x="800" y="580"/>
                      </a:lnTo>
                      <a:lnTo>
                        <a:pt x="804" y="584"/>
                      </a:lnTo>
                      <a:lnTo>
                        <a:pt x="806" y="590"/>
                      </a:lnTo>
                      <a:lnTo>
                        <a:pt x="806" y="590"/>
                      </a:lnTo>
                      <a:lnTo>
                        <a:pt x="804" y="592"/>
                      </a:lnTo>
                      <a:lnTo>
                        <a:pt x="804" y="594"/>
                      </a:lnTo>
                      <a:lnTo>
                        <a:pt x="804" y="594"/>
                      </a:lnTo>
                      <a:lnTo>
                        <a:pt x="814" y="600"/>
                      </a:lnTo>
                      <a:lnTo>
                        <a:pt x="814" y="600"/>
                      </a:lnTo>
                      <a:lnTo>
                        <a:pt x="816" y="604"/>
                      </a:lnTo>
                      <a:lnTo>
                        <a:pt x="818" y="608"/>
                      </a:lnTo>
                      <a:lnTo>
                        <a:pt x="818" y="608"/>
                      </a:lnTo>
                      <a:lnTo>
                        <a:pt x="818" y="608"/>
                      </a:lnTo>
                      <a:lnTo>
                        <a:pt x="818" y="610"/>
                      </a:lnTo>
                      <a:lnTo>
                        <a:pt x="818" y="610"/>
                      </a:lnTo>
                      <a:lnTo>
                        <a:pt x="830" y="610"/>
                      </a:lnTo>
                      <a:lnTo>
                        <a:pt x="830" y="610"/>
                      </a:lnTo>
                      <a:lnTo>
                        <a:pt x="830" y="608"/>
                      </a:lnTo>
                      <a:lnTo>
                        <a:pt x="832" y="608"/>
                      </a:lnTo>
                      <a:lnTo>
                        <a:pt x="832" y="608"/>
                      </a:lnTo>
                      <a:lnTo>
                        <a:pt x="834" y="604"/>
                      </a:lnTo>
                      <a:lnTo>
                        <a:pt x="834" y="604"/>
                      </a:lnTo>
                      <a:lnTo>
                        <a:pt x="836" y="604"/>
                      </a:lnTo>
                      <a:lnTo>
                        <a:pt x="840" y="604"/>
                      </a:lnTo>
                      <a:lnTo>
                        <a:pt x="840" y="602"/>
                      </a:lnTo>
                      <a:lnTo>
                        <a:pt x="840" y="602"/>
                      </a:lnTo>
                      <a:lnTo>
                        <a:pt x="838" y="598"/>
                      </a:lnTo>
                      <a:lnTo>
                        <a:pt x="844" y="588"/>
                      </a:lnTo>
                      <a:lnTo>
                        <a:pt x="844" y="588"/>
                      </a:lnTo>
                      <a:lnTo>
                        <a:pt x="846" y="588"/>
                      </a:lnTo>
                      <a:lnTo>
                        <a:pt x="844" y="588"/>
                      </a:lnTo>
                      <a:lnTo>
                        <a:pt x="842" y="588"/>
                      </a:lnTo>
                      <a:lnTo>
                        <a:pt x="842" y="588"/>
                      </a:lnTo>
                      <a:lnTo>
                        <a:pt x="842" y="586"/>
                      </a:lnTo>
                      <a:lnTo>
                        <a:pt x="842" y="584"/>
                      </a:lnTo>
                      <a:lnTo>
                        <a:pt x="842" y="582"/>
                      </a:lnTo>
                      <a:lnTo>
                        <a:pt x="842" y="580"/>
                      </a:lnTo>
                      <a:lnTo>
                        <a:pt x="842" y="580"/>
                      </a:lnTo>
                      <a:lnTo>
                        <a:pt x="840" y="580"/>
                      </a:lnTo>
                      <a:lnTo>
                        <a:pt x="840" y="580"/>
                      </a:lnTo>
                      <a:lnTo>
                        <a:pt x="840" y="568"/>
                      </a:lnTo>
                      <a:lnTo>
                        <a:pt x="840" y="564"/>
                      </a:lnTo>
                      <a:lnTo>
                        <a:pt x="840" y="558"/>
                      </a:lnTo>
                      <a:lnTo>
                        <a:pt x="834" y="554"/>
                      </a:lnTo>
                      <a:lnTo>
                        <a:pt x="834" y="554"/>
                      </a:lnTo>
                      <a:lnTo>
                        <a:pt x="834" y="548"/>
                      </a:lnTo>
                      <a:lnTo>
                        <a:pt x="834" y="542"/>
                      </a:lnTo>
                      <a:lnTo>
                        <a:pt x="834" y="540"/>
                      </a:lnTo>
                      <a:lnTo>
                        <a:pt x="834" y="540"/>
                      </a:lnTo>
                      <a:lnTo>
                        <a:pt x="838" y="538"/>
                      </a:lnTo>
                      <a:lnTo>
                        <a:pt x="842" y="538"/>
                      </a:lnTo>
                      <a:lnTo>
                        <a:pt x="842" y="538"/>
                      </a:lnTo>
                      <a:lnTo>
                        <a:pt x="846" y="534"/>
                      </a:lnTo>
                      <a:lnTo>
                        <a:pt x="846" y="534"/>
                      </a:lnTo>
                      <a:lnTo>
                        <a:pt x="848" y="534"/>
                      </a:lnTo>
                      <a:lnTo>
                        <a:pt x="850" y="532"/>
                      </a:lnTo>
                      <a:lnTo>
                        <a:pt x="850" y="532"/>
                      </a:lnTo>
                      <a:lnTo>
                        <a:pt x="852" y="530"/>
                      </a:lnTo>
                      <a:lnTo>
                        <a:pt x="852" y="530"/>
                      </a:lnTo>
                      <a:lnTo>
                        <a:pt x="854" y="528"/>
                      </a:lnTo>
                      <a:lnTo>
                        <a:pt x="858" y="524"/>
                      </a:lnTo>
                      <a:lnTo>
                        <a:pt x="858" y="524"/>
                      </a:lnTo>
                      <a:lnTo>
                        <a:pt x="860" y="520"/>
                      </a:lnTo>
                      <a:lnTo>
                        <a:pt x="860" y="520"/>
                      </a:lnTo>
                      <a:lnTo>
                        <a:pt x="864" y="516"/>
                      </a:lnTo>
                      <a:lnTo>
                        <a:pt x="866" y="514"/>
                      </a:lnTo>
                      <a:lnTo>
                        <a:pt x="866" y="514"/>
                      </a:lnTo>
                      <a:lnTo>
                        <a:pt x="868" y="510"/>
                      </a:lnTo>
                      <a:lnTo>
                        <a:pt x="868" y="510"/>
                      </a:lnTo>
                      <a:lnTo>
                        <a:pt x="874" y="508"/>
                      </a:lnTo>
                      <a:lnTo>
                        <a:pt x="874" y="508"/>
                      </a:lnTo>
                      <a:lnTo>
                        <a:pt x="872" y="500"/>
                      </a:lnTo>
                      <a:lnTo>
                        <a:pt x="872" y="502"/>
                      </a:lnTo>
                      <a:lnTo>
                        <a:pt x="870" y="506"/>
                      </a:lnTo>
                      <a:lnTo>
                        <a:pt x="868" y="506"/>
                      </a:lnTo>
                      <a:lnTo>
                        <a:pt x="868" y="506"/>
                      </a:lnTo>
                      <a:lnTo>
                        <a:pt x="870" y="496"/>
                      </a:lnTo>
                      <a:lnTo>
                        <a:pt x="872" y="488"/>
                      </a:lnTo>
                      <a:lnTo>
                        <a:pt x="872" y="488"/>
                      </a:lnTo>
                      <a:lnTo>
                        <a:pt x="870" y="486"/>
                      </a:lnTo>
                      <a:lnTo>
                        <a:pt x="866" y="484"/>
                      </a:lnTo>
                      <a:lnTo>
                        <a:pt x="866" y="484"/>
                      </a:lnTo>
                      <a:lnTo>
                        <a:pt x="864" y="478"/>
                      </a:lnTo>
                      <a:lnTo>
                        <a:pt x="864" y="472"/>
                      </a:lnTo>
                      <a:lnTo>
                        <a:pt x="864" y="472"/>
                      </a:lnTo>
                      <a:lnTo>
                        <a:pt x="860" y="470"/>
                      </a:lnTo>
                      <a:lnTo>
                        <a:pt x="860" y="470"/>
                      </a:lnTo>
                      <a:lnTo>
                        <a:pt x="860" y="464"/>
                      </a:lnTo>
                      <a:lnTo>
                        <a:pt x="860" y="464"/>
                      </a:lnTo>
                      <a:lnTo>
                        <a:pt x="858" y="462"/>
                      </a:lnTo>
                      <a:lnTo>
                        <a:pt x="858" y="462"/>
                      </a:lnTo>
                      <a:lnTo>
                        <a:pt x="856" y="458"/>
                      </a:lnTo>
                      <a:lnTo>
                        <a:pt x="856" y="458"/>
                      </a:lnTo>
                      <a:lnTo>
                        <a:pt x="854" y="458"/>
                      </a:lnTo>
                      <a:lnTo>
                        <a:pt x="852" y="456"/>
                      </a:lnTo>
                      <a:lnTo>
                        <a:pt x="852" y="456"/>
                      </a:lnTo>
                      <a:lnTo>
                        <a:pt x="850" y="454"/>
                      </a:lnTo>
                      <a:lnTo>
                        <a:pt x="848" y="452"/>
                      </a:lnTo>
                      <a:lnTo>
                        <a:pt x="848" y="452"/>
                      </a:lnTo>
                      <a:lnTo>
                        <a:pt x="846" y="450"/>
                      </a:lnTo>
                      <a:lnTo>
                        <a:pt x="842" y="450"/>
                      </a:lnTo>
                      <a:lnTo>
                        <a:pt x="842" y="450"/>
                      </a:lnTo>
                      <a:lnTo>
                        <a:pt x="842" y="448"/>
                      </a:lnTo>
                      <a:lnTo>
                        <a:pt x="840" y="448"/>
                      </a:lnTo>
                      <a:lnTo>
                        <a:pt x="840" y="448"/>
                      </a:lnTo>
                      <a:lnTo>
                        <a:pt x="842" y="442"/>
                      </a:lnTo>
                      <a:lnTo>
                        <a:pt x="846" y="438"/>
                      </a:lnTo>
                      <a:lnTo>
                        <a:pt x="848" y="436"/>
                      </a:lnTo>
                      <a:lnTo>
                        <a:pt x="854" y="436"/>
                      </a:lnTo>
                      <a:lnTo>
                        <a:pt x="854" y="436"/>
                      </a:lnTo>
                      <a:lnTo>
                        <a:pt x="854" y="430"/>
                      </a:lnTo>
                      <a:lnTo>
                        <a:pt x="854" y="430"/>
                      </a:lnTo>
                      <a:lnTo>
                        <a:pt x="854" y="430"/>
                      </a:lnTo>
                      <a:lnTo>
                        <a:pt x="854" y="428"/>
                      </a:lnTo>
                      <a:lnTo>
                        <a:pt x="854" y="426"/>
                      </a:lnTo>
                      <a:lnTo>
                        <a:pt x="858" y="428"/>
                      </a:lnTo>
                      <a:lnTo>
                        <a:pt x="858" y="428"/>
                      </a:lnTo>
                      <a:lnTo>
                        <a:pt x="858" y="426"/>
                      </a:lnTo>
                      <a:lnTo>
                        <a:pt x="858" y="424"/>
                      </a:lnTo>
                      <a:lnTo>
                        <a:pt x="860" y="424"/>
                      </a:lnTo>
                      <a:lnTo>
                        <a:pt x="860" y="424"/>
                      </a:lnTo>
                      <a:lnTo>
                        <a:pt x="860" y="420"/>
                      </a:lnTo>
                      <a:lnTo>
                        <a:pt x="860" y="420"/>
                      </a:lnTo>
                      <a:lnTo>
                        <a:pt x="856" y="418"/>
                      </a:lnTo>
                      <a:lnTo>
                        <a:pt x="856" y="418"/>
                      </a:lnTo>
                      <a:lnTo>
                        <a:pt x="858" y="416"/>
                      </a:lnTo>
                      <a:lnTo>
                        <a:pt x="858" y="416"/>
                      </a:lnTo>
                      <a:lnTo>
                        <a:pt x="856" y="410"/>
                      </a:lnTo>
                      <a:lnTo>
                        <a:pt x="854" y="406"/>
                      </a:lnTo>
                      <a:lnTo>
                        <a:pt x="854" y="406"/>
                      </a:lnTo>
                      <a:lnTo>
                        <a:pt x="858" y="402"/>
                      </a:lnTo>
                      <a:lnTo>
                        <a:pt x="858" y="402"/>
                      </a:lnTo>
                      <a:lnTo>
                        <a:pt x="854" y="402"/>
                      </a:lnTo>
                      <a:lnTo>
                        <a:pt x="854" y="402"/>
                      </a:lnTo>
                      <a:lnTo>
                        <a:pt x="852" y="398"/>
                      </a:lnTo>
                      <a:lnTo>
                        <a:pt x="852" y="398"/>
                      </a:lnTo>
                      <a:lnTo>
                        <a:pt x="858" y="388"/>
                      </a:lnTo>
                      <a:lnTo>
                        <a:pt x="858" y="388"/>
                      </a:lnTo>
                      <a:lnTo>
                        <a:pt x="858" y="384"/>
                      </a:lnTo>
                      <a:lnTo>
                        <a:pt x="860" y="384"/>
                      </a:lnTo>
                      <a:lnTo>
                        <a:pt x="860" y="384"/>
                      </a:lnTo>
                      <a:lnTo>
                        <a:pt x="860" y="380"/>
                      </a:lnTo>
                      <a:lnTo>
                        <a:pt x="860" y="380"/>
                      </a:lnTo>
                      <a:lnTo>
                        <a:pt x="856" y="380"/>
                      </a:lnTo>
                      <a:lnTo>
                        <a:pt x="856" y="380"/>
                      </a:lnTo>
                      <a:lnTo>
                        <a:pt x="854" y="376"/>
                      </a:lnTo>
                      <a:lnTo>
                        <a:pt x="854" y="376"/>
                      </a:lnTo>
                      <a:lnTo>
                        <a:pt x="854" y="374"/>
                      </a:lnTo>
                      <a:lnTo>
                        <a:pt x="854" y="372"/>
                      </a:lnTo>
                      <a:lnTo>
                        <a:pt x="854" y="372"/>
                      </a:lnTo>
                      <a:lnTo>
                        <a:pt x="858" y="372"/>
                      </a:lnTo>
                      <a:lnTo>
                        <a:pt x="858" y="372"/>
                      </a:lnTo>
                      <a:lnTo>
                        <a:pt x="862" y="370"/>
                      </a:lnTo>
                      <a:lnTo>
                        <a:pt x="866" y="370"/>
                      </a:lnTo>
                      <a:lnTo>
                        <a:pt x="870" y="372"/>
                      </a:lnTo>
                      <a:lnTo>
                        <a:pt x="870" y="372"/>
                      </a:lnTo>
                      <a:lnTo>
                        <a:pt x="874" y="370"/>
                      </a:lnTo>
                      <a:lnTo>
                        <a:pt x="874" y="370"/>
                      </a:lnTo>
                      <a:lnTo>
                        <a:pt x="878" y="374"/>
                      </a:lnTo>
                      <a:lnTo>
                        <a:pt x="878" y="374"/>
                      </a:lnTo>
                      <a:lnTo>
                        <a:pt x="884" y="372"/>
                      </a:lnTo>
                      <a:lnTo>
                        <a:pt x="890" y="372"/>
                      </a:lnTo>
                      <a:lnTo>
                        <a:pt x="890" y="372"/>
                      </a:lnTo>
                      <a:lnTo>
                        <a:pt x="894" y="374"/>
                      </a:lnTo>
                      <a:lnTo>
                        <a:pt x="900" y="374"/>
                      </a:lnTo>
                      <a:lnTo>
                        <a:pt x="900" y="374"/>
                      </a:lnTo>
                      <a:lnTo>
                        <a:pt x="906" y="370"/>
                      </a:lnTo>
                      <a:lnTo>
                        <a:pt x="914" y="364"/>
                      </a:lnTo>
                      <a:lnTo>
                        <a:pt x="914" y="368"/>
                      </a:lnTo>
                      <a:lnTo>
                        <a:pt x="914" y="368"/>
                      </a:lnTo>
                      <a:lnTo>
                        <a:pt x="918" y="368"/>
                      </a:lnTo>
                      <a:lnTo>
                        <a:pt x="922" y="370"/>
                      </a:lnTo>
                      <a:lnTo>
                        <a:pt x="922" y="370"/>
                      </a:lnTo>
                      <a:lnTo>
                        <a:pt x="926" y="374"/>
                      </a:lnTo>
                      <a:lnTo>
                        <a:pt x="926" y="374"/>
                      </a:lnTo>
                      <a:lnTo>
                        <a:pt x="928" y="374"/>
                      </a:lnTo>
                      <a:lnTo>
                        <a:pt x="928" y="374"/>
                      </a:lnTo>
                      <a:lnTo>
                        <a:pt x="928" y="374"/>
                      </a:lnTo>
                      <a:lnTo>
                        <a:pt x="928" y="378"/>
                      </a:lnTo>
                      <a:lnTo>
                        <a:pt x="928" y="378"/>
                      </a:lnTo>
                      <a:lnTo>
                        <a:pt x="932" y="380"/>
                      </a:lnTo>
                      <a:lnTo>
                        <a:pt x="934" y="380"/>
                      </a:lnTo>
                      <a:lnTo>
                        <a:pt x="934" y="380"/>
                      </a:lnTo>
                      <a:lnTo>
                        <a:pt x="936" y="386"/>
                      </a:lnTo>
                      <a:lnTo>
                        <a:pt x="936" y="386"/>
                      </a:lnTo>
                      <a:lnTo>
                        <a:pt x="938" y="386"/>
                      </a:lnTo>
                      <a:lnTo>
                        <a:pt x="938" y="386"/>
                      </a:lnTo>
                      <a:lnTo>
                        <a:pt x="940" y="392"/>
                      </a:lnTo>
                      <a:lnTo>
                        <a:pt x="940" y="392"/>
                      </a:lnTo>
                      <a:lnTo>
                        <a:pt x="960" y="392"/>
                      </a:lnTo>
                      <a:lnTo>
                        <a:pt x="960" y="394"/>
                      </a:lnTo>
                      <a:lnTo>
                        <a:pt x="960" y="394"/>
                      </a:lnTo>
                      <a:lnTo>
                        <a:pt x="956" y="398"/>
                      </a:lnTo>
                      <a:lnTo>
                        <a:pt x="956" y="398"/>
                      </a:lnTo>
                      <a:lnTo>
                        <a:pt x="964" y="400"/>
                      </a:lnTo>
                      <a:lnTo>
                        <a:pt x="964" y="400"/>
                      </a:lnTo>
                      <a:lnTo>
                        <a:pt x="966" y="402"/>
                      </a:lnTo>
                      <a:lnTo>
                        <a:pt x="966" y="402"/>
                      </a:lnTo>
                      <a:lnTo>
                        <a:pt x="968" y="398"/>
                      </a:lnTo>
                      <a:lnTo>
                        <a:pt x="968" y="398"/>
                      </a:lnTo>
                      <a:lnTo>
                        <a:pt x="972" y="398"/>
                      </a:lnTo>
                      <a:lnTo>
                        <a:pt x="972" y="398"/>
                      </a:lnTo>
                      <a:lnTo>
                        <a:pt x="966" y="406"/>
                      </a:lnTo>
                      <a:lnTo>
                        <a:pt x="966" y="410"/>
                      </a:lnTo>
                      <a:lnTo>
                        <a:pt x="966" y="412"/>
                      </a:lnTo>
                      <a:lnTo>
                        <a:pt x="968" y="412"/>
                      </a:lnTo>
                      <a:lnTo>
                        <a:pt x="968" y="412"/>
                      </a:lnTo>
                      <a:lnTo>
                        <a:pt x="968" y="414"/>
                      </a:lnTo>
                      <a:lnTo>
                        <a:pt x="968" y="414"/>
                      </a:lnTo>
                      <a:lnTo>
                        <a:pt x="962" y="416"/>
                      </a:lnTo>
                      <a:lnTo>
                        <a:pt x="962" y="416"/>
                      </a:lnTo>
                      <a:lnTo>
                        <a:pt x="962" y="418"/>
                      </a:lnTo>
                      <a:lnTo>
                        <a:pt x="962" y="422"/>
                      </a:lnTo>
                      <a:lnTo>
                        <a:pt x="962" y="422"/>
                      </a:lnTo>
                      <a:lnTo>
                        <a:pt x="966" y="424"/>
                      </a:lnTo>
                      <a:lnTo>
                        <a:pt x="966" y="424"/>
                      </a:lnTo>
                      <a:lnTo>
                        <a:pt x="966" y="428"/>
                      </a:lnTo>
                      <a:lnTo>
                        <a:pt x="966" y="432"/>
                      </a:lnTo>
                      <a:lnTo>
                        <a:pt x="966" y="432"/>
                      </a:lnTo>
                      <a:lnTo>
                        <a:pt x="964" y="434"/>
                      </a:lnTo>
                      <a:lnTo>
                        <a:pt x="964" y="434"/>
                      </a:lnTo>
                      <a:lnTo>
                        <a:pt x="964" y="436"/>
                      </a:lnTo>
                      <a:lnTo>
                        <a:pt x="964" y="438"/>
                      </a:lnTo>
                      <a:lnTo>
                        <a:pt x="964" y="438"/>
                      </a:lnTo>
                      <a:lnTo>
                        <a:pt x="970" y="442"/>
                      </a:lnTo>
                      <a:lnTo>
                        <a:pt x="970" y="442"/>
                      </a:lnTo>
                      <a:lnTo>
                        <a:pt x="972" y="442"/>
                      </a:lnTo>
                      <a:lnTo>
                        <a:pt x="974" y="442"/>
                      </a:lnTo>
                      <a:lnTo>
                        <a:pt x="974" y="444"/>
                      </a:lnTo>
                      <a:lnTo>
                        <a:pt x="974" y="444"/>
                      </a:lnTo>
                      <a:lnTo>
                        <a:pt x="984" y="444"/>
                      </a:lnTo>
                      <a:lnTo>
                        <a:pt x="984" y="444"/>
                      </a:lnTo>
                      <a:lnTo>
                        <a:pt x="986" y="454"/>
                      </a:lnTo>
                      <a:lnTo>
                        <a:pt x="986" y="454"/>
                      </a:lnTo>
                      <a:lnTo>
                        <a:pt x="990" y="452"/>
                      </a:lnTo>
                      <a:lnTo>
                        <a:pt x="990" y="450"/>
                      </a:lnTo>
                      <a:lnTo>
                        <a:pt x="990" y="450"/>
                      </a:lnTo>
                      <a:lnTo>
                        <a:pt x="992" y="450"/>
                      </a:lnTo>
                      <a:lnTo>
                        <a:pt x="992" y="450"/>
                      </a:lnTo>
                      <a:lnTo>
                        <a:pt x="992" y="454"/>
                      </a:lnTo>
                      <a:lnTo>
                        <a:pt x="994" y="454"/>
                      </a:lnTo>
                      <a:lnTo>
                        <a:pt x="994" y="454"/>
                      </a:lnTo>
                      <a:lnTo>
                        <a:pt x="998" y="460"/>
                      </a:lnTo>
                      <a:lnTo>
                        <a:pt x="998" y="460"/>
                      </a:lnTo>
                      <a:lnTo>
                        <a:pt x="1000" y="458"/>
                      </a:lnTo>
                      <a:lnTo>
                        <a:pt x="1000" y="458"/>
                      </a:lnTo>
                      <a:lnTo>
                        <a:pt x="1004" y="458"/>
                      </a:lnTo>
                      <a:lnTo>
                        <a:pt x="1004" y="458"/>
                      </a:lnTo>
                      <a:lnTo>
                        <a:pt x="1006" y="456"/>
                      </a:lnTo>
                      <a:lnTo>
                        <a:pt x="1008" y="454"/>
                      </a:lnTo>
                      <a:lnTo>
                        <a:pt x="1010" y="448"/>
                      </a:lnTo>
                      <a:lnTo>
                        <a:pt x="1010" y="448"/>
                      </a:lnTo>
                      <a:lnTo>
                        <a:pt x="1012" y="448"/>
                      </a:lnTo>
                      <a:lnTo>
                        <a:pt x="1014" y="450"/>
                      </a:lnTo>
                      <a:lnTo>
                        <a:pt x="1014" y="450"/>
                      </a:lnTo>
                      <a:lnTo>
                        <a:pt x="1014" y="444"/>
                      </a:lnTo>
                      <a:lnTo>
                        <a:pt x="1014" y="444"/>
                      </a:lnTo>
                      <a:lnTo>
                        <a:pt x="1018" y="440"/>
                      </a:lnTo>
                      <a:lnTo>
                        <a:pt x="1022" y="436"/>
                      </a:lnTo>
                      <a:lnTo>
                        <a:pt x="1024" y="434"/>
                      </a:lnTo>
                      <a:lnTo>
                        <a:pt x="1024" y="434"/>
                      </a:lnTo>
                      <a:lnTo>
                        <a:pt x="1022" y="432"/>
                      </a:lnTo>
                      <a:lnTo>
                        <a:pt x="1022" y="430"/>
                      </a:lnTo>
                      <a:lnTo>
                        <a:pt x="1022" y="428"/>
                      </a:lnTo>
                      <a:lnTo>
                        <a:pt x="1022" y="428"/>
                      </a:lnTo>
                      <a:lnTo>
                        <a:pt x="1026" y="426"/>
                      </a:lnTo>
                      <a:lnTo>
                        <a:pt x="1026" y="426"/>
                      </a:lnTo>
                      <a:lnTo>
                        <a:pt x="1026" y="424"/>
                      </a:lnTo>
                      <a:lnTo>
                        <a:pt x="1026" y="420"/>
                      </a:lnTo>
                      <a:lnTo>
                        <a:pt x="1026" y="420"/>
                      </a:lnTo>
                      <a:lnTo>
                        <a:pt x="1026" y="420"/>
                      </a:lnTo>
                      <a:lnTo>
                        <a:pt x="1028" y="420"/>
                      </a:lnTo>
                      <a:lnTo>
                        <a:pt x="1028" y="420"/>
                      </a:lnTo>
                      <a:lnTo>
                        <a:pt x="1030" y="412"/>
                      </a:lnTo>
                      <a:lnTo>
                        <a:pt x="1030" y="412"/>
                      </a:lnTo>
                      <a:lnTo>
                        <a:pt x="1036" y="412"/>
                      </a:lnTo>
                      <a:lnTo>
                        <a:pt x="1036" y="412"/>
                      </a:lnTo>
                      <a:lnTo>
                        <a:pt x="1036" y="422"/>
                      </a:lnTo>
                      <a:lnTo>
                        <a:pt x="1036" y="422"/>
                      </a:lnTo>
                      <a:lnTo>
                        <a:pt x="1038" y="422"/>
                      </a:lnTo>
                      <a:lnTo>
                        <a:pt x="1038" y="422"/>
                      </a:lnTo>
                      <a:lnTo>
                        <a:pt x="1038" y="426"/>
                      </a:lnTo>
                      <a:lnTo>
                        <a:pt x="1036" y="428"/>
                      </a:lnTo>
                      <a:lnTo>
                        <a:pt x="1036" y="428"/>
                      </a:lnTo>
                      <a:lnTo>
                        <a:pt x="1038" y="434"/>
                      </a:lnTo>
                      <a:lnTo>
                        <a:pt x="1038" y="440"/>
                      </a:lnTo>
                      <a:lnTo>
                        <a:pt x="1040" y="440"/>
                      </a:lnTo>
                      <a:lnTo>
                        <a:pt x="1040" y="440"/>
                      </a:lnTo>
                      <a:lnTo>
                        <a:pt x="1040" y="444"/>
                      </a:lnTo>
                      <a:lnTo>
                        <a:pt x="1040" y="444"/>
                      </a:lnTo>
                      <a:lnTo>
                        <a:pt x="1044" y="442"/>
                      </a:lnTo>
                      <a:lnTo>
                        <a:pt x="1044" y="442"/>
                      </a:lnTo>
                      <a:lnTo>
                        <a:pt x="1046" y="442"/>
                      </a:lnTo>
                      <a:lnTo>
                        <a:pt x="1048" y="442"/>
                      </a:lnTo>
                      <a:lnTo>
                        <a:pt x="1048" y="442"/>
                      </a:lnTo>
                      <a:lnTo>
                        <a:pt x="1048" y="446"/>
                      </a:lnTo>
                      <a:lnTo>
                        <a:pt x="1048" y="446"/>
                      </a:lnTo>
                      <a:lnTo>
                        <a:pt x="1052" y="446"/>
                      </a:lnTo>
                      <a:lnTo>
                        <a:pt x="1052" y="448"/>
                      </a:lnTo>
                      <a:lnTo>
                        <a:pt x="1052" y="448"/>
                      </a:lnTo>
                      <a:lnTo>
                        <a:pt x="1050" y="448"/>
                      </a:lnTo>
                      <a:lnTo>
                        <a:pt x="1048" y="450"/>
                      </a:lnTo>
                      <a:lnTo>
                        <a:pt x="1048" y="450"/>
                      </a:lnTo>
                      <a:lnTo>
                        <a:pt x="1054" y="452"/>
                      </a:lnTo>
                      <a:lnTo>
                        <a:pt x="1054" y="454"/>
                      </a:lnTo>
                      <a:lnTo>
                        <a:pt x="1052" y="456"/>
                      </a:lnTo>
                      <a:lnTo>
                        <a:pt x="1052" y="456"/>
                      </a:lnTo>
                      <a:lnTo>
                        <a:pt x="1046" y="458"/>
                      </a:lnTo>
                      <a:lnTo>
                        <a:pt x="1046" y="458"/>
                      </a:lnTo>
                      <a:lnTo>
                        <a:pt x="1046" y="460"/>
                      </a:lnTo>
                      <a:lnTo>
                        <a:pt x="1046" y="460"/>
                      </a:lnTo>
                      <a:lnTo>
                        <a:pt x="1058" y="460"/>
                      </a:lnTo>
                      <a:lnTo>
                        <a:pt x="1058" y="460"/>
                      </a:lnTo>
                      <a:lnTo>
                        <a:pt x="1060" y="462"/>
                      </a:lnTo>
                      <a:lnTo>
                        <a:pt x="1060" y="462"/>
                      </a:lnTo>
                      <a:lnTo>
                        <a:pt x="1056" y="468"/>
                      </a:lnTo>
                      <a:lnTo>
                        <a:pt x="1056" y="468"/>
                      </a:lnTo>
                      <a:lnTo>
                        <a:pt x="1058" y="468"/>
                      </a:lnTo>
                      <a:lnTo>
                        <a:pt x="1058" y="468"/>
                      </a:lnTo>
                      <a:lnTo>
                        <a:pt x="1060" y="470"/>
                      </a:lnTo>
                      <a:lnTo>
                        <a:pt x="1058" y="472"/>
                      </a:lnTo>
                      <a:lnTo>
                        <a:pt x="1058" y="472"/>
                      </a:lnTo>
                      <a:lnTo>
                        <a:pt x="1062" y="472"/>
                      </a:lnTo>
                      <a:lnTo>
                        <a:pt x="1062" y="472"/>
                      </a:lnTo>
                      <a:lnTo>
                        <a:pt x="1064" y="476"/>
                      </a:lnTo>
                      <a:lnTo>
                        <a:pt x="1064" y="476"/>
                      </a:lnTo>
                      <a:lnTo>
                        <a:pt x="1068" y="476"/>
                      </a:lnTo>
                      <a:lnTo>
                        <a:pt x="1068" y="476"/>
                      </a:lnTo>
                      <a:lnTo>
                        <a:pt x="1066" y="482"/>
                      </a:lnTo>
                      <a:lnTo>
                        <a:pt x="1062" y="486"/>
                      </a:lnTo>
                      <a:lnTo>
                        <a:pt x="1062" y="486"/>
                      </a:lnTo>
                      <a:lnTo>
                        <a:pt x="1068" y="486"/>
                      </a:lnTo>
                      <a:lnTo>
                        <a:pt x="1068" y="486"/>
                      </a:lnTo>
                      <a:lnTo>
                        <a:pt x="1068" y="488"/>
                      </a:lnTo>
                      <a:lnTo>
                        <a:pt x="1070" y="490"/>
                      </a:lnTo>
                      <a:lnTo>
                        <a:pt x="1070" y="490"/>
                      </a:lnTo>
                      <a:lnTo>
                        <a:pt x="1074" y="490"/>
                      </a:lnTo>
                      <a:lnTo>
                        <a:pt x="1074" y="490"/>
                      </a:lnTo>
                      <a:lnTo>
                        <a:pt x="1076" y="494"/>
                      </a:lnTo>
                      <a:lnTo>
                        <a:pt x="1076" y="496"/>
                      </a:lnTo>
                      <a:lnTo>
                        <a:pt x="1076" y="496"/>
                      </a:lnTo>
                      <a:lnTo>
                        <a:pt x="1076" y="496"/>
                      </a:lnTo>
                      <a:lnTo>
                        <a:pt x="1076" y="498"/>
                      </a:lnTo>
                      <a:lnTo>
                        <a:pt x="1076" y="498"/>
                      </a:lnTo>
                      <a:lnTo>
                        <a:pt x="1074" y="498"/>
                      </a:lnTo>
                      <a:lnTo>
                        <a:pt x="1074" y="496"/>
                      </a:lnTo>
                      <a:lnTo>
                        <a:pt x="1074" y="496"/>
                      </a:lnTo>
                      <a:lnTo>
                        <a:pt x="1072" y="498"/>
                      </a:lnTo>
                      <a:lnTo>
                        <a:pt x="1072" y="498"/>
                      </a:lnTo>
                      <a:lnTo>
                        <a:pt x="1072" y="498"/>
                      </a:lnTo>
                      <a:lnTo>
                        <a:pt x="1066" y="498"/>
                      </a:lnTo>
                      <a:lnTo>
                        <a:pt x="1062" y="498"/>
                      </a:lnTo>
                      <a:lnTo>
                        <a:pt x="1062" y="500"/>
                      </a:lnTo>
                      <a:lnTo>
                        <a:pt x="1062" y="500"/>
                      </a:lnTo>
                      <a:lnTo>
                        <a:pt x="1066" y="502"/>
                      </a:lnTo>
                      <a:lnTo>
                        <a:pt x="1066" y="502"/>
                      </a:lnTo>
                      <a:lnTo>
                        <a:pt x="1064" y="508"/>
                      </a:lnTo>
                      <a:lnTo>
                        <a:pt x="1064" y="508"/>
                      </a:lnTo>
                      <a:lnTo>
                        <a:pt x="1068" y="506"/>
                      </a:lnTo>
                      <a:lnTo>
                        <a:pt x="1070" y="506"/>
                      </a:lnTo>
                      <a:lnTo>
                        <a:pt x="1070" y="510"/>
                      </a:lnTo>
                      <a:lnTo>
                        <a:pt x="1070" y="510"/>
                      </a:lnTo>
                      <a:lnTo>
                        <a:pt x="1068" y="510"/>
                      </a:lnTo>
                      <a:lnTo>
                        <a:pt x="1068" y="510"/>
                      </a:lnTo>
                      <a:lnTo>
                        <a:pt x="1068" y="510"/>
                      </a:lnTo>
                      <a:lnTo>
                        <a:pt x="1072" y="510"/>
                      </a:lnTo>
                      <a:lnTo>
                        <a:pt x="1072" y="510"/>
                      </a:lnTo>
                      <a:lnTo>
                        <a:pt x="1072" y="518"/>
                      </a:lnTo>
                      <a:lnTo>
                        <a:pt x="1072" y="518"/>
                      </a:lnTo>
                      <a:lnTo>
                        <a:pt x="1078" y="518"/>
                      </a:lnTo>
                      <a:lnTo>
                        <a:pt x="1082" y="518"/>
                      </a:lnTo>
                      <a:lnTo>
                        <a:pt x="1082" y="518"/>
                      </a:lnTo>
                      <a:lnTo>
                        <a:pt x="1086" y="522"/>
                      </a:lnTo>
                      <a:lnTo>
                        <a:pt x="1086" y="522"/>
                      </a:lnTo>
                      <a:lnTo>
                        <a:pt x="1088" y="522"/>
                      </a:lnTo>
                      <a:lnTo>
                        <a:pt x="1088" y="522"/>
                      </a:lnTo>
                      <a:lnTo>
                        <a:pt x="1088" y="528"/>
                      </a:lnTo>
                      <a:lnTo>
                        <a:pt x="1088" y="528"/>
                      </a:lnTo>
                      <a:lnTo>
                        <a:pt x="1088" y="530"/>
                      </a:lnTo>
                      <a:lnTo>
                        <a:pt x="1088" y="534"/>
                      </a:lnTo>
                      <a:lnTo>
                        <a:pt x="1088" y="534"/>
                      </a:lnTo>
                      <a:lnTo>
                        <a:pt x="1100" y="534"/>
                      </a:lnTo>
                      <a:lnTo>
                        <a:pt x="1100" y="534"/>
                      </a:lnTo>
                      <a:lnTo>
                        <a:pt x="1100" y="538"/>
                      </a:lnTo>
                      <a:lnTo>
                        <a:pt x="1100" y="538"/>
                      </a:lnTo>
                      <a:lnTo>
                        <a:pt x="1104" y="534"/>
                      </a:lnTo>
                      <a:lnTo>
                        <a:pt x="1104" y="534"/>
                      </a:lnTo>
                      <a:lnTo>
                        <a:pt x="1104" y="536"/>
                      </a:lnTo>
                      <a:lnTo>
                        <a:pt x="1106" y="536"/>
                      </a:lnTo>
                      <a:lnTo>
                        <a:pt x="1106" y="536"/>
                      </a:lnTo>
                      <a:lnTo>
                        <a:pt x="1106" y="534"/>
                      </a:lnTo>
                      <a:lnTo>
                        <a:pt x="1108" y="534"/>
                      </a:lnTo>
                      <a:lnTo>
                        <a:pt x="1108" y="534"/>
                      </a:lnTo>
                      <a:lnTo>
                        <a:pt x="1108" y="540"/>
                      </a:lnTo>
                      <a:lnTo>
                        <a:pt x="1110" y="540"/>
                      </a:lnTo>
                      <a:lnTo>
                        <a:pt x="1110" y="540"/>
                      </a:lnTo>
                      <a:lnTo>
                        <a:pt x="1114" y="544"/>
                      </a:lnTo>
                      <a:lnTo>
                        <a:pt x="1118" y="546"/>
                      </a:lnTo>
                      <a:lnTo>
                        <a:pt x="1118" y="546"/>
                      </a:lnTo>
                      <a:lnTo>
                        <a:pt x="1120" y="542"/>
                      </a:lnTo>
                      <a:lnTo>
                        <a:pt x="1120" y="542"/>
                      </a:lnTo>
                      <a:lnTo>
                        <a:pt x="1122" y="540"/>
                      </a:lnTo>
                      <a:lnTo>
                        <a:pt x="1122" y="540"/>
                      </a:lnTo>
                      <a:lnTo>
                        <a:pt x="1124" y="546"/>
                      </a:lnTo>
                      <a:lnTo>
                        <a:pt x="1124" y="546"/>
                      </a:lnTo>
                      <a:lnTo>
                        <a:pt x="1126" y="548"/>
                      </a:lnTo>
                      <a:lnTo>
                        <a:pt x="1126" y="548"/>
                      </a:lnTo>
                      <a:lnTo>
                        <a:pt x="1130" y="546"/>
                      </a:lnTo>
                      <a:lnTo>
                        <a:pt x="1130" y="546"/>
                      </a:lnTo>
                      <a:lnTo>
                        <a:pt x="1126" y="550"/>
                      </a:lnTo>
                      <a:lnTo>
                        <a:pt x="1124" y="554"/>
                      </a:lnTo>
                      <a:lnTo>
                        <a:pt x="1124" y="554"/>
                      </a:lnTo>
                      <a:lnTo>
                        <a:pt x="1120" y="554"/>
                      </a:lnTo>
                      <a:lnTo>
                        <a:pt x="1118" y="556"/>
                      </a:lnTo>
                      <a:lnTo>
                        <a:pt x="1118" y="556"/>
                      </a:lnTo>
                      <a:lnTo>
                        <a:pt x="1114" y="556"/>
                      </a:lnTo>
                      <a:lnTo>
                        <a:pt x="1112" y="556"/>
                      </a:lnTo>
                      <a:lnTo>
                        <a:pt x="1112" y="556"/>
                      </a:lnTo>
                      <a:lnTo>
                        <a:pt x="1110" y="560"/>
                      </a:lnTo>
                      <a:lnTo>
                        <a:pt x="1110" y="560"/>
                      </a:lnTo>
                      <a:lnTo>
                        <a:pt x="1106" y="560"/>
                      </a:lnTo>
                      <a:lnTo>
                        <a:pt x="1106" y="560"/>
                      </a:lnTo>
                      <a:lnTo>
                        <a:pt x="1098" y="566"/>
                      </a:lnTo>
                      <a:lnTo>
                        <a:pt x="1098" y="566"/>
                      </a:lnTo>
                      <a:lnTo>
                        <a:pt x="1088" y="566"/>
                      </a:lnTo>
                      <a:lnTo>
                        <a:pt x="1088" y="566"/>
                      </a:lnTo>
                      <a:lnTo>
                        <a:pt x="1090" y="576"/>
                      </a:lnTo>
                      <a:lnTo>
                        <a:pt x="1090" y="576"/>
                      </a:lnTo>
                      <a:lnTo>
                        <a:pt x="1094" y="576"/>
                      </a:lnTo>
                      <a:lnTo>
                        <a:pt x="1094" y="576"/>
                      </a:lnTo>
                      <a:lnTo>
                        <a:pt x="1094" y="572"/>
                      </a:lnTo>
                      <a:lnTo>
                        <a:pt x="1096" y="570"/>
                      </a:lnTo>
                      <a:lnTo>
                        <a:pt x="1096" y="570"/>
                      </a:lnTo>
                      <a:lnTo>
                        <a:pt x="1098" y="570"/>
                      </a:lnTo>
                      <a:lnTo>
                        <a:pt x="1102" y="568"/>
                      </a:lnTo>
                      <a:lnTo>
                        <a:pt x="1102" y="568"/>
                      </a:lnTo>
                      <a:lnTo>
                        <a:pt x="1108" y="564"/>
                      </a:lnTo>
                      <a:lnTo>
                        <a:pt x="1114" y="560"/>
                      </a:lnTo>
                      <a:lnTo>
                        <a:pt x="1114" y="560"/>
                      </a:lnTo>
                      <a:lnTo>
                        <a:pt x="1118" y="560"/>
                      </a:lnTo>
                      <a:lnTo>
                        <a:pt x="1122" y="560"/>
                      </a:lnTo>
                      <a:lnTo>
                        <a:pt x="1122" y="556"/>
                      </a:lnTo>
                      <a:lnTo>
                        <a:pt x="1122" y="556"/>
                      </a:lnTo>
                      <a:lnTo>
                        <a:pt x="1126" y="556"/>
                      </a:lnTo>
                      <a:lnTo>
                        <a:pt x="1132" y="556"/>
                      </a:lnTo>
                      <a:lnTo>
                        <a:pt x="1132" y="556"/>
                      </a:lnTo>
                      <a:lnTo>
                        <a:pt x="1134" y="560"/>
                      </a:lnTo>
                      <a:lnTo>
                        <a:pt x="1134" y="560"/>
                      </a:lnTo>
                      <a:lnTo>
                        <a:pt x="1142" y="564"/>
                      </a:lnTo>
                      <a:lnTo>
                        <a:pt x="1142" y="564"/>
                      </a:lnTo>
                      <a:lnTo>
                        <a:pt x="1142" y="568"/>
                      </a:lnTo>
                      <a:lnTo>
                        <a:pt x="1144" y="568"/>
                      </a:lnTo>
                      <a:lnTo>
                        <a:pt x="1144" y="568"/>
                      </a:lnTo>
                      <a:lnTo>
                        <a:pt x="1144" y="566"/>
                      </a:lnTo>
                      <a:lnTo>
                        <a:pt x="1144" y="566"/>
                      </a:lnTo>
                      <a:lnTo>
                        <a:pt x="1148" y="564"/>
                      </a:lnTo>
                      <a:lnTo>
                        <a:pt x="1148" y="564"/>
                      </a:lnTo>
                      <a:lnTo>
                        <a:pt x="1148" y="566"/>
                      </a:lnTo>
                      <a:lnTo>
                        <a:pt x="1150" y="566"/>
                      </a:lnTo>
                      <a:lnTo>
                        <a:pt x="1150" y="566"/>
                      </a:lnTo>
                      <a:lnTo>
                        <a:pt x="1150" y="572"/>
                      </a:lnTo>
                      <a:lnTo>
                        <a:pt x="1150" y="574"/>
                      </a:lnTo>
                      <a:lnTo>
                        <a:pt x="1148" y="576"/>
                      </a:lnTo>
                      <a:lnTo>
                        <a:pt x="1148" y="578"/>
                      </a:lnTo>
                      <a:lnTo>
                        <a:pt x="1148" y="578"/>
                      </a:lnTo>
                      <a:lnTo>
                        <a:pt x="1150" y="578"/>
                      </a:lnTo>
                      <a:lnTo>
                        <a:pt x="1148" y="578"/>
                      </a:lnTo>
                      <a:lnTo>
                        <a:pt x="1148" y="578"/>
                      </a:lnTo>
                      <a:lnTo>
                        <a:pt x="1150" y="582"/>
                      </a:lnTo>
                      <a:lnTo>
                        <a:pt x="1148" y="588"/>
                      </a:lnTo>
                      <a:lnTo>
                        <a:pt x="1146" y="588"/>
                      </a:lnTo>
                      <a:lnTo>
                        <a:pt x="1146" y="590"/>
                      </a:lnTo>
                      <a:lnTo>
                        <a:pt x="1146" y="590"/>
                      </a:lnTo>
                      <a:lnTo>
                        <a:pt x="1144" y="590"/>
                      </a:lnTo>
                      <a:lnTo>
                        <a:pt x="1144" y="590"/>
                      </a:lnTo>
                      <a:lnTo>
                        <a:pt x="1142" y="594"/>
                      </a:lnTo>
                      <a:lnTo>
                        <a:pt x="1142" y="594"/>
                      </a:lnTo>
                      <a:lnTo>
                        <a:pt x="1138" y="594"/>
                      </a:lnTo>
                      <a:lnTo>
                        <a:pt x="1134" y="598"/>
                      </a:lnTo>
                      <a:lnTo>
                        <a:pt x="1134" y="598"/>
                      </a:lnTo>
                      <a:lnTo>
                        <a:pt x="1132" y="598"/>
                      </a:lnTo>
                      <a:lnTo>
                        <a:pt x="1130" y="598"/>
                      </a:lnTo>
                      <a:lnTo>
                        <a:pt x="1130" y="598"/>
                      </a:lnTo>
                      <a:lnTo>
                        <a:pt x="1126" y="598"/>
                      </a:lnTo>
                      <a:lnTo>
                        <a:pt x="1124" y="600"/>
                      </a:lnTo>
                      <a:lnTo>
                        <a:pt x="1122" y="602"/>
                      </a:lnTo>
                      <a:lnTo>
                        <a:pt x="1118" y="600"/>
                      </a:lnTo>
                      <a:lnTo>
                        <a:pt x="1118" y="600"/>
                      </a:lnTo>
                      <a:lnTo>
                        <a:pt x="1118" y="600"/>
                      </a:lnTo>
                      <a:lnTo>
                        <a:pt x="1116" y="600"/>
                      </a:lnTo>
                      <a:lnTo>
                        <a:pt x="1116" y="600"/>
                      </a:lnTo>
                      <a:lnTo>
                        <a:pt x="1116" y="602"/>
                      </a:lnTo>
                      <a:lnTo>
                        <a:pt x="1116" y="602"/>
                      </a:lnTo>
                      <a:lnTo>
                        <a:pt x="1112" y="604"/>
                      </a:lnTo>
                      <a:lnTo>
                        <a:pt x="1112" y="604"/>
                      </a:lnTo>
                      <a:lnTo>
                        <a:pt x="1112" y="608"/>
                      </a:lnTo>
                      <a:lnTo>
                        <a:pt x="1112" y="608"/>
                      </a:lnTo>
                      <a:lnTo>
                        <a:pt x="1108" y="612"/>
                      </a:lnTo>
                      <a:lnTo>
                        <a:pt x="1108" y="612"/>
                      </a:lnTo>
                      <a:lnTo>
                        <a:pt x="1108" y="614"/>
                      </a:lnTo>
                      <a:lnTo>
                        <a:pt x="1108" y="616"/>
                      </a:lnTo>
                      <a:lnTo>
                        <a:pt x="1108" y="616"/>
                      </a:lnTo>
                      <a:lnTo>
                        <a:pt x="1106" y="618"/>
                      </a:lnTo>
                      <a:lnTo>
                        <a:pt x="1104" y="620"/>
                      </a:lnTo>
                      <a:lnTo>
                        <a:pt x="1100" y="620"/>
                      </a:lnTo>
                      <a:lnTo>
                        <a:pt x="1100" y="620"/>
                      </a:lnTo>
                      <a:lnTo>
                        <a:pt x="1100" y="624"/>
                      </a:lnTo>
                      <a:lnTo>
                        <a:pt x="1100" y="624"/>
                      </a:lnTo>
                      <a:lnTo>
                        <a:pt x="1098" y="626"/>
                      </a:lnTo>
                      <a:lnTo>
                        <a:pt x="1098" y="626"/>
                      </a:lnTo>
                      <a:lnTo>
                        <a:pt x="1090" y="626"/>
                      </a:lnTo>
                      <a:lnTo>
                        <a:pt x="1090" y="626"/>
                      </a:lnTo>
                      <a:lnTo>
                        <a:pt x="1088" y="630"/>
                      </a:lnTo>
                      <a:lnTo>
                        <a:pt x="1088" y="630"/>
                      </a:lnTo>
                      <a:lnTo>
                        <a:pt x="1086" y="630"/>
                      </a:lnTo>
                      <a:lnTo>
                        <a:pt x="1084" y="630"/>
                      </a:lnTo>
                      <a:lnTo>
                        <a:pt x="1082" y="628"/>
                      </a:lnTo>
                      <a:lnTo>
                        <a:pt x="1082" y="628"/>
                      </a:lnTo>
                      <a:lnTo>
                        <a:pt x="1078" y="628"/>
                      </a:lnTo>
                      <a:lnTo>
                        <a:pt x="1078" y="628"/>
                      </a:lnTo>
                      <a:lnTo>
                        <a:pt x="1078" y="630"/>
                      </a:lnTo>
                      <a:lnTo>
                        <a:pt x="1078" y="630"/>
                      </a:lnTo>
                      <a:lnTo>
                        <a:pt x="1078" y="632"/>
                      </a:lnTo>
                      <a:lnTo>
                        <a:pt x="1076" y="632"/>
                      </a:lnTo>
                      <a:lnTo>
                        <a:pt x="1076" y="630"/>
                      </a:lnTo>
                      <a:lnTo>
                        <a:pt x="1076" y="630"/>
                      </a:lnTo>
                      <a:lnTo>
                        <a:pt x="1072" y="632"/>
                      </a:lnTo>
                      <a:lnTo>
                        <a:pt x="1072" y="632"/>
                      </a:lnTo>
                      <a:lnTo>
                        <a:pt x="1070" y="626"/>
                      </a:lnTo>
                      <a:lnTo>
                        <a:pt x="1070" y="626"/>
                      </a:lnTo>
                      <a:lnTo>
                        <a:pt x="1064" y="628"/>
                      </a:lnTo>
                      <a:lnTo>
                        <a:pt x="1060" y="628"/>
                      </a:lnTo>
                      <a:lnTo>
                        <a:pt x="1058" y="628"/>
                      </a:lnTo>
                      <a:lnTo>
                        <a:pt x="1052" y="626"/>
                      </a:lnTo>
                      <a:lnTo>
                        <a:pt x="1052" y="626"/>
                      </a:lnTo>
                      <a:lnTo>
                        <a:pt x="1050" y="630"/>
                      </a:lnTo>
                      <a:lnTo>
                        <a:pt x="1050" y="630"/>
                      </a:lnTo>
                      <a:lnTo>
                        <a:pt x="1046" y="630"/>
                      </a:lnTo>
                      <a:lnTo>
                        <a:pt x="1042" y="628"/>
                      </a:lnTo>
                      <a:lnTo>
                        <a:pt x="1042" y="628"/>
                      </a:lnTo>
                      <a:lnTo>
                        <a:pt x="1040" y="630"/>
                      </a:lnTo>
                      <a:lnTo>
                        <a:pt x="1036" y="630"/>
                      </a:lnTo>
                      <a:lnTo>
                        <a:pt x="1036" y="630"/>
                      </a:lnTo>
                      <a:lnTo>
                        <a:pt x="1034" y="630"/>
                      </a:lnTo>
                      <a:lnTo>
                        <a:pt x="1032" y="628"/>
                      </a:lnTo>
                      <a:lnTo>
                        <a:pt x="1032" y="628"/>
                      </a:lnTo>
                      <a:lnTo>
                        <a:pt x="1030" y="630"/>
                      </a:lnTo>
                      <a:lnTo>
                        <a:pt x="1030" y="630"/>
                      </a:lnTo>
                      <a:lnTo>
                        <a:pt x="1020" y="630"/>
                      </a:lnTo>
                      <a:lnTo>
                        <a:pt x="1020" y="630"/>
                      </a:lnTo>
                      <a:lnTo>
                        <a:pt x="1020" y="630"/>
                      </a:lnTo>
                      <a:lnTo>
                        <a:pt x="1006" y="628"/>
                      </a:lnTo>
                      <a:lnTo>
                        <a:pt x="1006" y="630"/>
                      </a:lnTo>
                      <a:lnTo>
                        <a:pt x="1006" y="630"/>
                      </a:lnTo>
                      <a:lnTo>
                        <a:pt x="1002" y="634"/>
                      </a:lnTo>
                      <a:lnTo>
                        <a:pt x="1002" y="634"/>
                      </a:lnTo>
                      <a:lnTo>
                        <a:pt x="1000" y="632"/>
                      </a:lnTo>
                      <a:lnTo>
                        <a:pt x="1000" y="634"/>
                      </a:lnTo>
                      <a:lnTo>
                        <a:pt x="998" y="634"/>
                      </a:lnTo>
                      <a:lnTo>
                        <a:pt x="998" y="634"/>
                      </a:lnTo>
                      <a:lnTo>
                        <a:pt x="998" y="638"/>
                      </a:lnTo>
                      <a:lnTo>
                        <a:pt x="996" y="644"/>
                      </a:lnTo>
                      <a:lnTo>
                        <a:pt x="996" y="644"/>
                      </a:lnTo>
                      <a:lnTo>
                        <a:pt x="992" y="646"/>
                      </a:lnTo>
                      <a:lnTo>
                        <a:pt x="990" y="646"/>
                      </a:lnTo>
                      <a:lnTo>
                        <a:pt x="990" y="646"/>
                      </a:lnTo>
                      <a:lnTo>
                        <a:pt x="988" y="648"/>
                      </a:lnTo>
                      <a:lnTo>
                        <a:pt x="988" y="650"/>
                      </a:lnTo>
                      <a:lnTo>
                        <a:pt x="988" y="650"/>
                      </a:lnTo>
                      <a:lnTo>
                        <a:pt x="986" y="652"/>
                      </a:lnTo>
                      <a:lnTo>
                        <a:pt x="984" y="652"/>
                      </a:lnTo>
                      <a:lnTo>
                        <a:pt x="984" y="652"/>
                      </a:lnTo>
                      <a:lnTo>
                        <a:pt x="984" y="652"/>
                      </a:lnTo>
                      <a:lnTo>
                        <a:pt x="982" y="654"/>
                      </a:lnTo>
                      <a:lnTo>
                        <a:pt x="982" y="656"/>
                      </a:lnTo>
                      <a:lnTo>
                        <a:pt x="982" y="656"/>
                      </a:lnTo>
                      <a:lnTo>
                        <a:pt x="980" y="658"/>
                      </a:lnTo>
                      <a:lnTo>
                        <a:pt x="976" y="658"/>
                      </a:lnTo>
                      <a:lnTo>
                        <a:pt x="976" y="658"/>
                      </a:lnTo>
                      <a:lnTo>
                        <a:pt x="974" y="660"/>
                      </a:lnTo>
                      <a:lnTo>
                        <a:pt x="974" y="660"/>
                      </a:lnTo>
                      <a:lnTo>
                        <a:pt x="972" y="662"/>
                      </a:lnTo>
                      <a:lnTo>
                        <a:pt x="972" y="662"/>
                      </a:lnTo>
                      <a:lnTo>
                        <a:pt x="968" y="666"/>
                      </a:lnTo>
                      <a:lnTo>
                        <a:pt x="968" y="668"/>
                      </a:lnTo>
                      <a:lnTo>
                        <a:pt x="966" y="670"/>
                      </a:lnTo>
                      <a:lnTo>
                        <a:pt x="966" y="670"/>
                      </a:lnTo>
                      <a:lnTo>
                        <a:pt x="960" y="670"/>
                      </a:lnTo>
                      <a:lnTo>
                        <a:pt x="960" y="670"/>
                      </a:lnTo>
                      <a:lnTo>
                        <a:pt x="964" y="672"/>
                      </a:lnTo>
                      <a:lnTo>
                        <a:pt x="964" y="672"/>
                      </a:lnTo>
                      <a:lnTo>
                        <a:pt x="960" y="684"/>
                      </a:lnTo>
                      <a:lnTo>
                        <a:pt x="954" y="694"/>
                      </a:lnTo>
                      <a:lnTo>
                        <a:pt x="954" y="694"/>
                      </a:lnTo>
                      <a:lnTo>
                        <a:pt x="956" y="694"/>
                      </a:lnTo>
                      <a:lnTo>
                        <a:pt x="956" y="692"/>
                      </a:lnTo>
                      <a:lnTo>
                        <a:pt x="958" y="692"/>
                      </a:lnTo>
                      <a:lnTo>
                        <a:pt x="958" y="692"/>
                      </a:lnTo>
                      <a:lnTo>
                        <a:pt x="964" y="684"/>
                      </a:lnTo>
                      <a:lnTo>
                        <a:pt x="964" y="684"/>
                      </a:lnTo>
                      <a:lnTo>
                        <a:pt x="964" y="680"/>
                      </a:lnTo>
                      <a:lnTo>
                        <a:pt x="966" y="678"/>
                      </a:lnTo>
                      <a:lnTo>
                        <a:pt x="966" y="678"/>
                      </a:lnTo>
                      <a:lnTo>
                        <a:pt x="970" y="676"/>
                      </a:lnTo>
                      <a:lnTo>
                        <a:pt x="974" y="676"/>
                      </a:lnTo>
                      <a:lnTo>
                        <a:pt x="974" y="676"/>
                      </a:lnTo>
                      <a:lnTo>
                        <a:pt x="974" y="672"/>
                      </a:lnTo>
                      <a:lnTo>
                        <a:pt x="974" y="670"/>
                      </a:lnTo>
                      <a:lnTo>
                        <a:pt x="974" y="670"/>
                      </a:lnTo>
                      <a:lnTo>
                        <a:pt x="978" y="668"/>
                      </a:lnTo>
                      <a:lnTo>
                        <a:pt x="984" y="666"/>
                      </a:lnTo>
                      <a:lnTo>
                        <a:pt x="984" y="666"/>
                      </a:lnTo>
                      <a:lnTo>
                        <a:pt x="988" y="660"/>
                      </a:lnTo>
                      <a:lnTo>
                        <a:pt x="988" y="660"/>
                      </a:lnTo>
                      <a:lnTo>
                        <a:pt x="990" y="660"/>
                      </a:lnTo>
                      <a:lnTo>
                        <a:pt x="990" y="660"/>
                      </a:lnTo>
                      <a:lnTo>
                        <a:pt x="992" y="656"/>
                      </a:lnTo>
                      <a:lnTo>
                        <a:pt x="992" y="656"/>
                      </a:lnTo>
                      <a:lnTo>
                        <a:pt x="998" y="656"/>
                      </a:lnTo>
                      <a:lnTo>
                        <a:pt x="998" y="656"/>
                      </a:lnTo>
                      <a:lnTo>
                        <a:pt x="1000" y="652"/>
                      </a:lnTo>
                      <a:lnTo>
                        <a:pt x="1000" y="652"/>
                      </a:lnTo>
                      <a:lnTo>
                        <a:pt x="1006" y="650"/>
                      </a:lnTo>
                      <a:lnTo>
                        <a:pt x="1014" y="648"/>
                      </a:lnTo>
                      <a:lnTo>
                        <a:pt x="1018" y="646"/>
                      </a:lnTo>
                      <a:lnTo>
                        <a:pt x="1018" y="646"/>
                      </a:lnTo>
                      <a:lnTo>
                        <a:pt x="1020" y="646"/>
                      </a:lnTo>
                      <a:lnTo>
                        <a:pt x="1020" y="648"/>
                      </a:lnTo>
                      <a:lnTo>
                        <a:pt x="1020" y="648"/>
                      </a:lnTo>
                      <a:lnTo>
                        <a:pt x="1026" y="648"/>
                      </a:lnTo>
                      <a:lnTo>
                        <a:pt x="1032" y="648"/>
                      </a:lnTo>
                      <a:lnTo>
                        <a:pt x="1032" y="648"/>
                      </a:lnTo>
                      <a:lnTo>
                        <a:pt x="1034" y="648"/>
                      </a:lnTo>
                      <a:lnTo>
                        <a:pt x="1034" y="650"/>
                      </a:lnTo>
                      <a:lnTo>
                        <a:pt x="1036" y="652"/>
                      </a:lnTo>
                      <a:lnTo>
                        <a:pt x="1036" y="652"/>
                      </a:lnTo>
                      <a:lnTo>
                        <a:pt x="1038" y="654"/>
                      </a:lnTo>
                      <a:lnTo>
                        <a:pt x="1038" y="654"/>
                      </a:lnTo>
                      <a:lnTo>
                        <a:pt x="1038" y="658"/>
                      </a:lnTo>
                      <a:lnTo>
                        <a:pt x="1038" y="658"/>
                      </a:lnTo>
                      <a:lnTo>
                        <a:pt x="1034" y="656"/>
                      </a:lnTo>
                      <a:lnTo>
                        <a:pt x="1034" y="656"/>
                      </a:lnTo>
                      <a:lnTo>
                        <a:pt x="1036" y="662"/>
                      </a:lnTo>
                      <a:lnTo>
                        <a:pt x="1034" y="668"/>
                      </a:lnTo>
                      <a:lnTo>
                        <a:pt x="1034" y="668"/>
                      </a:lnTo>
                      <a:lnTo>
                        <a:pt x="1028" y="666"/>
                      </a:lnTo>
                      <a:lnTo>
                        <a:pt x="1028" y="666"/>
                      </a:lnTo>
                      <a:lnTo>
                        <a:pt x="1028" y="676"/>
                      </a:lnTo>
                      <a:lnTo>
                        <a:pt x="1028" y="676"/>
                      </a:lnTo>
                      <a:lnTo>
                        <a:pt x="1022" y="676"/>
                      </a:lnTo>
                      <a:lnTo>
                        <a:pt x="1022" y="678"/>
                      </a:lnTo>
                      <a:lnTo>
                        <a:pt x="1022" y="678"/>
                      </a:lnTo>
                      <a:lnTo>
                        <a:pt x="1018" y="678"/>
                      </a:lnTo>
                      <a:lnTo>
                        <a:pt x="1018" y="678"/>
                      </a:lnTo>
                      <a:lnTo>
                        <a:pt x="1018" y="674"/>
                      </a:lnTo>
                      <a:lnTo>
                        <a:pt x="1018" y="672"/>
                      </a:lnTo>
                      <a:lnTo>
                        <a:pt x="1018" y="672"/>
                      </a:lnTo>
                      <a:lnTo>
                        <a:pt x="1014" y="670"/>
                      </a:lnTo>
                      <a:lnTo>
                        <a:pt x="1014" y="670"/>
                      </a:lnTo>
                      <a:lnTo>
                        <a:pt x="1014" y="672"/>
                      </a:lnTo>
                      <a:lnTo>
                        <a:pt x="1012" y="674"/>
                      </a:lnTo>
                      <a:lnTo>
                        <a:pt x="1012" y="676"/>
                      </a:lnTo>
                      <a:lnTo>
                        <a:pt x="1012" y="676"/>
                      </a:lnTo>
                      <a:lnTo>
                        <a:pt x="1016" y="678"/>
                      </a:lnTo>
                      <a:lnTo>
                        <a:pt x="1016" y="680"/>
                      </a:lnTo>
                      <a:lnTo>
                        <a:pt x="1016" y="680"/>
                      </a:lnTo>
                      <a:lnTo>
                        <a:pt x="1014" y="680"/>
                      </a:lnTo>
                      <a:lnTo>
                        <a:pt x="1014" y="682"/>
                      </a:lnTo>
                      <a:lnTo>
                        <a:pt x="1016" y="684"/>
                      </a:lnTo>
                      <a:lnTo>
                        <a:pt x="1020" y="684"/>
                      </a:lnTo>
                      <a:lnTo>
                        <a:pt x="1020" y="684"/>
                      </a:lnTo>
                      <a:lnTo>
                        <a:pt x="1024" y="680"/>
                      </a:lnTo>
                      <a:lnTo>
                        <a:pt x="1024" y="680"/>
                      </a:lnTo>
                      <a:lnTo>
                        <a:pt x="1028" y="680"/>
                      </a:lnTo>
                      <a:lnTo>
                        <a:pt x="1032" y="680"/>
                      </a:lnTo>
                      <a:lnTo>
                        <a:pt x="1032" y="680"/>
                      </a:lnTo>
                      <a:lnTo>
                        <a:pt x="1032" y="682"/>
                      </a:lnTo>
                      <a:lnTo>
                        <a:pt x="1032" y="684"/>
                      </a:lnTo>
                      <a:lnTo>
                        <a:pt x="1030" y="686"/>
                      </a:lnTo>
                      <a:lnTo>
                        <a:pt x="1030" y="686"/>
                      </a:lnTo>
                      <a:lnTo>
                        <a:pt x="1030" y="690"/>
                      </a:lnTo>
                      <a:lnTo>
                        <a:pt x="1030" y="692"/>
                      </a:lnTo>
                      <a:lnTo>
                        <a:pt x="1030" y="692"/>
                      </a:lnTo>
                      <a:lnTo>
                        <a:pt x="1028" y="692"/>
                      </a:lnTo>
                      <a:lnTo>
                        <a:pt x="1026" y="696"/>
                      </a:lnTo>
                      <a:lnTo>
                        <a:pt x="1026" y="696"/>
                      </a:lnTo>
                      <a:lnTo>
                        <a:pt x="1024" y="696"/>
                      </a:lnTo>
                      <a:lnTo>
                        <a:pt x="1026" y="696"/>
                      </a:lnTo>
                      <a:lnTo>
                        <a:pt x="1028" y="698"/>
                      </a:lnTo>
                      <a:lnTo>
                        <a:pt x="1028" y="698"/>
                      </a:lnTo>
                      <a:lnTo>
                        <a:pt x="1034" y="696"/>
                      </a:lnTo>
                      <a:lnTo>
                        <a:pt x="1034" y="696"/>
                      </a:lnTo>
                      <a:lnTo>
                        <a:pt x="1034" y="700"/>
                      </a:lnTo>
                      <a:lnTo>
                        <a:pt x="1032" y="700"/>
                      </a:lnTo>
                      <a:lnTo>
                        <a:pt x="1032" y="700"/>
                      </a:lnTo>
                      <a:lnTo>
                        <a:pt x="1032" y="710"/>
                      </a:lnTo>
                      <a:lnTo>
                        <a:pt x="1032" y="710"/>
                      </a:lnTo>
                      <a:lnTo>
                        <a:pt x="1034" y="710"/>
                      </a:lnTo>
                      <a:lnTo>
                        <a:pt x="1034" y="710"/>
                      </a:lnTo>
                      <a:lnTo>
                        <a:pt x="1034" y="714"/>
                      </a:lnTo>
                      <a:lnTo>
                        <a:pt x="1034" y="714"/>
                      </a:lnTo>
                      <a:lnTo>
                        <a:pt x="1046" y="716"/>
                      </a:lnTo>
                      <a:lnTo>
                        <a:pt x="1046" y="716"/>
                      </a:lnTo>
                      <a:lnTo>
                        <a:pt x="1044" y="718"/>
                      </a:lnTo>
                      <a:lnTo>
                        <a:pt x="1044" y="718"/>
                      </a:lnTo>
                      <a:lnTo>
                        <a:pt x="1040" y="720"/>
                      </a:lnTo>
                      <a:lnTo>
                        <a:pt x="1042" y="722"/>
                      </a:lnTo>
                      <a:lnTo>
                        <a:pt x="1042" y="722"/>
                      </a:lnTo>
                      <a:lnTo>
                        <a:pt x="1044" y="722"/>
                      </a:lnTo>
                      <a:lnTo>
                        <a:pt x="1044" y="720"/>
                      </a:lnTo>
                      <a:lnTo>
                        <a:pt x="1046" y="720"/>
                      </a:lnTo>
                      <a:lnTo>
                        <a:pt x="1046" y="720"/>
                      </a:lnTo>
                      <a:lnTo>
                        <a:pt x="1052" y="724"/>
                      </a:lnTo>
                      <a:lnTo>
                        <a:pt x="1052" y="724"/>
                      </a:lnTo>
                      <a:lnTo>
                        <a:pt x="1056" y="724"/>
                      </a:lnTo>
                      <a:lnTo>
                        <a:pt x="1056" y="724"/>
                      </a:lnTo>
                      <a:lnTo>
                        <a:pt x="1056" y="728"/>
                      </a:lnTo>
                      <a:lnTo>
                        <a:pt x="1056" y="728"/>
                      </a:lnTo>
                      <a:lnTo>
                        <a:pt x="1060" y="728"/>
                      </a:lnTo>
                      <a:lnTo>
                        <a:pt x="1060" y="728"/>
                      </a:lnTo>
                      <a:lnTo>
                        <a:pt x="1064" y="724"/>
                      </a:lnTo>
                      <a:lnTo>
                        <a:pt x="1068" y="720"/>
                      </a:lnTo>
                      <a:lnTo>
                        <a:pt x="1068" y="720"/>
                      </a:lnTo>
                      <a:lnTo>
                        <a:pt x="1070" y="720"/>
                      </a:lnTo>
                      <a:lnTo>
                        <a:pt x="1070" y="720"/>
                      </a:lnTo>
                      <a:lnTo>
                        <a:pt x="1070" y="728"/>
                      </a:lnTo>
                      <a:lnTo>
                        <a:pt x="1070" y="728"/>
                      </a:lnTo>
                      <a:lnTo>
                        <a:pt x="1074" y="728"/>
                      </a:lnTo>
                      <a:lnTo>
                        <a:pt x="1074" y="728"/>
                      </a:lnTo>
                      <a:lnTo>
                        <a:pt x="1074" y="730"/>
                      </a:lnTo>
                      <a:lnTo>
                        <a:pt x="1074" y="730"/>
                      </a:lnTo>
                      <a:close/>
                      <a:moveTo>
                        <a:pt x="1206" y="678"/>
                      </a:moveTo>
                      <a:lnTo>
                        <a:pt x="1206" y="678"/>
                      </a:lnTo>
                      <a:lnTo>
                        <a:pt x="1206" y="682"/>
                      </a:lnTo>
                      <a:lnTo>
                        <a:pt x="1206" y="682"/>
                      </a:lnTo>
                      <a:lnTo>
                        <a:pt x="1202" y="682"/>
                      </a:lnTo>
                      <a:lnTo>
                        <a:pt x="1200" y="680"/>
                      </a:lnTo>
                      <a:lnTo>
                        <a:pt x="1200" y="676"/>
                      </a:lnTo>
                      <a:lnTo>
                        <a:pt x="1200" y="676"/>
                      </a:lnTo>
                      <a:lnTo>
                        <a:pt x="1206" y="670"/>
                      </a:lnTo>
                      <a:lnTo>
                        <a:pt x="1206" y="670"/>
                      </a:lnTo>
                      <a:lnTo>
                        <a:pt x="1206" y="666"/>
                      </a:lnTo>
                      <a:lnTo>
                        <a:pt x="1206" y="666"/>
                      </a:lnTo>
                      <a:lnTo>
                        <a:pt x="1202" y="668"/>
                      </a:lnTo>
                      <a:lnTo>
                        <a:pt x="1202" y="670"/>
                      </a:lnTo>
                      <a:lnTo>
                        <a:pt x="1202" y="670"/>
                      </a:lnTo>
                      <a:lnTo>
                        <a:pt x="1200" y="672"/>
                      </a:lnTo>
                      <a:lnTo>
                        <a:pt x="1200" y="672"/>
                      </a:lnTo>
                      <a:lnTo>
                        <a:pt x="1198" y="676"/>
                      </a:lnTo>
                      <a:lnTo>
                        <a:pt x="1198" y="680"/>
                      </a:lnTo>
                      <a:lnTo>
                        <a:pt x="1198" y="680"/>
                      </a:lnTo>
                      <a:lnTo>
                        <a:pt x="1192" y="680"/>
                      </a:lnTo>
                      <a:lnTo>
                        <a:pt x="1192" y="676"/>
                      </a:lnTo>
                      <a:lnTo>
                        <a:pt x="1192" y="676"/>
                      </a:lnTo>
                      <a:lnTo>
                        <a:pt x="1196" y="676"/>
                      </a:lnTo>
                      <a:lnTo>
                        <a:pt x="1196" y="676"/>
                      </a:lnTo>
                      <a:lnTo>
                        <a:pt x="1196" y="672"/>
                      </a:lnTo>
                      <a:lnTo>
                        <a:pt x="1196" y="672"/>
                      </a:lnTo>
                      <a:lnTo>
                        <a:pt x="1192" y="670"/>
                      </a:lnTo>
                      <a:lnTo>
                        <a:pt x="1192" y="670"/>
                      </a:lnTo>
                      <a:lnTo>
                        <a:pt x="1192" y="666"/>
                      </a:lnTo>
                      <a:lnTo>
                        <a:pt x="1192" y="666"/>
                      </a:lnTo>
                      <a:lnTo>
                        <a:pt x="1196" y="666"/>
                      </a:lnTo>
                      <a:lnTo>
                        <a:pt x="1196" y="666"/>
                      </a:lnTo>
                      <a:lnTo>
                        <a:pt x="1196" y="662"/>
                      </a:lnTo>
                      <a:lnTo>
                        <a:pt x="1198" y="658"/>
                      </a:lnTo>
                      <a:lnTo>
                        <a:pt x="1198" y="658"/>
                      </a:lnTo>
                      <a:lnTo>
                        <a:pt x="1194" y="660"/>
                      </a:lnTo>
                      <a:lnTo>
                        <a:pt x="1194" y="662"/>
                      </a:lnTo>
                      <a:lnTo>
                        <a:pt x="1194" y="662"/>
                      </a:lnTo>
                      <a:lnTo>
                        <a:pt x="1190" y="662"/>
                      </a:lnTo>
                      <a:lnTo>
                        <a:pt x="1190" y="662"/>
                      </a:lnTo>
                      <a:lnTo>
                        <a:pt x="1186" y="664"/>
                      </a:lnTo>
                      <a:lnTo>
                        <a:pt x="1186" y="664"/>
                      </a:lnTo>
                      <a:lnTo>
                        <a:pt x="1184" y="664"/>
                      </a:lnTo>
                      <a:lnTo>
                        <a:pt x="1182" y="664"/>
                      </a:lnTo>
                      <a:lnTo>
                        <a:pt x="1182" y="664"/>
                      </a:lnTo>
                      <a:lnTo>
                        <a:pt x="1186" y="656"/>
                      </a:lnTo>
                      <a:lnTo>
                        <a:pt x="1186" y="656"/>
                      </a:lnTo>
                      <a:lnTo>
                        <a:pt x="1184" y="658"/>
                      </a:lnTo>
                      <a:lnTo>
                        <a:pt x="1184" y="658"/>
                      </a:lnTo>
                      <a:lnTo>
                        <a:pt x="1184" y="658"/>
                      </a:lnTo>
                      <a:lnTo>
                        <a:pt x="1180" y="658"/>
                      </a:lnTo>
                      <a:lnTo>
                        <a:pt x="1180" y="658"/>
                      </a:lnTo>
                      <a:lnTo>
                        <a:pt x="1182" y="656"/>
                      </a:lnTo>
                      <a:lnTo>
                        <a:pt x="1182" y="656"/>
                      </a:lnTo>
                      <a:lnTo>
                        <a:pt x="1178" y="654"/>
                      </a:lnTo>
                      <a:lnTo>
                        <a:pt x="1180" y="652"/>
                      </a:lnTo>
                      <a:lnTo>
                        <a:pt x="1180" y="652"/>
                      </a:lnTo>
                      <a:lnTo>
                        <a:pt x="1184" y="646"/>
                      </a:lnTo>
                      <a:lnTo>
                        <a:pt x="1184" y="646"/>
                      </a:lnTo>
                      <a:lnTo>
                        <a:pt x="1180" y="642"/>
                      </a:lnTo>
                      <a:lnTo>
                        <a:pt x="1178" y="642"/>
                      </a:lnTo>
                      <a:lnTo>
                        <a:pt x="1176" y="644"/>
                      </a:lnTo>
                      <a:lnTo>
                        <a:pt x="1176" y="644"/>
                      </a:lnTo>
                      <a:lnTo>
                        <a:pt x="1174" y="644"/>
                      </a:lnTo>
                      <a:lnTo>
                        <a:pt x="1172" y="644"/>
                      </a:lnTo>
                      <a:lnTo>
                        <a:pt x="1170" y="640"/>
                      </a:lnTo>
                      <a:lnTo>
                        <a:pt x="1170" y="640"/>
                      </a:lnTo>
                      <a:lnTo>
                        <a:pt x="1168" y="642"/>
                      </a:lnTo>
                      <a:lnTo>
                        <a:pt x="1162" y="644"/>
                      </a:lnTo>
                      <a:lnTo>
                        <a:pt x="1162" y="644"/>
                      </a:lnTo>
                      <a:lnTo>
                        <a:pt x="1162" y="646"/>
                      </a:lnTo>
                      <a:lnTo>
                        <a:pt x="1162" y="648"/>
                      </a:lnTo>
                      <a:lnTo>
                        <a:pt x="1162" y="648"/>
                      </a:lnTo>
                      <a:lnTo>
                        <a:pt x="1160" y="646"/>
                      </a:lnTo>
                      <a:lnTo>
                        <a:pt x="1160" y="644"/>
                      </a:lnTo>
                      <a:lnTo>
                        <a:pt x="1160" y="644"/>
                      </a:lnTo>
                      <a:lnTo>
                        <a:pt x="1154" y="646"/>
                      </a:lnTo>
                      <a:lnTo>
                        <a:pt x="1154" y="646"/>
                      </a:lnTo>
                      <a:lnTo>
                        <a:pt x="1154" y="646"/>
                      </a:lnTo>
                      <a:lnTo>
                        <a:pt x="1156" y="644"/>
                      </a:lnTo>
                      <a:lnTo>
                        <a:pt x="1156" y="642"/>
                      </a:lnTo>
                      <a:lnTo>
                        <a:pt x="1156" y="642"/>
                      </a:lnTo>
                      <a:lnTo>
                        <a:pt x="1148" y="644"/>
                      </a:lnTo>
                      <a:lnTo>
                        <a:pt x="1148" y="644"/>
                      </a:lnTo>
                      <a:lnTo>
                        <a:pt x="1154" y="640"/>
                      </a:lnTo>
                      <a:lnTo>
                        <a:pt x="1154" y="636"/>
                      </a:lnTo>
                      <a:lnTo>
                        <a:pt x="1152" y="634"/>
                      </a:lnTo>
                      <a:lnTo>
                        <a:pt x="1146" y="632"/>
                      </a:lnTo>
                      <a:lnTo>
                        <a:pt x="1146" y="632"/>
                      </a:lnTo>
                      <a:lnTo>
                        <a:pt x="1146" y="634"/>
                      </a:lnTo>
                      <a:lnTo>
                        <a:pt x="1146" y="634"/>
                      </a:lnTo>
                      <a:lnTo>
                        <a:pt x="1146" y="634"/>
                      </a:lnTo>
                      <a:lnTo>
                        <a:pt x="1144" y="634"/>
                      </a:lnTo>
                      <a:lnTo>
                        <a:pt x="1144" y="634"/>
                      </a:lnTo>
                      <a:lnTo>
                        <a:pt x="1138" y="644"/>
                      </a:lnTo>
                      <a:lnTo>
                        <a:pt x="1138" y="644"/>
                      </a:lnTo>
                      <a:lnTo>
                        <a:pt x="1140" y="638"/>
                      </a:lnTo>
                      <a:lnTo>
                        <a:pt x="1140" y="638"/>
                      </a:lnTo>
                      <a:lnTo>
                        <a:pt x="1138" y="638"/>
                      </a:lnTo>
                      <a:lnTo>
                        <a:pt x="1138" y="638"/>
                      </a:lnTo>
                      <a:lnTo>
                        <a:pt x="1138" y="636"/>
                      </a:lnTo>
                      <a:lnTo>
                        <a:pt x="1138" y="636"/>
                      </a:lnTo>
                      <a:lnTo>
                        <a:pt x="1138" y="634"/>
                      </a:lnTo>
                      <a:lnTo>
                        <a:pt x="1138" y="632"/>
                      </a:lnTo>
                      <a:lnTo>
                        <a:pt x="1138" y="632"/>
                      </a:lnTo>
                      <a:lnTo>
                        <a:pt x="1140" y="628"/>
                      </a:lnTo>
                      <a:lnTo>
                        <a:pt x="1142" y="626"/>
                      </a:lnTo>
                      <a:lnTo>
                        <a:pt x="1142" y="626"/>
                      </a:lnTo>
                      <a:lnTo>
                        <a:pt x="1142" y="616"/>
                      </a:lnTo>
                      <a:lnTo>
                        <a:pt x="1144" y="616"/>
                      </a:lnTo>
                      <a:lnTo>
                        <a:pt x="1144" y="616"/>
                      </a:lnTo>
                      <a:lnTo>
                        <a:pt x="1148" y="616"/>
                      </a:lnTo>
                      <a:lnTo>
                        <a:pt x="1148" y="616"/>
                      </a:lnTo>
                      <a:lnTo>
                        <a:pt x="1150" y="612"/>
                      </a:lnTo>
                      <a:lnTo>
                        <a:pt x="1150" y="610"/>
                      </a:lnTo>
                      <a:lnTo>
                        <a:pt x="1146" y="610"/>
                      </a:lnTo>
                      <a:lnTo>
                        <a:pt x="1146" y="608"/>
                      </a:lnTo>
                      <a:lnTo>
                        <a:pt x="1146" y="608"/>
                      </a:lnTo>
                      <a:lnTo>
                        <a:pt x="1150" y="608"/>
                      </a:lnTo>
                      <a:lnTo>
                        <a:pt x="1150" y="606"/>
                      </a:lnTo>
                      <a:lnTo>
                        <a:pt x="1154" y="606"/>
                      </a:lnTo>
                      <a:lnTo>
                        <a:pt x="1154" y="606"/>
                      </a:lnTo>
                      <a:lnTo>
                        <a:pt x="1154" y="602"/>
                      </a:lnTo>
                      <a:lnTo>
                        <a:pt x="1154" y="602"/>
                      </a:lnTo>
                      <a:lnTo>
                        <a:pt x="1148" y="604"/>
                      </a:lnTo>
                      <a:lnTo>
                        <a:pt x="1148" y="604"/>
                      </a:lnTo>
                      <a:lnTo>
                        <a:pt x="1144" y="602"/>
                      </a:lnTo>
                      <a:lnTo>
                        <a:pt x="1144" y="602"/>
                      </a:lnTo>
                      <a:lnTo>
                        <a:pt x="1138" y="604"/>
                      </a:lnTo>
                      <a:lnTo>
                        <a:pt x="1134" y="610"/>
                      </a:lnTo>
                      <a:lnTo>
                        <a:pt x="1134" y="610"/>
                      </a:lnTo>
                      <a:lnTo>
                        <a:pt x="1136" y="614"/>
                      </a:lnTo>
                      <a:lnTo>
                        <a:pt x="1136" y="614"/>
                      </a:lnTo>
                      <a:lnTo>
                        <a:pt x="1132" y="614"/>
                      </a:lnTo>
                      <a:lnTo>
                        <a:pt x="1130" y="616"/>
                      </a:lnTo>
                      <a:lnTo>
                        <a:pt x="1130" y="616"/>
                      </a:lnTo>
                      <a:lnTo>
                        <a:pt x="1130" y="624"/>
                      </a:lnTo>
                      <a:lnTo>
                        <a:pt x="1128" y="626"/>
                      </a:lnTo>
                      <a:lnTo>
                        <a:pt x="1128" y="626"/>
                      </a:lnTo>
                      <a:lnTo>
                        <a:pt x="1128" y="634"/>
                      </a:lnTo>
                      <a:lnTo>
                        <a:pt x="1128" y="636"/>
                      </a:lnTo>
                      <a:lnTo>
                        <a:pt x="1128" y="640"/>
                      </a:lnTo>
                      <a:lnTo>
                        <a:pt x="1124" y="644"/>
                      </a:lnTo>
                      <a:lnTo>
                        <a:pt x="1124" y="644"/>
                      </a:lnTo>
                      <a:lnTo>
                        <a:pt x="1124" y="644"/>
                      </a:lnTo>
                      <a:lnTo>
                        <a:pt x="1124" y="646"/>
                      </a:lnTo>
                      <a:lnTo>
                        <a:pt x="1124" y="646"/>
                      </a:lnTo>
                      <a:lnTo>
                        <a:pt x="1130" y="646"/>
                      </a:lnTo>
                      <a:lnTo>
                        <a:pt x="1130" y="646"/>
                      </a:lnTo>
                      <a:lnTo>
                        <a:pt x="1128" y="650"/>
                      </a:lnTo>
                      <a:lnTo>
                        <a:pt x="1128" y="650"/>
                      </a:lnTo>
                      <a:lnTo>
                        <a:pt x="1128" y="652"/>
                      </a:lnTo>
                      <a:lnTo>
                        <a:pt x="1126" y="652"/>
                      </a:lnTo>
                      <a:lnTo>
                        <a:pt x="1126" y="652"/>
                      </a:lnTo>
                      <a:lnTo>
                        <a:pt x="1124" y="650"/>
                      </a:lnTo>
                      <a:lnTo>
                        <a:pt x="1122" y="650"/>
                      </a:lnTo>
                      <a:lnTo>
                        <a:pt x="1120" y="650"/>
                      </a:lnTo>
                      <a:lnTo>
                        <a:pt x="1120" y="652"/>
                      </a:lnTo>
                      <a:lnTo>
                        <a:pt x="1120" y="652"/>
                      </a:lnTo>
                      <a:lnTo>
                        <a:pt x="1118" y="652"/>
                      </a:lnTo>
                      <a:lnTo>
                        <a:pt x="1118" y="654"/>
                      </a:lnTo>
                      <a:lnTo>
                        <a:pt x="1118" y="654"/>
                      </a:lnTo>
                      <a:lnTo>
                        <a:pt x="1120" y="654"/>
                      </a:lnTo>
                      <a:lnTo>
                        <a:pt x="1120" y="656"/>
                      </a:lnTo>
                      <a:lnTo>
                        <a:pt x="1116" y="656"/>
                      </a:lnTo>
                      <a:lnTo>
                        <a:pt x="1116" y="656"/>
                      </a:lnTo>
                      <a:lnTo>
                        <a:pt x="1112" y="656"/>
                      </a:lnTo>
                      <a:lnTo>
                        <a:pt x="1112" y="656"/>
                      </a:lnTo>
                      <a:lnTo>
                        <a:pt x="1112" y="660"/>
                      </a:lnTo>
                      <a:lnTo>
                        <a:pt x="1112" y="660"/>
                      </a:lnTo>
                      <a:lnTo>
                        <a:pt x="1114" y="660"/>
                      </a:lnTo>
                      <a:lnTo>
                        <a:pt x="1114" y="660"/>
                      </a:lnTo>
                      <a:lnTo>
                        <a:pt x="1114" y="658"/>
                      </a:lnTo>
                      <a:lnTo>
                        <a:pt x="1114" y="658"/>
                      </a:lnTo>
                      <a:lnTo>
                        <a:pt x="1122" y="660"/>
                      </a:lnTo>
                      <a:lnTo>
                        <a:pt x="1122" y="660"/>
                      </a:lnTo>
                      <a:lnTo>
                        <a:pt x="1120" y="662"/>
                      </a:lnTo>
                      <a:lnTo>
                        <a:pt x="1120" y="662"/>
                      </a:lnTo>
                      <a:lnTo>
                        <a:pt x="1120" y="662"/>
                      </a:lnTo>
                      <a:lnTo>
                        <a:pt x="1120" y="660"/>
                      </a:lnTo>
                      <a:lnTo>
                        <a:pt x="1120" y="660"/>
                      </a:lnTo>
                      <a:lnTo>
                        <a:pt x="1116" y="662"/>
                      </a:lnTo>
                      <a:lnTo>
                        <a:pt x="1116" y="662"/>
                      </a:lnTo>
                      <a:lnTo>
                        <a:pt x="1116" y="666"/>
                      </a:lnTo>
                      <a:lnTo>
                        <a:pt x="1110" y="670"/>
                      </a:lnTo>
                      <a:lnTo>
                        <a:pt x="1110" y="670"/>
                      </a:lnTo>
                      <a:lnTo>
                        <a:pt x="1108" y="672"/>
                      </a:lnTo>
                      <a:lnTo>
                        <a:pt x="1108" y="672"/>
                      </a:lnTo>
                      <a:lnTo>
                        <a:pt x="1110" y="678"/>
                      </a:lnTo>
                      <a:lnTo>
                        <a:pt x="1116" y="678"/>
                      </a:lnTo>
                      <a:lnTo>
                        <a:pt x="1116" y="678"/>
                      </a:lnTo>
                      <a:lnTo>
                        <a:pt x="1118" y="676"/>
                      </a:lnTo>
                      <a:lnTo>
                        <a:pt x="1118" y="676"/>
                      </a:lnTo>
                      <a:lnTo>
                        <a:pt x="1118" y="676"/>
                      </a:lnTo>
                      <a:lnTo>
                        <a:pt x="1132" y="676"/>
                      </a:lnTo>
                      <a:lnTo>
                        <a:pt x="1132" y="676"/>
                      </a:lnTo>
                      <a:lnTo>
                        <a:pt x="1140" y="676"/>
                      </a:lnTo>
                      <a:lnTo>
                        <a:pt x="1140" y="676"/>
                      </a:lnTo>
                      <a:lnTo>
                        <a:pt x="1140" y="678"/>
                      </a:lnTo>
                      <a:lnTo>
                        <a:pt x="1142" y="678"/>
                      </a:lnTo>
                      <a:lnTo>
                        <a:pt x="1142" y="678"/>
                      </a:lnTo>
                      <a:lnTo>
                        <a:pt x="1146" y="676"/>
                      </a:lnTo>
                      <a:lnTo>
                        <a:pt x="1148" y="674"/>
                      </a:lnTo>
                      <a:lnTo>
                        <a:pt x="1148" y="674"/>
                      </a:lnTo>
                      <a:lnTo>
                        <a:pt x="1148" y="678"/>
                      </a:lnTo>
                      <a:lnTo>
                        <a:pt x="1148" y="678"/>
                      </a:lnTo>
                      <a:lnTo>
                        <a:pt x="1168" y="674"/>
                      </a:lnTo>
                      <a:lnTo>
                        <a:pt x="1168" y="674"/>
                      </a:lnTo>
                      <a:lnTo>
                        <a:pt x="1166" y="680"/>
                      </a:lnTo>
                      <a:lnTo>
                        <a:pt x="1172" y="680"/>
                      </a:lnTo>
                      <a:lnTo>
                        <a:pt x="1172" y="680"/>
                      </a:lnTo>
                      <a:lnTo>
                        <a:pt x="1174" y="674"/>
                      </a:lnTo>
                      <a:lnTo>
                        <a:pt x="1174" y="674"/>
                      </a:lnTo>
                      <a:lnTo>
                        <a:pt x="1178" y="674"/>
                      </a:lnTo>
                      <a:lnTo>
                        <a:pt x="1178" y="674"/>
                      </a:lnTo>
                      <a:lnTo>
                        <a:pt x="1176" y="678"/>
                      </a:lnTo>
                      <a:lnTo>
                        <a:pt x="1176" y="678"/>
                      </a:lnTo>
                      <a:lnTo>
                        <a:pt x="1174" y="680"/>
                      </a:lnTo>
                      <a:lnTo>
                        <a:pt x="1172" y="682"/>
                      </a:lnTo>
                      <a:lnTo>
                        <a:pt x="1172" y="682"/>
                      </a:lnTo>
                      <a:lnTo>
                        <a:pt x="1170" y="686"/>
                      </a:lnTo>
                      <a:lnTo>
                        <a:pt x="1170" y="686"/>
                      </a:lnTo>
                      <a:lnTo>
                        <a:pt x="1166" y="688"/>
                      </a:lnTo>
                      <a:lnTo>
                        <a:pt x="1166" y="688"/>
                      </a:lnTo>
                      <a:lnTo>
                        <a:pt x="1166" y="692"/>
                      </a:lnTo>
                      <a:lnTo>
                        <a:pt x="1166" y="692"/>
                      </a:lnTo>
                      <a:lnTo>
                        <a:pt x="1170" y="692"/>
                      </a:lnTo>
                      <a:lnTo>
                        <a:pt x="1170" y="692"/>
                      </a:lnTo>
                      <a:lnTo>
                        <a:pt x="1174" y="688"/>
                      </a:lnTo>
                      <a:lnTo>
                        <a:pt x="1176" y="684"/>
                      </a:lnTo>
                      <a:lnTo>
                        <a:pt x="1176" y="684"/>
                      </a:lnTo>
                      <a:lnTo>
                        <a:pt x="1176" y="684"/>
                      </a:lnTo>
                      <a:lnTo>
                        <a:pt x="1176" y="682"/>
                      </a:lnTo>
                      <a:lnTo>
                        <a:pt x="1178" y="680"/>
                      </a:lnTo>
                      <a:lnTo>
                        <a:pt x="1178" y="680"/>
                      </a:lnTo>
                      <a:lnTo>
                        <a:pt x="1182" y="680"/>
                      </a:lnTo>
                      <a:lnTo>
                        <a:pt x="1182" y="680"/>
                      </a:lnTo>
                      <a:lnTo>
                        <a:pt x="1184" y="674"/>
                      </a:lnTo>
                      <a:lnTo>
                        <a:pt x="1188" y="674"/>
                      </a:lnTo>
                      <a:lnTo>
                        <a:pt x="1188" y="674"/>
                      </a:lnTo>
                      <a:lnTo>
                        <a:pt x="1188" y="678"/>
                      </a:lnTo>
                      <a:lnTo>
                        <a:pt x="1192" y="680"/>
                      </a:lnTo>
                      <a:lnTo>
                        <a:pt x="1192" y="680"/>
                      </a:lnTo>
                      <a:lnTo>
                        <a:pt x="1192" y="684"/>
                      </a:lnTo>
                      <a:lnTo>
                        <a:pt x="1192" y="684"/>
                      </a:lnTo>
                      <a:lnTo>
                        <a:pt x="1190" y="684"/>
                      </a:lnTo>
                      <a:lnTo>
                        <a:pt x="1188" y="684"/>
                      </a:lnTo>
                      <a:lnTo>
                        <a:pt x="1188" y="684"/>
                      </a:lnTo>
                      <a:lnTo>
                        <a:pt x="1188" y="692"/>
                      </a:lnTo>
                      <a:lnTo>
                        <a:pt x="1188" y="692"/>
                      </a:lnTo>
                      <a:lnTo>
                        <a:pt x="1192" y="690"/>
                      </a:lnTo>
                      <a:lnTo>
                        <a:pt x="1192" y="690"/>
                      </a:lnTo>
                      <a:lnTo>
                        <a:pt x="1192" y="686"/>
                      </a:lnTo>
                      <a:lnTo>
                        <a:pt x="1192" y="686"/>
                      </a:lnTo>
                      <a:lnTo>
                        <a:pt x="1196" y="688"/>
                      </a:lnTo>
                      <a:lnTo>
                        <a:pt x="1196" y="694"/>
                      </a:lnTo>
                      <a:lnTo>
                        <a:pt x="1196" y="694"/>
                      </a:lnTo>
                      <a:lnTo>
                        <a:pt x="1202" y="694"/>
                      </a:lnTo>
                      <a:lnTo>
                        <a:pt x="1202" y="694"/>
                      </a:lnTo>
                      <a:lnTo>
                        <a:pt x="1204" y="688"/>
                      </a:lnTo>
                      <a:lnTo>
                        <a:pt x="1204" y="688"/>
                      </a:lnTo>
                      <a:lnTo>
                        <a:pt x="1208" y="680"/>
                      </a:lnTo>
                      <a:lnTo>
                        <a:pt x="1208" y="676"/>
                      </a:lnTo>
                      <a:lnTo>
                        <a:pt x="1208" y="676"/>
                      </a:lnTo>
                      <a:lnTo>
                        <a:pt x="1206" y="678"/>
                      </a:lnTo>
                      <a:lnTo>
                        <a:pt x="1206" y="678"/>
                      </a:lnTo>
                      <a:close/>
                      <a:moveTo>
                        <a:pt x="1088" y="714"/>
                      </a:moveTo>
                      <a:lnTo>
                        <a:pt x="1088" y="712"/>
                      </a:lnTo>
                      <a:lnTo>
                        <a:pt x="1088" y="712"/>
                      </a:lnTo>
                      <a:lnTo>
                        <a:pt x="1084" y="712"/>
                      </a:lnTo>
                      <a:lnTo>
                        <a:pt x="1084" y="712"/>
                      </a:lnTo>
                      <a:lnTo>
                        <a:pt x="1086" y="704"/>
                      </a:lnTo>
                      <a:lnTo>
                        <a:pt x="1090" y="700"/>
                      </a:lnTo>
                      <a:lnTo>
                        <a:pt x="1090" y="700"/>
                      </a:lnTo>
                      <a:lnTo>
                        <a:pt x="1096" y="700"/>
                      </a:lnTo>
                      <a:lnTo>
                        <a:pt x="1096" y="700"/>
                      </a:lnTo>
                      <a:lnTo>
                        <a:pt x="1098" y="698"/>
                      </a:lnTo>
                      <a:lnTo>
                        <a:pt x="1100" y="696"/>
                      </a:lnTo>
                      <a:lnTo>
                        <a:pt x="1100" y="696"/>
                      </a:lnTo>
                      <a:lnTo>
                        <a:pt x="1098" y="694"/>
                      </a:lnTo>
                      <a:lnTo>
                        <a:pt x="1096" y="694"/>
                      </a:lnTo>
                      <a:lnTo>
                        <a:pt x="1096" y="696"/>
                      </a:lnTo>
                      <a:lnTo>
                        <a:pt x="1096" y="696"/>
                      </a:lnTo>
                      <a:lnTo>
                        <a:pt x="1092" y="698"/>
                      </a:lnTo>
                      <a:lnTo>
                        <a:pt x="1090" y="698"/>
                      </a:lnTo>
                      <a:lnTo>
                        <a:pt x="1086" y="696"/>
                      </a:lnTo>
                      <a:lnTo>
                        <a:pt x="1086" y="696"/>
                      </a:lnTo>
                      <a:lnTo>
                        <a:pt x="1080" y="700"/>
                      </a:lnTo>
                      <a:lnTo>
                        <a:pt x="1080" y="700"/>
                      </a:lnTo>
                      <a:lnTo>
                        <a:pt x="1082" y="704"/>
                      </a:lnTo>
                      <a:lnTo>
                        <a:pt x="1080" y="706"/>
                      </a:lnTo>
                      <a:lnTo>
                        <a:pt x="1078" y="706"/>
                      </a:lnTo>
                      <a:lnTo>
                        <a:pt x="1078" y="706"/>
                      </a:lnTo>
                      <a:lnTo>
                        <a:pt x="1076" y="710"/>
                      </a:lnTo>
                      <a:lnTo>
                        <a:pt x="1076" y="710"/>
                      </a:lnTo>
                      <a:lnTo>
                        <a:pt x="1076" y="712"/>
                      </a:lnTo>
                      <a:lnTo>
                        <a:pt x="1076" y="714"/>
                      </a:lnTo>
                      <a:lnTo>
                        <a:pt x="1074" y="716"/>
                      </a:lnTo>
                      <a:lnTo>
                        <a:pt x="1074" y="716"/>
                      </a:lnTo>
                      <a:lnTo>
                        <a:pt x="1074" y="722"/>
                      </a:lnTo>
                      <a:lnTo>
                        <a:pt x="1074" y="724"/>
                      </a:lnTo>
                      <a:lnTo>
                        <a:pt x="1076" y="726"/>
                      </a:lnTo>
                      <a:lnTo>
                        <a:pt x="1076" y="726"/>
                      </a:lnTo>
                      <a:lnTo>
                        <a:pt x="1082" y="728"/>
                      </a:lnTo>
                      <a:lnTo>
                        <a:pt x="1082" y="728"/>
                      </a:lnTo>
                      <a:lnTo>
                        <a:pt x="1082" y="726"/>
                      </a:lnTo>
                      <a:lnTo>
                        <a:pt x="1082" y="726"/>
                      </a:lnTo>
                      <a:lnTo>
                        <a:pt x="1082" y="724"/>
                      </a:lnTo>
                      <a:lnTo>
                        <a:pt x="1080" y="722"/>
                      </a:lnTo>
                      <a:lnTo>
                        <a:pt x="1082" y="718"/>
                      </a:lnTo>
                      <a:lnTo>
                        <a:pt x="1088" y="714"/>
                      </a:lnTo>
                      <a:lnTo>
                        <a:pt x="1088" y="714"/>
                      </a:lnTo>
                      <a:close/>
                      <a:moveTo>
                        <a:pt x="1070" y="654"/>
                      </a:moveTo>
                      <a:lnTo>
                        <a:pt x="1064" y="650"/>
                      </a:lnTo>
                      <a:lnTo>
                        <a:pt x="1064" y="650"/>
                      </a:lnTo>
                      <a:lnTo>
                        <a:pt x="1062" y="650"/>
                      </a:lnTo>
                      <a:lnTo>
                        <a:pt x="1062" y="650"/>
                      </a:lnTo>
                      <a:lnTo>
                        <a:pt x="1058" y="646"/>
                      </a:lnTo>
                      <a:lnTo>
                        <a:pt x="1056" y="642"/>
                      </a:lnTo>
                      <a:lnTo>
                        <a:pt x="1056" y="642"/>
                      </a:lnTo>
                      <a:lnTo>
                        <a:pt x="1052" y="642"/>
                      </a:lnTo>
                      <a:lnTo>
                        <a:pt x="1052" y="642"/>
                      </a:lnTo>
                      <a:lnTo>
                        <a:pt x="1046" y="640"/>
                      </a:lnTo>
                      <a:lnTo>
                        <a:pt x="1042" y="636"/>
                      </a:lnTo>
                      <a:lnTo>
                        <a:pt x="1042" y="636"/>
                      </a:lnTo>
                      <a:lnTo>
                        <a:pt x="1034" y="636"/>
                      </a:lnTo>
                      <a:lnTo>
                        <a:pt x="1034" y="636"/>
                      </a:lnTo>
                      <a:lnTo>
                        <a:pt x="1034" y="642"/>
                      </a:lnTo>
                      <a:lnTo>
                        <a:pt x="1034" y="642"/>
                      </a:lnTo>
                      <a:lnTo>
                        <a:pt x="1040" y="642"/>
                      </a:lnTo>
                      <a:lnTo>
                        <a:pt x="1044" y="646"/>
                      </a:lnTo>
                      <a:lnTo>
                        <a:pt x="1044" y="646"/>
                      </a:lnTo>
                      <a:lnTo>
                        <a:pt x="1044" y="650"/>
                      </a:lnTo>
                      <a:lnTo>
                        <a:pt x="1044" y="650"/>
                      </a:lnTo>
                      <a:lnTo>
                        <a:pt x="1048" y="650"/>
                      </a:lnTo>
                      <a:lnTo>
                        <a:pt x="1054" y="652"/>
                      </a:lnTo>
                      <a:lnTo>
                        <a:pt x="1054" y="652"/>
                      </a:lnTo>
                      <a:lnTo>
                        <a:pt x="1058" y="654"/>
                      </a:lnTo>
                      <a:lnTo>
                        <a:pt x="1062" y="656"/>
                      </a:lnTo>
                      <a:lnTo>
                        <a:pt x="1062" y="656"/>
                      </a:lnTo>
                      <a:lnTo>
                        <a:pt x="1068" y="658"/>
                      </a:lnTo>
                      <a:lnTo>
                        <a:pt x="1068" y="658"/>
                      </a:lnTo>
                      <a:lnTo>
                        <a:pt x="1068" y="656"/>
                      </a:lnTo>
                      <a:lnTo>
                        <a:pt x="1070" y="654"/>
                      </a:lnTo>
                      <a:lnTo>
                        <a:pt x="1070" y="654"/>
                      </a:lnTo>
                      <a:close/>
                      <a:moveTo>
                        <a:pt x="128" y="568"/>
                      </a:moveTo>
                      <a:lnTo>
                        <a:pt x="128" y="568"/>
                      </a:lnTo>
                      <a:lnTo>
                        <a:pt x="128" y="566"/>
                      </a:lnTo>
                      <a:lnTo>
                        <a:pt x="128" y="562"/>
                      </a:lnTo>
                      <a:lnTo>
                        <a:pt x="128" y="562"/>
                      </a:lnTo>
                      <a:lnTo>
                        <a:pt x="132" y="554"/>
                      </a:lnTo>
                      <a:lnTo>
                        <a:pt x="132" y="554"/>
                      </a:lnTo>
                      <a:lnTo>
                        <a:pt x="122" y="556"/>
                      </a:lnTo>
                      <a:lnTo>
                        <a:pt x="118" y="556"/>
                      </a:lnTo>
                      <a:lnTo>
                        <a:pt x="114" y="554"/>
                      </a:lnTo>
                      <a:lnTo>
                        <a:pt x="114" y="554"/>
                      </a:lnTo>
                      <a:lnTo>
                        <a:pt x="116" y="564"/>
                      </a:lnTo>
                      <a:lnTo>
                        <a:pt x="116" y="564"/>
                      </a:lnTo>
                      <a:lnTo>
                        <a:pt x="116" y="566"/>
                      </a:lnTo>
                      <a:lnTo>
                        <a:pt x="116" y="568"/>
                      </a:lnTo>
                      <a:lnTo>
                        <a:pt x="118" y="568"/>
                      </a:lnTo>
                      <a:lnTo>
                        <a:pt x="118" y="568"/>
                      </a:lnTo>
                      <a:lnTo>
                        <a:pt x="118" y="570"/>
                      </a:lnTo>
                      <a:lnTo>
                        <a:pt x="118" y="570"/>
                      </a:lnTo>
                      <a:lnTo>
                        <a:pt x="118" y="570"/>
                      </a:lnTo>
                      <a:lnTo>
                        <a:pt x="118" y="574"/>
                      </a:lnTo>
                      <a:lnTo>
                        <a:pt x="118" y="574"/>
                      </a:lnTo>
                      <a:lnTo>
                        <a:pt x="122" y="572"/>
                      </a:lnTo>
                      <a:lnTo>
                        <a:pt x="124" y="572"/>
                      </a:lnTo>
                      <a:lnTo>
                        <a:pt x="124" y="572"/>
                      </a:lnTo>
                      <a:lnTo>
                        <a:pt x="128" y="568"/>
                      </a:lnTo>
                      <a:lnTo>
                        <a:pt x="128" y="568"/>
                      </a:lnTo>
                      <a:close/>
                      <a:moveTo>
                        <a:pt x="552" y="194"/>
                      </a:moveTo>
                      <a:lnTo>
                        <a:pt x="552" y="194"/>
                      </a:lnTo>
                      <a:lnTo>
                        <a:pt x="550" y="192"/>
                      </a:lnTo>
                      <a:lnTo>
                        <a:pt x="550" y="192"/>
                      </a:lnTo>
                      <a:lnTo>
                        <a:pt x="550" y="188"/>
                      </a:lnTo>
                      <a:lnTo>
                        <a:pt x="550" y="182"/>
                      </a:lnTo>
                      <a:lnTo>
                        <a:pt x="550" y="182"/>
                      </a:lnTo>
                      <a:lnTo>
                        <a:pt x="548" y="180"/>
                      </a:lnTo>
                      <a:lnTo>
                        <a:pt x="548" y="180"/>
                      </a:lnTo>
                      <a:lnTo>
                        <a:pt x="544" y="180"/>
                      </a:lnTo>
                      <a:lnTo>
                        <a:pt x="542" y="182"/>
                      </a:lnTo>
                      <a:lnTo>
                        <a:pt x="542" y="182"/>
                      </a:lnTo>
                      <a:lnTo>
                        <a:pt x="532" y="180"/>
                      </a:lnTo>
                      <a:lnTo>
                        <a:pt x="526" y="178"/>
                      </a:lnTo>
                      <a:lnTo>
                        <a:pt x="522" y="172"/>
                      </a:lnTo>
                      <a:lnTo>
                        <a:pt x="520" y="166"/>
                      </a:lnTo>
                      <a:lnTo>
                        <a:pt x="518" y="166"/>
                      </a:lnTo>
                      <a:lnTo>
                        <a:pt x="518" y="166"/>
                      </a:lnTo>
                      <a:lnTo>
                        <a:pt x="518" y="174"/>
                      </a:lnTo>
                      <a:lnTo>
                        <a:pt x="518" y="174"/>
                      </a:lnTo>
                      <a:lnTo>
                        <a:pt x="516" y="172"/>
                      </a:lnTo>
                      <a:lnTo>
                        <a:pt x="516" y="172"/>
                      </a:lnTo>
                      <a:lnTo>
                        <a:pt x="510" y="172"/>
                      </a:lnTo>
                      <a:lnTo>
                        <a:pt x="508" y="172"/>
                      </a:lnTo>
                      <a:lnTo>
                        <a:pt x="508" y="172"/>
                      </a:lnTo>
                      <a:lnTo>
                        <a:pt x="506" y="168"/>
                      </a:lnTo>
                      <a:lnTo>
                        <a:pt x="506" y="168"/>
                      </a:lnTo>
                      <a:lnTo>
                        <a:pt x="502" y="164"/>
                      </a:lnTo>
                      <a:lnTo>
                        <a:pt x="498" y="158"/>
                      </a:lnTo>
                      <a:lnTo>
                        <a:pt x="498" y="158"/>
                      </a:lnTo>
                      <a:lnTo>
                        <a:pt x="498" y="154"/>
                      </a:lnTo>
                      <a:lnTo>
                        <a:pt x="496" y="148"/>
                      </a:lnTo>
                      <a:lnTo>
                        <a:pt x="496" y="148"/>
                      </a:lnTo>
                      <a:lnTo>
                        <a:pt x="494" y="148"/>
                      </a:lnTo>
                      <a:lnTo>
                        <a:pt x="490" y="146"/>
                      </a:lnTo>
                      <a:lnTo>
                        <a:pt x="490" y="146"/>
                      </a:lnTo>
                      <a:lnTo>
                        <a:pt x="490" y="142"/>
                      </a:lnTo>
                      <a:lnTo>
                        <a:pt x="490" y="138"/>
                      </a:lnTo>
                      <a:lnTo>
                        <a:pt x="490" y="138"/>
                      </a:lnTo>
                      <a:lnTo>
                        <a:pt x="488" y="134"/>
                      </a:lnTo>
                      <a:lnTo>
                        <a:pt x="486" y="132"/>
                      </a:lnTo>
                      <a:lnTo>
                        <a:pt x="486" y="132"/>
                      </a:lnTo>
                      <a:lnTo>
                        <a:pt x="486" y="130"/>
                      </a:lnTo>
                      <a:lnTo>
                        <a:pt x="486" y="130"/>
                      </a:lnTo>
                      <a:lnTo>
                        <a:pt x="482" y="128"/>
                      </a:lnTo>
                      <a:lnTo>
                        <a:pt x="478" y="130"/>
                      </a:lnTo>
                      <a:lnTo>
                        <a:pt x="478" y="130"/>
                      </a:lnTo>
                      <a:lnTo>
                        <a:pt x="474" y="128"/>
                      </a:lnTo>
                      <a:lnTo>
                        <a:pt x="470" y="128"/>
                      </a:lnTo>
                      <a:lnTo>
                        <a:pt x="468" y="130"/>
                      </a:lnTo>
                      <a:lnTo>
                        <a:pt x="468" y="130"/>
                      </a:lnTo>
                      <a:lnTo>
                        <a:pt x="466" y="130"/>
                      </a:lnTo>
                      <a:lnTo>
                        <a:pt x="462" y="130"/>
                      </a:lnTo>
                      <a:lnTo>
                        <a:pt x="460" y="126"/>
                      </a:lnTo>
                      <a:lnTo>
                        <a:pt x="458" y="126"/>
                      </a:lnTo>
                      <a:lnTo>
                        <a:pt x="458" y="126"/>
                      </a:lnTo>
                      <a:lnTo>
                        <a:pt x="454" y="134"/>
                      </a:lnTo>
                      <a:lnTo>
                        <a:pt x="454" y="134"/>
                      </a:lnTo>
                      <a:lnTo>
                        <a:pt x="454" y="136"/>
                      </a:lnTo>
                      <a:lnTo>
                        <a:pt x="454" y="140"/>
                      </a:lnTo>
                      <a:lnTo>
                        <a:pt x="454" y="140"/>
                      </a:lnTo>
                      <a:lnTo>
                        <a:pt x="450" y="142"/>
                      </a:lnTo>
                      <a:lnTo>
                        <a:pt x="446" y="144"/>
                      </a:lnTo>
                      <a:lnTo>
                        <a:pt x="446" y="144"/>
                      </a:lnTo>
                      <a:lnTo>
                        <a:pt x="444" y="138"/>
                      </a:lnTo>
                      <a:lnTo>
                        <a:pt x="446" y="132"/>
                      </a:lnTo>
                      <a:lnTo>
                        <a:pt x="450" y="120"/>
                      </a:lnTo>
                      <a:lnTo>
                        <a:pt x="450" y="120"/>
                      </a:lnTo>
                      <a:lnTo>
                        <a:pt x="448" y="120"/>
                      </a:lnTo>
                      <a:lnTo>
                        <a:pt x="442" y="112"/>
                      </a:lnTo>
                      <a:lnTo>
                        <a:pt x="442" y="112"/>
                      </a:lnTo>
                      <a:lnTo>
                        <a:pt x="442" y="110"/>
                      </a:lnTo>
                      <a:lnTo>
                        <a:pt x="442" y="110"/>
                      </a:lnTo>
                      <a:lnTo>
                        <a:pt x="440" y="108"/>
                      </a:lnTo>
                      <a:lnTo>
                        <a:pt x="438" y="108"/>
                      </a:lnTo>
                      <a:lnTo>
                        <a:pt x="438" y="110"/>
                      </a:lnTo>
                      <a:lnTo>
                        <a:pt x="438" y="110"/>
                      </a:lnTo>
                      <a:lnTo>
                        <a:pt x="434" y="106"/>
                      </a:lnTo>
                      <a:lnTo>
                        <a:pt x="434" y="106"/>
                      </a:lnTo>
                      <a:lnTo>
                        <a:pt x="428" y="106"/>
                      </a:lnTo>
                      <a:lnTo>
                        <a:pt x="428" y="106"/>
                      </a:lnTo>
                      <a:lnTo>
                        <a:pt x="428" y="110"/>
                      </a:lnTo>
                      <a:lnTo>
                        <a:pt x="428" y="110"/>
                      </a:lnTo>
                      <a:lnTo>
                        <a:pt x="426" y="112"/>
                      </a:lnTo>
                      <a:lnTo>
                        <a:pt x="422" y="114"/>
                      </a:lnTo>
                      <a:lnTo>
                        <a:pt x="422" y="114"/>
                      </a:lnTo>
                      <a:lnTo>
                        <a:pt x="422" y="120"/>
                      </a:lnTo>
                      <a:lnTo>
                        <a:pt x="422" y="120"/>
                      </a:lnTo>
                      <a:lnTo>
                        <a:pt x="418" y="120"/>
                      </a:lnTo>
                      <a:lnTo>
                        <a:pt x="418" y="120"/>
                      </a:lnTo>
                      <a:lnTo>
                        <a:pt x="418" y="118"/>
                      </a:lnTo>
                      <a:lnTo>
                        <a:pt x="416" y="118"/>
                      </a:lnTo>
                      <a:lnTo>
                        <a:pt x="416" y="118"/>
                      </a:lnTo>
                      <a:lnTo>
                        <a:pt x="416" y="114"/>
                      </a:lnTo>
                      <a:lnTo>
                        <a:pt x="416" y="114"/>
                      </a:lnTo>
                      <a:lnTo>
                        <a:pt x="412" y="110"/>
                      </a:lnTo>
                      <a:lnTo>
                        <a:pt x="406" y="106"/>
                      </a:lnTo>
                      <a:lnTo>
                        <a:pt x="406" y="106"/>
                      </a:lnTo>
                      <a:lnTo>
                        <a:pt x="396" y="104"/>
                      </a:lnTo>
                      <a:lnTo>
                        <a:pt x="396" y="104"/>
                      </a:lnTo>
                      <a:lnTo>
                        <a:pt x="394" y="116"/>
                      </a:lnTo>
                      <a:lnTo>
                        <a:pt x="394" y="116"/>
                      </a:lnTo>
                      <a:lnTo>
                        <a:pt x="394" y="118"/>
                      </a:lnTo>
                      <a:lnTo>
                        <a:pt x="396" y="120"/>
                      </a:lnTo>
                      <a:lnTo>
                        <a:pt x="396" y="120"/>
                      </a:lnTo>
                      <a:lnTo>
                        <a:pt x="396" y="130"/>
                      </a:lnTo>
                      <a:lnTo>
                        <a:pt x="396" y="130"/>
                      </a:lnTo>
                      <a:lnTo>
                        <a:pt x="392" y="132"/>
                      </a:lnTo>
                      <a:lnTo>
                        <a:pt x="392" y="132"/>
                      </a:lnTo>
                      <a:lnTo>
                        <a:pt x="390" y="128"/>
                      </a:lnTo>
                      <a:lnTo>
                        <a:pt x="390" y="128"/>
                      </a:lnTo>
                      <a:lnTo>
                        <a:pt x="384" y="128"/>
                      </a:lnTo>
                      <a:lnTo>
                        <a:pt x="384" y="128"/>
                      </a:lnTo>
                      <a:lnTo>
                        <a:pt x="374" y="118"/>
                      </a:lnTo>
                      <a:lnTo>
                        <a:pt x="374" y="118"/>
                      </a:lnTo>
                      <a:lnTo>
                        <a:pt x="374" y="116"/>
                      </a:lnTo>
                      <a:lnTo>
                        <a:pt x="374" y="114"/>
                      </a:lnTo>
                      <a:lnTo>
                        <a:pt x="376" y="110"/>
                      </a:lnTo>
                      <a:lnTo>
                        <a:pt x="376" y="110"/>
                      </a:lnTo>
                      <a:lnTo>
                        <a:pt x="374" y="102"/>
                      </a:lnTo>
                      <a:lnTo>
                        <a:pt x="374" y="96"/>
                      </a:lnTo>
                      <a:lnTo>
                        <a:pt x="374" y="96"/>
                      </a:lnTo>
                      <a:lnTo>
                        <a:pt x="364" y="94"/>
                      </a:lnTo>
                      <a:lnTo>
                        <a:pt x="364" y="94"/>
                      </a:lnTo>
                      <a:lnTo>
                        <a:pt x="358" y="100"/>
                      </a:lnTo>
                      <a:lnTo>
                        <a:pt x="350" y="106"/>
                      </a:lnTo>
                      <a:lnTo>
                        <a:pt x="348" y="108"/>
                      </a:lnTo>
                      <a:lnTo>
                        <a:pt x="348" y="108"/>
                      </a:lnTo>
                      <a:lnTo>
                        <a:pt x="340" y="108"/>
                      </a:lnTo>
                      <a:lnTo>
                        <a:pt x="336" y="108"/>
                      </a:lnTo>
                      <a:lnTo>
                        <a:pt x="336" y="108"/>
                      </a:lnTo>
                      <a:lnTo>
                        <a:pt x="330" y="110"/>
                      </a:lnTo>
                      <a:lnTo>
                        <a:pt x="326" y="112"/>
                      </a:lnTo>
                      <a:lnTo>
                        <a:pt x="326" y="112"/>
                      </a:lnTo>
                      <a:lnTo>
                        <a:pt x="324" y="114"/>
                      </a:lnTo>
                      <a:lnTo>
                        <a:pt x="320" y="114"/>
                      </a:lnTo>
                      <a:lnTo>
                        <a:pt x="320" y="114"/>
                      </a:lnTo>
                      <a:lnTo>
                        <a:pt x="318" y="116"/>
                      </a:lnTo>
                      <a:lnTo>
                        <a:pt x="316" y="120"/>
                      </a:lnTo>
                      <a:lnTo>
                        <a:pt x="316" y="130"/>
                      </a:lnTo>
                      <a:lnTo>
                        <a:pt x="316" y="130"/>
                      </a:lnTo>
                      <a:lnTo>
                        <a:pt x="310" y="130"/>
                      </a:lnTo>
                      <a:lnTo>
                        <a:pt x="310" y="130"/>
                      </a:lnTo>
                      <a:lnTo>
                        <a:pt x="310" y="132"/>
                      </a:lnTo>
                      <a:lnTo>
                        <a:pt x="310" y="134"/>
                      </a:lnTo>
                      <a:lnTo>
                        <a:pt x="310" y="134"/>
                      </a:lnTo>
                      <a:lnTo>
                        <a:pt x="306" y="138"/>
                      </a:lnTo>
                      <a:lnTo>
                        <a:pt x="302" y="142"/>
                      </a:lnTo>
                      <a:lnTo>
                        <a:pt x="302" y="142"/>
                      </a:lnTo>
                      <a:lnTo>
                        <a:pt x="300" y="142"/>
                      </a:lnTo>
                      <a:lnTo>
                        <a:pt x="300" y="142"/>
                      </a:lnTo>
                      <a:lnTo>
                        <a:pt x="302" y="146"/>
                      </a:lnTo>
                      <a:lnTo>
                        <a:pt x="304" y="148"/>
                      </a:lnTo>
                      <a:lnTo>
                        <a:pt x="308" y="148"/>
                      </a:lnTo>
                      <a:lnTo>
                        <a:pt x="308" y="148"/>
                      </a:lnTo>
                      <a:lnTo>
                        <a:pt x="312" y="148"/>
                      </a:lnTo>
                      <a:lnTo>
                        <a:pt x="314" y="148"/>
                      </a:lnTo>
                      <a:lnTo>
                        <a:pt x="314" y="146"/>
                      </a:lnTo>
                      <a:lnTo>
                        <a:pt x="316" y="144"/>
                      </a:lnTo>
                      <a:lnTo>
                        <a:pt x="316" y="144"/>
                      </a:lnTo>
                      <a:lnTo>
                        <a:pt x="318" y="144"/>
                      </a:lnTo>
                      <a:lnTo>
                        <a:pt x="320" y="146"/>
                      </a:lnTo>
                      <a:lnTo>
                        <a:pt x="320" y="146"/>
                      </a:lnTo>
                      <a:lnTo>
                        <a:pt x="318" y="146"/>
                      </a:lnTo>
                      <a:lnTo>
                        <a:pt x="318" y="146"/>
                      </a:lnTo>
                      <a:lnTo>
                        <a:pt x="318" y="148"/>
                      </a:lnTo>
                      <a:lnTo>
                        <a:pt x="318" y="148"/>
                      </a:lnTo>
                      <a:lnTo>
                        <a:pt x="322" y="150"/>
                      </a:lnTo>
                      <a:lnTo>
                        <a:pt x="322" y="150"/>
                      </a:lnTo>
                      <a:lnTo>
                        <a:pt x="322" y="150"/>
                      </a:lnTo>
                      <a:lnTo>
                        <a:pt x="314" y="150"/>
                      </a:lnTo>
                      <a:lnTo>
                        <a:pt x="314" y="154"/>
                      </a:lnTo>
                      <a:lnTo>
                        <a:pt x="326" y="154"/>
                      </a:lnTo>
                      <a:lnTo>
                        <a:pt x="326" y="154"/>
                      </a:lnTo>
                      <a:lnTo>
                        <a:pt x="328" y="148"/>
                      </a:lnTo>
                      <a:lnTo>
                        <a:pt x="328" y="148"/>
                      </a:lnTo>
                      <a:lnTo>
                        <a:pt x="334" y="150"/>
                      </a:lnTo>
                      <a:lnTo>
                        <a:pt x="340" y="152"/>
                      </a:lnTo>
                      <a:lnTo>
                        <a:pt x="340" y="152"/>
                      </a:lnTo>
                      <a:lnTo>
                        <a:pt x="344" y="148"/>
                      </a:lnTo>
                      <a:lnTo>
                        <a:pt x="344" y="148"/>
                      </a:lnTo>
                      <a:lnTo>
                        <a:pt x="352" y="146"/>
                      </a:lnTo>
                      <a:lnTo>
                        <a:pt x="360" y="148"/>
                      </a:lnTo>
                      <a:lnTo>
                        <a:pt x="360" y="148"/>
                      </a:lnTo>
                      <a:lnTo>
                        <a:pt x="360" y="150"/>
                      </a:lnTo>
                      <a:lnTo>
                        <a:pt x="360" y="150"/>
                      </a:lnTo>
                      <a:lnTo>
                        <a:pt x="352" y="150"/>
                      </a:lnTo>
                      <a:lnTo>
                        <a:pt x="344" y="152"/>
                      </a:lnTo>
                      <a:lnTo>
                        <a:pt x="344" y="152"/>
                      </a:lnTo>
                      <a:lnTo>
                        <a:pt x="344" y="156"/>
                      </a:lnTo>
                      <a:lnTo>
                        <a:pt x="344" y="156"/>
                      </a:lnTo>
                      <a:lnTo>
                        <a:pt x="342" y="156"/>
                      </a:lnTo>
                      <a:lnTo>
                        <a:pt x="340" y="154"/>
                      </a:lnTo>
                      <a:lnTo>
                        <a:pt x="340" y="154"/>
                      </a:lnTo>
                      <a:lnTo>
                        <a:pt x="336" y="156"/>
                      </a:lnTo>
                      <a:lnTo>
                        <a:pt x="334" y="156"/>
                      </a:lnTo>
                      <a:lnTo>
                        <a:pt x="334" y="156"/>
                      </a:lnTo>
                      <a:lnTo>
                        <a:pt x="322" y="160"/>
                      </a:lnTo>
                      <a:lnTo>
                        <a:pt x="318" y="162"/>
                      </a:lnTo>
                      <a:lnTo>
                        <a:pt x="318" y="164"/>
                      </a:lnTo>
                      <a:lnTo>
                        <a:pt x="320" y="166"/>
                      </a:lnTo>
                      <a:lnTo>
                        <a:pt x="320" y="166"/>
                      </a:lnTo>
                      <a:lnTo>
                        <a:pt x="324" y="168"/>
                      </a:lnTo>
                      <a:lnTo>
                        <a:pt x="330" y="170"/>
                      </a:lnTo>
                      <a:lnTo>
                        <a:pt x="330" y="170"/>
                      </a:lnTo>
                      <a:lnTo>
                        <a:pt x="330" y="168"/>
                      </a:lnTo>
                      <a:lnTo>
                        <a:pt x="332" y="166"/>
                      </a:lnTo>
                      <a:lnTo>
                        <a:pt x="332" y="166"/>
                      </a:lnTo>
                      <a:lnTo>
                        <a:pt x="334" y="168"/>
                      </a:lnTo>
                      <a:lnTo>
                        <a:pt x="338" y="170"/>
                      </a:lnTo>
                      <a:lnTo>
                        <a:pt x="338" y="170"/>
                      </a:lnTo>
                      <a:lnTo>
                        <a:pt x="346" y="168"/>
                      </a:lnTo>
                      <a:lnTo>
                        <a:pt x="346" y="168"/>
                      </a:lnTo>
                      <a:lnTo>
                        <a:pt x="358" y="168"/>
                      </a:lnTo>
                      <a:lnTo>
                        <a:pt x="358" y="168"/>
                      </a:lnTo>
                      <a:lnTo>
                        <a:pt x="360" y="168"/>
                      </a:lnTo>
                      <a:lnTo>
                        <a:pt x="364" y="170"/>
                      </a:lnTo>
                      <a:lnTo>
                        <a:pt x="364" y="170"/>
                      </a:lnTo>
                      <a:lnTo>
                        <a:pt x="368" y="168"/>
                      </a:lnTo>
                      <a:lnTo>
                        <a:pt x="374" y="166"/>
                      </a:lnTo>
                      <a:lnTo>
                        <a:pt x="374" y="166"/>
                      </a:lnTo>
                      <a:lnTo>
                        <a:pt x="376" y="168"/>
                      </a:lnTo>
                      <a:lnTo>
                        <a:pt x="376" y="168"/>
                      </a:lnTo>
                      <a:lnTo>
                        <a:pt x="380" y="170"/>
                      </a:lnTo>
                      <a:lnTo>
                        <a:pt x="380" y="170"/>
                      </a:lnTo>
                      <a:lnTo>
                        <a:pt x="384" y="168"/>
                      </a:lnTo>
                      <a:lnTo>
                        <a:pt x="386" y="164"/>
                      </a:lnTo>
                      <a:lnTo>
                        <a:pt x="386" y="164"/>
                      </a:lnTo>
                      <a:lnTo>
                        <a:pt x="390" y="166"/>
                      </a:lnTo>
                      <a:lnTo>
                        <a:pt x="392" y="168"/>
                      </a:lnTo>
                      <a:lnTo>
                        <a:pt x="392" y="168"/>
                      </a:lnTo>
                      <a:lnTo>
                        <a:pt x="392" y="170"/>
                      </a:lnTo>
                      <a:lnTo>
                        <a:pt x="392" y="170"/>
                      </a:lnTo>
                      <a:lnTo>
                        <a:pt x="398" y="170"/>
                      </a:lnTo>
                      <a:lnTo>
                        <a:pt x="398" y="170"/>
                      </a:lnTo>
                      <a:lnTo>
                        <a:pt x="400" y="168"/>
                      </a:lnTo>
                      <a:lnTo>
                        <a:pt x="404" y="166"/>
                      </a:lnTo>
                      <a:lnTo>
                        <a:pt x="404" y="166"/>
                      </a:lnTo>
                      <a:lnTo>
                        <a:pt x="404" y="166"/>
                      </a:lnTo>
                      <a:lnTo>
                        <a:pt x="406" y="168"/>
                      </a:lnTo>
                      <a:lnTo>
                        <a:pt x="406" y="168"/>
                      </a:lnTo>
                      <a:lnTo>
                        <a:pt x="406" y="170"/>
                      </a:lnTo>
                      <a:lnTo>
                        <a:pt x="406" y="170"/>
                      </a:lnTo>
                      <a:lnTo>
                        <a:pt x="402" y="170"/>
                      </a:lnTo>
                      <a:lnTo>
                        <a:pt x="402" y="170"/>
                      </a:lnTo>
                      <a:lnTo>
                        <a:pt x="402" y="174"/>
                      </a:lnTo>
                      <a:lnTo>
                        <a:pt x="396" y="176"/>
                      </a:lnTo>
                      <a:lnTo>
                        <a:pt x="396" y="176"/>
                      </a:lnTo>
                      <a:lnTo>
                        <a:pt x="396" y="180"/>
                      </a:lnTo>
                      <a:lnTo>
                        <a:pt x="396" y="180"/>
                      </a:lnTo>
                      <a:lnTo>
                        <a:pt x="388" y="180"/>
                      </a:lnTo>
                      <a:lnTo>
                        <a:pt x="378" y="180"/>
                      </a:lnTo>
                      <a:lnTo>
                        <a:pt x="378" y="180"/>
                      </a:lnTo>
                      <a:lnTo>
                        <a:pt x="374" y="176"/>
                      </a:lnTo>
                      <a:lnTo>
                        <a:pt x="374" y="176"/>
                      </a:lnTo>
                      <a:lnTo>
                        <a:pt x="358" y="180"/>
                      </a:lnTo>
                      <a:lnTo>
                        <a:pt x="358" y="180"/>
                      </a:lnTo>
                      <a:lnTo>
                        <a:pt x="356" y="182"/>
                      </a:lnTo>
                      <a:lnTo>
                        <a:pt x="356" y="182"/>
                      </a:lnTo>
                      <a:lnTo>
                        <a:pt x="352" y="184"/>
                      </a:lnTo>
                      <a:lnTo>
                        <a:pt x="344" y="184"/>
                      </a:lnTo>
                      <a:lnTo>
                        <a:pt x="332" y="182"/>
                      </a:lnTo>
                      <a:lnTo>
                        <a:pt x="332" y="182"/>
                      </a:lnTo>
                      <a:lnTo>
                        <a:pt x="334" y="184"/>
                      </a:lnTo>
                      <a:lnTo>
                        <a:pt x="332" y="188"/>
                      </a:lnTo>
                      <a:lnTo>
                        <a:pt x="332" y="190"/>
                      </a:lnTo>
                      <a:lnTo>
                        <a:pt x="332" y="190"/>
                      </a:lnTo>
                      <a:lnTo>
                        <a:pt x="332" y="194"/>
                      </a:lnTo>
                      <a:lnTo>
                        <a:pt x="334" y="194"/>
                      </a:lnTo>
                      <a:lnTo>
                        <a:pt x="334" y="194"/>
                      </a:lnTo>
                      <a:lnTo>
                        <a:pt x="334" y="198"/>
                      </a:lnTo>
                      <a:lnTo>
                        <a:pt x="334" y="198"/>
                      </a:lnTo>
                      <a:lnTo>
                        <a:pt x="340" y="200"/>
                      </a:lnTo>
                      <a:lnTo>
                        <a:pt x="340" y="200"/>
                      </a:lnTo>
                      <a:lnTo>
                        <a:pt x="340" y="204"/>
                      </a:lnTo>
                      <a:lnTo>
                        <a:pt x="340" y="204"/>
                      </a:lnTo>
                      <a:lnTo>
                        <a:pt x="346" y="206"/>
                      </a:lnTo>
                      <a:lnTo>
                        <a:pt x="354" y="208"/>
                      </a:lnTo>
                      <a:lnTo>
                        <a:pt x="354" y="208"/>
                      </a:lnTo>
                      <a:lnTo>
                        <a:pt x="358" y="208"/>
                      </a:lnTo>
                      <a:lnTo>
                        <a:pt x="358" y="208"/>
                      </a:lnTo>
                      <a:lnTo>
                        <a:pt x="364" y="208"/>
                      </a:lnTo>
                      <a:lnTo>
                        <a:pt x="370" y="210"/>
                      </a:lnTo>
                      <a:lnTo>
                        <a:pt x="370" y="210"/>
                      </a:lnTo>
                      <a:lnTo>
                        <a:pt x="372" y="216"/>
                      </a:lnTo>
                      <a:lnTo>
                        <a:pt x="374" y="222"/>
                      </a:lnTo>
                      <a:lnTo>
                        <a:pt x="374" y="222"/>
                      </a:lnTo>
                      <a:lnTo>
                        <a:pt x="376" y="222"/>
                      </a:lnTo>
                      <a:lnTo>
                        <a:pt x="380" y="222"/>
                      </a:lnTo>
                      <a:lnTo>
                        <a:pt x="382" y="224"/>
                      </a:lnTo>
                      <a:lnTo>
                        <a:pt x="382" y="224"/>
                      </a:lnTo>
                      <a:lnTo>
                        <a:pt x="384" y="224"/>
                      </a:lnTo>
                      <a:lnTo>
                        <a:pt x="384" y="226"/>
                      </a:lnTo>
                      <a:lnTo>
                        <a:pt x="384" y="226"/>
                      </a:lnTo>
                      <a:lnTo>
                        <a:pt x="390" y="226"/>
                      </a:lnTo>
                      <a:lnTo>
                        <a:pt x="396" y="224"/>
                      </a:lnTo>
                      <a:lnTo>
                        <a:pt x="396" y="224"/>
                      </a:lnTo>
                      <a:lnTo>
                        <a:pt x="396" y="222"/>
                      </a:lnTo>
                      <a:lnTo>
                        <a:pt x="396" y="222"/>
                      </a:lnTo>
                      <a:lnTo>
                        <a:pt x="400" y="220"/>
                      </a:lnTo>
                      <a:lnTo>
                        <a:pt x="400" y="220"/>
                      </a:lnTo>
                      <a:lnTo>
                        <a:pt x="404" y="220"/>
                      </a:lnTo>
                      <a:lnTo>
                        <a:pt x="406" y="222"/>
                      </a:lnTo>
                      <a:lnTo>
                        <a:pt x="406" y="222"/>
                      </a:lnTo>
                      <a:lnTo>
                        <a:pt x="420" y="222"/>
                      </a:lnTo>
                      <a:lnTo>
                        <a:pt x="420" y="220"/>
                      </a:lnTo>
                      <a:lnTo>
                        <a:pt x="420" y="220"/>
                      </a:lnTo>
                      <a:lnTo>
                        <a:pt x="428" y="218"/>
                      </a:lnTo>
                      <a:lnTo>
                        <a:pt x="428" y="218"/>
                      </a:lnTo>
                      <a:lnTo>
                        <a:pt x="434" y="218"/>
                      </a:lnTo>
                      <a:lnTo>
                        <a:pt x="436" y="214"/>
                      </a:lnTo>
                      <a:lnTo>
                        <a:pt x="436" y="214"/>
                      </a:lnTo>
                      <a:lnTo>
                        <a:pt x="436" y="214"/>
                      </a:lnTo>
                      <a:lnTo>
                        <a:pt x="440" y="214"/>
                      </a:lnTo>
                      <a:lnTo>
                        <a:pt x="440" y="214"/>
                      </a:lnTo>
                      <a:lnTo>
                        <a:pt x="446" y="212"/>
                      </a:lnTo>
                      <a:lnTo>
                        <a:pt x="452" y="208"/>
                      </a:lnTo>
                      <a:lnTo>
                        <a:pt x="452" y="208"/>
                      </a:lnTo>
                      <a:lnTo>
                        <a:pt x="458" y="208"/>
                      </a:lnTo>
                      <a:lnTo>
                        <a:pt x="462" y="206"/>
                      </a:lnTo>
                      <a:lnTo>
                        <a:pt x="462" y="206"/>
                      </a:lnTo>
                      <a:lnTo>
                        <a:pt x="466" y="200"/>
                      </a:lnTo>
                      <a:lnTo>
                        <a:pt x="466" y="200"/>
                      </a:lnTo>
                      <a:lnTo>
                        <a:pt x="468" y="200"/>
                      </a:lnTo>
                      <a:lnTo>
                        <a:pt x="472" y="200"/>
                      </a:lnTo>
                      <a:lnTo>
                        <a:pt x="472" y="200"/>
                      </a:lnTo>
                      <a:lnTo>
                        <a:pt x="478" y="194"/>
                      </a:lnTo>
                      <a:lnTo>
                        <a:pt x="478" y="192"/>
                      </a:lnTo>
                      <a:lnTo>
                        <a:pt x="478" y="192"/>
                      </a:lnTo>
                      <a:lnTo>
                        <a:pt x="482" y="194"/>
                      </a:lnTo>
                      <a:lnTo>
                        <a:pt x="484" y="194"/>
                      </a:lnTo>
                      <a:lnTo>
                        <a:pt x="484" y="194"/>
                      </a:lnTo>
                      <a:lnTo>
                        <a:pt x="480" y="204"/>
                      </a:lnTo>
                      <a:lnTo>
                        <a:pt x="480" y="204"/>
                      </a:lnTo>
                      <a:lnTo>
                        <a:pt x="482" y="206"/>
                      </a:lnTo>
                      <a:lnTo>
                        <a:pt x="482" y="206"/>
                      </a:lnTo>
                      <a:lnTo>
                        <a:pt x="492" y="208"/>
                      </a:lnTo>
                      <a:lnTo>
                        <a:pt x="492" y="208"/>
                      </a:lnTo>
                      <a:lnTo>
                        <a:pt x="492" y="212"/>
                      </a:lnTo>
                      <a:lnTo>
                        <a:pt x="492" y="212"/>
                      </a:lnTo>
                      <a:lnTo>
                        <a:pt x="496" y="212"/>
                      </a:lnTo>
                      <a:lnTo>
                        <a:pt x="496" y="212"/>
                      </a:lnTo>
                      <a:lnTo>
                        <a:pt x="498" y="210"/>
                      </a:lnTo>
                      <a:lnTo>
                        <a:pt x="498" y="210"/>
                      </a:lnTo>
                      <a:lnTo>
                        <a:pt x="502" y="212"/>
                      </a:lnTo>
                      <a:lnTo>
                        <a:pt x="508" y="214"/>
                      </a:lnTo>
                      <a:lnTo>
                        <a:pt x="508" y="214"/>
                      </a:lnTo>
                      <a:lnTo>
                        <a:pt x="510" y="214"/>
                      </a:lnTo>
                      <a:lnTo>
                        <a:pt x="512" y="212"/>
                      </a:lnTo>
                      <a:lnTo>
                        <a:pt x="512" y="212"/>
                      </a:lnTo>
                      <a:lnTo>
                        <a:pt x="514" y="216"/>
                      </a:lnTo>
                      <a:lnTo>
                        <a:pt x="516" y="216"/>
                      </a:lnTo>
                      <a:lnTo>
                        <a:pt x="518" y="216"/>
                      </a:lnTo>
                      <a:lnTo>
                        <a:pt x="518" y="216"/>
                      </a:lnTo>
                      <a:lnTo>
                        <a:pt x="520" y="216"/>
                      </a:lnTo>
                      <a:lnTo>
                        <a:pt x="520" y="212"/>
                      </a:lnTo>
                      <a:lnTo>
                        <a:pt x="520" y="212"/>
                      </a:lnTo>
                      <a:lnTo>
                        <a:pt x="528" y="214"/>
                      </a:lnTo>
                      <a:lnTo>
                        <a:pt x="530" y="210"/>
                      </a:lnTo>
                      <a:lnTo>
                        <a:pt x="530" y="210"/>
                      </a:lnTo>
                      <a:lnTo>
                        <a:pt x="534" y="210"/>
                      </a:lnTo>
                      <a:lnTo>
                        <a:pt x="536" y="208"/>
                      </a:lnTo>
                      <a:lnTo>
                        <a:pt x="536" y="208"/>
                      </a:lnTo>
                      <a:lnTo>
                        <a:pt x="538" y="206"/>
                      </a:lnTo>
                      <a:lnTo>
                        <a:pt x="538" y="204"/>
                      </a:lnTo>
                      <a:lnTo>
                        <a:pt x="538" y="204"/>
                      </a:lnTo>
                      <a:lnTo>
                        <a:pt x="536" y="204"/>
                      </a:lnTo>
                      <a:lnTo>
                        <a:pt x="536" y="204"/>
                      </a:lnTo>
                      <a:lnTo>
                        <a:pt x="536" y="200"/>
                      </a:lnTo>
                      <a:lnTo>
                        <a:pt x="536" y="200"/>
                      </a:lnTo>
                      <a:lnTo>
                        <a:pt x="532" y="200"/>
                      </a:lnTo>
                      <a:lnTo>
                        <a:pt x="528" y="200"/>
                      </a:lnTo>
                      <a:lnTo>
                        <a:pt x="528" y="200"/>
                      </a:lnTo>
                      <a:lnTo>
                        <a:pt x="526" y="202"/>
                      </a:lnTo>
                      <a:lnTo>
                        <a:pt x="526" y="204"/>
                      </a:lnTo>
                      <a:lnTo>
                        <a:pt x="526" y="204"/>
                      </a:lnTo>
                      <a:lnTo>
                        <a:pt x="522" y="204"/>
                      </a:lnTo>
                      <a:lnTo>
                        <a:pt x="522" y="204"/>
                      </a:lnTo>
                      <a:lnTo>
                        <a:pt x="520" y="202"/>
                      </a:lnTo>
                      <a:lnTo>
                        <a:pt x="518" y="198"/>
                      </a:lnTo>
                      <a:lnTo>
                        <a:pt x="518" y="198"/>
                      </a:lnTo>
                      <a:lnTo>
                        <a:pt x="514" y="196"/>
                      </a:lnTo>
                      <a:lnTo>
                        <a:pt x="514" y="192"/>
                      </a:lnTo>
                      <a:lnTo>
                        <a:pt x="514" y="192"/>
                      </a:lnTo>
                      <a:lnTo>
                        <a:pt x="520" y="192"/>
                      </a:lnTo>
                      <a:lnTo>
                        <a:pt x="520" y="192"/>
                      </a:lnTo>
                      <a:lnTo>
                        <a:pt x="524" y="198"/>
                      </a:lnTo>
                      <a:lnTo>
                        <a:pt x="524" y="198"/>
                      </a:lnTo>
                      <a:lnTo>
                        <a:pt x="530" y="198"/>
                      </a:lnTo>
                      <a:lnTo>
                        <a:pt x="538" y="198"/>
                      </a:lnTo>
                      <a:lnTo>
                        <a:pt x="538" y="198"/>
                      </a:lnTo>
                      <a:lnTo>
                        <a:pt x="538" y="196"/>
                      </a:lnTo>
                      <a:lnTo>
                        <a:pt x="538" y="196"/>
                      </a:lnTo>
                      <a:lnTo>
                        <a:pt x="532" y="194"/>
                      </a:lnTo>
                      <a:lnTo>
                        <a:pt x="532" y="194"/>
                      </a:lnTo>
                      <a:lnTo>
                        <a:pt x="530" y="192"/>
                      </a:lnTo>
                      <a:lnTo>
                        <a:pt x="532" y="192"/>
                      </a:lnTo>
                      <a:lnTo>
                        <a:pt x="536" y="190"/>
                      </a:lnTo>
                      <a:lnTo>
                        <a:pt x="536" y="190"/>
                      </a:lnTo>
                      <a:lnTo>
                        <a:pt x="536" y="190"/>
                      </a:lnTo>
                      <a:lnTo>
                        <a:pt x="538" y="188"/>
                      </a:lnTo>
                      <a:lnTo>
                        <a:pt x="538" y="188"/>
                      </a:lnTo>
                      <a:lnTo>
                        <a:pt x="540" y="192"/>
                      </a:lnTo>
                      <a:lnTo>
                        <a:pt x="546" y="194"/>
                      </a:lnTo>
                      <a:lnTo>
                        <a:pt x="546" y="194"/>
                      </a:lnTo>
                      <a:lnTo>
                        <a:pt x="546" y="198"/>
                      </a:lnTo>
                      <a:lnTo>
                        <a:pt x="546" y="198"/>
                      </a:lnTo>
                      <a:lnTo>
                        <a:pt x="548" y="198"/>
                      </a:lnTo>
                      <a:lnTo>
                        <a:pt x="550" y="200"/>
                      </a:lnTo>
                      <a:lnTo>
                        <a:pt x="550" y="200"/>
                      </a:lnTo>
                      <a:lnTo>
                        <a:pt x="552" y="198"/>
                      </a:lnTo>
                      <a:lnTo>
                        <a:pt x="552" y="198"/>
                      </a:lnTo>
                      <a:lnTo>
                        <a:pt x="552" y="198"/>
                      </a:lnTo>
                      <a:lnTo>
                        <a:pt x="552" y="194"/>
                      </a:lnTo>
                      <a:lnTo>
                        <a:pt x="552" y="194"/>
                      </a:lnTo>
                      <a:close/>
                      <a:moveTo>
                        <a:pt x="610" y="134"/>
                      </a:moveTo>
                      <a:lnTo>
                        <a:pt x="610" y="134"/>
                      </a:lnTo>
                      <a:lnTo>
                        <a:pt x="610" y="124"/>
                      </a:lnTo>
                      <a:lnTo>
                        <a:pt x="608" y="122"/>
                      </a:lnTo>
                      <a:lnTo>
                        <a:pt x="608" y="122"/>
                      </a:lnTo>
                      <a:lnTo>
                        <a:pt x="608" y="120"/>
                      </a:lnTo>
                      <a:lnTo>
                        <a:pt x="610" y="116"/>
                      </a:lnTo>
                      <a:lnTo>
                        <a:pt x="610" y="116"/>
                      </a:lnTo>
                      <a:lnTo>
                        <a:pt x="606" y="114"/>
                      </a:lnTo>
                      <a:lnTo>
                        <a:pt x="606" y="114"/>
                      </a:lnTo>
                      <a:lnTo>
                        <a:pt x="596" y="120"/>
                      </a:lnTo>
                      <a:lnTo>
                        <a:pt x="596" y="120"/>
                      </a:lnTo>
                      <a:lnTo>
                        <a:pt x="594" y="108"/>
                      </a:lnTo>
                      <a:lnTo>
                        <a:pt x="594" y="108"/>
                      </a:lnTo>
                      <a:lnTo>
                        <a:pt x="590" y="110"/>
                      </a:lnTo>
                      <a:lnTo>
                        <a:pt x="588" y="110"/>
                      </a:lnTo>
                      <a:lnTo>
                        <a:pt x="584" y="104"/>
                      </a:lnTo>
                      <a:lnTo>
                        <a:pt x="582" y="104"/>
                      </a:lnTo>
                      <a:lnTo>
                        <a:pt x="584" y="100"/>
                      </a:lnTo>
                      <a:lnTo>
                        <a:pt x="584" y="100"/>
                      </a:lnTo>
                      <a:lnTo>
                        <a:pt x="596" y="100"/>
                      </a:lnTo>
                      <a:lnTo>
                        <a:pt x="596" y="100"/>
                      </a:lnTo>
                      <a:lnTo>
                        <a:pt x="596" y="96"/>
                      </a:lnTo>
                      <a:lnTo>
                        <a:pt x="596" y="96"/>
                      </a:lnTo>
                      <a:lnTo>
                        <a:pt x="594" y="96"/>
                      </a:lnTo>
                      <a:lnTo>
                        <a:pt x="594" y="96"/>
                      </a:lnTo>
                      <a:lnTo>
                        <a:pt x="596" y="90"/>
                      </a:lnTo>
                      <a:lnTo>
                        <a:pt x="596" y="90"/>
                      </a:lnTo>
                      <a:lnTo>
                        <a:pt x="592" y="90"/>
                      </a:lnTo>
                      <a:lnTo>
                        <a:pt x="592" y="90"/>
                      </a:lnTo>
                      <a:lnTo>
                        <a:pt x="590" y="86"/>
                      </a:lnTo>
                      <a:lnTo>
                        <a:pt x="590" y="86"/>
                      </a:lnTo>
                      <a:lnTo>
                        <a:pt x="584" y="86"/>
                      </a:lnTo>
                      <a:lnTo>
                        <a:pt x="578" y="86"/>
                      </a:lnTo>
                      <a:lnTo>
                        <a:pt x="578" y="88"/>
                      </a:lnTo>
                      <a:lnTo>
                        <a:pt x="578" y="88"/>
                      </a:lnTo>
                      <a:lnTo>
                        <a:pt x="572" y="88"/>
                      </a:lnTo>
                      <a:lnTo>
                        <a:pt x="572" y="88"/>
                      </a:lnTo>
                      <a:lnTo>
                        <a:pt x="576" y="86"/>
                      </a:lnTo>
                      <a:lnTo>
                        <a:pt x="576" y="86"/>
                      </a:lnTo>
                      <a:lnTo>
                        <a:pt x="580" y="84"/>
                      </a:lnTo>
                      <a:lnTo>
                        <a:pt x="580" y="84"/>
                      </a:lnTo>
                      <a:lnTo>
                        <a:pt x="584" y="82"/>
                      </a:lnTo>
                      <a:lnTo>
                        <a:pt x="584" y="82"/>
                      </a:lnTo>
                      <a:lnTo>
                        <a:pt x="586" y="80"/>
                      </a:lnTo>
                      <a:lnTo>
                        <a:pt x="586" y="78"/>
                      </a:lnTo>
                      <a:lnTo>
                        <a:pt x="584" y="76"/>
                      </a:lnTo>
                      <a:lnTo>
                        <a:pt x="580" y="76"/>
                      </a:lnTo>
                      <a:lnTo>
                        <a:pt x="580" y="76"/>
                      </a:lnTo>
                      <a:lnTo>
                        <a:pt x="578" y="80"/>
                      </a:lnTo>
                      <a:lnTo>
                        <a:pt x="576" y="82"/>
                      </a:lnTo>
                      <a:lnTo>
                        <a:pt x="576" y="82"/>
                      </a:lnTo>
                      <a:lnTo>
                        <a:pt x="566" y="84"/>
                      </a:lnTo>
                      <a:lnTo>
                        <a:pt x="562" y="86"/>
                      </a:lnTo>
                      <a:lnTo>
                        <a:pt x="566" y="88"/>
                      </a:lnTo>
                      <a:lnTo>
                        <a:pt x="566" y="88"/>
                      </a:lnTo>
                      <a:lnTo>
                        <a:pt x="564" y="90"/>
                      </a:lnTo>
                      <a:lnTo>
                        <a:pt x="564" y="90"/>
                      </a:lnTo>
                      <a:lnTo>
                        <a:pt x="560" y="90"/>
                      </a:lnTo>
                      <a:lnTo>
                        <a:pt x="554" y="88"/>
                      </a:lnTo>
                      <a:lnTo>
                        <a:pt x="554" y="88"/>
                      </a:lnTo>
                      <a:lnTo>
                        <a:pt x="552" y="84"/>
                      </a:lnTo>
                      <a:lnTo>
                        <a:pt x="552" y="84"/>
                      </a:lnTo>
                      <a:lnTo>
                        <a:pt x="544" y="90"/>
                      </a:lnTo>
                      <a:lnTo>
                        <a:pt x="540" y="96"/>
                      </a:lnTo>
                      <a:lnTo>
                        <a:pt x="540" y="100"/>
                      </a:lnTo>
                      <a:lnTo>
                        <a:pt x="540" y="100"/>
                      </a:lnTo>
                      <a:lnTo>
                        <a:pt x="542" y="102"/>
                      </a:lnTo>
                      <a:lnTo>
                        <a:pt x="542" y="102"/>
                      </a:lnTo>
                      <a:lnTo>
                        <a:pt x="548" y="104"/>
                      </a:lnTo>
                      <a:lnTo>
                        <a:pt x="548" y="104"/>
                      </a:lnTo>
                      <a:lnTo>
                        <a:pt x="554" y="106"/>
                      </a:lnTo>
                      <a:lnTo>
                        <a:pt x="554" y="106"/>
                      </a:lnTo>
                      <a:lnTo>
                        <a:pt x="556" y="108"/>
                      </a:lnTo>
                      <a:lnTo>
                        <a:pt x="554" y="110"/>
                      </a:lnTo>
                      <a:lnTo>
                        <a:pt x="554" y="110"/>
                      </a:lnTo>
                      <a:lnTo>
                        <a:pt x="554" y="116"/>
                      </a:lnTo>
                      <a:lnTo>
                        <a:pt x="554" y="116"/>
                      </a:lnTo>
                      <a:lnTo>
                        <a:pt x="552" y="118"/>
                      </a:lnTo>
                      <a:lnTo>
                        <a:pt x="544" y="118"/>
                      </a:lnTo>
                      <a:lnTo>
                        <a:pt x="532" y="118"/>
                      </a:lnTo>
                      <a:lnTo>
                        <a:pt x="532" y="118"/>
                      </a:lnTo>
                      <a:lnTo>
                        <a:pt x="528" y="108"/>
                      </a:lnTo>
                      <a:lnTo>
                        <a:pt x="528" y="108"/>
                      </a:lnTo>
                      <a:lnTo>
                        <a:pt x="524" y="110"/>
                      </a:lnTo>
                      <a:lnTo>
                        <a:pt x="524" y="110"/>
                      </a:lnTo>
                      <a:lnTo>
                        <a:pt x="522" y="110"/>
                      </a:lnTo>
                      <a:lnTo>
                        <a:pt x="520" y="110"/>
                      </a:lnTo>
                      <a:lnTo>
                        <a:pt x="520" y="110"/>
                      </a:lnTo>
                      <a:lnTo>
                        <a:pt x="520" y="112"/>
                      </a:lnTo>
                      <a:lnTo>
                        <a:pt x="520" y="114"/>
                      </a:lnTo>
                      <a:lnTo>
                        <a:pt x="520" y="114"/>
                      </a:lnTo>
                      <a:lnTo>
                        <a:pt x="522" y="118"/>
                      </a:lnTo>
                      <a:lnTo>
                        <a:pt x="522" y="118"/>
                      </a:lnTo>
                      <a:lnTo>
                        <a:pt x="520" y="120"/>
                      </a:lnTo>
                      <a:lnTo>
                        <a:pt x="520" y="120"/>
                      </a:lnTo>
                      <a:lnTo>
                        <a:pt x="524" y="124"/>
                      </a:lnTo>
                      <a:lnTo>
                        <a:pt x="524" y="124"/>
                      </a:lnTo>
                      <a:lnTo>
                        <a:pt x="528" y="130"/>
                      </a:lnTo>
                      <a:lnTo>
                        <a:pt x="528" y="130"/>
                      </a:lnTo>
                      <a:lnTo>
                        <a:pt x="534" y="130"/>
                      </a:lnTo>
                      <a:lnTo>
                        <a:pt x="534" y="130"/>
                      </a:lnTo>
                      <a:lnTo>
                        <a:pt x="538" y="134"/>
                      </a:lnTo>
                      <a:lnTo>
                        <a:pt x="540" y="134"/>
                      </a:lnTo>
                      <a:lnTo>
                        <a:pt x="540" y="134"/>
                      </a:lnTo>
                      <a:lnTo>
                        <a:pt x="540" y="130"/>
                      </a:lnTo>
                      <a:lnTo>
                        <a:pt x="540" y="130"/>
                      </a:lnTo>
                      <a:lnTo>
                        <a:pt x="546" y="128"/>
                      </a:lnTo>
                      <a:lnTo>
                        <a:pt x="546" y="128"/>
                      </a:lnTo>
                      <a:lnTo>
                        <a:pt x="550" y="134"/>
                      </a:lnTo>
                      <a:lnTo>
                        <a:pt x="550" y="134"/>
                      </a:lnTo>
                      <a:lnTo>
                        <a:pt x="554" y="138"/>
                      </a:lnTo>
                      <a:lnTo>
                        <a:pt x="554" y="138"/>
                      </a:lnTo>
                      <a:lnTo>
                        <a:pt x="558" y="138"/>
                      </a:lnTo>
                      <a:lnTo>
                        <a:pt x="558" y="138"/>
                      </a:lnTo>
                      <a:lnTo>
                        <a:pt x="564" y="144"/>
                      </a:lnTo>
                      <a:lnTo>
                        <a:pt x="564" y="144"/>
                      </a:lnTo>
                      <a:lnTo>
                        <a:pt x="564" y="148"/>
                      </a:lnTo>
                      <a:lnTo>
                        <a:pt x="564" y="148"/>
                      </a:lnTo>
                      <a:lnTo>
                        <a:pt x="570" y="156"/>
                      </a:lnTo>
                      <a:lnTo>
                        <a:pt x="570" y="156"/>
                      </a:lnTo>
                      <a:lnTo>
                        <a:pt x="572" y="156"/>
                      </a:lnTo>
                      <a:lnTo>
                        <a:pt x="578" y="156"/>
                      </a:lnTo>
                      <a:lnTo>
                        <a:pt x="578" y="156"/>
                      </a:lnTo>
                      <a:lnTo>
                        <a:pt x="582" y="152"/>
                      </a:lnTo>
                      <a:lnTo>
                        <a:pt x="586" y="146"/>
                      </a:lnTo>
                      <a:lnTo>
                        <a:pt x="586" y="146"/>
                      </a:lnTo>
                      <a:lnTo>
                        <a:pt x="590" y="146"/>
                      </a:lnTo>
                      <a:lnTo>
                        <a:pt x="590" y="146"/>
                      </a:lnTo>
                      <a:lnTo>
                        <a:pt x="594" y="144"/>
                      </a:lnTo>
                      <a:lnTo>
                        <a:pt x="594" y="144"/>
                      </a:lnTo>
                      <a:lnTo>
                        <a:pt x="600" y="142"/>
                      </a:lnTo>
                      <a:lnTo>
                        <a:pt x="608" y="140"/>
                      </a:lnTo>
                      <a:lnTo>
                        <a:pt x="608" y="140"/>
                      </a:lnTo>
                      <a:lnTo>
                        <a:pt x="608" y="136"/>
                      </a:lnTo>
                      <a:lnTo>
                        <a:pt x="610" y="134"/>
                      </a:lnTo>
                      <a:close/>
                      <a:moveTo>
                        <a:pt x="614" y="204"/>
                      </a:moveTo>
                      <a:lnTo>
                        <a:pt x="602" y="194"/>
                      </a:lnTo>
                      <a:lnTo>
                        <a:pt x="602" y="194"/>
                      </a:lnTo>
                      <a:lnTo>
                        <a:pt x="596" y="194"/>
                      </a:lnTo>
                      <a:lnTo>
                        <a:pt x="594" y="192"/>
                      </a:lnTo>
                      <a:lnTo>
                        <a:pt x="594" y="192"/>
                      </a:lnTo>
                      <a:lnTo>
                        <a:pt x="592" y="192"/>
                      </a:lnTo>
                      <a:lnTo>
                        <a:pt x="590" y="194"/>
                      </a:lnTo>
                      <a:lnTo>
                        <a:pt x="590" y="194"/>
                      </a:lnTo>
                      <a:lnTo>
                        <a:pt x="590" y="190"/>
                      </a:lnTo>
                      <a:lnTo>
                        <a:pt x="590" y="190"/>
                      </a:lnTo>
                      <a:lnTo>
                        <a:pt x="586" y="190"/>
                      </a:lnTo>
                      <a:lnTo>
                        <a:pt x="586" y="190"/>
                      </a:lnTo>
                      <a:lnTo>
                        <a:pt x="584" y="192"/>
                      </a:lnTo>
                      <a:lnTo>
                        <a:pt x="584" y="192"/>
                      </a:lnTo>
                      <a:lnTo>
                        <a:pt x="584" y="198"/>
                      </a:lnTo>
                      <a:lnTo>
                        <a:pt x="584" y="198"/>
                      </a:lnTo>
                      <a:lnTo>
                        <a:pt x="582" y="196"/>
                      </a:lnTo>
                      <a:lnTo>
                        <a:pt x="582" y="196"/>
                      </a:lnTo>
                      <a:lnTo>
                        <a:pt x="582" y="196"/>
                      </a:lnTo>
                      <a:lnTo>
                        <a:pt x="578" y="196"/>
                      </a:lnTo>
                      <a:lnTo>
                        <a:pt x="578" y="196"/>
                      </a:lnTo>
                      <a:lnTo>
                        <a:pt x="578" y="196"/>
                      </a:lnTo>
                      <a:lnTo>
                        <a:pt x="576" y="204"/>
                      </a:lnTo>
                      <a:lnTo>
                        <a:pt x="574" y="208"/>
                      </a:lnTo>
                      <a:lnTo>
                        <a:pt x="572" y="210"/>
                      </a:lnTo>
                      <a:lnTo>
                        <a:pt x="572" y="210"/>
                      </a:lnTo>
                      <a:lnTo>
                        <a:pt x="568" y="210"/>
                      </a:lnTo>
                      <a:lnTo>
                        <a:pt x="568" y="210"/>
                      </a:lnTo>
                      <a:lnTo>
                        <a:pt x="566" y="212"/>
                      </a:lnTo>
                      <a:lnTo>
                        <a:pt x="566" y="212"/>
                      </a:lnTo>
                      <a:lnTo>
                        <a:pt x="568" y="214"/>
                      </a:lnTo>
                      <a:lnTo>
                        <a:pt x="570" y="216"/>
                      </a:lnTo>
                      <a:lnTo>
                        <a:pt x="570" y="216"/>
                      </a:lnTo>
                      <a:lnTo>
                        <a:pt x="572" y="214"/>
                      </a:lnTo>
                      <a:lnTo>
                        <a:pt x="574" y="214"/>
                      </a:lnTo>
                      <a:lnTo>
                        <a:pt x="574" y="216"/>
                      </a:lnTo>
                      <a:lnTo>
                        <a:pt x="574" y="216"/>
                      </a:lnTo>
                      <a:lnTo>
                        <a:pt x="576" y="218"/>
                      </a:lnTo>
                      <a:lnTo>
                        <a:pt x="576" y="218"/>
                      </a:lnTo>
                      <a:lnTo>
                        <a:pt x="578" y="216"/>
                      </a:lnTo>
                      <a:lnTo>
                        <a:pt x="580" y="214"/>
                      </a:lnTo>
                      <a:lnTo>
                        <a:pt x="582" y="214"/>
                      </a:lnTo>
                      <a:lnTo>
                        <a:pt x="582" y="214"/>
                      </a:lnTo>
                      <a:lnTo>
                        <a:pt x="582" y="216"/>
                      </a:lnTo>
                      <a:lnTo>
                        <a:pt x="582" y="218"/>
                      </a:lnTo>
                      <a:lnTo>
                        <a:pt x="582" y="220"/>
                      </a:lnTo>
                      <a:lnTo>
                        <a:pt x="582" y="220"/>
                      </a:lnTo>
                      <a:lnTo>
                        <a:pt x="586" y="222"/>
                      </a:lnTo>
                      <a:lnTo>
                        <a:pt x="588" y="226"/>
                      </a:lnTo>
                      <a:lnTo>
                        <a:pt x="588" y="226"/>
                      </a:lnTo>
                      <a:lnTo>
                        <a:pt x="590" y="226"/>
                      </a:lnTo>
                      <a:lnTo>
                        <a:pt x="592" y="226"/>
                      </a:lnTo>
                      <a:lnTo>
                        <a:pt x="592" y="226"/>
                      </a:lnTo>
                      <a:lnTo>
                        <a:pt x="592" y="226"/>
                      </a:lnTo>
                      <a:lnTo>
                        <a:pt x="594" y="226"/>
                      </a:lnTo>
                      <a:lnTo>
                        <a:pt x="596" y="226"/>
                      </a:lnTo>
                      <a:lnTo>
                        <a:pt x="596" y="226"/>
                      </a:lnTo>
                      <a:lnTo>
                        <a:pt x="598" y="224"/>
                      </a:lnTo>
                      <a:lnTo>
                        <a:pt x="598" y="224"/>
                      </a:lnTo>
                      <a:lnTo>
                        <a:pt x="598" y="224"/>
                      </a:lnTo>
                      <a:lnTo>
                        <a:pt x="598" y="224"/>
                      </a:lnTo>
                      <a:lnTo>
                        <a:pt x="598" y="220"/>
                      </a:lnTo>
                      <a:lnTo>
                        <a:pt x="598" y="220"/>
                      </a:lnTo>
                      <a:lnTo>
                        <a:pt x="604" y="222"/>
                      </a:lnTo>
                      <a:lnTo>
                        <a:pt x="610" y="220"/>
                      </a:lnTo>
                      <a:lnTo>
                        <a:pt x="610" y="220"/>
                      </a:lnTo>
                      <a:lnTo>
                        <a:pt x="616" y="220"/>
                      </a:lnTo>
                      <a:lnTo>
                        <a:pt x="616" y="220"/>
                      </a:lnTo>
                      <a:lnTo>
                        <a:pt x="618" y="216"/>
                      </a:lnTo>
                      <a:lnTo>
                        <a:pt x="618" y="216"/>
                      </a:lnTo>
                      <a:lnTo>
                        <a:pt x="614" y="216"/>
                      </a:lnTo>
                      <a:lnTo>
                        <a:pt x="614" y="216"/>
                      </a:lnTo>
                      <a:lnTo>
                        <a:pt x="614" y="210"/>
                      </a:lnTo>
                      <a:lnTo>
                        <a:pt x="614" y="204"/>
                      </a:lnTo>
                      <a:lnTo>
                        <a:pt x="614" y="204"/>
                      </a:lnTo>
                      <a:close/>
                      <a:moveTo>
                        <a:pt x="134" y="582"/>
                      </a:moveTo>
                      <a:lnTo>
                        <a:pt x="134" y="582"/>
                      </a:lnTo>
                      <a:lnTo>
                        <a:pt x="136" y="578"/>
                      </a:lnTo>
                      <a:lnTo>
                        <a:pt x="136" y="576"/>
                      </a:lnTo>
                      <a:lnTo>
                        <a:pt x="136" y="576"/>
                      </a:lnTo>
                      <a:lnTo>
                        <a:pt x="132" y="576"/>
                      </a:lnTo>
                      <a:lnTo>
                        <a:pt x="132" y="576"/>
                      </a:lnTo>
                      <a:lnTo>
                        <a:pt x="134" y="574"/>
                      </a:lnTo>
                      <a:lnTo>
                        <a:pt x="134" y="572"/>
                      </a:lnTo>
                      <a:lnTo>
                        <a:pt x="134" y="572"/>
                      </a:lnTo>
                      <a:lnTo>
                        <a:pt x="132" y="570"/>
                      </a:lnTo>
                      <a:lnTo>
                        <a:pt x="130" y="570"/>
                      </a:lnTo>
                      <a:lnTo>
                        <a:pt x="130" y="570"/>
                      </a:lnTo>
                      <a:lnTo>
                        <a:pt x="124" y="574"/>
                      </a:lnTo>
                      <a:lnTo>
                        <a:pt x="124" y="574"/>
                      </a:lnTo>
                      <a:lnTo>
                        <a:pt x="124" y="576"/>
                      </a:lnTo>
                      <a:lnTo>
                        <a:pt x="126" y="576"/>
                      </a:lnTo>
                      <a:lnTo>
                        <a:pt x="126" y="578"/>
                      </a:lnTo>
                      <a:lnTo>
                        <a:pt x="126" y="578"/>
                      </a:lnTo>
                      <a:lnTo>
                        <a:pt x="124" y="576"/>
                      </a:lnTo>
                      <a:lnTo>
                        <a:pt x="124" y="578"/>
                      </a:lnTo>
                      <a:lnTo>
                        <a:pt x="126" y="584"/>
                      </a:lnTo>
                      <a:lnTo>
                        <a:pt x="126" y="584"/>
                      </a:lnTo>
                      <a:lnTo>
                        <a:pt x="130" y="588"/>
                      </a:lnTo>
                      <a:lnTo>
                        <a:pt x="138" y="592"/>
                      </a:lnTo>
                      <a:lnTo>
                        <a:pt x="138" y="592"/>
                      </a:lnTo>
                      <a:lnTo>
                        <a:pt x="138" y="590"/>
                      </a:lnTo>
                      <a:lnTo>
                        <a:pt x="138" y="590"/>
                      </a:lnTo>
                      <a:lnTo>
                        <a:pt x="136" y="586"/>
                      </a:lnTo>
                      <a:lnTo>
                        <a:pt x="134" y="586"/>
                      </a:lnTo>
                      <a:lnTo>
                        <a:pt x="134" y="586"/>
                      </a:lnTo>
                      <a:lnTo>
                        <a:pt x="138" y="584"/>
                      </a:lnTo>
                      <a:lnTo>
                        <a:pt x="138" y="584"/>
                      </a:lnTo>
                      <a:lnTo>
                        <a:pt x="134" y="582"/>
                      </a:lnTo>
                      <a:lnTo>
                        <a:pt x="134" y="582"/>
                      </a:lnTo>
                      <a:close/>
                      <a:moveTo>
                        <a:pt x="470" y="122"/>
                      </a:moveTo>
                      <a:lnTo>
                        <a:pt x="470" y="122"/>
                      </a:lnTo>
                      <a:lnTo>
                        <a:pt x="474" y="124"/>
                      </a:lnTo>
                      <a:lnTo>
                        <a:pt x="474" y="124"/>
                      </a:lnTo>
                      <a:lnTo>
                        <a:pt x="476" y="126"/>
                      </a:lnTo>
                      <a:lnTo>
                        <a:pt x="480" y="126"/>
                      </a:lnTo>
                      <a:lnTo>
                        <a:pt x="480" y="126"/>
                      </a:lnTo>
                      <a:lnTo>
                        <a:pt x="482" y="124"/>
                      </a:lnTo>
                      <a:lnTo>
                        <a:pt x="482" y="124"/>
                      </a:lnTo>
                      <a:lnTo>
                        <a:pt x="480" y="116"/>
                      </a:lnTo>
                      <a:lnTo>
                        <a:pt x="480" y="116"/>
                      </a:lnTo>
                      <a:lnTo>
                        <a:pt x="478" y="114"/>
                      </a:lnTo>
                      <a:lnTo>
                        <a:pt x="474" y="112"/>
                      </a:lnTo>
                      <a:lnTo>
                        <a:pt x="474" y="112"/>
                      </a:lnTo>
                      <a:lnTo>
                        <a:pt x="472" y="108"/>
                      </a:lnTo>
                      <a:lnTo>
                        <a:pt x="472" y="104"/>
                      </a:lnTo>
                      <a:lnTo>
                        <a:pt x="462" y="96"/>
                      </a:lnTo>
                      <a:lnTo>
                        <a:pt x="462" y="96"/>
                      </a:lnTo>
                      <a:lnTo>
                        <a:pt x="458" y="96"/>
                      </a:lnTo>
                      <a:lnTo>
                        <a:pt x="458" y="96"/>
                      </a:lnTo>
                      <a:lnTo>
                        <a:pt x="456" y="108"/>
                      </a:lnTo>
                      <a:lnTo>
                        <a:pt x="460" y="120"/>
                      </a:lnTo>
                      <a:lnTo>
                        <a:pt x="460" y="120"/>
                      </a:lnTo>
                      <a:lnTo>
                        <a:pt x="470" y="122"/>
                      </a:lnTo>
                      <a:lnTo>
                        <a:pt x="470" y="122"/>
                      </a:lnTo>
                      <a:close/>
                      <a:moveTo>
                        <a:pt x="238" y="144"/>
                      </a:moveTo>
                      <a:lnTo>
                        <a:pt x="238" y="146"/>
                      </a:lnTo>
                      <a:lnTo>
                        <a:pt x="240" y="146"/>
                      </a:lnTo>
                      <a:lnTo>
                        <a:pt x="240" y="146"/>
                      </a:lnTo>
                      <a:lnTo>
                        <a:pt x="242" y="152"/>
                      </a:lnTo>
                      <a:lnTo>
                        <a:pt x="244" y="156"/>
                      </a:lnTo>
                      <a:lnTo>
                        <a:pt x="246" y="158"/>
                      </a:lnTo>
                      <a:lnTo>
                        <a:pt x="246" y="158"/>
                      </a:lnTo>
                      <a:lnTo>
                        <a:pt x="250" y="158"/>
                      </a:lnTo>
                      <a:lnTo>
                        <a:pt x="254" y="158"/>
                      </a:lnTo>
                      <a:lnTo>
                        <a:pt x="260" y="154"/>
                      </a:lnTo>
                      <a:lnTo>
                        <a:pt x="268" y="144"/>
                      </a:lnTo>
                      <a:lnTo>
                        <a:pt x="268" y="144"/>
                      </a:lnTo>
                      <a:lnTo>
                        <a:pt x="270" y="144"/>
                      </a:lnTo>
                      <a:lnTo>
                        <a:pt x="272" y="148"/>
                      </a:lnTo>
                      <a:lnTo>
                        <a:pt x="272" y="148"/>
                      </a:lnTo>
                      <a:lnTo>
                        <a:pt x="280" y="148"/>
                      </a:lnTo>
                      <a:lnTo>
                        <a:pt x="286" y="146"/>
                      </a:lnTo>
                      <a:lnTo>
                        <a:pt x="286" y="146"/>
                      </a:lnTo>
                      <a:lnTo>
                        <a:pt x="290" y="146"/>
                      </a:lnTo>
                      <a:lnTo>
                        <a:pt x="290" y="144"/>
                      </a:lnTo>
                      <a:lnTo>
                        <a:pt x="290" y="144"/>
                      </a:lnTo>
                      <a:lnTo>
                        <a:pt x="292" y="142"/>
                      </a:lnTo>
                      <a:lnTo>
                        <a:pt x="292" y="140"/>
                      </a:lnTo>
                      <a:lnTo>
                        <a:pt x="292" y="140"/>
                      </a:lnTo>
                      <a:lnTo>
                        <a:pt x="296" y="138"/>
                      </a:lnTo>
                      <a:lnTo>
                        <a:pt x="296" y="138"/>
                      </a:lnTo>
                      <a:lnTo>
                        <a:pt x="296" y="134"/>
                      </a:lnTo>
                      <a:lnTo>
                        <a:pt x="296" y="132"/>
                      </a:lnTo>
                      <a:lnTo>
                        <a:pt x="296" y="132"/>
                      </a:lnTo>
                      <a:lnTo>
                        <a:pt x="296" y="128"/>
                      </a:lnTo>
                      <a:lnTo>
                        <a:pt x="296" y="128"/>
                      </a:lnTo>
                      <a:lnTo>
                        <a:pt x="300" y="128"/>
                      </a:lnTo>
                      <a:lnTo>
                        <a:pt x="300" y="128"/>
                      </a:lnTo>
                      <a:lnTo>
                        <a:pt x="300" y="124"/>
                      </a:lnTo>
                      <a:lnTo>
                        <a:pt x="302" y="120"/>
                      </a:lnTo>
                      <a:lnTo>
                        <a:pt x="302" y="120"/>
                      </a:lnTo>
                      <a:lnTo>
                        <a:pt x="308" y="118"/>
                      </a:lnTo>
                      <a:lnTo>
                        <a:pt x="308" y="116"/>
                      </a:lnTo>
                      <a:lnTo>
                        <a:pt x="316" y="108"/>
                      </a:lnTo>
                      <a:lnTo>
                        <a:pt x="316" y="108"/>
                      </a:lnTo>
                      <a:lnTo>
                        <a:pt x="324" y="106"/>
                      </a:lnTo>
                      <a:lnTo>
                        <a:pt x="324" y="106"/>
                      </a:lnTo>
                      <a:lnTo>
                        <a:pt x="330" y="104"/>
                      </a:lnTo>
                      <a:lnTo>
                        <a:pt x="334" y="100"/>
                      </a:lnTo>
                      <a:lnTo>
                        <a:pt x="334" y="100"/>
                      </a:lnTo>
                      <a:lnTo>
                        <a:pt x="338" y="100"/>
                      </a:lnTo>
                      <a:lnTo>
                        <a:pt x="340" y="102"/>
                      </a:lnTo>
                      <a:lnTo>
                        <a:pt x="342" y="100"/>
                      </a:lnTo>
                      <a:lnTo>
                        <a:pt x="342" y="100"/>
                      </a:lnTo>
                      <a:lnTo>
                        <a:pt x="350" y="100"/>
                      </a:lnTo>
                      <a:lnTo>
                        <a:pt x="350" y="100"/>
                      </a:lnTo>
                      <a:lnTo>
                        <a:pt x="354" y="96"/>
                      </a:lnTo>
                      <a:lnTo>
                        <a:pt x="354" y="96"/>
                      </a:lnTo>
                      <a:lnTo>
                        <a:pt x="354" y="92"/>
                      </a:lnTo>
                      <a:lnTo>
                        <a:pt x="354" y="92"/>
                      </a:lnTo>
                      <a:lnTo>
                        <a:pt x="350" y="90"/>
                      </a:lnTo>
                      <a:lnTo>
                        <a:pt x="346" y="88"/>
                      </a:lnTo>
                      <a:lnTo>
                        <a:pt x="346" y="88"/>
                      </a:lnTo>
                      <a:lnTo>
                        <a:pt x="346" y="86"/>
                      </a:lnTo>
                      <a:lnTo>
                        <a:pt x="344" y="82"/>
                      </a:lnTo>
                      <a:lnTo>
                        <a:pt x="344" y="82"/>
                      </a:lnTo>
                      <a:lnTo>
                        <a:pt x="330" y="78"/>
                      </a:lnTo>
                      <a:lnTo>
                        <a:pt x="322" y="78"/>
                      </a:lnTo>
                      <a:lnTo>
                        <a:pt x="316" y="78"/>
                      </a:lnTo>
                      <a:lnTo>
                        <a:pt x="316" y="78"/>
                      </a:lnTo>
                      <a:lnTo>
                        <a:pt x="314" y="80"/>
                      </a:lnTo>
                      <a:lnTo>
                        <a:pt x="314" y="80"/>
                      </a:lnTo>
                      <a:lnTo>
                        <a:pt x="298" y="78"/>
                      </a:lnTo>
                      <a:lnTo>
                        <a:pt x="284" y="72"/>
                      </a:lnTo>
                      <a:lnTo>
                        <a:pt x="284" y="72"/>
                      </a:lnTo>
                      <a:lnTo>
                        <a:pt x="280" y="68"/>
                      </a:lnTo>
                      <a:lnTo>
                        <a:pt x="274" y="66"/>
                      </a:lnTo>
                      <a:lnTo>
                        <a:pt x="274" y="66"/>
                      </a:lnTo>
                      <a:lnTo>
                        <a:pt x="268" y="70"/>
                      </a:lnTo>
                      <a:lnTo>
                        <a:pt x="268" y="70"/>
                      </a:lnTo>
                      <a:lnTo>
                        <a:pt x="260" y="72"/>
                      </a:lnTo>
                      <a:lnTo>
                        <a:pt x="252" y="72"/>
                      </a:lnTo>
                      <a:lnTo>
                        <a:pt x="250" y="74"/>
                      </a:lnTo>
                      <a:lnTo>
                        <a:pt x="250" y="74"/>
                      </a:lnTo>
                      <a:lnTo>
                        <a:pt x="244" y="76"/>
                      </a:lnTo>
                      <a:lnTo>
                        <a:pt x="244" y="76"/>
                      </a:lnTo>
                      <a:lnTo>
                        <a:pt x="234" y="80"/>
                      </a:lnTo>
                      <a:lnTo>
                        <a:pt x="234" y="80"/>
                      </a:lnTo>
                      <a:lnTo>
                        <a:pt x="236" y="86"/>
                      </a:lnTo>
                      <a:lnTo>
                        <a:pt x="238" y="92"/>
                      </a:lnTo>
                      <a:lnTo>
                        <a:pt x="236" y="96"/>
                      </a:lnTo>
                      <a:lnTo>
                        <a:pt x="236" y="96"/>
                      </a:lnTo>
                      <a:lnTo>
                        <a:pt x="236" y="102"/>
                      </a:lnTo>
                      <a:lnTo>
                        <a:pt x="236" y="108"/>
                      </a:lnTo>
                      <a:lnTo>
                        <a:pt x="238" y="108"/>
                      </a:lnTo>
                      <a:lnTo>
                        <a:pt x="238" y="108"/>
                      </a:lnTo>
                      <a:lnTo>
                        <a:pt x="238" y="110"/>
                      </a:lnTo>
                      <a:lnTo>
                        <a:pt x="238" y="110"/>
                      </a:lnTo>
                      <a:lnTo>
                        <a:pt x="232" y="110"/>
                      </a:lnTo>
                      <a:lnTo>
                        <a:pt x="232" y="110"/>
                      </a:lnTo>
                      <a:lnTo>
                        <a:pt x="234" y="118"/>
                      </a:lnTo>
                      <a:lnTo>
                        <a:pt x="236" y="122"/>
                      </a:lnTo>
                      <a:lnTo>
                        <a:pt x="234" y="126"/>
                      </a:lnTo>
                      <a:lnTo>
                        <a:pt x="234" y="126"/>
                      </a:lnTo>
                      <a:lnTo>
                        <a:pt x="230" y="130"/>
                      </a:lnTo>
                      <a:lnTo>
                        <a:pt x="230" y="130"/>
                      </a:lnTo>
                      <a:lnTo>
                        <a:pt x="228" y="134"/>
                      </a:lnTo>
                      <a:lnTo>
                        <a:pt x="228" y="138"/>
                      </a:lnTo>
                      <a:lnTo>
                        <a:pt x="228" y="138"/>
                      </a:lnTo>
                      <a:lnTo>
                        <a:pt x="232" y="140"/>
                      </a:lnTo>
                      <a:lnTo>
                        <a:pt x="232" y="140"/>
                      </a:lnTo>
                      <a:lnTo>
                        <a:pt x="234" y="142"/>
                      </a:lnTo>
                      <a:lnTo>
                        <a:pt x="238" y="144"/>
                      </a:lnTo>
                      <a:lnTo>
                        <a:pt x="238" y="14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0" name="Freeform 267">
                  <a:extLst>
                    <a:ext uri="{FF2B5EF4-FFF2-40B4-BE49-F238E27FC236}">
                      <a16:creationId xmlns:a16="http://schemas.microsoft.com/office/drawing/2014/main" id="{128C06F8-19F7-FF4E-B793-F78A442F5045}"/>
                    </a:ext>
                  </a:extLst>
                </p:cNvPr>
                <p:cNvSpPr>
                  <a:spLocks noEditPoints="1"/>
                </p:cNvSpPr>
                <p:nvPr/>
              </p:nvSpPr>
              <p:spPr bwMode="auto">
                <a:xfrm>
                  <a:off x="1497263" y="1636406"/>
                  <a:ext cx="2646090" cy="1890221"/>
                </a:xfrm>
                <a:custGeom>
                  <a:avLst/>
                  <a:gdLst>
                    <a:gd name="T0" fmla="*/ 1058 w 1352"/>
                    <a:gd name="T1" fmla="*/ 864 h 944"/>
                    <a:gd name="T2" fmla="*/ 1076 w 1352"/>
                    <a:gd name="T3" fmla="*/ 854 h 944"/>
                    <a:gd name="T4" fmla="*/ 1134 w 1352"/>
                    <a:gd name="T5" fmla="*/ 862 h 944"/>
                    <a:gd name="T6" fmla="*/ 1166 w 1352"/>
                    <a:gd name="T7" fmla="*/ 940 h 944"/>
                    <a:gd name="T8" fmla="*/ 1168 w 1352"/>
                    <a:gd name="T9" fmla="*/ 880 h 944"/>
                    <a:gd name="T10" fmla="*/ 1184 w 1352"/>
                    <a:gd name="T11" fmla="*/ 806 h 944"/>
                    <a:gd name="T12" fmla="*/ 1234 w 1352"/>
                    <a:gd name="T13" fmla="*/ 762 h 944"/>
                    <a:gd name="T14" fmla="*/ 1216 w 1352"/>
                    <a:gd name="T15" fmla="*/ 714 h 944"/>
                    <a:gd name="T16" fmla="*/ 1226 w 1352"/>
                    <a:gd name="T17" fmla="*/ 716 h 944"/>
                    <a:gd name="T18" fmla="*/ 1252 w 1352"/>
                    <a:gd name="T19" fmla="*/ 694 h 944"/>
                    <a:gd name="T20" fmla="*/ 1294 w 1352"/>
                    <a:gd name="T21" fmla="*/ 646 h 944"/>
                    <a:gd name="T22" fmla="*/ 1318 w 1352"/>
                    <a:gd name="T23" fmla="*/ 606 h 944"/>
                    <a:gd name="T24" fmla="*/ 1350 w 1352"/>
                    <a:gd name="T25" fmla="*/ 582 h 944"/>
                    <a:gd name="T26" fmla="*/ 1312 w 1352"/>
                    <a:gd name="T27" fmla="*/ 562 h 944"/>
                    <a:gd name="T28" fmla="*/ 1220 w 1352"/>
                    <a:gd name="T29" fmla="*/ 614 h 944"/>
                    <a:gd name="T30" fmla="*/ 1140 w 1352"/>
                    <a:gd name="T31" fmla="*/ 650 h 944"/>
                    <a:gd name="T32" fmla="*/ 1130 w 1352"/>
                    <a:gd name="T33" fmla="*/ 608 h 944"/>
                    <a:gd name="T34" fmla="*/ 1104 w 1352"/>
                    <a:gd name="T35" fmla="*/ 582 h 944"/>
                    <a:gd name="T36" fmla="*/ 1080 w 1352"/>
                    <a:gd name="T37" fmla="*/ 584 h 944"/>
                    <a:gd name="T38" fmla="*/ 1116 w 1352"/>
                    <a:gd name="T39" fmla="*/ 562 h 944"/>
                    <a:gd name="T40" fmla="*/ 1072 w 1352"/>
                    <a:gd name="T41" fmla="*/ 534 h 944"/>
                    <a:gd name="T42" fmla="*/ 1044 w 1352"/>
                    <a:gd name="T43" fmla="*/ 526 h 944"/>
                    <a:gd name="T44" fmla="*/ 980 w 1352"/>
                    <a:gd name="T45" fmla="*/ 500 h 944"/>
                    <a:gd name="T46" fmla="*/ 592 w 1352"/>
                    <a:gd name="T47" fmla="*/ 550 h 944"/>
                    <a:gd name="T48" fmla="*/ 590 w 1352"/>
                    <a:gd name="T49" fmla="*/ 658 h 944"/>
                    <a:gd name="T50" fmla="*/ 612 w 1352"/>
                    <a:gd name="T51" fmla="*/ 710 h 944"/>
                    <a:gd name="T52" fmla="*/ 632 w 1352"/>
                    <a:gd name="T53" fmla="*/ 762 h 944"/>
                    <a:gd name="T54" fmla="*/ 832 w 1352"/>
                    <a:gd name="T55" fmla="*/ 836 h 944"/>
                    <a:gd name="T56" fmla="*/ 946 w 1352"/>
                    <a:gd name="T57" fmla="*/ 932 h 944"/>
                    <a:gd name="T58" fmla="*/ 962 w 1352"/>
                    <a:gd name="T59" fmla="*/ 880 h 944"/>
                    <a:gd name="T60" fmla="*/ 1016 w 1352"/>
                    <a:gd name="T61" fmla="*/ 866 h 944"/>
                    <a:gd name="T62" fmla="*/ 476 w 1352"/>
                    <a:gd name="T63" fmla="*/ 310 h 944"/>
                    <a:gd name="T64" fmla="*/ 406 w 1352"/>
                    <a:gd name="T65" fmla="*/ 278 h 944"/>
                    <a:gd name="T66" fmla="*/ 330 w 1352"/>
                    <a:gd name="T67" fmla="*/ 26 h 944"/>
                    <a:gd name="T68" fmla="*/ 248 w 1352"/>
                    <a:gd name="T69" fmla="*/ 18 h 944"/>
                    <a:gd name="T70" fmla="*/ 170 w 1352"/>
                    <a:gd name="T71" fmla="*/ 8 h 944"/>
                    <a:gd name="T72" fmla="*/ 94 w 1352"/>
                    <a:gd name="T73" fmla="*/ 20 h 944"/>
                    <a:gd name="T74" fmla="*/ 22 w 1352"/>
                    <a:gd name="T75" fmla="*/ 78 h 944"/>
                    <a:gd name="T76" fmla="*/ 72 w 1352"/>
                    <a:gd name="T77" fmla="*/ 108 h 944"/>
                    <a:gd name="T78" fmla="*/ 82 w 1352"/>
                    <a:gd name="T79" fmla="*/ 130 h 944"/>
                    <a:gd name="T80" fmla="*/ 6 w 1352"/>
                    <a:gd name="T81" fmla="*/ 132 h 944"/>
                    <a:gd name="T82" fmla="*/ 66 w 1352"/>
                    <a:gd name="T83" fmla="*/ 166 h 944"/>
                    <a:gd name="T84" fmla="*/ 44 w 1352"/>
                    <a:gd name="T85" fmla="*/ 196 h 944"/>
                    <a:gd name="T86" fmla="*/ 34 w 1352"/>
                    <a:gd name="T87" fmla="*/ 236 h 944"/>
                    <a:gd name="T88" fmla="*/ 56 w 1352"/>
                    <a:gd name="T89" fmla="*/ 270 h 944"/>
                    <a:gd name="T90" fmla="*/ 82 w 1352"/>
                    <a:gd name="T91" fmla="*/ 292 h 944"/>
                    <a:gd name="T92" fmla="*/ 130 w 1352"/>
                    <a:gd name="T93" fmla="*/ 288 h 944"/>
                    <a:gd name="T94" fmla="*/ 122 w 1352"/>
                    <a:gd name="T95" fmla="*/ 336 h 944"/>
                    <a:gd name="T96" fmla="*/ 70 w 1352"/>
                    <a:gd name="T97" fmla="*/ 378 h 944"/>
                    <a:gd name="T98" fmla="*/ 118 w 1352"/>
                    <a:gd name="T99" fmla="*/ 350 h 944"/>
                    <a:gd name="T100" fmla="*/ 164 w 1352"/>
                    <a:gd name="T101" fmla="*/ 312 h 944"/>
                    <a:gd name="T102" fmla="*/ 196 w 1352"/>
                    <a:gd name="T103" fmla="*/ 264 h 944"/>
                    <a:gd name="T104" fmla="*/ 242 w 1352"/>
                    <a:gd name="T105" fmla="*/ 234 h 944"/>
                    <a:gd name="T106" fmla="*/ 218 w 1352"/>
                    <a:gd name="T107" fmla="*/ 282 h 944"/>
                    <a:gd name="T108" fmla="*/ 266 w 1352"/>
                    <a:gd name="T109" fmla="*/ 264 h 944"/>
                    <a:gd name="T110" fmla="*/ 290 w 1352"/>
                    <a:gd name="T111" fmla="*/ 244 h 944"/>
                    <a:gd name="T112" fmla="*/ 350 w 1352"/>
                    <a:gd name="T113" fmla="*/ 268 h 944"/>
                    <a:gd name="T114" fmla="*/ 400 w 1352"/>
                    <a:gd name="T115" fmla="*/ 280 h 944"/>
                    <a:gd name="T116" fmla="*/ 444 w 1352"/>
                    <a:gd name="T117" fmla="*/ 316 h 944"/>
                    <a:gd name="T118" fmla="*/ 464 w 1352"/>
                    <a:gd name="T119" fmla="*/ 320 h 944"/>
                    <a:gd name="T120" fmla="*/ 488 w 1352"/>
                    <a:gd name="T121" fmla="*/ 358 h 944"/>
                    <a:gd name="T122" fmla="*/ 500 w 1352"/>
                    <a:gd name="T123" fmla="*/ 384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52" h="944">
                      <a:moveTo>
                        <a:pt x="1026" y="874"/>
                      </a:moveTo>
                      <a:lnTo>
                        <a:pt x="1026" y="874"/>
                      </a:lnTo>
                      <a:lnTo>
                        <a:pt x="1030" y="874"/>
                      </a:lnTo>
                      <a:lnTo>
                        <a:pt x="1034" y="874"/>
                      </a:lnTo>
                      <a:lnTo>
                        <a:pt x="1034" y="874"/>
                      </a:lnTo>
                      <a:lnTo>
                        <a:pt x="1036" y="872"/>
                      </a:lnTo>
                      <a:lnTo>
                        <a:pt x="1036" y="872"/>
                      </a:lnTo>
                      <a:lnTo>
                        <a:pt x="1038" y="872"/>
                      </a:lnTo>
                      <a:lnTo>
                        <a:pt x="1040" y="874"/>
                      </a:lnTo>
                      <a:lnTo>
                        <a:pt x="1040" y="874"/>
                      </a:lnTo>
                      <a:lnTo>
                        <a:pt x="1038" y="868"/>
                      </a:lnTo>
                      <a:lnTo>
                        <a:pt x="1040" y="864"/>
                      </a:lnTo>
                      <a:lnTo>
                        <a:pt x="1040" y="864"/>
                      </a:lnTo>
                      <a:lnTo>
                        <a:pt x="1050" y="868"/>
                      </a:lnTo>
                      <a:lnTo>
                        <a:pt x="1050" y="868"/>
                      </a:lnTo>
                      <a:lnTo>
                        <a:pt x="1050" y="868"/>
                      </a:lnTo>
                      <a:lnTo>
                        <a:pt x="1050" y="870"/>
                      </a:lnTo>
                      <a:lnTo>
                        <a:pt x="1050" y="872"/>
                      </a:lnTo>
                      <a:lnTo>
                        <a:pt x="1050" y="872"/>
                      </a:lnTo>
                      <a:lnTo>
                        <a:pt x="1056" y="872"/>
                      </a:lnTo>
                      <a:lnTo>
                        <a:pt x="1056" y="872"/>
                      </a:lnTo>
                      <a:lnTo>
                        <a:pt x="1056" y="876"/>
                      </a:lnTo>
                      <a:lnTo>
                        <a:pt x="1056" y="876"/>
                      </a:lnTo>
                      <a:lnTo>
                        <a:pt x="1058" y="876"/>
                      </a:lnTo>
                      <a:lnTo>
                        <a:pt x="1058" y="870"/>
                      </a:lnTo>
                      <a:lnTo>
                        <a:pt x="1058" y="870"/>
                      </a:lnTo>
                      <a:lnTo>
                        <a:pt x="1054" y="870"/>
                      </a:lnTo>
                      <a:lnTo>
                        <a:pt x="1054" y="870"/>
                      </a:lnTo>
                      <a:lnTo>
                        <a:pt x="1054" y="866"/>
                      </a:lnTo>
                      <a:lnTo>
                        <a:pt x="1054" y="866"/>
                      </a:lnTo>
                      <a:lnTo>
                        <a:pt x="1054" y="866"/>
                      </a:lnTo>
                      <a:lnTo>
                        <a:pt x="1054" y="866"/>
                      </a:lnTo>
                      <a:lnTo>
                        <a:pt x="1058" y="864"/>
                      </a:lnTo>
                      <a:lnTo>
                        <a:pt x="1058" y="860"/>
                      </a:lnTo>
                      <a:lnTo>
                        <a:pt x="1058" y="860"/>
                      </a:lnTo>
                      <a:lnTo>
                        <a:pt x="1058" y="860"/>
                      </a:lnTo>
                      <a:lnTo>
                        <a:pt x="1056" y="858"/>
                      </a:lnTo>
                      <a:lnTo>
                        <a:pt x="1056" y="858"/>
                      </a:lnTo>
                      <a:lnTo>
                        <a:pt x="1054" y="860"/>
                      </a:lnTo>
                      <a:lnTo>
                        <a:pt x="1052" y="856"/>
                      </a:lnTo>
                      <a:lnTo>
                        <a:pt x="1052" y="856"/>
                      </a:lnTo>
                      <a:lnTo>
                        <a:pt x="1048" y="858"/>
                      </a:lnTo>
                      <a:lnTo>
                        <a:pt x="1046" y="858"/>
                      </a:lnTo>
                      <a:lnTo>
                        <a:pt x="1046" y="856"/>
                      </a:lnTo>
                      <a:lnTo>
                        <a:pt x="1046" y="856"/>
                      </a:lnTo>
                      <a:lnTo>
                        <a:pt x="1044" y="854"/>
                      </a:lnTo>
                      <a:lnTo>
                        <a:pt x="1044" y="854"/>
                      </a:lnTo>
                      <a:lnTo>
                        <a:pt x="1044" y="852"/>
                      </a:lnTo>
                      <a:lnTo>
                        <a:pt x="1044" y="852"/>
                      </a:lnTo>
                      <a:lnTo>
                        <a:pt x="1048" y="854"/>
                      </a:lnTo>
                      <a:lnTo>
                        <a:pt x="1054" y="854"/>
                      </a:lnTo>
                      <a:lnTo>
                        <a:pt x="1054" y="854"/>
                      </a:lnTo>
                      <a:lnTo>
                        <a:pt x="1054" y="850"/>
                      </a:lnTo>
                      <a:lnTo>
                        <a:pt x="1054" y="850"/>
                      </a:lnTo>
                      <a:lnTo>
                        <a:pt x="1060" y="848"/>
                      </a:lnTo>
                      <a:lnTo>
                        <a:pt x="1060" y="848"/>
                      </a:lnTo>
                      <a:lnTo>
                        <a:pt x="1064" y="850"/>
                      </a:lnTo>
                      <a:lnTo>
                        <a:pt x="1068" y="852"/>
                      </a:lnTo>
                      <a:lnTo>
                        <a:pt x="1068" y="852"/>
                      </a:lnTo>
                      <a:lnTo>
                        <a:pt x="1072" y="852"/>
                      </a:lnTo>
                      <a:lnTo>
                        <a:pt x="1072" y="852"/>
                      </a:lnTo>
                      <a:lnTo>
                        <a:pt x="1072" y="848"/>
                      </a:lnTo>
                      <a:lnTo>
                        <a:pt x="1074" y="848"/>
                      </a:lnTo>
                      <a:lnTo>
                        <a:pt x="1074" y="848"/>
                      </a:lnTo>
                      <a:lnTo>
                        <a:pt x="1076" y="854"/>
                      </a:lnTo>
                      <a:lnTo>
                        <a:pt x="1076" y="854"/>
                      </a:lnTo>
                      <a:lnTo>
                        <a:pt x="1080" y="854"/>
                      </a:lnTo>
                      <a:lnTo>
                        <a:pt x="1084" y="848"/>
                      </a:lnTo>
                      <a:lnTo>
                        <a:pt x="1084" y="848"/>
                      </a:lnTo>
                      <a:lnTo>
                        <a:pt x="1086" y="850"/>
                      </a:lnTo>
                      <a:lnTo>
                        <a:pt x="1086" y="850"/>
                      </a:lnTo>
                      <a:lnTo>
                        <a:pt x="1086" y="852"/>
                      </a:lnTo>
                      <a:lnTo>
                        <a:pt x="1088" y="852"/>
                      </a:lnTo>
                      <a:lnTo>
                        <a:pt x="1090" y="852"/>
                      </a:lnTo>
                      <a:lnTo>
                        <a:pt x="1090" y="848"/>
                      </a:lnTo>
                      <a:lnTo>
                        <a:pt x="1090" y="848"/>
                      </a:lnTo>
                      <a:lnTo>
                        <a:pt x="1094" y="848"/>
                      </a:lnTo>
                      <a:lnTo>
                        <a:pt x="1094" y="848"/>
                      </a:lnTo>
                      <a:lnTo>
                        <a:pt x="1098" y="850"/>
                      </a:lnTo>
                      <a:lnTo>
                        <a:pt x="1098" y="850"/>
                      </a:lnTo>
                      <a:lnTo>
                        <a:pt x="1096" y="852"/>
                      </a:lnTo>
                      <a:lnTo>
                        <a:pt x="1096" y="854"/>
                      </a:lnTo>
                      <a:lnTo>
                        <a:pt x="1096" y="854"/>
                      </a:lnTo>
                      <a:lnTo>
                        <a:pt x="1098" y="856"/>
                      </a:lnTo>
                      <a:lnTo>
                        <a:pt x="1098" y="856"/>
                      </a:lnTo>
                      <a:lnTo>
                        <a:pt x="1106" y="856"/>
                      </a:lnTo>
                      <a:lnTo>
                        <a:pt x="1106" y="856"/>
                      </a:lnTo>
                      <a:lnTo>
                        <a:pt x="1106" y="858"/>
                      </a:lnTo>
                      <a:lnTo>
                        <a:pt x="1108" y="860"/>
                      </a:lnTo>
                      <a:lnTo>
                        <a:pt x="1108" y="860"/>
                      </a:lnTo>
                      <a:lnTo>
                        <a:pt x="1114" y="864"/>
                      </a:lnTo>
                      <a:lnTo>
                        <a:pt x="1120" y="866"/>
                      </a:lnTo>
                      <a:lnTo>
                        <a:pt x="1120" y="866"/>
                      </a:lnTo>
                      <a:lnTo>
                        <a:pt x="1122" y="862"/>
                      </a:lnTo>
                      <a:lnTo>
                        <a:pt x="1124" y="858"/>
                      </a:lnTo>
                      <a:lnTo>
                        <a:pt x="1124" y="858"/>
                      </a:lnTo>
                      <a:lnTo>
                        <a:pt x="1130" y="858"/>
                      </a:lnTo>
                      <a:lnTo>
                        <a:pt x="1130" y="858"/>
                      </a:lnTo>
                      <a:lnTo>
                        <a:pt x="1134" y="862"/>
                      </a:lnTo>
                      <a:lnTo>
                        <a:pt x="1134" y="862"/>
                      </a:lnTo>
                      <a:lnTo>
                        <a:pt x="1134" y="866"/>
                      </a:lnTo>
                      <a:lnTo>
                        <a:pt x="1136" y="870"/>
                      </a:lnTo>
                      <a:lnTo>
                        <a:pt x="1136" y="870"/>
                      </a:lnTo>
                      <a:lnTo>
                        <a:pt x="1138" y="872"/>
                      </a:lnTo>
                      <a:lnTo>
                        <a:pt x="1142" y="874"/>
                      </a:lnTo>
                      <a:lnTo>
                        <a:pt x="1142" y="874"/>
                      </a:lnTo>
                      <a:lnTo>
                        <a:pt x="1142" y="888"/>
                      </a:lnTo>
                      <a:lnTo>
                        <a:pt x="1140" y="890"/>
                      </a:lnTo>
                      <a:lnTo>
                        <a:pt x="1140" y="890"/>
                      </a:lnTo>
                      <a:lnTo>
                        <a:pt x="1140" y="896"/>
                      </a:lnTo>
                      <a:lnTo>
                        <a:pt x="1142" y="900"/>
                      </a:lnTo>
                      <a:lnTo>
                        <a:pt x="1142" y="900"/>
                      </a:lnTo>
                      <a:lnTo>
                        <a:pt x="1146" y="894"/>
                      </a:lnTo>
                      <a:lnTo>
                        <a:pt x="1146" y="894"/>
                      </a:lnTo>
                      <a:lnTo>
                        <a:pt x="1150" y="894"/>
                      </a:lnTo>
                      <a:lnTo>
                        <a:pt x="1150" y="894"/>
                      </a:lnTo>
                      <a:lnTo>
                        <a:pt x="1146" y="912"/>
                      </a:lnTo>
                      <a:lnTo>
                        <a:pt x="1146" y="912"/>
                      </a:lnTo>
                      <a:lnTo>
                        <a:pt x="1150" y="914"/>
                      </a:lnTo>
                      <a:lnTo>
                        <a:pt x="1154" y="916"/>
                      </a:lnTo>
                      <a:lnTo>
                        <a:pt x="1154" y="916"/>
                      </a:lnTo>
                      <a:lnTo>
                        <a:pt x="1156" y="922"/>
                      </a:lnTo>
                      <a:lnTo>
                        <a:pt x="1156" y="928"/>
                      </a:lnTo>
                      <a:lnTo>
                        <a:pt x="1156" y="928"/>
                      </a:lnTo>
                      <a:lnTo>
                        <a:pt x="1160" y="932"/>
                      </a:lnTo>
                      <a:lnTo>
                        <a:pt x="1160" y="932"/>
                      </a:lnTo>
                      <a:lnTo>
                        <a:pt x="1162" y="938"/>
                      </a:lnTo>
                      <a:lnTo>
                        <a:pt x="1162" y="938"/>
                      </a:lnTo>
                      <a:lnTo>
                        <a:pt x="1164" y="938"/>
                      </a:lnTo>
                      <a:lnTo>
                        <a:pt x="1166" y="938"/>
                      </a:lnTo>
                      <a:lnTo>
                        <a:pt x="1166" y="938"/>
                      </a:lnTo>
                      <a:lnTo>
                        <a:pt x="1166" y="940"/>
                      </a:lnTo>
                      <a:lnTo>
                        <a:pt x="1168" y="944"/>
                      </a:lnTo>
                      <a:lnTo>
                        <a:pt x="1168" y="944"/>
                      </a:lnTo>
                      <a:lnTo>
                        <a:pt x="1170" y="944"/>
                      </a:lnTo>
                      <a:lnTo>
                        <a:pt x="1172" y="944"/>
                      </a:lnTo>
                      <a:lnTo>
                        <a:pt x="1172" y="944"/>
                      </a:lnTo>
                      <a:lnTo>
                        <a:pt x="1172" y="940"/>
                      </a:lnTo>
                      <a:lnTo>
                        <a:pt x="1172" y="940"/>
                      </a:lnTo>
                      <a:lnTo>
                        <a:pt x="1172" y="938"/>
                      </a:lnTo>
                      <a:lnTo>
                        <a:pt x="1172" y="938"/>
                      </a:lnTo>
                      <a:lnTo>
                        <a:pt x="1172" y="936"/>
                      </a:lnTo>
                      <a:lnTo>
                        <a:pt x="1172" y="936"/>
                      </a:lnTo>
                      <a:lnTo>
                        <a:pt x="1176" y="932"/>
                      </a:lnTo>
                      <a:lnTo>
                        <a:pt x="1176" y="932"/>
                      </a:lnTo>
                      <a:lnTo>
                        <a:pt x="1176" y="922"/>
                      </a:lnTo>
                      <a:lnTo>
                        <a:pt x="1178" y="916"/>
                      </a:lnTo>
                      <a:lnTo>
                        <a:pt x="1178" y="916"/>
                      </a:lnTo>
                      <a:lnTo>
                        <a:pt x="1176" y="916"/>
                      </a:lnTo>
                      <a:lnTo>
                        <a:pt x="1176" y="914"/>
                      </a:lnTo>
                      <a:lnTo>
                        <a:pt x="1176" y="910"/>
                      </a:lnTo>
                      <a:lnTo>
                        <a:pt x="1174" y="910"/>
                      </a:lnTo>
                      <a:lnTo>
                        <a:pt x="1174" y="910"/>
                      </a:lnTo>
                      <a:lnTo>
                        <a:pt x="1174" y="904"/>
                      </a:lnTo>
                      <a:lnTo>
                        <a:pt x="1174" y="900"/>
                      </a:lnTo>
                      <a:lnTo>
                        <a:pt x="1174" y="900"/>
                      </a:lnTo>
                      <a:lnTo>
                        <a:pt x="1170" y="894"/>
                      </a:lnTo>
                      <a:lnTo>
                        <a:pt x="1170" y="894"/>
                      </a:lnTo>
                      <a:lnTo>
                        <a:pt x="1170" y="892"/>
                      </a:lnTo>
                      <a:lnTo>
                        <a:pt x="1170" y="888"/>
                      </a:lnTo>
                      <a:lnTo>
                        <a:pt x="1170" y="888"/>
                      </a:lnTo>
                      <a:lnTo>
                        <a:pt x="1168" y="886"/>
                      </a:lnTo>
                      <a:lnTo>
                        <a:pt x="1166" y="884"/>
                      </a:lnTo>
                      <a:lnTo>
                        <a:pt x="1166" y="884"/>
                      </a:lnTo>
                      <a:lnTo>
                        <a:pt x="1168" y="880"/>
                      </a:lnTo>
                      <a:lnTo>
                        <a:pt x="1168" y="880"/>
                      </a:lnTo>
                      <a:lnTo>
                        <a:pt x="1164" y="874"/>
                      </a:lnTo>
                      <a:lnTo>
                        <a:pt x="1162" y="868"/>
                      </a:lnTo>
                      <a:lnTo>
                        <a:pt x="1162" y="868"/>
                      </a:lnTo>
                      <a:lnTo>
                        <a:pt x="1162" y="862"/>
                      </a:lnTo>
                      <a:lnTo>
                        <a:pt x="1160" y="856"/>
                      </a:lnTo>
                      <a:lnTo>
                        <a:pt x="1160" y="856"/>
                      </a:lnTo>
                      <a:lnTo>
                        <a:pt x="1156" y="854"/>
                      </a:lnTo>
                      <a:lnTo>
                        <a:pt x="1156" y="852"/>
                      </a:lnTo>
                      <a:lnTo>
                        <a:pt x="1156" y="852"/>
                      </a:lnTo>
                      <a:lnTo>
                        <a:pt x="1160" y="848"/>
                      </a:lnTo>
                      <a:lnTo>
                        <a:pt x="1160" y="848"/>
                      </a:lnTo>
                      <a:lnTo>
                        <a:pt x="1160" y="844"/>
                      </a:lnTo>
                      <a:lnTo>
                        <a:pt x="1160" y="840"/>
                      </a:lnTo>
                      <a:lnTo>
                        <a:pt x="1162" y="840"/>
                      </a:lnTo>
                      <a:lnTo>
                        <a:pt x="1162" y="840"/>
                      </a:lnTo>
                      <a:lnTo>
                        <a:pt x="1164" y="830"/>
                      </a:lnTo>
                      <a:lnTo>
                        <a:pt x="1164" y="828"/>
                      </a:lnTo>
                      <a:lnTo>
                        <a:pt x="1170" y="824"/>
                      </a:lnTo>
                      <a:lnTo>
                        <a:pt x="1168" y="820"/>
                      </a:lnTo>
                      <a:lnTo>
                        <a:pt x="1168" y="820"/>
                      </a:lnTo>
                      <a:lnTo>
                        <a:pt x="1170" y="820"/>
                      </a:lnTo>
                      <a:lnTo>
                        <a:pt x="1174" y="818"/>
                      </a:lnTo>
                      <a:lnTo>
                        <a:pt x="1174" y="818"/>
                      </a:lnTo>
                      <a:lnTo>
                        <a:pt x="1174" y="816"/>
                      </a:lnTo>
                      <a:lnTo>
                        <a:pt x="1176" y="812"/>
                      </a:lnTo>
                      <a:lnTo>
                        <a:pt x="1176" y="812"/>
                      </a:lnTo>
                      <a:lnTo>
                        <a:pt x="1178" y="812"/>
                      </a:lnTo>
                      <a:lnTo>
                        <a:pt x="1180" y="812"/>
                      </a:lnTo>
                      <a:lnTo>
                        <a:pt x="1180" y="812"/>
                      </a:lnTo>
                      <a:lnTo>
                        <a:pt x="1184" y="808"/>
                      </a:lnTo>
                      <a:lnTo>
                        <a:pt x="1184" y="808"/>
                      </a:lnTo>
                      <a:lnTo>
                        <a:pt x="1184" y="806"/>
                      </a:lnTo>
                      <a:lnTo>
                        <a:pt x="1184" y="806"/>
                      </a:lnTo>
                      <a:lnTo>
                        <a:pt x="1188" y="806"/>
                      </a:lnTo>
                      <a:lnTo>
                        <a:pt x="1188" y="806"/>
                      </a:lnTo>
                      <a:lnTo>
                        <a:pt x="1190" y="798"/>
                      </a:lnTo>
                      <a:lnTo>
                        <a:pt x="1190" y="798"/>
                      </a:lnTo>
                      <a:lnTo>
                        <a:pt x="1192" y="798"/>
                      </a:lnTo>
                      <a:lnTo>
                        <a:pt x="1194" y="798"/>
                      </a:lnTo>
                      <a:lnTo>
                        <a:pt x="1194" y="798"/>
                      </a:lnTo>
                      <a:lnTo>
                        <a:pt x="1198" y="796"/>
                      </a:lnTo>
                      <a:lnTo>
                        <a:pt x="1200" y="794"/>
                      </a:lnTo>
                      <a:lnTo>
                        <a:pt x="1200" y="794"/>
                      </a:lnTo>
                      <a:lnTo>
                        <a:pt x="1202" y="794"/>
                      </a:lnTo>
                      <a:lnTo>
                        <a:pt x="1206" y="794"/>
                      </a:lnTo>
                      <a:lnTo>
                        <a:pt x="1212" y="784"/>
                      </a:lnTo>
                      <a:lnTo>
                        <a:pt x="1212" y="784"/>
                      </a:lnTo>
                      <a:lnTo>
                        <a:pt x="1212" y="782"/>
                      </a:lnTo>
                      <a:lnTo>
                        <a:pt x="1212" y="782"/>
                      </a:lnTo>
                      <a:lnTo>
                        <a:pt x="1218" y="778"/>
                      </a:lnTo>
                      <a:lnTo>
                        <a:pt x="1218" y="778"/>
                      </a:lnTo>
                      <a:lnTo>
                        <a:pt x="1216" y="772"/>
                      </a:lnTo>
                      <a:lnTo>
                        <a:pt x="1216" y="772"/>
                      </a:lnTo>
                      <a:lnTo>
                        <a:pt x="1220" y="772"/>
                      </a:lnTo>
                      <a:lnTo>
                        <a:pt x="1220" y="770"/>
                      </a:lnTo>
                      <a:lnTo>
                        <a:pt x="1222" y="770"/>
                      </a:lnTo>
                      <a:lnTo>
                        <a:pt x="1222" y="770"/>
                      </a:lnTo>
                      <a:lnTo>
                        <a:pt x="1218" y="764"/>
                      </a:lnTo>
                      <a:lnTo>
                        <a:pt x="1218" y="764"/>
                      </a:lnTo>
                      <a:lnTo>
                        <a:pt x="1226" y="762"/>
                      </a:lnTo>
                      <a:lnTo>
                        <a:pt x="1226" y="764"/>
                      </a:lnTo>
                      <a:lnTo>
                        <a:pt x="1226" y="764"/>
                      </a:lnTo>
                      <a:lnTo>
                        <a:pt x="1230" y="766"/>
                      </a:lnTo>
                      <a:lnTo>
                        <a:pt x="1230" y="766"/>
                      </a:lnTo>
                      <a:lnTo>
                        <a:pt x="1234" y="762"/>
                      </a:lnTo>
                      <a:lnTo>
                        <a:pt x="1234" y="760"/>
                      </a:lnTo>
                      <a:lnTo>
                        <a:pt x="1230" y="762"/>
                      </a:lnTo>
                      <a:lnTo>
                        <a:pt x="1230" y="762"/>
                      </a:lnTo>
                      <a:lnTo>
                        <a:pt x="1230" y="758"/>
                      </a:lnTo>
                      <a:lnTo>
                        <a:pt x="1222" y="756"/>
                      </a:lnTo>
                      <a:lnTo>
                        <a:pt x="1222" y="756"/>
                      </a:lnTo>
                      <a:lnTo>
                        <a:pt x="1222" y="752"/>
                      </a:lnTo>
                      <a:lnTo>
                        <a:pt x="1222" y="752"/>
                      </a:lnTo>
                      <a:lnTo>
                        <a:pt x="1226" y="752"/>
                      </a:lnTo>
                      <a:lnTo>
                        <a:pt x="1230" y="750"/>
                      </a:lnTo>
                      <a:lnTo>
                        <a:pt x="1230" y="750"/>
                      </a:lnTo>
                      <a:lnTo>
                        <a:pt x="1230" y="748"/>
                      </a:lnTo>
                      <a:lnTo>
                        <a:pt x="1230" y="748"/>
                      </a:lnTo>
                      <a:lnTo>
                        <a:pt x="1230" y="746"/>
                      </a:lnTo>
                      <a:lnTo>
                        <a:pt x="1228" y="744"/>
                      </a:lnTo>
                      <a:lnTo>
                        <a:pt x="1228" y="744"/>
                      </a:lnTo>
                      <a:lnTo>
                        <a:pt x="1230" y="744"/>
                      </a:lnTo>
                      <a:lnTo>
                        <a:pt x="1230" y="742"/>
                      </a:lnTo>
                      <a:lnTo>
                        <a:pt x="1220" y="738"/>
                      </a:lnTo>
                      <a:lnTo>
                        <a:pt x="1220" y="738"/>
                      </a:lnTo>
                      <a:lnTo>
                        <a:pt x="1220" y="734"/>
                      </a:lnTo>
                      <a:lnTo>
                        <a:pt x="1220" y="734"/>
                      </a:lnTo>
                      <a:lnTo>
                        <a:pt x="1218" y="732"/>
                      </a:lnTo>
                      <a:lnTo>
                        <a:pt x="1218" y="732"/>
                      </a:lnTo>
                      <a:lnTo>
                        <a:pt x="1226" y="730"/>
                      </a:lnTo>
                      <a:lnTo>
                        <a:pt x="1226" y="730"/>
                      </a:lnTo>
                      <a:lnTo>
                        <a:pt x="1224" y="726"/>
                      </a:lnTo>
                      <a:lnTo>
                        <a:pt x="1220" y="722"/>
                      </a:lnTo>
                      <a:lnTo>
                        <a:pt x="1220" y="722"/>
                      </a:lnTo>
                      <a:lnTo>
                        <a:pt x="1222" y="722"/>
                      </a:lnTo>
                      <a:lnTo>
                        <a:pt x="1222" y="720"/>
                      </a:lnTo>
                      <a:lnTo>
                        <a:pt x="1222" y="720"/>
                      </a:lnTo>
                      <a:lnTo>
                        <a:pt x="1216" y="714"/>
                      </a:lnTo>
                      <a:lnTo>
                        <a:pt x="1216" y="714"/>
                      </a:lnTo>
                      <a:lnTo>
                        <a:pt x="1218" y="712"/>
                      </a:lnTo>
                      <a:lnTo>
                        <a:pt x="1218" y="712"/>
                      </a:lnTo>
                      <a:lnTo>
                        <a:pt x="1218" y="706"/>
                      </a:lnTo>
                      <a:lnTo>
                        <a:pt x="1220" y="706"/>
                      </a:lnTo>
                      <a:lnTo>
                        <a:pt x="1220" y="706"/>
                      </a:lnTo>
                      <a:lnTo>
                        <a:pt x="1222" y="698"/>
                      </a:lnTo>
                      <a:lnTo>
                        <a:pt x="1222" y="688"/>
                      </a:lnTo>
                      <a:lnTo>
                        <a:pt x="1222" y="688"/>
                      </a:lnTo>
                      <a:lnTo>
                        <a:pt x="1226" y="688"/>
                      </a:lnTo>
                      <a:lnTo>
                        <a:pt x="1228" y="686"/>
                      </a:lnTo>
                      <a:lnTo>
                        <a:pt x="1228" y="686"/>
                      </a:lnTo>
                      <a:lnTo>
                        <a:pt x="1234" y="686"/>
                      </a:lnTo>
                      <a:lnTo>
                        <a:pt x="1234" y="686"/>
                      </a:lnTo>
                      <a:lnTo>
                        <a:pt x="1234" y="684"/>
                      </a:lnTo>
                      <a:lnTo>
                        <a:pt x="1236" y="682"/>
                      </a:lnTo>
                      <a:lnTo>
                        <a:pt x="1236" y="682"/>
                      </a:lnTo>
                      <a:lnTo>
                        <a:pt x="1236" y="686"/>
                      </a:lnTo>
                      <a:lnTo>
                        <a:pt x="1236" y="686"/>
                      </a:lnTo>
                      <a:lnTo>
                        <a:pt x="1228" y="696"/>
                      </a:lnTo>
                      <a:lnTo>
                        <a:pt x="1230" y="698"/>
                      </a:lnTo>
                      <a:lnTo>
                        <a:pt x="1230" y="698"/>
                      </a:lnTo>
                      <a:lnTo>
                        <a:pt x="1228" y="700"/>
                      </a:lnTo>
                      <a:lnTo>
                        <a:pt x="1224" y="702"/>
                      </a:lnTo>
                      <a:lnTo>
                        <a:pt x="1224" y="702"/>
                      </a:lnTo>
                      <a:lnTo>
                        <a:pt x="1226" y="704"/>
                      </a:lnTo>
                      <a:lnTo>
                        <a:pt x="1226" y="706"/>
                      </a:lnTo>
                      <a:lnTo>
                        <a:pt x="1226" y="706"/>
                      </a:lnTo>
                      <a:lnTo>
                        <a:pt x="1228" y="708"/>
                      </a:lnTo>
                      <a:lnTo>
                        <a:pt x="1226" y="708"/>
                      </a:lnTo>
                      <a:lnTo>
                        <a:pt x="1226" y="708"/>
                      </a:lnTo>
                      <a:lnTo>
                        <a:pt x="1226" y="712"/>
                      </a:lnTo>
                      <a:lnTo>
                        <a:pt x="1226" y="716"/>
                      </a:lnTo>
                      <a:lnTo>
                        <a:pt x="1226" y="716"/>
                      </a:lnTo>
                      <a:lnTo>
                        <a:pt x="1226" y="716"/>
                      </a:lnTo>
                      <a:lnTo>
                        <a:pt x="1234" y="714"/>
                      </a:lnTo>
                      <a:lnTo>
                        <a:pt x="1234" y="714"/>
                      </a:lnTo>
                      <a:lnTo>
                        <a:pt x="1234" y="720"/>
                      </a:lnTo>
                      <a:lnTo>
                        <a:pt x="1234" y="720"/>
                      </a:lnTo>
                      <a:lnTo>
                        <a:pt x="1242" y="718"/>
                      </a:lnTo>
                      <a:lnTo>
                        <a:pt x="1242" y="716"/>
                      </a:lnTo>
                      <a:lnTo>
                        <a:pt x="1242" y="716"/>
                      </a:lnTo>
                      <a:lnTo>
                        <a:pt x="1242" y="714"/>
                      </a:lnTo>
                      <a:lnTo>
                        <a:pt x="1242" y="712"/>
                      </a:lnTo>
                      <a:lnTo>
                        <a:pt x="1242" y="712"/>
                      </a:lnTo>
                      <a:lnTo>
                        <a:pt x="1242" y="710"/>
                      </a:lnTo>
                      <a:lnTo>
                        <a:pt x="1242" y="710"/>
                      </a:lnTo>
                      <a:lnTo>
                        <a:pt x="1244" y="710"/>
                      </a:lnTo>
                      <a:lnTo>
                        <a:pt x="1244" y="710"/>
                      </a:lnTo>
                      <a:lnTo>
                        <a:pt x="1244" y="706"/>
                      </a:lnTo>
                      <a:lnTo>
                        <a:pt x="1242" y="706"/>
                      </a:lnTo>
                      <a:lnTo>
                        <a:pt x="1242" y="706"/>
                      </a:lnTo>
                      <a:lnTo>
                        <a:pt x="1244" y="702"/>
                      </a:lnTo>
                      <a:lnTo>
                        <a:pt x="1244" y="700"/>
                      </a:lnTo>
                      <a:lnTo>
                        <a:pt x="1242" y="700"/>
                      </a:lnTo>
                      <a:lnTo>
                        <a:pt x="1242" y="700"/>
                      </a:lnTo>
                      <a:lnTo>
                        <a:pt x="1240" y="694"/>
                      </a:lnTo>
                      <a:lnTo>
                        <a:pt x="1240" y="694"/>
                      </a:lnTo>
                      <a:lnTo>
                        <a:pt x="1240" y="694"/>
                      </a:lnTo>
                      <a:lnTo>
                        <a:pt x="1240" y="688"/>
                      </a:lnTo>
                      <a:lnTo>
                        <a:pt x="1240" y="688"/>
                      </a:lnTo>
                      <a:lnTo>
                        <a:pt x="1244" y="690"/>
                      </a:lnTo>
                      <a:lnTo>
                        <a:pt x="1248" y="694"/>
                      </a:lnTo>
                      <a:lnTo>
                        <a:pt x="1248" y="694"/>
                      </a:lnTo>
                      <a:lnTo>
                        <a:pt x="1252" y="694"/>
                      </a:lnTo>
                      <a:lnTo>
                        <a:pt x="1252" y="694"/>
                      </a:lnTo>
                      <a:lnTo>
                        <a:pt x="1258" y="682"/>
                      </a:lnTo>
                      <a:lnTo>
                        <a:pt x="1260" y="684"/>
                      </a:lnTo>
                      <a:lnTo>
                        <a:pt x="1260" y="684"/>
                      </a:lnTo>
                      <a:lnTo>
                        <a:pt x="1262" y="678"/>
                      </a:lnTo>
                      <a:lnTo>
                        <a:pt x="1262" y="678"/>
                      </a:lnTo>
                      <a:lnTo>
                        <a:pt x="1262" y="668"/>
                      </a:lnTo>
                      <a:lnTo>
                        <a:pt x="1262" y="668"/>
                      </a:lnTo>
                      <a:lnTo>
                        <a:pt x="1260" y="668"/>
                      </a:lnTo>
                      <a:lnTo>
                        <a:pt x="1260" y="668"/>
                      </a:lnTo>
                      <a:lnTo>
                        <a:pt x="1260" y="664"/>
                      </a:lnTo>
                      <a:lnTo>
                        <a:pt x="1262" y="664"/>
                      </a:lnTo>
                      <a:lnTo>
                        <a:pt x="1262" y="662"/>
                      </a:lnTo>
                      <a:lnTo>
                        <a:pt x="1262" y="662"/>
                      </a:lnTo>
                      <a:lnTo>
                        <a:pt x="1270" y="654"/>
                      </a:lnTo>
                      <a:lnTo>
                        <a:pt x="1270" y="652"/>
                      </a:lnTo>
                      <a:lnTo>
                        <a:pt x="1270" y="652"/>
                      </a:lnTo>
                      <a:lnTo>
                        <a:pt x="1274" y="652"/>
                      </a:lnTo>
                      <a:lnTo>
                        <a:pt x="1274" y="652"/>
                      </a:lnTo>
                      <a:lnTo>
                        <a:pt x="1276" y="652"/>
                      </a:lnTo>
                      <a:lnTo>
                        <a:pt x="1278" y="650"/>
                      </a:lnTo>
                      <a:lnTo>
                        <a:pt x="1278" y="650"/>
                      </a:lnTo>
                      <a:lnTo>
                        <a:pt x="1282" y="650"/>
                      </a:lnTo>
                      <a:lnTo>
                        <a:pt x="1282" y="650"/>
                      </a:lnTo>
                      <a:lnTo>
                        <a:pt x="1284" y="646"/>
                      </a:lnTo>
                      <a:lnTo>
                        <a:pt x="1284" y="646"/>
                      </a:lnTo>
                      <a:lnTo>
                        <a:pt x="1288" y="646"/>
                      </a:lnTo>
                      <a:lnTo>
                        <a:pt x="1292" y="646"/>
                      </a:lnTo>
                      <a:lnTo>
                        <a:pt x="1292" y="648"/>
                      </a:lnTo>
                      <a:lnTo>
                        <a:pt x="1292" y="648"/>
                      </a:lnTo>
                      <a:lnTo>
                        <a:pt x="1294" y="648"/>
                      </a:lnTo>
                      <a:lnTo>
                        <a:pt x="1296" y="648"/>
                      </a:lnTo>
                      <a:lnTo>
                        <a:pt x="1296" y="648"/>
                      </a:lnTo>
                      <a:lnTo>
                        <a:pt x="1294" y="646"/>
                      </a:lnTo>
                      <a:lnTo>
                        <a:pt x="1294" y="644"/>
                      </a:lnTo>
                      <a:lnTo>
                        <a:pt x="1296" y="640"/>
                      </a:lnTo>
                      <a:lnTo>
                        <a:pt x="1296" y="640"/>
                      </a:lnTo>
                      <a:lnTo>
                        <a:pt x="1298" y="640"/>
                      </a:lnTo>
                      <a:lnTo>
                        <a:pt x="1302" y="640"/>
                      </a:lnTo>
                      <a:lnTo>
                        <a:pt x="1302" y="640"/>
                      </a:lnTo>
                      <a:lnTo>
                        <a:pt x="1302" y="644"/>
                      </a:lnTo>
                      <a:lnTo>
                        <a:pt x="1302" y="644"/>
                      </a:lnTo>
                      <a:lnTo>
                        <a:pt x="1302" y="644"/>
                      </a:lnTo>
                      <a:lnTo>
                        <a:pt x="1306" y="644"/>
                      </a:lnTo>
                      <a:lnTo>
                        <a:pt x="1306" y="644"/>
                      </a:lnTo>
                      <a:lnTo>
                        <a:pt x="1308" y="642"/>
                      </a:lnTo>
                      <a:lnTo>
                        <a:pt x="1308" y="642"/>
                      </a:lnTo>
                      <a:lnTo>
                        <a:pt x="1312" y="642"/>
                      </a:lnTo>
                      <a:lnTo>
                        <a:pt x="1312" y="642"/>
                      </a:lnTo>
                      <a:lnTo>
                        <a:pt x="1310" y="638"/>
                      </a:lnTo>
                      <a:lnTo>
                        <a:pt x="1310" y="638"/>
                      </a:lnTo>
                      <a:lnTo>
                        <a:pt x="1304" y="636"/>
                      </a:lnTo>
                      <a:lnTo>
                        <a:pt x="1302" y="634"/>
                      </a:lnTo>
                      <a:lnTo>
                        <a:pt x="1302" y="634"/>
                      </a:lnTo>
                      <a:lnTo>
                        <a:pt x="1302" y="632"/>
                      </a:lnTo>
                      <a:lnTo>
                        <a:pt x="1302" y="632"/>
                      </a:lnTo>
                      <a:lnTo>
                        <a:pt x="1308" y="630"/>
                      </a:lnTo>
                      <a:lnTo>
                        <a:pt x="1308" y="630"/>
                      </a:lnTo>
                      <a:lnTo>
                        <a:pt x="1306" y="624"/>
                      </a:lnTo>
                      <a:lnTo>
                        <a:pt x="1306" y="622"/>
                      </a:lnTo>
                      <a:lnTo>
                        <a:pt x="1312" y="616"/>
                      </a:lnTo>
                      <a:lnTo>
                        <a:pt x="1312" y="614"/>
                      </a:lnTo>
                      <a:lnTo>
                        <a:pt x="1310" y="614"/>
                      </a:lnTo>
                      <a:lnTo>
                        <a:pt x="1310" y="614"/>
                      </a:lnTo>
                      <a:lnTo>
                        <a:pt x="1314" y="606"/>
                      </a:lnTo>
                      <a:lnTo>
                        <a:pt x="1314" y="606"/>
                      </a:lnTo>
                      <a:lnTo>
                        <a:pt x="1318" y="606"/>
                      </a:lnTo>
                      <a:lnTo>
                        <a:pt x="1318" y="606"/>
                      </a:lnTo>
                      <a:lnTo>
                        <a:pt x="1318" y="608"/>
                      </a:lnTo>
                      <a:lnTo>
                        <a:pt x="1318" y="606"/>
                      </a:lnTo>
                      <a:lnTo>
                        <a:pt x="1320" y="604"/>
                      </a:lnTo>
                      <a:lnTo>
                        <a:pt x="1320" y="604"/>
                      </a:lnTo>
                      <a:lnTo>
                        <a:pt x="1322" y="606"/>
                      </a:lnTo>
                      <a:lnTo>
                        <a:pt x="1322" y="608"/>
                      </a:lnTo>
                      <a:lnTo>
                        <a:pt x="1324" y="608"/>
                      </a:lnTo>
                      <a:lnTo>
                        <a:pt x="1324" y="608"/>
                      </a:lnTo>
                      <a:lnTo>
                        <a:pt x="1324" y="604"/>
                      </a:lnTo>
                      <a:lnTo>
                        <a:pt x="1324" y="604"/>
                      </a:lnTo>
                      <a:lnTo>
                        <a:pt x="1328" y="606"/>
                      </a:lnTo>
                      <a:lnTo>
                        <a:pt x="1328" y="606"/>
                      </a:lnTo>
                      <a:lnTo>
                        <a:pt x="1332" y="594"/>
                      </a:lnTo>
                      <a:lnTo>
                        <a:pt x="1332" y="594"/>
                      </a:lnTo>
                      <a:lnTo>
                        <a:pt x="1334" y="600"/>
                      </a:lnTo>
                      <a:lnTo>
                        <a:pt x="1338" y="600"/>
                      </a:lnTo>
                      <a:lnTo>
                        <a:pt x="1338" y="600"/>
                      </a:lnTo>
                      <a:lnTo>
                        <a:pt x="1338" y="596"/>
                      </a:lnTo>
                      <a:lnTo>
                        <a:pt x="1338" y="596"/>
                      </a:lnTo>
                      <a:lnTo>
                        <a:pt x="1342" y="600"/>
                      </a:lnTo>
                      <a:lnTo>
                        <a:pt x="1342" y="600"/>
                      </a:lnTo>
                      <a:lnTo>
                        <a:pt x="1344" y="598"/>
                      </a:lnTo>
                      <a:lnTo>
                        <a:pt x="1346" y="598"/>
                      </a:lnTo>
                      <a:lnTo>
                        <a:pt x="1346" y="598"/>
                      </a:lnTo>
                      <a:lnTo>
                        <a:pt x="1348" y="594"/>
                      </a:lnTo>
                      <a:lnTo>
                        <a:pt x="1348" y="594"/>
                      </a:lnTo>
                      <a:lnTo>
                        <a:pt x="1352" y="592"/>
                      </a:lnTo>
                      <a:lnTo>
                        <a:pt x="1352" y="592"/>
                      </a:lnTo>
                      <a:lnTo>
                        <a:pt x="1350" y="582"/>
                      </a:lnTo>
                      <a:lnTo>
                        <a:pt x="1350" y="582"/>
                      </a:lnTo>
                      <a:lnTo>
                        <a:pt x="1350" y="582"/>
                      </a:lnTo>
                      <a:lnTo>
                        <a:pt x="1350" y="582"/>
                      </a:lnTo>
                      <a:lnTo>
                        <a:pt x="1350" y="580"/>
                      </a:lnTo>
                      <a:lnTo>
                        <a:pt x="1350" y="580"/>
                      </a:lnTo>
                      <a:lnTo>
                        <a:pt x="1348" y="580"/>
                      </a:lnTo>
                      <a:lnTo>
                        <a:pt x="1348" y="580"/>
                      </a:lnTo>
                      <a:lnTo>
                        <a:pt x="1348" y="578"/>
                      </a:lnTo>
                      <a:lnTo>
                        <a:pt x="1346" y="576"/>
                      </a:lnTo>
                      <a:lnTo>
                        <a:pt x="1348" y="572"/>
                      </a:lnTo>
                      <a:lnTo>
                        <a:pt x="1348" y="572"/>
                      </a:lnTo>
                      <a:lnTo>
                        <a:pt x="1346" y="570"/>
                      </a:lnTo>
                      <a:lnTo>
                        <a:pt x="1344" y="570"/>
                      </a:lnTo>
                      <a:lnTo>
                        <a:pt x="1342" y="570"/>
                      </a:lnTo>
                      <a:lnTo>
                        <a:pt x="1342" y="570"/>
                      </a:lnTo>
                      <a:lnTo>
                        <a:pt x="1342" y="564"/>
                      </a:lnTo>
                      <a:lnTo>
                        <a:pt x="1342" y="550"/>
                      </a:lnTo>
                      <a:lnTo>
                        <a:pt x="1342" y="550"/>
                      </a:lnTo>
                      <a:lnTo>
                        <a:pt x="1342" y="546"/>
                      </a:lnTo>
                      <a:lnTo>
                        <a:pt x="1340" y="544"/>
                      </a:lnTo>
                      <a:lnTo>
                        <a:pt x="1334" y="540"/>
                      </a:lnTo>
                      <a:lnTo>
                        <a:pt x="1334" y="540"/>
                      </a:lnTo>
                      <a:lnTo>
                        <a:pt x="1330" y="540"/>
                      </a:lnTo>
                      <a:lnTo>
                        <a:pt x="1328" y="544"/>
                      </a:lnTo>
                      <a:lnTo>
                        <a:pt x="1326" y="546"/>
                      </a:lnTo>
                      <a:lnTo>
                        <a:pt x="1326" y="544"/>
                      </a:lnTo>
                      <a:lnTo>
                        <a:pt x="1326" y="544"/>
                      </a:lnTo>
                      <a:lnTo>
                        <a:pt x="1324" y="540"/>
                      </a:lnTo>
                      <a:lnTo>
                        <a:pt x="1322" y="540"/>
                      </a:lnTo>
                      <a:lnTo>
                        <a:pt x="1320" y="542"/>
                      </a:lnTo>
                      <a:lnTo>
                        <a:pt x="1318" y="550"/>
                      </a:lnTo>
                      <a:lnTo>
                        <a:pt x="1318" y="550"/>
                      </a:lnTo>
                      <a:lnTo>
                        <a:pt x="1314" y="554"/>
                      </a:lnTo>
                      <a:lnTo>
                        <a:pt x="1314" y="560"/>
                      </a:lnTo>
                      <a:lnTo>
                        <a:pt x="1314" y="560"/>
                      </a:lnTo>
                      <a:lnTo>
                        <a:pt x="1312" y="562"/>
                      </a:lnTo>
                      <a:lnTo>
                        <a:pt x="1308" y="566"/>
                      </a:lnTo>
                      <a:lnTo>
                        <a:pt x="1302" y="572"/>
                      </a:lnTo>
                      <a:lnTo>
                        <a:pt x="1302" y="572"/>
                      </a:lnTo>
                      <a:lnTo>
                        <a:pt x="1298" y="574"/>
                      </a:lnTo>
                      <a:lnTo>
                        <a:pt x="1298" y="576"/>
                      </a:lnTo>
                      <a:lnTo>
                        <a:pt x="1298" y="576"/>
                      </a:lnTo>
                      <a:lnTo>
                        <a:pt x="1280" y="580"/>
                      </a:lnTo>
                      <a:lnTo>
                        <a:pt x="1258" y="582"/>
                      </a:lnTo>
                      <a:lnTo>
                        <a:pt x="1258" y="582"/>
                      </a:lnTo>
                      <a:lnTo>
                        <a:pt x="1254" y="580"/>
                      </a:lnTo>
                      <a:lnTo>
                        <a:pt x="1244" y="586"/>
                      </a:lnTo>
                      <a:lnTo>
                        <a:pt x="1244" y="586"/>
                      </a:lnTo>
                      <a:lnTo>
                        <a:pt x="1234" y="592"/>
                      </a:lnTo>
                      <a:lnTo>
                        <a:pt x="1232" y="594"/>
                      </a:lnTo>
                      <a:lnTo>
                        <a:pt x="1232" y="594"/>
                      </a:lnTo>
                      <a:lnTo>
                        <a:pt x="1232" y="596"/>
                      </a:lnTo>
                      <a:lnTo>
                        <a:pt x="1236" y="592"/>
                      </a:lnTo>
                      <a:lnTo>
                        <a:pt x="1236" y="592"/>
                      </a:lnTo>
                      <a:lnTo>
                        <a:pt x="1236" y="594"/>
                      </a:lnTo>
                      <a:lnTo>
                        <a:pt x="1236" y="598"/>
                      </a:lnTo>
                      <a:lnTo>
                        <a:pt x="1236" y="598"/>
                      </a:lnTo>
                      <a:lnTo>
                        <a:pt x="1230" y="600"/>
                      </a:lnTo>
                      <a:lnTo>
                        <a:pt x="1230" y="600"/>
                      </a:lnTo>
                      <a:lnTo>
                        <a:pt x="1232" y="602"/>
                      </a:lnTo>
                      <a:lnTo>
                        <a:pt x="1232" y="606"/>
                      </a:lnTo>
                      <a:lnTo>
                        <a:pt x="1232" y="606"/>
                      </a:lnTo>
                      <a:lnTo>
                        <a:pt x="1228" y="608"/>
                      </a:lnTo>
                      <a:lnTo>
                        <a:pt x="1228" y="608"/>
                      </a:lnTo>
                      <a:lnTo>
                        <a:pt x="1230" y="610"/>
                      </a:lnTo>
                      <a:lnTo>
                        <a:pt x="1228" y="612"/>
                      </a:lnTo>
                      <a:lnTo>
                        <a:pt x="1228" y="612"/>
                      </a:lnTo>
                      <a:lnTo>
                        <a:pt x="1224" y="612"/>
                      </a:lnTo>
                      <a:lnTo>
                        <a:pt x="1220" y="614"/>
                      </a:lnTo>
                      <a:lnTo>
                        <a:pt x="1220" y="614"/>
                      </a:lnTo>
                      <a:lnTo>
                        <a:pt x="1218" y="616"/>
                      </a:lnTo>
                      <a:lnTo>
                        <a:pt x="1218" y="616"/>
                      </a:lnTo>
                      <a:lnTo>
                        <a:pt x="1216" y="616"/>
                      </a:lnTo>
                      <a:lnTo>
                        <a:pt x="1212" y="616"/>
                      </a:lnTo>
                      <a:lnTo>
                        <a:pt x="1210" y="618"/>
                      </a:lnTo>
                      <a:lnTo>
                        <a:pt x="1210" y="618"/>
                      </a:lnTo>
                      <a:lnTo>
                        <a:pt x="1200" y="616"/>
                      </a:lnTo>
                      <a:lnTo>
                        <a:pt x="1190" y="616"/>
                      </a:lnTo>
                      <a:lnTo>
                        <a:pt x="1190" y="616"/>
                      </a:lnTo>
                      <a:lnTo>
                        <a:pt x="1190" y="618"/>
                      </a:lnTo>
                      <a:lnTo>
                        <a:pt x="1188" y="620"/>
                      </a:lnTo>
                      <a:lnTo>
                        <a:pt x="1188" y="620"/>
                      </a:lnTo>
                      <a:lnTo>
                        <a:pt x="1192" y="624"/>
                      </a:lnTo>
                      <a:lnTo>
                        <a:pt x="1192" y="624"/>
                      </a:lnTo>
                      <a:lnTo>
                        <a:pt x="1186" y="630"/>
                      </a:lnTo>
                      <a:lnTo>
                        <a:pt x="1180" y="636"/>
                      </a:lnTo>
                      <a:lnTo>
                        <a:pt x="1180" y="636"/>
                      </a:lnTo>
                      <a:lnTo>
                        <a:pt x="1174" y="636"/>
                      </a:lnTo>
                      <a:lnTo>
                        <a:pt x="1174" y="636"/>
                      </a:lnTo>
                      <a:lnTo>
                        <a:pt x="1170" y="640"/>
                      </a:lnTo>
                      <a:lnTo>
                        <a:pt x="1170" y="640"/>
                      </a:lnTo>
                      <a:lnTo>
                        <a:pt x="1164" y="640"/>
                      </a:lnTo>
                      <a:lnTo>
                        <a:pt x="1158" y="642"/>
                      </a:lnTo>
                      <a:lnTo>
                        <a:pt x="1158" y="644"/>
                      </a:lnTo>
                      <a:lnTo>
                        <a:pt x="1158" y="644"/>
                      </a:lnTo>
                      <a:lnTo>
                        <a:pt x="1154" y="648"/>
                      </a:lnTo>
                      <a:lnTo>
                        <a:pt x="1146" y="652"/>
                      </a:lnTo>
                      <a:lnTo>
                        <a:pt x="1146" y="652"/>
                      </a:lnTo>
                      <a:lnTo>
                        <a:pt x="1142" y="652"/>
                      </a:lnTo>
                      <a:lnTo>
                        <a:pt x="1138" y="650"/>
                      </a:lnTo>
                      <a:lnTo>
                        <a:pt x="1138" y="650"/>
                      </a:lnTo>
                      <a:lnTo>
                        <a:pt x="1140" y="650"/>
                      </a:lnTo>
                      <a:lnTo>
                        <a:pt x="1140" y="648"/>
                      </a:lnTo>
                      <a:lnTo>
                        <a:pt x="1140" y="648"/>
                      </a:lnTo>
                      <a:lnTo>
                        <a:pt x="1138" y="648"/>
                      </a:lnTo>
                      <a:lnTo>
                        <a:pt x="1138" y="648"/>
                      </a:lnTo>
                      <a:lnTo>
                        <a:pt x="1136" y="646"/>
                      </a:lnTo>
                      <a:lnTo>
                        <a:pt x="1136" y="644"/>
                      </a:lnTo>
                      <a:lnTo>
                        <a:pt x="1136" y="644"/>
                      </a:lnTo>
                      <a:lnTo>
                        <a:pt x="1132" y="646"/>
                      </a:lnTo>
                      <a:lnTo>
                        <a:pt x="1132" y="642"/>
                      </a:lnTo>
                      <a:lnTo>
                        <a:pt x="1132" y="642"/>
                      </a:lnTo>
                      <a:lnTo>
                        <a:pt x="1138" y="638"/>
                      </a:lnTo>
                      <a:lnTo>
                        <a:pt x="1138" y="638"/>
                      </a:lnTo>
                      <a:lnTo>
                        <a:pt x="1138" y="636"/>
                      </a:lnTo>
                      <a:lnTo>
                        <a:pt x="1138" y="636"/>
                      </a:lnTo>
                      <a:lnTo>
                        <a:pt x="1142" y="632"/>
                      </a:lnTo>
                      <a:lnTo>
                        <a:pt x="1144" y="630"/>
                      </a:lnTo>
                      <a:lnTo>
                        <a:pt x="1144" y="628"/>
                      </a:lnTo>
                      <a:lnTo>
                        <a:pt x="1144" y="628"/>
                      </a:lnTo>
                      <a:lnTo>
                        <a:pt x="1146" y="622"/>
                      </a:lnTo>
                      <a:lnTo>
                        <a:pt x="1146" y="618"/>
                      </a:lnTo>
                      <a:lnTo>
                        <a:pt x="1146" y="618"/>
                      </a:lnTo>
                      <a:lnTo>
                        <a:pt x="1144" y="620"/>
                      </a:lnTo>
                      <a:lnTo>
                        <a:pt x="1144" y="620"/>
                      </a:lnTo>
                      <a:lnTo>
                        <a:pt x="1146" y="620"/>
                      </a:lnTo>
                      <a:lnTo>
                        <a:pt x="1144" y="614"/>
                      </a:lnTo>
                      <a:lnTo>
                        <a:pt x="1144" y="614"/>
                      </a:lnTo>
                      <a:lnTo>
                        <a:pt x="1142" y="606"/>
                      </a:lnTo>
                      <a:lnTo>
                        <a:pt x="1140" y="604"/>
                      </a:lnTo>
                      <a:lnTo>
                        <a:pt x="1134" y="602"/>
                      </a:lnTo>
                      <a:lnTo>
                        <a:pt x="1134" y="602"/>
                      </a:lnTo>
                      <a:lnTo>
                        <a:pt x="1132" y="606"/>
                      </a:lnTo>
                      <a:lnTo>
                        <a:pt x="1132" y="606"/>
                      </a:lnTo>
                      <a:lnTo>
                        <a:pt x="1130" y="608"/>
                      </a:lnTo>
                      <a:lnTo>
                        <a:pt x="1130" y="608"/>
                      </a:lnTo>
                      <a:lnTo>
                        <a:pt x="1128" y="608"/>
                      </a:lnTo>
                      <a:lnTo>
                        <a:pt x="1126" y="606"/>
                      </a:lnTo>
                      <a:lnTo>
                        <a:pt x="1126" y="604"/>
                      </a:lnTo>
                      <a:lnTo>
                        <a:pt x="1130" y="604"/>
                      </a:lnTo>
                      <a:lnTo>
                        <a:pt x="1130" y="604"/>
                      </a:lnTo>
                      <a:lnTo>
                        <a:pt x="1132" y="596"/>
                      </a:lnTo>
                      <a:lnTo>
                        <a:pt x="1134" y="590"/>
                      </a:lnTo>
                      <a:lnTo>
                        <a:pt x="1134" y="586"/>
                      </a:lnTo>
                      <a:lnTo>
                        <a:pt x="1134" y="586"/>
                      </a:lnTo>
                      <a:lnTo>
                        <a:pt x="1130" y="582"/>
                      </a:lnTo>
                      <a:lnTo>
                        <a:pt x="1130" y="582"/>
                      </a:lnTo>
                      <a:lnTo>
                        <a:pt x="1130" y="580"/>
                      </a:lnTo>
                      <a:lnTo>
                        <a:pt x="1132" y="578"/>
                      </a:lnTo>
                      <a:lnTo>
                        <a:pt x="1132" y="578"/>
                      </a:lnTo>
                      <a:lnTo>
                        <a:pt x="1128" y="574"/>
                      </a:lnTo>
                      <a:lnTo>
                        <a:pt x="1128" y="574"/>
                      </a:lnTo>
                      <a:lnTo>
                        <a:pt x="1124" y="574"/>
                      </a:lnTo>
                      <a:lnTo>
                        <a:pt x="1124" y="574"/>
                      </a:lnTo>
                      <a:lnTo>
                        <a:pt x="1120" y="570"/>
                      </a:lnTo>
                      <a:lnTo>
                        <a:pt x="1118" y="568"/>
                      </a:lnTo>
                      <a:lnTo>
                        <a:pt x="1118" y="568"/>
                      </a:lnTo>
                      <a:lnTo>
                        <a:pt x="1114" y="568"/>
                      </a:lnTo>
                      <a:lnTo>
                        <a:pt x="1114" y="568"/>
                      </a:lnTo>
                      <a:lnTo>
                        <a:pt x="1112" y="570"/>
                      </a:lnTo>
                      <a:lnTo>
                        <a:pt x="1112" y="570"/>
                      </a:lnTo>
                      <a:lnTo>
                        <a:pt x="1112" y="574"/>
                      </a:lnTo>
                      <a:lnTo>
                        <a:pt x="1112" y="574"/>
                      </a:lnTo>
                      <a:lnTo>
                        <a:pt x="1110" y="576"/>
                      </a:lnTo>
                      <a:lnTo>
                        <a:pt x="1108" y="576"/>
                      </a:lnTo>
                      <a:lnTo>
                        <a:pt x="1108" y="576"/>
                      </a:lnTo>
                      <a:lnTo>
                        <a:pt x="1106" y="578"/>
                      </a:lnTo>
                      <a:lnTo>
                        <a:pt x="1104" y="582"/>
                      </a:lnTo>
                      <a:lnTo>
                        <a:pt x="1104" y="582"/>
                      </a:lnTo>
                      <a:lnTo>
                        <a:pt x="1098" y="584"/>
                      </a:lnTo>
                      <a:lnTo>
                        <a:pt x="1098" y="584"/>
                      </a:lnTo>
                      <a:lnTo>
                        <a:pt x="1096" y="598"/>
                      </a:lnTo>
                      <a:lnTo>
                        <a:pt x="1096" y="598"/>
                      </a:lnTo>
                      <a:lnTo>
                        <a:pt x="1094" y="598"/>
                      </a:lnTo>
                      <a:lnTo>
                        <a:pt x="1092" y="600"/>
                      </a:lnTo>
                      <a:lnTo>
                        <a:pt x="1092" y="600"/>
                      </a:lnTo>
                      <a:lnTo>
                        <a:pt x="1092" y="606"/>
                      </a:lnTo>
                      <a:lnTo>
                        <a:pt x="1092" y="614"/>
                      </a:lnTo>
                      <a:lnTo>
                        <a:pt x="1096" y="616"/>
                      </a:lnTo>
                      <a:lnTo>
                        <a:pt x="1096" y="616"/>
                      </a:lnTo>
                      <a:lnTo>
                        <a:pt x="1096" y="626"/>
                      </a:lnTo>
                      <a:lnTo>
                        <a:pt x="1086" y="644"/>
                      </a:lnTo>
                      <a:lnTo>
                        <a:pt x="1086" y="644"/>
                      </a:lnTo>
                      <a:lnTo>
                        <a:pt x="1082" y="644"/>
                      </a:lnTo>
                      <a:lnTo>
                        <a:pt x="1080" y="644"/>
                      </a:lnTo>
                      <a:lnTo>
                        <a:pt x="1080" y="644"/>
                      </a:lnTo>
                      <a:lnTo>
                        <a:pt x="1076" y="642"/>
                      </a:lnTo>
                      <a:lnTo>
                        <a:pt x="1076" y="642"/>
                      </a:lnTo>
                      <a:lnTo>
                        <a:pt x="1076" y="636"/>
                      </a:lnTo>
                      <a:lnTo>
                        <a:pt x="1074" y="632"/>
                      </a:lnTo>
                      <a:lnTo>
                        <a:pt x="1074" y="632"/>
                      </a:lnTo>
                      <a:lnTo>
                        <a:pt x="1072" y="616"/>
                      </a:lnTo>
                      <a:lnTo>
                        <a:pt x="1074" y="608"/>
                      </a:lnTo>
                      <a:lnTo>
                        <a:pt x="1076" y="602"/>
                      </a:lnTo>
                      <a:lnTo>
                        <a:pt x="1076" y="602"/>
                      </a:lnTo>
                      <a:lnTo>
                        <a:pt x="1080" y="594"/>
                      </a:lnTo>
                      <a:lnTo>
                        <a:pt x="1080" y="594"/>
                      </a:lnTo>
                      <a:lnTo>
                        <a:pt x="1082" y="588"/>
                      </a:lnTo>
                      <a:lnTo>
                        <a:pt x="1082" y="582"/>
                      </a:lnTo>
                      <a:lnTo>
                        <a:pt x="1082" y="582"/>
                      </a:lnTo>
                      <a:lnTo>
                        <a:pt x="1080" y="584"/>
                      </a:lnTo>
                      <a:lnTo>
                        <a:pt x="1076" y="586"/>
                      </a:lnTo>
                      <a:lnTo>
                        <a:pt x="1076" y="586"/>
                      </a:lnTo>
                      <a:lnTo>
                        <a:pt x="1076" y="590"/>
                      </a:lnTo>
                      <a:lnTo>
                        <a:pt x="1076" y="590"/>
                      </a:lnTo>
                      <a:lnTo>
                        <a:pt x="1074" y="592"/>
                      </a:lnTo>
                      <a:lnTo>
                        <a:pt x="1072" y="592"/>
                      </a:lnTo>
                      <a:lnTo>
                        <a:pt x="1072" y="592"/>
                      </a:lnTo>
                      <a:lnTo>
                        <a:pt x="1072" y="586"/>
                      </a:lnTo>
                      <a:lnTo>
                        <a:pt x="1072" y="586"/>
                      </a:lnTo>
                      <a:lnTo>
                        <a:pt x="1074" y="584"/>
                      </a:lnTo>
                      <a:lnTo>
                        <a:pt x="1078" y="582"/>
                      </a:lnTo>
                      <a:lnTo>
                        <a:pt x="1078" y="582"/>
                      </a:lnTo>
                      <a:lnTo>
                        <a:pt x="1078" y="576"/>
                      </a:lnTo>
                      <a:lnTo>
                        <a:pt x="1078" y="576"/>
                      </a:lnTo>
                      <a:lnTo>
                        <a:pt x="1084" y="566"/>
                      </a:lnTo>
                      <a:lnTo>
                        <a:pt x="1084" y="566"/>
                      </a:lnTo>
                      <a:lnTo>
                        <a:pt x="1088" y="568"/>
                      </a:lnTo>
                      <a:lnTo>
                        <a:pt x="1090" y="568"/>
                      </a:lnTo>
                      <a:lnTo>
                        <a:pt x="1090" y="564"/>
                      </a:lnTo>
                      <a:lnTo>
                        <a:pt x="1090" y="564"/>
                      </a:lnTo>
                      <a:lnTo>
                        <a:pt x="1096" y="566"/>
                      </a:lnTo>
                      <a:lnTo>
                        <a:pt x="1102" y="564"/>
                      </a:lnTo>
                      <a:lnTo>
                        <a:pt x="1102" y="564"/>
                      </a:lnTo>
                      <a:lnTo>
                        <a:pt x="1104" y="560"/>
                      </a:lnTo>
                      <a:lnTo>
                        <a:pt x="1104" y="560"/>
                      </a:lnTo>
                      <a:lnTo>
                        <a:pt x="1106" y="560"/>
                      </a:lnTo>
                      <a:lnTo>
                        <a:pt x="1108" y="562"/>
                      </a:lnTo>
                      <a:lnTo>
                        <a:pt x="1112" y="564"/>
                      </a:lnTo>
                      <a:lnTo>
                        <a:pt x="1112" y="564"/>
                      </a:lnTo>
                      <a:lnTo>
                        <a:pt x="1116" y="564"/>
                      </a:lnTo>
                      <a:lnTo>
                        <a:pt x="1116" y="564"/>
                      </a:lnTo>
                      <a:lnTo>
                        <a:pt x="1116" y="562"/>
                      </a:lnTo>
                      <a:lnTo>
                        <a:pt x="1116" y="562"/>
                      </a:lnTo>
                      <a:lnTo>
                        <a:pt x="1116" y="562"/>
                      </a:lnTo>
                      <a:lnTo>
                        <a:pt x="1120" y="562"/>
                      </a:lnTo>
                      <a:lnTo>
                        <a:pt x="1120" y="564"/>
                      </a:lnTo>
                      <a:lnTo>
                        <a:pt x="1120" y="564"/>
                      </a:lnTo>
                      <a:lnTo>
                        <a:pt x="1124" y="564"/>
                      </a:lnTo>
                      <a:lnTo>
                        <a:pt x="1124" y="564"/>
                      </a:lnTo>
                      <a:lnTo>
                        <a:pt x="1124" y="562"/>
                      </a:lnTo>
                      <a:lnTo>
                        <a:pt x="1124" y="562"/>
                      </a:lnTo>
                      <a:lnTo>
                        <a:pt x="1120" y="556"/>
                      </a:lnTo>
                      <a:lnTo>
                        <a:pt x="1112" y="556"/>
                      </a:lnTo>
                      <a:lnTo>
                        <a:pt x="1112" y="556"/>
                      </a:lnTo>
                      <a:lnTo>
                        <a:pt x="1110" y="546"/>
                      </a:lnTo>
                      <a:lnTo>
                        <a:pt x="1110" y="546"/>
                      </a:lnTo>
                      <a:lnTo>
                        <a:pt x="1096" y="552"/>
                      </a:lnTo>
                      <a:lnTo>
                        <a:pt x="1086" y="554"/>
                      </a:lnTo>
                      <a:lnTo>
                        <a:pt x="1078" y="552"/>
                      </a:lnTo>
                      <a:lnTo>
                        <a:pt x="1078" y="552"/>
                      </a:lnTo>
                      <a:lnTo>
                        <a:pt x="1076" y="544"/>
                      </a:lnTo>
                      <a:lnTo>
                        <a:pt x="1076" y="544"/>
                      </a:lnTo>
                      <a:lnTo>
                        <a:pt x="1066" y="546"/>
                      </a:lnTo>
                      <a:lnTo>
                        <a:pt x="1066" y="546"/>
                      </a:lnTo>
                      <a:lnTo>
                        <a:pt x="1064" y="544"/>
                      </a:lnTo>
                      <a:lnTo>
                        <a:pt x="1064" y="542"/>
                      </a:lnTo>
                      <a:lnTo>
                        <a:pt x="1064" y="542"/>
                      </a:lnTo>
                      <a:lnTo>
                        <a:pt x="1064" y="540"/>
                      </a:lnTo>
                      <a:lnTo>
                        <a:pt x="1064" y="540"/>
                      </a:lnTo>
                      <a:lnTo>
                        <a:pt x="1066" y="540"/>
                      </a:lnTo>
                      <a:lnTo>
                        <a:pt x="1068" y="540"/>
                      </a:lnTo>
                      <a:lnTo>
                        <a:pt x="1068" y="540"/>
                      </a:lnTo>
                      <a:lnTo>
                        <a:pt x="1072" y="538"/>
                      </a:lnTo>
                      <a:lnTo>
                        <a:pt x="1074" y="534"/>
                      </a:lnTo>
                      <a:lnTo>
                        <a:pt x="1074" y="534"/>
                      </a:lnTo>
                      <a:lnTo>
                        <a:pt x="1072" y="534"/>
                      </a:lnTo>
                      <a:lnTo>
                        <a:pt x="1068" y="532"/>
                      </a:lnTo>
                      <a:lnTo>
                        <a:pt x="1068" y="534"/>
                      </a:lnTo>
                      <a:lnTo>
                        <a:pt x="1068" y="534"/>
                      </a:lnTo>
                      <a:lnTo>
                        <a:pt x="1062" y="536"/>
                      </a:lnTo>
                      <a:lnTo>
                        <a:pt x="1062" y="538"/>
                      </a:lnTo>
                      <a:lnTo>
                        <a:pt x="1054" y="544"/>
                      </a:lnTo>
                      <a:lnTo>
                        <a:pt x="1054" y="544"/>
                      </a:lnTo>
                      <a:lnTo>
                        <a:pt x="1046" y="546"/>
                      </a:lnTo>
                      <a:lnTo>
                        <a:pt x="1046" y="546"/>
                      </a:lnTo>
                      <a:lnTo>
                        <a:pt x="1044" y="550"/>
                      </a:lnTo>
                      <a:lnTo>
                        <a:pt x="1044" y="550"/>
                      </a:lnTo>
                      <a:lnTo>
                        <a:pt x="1040" y="550"/>
                      </a:lnTo>
                      <a:lnTo>
                        <a:pt x="1038" y="550"/>
                      </a:lnTo>
                      <a:lnTo>
                        <a:pt x="1034" y="546"/>
                      </a:lnTo>
                      <a:lnTo>
                        <a:pt x="1034" y="544"/>
                      </a:lnTo>
                      <a:lnTo>
                        <a:pt x="1034" y="544"/>
                      </a:lnTo>
                      <a:lnTo>
                        <a:pt x="1028" y="546"/>
                      </a:lnTo>
                      <a:lnTo>
                        <a:pt x="1024" y="546"/>
                      </a:lnTo>
                      <a:lnTo>
                        <a:pt x="1024" y="546"/>
                      </a:lnTo>
                      <a:lnTo>
                        <a:pt x="1018" y="546"/>
                      </a:lnTo>
                      <a:lnTo>
                        <a:pt x="1018" y="546"/>
                      </a:lnTo>
                      <a:lnTo>
                        <a:pt x="1026" y="540"/>
                      </a:lnTo>
                      <a:lnTo>
                        <a:pt x="1026" y="540"/>
                      </a:lnTo>
                      <a:lnTo>
                        <a:pt x="1028" y="536"/>
                      </a:lnTo>
                      <a:lnTo>
                        <a:pt x="1028" y="536"/>
                      </a:lnTo>
                      <a:lnTo>
                        <a:pt x="1032" y="536"/>
                      </a:lnTo>
                      <a:lnTo>
                        <a:pt x="1032" y="536"/>
                      </a:lnTo>
                      <a:lnTo>
                        <a:pt x="1038" y="530"/>
                      </a:lnTo>
                      <a:lnTo>
                        <a:pt x="1038" y="530"/>
                      </a:lnTo>
                      <a:lnTo>
                        <a:pt x="1042" y="530"/>
                      </a:lnTo>
                      <a:lnTo>
                        <a:pt x="1042" y="530"/>
                      </a:lnTo>
                      <a:lnTo>
                        <a:pt x="1044" y="526"/>
                      </a:lnTo>
                      <a:lnTo>
                        <a:pt x="1044" y="526"/>
                      </a:lnTo>
                      <a:lnTo>
                        <a:pt x="1050" y="522"/>
                      </a:lnTo>
                      <a:lnTo>
                        <a:pt x="1050" y="522"/>
                      </a:lnTo>
                      <a:lnTo>
                        <a:pt x="1048" y="522"/>
                      </a:lnTo>
                      <a:lnTo>
                        <a:pt x="1044" y="520"/>
                      </a:lnTo>
                      <a:lnTo>
                        <a:pt x="1044" y="520"/>
                      </a:lnTo>
                      <a:lnTo>
                        <a:pt x="1042" y="518"/>
                      </a:lnTo>
                      <a:lnTo>
                        <a:pt x="1040" y="518"/>
                      </a:lnTo>
                      <a:lnTo>
                        <a:pt x="1036" y="518"/>
                      </a:lnTo>
                      <a:lnTo>
                        <a:pt x="1036" y="518"/>
                      </a:lnTo>
                      <a:lnTo>
                        <a:pt x="1028" y="518"/>
                      </a:lnTo>
                      <a:lnTo>
                        <a:pt x="1028" y="518"/>
                      </a:lnTo>
                      <a:lnTo>
                        <a:pt x="1024" y="518"/>
                      </a:lnTo>
                      <a:lnTo>
                        <a:pt x="1020" y="518"/>
                      </a:lnTo>
                      <a:lnTo>
                        <a:pt x="1020" y="518"/>
                      </a:lnTo>
                      <a:lnTo>
                        <a:pt x="1016" y="514"/>
                      </a:lnTo>
                      <a:lnTo>
                        <a:pt x="1010" y="512"/>
                      </a:lnTo>
                      <a:lnTo>
                        <a:pt x="1010" y="512"/>
                      </a:lnTo>
                      <a:lnTo>
                        <a:pt x="1006" y="512"/>
                      </a:lnTo>
                      <a:lnTo>
                        <a:pt x="1004" y="512"/>
                      </a:lnTo>
                      <a:lnTo>
                        <a:pt x="1004" y="514"/>
                      </a:lnTo>
                      <a:lnTo>
                        <a:pt x="1004" y="514"/>
                      </a:lnTo>
                      <a:lnTo>
                        <a:pt x="1002" y="516"/>
                      </a:lnTo>
                      <a:lnTo>
                        <a:pt x="1000" y="516"/>
                      </a:lnTo>
                      <a:lnTo>
                        <a:pt x="994" y="512"/>
                      </a:lnTo>
                      <a:lnTo>
                        <a:pt x="994" y="512"/>
                      </a:lnTo>
                      <a:lnTo>
                        <a:pt x="990" y="512"/>
                      </a:lnTo>
                      <a:lnTo>
                        <a:pt x="988" y="512"/>
                      </a:lnTo>
                      <a:lnTo>
                        <a:pt x="988" y="512"/>
                      </a:lnTo>
                      <a:lnTo>
                        <a:pt x="986" y="506"/>
                      </a:lnTo>
                      <a:lnTo>
                        <a:pt x="984" y="500"/>
                      </a:lnTo>
                      <a:lnTo>
                        <a:pt x="982" y="498"/>
                      </a:lnTo>
                      <a:lnTo>
                        <a:pt x="982" y="498"/>
                      </a:lnTo>
                      <a:lnTo>
                        <a:pt x="980" y="500"/>
                      </a:lnTo>
                      <a:lnTo>
                        <a:pt x="980" y="502"/>
                      </a:lnTo>
                      <a:lnTo>
                        <a:pt x="978" y="506"/>
                      </a:lnTo>
                      <a:lnTo>
                        <a:pt x="612" y="500"/>
                      </a:lnTo>
                      <a:lnTo>
                        <a:pt x="612" y="500"/>
                      </a:lnTo>
                      <a:lnTo>
                        <a:pt x="610" y="504"/>
                      </a:lnTo>
                      <a:lnTo>
                        <a:pt x="610" y="504"/>
                      </a:lnTo>
                      <a:lnTo>
                        <a:pt x="606" y="506"/>
                      </a:lnTo>
                      <a:lnTo>
                        <a:pt x="606" y="508"/>
                      </a:lnTo>
                      <a:lnTo>
                        <a:pt x="606" y="508"/>
                      </a:lnTo>
                      <a:lnTo>
                        <a:pt x="610" y="512"/>
                      </a:lnTo>
                      <a:lnTo>
                        <a:pt x="610" y="512"/>
                      </a:lnTo>
                      <a:lnTo>
                        <a:pt x="604" y="514"/>
                      </a:lnTo>
                      <a:lnTo>
                        <a:pt x="604" y="516"/>
                      </a:lnTo>
                      <a:lnTo>
                        <a:pt x="604" y="516"/>
                      </a:lnTo>
                      <a:lnTo>
                        <a:pt x="592" y="514"/>
                      </a:lnTo>
                      <a:lnTo>
                        <a:pt x="578" y="512"/>
                      </a:lnTo>
                      <a:lnTo>
                        <a:pt x="578" y="512"/>
                      </a:lnTo>
                      <a:lnTo>
                        <a:pt x="580" y="518"/>
                      </a:lnTo>
                      <a:lnTo>
                        <a:pt x="580" y="522"/>
                      </a:lnTo>
                      <a:lnTo>
                        <a:pt x="580" y="522"/>
                      </a:lnTo>
                      <a:lnTo>
                        <a:pt x="584" y="526"/>
                      </a:lnTo>
                      <a:lnTo>
                        <a:pt x="586" y="528"/>
                      </a:lnTo>
                      <a:lnTo>
                        <a:pt x="586" y="528"/>
                      </a:lnTo>
                      <a:lnTo>
                        <a:pt x="588" y="532"/>
                      </a:lnTo>
                      <a:lnTo>
                        <a:pt x="588" y="538"/>
                      </a:lnTo>
                      <a:lnTo>
                        <a:pt x="590" y="538"/>
                      </a:lnTo>
                      <a:lnTo>
                        <a:pt x="590" y="538"/>
                      </a:lnTo>
                      <a:lnTo>
                        <a:pt x="590" y="540"/>
                      </a:lnTo>
                      <a:lnTo>
                        <a:pt x="590" y="542"/>
                      </a:lnTo>
                      <a:lnTo>
                        <a:pt x="590" y="542"/>
                      </a:lnTo>
                      <a:lnTo>
                        <a:pt x="592" y="542"/>
                      </a:lnTo>
                      <a:lnTo>
                        <a:pt x="592" y="542"/>
                      </a:lnTo>
                      <a:lnTo>
                        <a:pt x="592" y="550"/>
                      </a:lnTo>
                      <a:lnTo>
                        <a:pt x="590" y="548"/>
                      </a:lnTo>
                      <a:lnTo>
                        <a:pt x="590" y="548"/>
                      </a:lnTo>
                      <a:lnTo>
                        <a:pt x="590" y="554"/>
                      </a:lnTo>
                      <a:lnTo>
                        <a:pt x="592" y="556"/>
                      </a:lnTo>
                      <a:lnTo>
                        <a:pt x="592" y="556"/>
                      </a:lnTo>
                      <a:lnTo>
                        <a:pt x="592" y="558"/>
                      </a:lnTo>
                      <a:lnTo>
                        <a:pt x="592" y="558"/>
                      </a:lnTo>
                      <a:lnTo>
                        <a:pt x="590" y="558"/>
                      </a:lnTo>
                      <a:lnTo>
                        <a:pt x="590" y="558"/>
                      </a:lnTo>
                      <a:lnTo>
                        <a:pt x="590" y="572"/>
                      </a:lnTo>
                      <a:lnTo>
                        <a:pt x="590" y="584"/>
                      </a:lnTo>
                      <a:lnTo>
                        <a:pt x="588" y="586"/>
                      </a:lnTo>
                      <a:lnTo>
                        <a:pt x="588" y="586"/>
                      </a:lnTo>
                      <a:lnTo>
                        <a:pt x="588" y="592"/>
                      </a:lnTo>
                      <a:lnTo>
                        <a:pt x="588" y="592"/>
                      </a:lnTo>
                      <a:lnTo>
                        <a:pt x="590" y="592"/>
                      </a:lnTo>
                      <a:lnTo>
                        <a:pt x="588" y="592"/>
                      </a:lnTo>
                      <a:lnTo>
                        <a:pt x="588" y="592"/>
                      </a:lnTo>
                      <a:lnTo>
                        <a:pt x="588" y="612"/>
                      </a:lnTo>
                      <a:lnTo>
                        <a:pt x="588" y="612"/>
                      </a:lnTo>
                      <a:lnTo>
                        <a:pt x="586" y="612"/>
                      </a:lnTo>
                      <a:lnTo>
                        <a:pt x="586" y="612"/>
                      </a:lnTo>
                      <a:lnTo>
                        <a:pt x="586" y="624"/>
                      </a:lnTo>
                      <a:lnTo>
                        <a:pt x="586" y="624"/>
                      </a:lnTo>
                      <a:lnTo>
                        <a:pt x="586" y="632"/>
                      </a:lnTo>
                      <a:lnTo>
                        <a:pt x="592" y="638"/>
                      </a:lnTo>
                      <a:lnTo>
                        <a:pt x="592" y="638"/>
                      </a:lnTo>
                      <a:lnTo>
                        <a:pt x="590" y="640"/>
                      </a:lnTo>
                      <a:lnTo>
                        <a:pt x="590" y="640"/>
                      </a:lnTo>
                      <a:lnTo>
                        <a:pt x="590" y="646"/>
                      </a:lnTo>
                      <a:lnTo>
                        <a:pt x="592" y="652"/>
                      </a:lnTo>
                      <a:lnTo>
                        <a:pt x="592" y="652"/>
                      </a:lnTo>
                      <a:lnTo>
                        <a:pt x="590" y="658"/>
                      </a:lnTo>
                      <a:lnTo>
                        <a:pt x="590" y="666"/>
                      </a:lnTo>
                      <a:lnTo>
                        <a:pt x="590" y="666"/>
                      </a:lnTo>
                      <a:lnTo>
                        <a:pt x="588" y="666"/>
                      </a:lnTo>
                      <a:lnTo>
                        <a:pt x="586" y="668"/>
                      </a:lnTo>
                      <a:lnTo>
                        <a:pt x="586" y="670"/>
                      </a:lnTo>
                      <a:lnTo>
                        <a:pt x="586" y="670"/>
                      </a:lnTo>
                      <a:lnTo>
                        <a:pt x="592" y="680"/>
                      </a:lnTo>
                      <a:lnTo>
                        <a:pt x="592" y="680"/>
                      </a:lnTo>
                      <a:lnTo>
                        <a:pt x="594" y="682"/>
                      </a:lnTo>
                      <a:lnTo>
                        <a:pt x="594" y="682"/>
                      </a:lnTo>
                      <a:lnTo>
                        <a:pt x="594" y="686"/>
                      </a:lnTo>
                      <a:lnTo>
                        <a:pt x="596" y="686"/>
                      </a:lnTo>
                      <a:lnTo>
                        <a:pt x="596" y="686"/>
                      </a:lnTo>
                      <a:lnTo>
                        <a:pt x="596" y="692"/>
                      </a:lnTo>
                      <a:lnTo>
                        <a:pt x="596" y="698"/>
                      </a:lnTo>
                      <a:lnTo>
                        <a:pt x="596" y="698"/>
                      </a:lnTo>
                      <a:lnTo>
                        <a:pt x="598" y="698"/>
                      </a:lnTo>
                      <a:lnTo>
                        <a:pt x="600" y="700"/>
                      </a:lnTo>
                      <a:lnTo>
                        <a:pt x="600" y="700"/>
                      </a:lnTo>
                      <a:lnTo>
                        <a:pt x="602" y="704"/>
                      </a:lnTo>
                      <a:lnTo>
                        <a:pt x="604" y="704"/>
                      </a:lnTo>
                      <a:lnTo>
                        <a:pt x="604" y="704"/>
                      </a:lnTo>
                      <a:lnTo>
                        <a:pt x="604" y="712"/>
                      </a:lnTo>
                      <a:lnTo>
                        <a:pt x="604" y="712"/>
                      </a:lnTo>
                      <a:lnTo>
                        <a:pt x="608" y="714"/>
                      </a:lnTo>
                      <a:lnTo>
                        <a:pt x="608" y="714"/>
                      </a:lnTo>
                      <a:lnTo>
                        <a:pt x="610" y="712"/>
                      </a:lnTo>
                      <a:lnTo>
                        <a:pt x="610" y="712"/>
                      </a:lnTo>
                      <a:lnTo>
                        <a:pt x="608" y="708"/>
                      </a:lnTo>
                      <a:lnTo>
                        <a:pt x="608" y="708"/>
                      </a:lnTo>
                      <a:lnTo>
                        <a:pt x="612" y="708"/>
                      </a:lnTo>
                      <a:lnTo>
                        <a:pt x="612" y="708"/>
                      </a:lnTo>
                      <a:lnTo>
                        <a:pt x="612" y="710"/>
                      </a:lnTo>
                      <a:lnTo>
                        <a:pt x="614" y="710"/>
                      </a:lnTo>
                      <a:lnTo>
                        <a:pt x="616" y="710"/>
                      </a:lnTo>
                      <a:lnTo>
                        <a:pt x="616" y="710"/>
                      </a:lnTo>
                      <a:lnTo>
                        <a:pt x="614" y="710"/>
                      </a:lnTo>
                      <a:lnTo>
                        <a:pt x="612" y="712"/>
                      </a:lnTo>
                      <a:lnTo>
                        <a:pt x="612" y="712"/>
                      </a:lnTo>
                      <a:lnTo>
                        <a:pt x="614" y="718"/>
                      </a:lnTo>
                      <a:lnTo>
                        <a:pt x="616" y="720"/>
                      </a:lnTo>
                      <a:lnTo>
                        <a:pt x="616" y="720"/>
                      </a:lnTo>
                      <a:lnTo>
                        <a:pt x="612" y="718"/>
                      </a:lnTo>
                      <a:lnTo>
                        <a:pt x="612" y="718"/>
                      </a:lnTo>
                      <a:lnTo>
                        <a:pt x="610" y="718"/>
                      </a:lnTo>
                      <a:lnTo>
                        <a:pt x="610" y="718"/>
                      </a:lnTo>
                      <a:lnTo>
                        <a:pt x="610" y="724"/>
                      </a:lnTo>
                      <a:lnTo>
                        <a:pt x="610" y="724"/>
                      </a:lnTo>
                      <a:lnTo>
                        <a:pt x="614" y="726"/>
                      </a:lnTo>
                      <a:lnTo>
                        <a:pt x="620" y="730"/>
                      </a:lnTo>
                      <a:lnTo>
                        <a:pt x="622" y="734"/>
                      </a:lnTo>
                      <a:lnTo>
                        <a:pt x="622" y="734"/>
                      </a:lnTo>
                      <a:lnTo>
                        <a:pt x="618" y="734"/>
                      </a:lnTo>
                      <a:lnTo>
                        <a:pt x="618" y="734"/>
                      </a:lnTo>
                      <a:lnTo>
                        <a:pt x="618" y="738"/>
                      </a:lnTo>
                      <a:lnTo>
                        <a:pt x="620" y="742"/>
                      </a:lnTo>
                      <a:lnTo>
                        <a:pt x="620" y="742"/>
                      </a:lnTo>
                      <a:lnTo>
                        <a:pt x="622" y="746"/>
                      </a:lnTo>
                      <a:lnTo>
                        <a:pt x="624" y="748"/>
                      </a:lnTo>
                      <a:lnTo>
                        <a:pt x="624" y="748"/>
                      </a:lnTo>
                      <a:lnTo>
                        <a:pt x="624" y="752"/>
                      </a:lnTo>
                      <a:lnTo>
                        <a:pt x="626" y="754"/>
                      </a:lnTo>
                      <a:lnTo>
                        <a:pt x="626" y="754"/>
                      </a:lnTo>
                      <a:lnTo>
                        <a:pt x="628" y="756"/>
                      </a:lnTo>
                      <a:lnTo>
                        <a:pt x="628" y="756"/>
                      </a:lnTo>
                      <a:lnTo>
                        <a:pt x="632" y="762"/>
                      </a:lnTo>
                      <a:lnTo>
                        <a:pt x="632" y="762"/>
                      </a:lnTo>
                      <a:lnTo>
                        <a:pt x="632" y="764"/>
                      </a:lnTo>
                      <a:lnTo>
                        <a:pt x="632" y="766"/>
                      </a:lnTo>
                      <a:lnTo>
                        <a:pt x="632" y="766"/>
                      </a:lnTo>
                      <a:lnTo>
                        <a:pt x="636" y="766"/>
                      </a:lnTo>
                      <a:lnTo>
                        <a:pt x="636" y="766"/>
                      </a:lnTo>
                      <a:lnTo>
                        <a:pt x="636" y="778"/>
                      </a:lnTo>
                      <a:lnTo>
                        <a:pt x="636" y="778"/>
                      </a:lnTo>
                      <a:lnTo>
                        <a:pt x="642" y="778"/>
                      </a:lnTo>
                      <a:lnTo>
                        <a:pt x="648" y="780"/>
                      </a:lnTo>
                      <a:lnTo>
                        <a:pt x="660" y="782"/>
                      </a:lnTo>
                      <a:lnTo>
                        <a:pt x="660" y="782"/>
                      </a:lnTo>
                      <a:lnTo>
                        <a:pt x="662" y="790"/>
                      </a:lnTo>
                      <a:lnTo>
                        <a:pt x="662" y="790"/>
                      </a:lnTo>
                      <a:lnTo>
                        <a:pt x="666" y="788"/>
                      </a:lnTo>
                      <a:lnTo>
                        <a:pt x="666" y="788"/>
                      </a:lnTo>
                      <a:lnTo>
                        <a:pt x="674" y="798"/>
                      </a:lnTo>
                      <a:lnTo>
                        <a:pt x="674" y="798"/>
                      </a:lnTo>
                      <a:lnTo>
                        <a:pt x="676" y="800"/>
                      </a:lnTo>
                      <a:lnTo>
                        <a:pt x="678" y="802"/>
                      </a:lnTo>
                      <a:lnTo>
                        <a:pt x="678" y="802"/>
                      </a:lnTo>
                      <a:lnTo>
                        <a:pt x="680" y="804"/>
                      </a:lnTo>
                      <a:lnTo>
                        <a:pt x="678" y="808"/>
                      </a:lnTo>
                      <a:lnTo>
                        <a:pt x="680" y="810"/>
                      </a:lnTo>
                      <a:lnTo>
                        <a:pt x="680" y="810"/>
                      </a:lnTo>
                      <a:lnTo>
                        <a:pt x="682" y="814"/>
                      </a:lnTo>
                      <a:lnTo>
                        <a:pt x="718" y="810"/>
                      </a:lnTo>
                      <a:lnTo>
                        <a:pt x="718" y="816"/>
                      </a:lnTo>
                      <a:lnTo>
                        <a:pt x="754" y="834"/>
                      </a:lnTo>
                      <a:lnTo>
                        <a:pt x="798" y="836"/>
                      </a:lnTo>
                      <a:lnTo>
                        <a:pt x="798" y="828"/>
                      </a:lnTo>
                      <a:lnTo>
                        <a:pt x="826" y="828"/>
                      </a:lnTo>
                      <a:lnTo>
                        <a:pt x="832" y="836"/>
                      </a:lnTo>
                      <a:lnTo>
                        <a:pt x="836" y="840"/>
                      </a:lnTo>
                      <a:lnTo>
                        <a:pt x="838" y="842"/>
                      </a:lnTo>
                      <a:lnTo>
                        <a:pt x="842" y="846"/>
                      </a:lnTo>
                      <a:lnTo>
                        <a:pt x="846" y="852"/>
                      </a:lnTo>
                      <a:lnTo>
                        <a:pt x="850" y="858"/>
                      </a:lnTo>
                      <a:lnTo>
                        <a:pt x="850" y="862"/>
                      </a:lnTo>
                      <a:lnTo>
                        <a:pt x="854" y="866"/>
                      </a:lnTo>
                      <a:lnTo>
                        <a:pt x="858" y="872"/>
                      </a:lnTo>
                      <a:lnTo>
                        <a:pt x="862" y="874"/>
                      </a:lnTo>
                      <a:lnTo>
                        <a:pt x="866" y="874"/>
                      </a:lnTo>
                      <a:lnTo>
                        <a:pt x="870" y="874"/>
                      </a:lnTo>
                      <a:lnTo>
                        <a:pt x="874" y="872"/>
                      </a:lnTo>
                      <a:lnTo>
                        <a:pt x="878" y="866"/>
                      </a:lnTo>
                      <a:lnTo>
                        <a:pt x="884" y="864"/>
                      </a:lnTo>
                      <a:lnTo>
                        <a:pt x="888" y="864"/>
                      </a:lnTo>
                      <a:lnTo>
                        <a:pt x="892" y="866"/>
                      </a:lnTo>
                      <a:lnTo>
                        <a:pt x="896" y="870"/>
                      </a:lnTo>
                      <a:lnTo>
                        <a:pt x="900" y="874"/>
                      </a:lnTo>
                      <a:lnTo>
                        <a:pt x="902" y="880"/>
                      </a:lnTo>
                      <a:lnTo>
                        <a:pt x="904" y="882"/>
                      </a:lnTo>
                      <a:lnTo>
                        <a:pt x="906" y="888"/>
                      </a:lnTo>
                      <a:lnTo>
                        <a:pt x="910" y="896"/>
                      </a:lnTo>
                      <a:lnTo>
                        <a:pt x="912" y="900"/>
                      </a:lnTo>
                      <a:lnTo>
                        <a:pt x="916" y="904"/>
                      </a:lnTo>
                      <a:lnTo>
                        <a:pt x="920" y="908"/>
                      </a:lnTo>
                      <a:lnTo>
                        <a:pt x="922" y="918"/>
                      </a:lnTo>
                      <a:lnTo>
                        <a:pt x="922" y="924"/>
                      </a:lnTo>
                      <a:lnTo>
                        <a:pt x="928" y="926"/>
                      </a:lnTo>
                      <a:lnTo>
                        <a:pt x="932" y="928"/>
                      </a:lnTo>
                      <a:lnTo>
                        <a:pt x="938" y="930"/>
                      </a:lnTo>
                      <a:lnTo>
                        <a:pt x="942" y="932"/>
                      </a:lnTo>
                      <a:lnTo>
                        <a:pt x="948" y="932"/>
                      </a:lnTo>
                      <a:lnTo>
                        <a:pt x="946" y="932"/>
                      </a:lnTo>
                      <a:lnTo>
                        <a:pt x="946" y="932"/>
                      </a:lnTo>
                      <a:lnTo>
                        <a:pt x="946" y="930"/>
                      </a:lnTo>
                      <a:lnTo>
                        <a:pt x="946" y="930"/>
                      </a:lnTo>
                      <a:lnTo>
                        <a:pt x="946" y="928"/>
                      </a:lnTo>
                      <a:lnTo>
                        <a:pt x="946" y="928"/>
                      </a:lnTo>
                      <a:lnTo>
                        <a:pt x="946" y="924"/>
                      </a:lnTo>
                      <a:lnTo>
                        <a:pt x="944" y="924"/>
                      </a:lnTo>
                      <a:lnTo>
                        <a:pt x="944" y="924"/>
                      </a:lnTo>
                      <a:lnTo>
                        <a:pt x="944" y="920"/>
                      </a:lnTo>
                      <a:lnTo>
                        <a:pt x="942" y="920"/>
                      </a:lnTo>
                      <a:lnTo>
                        <a:pt x="942" y="920"/>
                      </a:lnTo>
                      <a:lnTo>
                        <a:pt x="940" y="914"/>
                      </a:lnTo>
                      <a:lnTo>
                        <a:pt x="942" y="906"/>
                      </a:lnTo>
                      <a:lnTo>
                        <a:pt x="942" y="906"/>
                      </a:lnTo>
                      <a:lnTo>
                        <a:pt x="940" y="904"/>
                      </a:lnTo>
                      <a:lnTo>
                        <a:pt x="940" y="904"/>
                      </a:lnTo>
                      <a:lnTo>
                        <a:pt x="940" y="904"/>
                      </a:lnTo>
                      <a:lnTo>
                        <a:pt x="944" y="902"/>
                      </a:lnTo>
                      <a:lnTo>
                        <a:pt x="944" y="902"/>
                      </a:lnTo>
                      <a:lnTo>
                        <a:pt x="944" y="894"/>
                      </a:lnTo>
                      <a:lnTo>
                        <a:pt x="944" y="894"/>
                      </a:lnTo>
                      <a:lnTo>
                        <a:pt x="948" y="894"/>
                      </a:lnTo>
                      <a:lnTo>
                        <a:pt x="948" y="894"/>
                      </a:lnTo>
                      <a:lnTo>
                        <a:pt x="950" y="890"/>
                      </a:lnTo>
                      <a:lnTo>
                        <a:pt x="950" y="890"/>
                      </a:lnTo>
                      <a:lnTo>
                        <a:pt x="954" y="890"/>
                      </a:lnTo>
                      <a:lnTo>
                        <a:pt x="954" y="890"/>
                      </a:lnTo>
                      <a:lnTo>
                        <a:pt x="958" y="888"/>
                      </a:lnTo>
                      <a:lnTo>
                        <a:pt x="958" y="886"/>
                      </a:lnTo>
                      <a:lnTo>
                        <a:pt x="958" y="882"/>
                      </a:lnTo>
                      <a:lnTo>
                        <a:pt x="958" y="882"/>
                      </a:lnTo>
                      <a:lnTo>
                        <a:pt x="962" y="882"/>
                      </a:lnTo>
                      <a:lnTo>
                        <a:pt x="962" y="880"/>
                      </a:lnTo>
                      <a:lnTo>
                        <a:pt x="962" y="880"/>
                      </a:lnTo>
                      <a:lnTo>
                        <a:pt x="968" y="880"/>
                      </a:lnTo>
                      <a:lnTo>
                        <a:pt x="968" y="880"/>
                      </a:lnTo>
                      <a:lnTo>
                        <a:pt x="972" y="876"/>
                      </a:lnTo>
                      <a:lnTo>
                        <a:pt x="972" y="876"/>
                      </a:lnTo>
                      <a:lnTo>
                        <a:pt x="972" y="878"/>
                      </a:lnTo>
                      <a:lnTo>
                        <a:pt x="974" y="878"/>
                      </a:lnTo>
                      <a:lnTo>
                        <a:pt x="974" y="878"/>
                      </a:lnTo>
                      <a:lnTo>
                        <a:pt x="974" y="872"/>
                      </a:lnTo>
                      <a:lnTo>
                        <a:pt x="974" y="872"/>
                      </a:lnTo>
                      <a:lnTo>
                        <a:pt x="978" y="870"/>
                      </a:lnTo>
                      <a:lnTo>
                        <a:pt x="978" y="870"/>
                      </a:lnTo>
                      <a:lnTo>
                        <a:pt x="978" y="864"/>
                      </a:lnTo>
                      <a:lnTo>
                        <a:pt x="978" y="864"/>
                      </a:lnTo>
                      <a:lnTo>
                        <a:pt x="986" y="866"/>
                      </a:lnTo>
                      <a:lnTo>
                        <a:pt x="994" y="864"/>
                      </a:lnTo>
                      <a:lnTo>
                        <a:pt x="994" y="864"/>
                      </a:lnTo>
                      <a:lnTo>
                        <a:pt x="994" y="860"/>
                      </a:lnTo>
                      <a:lnTo>
                        <a:pt x="994" y="860"/>
                      </a:lnTo>
                      <a:lnTo>
                        <a:pt x="994" y="860"/>
                      </a:lnTo>
                      <a:lnTo>
                        <a:pt x="996" y="862"/>
                      </a:lnTo>
                      <a:lnTo>
                        <a:pt x="996" y="862"/>
                      </a:lnTo>
                      <a:lnTo>
                        <a:pt x="998" y="862"/>
                      </a:lnTo>
                      <a:lnTo>
                        <a:pt x="1000" y="860"/>
                      </a:lnTo>
                      <a:lnTo>
                        <a:pt x="1000" y="860"/>
                      </a:lnTo>
                      <a:lnTo>
                        <a:pt x="1002" y="860"/>
                      </a:lnTo>
                      <a:lnTo>
                        <a:pt x="1004" y="862"/>
                      </a:lnTo>
                      <a:lnTo>
                        <a:pt x="1004" y="862"/>
                      </a:lnTo>
                      <a:lnTo>
                        <a:pt x="1010" y="864"/>
                      </a:lnTo>
                      <a:lnTo>
                        <a:pt x="1016" y="860"/>
                      </a:lnTo>
                      <a:lnTo>
                        <a:pt x="1016" y="860"/>
                      </a:lnTo>
                      <a:lnTo>
                        <a:pt x="1016" y="866"/>
                      </a:lnTo>
                      <a:lnTo>
                        <a:pt x="1016" y="866"/>
                      </a:lnTo>
                      <a:lnTo>
                        <a:pt x="1022" y="866"/>
                      </a:lnTo>
                      <a:lnTo>
                        <a:pt x="1026" y="868"/>
                      </a:lnTo>
                      <a:lnTo>
                        <a:pt x="1026" y="868"/>
                      </a:lnTo>
                      <a:lnTo>
                        <a:pt x="1026" y="870"/>
                      </a:lnTo>
                      <a:lnTo>
                        <a:pt x="1026" y="874"/>
                      </a:lnTo>
                      <a:lnTo>
                        <a:pt x="1026" y="874"/>
                      </a:lnTo>
                      <a:close/>
                      <a:moveTo>
                        <a:pt x="516" y="360"/>
                      </a:moveTo>
                      <a:lnTo>
                        <a:pt x="516" y="360"/>
                      </a:lnTo>
                      <a:lnTo>
                        <a:pt x="516" y="358"/>
                      </a:lnTo>
                      <a:lnTo>
                        <a:pt x="514" y="356"/>
                      </a:lnTo>
                      <a:lnTo>
                        <a:pt x="514" y="352"/>
                      </a:lnTo>
                      <a:lnTo>
                        <a:pt x="512" y="350"/>
                      </a:lnTo>
                      <a:lnTo>
                        <a:pt x="512" y="350"/>
                      </a:lnTo>
                      <a:lnTo>
                        <a:pt x="510" y="350"/>
                      </a:lnTo>
                      <a:lnTo>
                        <a:pt x="508" y="346"/>
                      </a:lnTo>
                      <a:lnTo>
                        <a:pt x="508" y="346"/>
                      </a:lnTo>
                      <a:lnTo>
                        <a:pt x="506" y="340"/>
                      </a:lnTo>
                      <a:lnTo>
                        <a:pt x="504" y="334"/>
                      </a:lnTo>
                      <a:lnTo>
                        <a:pt x="504" y="334"/>
                      </a:lnTo>
                      <a:lnTo>
                        <a:pt x="504" y="334"/>
                      </a:lnTo>
                      <a:lnTo>
                        <a:pt x="502" y="334"/>
                      </a:lnTo>
                      <a:lnTo>
                        <a:pt x="498" y="336"/>
                      </a:lnTo>
                      <a:lnTo>
                        <a:pt x="494" y="334"/>
                      </a:lnTo>
                      <a:lnTo>
                        <a:pt x="494" y="334"/>
                      </a:lnTo>
                      <a:lnTo>
                        <a:pt x="492" y="332"/>
                      </a:lnTo>
                      <a:lnTo>
                        <a:pt x="490" y="330"/>
                      </a:lnTo>
                      <a:lnTo>
                        <a:pt x="488" y="326"/>
                      </a:lnTo>
                      <a:lnTo>
                        <a:pt x="486" y="324"/>
                      </a:lnTo>
                      <a:lnTo>
                        <a:pt x="486" y="324"/>
                      </a:lnTo>
                      <a:lnTo>
                        <a:pt x="482" y="322"/>
                      </a:lnTo>
                      <a:lnTo>
                        <a:pt x="480" y="318"/>
                      </a:lnTo>
                      <a:lnTo>
                        <a:pt x="476" y="310"/>
                      </a:lnTo>
                      <a:lnTo>
                        <a:pt x="476" y="310"/>
                      </a:lnTo>
                      <a:lnTo>
                        <a:pt x="460" y="292"/>
                      </a:lnTo>
                      <a:lnTo>
                        <a:pt x="460" y="292"/>
                      </a:lnTo>
                      <a:lnTo>
                        <a:pt x="456" y="286"/>
                      </a:lnTo>
                      <a:lnTo>
                        <a:pt x="452" y="282"/>
                      </a:lnTo>
                      <a:lnTo>
                        <a:pt x="448" y="282"/>
                      </a:lnTo>
                      <a:lnTo>
                        <a:pt x="448" y="282"/>
                      </a:lnTo>
                      <a:lnTo>
                        <a:pt x="446" y="280"/>
                      </a:lnTo>
                      <a:lnTo>
                        <a:pt x="444" y="278"/>
                      </a:lnTo>
                      <a:lnTo>
                        <a:pt x="444" y="274"/>
                      </a:lnTo>
                      <a:lnTo>
                        <a:pt x="444" y="274"/>
                      </a:lnTo>
                      <a:lnTo>
                        <a:pt x="442" y="272"/>
                      </a:lnTo>
                      <a:lnTo>
                        <a:pt x="440" y="270"/>
                      </a:lnTo>
                      <a:lnTo>
                        <a:pt x="436" y="268"/>
                      </a:lnTo>
                      <a:lnTo>
                        <a:pt x="434" y="266"/>
                      </a:lnTo>
                      <a:lnTo>
                        <a:pt x="434" y="266"/>
                      </a:lnTo>
                      <a:lnTo>
                        <a:pt x="432" y="264"/>
                      </a:lnTo>
                      <a:lnTo>
                        <a:pt x="428" y="264"/>
                      </a:lnTo>
                      <a:lnTo>
                        <a:pt x="422" y="266"/>
                      </a:lnTo>
                      <a:lnTo>
                        <a:pt x="422" y="266"/>
                      </a:lnTo>
                      <a:lnTo>
                        <a:pt x="420" y="266"/>
                      </a:lnTo>
                      <a:lnTo>
                        <a:pt x="422" y="268"/>
                      </a:lnTo>
                      <a:lnTo>
                        <a:pt x="422" y="272"/>
                      </a:lnTo>
                      <a:lnTo>
                        <a:pt x="422" y="274"/>
                      </a:lnTo>
                      <a:lnTo>
                        <a:pt x="422" y="274"/>
                      </a:lnTo>
                      <a:lnTo>
                        <a:pt x="420" y="276"/>
                      </a:lnTo>
                      <a:lnTo>
                        <a:pt x="418" y="278"/>
                      </a:lnTo>
                      <a:lnTo>
                        <a:pt x="410" y="280"/>
                      </a:lnTo>
                      <a:lnTo>
                        <a:pt x="410" y="280"/>
                      </a:lnTo>
                      <a:lnTo>
                        <a:pt x="406" y="284"/>
                      </a:lnTo>
                      <a:lnTo>
                        <a:pt x="406" y="284"/>
                      </a:lnTo>
                      <a:lnTo>
                        <a:pt x="406" y="282"/>
                      </a:lnTo>
                      <a:lnTo>
                        <a:pt x="406" y="278"/>
                      </a:lnTo>
                      <a:lnTo>
                        <a:pt x="406" y="278"/>
                      </a:lnTo>
                      <a:lnTo>
                        <a:pt x="402" y="274"/>
                      </a:lnTo>
                      <a:lnTo>
                        <a:pt x="398" y="270"/>
                      </a:lnTo>
                      <a:lnTo>
                        <a:pt x="392" y="266"/>
                      </a:lnTo>
                      <a:lnTo>
                        <a:pt x="390" y="264"/>
                      </a:lnTo>
                      <a:lnTo>
                        <a:pt x="390" y="264"/>
                      </a:lnTo>
                      <a:lnTo>
                        <a:pt x="386" y="254"/>
                      </a:lnTo>
                      <a:lnTo>
                        <a:pt x="386" y="254"/>
                      </a:lnTo>
                      <a:lnTo>
                        <a:pt x="384" y="246"/>
                      </a:lnTo>
                      <a:lnTo>
                        <a:pt x="384" y="246"/>
                      </a:lnTo>
                      <a:lnTo>
                        <a:pt x="384" y="246"/>
                      </a:lnTo>
                      <a:lnTo>
                        <a:pt x="378" y="250"/>
                      </a:lnTo>
                      <a:lnTo>
                        <a:pt x="378" y="250"/>
                      </a:lnTo>
                      <a:lnTo>
                        <a:pt x="378" y="250"/>
                      </a:lnTo>
                      <a:lnTo>
                        <a:pt x="374" y="250"/>
                      </a:lnTo>
                      <a:lnTo>
                        <a:pt x="370" y="246"/>
                      </a:lnTo>
                      <a:lnTo>
                        <a:pt x="370" y="246"/>
                      </a:lnTo>
                      <a:lnTo>
                        <a:pt x="368" y="246"/>
                      </a:lnTo>
                      <a:lnTo>
                        <a:pt x="364" y="248"/>
                      </a:lnTo>
                      <a:lnTo>
                        <a:pt x="358" y="250"/>
                      </a:lnTo>
                      <a:lnTo>
                        <a:pt x="354" y="34"/>
                      </a:lnTo>
                      <a:lnTo>
                        <a:pt x="354" y="34"/>
                      </a:lnTo>
                      <a:lnTo>
                        <a:pt x="354" y="34"/>
                      </a:lnTo>
                      <a:lnTo>
                        <a:pt x="352" y="32"/>
                      </a:lnTo>
                      <a:lnTo>
                        <a:pt x="352" y="32"/>
                      </a:lnTo>
                      <a:lnTo>
                        <a:pt x="344" y="28"/>
                      </a:lnTo>
                      <a:lnTo>
                        <a:pt x="342" y="26"/>
                      </a:lnTo>
                      <a:lnTo>
                        <a:pt x="342" y="26"/>
                      </a:lnTo>
                      <a:lnTo>
                        <a:pt x="338" y="28"/>
                      </a:lnTo>
                      <a:lnTo>
                        <a:pt x="334" y="28"/>
                      </a:lnTo>
                      <a:lnTo>
                        <a:pt x="332" y="28"/>
                      </a:lnTo>
                      <a:lnTo>
                        <a:pt x="332" y="28"/>
                      </a:lnTo>
                      <a:lnTo>
                        <a:pt x="330" y="26"/>
                      </a:lnTo>
                      <a:lnTo>
                        <a:pt x="330" y="26"/>
                      </a:lnTo>
                      <a:lnTo>
                        <a:pt x="326" y="26"/>
                      </a:lnTo>
                      <a:lnTo>
                        <a:pt x="326" y="26"/>
                      </a:lnTo>
                      <a:lnTo>
                        <a:pt x="324" y="30"/>
                      </a:lnTo>
                      <a:lnTo>
                        <a:pt x="324" y="30"/>
                      </a:lnTo>
                      <a:lnTo>
                        <a:pt x="324" y="30"/>
                      </a:lnTo>
                      <a:lnTo>
                        <a:pt x="324" y="30"/>
                      </a:lnTo>
                      <a:lnTo>
                        <a:pt x="322" y="32"/>
                      </a:lnTo>
                      <a:lnTo>
                        <a:pt x="322" y="32"/>
                      </a:lnTo>
                      <a:lnTo>
                        <a:pt x="320" y="30"/>
                      </a:lnTo>
                      <a:lnTo>
                        <a:pt x="318" y="28"/>
                      </a:lnTo>
                      <a:lnTo>
                        <a:pt x="318" y="28"/>
                      </a:lnTo>
                      <a:lnTo>
                        <a:pt x="316" y="30"/>
                      </a:lnTo>
                      <a:lnTo>
                        <a:pt x="314" y="30"/>
                      </a:lnTo>
                      <a:lnTo>
                        <a:pt x="314" y="30"/>
                      </a:lnTo>
                      <a:lnTo>
                        <a:pt x="314" y="28"/>
                      </a:lnTo>
                      <a:lnTo>
                        <a:pt x="314" y="28"/>
                      </a:lnTo>
                      <a:lnTo>
                        <a:pt x="296" y="26"/>
                      </a:lnTo>
                      <a:lnTo>
                        <a:pt x="296" y="24"/>
                      </a:lnTo>
                      <a:lnTo>
                        <a:pt x="296" y="24"/>
                      </a:lnTo>
                      <a:lnTo>
                        <a:pt x="290" y="24"/>
                      </a:lnTo>
                      <a:lnTo>
                        <a:pt x="286" y="24"/>
                      </a:lnTo>
                      <a:lnTo>
                        <a:pt x="286" y="24"/>
                      </a:lnTo>
                      <a:lnTo>
                        <a:pt x="276" y="24"/>
                      </a:lnTo>
                      <a:lnTo>
                        <a:pt x="266" y="24"/>
                      </a:lnTo>
                      <a:lnTo>
                        <a:pt x="264" y="22"/>
                      </a:lnTo>
                      <a:lnTo>
                        <a:pt x="264" y="22"/>
                      </a:lnTo>
                      <a:lnTo>
                        <a:pt x="262" y="22"/>
                      </a:lnTo>
                      <a:lnTo>
                        <a:pt x="258" y="22"/>
                      </a:lnTo>
                      <a:lnTo>
                        <a:pt x="258" y="22"/>
                      </a:lnTo>
                      <a:lnTo>
                        <a:pt x="252" y="16"/>
                      </a:lnTo>
                      <a:lnTo>
                        <a:pt x="252" y="16"/>
                      </a:lnTo>
                      <a:lnTo>
                        <a:pt x="250" y="18"/>
                      </a:lnTo>
                      <a:lnTo>
                        <a:pt x="248" y="18"/>
                      </a:lnTo>
                      <a:lnTo>
                        <a:pt x="246" y="16"/>
                      </a:lnTo>
                      <a:lnTo>
                        <a:pt x="246" y="16"/>
                      </a:lnTo>
                      <a:lnTo>
                        <a:pt x="242" y="18"/>
                      </a:lnTo>
                      <a:lnTo>
                        <a:pt x="238" y="20"/>
                      </a:lnTo>
                      <a:lnTo>
                        <a:pt x="238" y="20"/>
                      </a:lnTo>
                      <a:lnTo>
                        <a:pt x="232" y="20"/>
                      </a:lnTo>
                      <a:lnTo>
                        <a:pt x="232" y="20"/>
                      </a:lnTo>
                      <a:lnTo>
                        <a:pt x="230" y="22"/>
                      </a:lnTo>
                      <a:lnTo>
                        <a:pt x="230" y="22"/>
                      </a:lnTo>
                      <a:lnTo>
                        <a:pt x="218" y="16"/>
                      </a:lnTo>
                      <a:lnTo>
                        <a:pt x="218" y="16"/>
                      </a:lnTo>
                      <a:lnTo>
                        <a:pt x="212" y="16"/>
                      </a:lnTo>
                      <a:lnTo>
                        <a:pt x="210" y="14"/>
                      </a:lnTo>
                      <a:lnTo>
                        <a:pt x="210" y="14"/>
                      </a:lnTo>
                      <a:lnTo>
                        <a:pt x="206" y="16"/>
                      </a:lnTo>
                      <a:lnTo>
                        <a:pt x="202" y="14"/>
                      </a:lnTo>
                      <a:lnTo>
                        <a:pt x="202" y="12"/>
                      </a:lnTo>
                      <a:lnTo>
                        <a:pt x="202" y="12"/>
                      </a:lnTo>
                      <a:lnTo>
                        <a:pt x="204" y="12"/>
                      </a:lnTo>
                      <a:lnTo>
                        <a:pt x="204" y="12"/>
                      </a:lnTo>
                      <a:lnTo>
                        <a:pt x="202" y="10"/>
                      </a:lnTo>
                      <a:lnTo>
                        <a:pt x="202" y="10"/>
                      </a:lnTo>
                      <a:lnTo>
                        <a:pt x="196" y="10"/>
                      </a:lnTo>
                      <a:lnTo>
                        <a:pt x="196" y="10"/>
                      </a:lnTo>
                      <a:lnTo>
                        <a:pt x="186" y="12"/>
                      </a:lnTo>
                      <a:lnTo>
                        <a:pt x="182" y="12"/>
                      </a:lnTo>
                      <a:lnTo>
                        <a:pt x="178" y="12"/>
                      </a:lnTo>
                      <a:lnTo>
                        <a:pt x="178" y="12"/>
                      </a:lnTo>
                      <a:lnTo>
                        <a:pt x="176" y="12"/>
                      </a:lnTo>
                      <a:lnTo>
                        <a:pt x="176" y="10"/>
                      </a:lnTo>
                      <a:lnTo>
                        <a:pt x="174" y="6"/>
                      </a:lnTo>
                      <a:lnTo>
                        <a:pt x="174" y="6"/>
                      </a:lnTo>
                      <a:lnTo>
                        <a:pt x="170" y="8"/>
                      </a:lnTo>
                      <a:lnTo>
                        <a:pt x="170" y="8"/>
                      </a:lnTo>
                      <a:lnTo>
                        <a:pt x="166" y="8"/>
                      </a:lnTo>
                      <a:lnTo>
                        <a:pt x="166" y="8"/>
                      </a:lnTo>
                      <a:lnTo>
                        <a:pt x="160" y="12"/>
                      </a:lnTo>
                      <a:lnTo>
                        <a:pt x="160" y="12"/>
                      </a:lnTo>
                      <a:lnTo>
                        <a:pt x="162" y="4"/>
                      </a:lnTo>
                      <a:lnTo>
                        <a:pt x="162" y="4"/>
                      </a:lnTo>
                      <a:lnTo>
                        <a:pt x="154" y="2"/>
                      </a:lnTo>
                      <a:lnTo>
                        <a:pt x="148" y="0"/>
                      </a:lnTo>
                      <a:lnTo>
                        <a:pt x="144" y="0"/>
                      </a:lnTo>
                      <a:lnTo>
                        <a:pt x="144" y="2"/>
                      </a:lnTo>
                      <a:lnTo>
                        <a:pt x="144" y="2"/>
                      </a:lnTo>
                      <a:lnTo>
                        <a:pt x="136" y="8"/>
                      </a:lnTo>
                      <a:lnTo>
                        <a:pt x="128" y="12"/>
                      </a:lnTo>
                      <a:lnTo>
                        <a:pt x="128" y="12"/>
                      </a:lnTo>
                      <a:lnTo>
                        <a:pt x="122" y="12"/>
                      </a:lnTo>
                      <a:lnTo>
                        <a:pt x="118" y="12"/>
                      </a:lnTo>
                      <a:lnTo>
                        <a:pt x="118" y="12"/>
                      </a:lnTo>
                      <a:lnTo>
                        <a:pt x="114" y="14"/>
                      </a:lnTo>
                      <a:lnTo>
                        <a:pt x="114" y="14"/>
                      </a:lnTo>
                      <a:lnTo>
                        <a:pt x="112" y="10"/>
                      </a:lnTo>
                      <a:lnTo>
                        <a:pt x="112" y="10"/>
                      </a:lnTo>
                      <a:lnTo>
                        <a:pt x="110" y="16"/>
                      </a:lnTo>
                      <a:lnTo>
                        <a:pt x="108" y="16"/>
                      </a:lnTo>
                      <a:lnTo>
                        <a:pt x="108" y="16"/>
                      </a:lnTo>
                      <a:lnTo>
                        <a:pt x="106" y="16"/>
                      </a:lnTo>
                      <a:lnTo>
                        <a:pt x="104" y="14"/>
                      </a:lnTo>
                      <a:lnTo>
                        <a:pt x="104" y="14"/>
                      </a:lnTo>
                      <a:lnTo>
                        <a:pt x="104" y="18"/>
                      </a:lnTo>
                      <a:lnTo>
                        <a:pt x="104" y="18"/>
                      </a:lnTo>
                      <a:lnTo>
                        <a:pt x="100" y="20"/>
                      </a:lnTo>
                      <a:lnTo>
                        <a:pt x="100" y="20"/>
                      </a:lnTo>
                      <a:lnTo>
                        <a:pt x="94" y="20"/>
                      </a:lnTo>
                      <a:lnTo>
                        <a:pt x="90" y="20"/>
                      </a:lnTo>
                      <a:lnTo>
                        <a:pt x="90" y="20"/>
                      </a:lnTo>
                      <a:lnTo>
                        <a:pt x="86" y="22"/>
                      </a:lnTo>
                      <a:lnTo>
                        <a:pt x="84" y="24"/>
                      </a:lnTo>
                      <a:lnTo>
                        <a:pt x="84" y="24"/>
                      </a:lnTo>
                      <a:lnTo>
                        <a:pt x="80" y="24"/>
                      </a:lnTo>
                      <a:lnTo>
                        <a:pt x="80" y="24"/>
                      </a:lnTo>
                      <a:lnTo>
                        <a:pt x="78" y="28"/>
                      </a:lnTo>
                      <a:lnTo>
                        <a:pt x="76" y="34"/>
                      </a:lnTo>
                      <a:lnTo>
                        <a:pt x="76" y="34"/>
                      </a:lnTo>
                      <a:lnTo>
                        <a:pt x="72" y="34"/>
                      </a:lnTo>
                      <a:lnTo>
                        <a:pt x="70" y="36"/>
                      </a:lnTo>
                      <a:lnTo>
                        <a:pt x="70" y="36"/>
                      </a:lnTo>
                      <a:lnTo>
                        <a:pt x="68" y="40"/>
                      </a:lnTo>
                      <a:lnTo>
                        <a:pt x="68" y="44"/>
                      </a:lnTo>
                      <a:lnTo>
                        <a:pt x="68" y="44"/>
                      </a:lnTo>
                      <a:lnTo>
                        <a:pt x="64" y="48"/>
                      </a:lnTo>
                      <a:lnTo>
                        <a:pt x="64" y="48"/>
                      </a:lnTo>
                      <a:lnTo>
                        <a:pt x="62" y="60"/>
                      </a:lnTo>
                      <a:lnTo>
                        <a:pt x="62" y="60"/>
                      </a:lnTo>
                      <a:lnTo>
                        <a:pt x="54" y="62"/>
                      </a:lnTo>
                      <a:lnTo>
                        <a:pt x="46" y="64"/>
                      </a:lnTo>
                      <a:lnTo>
                        <a:pt x="46" y="64"/>
                      </a:lnTo>
                      <a:lnTo>
                        <a:pt x="44" y="64"/>
                      </a:lnTo>
                      <a:lnTo>
                        <a:pt x="40" y="64"/>
                      </a:lnTo>
                      <a:lnTo>
                        <a:pt x="38" y="66"/>
                      </a:lnTo>
                      <a:lnTo>
                        <a:pt x="38" y="66"/>
                      </a:lnTo>
                      <a:lnTo>
                        <a:pt x="30" y="66"/>
                      </a:lnTo>
                      <a:lnTo>
                        <a:pt x="22" y="64"/>
                      </a:lnTo>
                      <a:lnTo>
                        <a:pt x="22" y="64"/>
                      </a:lnTo>
                      <a:lnTo>
                        <a:pt x="24" y="76"/>
                      </a:lnTo>
                      <a:lnTo>
                        <a:pt x="24" y="76"/>
                      </a:lnTo>
                      <a:lnTo>
                        <a:pt x="22" y="78"/>
                      </a:lnTo>
                      <a:lnTo>
                        <a:pt x="22" y="80"/>
                      </a:lnTo>
                      <a:lnTo>
                        <a:pt x="22" y="80"/>
                      </a:lnTo>
                      <a:lnTo>
                        <a:pt x="20" y="80"/>
                      </a:lnTo>
                      <a:lnTo>
                        <a:pt x="18" y="80"/>
                      </a:lnTo>
                      <a:lnTo>
                        <a:pt x="18" y="80"/>
                      </a:lnTo>
                      <a:lnTo>
                        <a:pt x="26" y="82"/>
                      </a:lnTo>
                      <a:lnTo>
                        <a:pt x="26" y="82"/>
                      </a:lnTo>
                      <a:lnTo>
                        <a:pt x="28" y="84"/>
                      </a:lnTo>
                      <a:lnTo>
                        <a:pt x="32" y="88"/>
                      </a:lnTo>
                      <a:lnTo>
                        <a:pt x="32" y="88"/>
                      </a:lnTo>
                      <a:lnTo>
                        <a:pt x="34" y="88"/>
                      </a:lnTo>
                      <a:lnTo>
                        <a:pt x="38" y="88"/>
                      </a:lnTo>
                      <a:lnTo>
                        <a:pt x="38" y="88"/>
                      </a:lnTo>
                      <a:lnTo>
                        <a:pt x="48" y="98"/>
                      </a:lnTo>
                      <a:lnTo>
                        <a:pt x="48" y="98"/>
                      </a:lnTo>
                      <a:lnTo>
                        <a:pt x="54" y="98"/>
                      </a:lnTo>
                      <a:lnTo>
                        <a:pt x="54" y="98"/>
                      </a:lnTo>
                      <a:lnTo>
                        <a:pt x="56" y="98"/>
                      </a:lnTo>
                      <a:lnTo>
                        <a:pt x="56" y="100"/>
                      </a:lnTo>
                      <a:lnTo>
                        <a:pt x="54" y="100"/>
                      </a:lnTo>
                      <a:lnTo>
                        <a:pt x="54" y="100"/>
                      </a:lnTo>
                      <a:lnTo>
                        <a:pt x="56" y="106"/>
                      </a:lnTo>
                      <a:lnTo>
                        <a:pt x="56" y="106"/>
                      </a:lnTo>
                      <a:lnTo>
                        <a:pt x="58" y="108"/>
                      </a:lnTo>
                      <a:lnTo>
                        <a:pt x="62" y="108"/>
                      </a:lnTo>
                      <a:lnTo>
                        <a:pt x="62" y="106"/>
                      </a:lnTo>
                      <a:lnTo>
                        <a:pt x="62" y="106"/>
                      </a:lnTo>
                      <a:lnTo>
                        <a:pt x="66" y="104"/>
                      </a:lnTo>
                      <a:lnTo>
                        <a:pt x="70" y="104"/>
                      </a:lnTo>
                      <a:lnTo>
                        <a:pt x="70" y="106"/>
                      </a:lnTo>
                      <a:lnTo>
                        <a:pt x="70" y="106"/>
                      </a:lnTo>
                      <a:lnTo>
                        <a:pt x="72" y="108"/>
                      </a:lnTo>
                      <a:lnTo>
                        <a:pt x="72" y="108"/>
                      </a:lnTo>
                      <a:lnTo>
                        <a:pt x="76" y="108"/>
                      </a:lnTo>
                      <a:lnTo>
                        <a:pt x="82" y="106"/>
                      </a:lnTo>
                      <a:lnTo>
                        <a:pt x="82" y="106"/>
                      </a:lnTo>
                      <a:lnTo>
                        <a:pt x="82" y="108"/>
                      </a:lnTo>
                      <a:lnTo>
                        <a:pt x="82" y="110"/>
                      </a:lnTo>
                      <a:lnTo>
                        <a:pt x="80" y="110"/>
                      </a:lnTo>
                      <a:lnTo>
                        <a:pt x="80" y="110"/>
                      </a:lnTo>
                      <a:lnTo>
                        <a:pt x="78" y="112"/>
                      </a:lnTo>
                      <a:lnTo>
                        <a:pt x="78" y="114"/>
                      </a:lnTo>
                      <a:lnTo>
                        <a:pt x="78" y="114"/>
                      </a:lnTo>
                      <a:lnTo>
                        <a:pt x="82" y="114"/>
                      </a:lnTo>
                      <a:lnTo>
                        <a:pt x="82" y="114"/>
                      </a:lnTo>
                      <a:lnTo>
                        <a:pt x="84" y="116"/>
                      </a:lnTo>
                      <a:lnTo>
                        <a:pt x="84" y="116"/>
                      </a:lnTo>
                      <a:lnTo>
                        <a:pt x="90" y="116"/>
                      </a:lnTo>
                      <a:lnTo>
                        <a:pt x="96" y="116"/>
                      </a:lnTo>
                      <a:lnTo>
                        <a:pt x="96" y="116"/>
                      </a:lnTo>
                      <a:lnTo>
                        <a:pt x="96" y="118"/>
                      </a:lnTo>
                      <a:lnTo>
                        <a:pt x="96" y="122"/>
                      </a:lnTo>
                      <a:lnTo>
                        <a:pt x="96" y="122"/>
                      </a:lnTo>
                      <a:lnTo>
                        <a:pt x="84" y="122"/>
                      </a:lnTo>
                      <a:lnTo>
                        <a:pt x="78" y="122"/>
                      </a:lnTo>
                      <a:lnTo>
                        <a:pt x="78" y="124"/>
                      </a:lnTo>
                      <a:lnTo>
                        <a:pt x="82" y="126"/>
                      </a:lnTo>
                      <a:lnTo>
                        <a:pt x="82" y="126"/>
                      </a:lnTo>
                      <a:lnTo>
                        <a:pt x="82" y="124"/>
                      </a:lnTo>
                      <a:lnTo>
                        <a:pt x="84" y="124"/>
                      </a:lnTo>
                      <a:lnTo>
                        <a:pt x="84" y="124"/>
                      </a:lnTo>
                      <a:lnTo>
                        <a:pt x="86" y="126"/>
                      </a:lnTo>
                      <a:lnTo>
                        <a:pt x="88" y="126"/>
                      </a:lnTo>
                      <a:lnTo>
                        <a:pt x="88" y="132"/>
                      </a:lnTo>
                      <a:lnTo>
                        <a:pt x="88" y="132"/>
                      </a:lnTo>
                      <a:lnTo>
                        <a:pt x="82" y="130"/>
                      </a:lnTo>
                      <a:lnTo>
                        <a:pt x="78" y="134"/>
                      </a:lnTo>
                      <a:lnTo>
                        <a:pt x="78" y="132"/>
                      </a:lnTo>
                      <a:lnTo>
                        <a:pt x="78" y="132"/>
                      </a:lnTo>
                      <a:lnTo>
                        <a:pt x="68" y="132"/>
                      </a:lnTo>
                      <a:lnTo>
                        <a:pt x="58" y="132"/>
                      </a:lnTo>
                      <a:lnTo>
                        <a:pt x="58" y="132"/>
                      </a:lnTo>
                      <a:lnTo>
                        <a:pt x="56" y="128"/>
                      </a:lnTo>
                      <a:lnTo>
                        <a:pt x="56" y="128"/>
                      </a:lnTo>
                      <a:lnTo>
                        <a:pt x="50" y="128"/>
                      </a:lnTo>
                      <a:lnTo>
                        <a:pt x="50" y="128"/>
                      </a:lnTo>
                      <a:lnTo>
                        <a:pt x="50" y="126"/>
                      </a:lnTo>
                      <a:lnTo>
                        <a:pt x="52" y="126"/>
                      </a:lnTo>
                      <a:lnTo>
                        <a:pt x="52" y="126"/>
                      </a:lnTo>
                      <a:lnTo>
                        <a:pt x="52" y="120"/>
                      </a:lnTo>
                      <a:lnTo>
                        <a:pt x="52" y="116"/>
                      </a:lnTo>
                      <a:lnTo>
                        <a:pt x="52" y="116"/>
                      </a:lnTo>
                      <a:lnTo>
                        <a:pt x="50" y="114"/>
                      </a:lnTo>
                      <a:lnTo>
                        <a:pt x="50" y="114"/>
                      </a:lnTo>
                      <a:lnTo>
                        <a:pt x="44" y="114"/>
                      </a:lnTo>
                      <a:lnTo>
                        <a:pt x="44" y="114"/>
                      </a:lnTo>
                      <a:lnTo>
                        <a:pt x="42" y="116"/>
                      </a:lnTo>
                      <a:lnTo>
                        <a:pt x="42" y="116"/>
                      </a:lnTo>
                      <a:lnTo>
                        <a:pt x="34" y="120"/>
                      </a:lnTo>
                      <a:lnTo>
                        <a:pt x="26" y="124"/>
                      </a:lnTo>
                      <a:lnTo>
                        <a:pt x="26" y="124"/>
                      </a:lnTo>
                      <a:lnTo>
                        <a:pt x="26" y="130"/>
                      </a:lnTo>
                      <a:lnTo>
                        <a:pt x="26" y="130"/>
                      </a:lnTo>
                      <a:lnTo>
                        <a:pt x="26" y="130"/>
                      </a:lnTo>
                      <a:lnTo>
                        <a:pt x="24" y="130"/>
                      </a:lnTo>
                      <a:lnTo>
                        <a:pt x="24" y="130"/>
                      </a:lnTo>
                      <a:lnTo>
                        <a:pt x="14" y="130"/>
                      </a:lnTo>
                      <a:lnTo>
                        <a:pt x="6" y="132"/>
                      </a:lnTo>
                      <a:lnTo>
                        <a:pt x="6" y="132"/>
                      </a:lnTo>
                      <a:lnTo>
                        <a:pt x="0" y="138"/>
                      </a:lnTo>
                      <a:lnTo>
                        <a:pt x="0" y="142"/>
                      </a:lnTo>
                      <a:lnTo>
                        <a:pt x="0" y="142"/>
                      </a:lnTo>
                      <a:lnTo>
                        <a:pt x="8" y="142"/>
                      </a:lnTo>
                      <a:lnTo>
                        <a:pt x="14" y="144"/>
                      </a:lnTo>
                      <a:lnTo>
                        <a:pt x="14" y="144"/>
                      </a:lnTo>
                      <a:lnTo>
                        <a:pt x="20" y="144"/>
                      </a:lnTo>
                      <a:lnTo>
                        <a:pt x="20" y="146"/>
                      </a:lnTo>
                      <a:lnTo>
                        <a:pt x="20" y="146"/>
                      </a:lnTo>
                      <a:lnTo>
                        <a:pt x="12" y="148"/>
                      </a:lnTo>
                      <a:lnTo>
                        <a:pt x="12" y="148"/>
                      </a:lnTo>
                      <a:lnTo>
                        <a:pt x="12" y="150"/>
                      </a:lnTo>
                      <a:lnTo>
                        <a:pt x="12" y="150"/>
                      </a:lnTo>
                      <a:lnTo>
                        <a:pt x="12" y="150"/>
                      </a:lnTo>
                      <a:lnTo>
                        <a:pt x="18" y="156"/>
                      </a:lnTo>
                      <a:lnTo>
                        <a:pt x="18" y="156"/>
                      </a:lnTo>
                      <a:lnTo>
                        <a:pt x="18" y="158"/>
                      </a:lnTo>
                      <a:lnTo>
                        <a:pt x="20" y="162"/>
                      </a:lnTo>
                      <a:lnTo>
                        <a:pt x="34" y="166"/>
                      </a:lnTo>
                      <a:lnTo>
                        <a:pt x="34" y="166"/>
                      </a:lnTo>
                      <a:lnTo>
                        <a:pt x="38" y="164"/>
                      </a:lnTo>
                      <a:lnTo>
                        <a:pt x="40" y="162"/>
                      </a:lnTo>
                      <a:lnTo>
                        <a:pt x="40" y="162"/>
                      </a:lnTo>
                      <a:lnTo>
                        <a:pt x="50" y="160"/>
                      </a:lnTo>
                      <a:lnTo>
                        <a:pt x="60" y="162"/>
                      </a:lnTo>
                      <a:lnTo>
                        <a:pt x="60" y="162"/>
                      </a:lnTo>
                      <a:lnTo>
                        <a:pt x="60" y="160"/>
                      </a:lnTo>
                      <a:lnTo>
                        <a:pt x="62" y="158"/>
                      </a:lnTo>
                      <a:lnTo>
                        <a:pt x="62" y="158"/>
                      </a:lnTo>
                      <a:lnTo>
                        <a:pt x="66" y="164"/>
                      </a:lnTo>
                      <a:lnTo>
                        <a:pt x="66" y="164"/>
                      </a:lnTo>
                      <a:lnTo>
                        <a:pt x="66" y="166"/>
                      </a:lnTo>
                      <a:lnTo>
                        <a:pt x="66" y="166"/>
                      </a:lnTo>
                      <a:lnTo>
                        <a:pt x="70" y="168"/>
                      </a:lnTo>
                      <a:lnTo>
                        <a:pt x="70" y="168"/>
                      </a:lnTo>
                      <a:lnTo>
                        <a:pt x="74" y="162"/>
                      </a:lnTo>
                      <a:lnTo>
                        <a:pt x="74" y="162"/>
                      </a:lnTo>
                      <a:lnTo>
                        <a:pt x="86" y="160"/>
                      </a:lnTo>
                      <a:lnTo>
                        <a:pt x="96" y="160"/>
                      </a:lnTo>
                      <a:lnTo>
                        <a:pt x="96" y="160"/>
                      </a:lnTo>
                      <a:lnTo>
                        <a:pt x="96" y="164"/>
                      </a:lnTo>
                      <a:lnTo>
                        <a:pt x="96" y="164"/>
                      </a:lnTo>
                      <a:lnTo>
                        <a:pt x="92" y="168"/>
                      </a:lnTo>
                      <a:lnTo>
                        <a:pt x="92" y="168"/>
                      </a:lnTo>
                      <a:lnTo>
                        <a:pt x="92" y="172"/>
                      </a:lnTo>
                      <a:lnTo>
                        <a:pt x="94" y="178"/>
                      </a:lnTo>
                      <a:lnTo>
                        <a:pt x="94" y="178"/>
                      </a:lnTo>
                      <a:lnTo>
                        <a:pt x="94" y="186"/>
                      </a:lnTo>
                      <a:lnTo>
                        <a:pt x="94" y="186"/>
                      </a:lnTo>
                      <a:lnTo>
                        <a:pt x="88" y="190"/>
                      </a:lnTo>
                      <a:lnTo>
                        <a:pt x="82" y="192"/>
                      </a:lnTo>
                      <a:lnTo>
                        <a:pt x="82" y="192"/>
                      </a:lnTo>
                      <a:lnTo>
                        <a:pt x="80" y="190"/>
                      </a:lnTo>
                      <a:lnTo>
                        <a:pt x="76" y="190"/>
                      </a:lnTo>
                      <a:lnTo>
                        <a:pt x="76" y="190"/>
                      </a:lnTo>
                      <a:lnTo>
                        <a:pt x="76" y="194"/>
                      </a:lnTo>
                      <a:lnTo>
                        <a:pt x="76" y="194"/>
                      </a:lnTo>
                      <a:lnTo>
                        <a:pt x="70" y="198"/>
                      </a:lnTo>
                      <a:lnTo>
                        <a:pt x="64" y="198"/>
                      </a:lnTo>
                      <a:lnTo>
                        <a:pt x="60" y="198"/>
                      </a:lnTo>
                      <a:lnTo>
                        <a:pt x="60" y="198"/>
                      </a:lnTo>
                      <a:lnTo>
                        <a:pt x="56" y="194"/>
                      </a:lnTo>
                      <a:lnTo>
                        <a:pt x="54" y="192"/>
                      </a:lnTo>
                      <a:lnTo>
                        <a:pt x="50" y="192"/>
                      </a:lnTo>
                      <a:lnTo>
                        <a:pt x="50" y="192"/>
                      </a:lnTo>
                      <a:lnTo>
                        <a:pt x="44" y="196"/>
                      </a:lnTo>
                      <a:lnTo>
                        <a:pt x="44" y="196"/>
                      </a:lnTo>
                      <a:lnTo>
                        <a:pt x="44" y="198"/>
                      </a:lnTo>
                      <a:lnTo>
                        <a:pt x="44" y="198"/>
                      </a:lnTo>
                      <a:lnTo>
                        <a:pt x="44" y="198"/>
                      </a:lnTo>
                      <a:lnTo>
                        <a:pt x="44" y="198"/>
                      </a:lnTo>
                      <a:lnTo>
                        <a:pt x="44" y="200"/>
                      </a:lnTo>
                      <a:lnTo>
                        <a:pt x="46" y="200"/>
                      </a:lnTo>
                      <a:lnTo>
                        <a:pt x="46" y="200"/>
                      </a:lnTo>
                      <a:lnTo>
                        <a:pt x="48" y="204"/>
                      </a:lnTo>
                      <a:lnTo>
                        <a:pt x="48" y="210"/>
                      </a:lnTo>
                      <a:lnTo>
                        <a:pt x="48" y="210"/>
                      </a:lnTo>
                      <a:lnTo>
                        <a:pt x="48" y="210"/>
                      </a:lnTo>
                      <a:lnTo>
                        <a:pt x="48" y="208"/>
                      </a:lnTo>
                      <a:lnTo>
                        <a:pt x="48" y="208"/>
                      </a:lnTo>
                      <a:lnTo>
                        <a:pt x="42" y="206"/>
                      </a:lnTo>
                      <a:lnTo>
                        <a:pt x="40" y="214"/>
                      </a:lnTo>
                      <a:lnTo>
                        <a:pt x="40" y="214"/>
                      </a:lnTo>
                      <a:lnTo>
                        <a:pt x="38" y="214"/>
                      </a:lnTo>
                      <a:lnTo>
                        <a:pt x="38" y="214"/>
                      </a:lnTo>
                      <a:lnTo>
                        <a:pt x="30" y="220"/>
                      </a:lnTo>
                      <a:lnTo>
                        <a:pt x="30" y="220"/>
                      </a:lnTo>
                      <a:lnTo>
                        <a:pt x="30" y="224"/>
                      </a:lnTo>
                      <a:lnTo>
                        <a:pt x="30" y="226"/>
                      </a:lnTo>
                      <a:lnTo>
                        <a:pt x="30" y="226"/>
                      </a:lnTo>
                      <a:lnTo>
                        <a:pt x="26" y="228"/>
                      </a:lnTo>
                      <a:lnTo>
                        <a:pt x="26" y="228"/>
                      </a:lnTo>
                      <a:lnTo>
                        <a:pt x="24" y="232"/>
                      </a:lnTo>
                      <a:lnTo>
                        <a:pt x="24" y="232"/>
                      </a:lnTo>
                      <a:lnTo>
                        <a:pt x="28" y="232"/>
                      </a:lnTo>
                      <a:lnTo>
                        <a:pt x="28" y="232"/>
                      </a:lnTo>
                      <a:lnTo>
                        <a:pt x="28" y="236"/>
                      </a:lnTo>
                      <a:lnTo>
                        <a:pt x="28" y="236"/>
                      </a:lnTo>
                      <a:lnTo>
                        <a:pt x="34" y="236"/>
                      </a:lnTo>
                      <a:lnTo>
                        <a:pt x="34" y="236"/>
                      </a:lnTo>
                      <a:lnTo>
                        <a:pt x="34" y="240"/>
                      </a:lnTo>
                      <a:lnTo>
                        <a:pt x="34" y="240"/>
                      </a:lnTo>
                      <a:lnTo>
                        <a:pt x="36" y="240"/>
                      </a:lnTo>
                      <a:lnTo>
                        <a:pt x="36" y="242"/>
                      </a:lnTo>
                      <a:lnTo>
                        <a:pt x="36" y="242"/>
                      </a:lnTo>
                      <a:lnTo>
                        <a:pt x="44" y="242"/>
                      </a:lnTo>
                      <a:lnTo>
                        <a:pt x="50" y="244"/>
                      </a:lnTo>
                      <a:lnTo>
                        <a:pt x="50" y="244"/>
                      </a:lnTo>
                      <a:lnTo>
                        <a:pt x="50" y="242"/>
                      </a:lnTo>
                      <a:lnTo>
                        <a:pt x="50" y="242"/>
                      </a:lnTo>
                      <a:lnTo>
                        <a:pt x="56" y="242"/>
                      </a:lnTo>
                      <a:lnTo>
                        <a:pt x="56" y="244"/>
                      </a:lnTo>
                      <a:lnTo>
                        <a:pt x="56" y="244"/>
                      </a:lnTo>
                      <a:lnTo>
                        <a:pt x="52" y="246"/>
                      </a:lnTo>
                      <a:lnTo>
                        <a:pt x="52" y="246"/>
                      </a:lnTo>
                      <a:lnTo>
                        <a:pt x="50" y="250"/>
                      </a:lnTo>
                      <a:lnTo>
                        <a:pt x="50" y="250"/>
                      </a:lnTo>
                      <a:lnTo>
                        <a:pt x="48" y="252"/>
                      </a:lnTo>
                      <a:lnTo>
                        <a:pt x="48" y="252"/>
                      </a:lnTo>
                      <a:lnTo>
                        <a:pt x="48" y="256"/>
                      </a:lnTo>
                      <a:lnTo>
                        <a:pt x="48" y="256"/>
                      </a:lnTo>
                      <a:lnTo>
                        <a:pt x="46" y="260"/>
                      </a:lnTo>
                      <a:lnTo>
                        <a:pt x="46" y="260"/>
                      </a:lnTo>
                      <a:lnTo>
                        <a:pt x="48" y="260"/>
                      </a:lnTo>
                      <a:lnTo>
                        <a:pt x="48" y="262"/>
                      </a:lnTo>
                      <a:lnTo>
                        <a:pt x="48" y="262"/>
                      </a:lnTo>
                      <a:lnTo>
                        <a:pt x="52" y="262"/>
                      </a:lnTo>
                      <a:lnTo>
                        <a:pt x="52" y="262"/>
                      </a:lnTo>
                      <a:lnTo>
                        <a:pt x="52" y="266"/>
                      </a:lnTo>
                      <a:lnTo>
                        <a:pt x="52" y="266"/>
                      </a:lnTo>
                      <a:lnTo>
                        <a:pt x="56" y="270"/>
                      </a:lnTo>
                      <a:lnTo>
                        <a:pt x="56" y="270"/>
                      </a:lnTo>
                      <a:lnTo>
                        <a:pt x="64" y="268"/>
                      </a:lnTo>
                      <a:lnTo>
                        <a:pt x="68" y="266"/>
                      </a:lnTo>
                      <a:lnTo>
                        <a:pt x="70" y="264"/>
                      </a:lnTo>
                      <a:lnTo>
                        <a:pt x="70" y="264"/>
                      </a:lnTo>
                      <a:lnTo>
                        <a:pt x="70" y="260"/>
                      </a:lnTo>
                      <a:lnTo>
                        <a:pt x="70" y="258"/>
                      </a:lnTo>
                      <a:lnTo>
                        <a:pt x="72" y="254"/>
                      </a:lnTo>
                      <a:lnTo>
                        <a:pt x="74" y="254"/>
                      </a:lnTo>
                      <a:lnTo>
                        <a:pt x="74" y="254"/>
                      </a:lnTo>
                      <a:lnTo>
                        <a:pt x="76" y="258"/>
                      </a:lnTo>
                      <a:lnTo>
                        <a:pt x="76" y="260"/>
                      </a:lnTo>
                      <a:lnTo>
                        <a:pt x="74" y="260"/>
                      </a:lnTo>
                      <a:lnTo>
                        <a:pt x="74" y="260"/>
                      </a:lnTo>
                      <a:lnTo>
                        <a:pt x="74" y="266"/>
                      </a:lnTo>
                      <a:lnTo>
                        <a:pt x="74" y="266"/>
                      </a:lnTo>
                      <a:lnTo>
                        <a:pt x="78" y="268"/>
                      </a:lnTo>
                      <a:lnTo>
                        <a:pt x="78" y="268"/>
                      </a:lnTo>
                      <a:lnTo>
                        <a:pt x="80" y="274"/>
                      </a:lnTo>
                      <a:lnTo>
                        <a:pt x="80" y="278"/>
                      </a:lnTo>
                      <a:lnTo>
                        <a:pt x="80" y="278"/>
                      </a:lnTo>
                      <a:lnTo>
                        <a:pt x="78" y="280"/>
                      </a:lnTo>
                      <a:lnTo>
                        <a:pt x="78" y="284"/>
                      </a:lnTo>
                      <a:lnTo>
                        <a:pt x="78" y="284"/>
                      </a:lnTo>
                      <a:lnTo>
                        <a:pt x="84" y="284"/>
                      </a:lnTo>
                      <a:lnTo>
                        <a:pt x="84" y="284"/>
                      </a:lnTo>
                      <a:lnTo>
                        <a:pt x="82" y="286"/>
                      </a:lnTo>
                      <a:lnTo>
                        <a:pt x="82" y="286"/>
                      </a:lnTo>
                      <a:lnTo>
                        <a:pt x="80" y="290"/>
                      </a:lnTo>
                      <a:lnTo>
                        <a:pt x="80" y="290"/>
                      </a:lnTo>
                      <a:lnTo>
                        <a:pt x="82" y="290"/>
                      </a:lnTo>
                      <a:lnTo>
                        <a:pt x="82" y="290"/>
                      </a:lnTo>
                      <a:lnTo>
                        <a:pt x="82" y="292"/>
                      </a:lnTo>
                      <a:lnTo>
                        <a:pt x="82" y="292"/>
                      </a:lnTo>
                      <a:lnTo>
                        <a:pt x="82" y="292"/>
                      </a:lnTo>
                      <a:lnTo>
                        <a:pt x="82" y="292"/>
                      </a:lnTo>
                      <a:lnTo>
                        <a:pt x="82" y="296"/>
                      </a:lnTo>
                      <a:lnTo>
                        <a:pt x="82" y="296"/>
                      </a:lnTo>
                      <a:lnTo>
                        <a:pt x="86" y="294"/>
                      </a:lnTo>
                      <a:lnTo>
                        <a:pt x="88" y="292"/>
                      </a:lnTo>
                      <a:lnTo>
                        <a:pt x="92" y="288"/>
                      </a:lnTo>
                      <a:lnTo>
                        <a:pt x="92" y="288"/>
                      </a:lnTo>
                      <a:lnTo>
                        <a:pt x="102" y="282"/>
                      </a:lnTo>
                      <a:lnTo>
                        <a:pt x="104" y="282"/>
                      </a:lnTo>
                      <a:lnTo>
                        <a:pt x="104" y="282"/>
                      </a:lnTo>
                      <a:lnTo>
                        <a:pt x="106" y="284"/>
                      </a:lnTo>
                      <a:lnTo>
                        <a:pt x="108" y="288"/>
                      </a:lnTo>
                      <a:lnTo>
                        <a:pt x="108" y="288"/>
                      </a:lnTo>
                      <a:lnTo>
                        <a:pt x="108" y="288"/>
                      </a:lnTo>
                      <a:lnTo>
                        <a:pt x="114" y="286"/>
                      </a:lnTo>
                      <a:lnTo>
                        <a:pt x="114" y="286"/>
                      </a:lnTo>
                      <a:lnTo>
                        <a:pt x="116" y="290"/>
                      </a:lnTo>
                      <a:lnTo>
                        <a:pt x="118" y="294"/>
                      </a:lnTo>
                      <a:lnTo>
                        <a:pt x="118" y="294"/>
                      </a:lnTo>
                      <a:lnTo>
                        <a:pt x="120" y="296"/>
                      </a:lnTo>
                      <a:lnTo>
                        <a:pt x="120" y="296"/>
                      </a:lnTo>
                      <a:lnTo>
                        <a:pt x="122" y="298"/>
                      </a:lnTo>
                      <a:lnTo>
                        <a:pt x="122" y="298"/>
                      </a:lnTo>
                      <a:lnTo>
                        <a:pt x="124" y="296"/>
                      </a:lnTo>
                      <a:lnTo>
                        <a:pt x="124" y="296"/>
                      </a:lnTo>
                      <a:lnTo>
                        <a:pt x="122" y="294"/>
                      </a:lnTo>
                      <a:lnTo>
                        <a:pt x="124" y="292"/>
                      </a:lnTo>
                      <a:lnTo>
                        <a:pt x="124" y="292"/>
                      </a:lnTo>
                      <a:lnTo>
                        <a:pt x="128" y="292"/>
                      </a:lnTo>
                      <a:lnTo>
                        <a:pt x="128" y="292"/>
                      </a:lnTo>
                      <a:lnTo>
                        <a:pt x="130" y="288"/>
                      </a:lnTo>
                      <a:lnTo>
                        <a:pt x="130" y="288"/>
                      </a:lnTo>
                      <a:lnTo>
                        <a:pt x="132" y="294"/>
                      </a:lnTo>
                      <a:lnTo>
                        <a:pt x="132" y="294"/>
                      </a:lnTo>
                      <a:lnTo>
                        <a:pt x="138" y="292"/>
                      </a:lnTo>
                      <a:lnTo>
                        <a:pt x="144" y="290"/>
                      </a:lnTo>
                      <a:lnTo>
                        <a:pt x="144" y="290"/>
                      </a:lnTo>
                      <a:lnTo>
                        <a:pt x="146" y="286"/>
                      </a:lnTo>
                      <a:lnTo>
                        <a:pt x="146" y="286"/>
                      </a:lnTo>
                      <a:lnTo>
                        <a:pt x="150" y="286"/>
                      </a:lnTo>
                      <a:lnTo>
                        <a:pt x="150" y="286"/>
                      </a:lnTo>
                      <a:lnTo>
                        <a:pt x="148" y="292"/>
                      </a:lnTo>
                      <a:lnTo>
                        <a:pt x="146" y="296"/>
                      </a:lnTo>
                      <a:lnTo>
                        <a:pt x="146" y="296"/>
                      </a:lnTo>
                      <a:lnTo>
                        <a:pt x="144" y="298"/>
                      </a:lnTo>
                      <a:lnTo>
                        <a:pt x="140" y="302"/>
                      </a:lnTo>
                      <a:lnTo>
                        <a:pt x="140" y="302"/>
                      </a:lnTo>
                      <a:lnTo>
                        <a:pt x="140" y="304"/>
                      </a:lnTo>
                      <a:lnTo>
                        <a:pt x="140" y="308"/>
                      </a:lnTo>
                      <a:lnTo>
                        <a:pt x="136" y="308"/>
                      </a:lnTo>
                      <a:lnTo>
                        <a:pt x="136" y="308"/>
                      </a:lnTo>
                      <a:lnTo>
                        <a:pt x="136" y="320"/>
                      </a:lnTo>
                      <a:lnTo>
                        <a:pt x="136" y="320"/>
                      </a:lnTo>
                      <a:lnTo>
                        <a:pt x="134" y="320"/>
                      </a:lnTo>
                      <a:lnTo>
                        <a:pt x="134" y="320"/>
                      </a:lnTo>
                      <a:lnTo>
                        <a:pt x="132" y="324"/>
                      </a:lnTo>
                      <a:lnTo>
                        <a:pt x="132" y="326"/>
                      </a:lnTo>
                      <a:lnTo>
                        <a:pt x="132" y="326"/>
                      </a:lnTo>
                      <a:lnTo>
                        <a:pt x="128" y="330"/>
                      </a:lnTo>
                      <a:lnTo>
                        <a:pt x="126" y="332"/>
                      </a:lnTo>
                      <a:lnTo>
                        <a:pt x="126" y="332"/>
                      </a:lnTo>
                      <a:lnTo>
                        <a:pt x="126" y="336"/>
                      </a:lnTo>
                      <a:lnTo>
                        <a:pt x="126" y="336"/>
                      </a:lnTo>
                      <a:lnTo>
                        <a:pt x="122" y="336"/>
                      </a:lnTo>
                      <a:lnTo>
                        <a:pt x="122" y="336"/>
                      </a:lnTo>
                      <a:lnTo>
                        <a:pt x="120" y="338"/>
                      </a:lnTo>
                      <a:lnTo>
                        <a:pt x="116" y="342"/>
                      </a:lnTo>
                      <a:lnTo>
                        <a:pt x="116" y="342"/>
                      </a:lnTo>
                      <a:lnTo>
                        <a:pt x="114" y="342"/>
                      </a:lnTo>
                      <a:lnTo>
                        <a:pt x="114" y="342"/>
                      </a:lnTo>
                      <a:lnTo>
                        <a:pt x="108" y="344"/>
                      </a:lnTo>
                      <a:lnTo>
                        <a:pt x="104" y="346"/>
                      </a:lnTo>
                      <a:lnTo>
                        <a:pt x="102" y="350"/>
                      </a:lnTo>
                      <a:lnTo>
                        <a:pt x="102" y="356"/>
                      </a:lnTo>
                      <a:lnTo>
                        <a:pt x="102" y="356"/>
                      </a:lnTo>
                      <a:lnTo>
                        <a:pt x="94" y="358"/>
                      </a:lnTo>
                      <a:lnTo>
                        <a:pt x="94" y="358"/>
                      </a:lnTo>
                      <a:lnTo>
                        <a:pt x="96" y="354"/>
                      </a:lnTo>
                      <a:lnTo>
                        <a:pt x="96" y="354"/>
                      </a:lnTo>
                      <a:lnTo>
                        <a:pt x="86" y="356"/>
                      </a:lnTo>
                      <a:lnTo>
                        <a:pt x="78" y="358"/>
                      </a:lnTo>
                      <a:lnTo>
                        <a:pt x="78" y="358"/>
                      </a:lnTo>
                      <a:lnTo>
                        <a:pt x="78" y="360"/>
                      </a:lnTo>
                      <a:lnTo>
                        <a:pt x="78" y="364"/>
                      </a:lnTo>
                      <a:lnTo>
                        <a:pt x="78" y="364"/>
                      </a:lnTo>
                      <a:lnTo>
                        <a:pt x="74" y="366"/>
                      </a:lnTo>
                      <a:lnTo>
                        <a:pt x="74" y="366"/>
                      </a:lnTo>
                      <a:lnTo>
                        <a:pt x="72" y="370"/>
                      </a:lnTo>
                      <a:lnTo>
                        <a:pt x="72" y="370"/>
                      </a:lnTo>
                      <a:lnTo>
                        <a:pt x="68" y="374"/>
                      </a:lnTo>
                      <a:lnTo>
                        <a:pt x="64" y="376"/>
                      </a:lnTo>
                      <a:lnTo>
                        <a:pt x="64" y="376"/>
                      </a:lnTo>
                      <a:lnTo>
                        <a:pt x="64" y="378"/>
                      </a:lnTo>
                      <a:lnTo>
                        <a:pt x="64" y="378"/>
                      </a:lnTo>
                      <a:lnTo>
                        <a:pt x="66" y="376"/>
                      </a:lnTo>
                      <a:lnTo>
                        <a:pt x="66" y="376"/>
                      </a:lnTo>
                      <a:lnTo>
                        <a:pt x="66" y="378"/>
                      </a:lnTo>
                      <a:lnTo>
                        <a:pt x="70" y="378"/>
                      </a:lnTo>
                      <a:lnTo>
                        <a:pt x="70" y="374"/>
                      </a:lnTo>
                      <a:lnTo>
                        <a:pt x="72" y="374"/>
                      </a:lnTo>
                      <a:lnTo>
                        <a:pt x="72" y="374"/>
                      </a:lnTo>
                      <a:lnTo>
                        <a:pt x="74" y="376"/>
                      </a:lnTo>
                      <a:lnTo>
                        <a:pt x="76" y="378"/>
                      </a:lnTo>
                      <a:lnTo>
                        <a:pt x="76" y="378"/>
                      </a:lnTo>
                      <a:lnTo>
                        <a:pt x="84" y="362"/>
                      </a:lnTo>
                      <a:lnTo>
                        <a:pt x="84" y="362"/>
                      </a:lnTo>
                      <a:lnTo>
                        <a:pt x="90" y="362"/>
                      </a:lnTo>
                      <a:lnTo>
                        <a:pt x="90" y="362"/>
                      </a:lnTo>
                      <a:lnTo>
                        <a:pt x="90" y="362"/>
                      </a:lnTo>
                      <a:lnTo>
                        <a:pt x="88" y="364"/>
                      </a:lnTo>
                      <a:lnTo>
                        <a:pt x="86" y="366"/>
                      </a:lnTo>
                      <a:lnTo>
                        <a:pt x="86" y="366"/>
                      </a:lnTo>
                      <a:lnTo>
                        <a:pt x="94" y="366"/>
                      </a:lnTo>
                      <a:lnTo>
                        <a:pt x="94" y="364"/>
                      </a:lnTo>
                      <a:lnTo>
                        <a:pt x="94" y="364"/>
                      </a:lnTo>
                      <a:lnTo>
                        <a:pt x="102" y="362"/>
                      </a:lnTo>
                      <a:lnTo>
                        <a:pt x="106" y="358"/>
                      </a:lnTo>
                      <a:lnTo>
                        <a:pt x="106" y="358"/>
                      </a:lnTo>
                      <a:lnTo>
                        <a:pt x="110" y="358"/>
                      </a:lnTo>
                      <a:lnTo>
                        <a:pt x="110" y="358"/>
                      </a:lnTo>
                      <a:lnTo>
                        <a:pt x="110" y="362"/>
                      </a:lnTo>
                      <a:lnTo>
                        <a:pt x="110" y="362"/>
                      </a:lnTo>
                      <a:lnTo>
                        <a:pt x="112" y="360"/>
                      </a:lnTo>
                      <a:lnTo>
                        <a:pt x="112" y="356"/>
                      </a:lnTo>
                      <a:lnTo>
                        <a:pt x="112" y="356"/>
                      </a:lnTo>
                      <a:lnTo>
                        <a:pt x="114" y="358"/>
                      </a:lnTo>
                      <a:lnTo>
                        <a:pt x="116" y="358"/>
                      </a:lnTo>
                      <a:lnTo>
                        <a:pt x="116" y="358"/>
                      </a:lnTo>
                      <a:lnTo>
                        <a:pt x="118" y="354"/>
                      </a:lnTo>
                      <a:lnTo>
                        <a:pt x="118" y="350"/>
                      </a:lnTo>
                      <a:lnTo>
                        <a:pt x="118" y="350"/>
                      </a:lnTo>
                      <a:lnTo>
                        <a:pt x="122" y="354"/>
                      </a:lnTo>
                      <a:lnTo>
                        <a:pt x="124" y="348"/>
                      </a:lnTo>
                      <a:lnTo>
                        <a:pt x="124" y="348"/>
                      </a:lnTo>
                      <a:lnTo>
                        <a:pt x="122" y="348"/>
                      </a:lnTo>
                      <a:lnTo>
                        <a:pt x="122" y="346"/>
                      </a:lnTo>
                      <a:lnTo>
                        <a:pt x="122" y="346"/>
                      </a:lnTo>
                      <a:lnTo>
                        <a:pt x="124" y="346"/>
                      </a:lnTo>
                      <a:lnTo>
                        <a:pt x="124" y="346"/>
                      </a:lnTo>
                      <a:lnTo>
                        <a:pt x="124" y="346"/>
                      </a:lnTo>
                      <a:lnTo>
                        <a:pt x="124" y="346"/>
                      </a:lnTo>
                      <a:lnTo>
                        <a:pt x="132" y="342"/>
                      </a:lnTo>
                      <a:lnTo>
                        <a:pt x="132" y="342"/>
                      </a:lnTo>
                      <a:lnTo>
                        <a:pt x="130" y="342"/>
                      </a:lnTo>
                      <a:lnTo>
                        <a:pt x="130" y="340"/>
                      </a:lnTo>
                      <a:lnTo>
                        <a:pt x="130" y="340"/>
                      </a:lnTo>
                      <a:lnTo>
                        <a:pt x="134" y="340"/>
                      </a:lnTo>
                      <a:lnTo>
                        <a:pt x="136" y="340"/>
                      </a:lnTo>
                      <a:lnTo>
                        <a:pt x="136" y="340"/>
                      </a:lnTo>
                      <a:lnTo>
                        <a:pt x="138" y="334"/>
                      </a:lnTo>
                      <a:lnTo>
                        <a:pt x="138" y="334"/>
                      </a:lnTo>
                      <a:lnTo>
                        <a:pt x="142" y="336"/>
                      </a:lnTo>
                      <a:lnTo>
                        <a:pt x="142" y="336"/>
                      </a:lnTo>
                      <a:lnTo>
                        <a:pt x="148" y="330"/>
                      </a:lnTo>
                      <a:lnTo>
                        <a:pt x="148" y="330"/>
                      </a:lnTo>
                      <a:lnTo>
                        <a:pt x="148" y="324"/>
                      </a:lnTo>
                      <a:lnTo>
                        <a:pt x="148" y="324"/>
                      </a:lnTo>
                      <a:lnTo>
                        <a:pt x="154" y="322"/>
                      </a:lnTo>
                      <a:lnTo>
                        <a:pt x="154" y="320"/>
                      </a:lnTo>
                      <a:lnTo>
                        <a:pt x="154" y="320"/>
                      </a:lnTo>
                      <a:lnTo>
                        <a:pt x="156" y="320"/>
                      </a:lnTo>
                      <a:lnTo>
                        <a:pt x="156" y="320"/>
                      </a:lnTo>
                      <a:lnTo>
                        <a:pt x="160" y="316"/>
                      </a:lnTo>
                      <a:lnTo>
                        <a:pt x="164" y="312"/>
                      </a:lnTo>
                      <a:lnTo>
                        <a:pt x="164" y="312"/>
                      </a:lnTo>
                      <a:lnTo>
                        <a:pt x="168" y="310"/>
                      </a:lnTo>
                      <a:lnTo>
                        <a:pt x="168" y="310"/>
                      </a:lnTo>
                      <a:lnTo>
                        <a:pt x="168" y="308"/>
                      </a:lnTo>
                      <a:lnTo>
                        <a:pt x="172" y="304"/>
                      </a:lnTo>
                      <a:lnTo>
                        <a:pt x="172" y="304"/>
                      </a:lnTo>
                      <a:lnTo>
                        <a:pt x="180" y="302"/>
                      </a:lnTo>
                      <a:lnTo>
                        <a:pt x="180" y="302"/>
                      </a:lnTo>
                      <a:lnTo>
                        <a:pt x="182" y="300"/>
                      </a:lnTo>
                      <a:lnTo>
                        <a:pt x="182" y="300"/>
                      </a:lnTo>
                      <a:lnTo>
                        <a:pt x="182" y="296"/>
                      </a:lnTo>
                      <a:lnTo>
                        <a:pt x="182" y="296"/>
                      </a:lnTo>
                      <a:lnTo>
                        <a:pt x="184" y="294"/>
                      </a:lnTo>
                      <a:lnTo>
                        <a:pt x="186" y="292"/>
                      </a:lnTo>
                      <a:lnTo>
                        <a:pt x="186" y="290"/>
                      </a:lnTo>
                      <a:lnTo>
                        <a:pt x="186" y="290"/>
                      </a:lnTo>
                      <a:lnTo>
                        <a:pt x="190" y="288"/>
                      </a:lnTo>
                      <a:lnTo>
                        <a:pt x="190" y="288"/>
                      </a:lnTo>
                      <a:lnTo>
                        <a:pt x="190" y="284"/>
                      </a:lnTo>
                      <a:lnTo>
                        <a:pt x="190" y="284"/>
                      </a:lnTo>
                      <a:lnTo>
                        <a:pt x="182" y="284"/>
                      </a:lnTo>
                      <a:lnTo>
                        <a:pt x="182" y="284"/>
                      </a:lnTo>
                      <a:lnTo>
                        <a:pt x="182" y="280"/>
                      </a:lnTo>
                      <a:lnTo>
                        <a:pt x="182" y="276"/>
                      </a:lnTo>
                      <a:lnTo>
                        <a:pt x="182" y="276"/>
                      </a:lnTo>
                      <a:lnTo>
                        <a:pt x="186" y="272"/>
                      </a:lnTo>
                      <a:lnTo>
                        <a:pt x="186" y="272"/>
                      </a:lnTo>
                      <a:lnTo>
                        <a:pt x="186" y="268"/>
                      </a:lnTo>
                      <a:lnTo>
                        <a:pt x="186" y="268"/>
                      </a:lnTo>
                      <a:lnTo>
                        <a:pt x="194" y="268"/>
                      </a:lnTo>
                      <a:lnTo>
                        <a:pt x="194" y="268"/>
                      </a:lnTo>
                      <a:lnTo>
                        <a:pt x="196" y="264"/>
                      </a:lnTo>
                      <a:lnTo>
                        <a:pt x="196" y="264"/>
                      </a:lnTo>
                      <a:lnTo>
                        <a:pt x="200" y="262"/>
                      </a:lnTo>
                      <a:lnTo>
                        <a:pt x="200" y="262"/>
                      </a:lnTo>
                      <a:lnTo>
                        <a:pt x="198" y="258"/>
                      </a:lnTo>
                      <a:lnTo>
                        <a:pt x="198" y="258"/>
                      </a:lnTo>
                      <a:lnTo>
                        <a:pt x="202" y="260"/>
                      </a:lnTo>
                      <a:lnTo>
                        <a:pt x="202" y="260"/>
                      </a:lnTo>
                      <a:lnTo>
                        <a:pt x="204" y="258"/>
                      </a:lnTo>
                      <a:lnTo>
                        <a:pt x="206" y="258"/>
                      </a:lnTo>
                      <a:lnTo>
                        <a:pt x="206" y="258"/>
                      </a:lnTo>
                      <a:lnTo>
                        <a:pt x="208" y="252"/>
                      </a:lnTo>
                      <a:lnTo>
                        <a:pt x="208" y="248"/>
                      </a:lnTo>
                      <a:lnTo>
                        <a:pt x="212" y="246"/>
                      </a:lnTo>
                      <a:lnTo>
                        <a:pt x="212" y="246"/>
                      </a:lnTo>
                      <a:lnTo>
                        <a:pt x="214" y="246"/>
                      </a:lnTo>
                      <a:lnTo>
                        <a:pt x="216" y="246"/>
                      </a:lnTo>
                      <a:lnTo>
                        <a:pt x="216" y="246"/>
                      </a:lnTo>
                      <a:lnTo>
                        <a:pt x="218" y="240"/>
                      </a:lnTo>
                      <a:lnTo>
                        <a:pt x="218" y="240"/>
                      </a:lnTo>
                      <a:lnTo>
                        <a:pt x="220" y="238"/>
                      </a:lnTo>
                      <a:lnTo>
                        <a:pt x="224" y="238"/>
                      </a:lnTo>
                      <a:lnTo>
                        <a:pt x="224" y="238"/>
                      </a:lnTo>
                      <a:lnTo>
                        <a:pt x="232" y="230"/>
                      </a:lnTo>
                      <a:lnTo>
                        <a:pt x="232" y="230"/>
                      </a:lnTo>
                      <a:lnTo>
                        <a:pt x="234" y="234"/>
                      </a:lnTo>
                      <a:lnTo>
                        <a:pt x="234" y="234"/>
                      </a:lnTo>
                      <a:lnTo>
                        <a:pt x="242" y="232"/>
                      </a:lnTo>
                      <a:lnTo>
                        <a:pt x="242" y="232"/>
                      </a:lnTo>
                      <a:lnTo>
                        <a:pt x="244" y="230"/>
                      </a:lnTo>
                      <a:lnTo>
                        <a:pt x="244" y="230"/>
                      </a:lnTo>
                      <a:lnTo>
                        <a:pt x="246" y="230"/>
                      </a:lnTo>
                      <a:lnTo>
                        <a:pt x="244" y="234"/>
                      </a:lnTo>
                      <a:lnTo>
                        <a:pt x="244" y="234"/>
                      </a:lnTo>
                      <a:lnTo>
                        <a:pt x="242" y="234"/>
                      </a:lnTo>
                      <a:lnTo>
                        <a:pt x="242" y="236"/>
                      </a:lnTo>
                      <a:lnTo>
                        <a:pt x="242" y="236"/>
                      </a:lnTo>
                      <a:lnTo>
                        <a:pt x="242" y="236"/>
                      </a:lnTo>
                      <a:lnTo>
                        <a:pt x="246" y="240"/>
                      </a:lnTo>
                      <a:lnTo>
                        <a:pt x="246" y="240"/>
                      </a:lnTo>
                      <a:lnTo>
                        <a:pt x="246" y="242"/>
                      </a:lnTo>
                      <a:lnTo>
                        <a:pt x="244" y="242"/>
                      </a:lnTo>
                      <a:lnTo>
                        <a:pt x="240" y="242"/>
                      </a:lnTo>
                      <a:lnTo>
                        <a:pt x="232" y="240"/>
                      </a:lnTo>
                      <a:lnTo>
                        <a:pt x="232" y="240"/>
                      </a:lnTo>
                      <a:lnTo>
                        <a:pt x="230" y="242"/>
                      </a:lnTo>
                      <a:lnTo>
                        <a:pt x="230" y="242"/>
                      </a:lnTo>
                      <a:lnTo>
                        <a:pt x="220" y="246"/>
                      </a:lnTo>
                      <a:lnTo>
                        <a:pt x="220" y="246"/>
                      </a:lnTo>
                      <a:lnTo>
                        <a:pt x="222" y="262"/>
                      </a:lnTo>
                      <a:lnTo>
                        <a:pt x="222" y="262"/>
                      </a:lnTo>
                      <a:lnTo>
                        <a:pt x="216" y="266"/>
                      </a:lnTo>
                      <a:lnTo>
                        <a:pt x="216" y="266"/>
                      </a:lnTo>
                      <a:lnTo>
                        <a:pt x="218" y="270"/>
                      </a:lnTo>
                      <a:lnTo>
                        <a:pt x="218" y="272"/>
                      </a:lnTo>
                      <a:lnTo>
                        <a:pt x="218" y="272"/>
                      </a:lnTo>
                      <a:lnTo>
                        <a:pt x="220" y="272"/>
                      </a:lnTo>
                      <a:lnTo>
                        <a:pt x="222" y="272"/>
                      </a:lnTo>
                      <a:lnTo>
                        <a:pt x="222" y="272"/>
                      </a:lnTo>
                      <a:lnTo>
                        <a:pt x="224" y="272"/>
                      </a:lnTo>
                      <a:lnTo>
                        <a:pt x="224" y="272"/>
                      </a:lnTo>
                      <a:lnTo>
                        <a:pt x="222" y="276"/>
                      </a:lnTo>
                      <a:lnTo>
                        <a:pt x="222" y="276"/>
                      </a:lnTo>
                      <a:lnTo>
                        <a:pt x="216" y="276"/>
                      </a:lnTo>
                      <a:lnTo>
                        <a:pt x="216" y="276"/>
                      </a:lnTo>
                      <a:lnTo>
                        <a:pt x="214" y="282"/>
                      </a:lnTo>
                      <a:lnTo>
                        <a:pt x="214" y="282"/>
                      </a:lnTo>
                      <a:lnTo>
                        <a:pt x="218" y="282"/>
                      </a:lnTo>
                      <a:lnTo>
                        <a:pt x="222" y="282"/>
                      </a:lnTo>
                      <a:lnTo>
                        <a:pt x="222" y="282"/>
                      </a:lnTo>
                      <a:lnTo>
                        <a:pt x="224" y="280"/>
                      </a:lnTo>
                      <a:lnTo>
                        <a:pt x="224" y="280"/>
                      </a:lnTo>
                      <a:lnTo>
                        <a:pt x="228" y="280"/>
                      </a:lnTo>
                      <a:lnTo>
                        <a:pt x="230" y="280"/>
                      </a:lnTo>
                      <a:lnTo>
                        <a:pt x="230" y="278"/>
                      </a:lnTo>
                      <a:lnTo>
                        <a:pt x="230" y="278"/>
                      </a:lnTo>
                      <a:lnTo>
                        <a:pt x="232" y="278"/>
                      </a:lnTo>
                      <a:lnTo>
                        <a:pt x="236" y="276"/>
                      </a:lnTo>
                      <a:lnTo>
                        <a:pt x="236" y="276"/>
                      </a:lnTo>
                      <a:lnTo>
                        <a:pt x="236" y="272"/>
                      </a:lnTo>
                      <a:lnTo>
                        <a:pt x="236" y="272"/>
                      </a:lnTo>
                      <a:lnTo>
                        <a:pt x="240" y="272"/>
                      </a:lnTo>
                      <a:lnTo>
                        <a:pt x="244" y="270"/>
                      </a:lnTo>
                      <a:lnTo>
                        <a:pt x="244" y="270"/>
                      </a:lnTo>
                      <a:lnTo>
                        <a:pt x="242" y="268"/>
                      </a:lnTo>
                      <a:lnTo>
                        <a:pt x="244" y="266"/>
                      </a:lnTo>
                      <a:lnTo>
                        <a:pt x="244" y="266"/>
                      </a:lnTo>
                      <a:lnTo>
                        <a:pt x="246" y="266"/>
                      </a:lnTo>
                      <a:lnTo>
                        <a:pt x="248" y="268"/>
                      </a:lnTo>
                      <a:lnTo>
                        <a:pt x="248" y="268"/>
                      </a:lnTo>
                      <a:lnTo>
                        <a:pt x="248" y="264"/>
                      </a:lnTo>
                      <a:lnTo>
                        <a:pt x="248" y="264"/>
                      </a:lnTo>
                      <a:lnTo>
                        <a:pt x="250" y="260"/>
                      </a:lnTo>
                      <a:lnTo>
                        <a:pt x="250" y="260"/>
                      </a:lnTo>
                      <a:lnTo>
                        <a:pt x="252" y="262"/>
                      </a:lnTo>
                      <a:lnTo>
                        <a:pt x="252" y="264"/>
                      </a:lnTo>
                      <a:lnTo>
                        <a:pt x="252" y="264"/>
                      </a:lnTo>
                      <a:lnTo>
                        <a:pt x="254" y="262"/>
                      </a:lnTo>
                      <a:lnTo>
                        <a:pt x="254" y="262"/>
                      </a:lnTo>
                      <a:lnTo>
                        <a:pt x="266" y="264"/>
                      </a:lnTo>
                      <a:lnTo>
                        <a:pt x="266" y="264"/>
                      </a:lnTo>
                      <a:lnTo>
                        <a:pt x="266" y="258"/>
                      </a:lnTo>
                      <a:lnTo>
                        <a:pt x="266" y="258"/>
                      </a:lnTo>
                      <a:lnTo>
                        <a:pt x="270" y="258"/>
                      </a:lnTo>
                      <a:lnTo>
                        <a:pt x="270" y="258"/>
                      </a:lnTo>
                      <a:lnTo>
                        <a:pt x="270" y="254"/>
                      </a:lnTo>
                      <a:lnTo>
                        <a:pt x="270" y="248"/>
                      </a:lnTo>
                      <a:lnTo>
                        <a:pt x="270" y="248"/>
                      </a:lnTo>
                      <a:lnTo>
                        <a:pt x="268" y="250"/>
                      </a:lnTo>
                      <a:lnTo>
                        <a:pt x="266" y="250"/>
                      </a:lnTo>
                      <a:lnTo>
                        <a:pt x="266" y="248"/>
                      </a:lnTo>
                      <a:lnTo>
                        <a:pt x="266" y="248"/>
                      </a:lnTo>
                      <a:lnTo>
                        <a:pt x="264" y="248"/>
                      </a:lnTo>
                      <a:lnTo>
                        <a:pt x="264" y="248"/>
                      </a:lnTo>
                      <a:lnTo>
                        <a:pt x="262" y="238"/>
                      </a:lnTo>
                      <a:lnTo>
                        <a:pt x="262" y="238"/>
                      </a:lnTo>
                      <a:lnTo>
                        <a:pt x="270" y="240"/>
                      </a:lnTo>
                      <a:lnTo>
                        <a:pt x="276" y="242"/>
                      </a:lnTo>
                      <a:lnTo>
                        <a:pt x="276" y="242"/>
                      </a:lnTo>
                      <a:lnTo>
                        <a:pt x="276" y="238"/>
                      </a:lnTo>
                      <a:lnTo>
                        <a:pt x="276" y="238"/>
                      </a:lnTo>
                      <a:lnTo>
                        <a:pt x="278" y="240"/>
                      </a:lnTo>
                      <a:lnTo>
                        <a:pt x="278" y="240"/>
                      </a:lnTo>
                      <a:lnTo>
                        <a:pt x="278" y="240"/>
                      </a:lnTo>
                      <a:lnTo>
                        <a:pt x="284" y="240"/>
                      </a:lnTo>
                      <a:lnTo>
                        <a:pt x="284" y="240"/>
                      </a:lnTo>
                      <a:lnTo>
                        <a:pt x="286" y="236"/>
                      </a:lnTo>
                      <a:lnTo>
                        <a:pt x="286" y="236"/>
                      </a:lnTo>
                      <a:lnTo>
                        <a:pt x="286" y="240"/>
                      </a:lnTo>
                      <a:lnTo>
                        <a:pt x="286" y="240"/>
                      </a:lnTo>
                      <a:lnTo>
                        <a:pt x="286" y="240"/>
                      </a:lnTo>
                      <a:lnTo>
                        <a:pt x="286" y="242"/>
                      </a:lnTo>
                      <a:lnTo>
                        <a:pt x="286" y="242"/>
                      </a:lnTo>
                      <a:lnTo>
                        <a:pt x="290" y="244"/>
                      </a:lnTo>
                      <a:lnTo>
                        <a:pt x="290" y="244"/>
                      </a:lnTo>
                      <a:lnTo>
                        <a:pt x="286" y="246"/>
                      </a:lnTo>
                      <a:lnTo>
                        <a:pt x="286" y="246"/>
                      </a:lnTo>
                      <a:lnTo>
                        <a:pt x="292" y="246"/>
                      </a:lnTo>
                      <a:lnTo>
                        <a:pt x="292" y="248"/>
                      </a:lnTo>
                      <a:lnTo>
                        <a:pt x="292" y="248"/>
                      </a:lnTo>
                      <a:lnTo>
                        <a:pt x="298" y="248"/>
                      </a:lnTo>
                      <a:lnTo>
                        <a:pt x="298" y="248"/>
                      </a:lnTo>
                      <a:lnTo>
                        <a:pt x="296" y="252"/>
                      </a:lnTo>
                      <a:lnTo>
                        <a:pt x="296" y="252"/>
                      </a:lnTo>
                      <a:lnTo>
                        <a:pt x="296" y="252"/>
                      </a:lnTo>
                      <a:lnTo>
                        <a:pt x="296" y="256"/>
                      </a:lnTo>
                      <a:lnTo>
                        <a:pt x="296" y="256"/>
                      </a:lnTo>
                      <a:lnTo>
                        <a:pt x="302" y="254"/>
                      </a:lnTo>
                      <a:lnTo>
                        <a:pt x="302" y="254"/>
                      </a:lnTo>
                      <a:lnTo>
                        <a:pt x="306" y="252"/>
                      </a:lnTo>
                      <a:lnTo>
                        <a:pt x="306" y="252"/>
                      </a:lnTo>
                      <a:lnTo>
                        <a:pt x="306" y="258"/>
                      </a:lnTo>
                      <a:lnTo>
                        <a:pt x="306" y="258"/>
                      </a:lnTo>
                      <a:lnTo>
                        <a:pt x="310" y="260"/>
                      </a:lnTo>
                      <a:lnTo>
                        <a:pt x="310" y="260"/>
                      </a:lnTo>
                      <a:lnTo>
                        <a:pt x="314" y="260"/>
                      </a:lnTo>
                      <a:lnTo>
                        <a:pt x="314" y="260"/>
                      </a:lnTo>
                      <a:lnTo>
                        <a:pt x="318" y="264"/>
                      </a:lnTo>
                      <a:lnTo>
                        <a:pt x="318" y="264"/>
                      </a:lnTo>
                      <a:lnTo>
                        <a:pt x="332" y="268"/>
                      </a:lnTo>
                      <a:lnTo>
                        <a:pt x="332" y="268"/>
                      </a:lnTo>
                      <a:lnTo>
                        <a:pt x="336" y="266"/>
                      </a:lnTo>
                      <a:lnTo>
                        <a:pt x="340" y="264"/>
                      </a:lnTo>
                      <a:lnTo>
                        <a:pt x="342" y="264"/>
                      </a:lnTo>
                      <a:lnTo>
                        <a:pt x="342" y="264"/>
                      </a:lnTo>
                      <a:lnTo>
                        <a:pt x="346" y="266"/>
                      </a:lnTo>
                      <a:lnTo>
                        <a:pt x="350" y="268"/>
                      </a:lnTo>
                      <a:lnTo>
                        <a:pt x="350" y="268"/>
                      </a:lnTo>
                      <a:lnTo>
                        <a:pt x="352" y="266"/>
                      </a:lnTo>
                      <a:lnTo>
                        <a:pt x="354" y="266"/>
                      </a:lnTo>
                      <a:lnTo>
                        <a:pt x="354" y="266"/>
                      </a:lnTo>
                      <a:lnTo>
                        <a:pt x="356" y="270"/>
                      </a:lnTo>
                      <a:lnTo>
                        <a:pt x="356" y="270"/>
                      </a:lnTo>
                      <a:lnTo>
                        <a:pt x="366" y="272"/>
                      </a:lnTo>
                      <a:lnTo>
                        <a:pt x="372" y="272"/>
                      </a:lnTo>
                      <a:lnTo>
                        <a:pt x="378" y="272"/>
                      </a:lnTo>
                      <a:lnTo>
                        <a:pt x="378" y="272"/>
                      </a:lnTo>
                      <a:lnTo>
                        <a:pt x="382" y="268"/>
                      </a:lnTo>
                      <a:lnTo>
                        <a:pt x="382" y="268"/>
                      </a:lnTo>
                      <a:lnTo>
                        <a:pt x="382" y="276"/>
                      </a:lnTo>
                      <a:lnTo>
                        <a:pt x="382" y="276"/>
                      </a:lnTo>
                      <a:lnTo>
                        <a:pt x="378" y="278"/>
                      </a:lnTo>
                      <a:lnTo>
                        <a:pt x="378" y="278"/>
                      </a:lnTo>
                      <a:lnTo>
                        <a:pt x="382" y="280"/>
                      </a:lnTo>
                      <a:lnTo>
                        <a:pt x="382" y="280"/>
                      </a:lnTo>
                      <a:lnTo>
                        <a:pt x="386" y="280"/>
                      </a:lnTo>
                      <a:lnTo>
                        <a:pt x="386" y="280"/>
                      </a:lnTo>
                      <a:lnTo>
                        <a:pt x="388" y="284"/>
                      </a:lnTo>
                      <a:lnTo>
                        <a:pt x="388" y="284"/>
                      </a:lnTo>
                      <a:lnTo>
                        <a:pt x="392" y="284"/>
                      </a:lnTo>
                      <a:lnTo>
                        <a:pt x="392" y="284"/>
                      </a:lnTo>
                      <a:lnTo>
                        <a:pt x="394" y="284"/>
                      </a:lnTo>
                      <a:lnTo>
                        <a:pt x="394" y="284"/>
                      </a:lnTo>
                      <a:lnTo>
                        <a:pt x="394" y="284"/>
                      </a:lnTo>
                      <a:lnTo>
                        <a:pt x="394" y="282"/>
                      </a:lnTo>
                      <a:lnTo>
                        <a:pt x="394" y="282"/>
                      </a:lnTo>
                      <a:lnTo>
                        <a:pt x="394" y="280"/>
                      </a:lnTo>
                      <a:lnTo>
                        <a:pt x="394" y="280"/>
                      </a:lnTo>
                      <a:lnTo>
                        <a:pt x="400" y="280"/>
                      </a:lnTo>
                      <a:lnTo>
                        <a:pt x="400" y="280"/>
                      </a:lnTo>
                      <a:lnTo>
                        <a:pt x="396" y="288"/>
                      </a:lnTo>
                      <a:lnTo>
                        <a:pt x="396" y="288"/>
                      </a:lnTo>
                      <a:lnTo>
                        <a:pt x="408" y="302"/>
                      </a:lnTo>
                      <a:lnTo>
                        <a:pt x="408" y="302"/>
                      </a:lnTo>
                      <a:lnTo>
                        <a:pt x="414" y="302"/>
                      </a:lnTo>
                      <a:lnTo>
                        <a:pt x="416" y="302"/>
                      </a:lnTo>
                      <a:lnTo>
                        <a:pt x="416" y="302"/>
                      </a:lnTo>
                      <a:lnTo>
                        <a:pt x="416" y="306"/>
                      </a:lnTo>
                      <a:lnTo>
                        <a:pt x="416" y="306"/>
                      </a:lnTo>
                      <a:lnTo>
                        <a:pt x="420" y="306"/>
                      </a:lnTo>
                      <a:lnTo>
                        <a:pt x="424" y="312"/>
                      </a:lnTo>
                      <a:lnTo>
                        <a:pt x="424" y="312"/>
                      </a:lnTo>
                      <a:lnTo>
                        <a:pt x="424" y="316"/>
                      </a:lnTo>
                      <a:lnTo>
                        <a:pt x="424" y="318"/>
                      </a:lnTo>
                      <a:lnTo>
                        <a:pt x="424" y="318"/>
                      </a:lnTo>
                      <a:lnTo>
                        <a:pt x="428" y="320"/>
                      </a:lnTo>
                      <a:lnTo>
                        <a:pt x="430" y="320"/>
                      </a:lnTo>
                      <a:lnTo>
                        <a:pt x="430" y="320"/>
                      </a:lnTo>
                      <a:lnTo>
                        <a:pt x="434" y="326"/>
                      </a:lnTo>
                      <a:lnTo>
                        <a:pt x="434" y="326"/>
                      </a:lnTo>
                      <a:lnTo>
                        <a:pt x="436" y="326"/>
                      </a:lnTo>
                      <a:lnTo>
                        <a:pt x="436" y="326"/>
                      </a:lnTo>
                      <a:lnTo>
                        <a:pt x="436" y="320"/>
                      </a:lnTo>
                      <a:lnTo>
                        <a:pt x="436" y="320"/>
                      </a:lnTo>
                      <a:lnTo>
                        <a:pt x="442" y="326"/>
                      </a:lnTo>
                      <a:lnTo>
                        <a:pt x="442" y="326"/>
                      </a:lnTo>
                      <a:lnTo>
                        <a:pt x="446" y="326"/>
                      </a:lnTo>
                      <a:lnTo>
                        <a:pt x="446" y="326"/>
                      </a:lnTo>
                      <a:lnTo>
                        <a:pt x="446" y="318"/>
                      </a:lnTo>
                      <a:lnTo>
                        <a:pt x="446" y="318"/>
                      </a:lnTo>
                      <a:lnTo>
                        <a:pt x="442" y="318"/>
                      </a:lnTo>
                      <a:lnTo>
                        <a:pt x="442" y="318"/>
                      </a:lnTo>
                      <a:lnTo>
                        <a:pt x="444" y="316"/>
                      </a:lnTo>
                      <a:lnTo>
                        <a:pt x="444" y="314"/>
                      </a:lnTo>
                      <a:lnTo>
                        <a:pt x="440" y="312"/>
                      </a:lnTo>
                      <a:lnTo>
                        <a:pt x="424" y="310"/>
                      </a:lnTo>
                      <a:lnTo>
                        <a:pt x="424" y="310"/>
                      </a:lnTo>
                      <a:lnTo>
                        <a:pt x="424" y="306"/>
                      </a:lnTo>
                      <a:lnTo>
                        <a:pt x="424" y="306"/>
                      </a:lnTo>
                      <a:lnTo>
                        <a:pt x="426" y="308"/>
                      </a:lnTo>
                      <a:lnTo>
                        <a:pt x="426" y="308"/>
                      </a:lnTo>
                      <a:lnTo>
                        <a:pt x="432" y="306"/>
                      </a:lnTo>
                      <a:lnTo>
                        <a:pt x="438" y="302"/>
                      </a:lnTo>
                      <a:lnTo>
                        <a:pt x="438" y="302"/>
                      </a:lnTo>
                      <a:lnTo>
                        <a:pt x="440" y="306"/>
                      </a:lnTo>
                      <a:lnTo>
                        <a:pt x="442" y="306"/>
                      </a:lnTo>
                      <a:lnTo>
                        <a:pt x="442" y="306"/>
                      </a:lnTo>
                      <a:lnTo>
                        <a:pt x="440" y="300"/>
                      </a:lnTo>
                      <a:lnTo>
                        <a:pt x="442" y="292"/>
                      </a:lnTo>
                      <a:lnTo>
                        <a:pt x="442" y="292"/>
                      </a:lnTo>
                      <a:lnTo>
                        <a:pt x="444" y="294"/>
                      </a:lnTo>
                      <a:lnTo>
                        <a:pt x="444" y="294"/>
                      </a:lnTo>
                      <a:lnTo>
                        <a:pt x="444" y="300"/>
                      </a:lnTo>
                      <a:lnTo>
                        <a:pt x="446" y="304"/>
                      </a:lnTo>
                      <a:lnTo>
                        <a:pt x="450" y="306"/>
                      </a:lnTo>
                      <a:lnTo>
                        <a:pt x="450" y="306"/>
                      </a:lnTo>
                      <a:lnTo>
                        <a:pt x="454" y="304"/>
                      </a:lnTo>
                      <a:lnTo>
                        <a:pt x="454" y="304"/>
                      </a:lnTo>
                      <a:lnTo>
                        <a:pt x="456" y="310"/>
                      </a:lnTo>
                      <a:lnTo>
                        <a:pt x="456" y="310"/>
                      </a:lnTo>
                      <a:lnTo>
                        <a:pt x="458" y="310"/>
                      </a:lnTo>
                      <a:lnTo>
                        <a:pt x="460" y="310"/>
                      </a:lnTo>
                      <a:lnTo>
                        <a:pt x="460" y="310"/>
                      </a:lnTo>
                      <a:lnTo>
                        <a:pt x="460" y="312"/>
                      </a:lnTo>
                      <a:lnTo>
                        <a:pt x="460" y="316"/>
                      </a:lnTo>
                      <a:lnTo>
                        <a:pt x="464" y="320"/>
                      </a:lnTo>
                      <a:lnTo>
                        <a:pt x="464" y="320"/>
                      </a:lnTo>
                      <a:lnTo>
                        <a:pt x="464" y="324"/>
                      </a:lnTo>
                      <a:lnTo>
                        <a:pt x="466" y="332"/>
                      </a:lnTo>
                      <a:lnTo>
                        <a:pt x="466" y="332"/>
                      </a:lnTo>
                      <a:lnTo>
                        <a:pt x="472" y="334"/>
                      </a:lnTo>
                      <a:lnTo>
                        <a:pt x="472" y="334"/>
                      </a:lnTo>
                      <a:lnTo>
                        <a:pt x="472" y="336"/>
                      </a:lnTo>
                      <a:lnTo>
                        <a:pt x="472" y="340"/>
                      </a:lnTo>
                      <a:lnTo>
                        <a:pt x="472" y="340"/>
                      </a:lnTo>
                      <a:lnTo>
                        <a:pt x="472" y="340"/>
                      </a:lnTo>
                      <a:lnTo>
                        <a:pt x="474" y="342"/>
                      </a:lnTo>
                      <a:lnTo>
                        <a:pt x="474" y="342"/>
                      </a:lnTo>
                      <a:lnTo>
                        <a:pt x="476" y="342"/>
                      </a:lnTo>
                      <a:lnTo>
                        <a:pt x="476" y="342"/>
                      </a:lnTo>
                      <a:lnTo>
                        <a:pt x="482" y="348"/>
                      </a:lnTo>
                      <a:lnTo>
                        <a:pt x="482" y="348"/>
                      </a:lnTo>
                      <a:lnTo>
                        <a:pt x="480" y="348"/>
                      </a:lnTo>
                      <a:lnTo>
                        <a:pt x="480" y="350"/>
                      </a:lnTo>
                      <a:lnTo>
                        <a:pt x="480" y="350"/>
                      </a:lnTo>
                      <a:lnTo>
                        <a:pt x="482" y="352"/>
                      </a:lnTo>
                      <a:lnTo>
                        <a:pt x="482" y="352"/>
                      </a:lnTo>
                      <a:lnTo>
                        <a:pt x="482" y="350"/>
                      </a:lnTo>
                      <a:lnTo>
                        <a:pt x="484" y="348"/>
                      </a:lnTo>
                      <a:lnTo>
                        <a:pt x="484" y="348"/>
                      </a:lnTo>
                      <a:lnTo>
                        <a:pt x="486" y="350"/>
                      </a:lnTo>
                      <a:lnTo>
                        <a:pt x="486" y="350"/>
                      </a:lnTo>
                      <a:lnTo>
                        <a:pt x="484" y="364"/>
                      </a:lnTo>
                      <a:lnTo>
                        <a:pt x="484" y="364"/>
                      </a:lnTo>
                      <a:lnTo>
                        <a:pt x="486" y="364"/>
                      </a:lnTo>
                      <a:lnTo>
                        <a:pt x="488" y="364"/>
                      </a:lnTo>
                      <a:lnTo>
                        <a:pt x="488" y="364"/>
                      </a:lnTo>
                      <a:lnTo>
                        <a:pt x="488" y="358"/>
                      </a:lnTo>
                      <a:lnTo>
                        <a:pt x="488" y="358"/>
                      </a:lnTo>
                      <a:lnTo>
                        <a:pt x="494" y="356"/>
                      </a:lnTo>
                      <a:lnTo>
                        <a:pt x="494" y="356"/>
                      </a:lnTo>
                      <a:lnTo>
                        <a:pt x="494" y="360"/>
                      </a:lnTo>
                      <a:lnTo>
                        <a:pt x="494" y="360"/>
                      </a:lnTo>
                      <a:lnTo>
                        <a:pt x="492" y="360"/>
                      </a:lnTo>
                      <a:lnTo>
                        <a:pt x="492" y="360"/>
                      </a:lnTo>
                      <a:lnTo>
                        <a:pt x="490" y="366"/>
                      </a:lnTo>
                      <a:lnTo>
                        <a:pt x="490" y="366"/>
                      </a:lnTo>
                      <a:lnTo>
                        <a:pt x="492" y="372"/>
                      </a:lnTo>
                      <a:lnTo>
                        <a:pt x="492" y="372"/>
                      </a:lnTo>
                      <a:lnTo>
                        <a:pt x="498" y="372"/>
                      </a:lnTo>
                      <a:lnTo>
                        <a:pt x="498" y="364"/>
                      </a:lnTo>
                      <a:lnTo>
                        <a:pt x="498" y="364"/>
                      </a:lnTo>
                      <a:lnTo>
                        <a:pt x="500" y="366"/>
                      </a:lnTo>
                      <a:lnTo>
                        <a:pt x="500" y="366"/>
                      </a:lnTo>
                      <a:lnTo>
                        <a:pt x="502" y="372"/>
                      </a:lnTo>
                      <a:lnTo>
                        <a:pt x="502" y="372"/>
                      </a:lnTo>
                      <a:lnTo>
                        <a:pt x="502" y="374"/>
                      </a:lnTo>
                      <a:lnTo>
                        <a:pt x="502" y="376"/>
                      </a:lnTo>
                      <a:lnTo>
                        <a:pt x="502" y="376"/>
                      </a:lnTo>
                      <a:lnTo>
                        <a:pt x="498" y="376"/>
                      </a:lnTo>
                      <a:lnTo>
                        <a:pt x="496" y="376"/>
                      </a:lnTo>
                      <a:lnTo>
                        <a:pt x="496" y="376"/>
                      </a:lnTo>
                      <a:lnTo>
                        <a:pt x="496" y="376"/>
                      </a:lnTo>
                      <a:lnTo>
                        <a:pt x="498" y="378"/>
                      </a:lnTo>
                      <a:lnTo>
                        <a:pt x="498" y="378"/>
                      </a:lnTo>
                      <a:lnTo>
                        <a:pt x="498" y="378"/>
                      </a:lnTo>
                      <a:lnTo>
                        <a:pt x="498" y="380"/>
                      </a:lnTo>
                      <a:lnTo>
                        <a:pt x="500" y="380"/>
                      </a:lnTo>
                      <a:lnTo>
                        <a:pt x="502" y="380"/>
                      </a:lnTo>
                      <a:lnTo>
                        <a:pt x="502" y="380"/>
                      </a:lnTo>
                      <a:lnTo>
                        <a:pt x="498" y="382"/>
                      </a:lnTo>
                      <a:lnTo>
                        <a:pt x="500" y="384"/>
                      </a:lnTo>
                      <a:lnTo>
                        <a:pt x="500" y="384"/>
                      </a:lnTo>
                      <a:lnTo>
                        <a:pt x="502" y="384"/>
                      </a:lnTo>
                      <a:lnTo>
                        <a:pt x="506" y="386"/>
                      </a:lnTo>
                      <a:lnTo>
                        <a:pt x="506" y="386"/>
                      </a:lnTo>
                      <a:lnTo>
                        <a:pt x="508" y="382"/>
                      </a:lnTo>
                      <a:lnTo>
                        <a:pt x="510" y="378"/>
                      </a:lnTo>
                      <a:lnTo>
                        <a:pt x="510" y="378"/>
                      </a:lnTo>
                      <a:lnTo>
                        <a:pt x="512" y="378"/>
                      </a:lnTo>
                      <a:lnTo>
                        <a:pt x="512" y="378"/>
                      </a:lnTo>
                      <a:lnTo>
                        <a:pt x="512" y="376"/>
                      </a:lnTo>
                      <a:lnTo>
                        <a:pt x="512" y="376"/>
                      </a:lnTo>
                      <a:lnTo>
                        <a:pt x="514" y="372"/>
                      </a:lnTo>
                      <a:lnTo>
                        <a:pt x="514" y="372"/>
                      </a:lnTo>
                      <a:lnTo>
                        <a:pt x="516" y="370"/>
                      </a:lnTo>
                      <a:lnTo>
                        <a:pt x="514" y="366"/>
                      </a:lnTo>
                      <a:lnTo>
                        <a:pt x="514" y="366"/>
                      </a:lnTo>
                      <a:lnTo>
                        <a:pt x="514" y="364"/>
                      </a:lnTo>
                      <a:lnTo>
                        <a:pt x="516" y="362"/>
                      </a:lnTo>
                      <a:lnTo>
                        <a:pt x="518" y="360"/>
                      </a:lnTo>
                      <a:lnTo>
                        <a:pt x="516" y="360"/>
                      </a:lnTo>
                      <a:lnTo>
                        <a:pt x="516" y="3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751" name="Group 750">
              <a:extLst>
                <a:ext uri="{FF2B5EF4-FFF2-40B4-BE49-F238E27FC236}">
                  <a16:creationId xmlns:a16="http://schemas.microsoft.com/office/drawing/2014/main" id="{257217BF-311D-4042-8320-25996705502F}"/>
                </a:ext>
              </a:extLst>
            </p:cNvPr>
            <p:cNvGrpSpPr/>
            <p:nvPr/>
          </p:nvGrpSpPr>
          <p:grpSpPr>
            <a:xfrm>
              <a:off x="8340595" y="2509361"/>
              <a:ext cx="2615204" cy="2213948"/>
              <a:chOff x="7492057" y="2489409"/>
              <a:chExt cx="2638196" cy="2274673"/>
            </a:xfrm>
            <a:solidFill>
              <a:schemeClr val="bg2"/>
            </a:solidFill>
          </p:grpSpPr>
          <p:sp>
            <p:nvSpPr>
              <p:cNvPr id="752" name="Freeform 294">
                <a:extLst>
                  <a:ext uri="{FF2B5EF4-FFF2-40B4-BE49-F238E27FC236}">
                    <a16:creationId xmlns:a16="http://schemas.microsoft.com/office/drawing/2014/main" id="{BCDC980B-AA9E-514C-A92D-AE2F6E050262}"/>
                  </a:ext>
                </a:extLst>
              </p:cNvPr>
              <p:cNvSpPr>
                <a:spLocks/>
              </p:cNvSpPr>
              <p:nvPr/>
            </p:nvSpPr>
            <p:spPr bwMode="auto">
              <a:xfrm>
                <a:off x="8580386" y="3614732"/>
                <a:ext cx="187863" cy="492579"/>
              </a:xfrm>
              <a:custGeom>
                <a:avLst/>
                <a:gdLst>
                  <a:gd name="T0" fmla="*/ 66 w 96"/>
                  <a:gd name="T1" fmla="*/ 26 h 246"/>
                  <a:gd name="T2" fmla="*/ 52 w 96"/>
                  <a:gd name="T3" fmla="*/ 14 h 246"/>
                  <a:gd name="T4" fmla="*/ 44 w 96"/>
                  <a:gd name="T5" fmla="*/ 2 h 246"/>
                  <a:gd name="T6" fmla="*/ 22 w 96"/>
                  <a:gd name="T7" fmla="*/ 6 h 246"/>
                  <a:gd name="T8" fmla="*/ 0 w 96"/>
                  <a:gd name="T9" fmla="*/ 10 h 246"/>
                  <a:gd name="T10" fmla="*/ 8 w 96"/>
                  <a:gd name="T11" fmla="*/ 30 h 246"/>
                  <a:gd name="T12" fmla="*/ 20 w 96"/>
                  <a:gd name="T13" fmla="*/ 38 h 246"/>
                  <a:gd name="T14" fmla="*/ 36 w 96"/>
                  <a:gd name="T15" fmla="*/ 40 h 246"/>
                  <a:gd name="T16" fmla="*/ 26 w 96"/>
                  <a:gd name="T17" fmla="*/ 54 h 246"/>
                  <a:gd name="T18" fmla="*/ 30 w 96"/>
                  <a:gd name="T19" fmla="*/ 68 h 246"/>
                  <a:gd name="T20" fmla="*/ 42 w 96"/>
                  <a:gd name="T21" fmla="*/ 90 h 246"/>
                  <a:gd name="T22" fmla="*/ 54 w 96"/>
                  <a:gd name="T23" fmla="*/ 104 h 246"/>
                  <a:gd name="T24" fmla="*/ 64 w 96"/>
                  <a:gd name="T25" fmla="*/ 120 h 246"/>
                  <a:gd name="T26" fmla="*/ 66 w 96"/>
                  <a:gd name="T27" fmla="*/ 140 h 246"/>
                  <a:gd name="T28" fmla="*/ 70 w 96"/>
                  <a:gd name="T29" fmla="*/ 162 h 246"/>
                  <a:gd name="T30" fmla="*/ 68 w 96"/>
                  <a:gd name="T31" fmla="*/ 184 h 246"/>
                  <a:gd name="T32" fmla="*/ 56 w 96"/>
                  <a:gd name="T33" fmla="*/ 196 h 246"/>
                  <a:gd name="T34" fmla="*/ 46 w 96"/>
                  <a:gd name="T35" fmla="*/ 202 h 246"/>
                  <a:gd name="T36" fmla="*/ 32 w 96"/>
                  <a:gd name="T37" fmla="*/ 208 h 246"/>
                  <a:gd name="T38" fmla="*/ 28 w 96"/>
                  <a:gd name="T39" fmla="*/ 218 h 246"/>
                  <a:gd name="T40" fmla="*/ 30 w 96"/>
                  <a:gd name="T41" fmla="*/ 236 h 246"/>
                  <a:gd name="T42" fmla="*/ 34 w 96"/>
                  <a:gd name="T43" fmla="*/ 242 h 246"/>
                  <a:gd name="T44" fmla="*/ 32 w 96"/>
                  <a:gd name="T45" fmla="*/ 246 h 246"/>
                  <a:gd name="T46" fmla="*/ 36 w 96"/>
                  <a:gd name="T47" fmla="*/ 246 h 246"/>
                  <a:gd name="T48" fmla="*/ 40 w 96"/>
                  <a:gd name="T49" fmla="*/ 238 h 246"/>
                  <a:gd name="T50" fmla="*/ 44 w 96"/>
                  <a:gd name="T51" fmla="*/ 228 h 246"/>
                  <a:gd name="T52" fmla="*/ 42 w 96"/>
                  <a:gd name="T53" fmla="*/ 222 h 246"/>
                  <a:gd name="T54" fmla="*/ 48 w 96"/>
                  <a:gd name="T55" fmla="*/ 230 h 246"/>
                  <a:gd name="T56" fmla="*/ 52 w 96"/>
                  <a:gd name="T57" fmla="*/ 228 h 246"/>
                  <a:gd name="T58" fmla="*/ 54 w 96"/>
                  <a:gd name="T59" fmla="*/ 226 h 246"/>
                  <a:gd name="T60" fmla="*/ 46 w 96"/>
                  <a:gd name="T61" fmla="*/ 220 h 246"/>
                  <a:gd name="T62" fmla="*/ 42 w 96"/>
                  <a:gd name="T63" fmla="*/ 216 h 246"/>
                  <a:gd name="T64" fmla="*/ 58 w 96"/>
                  <a:gd name="T65" fmla="*/ 218 h 246"/>
                  <a:gd name="T66" fmla="*/ 62 w 96"/>
                  <a:gd name="T67" fmla="*/ 218 h 246"/>
                  <a:gd name="T68" fmla="*/ 62 w 96"/>
                  <a:gd name="T69" fmla="*/ 216 h 246"/>
                  <a:gd name="T70" fmla="*/ 66 w 96"/>
                  <a:gd name="T71" fmla="*/ 218 h 246"/>
                  <a:gd name="T72" fmla="*/ 72 w 96"/>
                  <a:gd name="T73" fmla="*/ 210 h 246"/>
                  <a:gd name="T74" fmla="*/ 76 w 96"/>
                  <a:gd name="T75" fmla="*/ 210 h 246"/>
                  <a:gd name="T76" fmla="*/ 90 w 96"/>
                  <a:gd name="T77" fmla="*/ 194 h 246"/>
                  <a:gd name="T78" fmla="*/ 94 w 96"/>
                  <a:gd name="T79" fmla="*/ 192 h 246"/>
                  <a:gd name="T80" fmla="*/ 92 w 96"/>
                  <a:gd name="T81" fmla="*/ 182 h 246"/>
                  <a:gd name="T82" fmla="*/ 96 w 96"/>
                  <a:gd name="T83" fmla="*/ 178 h 246"/>
                  <a:gd name="T84" fmla="*/ 94 w 96"/>
                  <a:gd name="T85" fmla="*/ 172 h 246"/>
                  <a:gd name="T86" fmla="*/ 90 w 96"/>
                  <a:gd name="T87" fmla="*/ 164 h 246"/>
                  <a:gd name="T88" fmla="*/ 88 w 96"/>
                  <a:gd name="T89" fmla="*/ 152 h 246"/>
                  <a:gd name="T90" fmla="*/ 88 w 96"/>
                  <a:gd name="T91" fmla="*/ 146 h 246"/>
                  <a:gd name="T92" fmla="*/ 86 w 96"/>
                  <a:gd name="T93" fmla="*/ 140 h 246"/>
                  <a:gd name="T94" fmla="*/ 76 w 96"/>
                  <a:gd name="T95" fmla="*/ 128 h 246"/>
                  <a:gd name="T96" fmla="*/ 76 w 96"/>
                  <a:gd name="T97" fmla="*/ 120 h 246"/>
                  <a:gd name="T98" fmla="*/ 68 w 96"/>
                  <a:gd name="T99" fmla="*/ 116 h 246"/>
                  <a:gd name="T100" fmla="*/ 64 w 96"/>
                  <a:gd name="T101" fmla="*/ 104 h 246"/>
                  <a:gd name="T102" fmla="*/ 54 w 96"/>
                  <a:gd name="T103" fmla="*/ 98 h 246"/>
                  <a:gd name="T104" fmla="*/ 50 w 96"/>
                  <a:gd name="T105" fmla="*/ 90 h 246"/>
                  <a:gd name="T106" fmla="*/ 40 w 96"/>
                  <a:gd name="T107" fmla="*/ 76 h 246"/>
                  <a:gd name="T108" fmla="*/ 42 w 96"/>
                  <a:gd name="T109" fmla="*/ 68 h 246"/>
                  <a:gd name="T110" fmla="*/ 42 w 96"/>
                  <a:gd name="T111" fmla="*/ 58 h 246"/>
                  <a:gd name="T112" fmla="*/ 60 w 96"/>
                  <a:gd name="T113" fmla="*/ 42 h 246"/>
                  <a:gd name="T114" fmla="*/ 60 w 96"/>
                  <a:gd name="T115" fmla="*/ 38 h 246"/>
                  <a:gd name="T116" fmla="*/ 66 w 96"/>
                  <a:gd name="T117" fmla="*/ 36 h 246"/>
                  <a:gd name="T118" fmla="*/ 76 w 96"/>
                  <a:gd name="T119" fmla="*/ 30 h 246"/>
                  <a:gd name="T120" fmla="*/ 76 w 96"/>
                  <a:gd name="T121" fmla="*/ 2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246">
                    <a:moveTo>
                      <a:pt x="76" y="28"/>
                    </a:moveTo>
                    <a:lnTo>
                      <a:pt x="70" y="26"/>
                    </a:lnTo>
                    <a:lnTo>
                      <a:pt x="66" y="26"/>
                    </a:lnTo>
                    <a:lnTo>
                      <a:pt x="60" y="24"/>
                    </a:lnTo>
                    <a:lnTo>
                      <a:pt x="56" y="20"/>
                    </a:lnTo>
                    <a:lnTo>
                      <a:pt x="52" y="14"/>
                    </a:lnTo>
                    <a:lnTo>
                      <a:pt x="54" y="6"/>
                    </a:lnTo>
                    <a:lnTo>
                      <a:pt x="48" y="4"/>
                    </a:lnTo>
                    <a:lnTo>
                      <a:pt x="44" y="2"/>
                    </a:lnTo>
                    <a:lnTo>
                      <a:pt x="38" y="0"/>
                    </a:lnTo>
                    <a:lnTo>
                      <a:pt x="32" y="6"/>
                    </a:lnTo>
                    <a:lnTo>
                      <a:pt x="22" y="6"/>
                    </a:lnTo>
                    <a:lnTo>
                      <a:pt x="14" y="8"/>
                    </a:lnTo>
                    <a:lnTo>
                      <a:pt x="6" y="6"/>
                    </a:lnTo>
                    <a:lnTo>
                      <a:pt x="0" y="10"/>
                    </a:lnTo>
                    <a:lnTo>
                      <a:pt x="4" y="20"/>
                    </a:lnTo>
                    <a:lnTo>
                      <a:pt x="4" y="24"/>
                    </a:lnTo>
                    <a:lnTo>
                      <a:pt x="8" y="30"/>
                    </a:lnTo>
                    <a:lnTo>
                      <a:pt x="14" y="32"/>
                    </a:lnTo>
                    <a:lnTo>
                      <a:pt x="14" y="36"/>
                    </a:lnTo>
                    <a:lnTo>
                      <a:pt x="20" y="38"/>
                    </a:lnTo>
                    <a:lnTo>
                      <a:pt x="24" y="34"/>
                    </a:lnTo>
                    <a:lnTo>
                      <a:pt x="30" y="36"/>
                    </a:lnTo>
                    <a:lnTo>
                      <a:pt x="36" y="40"/>
                    </a:lnTo>
                    <a:lnTo>
                      <a:pt x="36" y="48"/>
                    </a:lnTo>
                    <a:lnTo>
                      <a:pt x="32" y="50"/>
                    </a:lnTo>
                    <a:lnTo>
                      <a:pt x="26" y="54"/>
                    </a:lnTo>
                    <a:lnTo>
                      <a:pt x="22" y="56"/>
                    </a:lnTo>
                    <a:lnTo>
                      <a:pt x="22" y="64"/>
                    </a:lnTo>
                    <a:lnTo>
                      <a:pt x="30" y="68"/>
                    </a:lnTo>
                    <a:lnTo>
                      <a:pt x="32" y="78"/>
                    </a:lnTo>
                    <a:lnTo>
                      <a:pt x="38" y="86"/>
                    </a:lnTo>
                    <a:lnTo>
                      <a:pt x="42" y="90"/>
                    </a:lnTo>
                    <a:lnTo>
                      <a:pt x="44" y="96"/>
                    </a:lnTo>
                    <a:lnTo>
                      <a:pt x="48" y="100"/>
                    </a:lnTo>
                    <a:lnTo>
                      <a:pt x="54" y="104"/>
                    </a:lnTo>
                    <a:lnTo>
                      <a:pt x="56" y="110"/>
                    </a:lnTo>
                    <a:lnTo>
                      <a:pt x="60" y="118"/>
                    </a:lnTo>
                    <a:lnTo>
                      <a:pt x="64" y="120"/>
                    </a:lnTo>
                    <a:lnTo>
                      <a:pt x="66" y="126"/>
                    </a:lnTo>
                    <a:lnTo>
                      <a:pt x="66" y="136"/>
                    </a:lnTo>
                    <a:lnTo>
                      <a:pt x="66" y="140"/>
                    </a:lnTo>
                    <a:lnTo>
                      <a:pt x="66" y="148"/>
                    </a:lnTo>
                    <a:lnTo>
                      <a:pt x="68" y="154"/>
                    </a:lnTo>
                    <a:lnTo>
                      <a:pt x="70" y="162"/>
                    </a:lnTo>
                    <a:lnTo>
                      <a:pt x="70" y="170"/>
                    </a:lnTo>
                    <a:lnTo>
                      <a:pt x="68" y="176"/>
                    </a:lnTo>
                    <a:lnTo>
                      <a:pt x="68" y="184"/>
                    </a:lnTo>
                    <a:lnTo>
                      <a:pt x="66" y="190"/>
                    </a:lnTo>
                    <a:lnTo>
                      <a:pt x="62" y="194"/>
                    </a:lnTo>
                    <a:lnTo>
                      <a:pt x="56" y="196"/>
                    </a:lnTo>
                    <a:lnTo>
                      <a:pt x="54" y="198"/>
                    </a:lnTo>
                    <a:lnTo>
                      <a:pt x="52" y="204"/>
                    </a:lnTo>
                    <a:lnTo>
                      <a:pt x="46" y="202"/>
                    </a:lnTo>
                    <a:lnTo>
                      <a:pt x="38" y="202"/>
                    </a:lnTo>
                    <a:lnTo>
                      <a:pt x="36" y="206"/>
                    </a:lnTo>
                    <a:lnTo>
                      <a:pt x="32" y="208"/>
                    </a:lnTo>
                    <a:lnTo>
                      <a:pt x="26" y="216"/>
                    </a:lnTo>
                    <a:lnTo>
                      <a:pt x="26" y="216"/>
                    </a:lnTo>
                    <a:lnTo>
                      <a:pt x="28" y="218"/>
                    </a:lnTo>
                    <a:lnTo>
                      <a:pt x="30" y="222"/>
                    </a:lnTo>
                    <a:lnTo>
                      <a:pt x="30" y="222"/>
                    </a:lnTo>
                    <a:lnTo>
                      <a:pt x="30" y="236"/>
                    </a:lnTo>
                    <a:lnTo>
                      <a:pt x="30" y="236"/>
                    </a:lnTo>
                    <a:lnTo>
                      <a:pt x="30" y="240"/>
                    </a:lnTo>
                    <a:lnTo>
                      <a:pt x="34" y="242"/>
                    </a:lnTo>
                    <a:lnTo>
                      <a:pt x="34" y="242"/>
                    </a:lnTo>
                    <a:lnTo>
                      <a:pt x="32" y="246"/>
                    </a:lnTo>
                    <a:lnTo>
                      <a:pt x="32" y="246"/>
                    </a:lnTo>
                    <a:lnTo>
                      <a:pt x="34" y="246"/>
                    </a:lnTo>
                    <a:lnTo>
                      <a:pt x="34" y="246"/>
                    </a:lnTo>
                    <a:lnTo>
                      <a:pt x="36" y="246"/>
                    </a:lnTo>
                    <a:lnTo>
                      <a:pt x="38" y="242"/>
                    </a:lnTo>
                    <a:lnTo>
                      <a:pt x="40" y="238"/>
                    </a:lnTo>
                    <a:lnTo>
                      <a:pt x="40" y="238"/>
                    </a:lnTo>
                    <a:lnTo>
                      <a:pt x="46" y="238"/>
                    </a:lnTo>
                    <a:lnTo>
                      <a:pt x="46" y="238"/>
                    </a:lnTo>
                    <a:lnTo>
                      <a:pt x="44" y="228"/>
                    </a:lnTo>
                    <a:lnTo>
                      <a:pt x="44" y="228"/>
                    </a:lnTo>
                    <a:lnTo>
                      <a:pt x="42" y="224"/>
                    </a:lnTo>
                    <a:lnTo>
                      <a:pt x="42" y="222"/>
                    </a:lnTo>
                    <a:lnTo>
                      <a:pt x="42" y="222"/>
                    </a:lnTo>
                    <a:lnTo>
                      <a:pt x="42" y="222"/>
                    </a:lnTo>
                    <a:lnTo>
                      <a:pt x="48" y="230"/>
                    </a:lnTo>
                    <a:lnTo>
                      <a:pt x="48" y="230"/>
                    </a:lnTo>
                    <a:lnTo>
                      <a:pt x="52" y="230"/>
                    </a:lnTo>
                    <a:lnTo>
                      <a:pt x="52" y="228"/>
                    </a:lnTo>
                    <a:lnTo>
                      <a:pt x="54" y="228"/>
                    </a:lnTo>
                    <a:lnTo>
                      <a:pt x="54" y="226"/>
                    </a:lnTo>
                    <a:lnTo>
                      <a:pt x="54" y="226"/>
                    </a:lnTo>
                    <a:lnTo>
                      <a:pt x="50" y="224"/>
                    </a:lnTo>
                    <a:lnTo>
                      <a:pt x="46" y="222"/>
                    </a:lnTo>
                    <a:lnTo>
                      <a:pt x="46" y="220"/>
                    </a:lnTo>
                    <a:lnTo>
                      <a:pt x="46" y="220"/>
                    </a:lnTo>
                    <a:lnTo>
                      <a:pt x="42" y="216"/>
                    </a:lnTo>
                    <a:lnTo>
                      <a:pt x="42" y="216"/>
                    </a:lnTo>
                    <a:lnTo>
                      <a:pt x="50" y="218"/>
                    </a:lnTo>
                    <a:lnTo>
                      <a:pt x="58" y="220"/>
                    </a:lnTo>
                    <a:lnTo>
                      <a:pt x="58" y="218"/>
                    </a:lnTo>
                    <a:lnTo>
                      <a:pt x="58" y="218"/>
                    </a:lnTo>
                    <a:lnTo>
                      <a:pt x="60" y="218"/>
                    </a:lnTo>
                    <a:lnTo>
                      <a:pt x="62" y="218"/>
                    </a:lnTo>
                    <a:lnTo>
                      <a:pt x="62" y="218"/>
                    </a:lnTo>
                    <a:lnTo>
                      <a:pt x="62" y="216"/>
                    </a:lnTo>
                    <a:lnTo>
                      <a:pt x="62" y="216"/>
                    </a:lnTo>
                    <a:lnTo>
                      <a:pt x="62" y="216"/>
                    </a:lnTo>
                    <a:lnTo>
                      <a:pt x="64" y="216"/>
                    </a:lnTo>
                    <a:lnTo>
                      <a:pt x="66" y="218"/>
                    </a:lnTo>
                    <a:lnTo>
                      <a:pt x="66" y="218"/>
                    </a:lnTo>
                    <a:lnTo>
                      <a:pt x="70" y="214"/>
                    </a:lnTo>
                    <a:lnTo>
                      <a:pt x="72" y="210"/>
                    </a:lnTo>
                    <a:lnTo>
                      <a:pt x="72" y="210"/>
                    </a:lnTo>
                    <a:lnTo>
                      <a:pt x="76" y="210"/>
                    </a:lnTo>
                    <a:lnTo>
                      <a:pt x="76" y="210"/>
                    </a:lnTo>
                    <a:lnTo>
                      <a:pt x="90" y="198"/>
                    </a:lnTo>
                    <a:lnTo>
                      <a:pt x="90" y="198"/>
                    </a:lnTo>
                    <a:lnTo>
                      <a:pt x="90" y="194"/>
                    </a:lnTo>
                    <a:lnTo>
                      <a:pt x="90" y="194"/>
                    </a:lnTo>
                    <a:lnTo>
                      <a:pt x="94" y="192"/>
                    </a:lnTo>
                    <a:lnTo>
                      <a:pt x="94" y="192"/>
                    </a:lnTo>
                    <a:lnTo>
                      <a:pt x="94" y="188"/>
                    </a:lnTo>
                    <a:lnTo>
                      <a:pt x="92" y="186"/>
                    </a:lnTo>
                    <a:lnTo>
                      <a:pt x="92" y="182"/>
                    </a:lnTo>
                    <a:lnTo>
                      <a:pt x="92" y="180"/>
                    </a:lnTo>
                    <a:lnTo>
                      <a:pt x="92" y="180"/>
                    </a:lnTo>
                    <a:lnTo>
                      <a:pt x="96" y="178"/>
                    </a:lnTo>
                    <a:lnTo>
                      <a:pt x="96" y="178"/>
                    </a:lnTo>
                    <a:lnTo>
                      <a:pt x="96" y="174"/>
                    </a:lnTo>
                    <a:lnTo>
                      <a:pt x="94" y="172"/>
                    </a:lnTo>
                    <a:lnTo>
                      <a:pt x="94" y="172"/>
                    </a:lnTo>
                    <a:lnTo>
                      <a:pt x="90" y="164"/>
                    </a:lnTo>
                    <a:lnTo>
                      <a:pt x="90" y="164"/>
                    </a:lnTo>
                    <a:lnTo>
                      <a:pt x="90" y="154"/>
                    </a:lnTo>
                    <a:lnTo>
                      <a:pt x="90" y="154"/>
                    </a:lnTo>
                    <a:lnTo>
                      <a:pt x="88" y="152"/>
                    </a:lnTo>
                    <a:lnTo>
                      <a:pt x="88" y="152"/>
                    </a:lnTo>
                    <a:lnTo>
                      <a:pt x="88" y="146"/>
                    </a:lnTo>
                    <a:lnTo>
                      <a:pt x="88" y="146"/>
                    </a:lnTo>
                    <a:lnTo>
                      <a:pt x="84" y="144"/>
                    </a:lnTo>
                    <a:lnTo>
                      <a:pt x="84" y="144"/>
                    </a:lnTo>
                    <a:lnTo>
                      <a:pt x="86" y="140"/>
                    </a:lnTo>
                    <a:lnTo>
                      <a:pt x="84" y="136"/>
                    </a:lnTo>
                    <a:lnTo>
                      <a:pt x="84" y="136"/>
                    </a:lnTo>
                    <a:lnTo>
                      <a:pt x="76" y="128"/>
                    </a:lnTo>
                    <a:lnTo>
                      <a:pt x="76" y="128"/>
                    </a:lnTo>
                    <a:lnTo>
                      <a:pt x="76" y="124"/>
                    </a:lnTo>
                    <a:lnTo>
                      <a:pt x="76" y="120"/>
                    </a:lnTo>
                    <a:lnTo>
                      <a:pt x="76" y="120"/>
                    </a:lnTo>
                    <a:lnTo>
                      <a:pt x="68" y="116"/>
                    </a:lnTo>
                    <a:lnTo>
                      <a:pt x="68" y="116"/>
                    </a:lnTo>
                    <a:lnTo>
                      <a:pt x="64" y="106"/>
                    </a:lnTo>
                    <a:lnTo>
                      <a:pt x="64" y="106"/>
                    </a:lnTo>
                    <a:lnTo>
                      <a:pt x="64" y="104"/>
                    </a:lnTo>
                    <a:lnTo>
                      <a:pt x="64" y="104"/>
                    </a:lnTo>
                    <a:lnTo>
                      <a:pt x="56" y="100"/>
                    </a:lnTo>
                    <a:lnTo>
                      <a:pt x="54" y="98"/>
                    </a:lnTo>
                    <a:lnTo>
                      <a:pt x="50" y="94"/>
                    </a:lnTo>
                    <a:lnTo>
                      <a:pt x="50" y="94"/>
                    </a:lnTo>
                    <a:lnTo>
                      <a:pt x="50" y="90"/>
                    </a:lnTo>
                    <a:lnTo>
                      <a:pt x="50" y="90"/>
                    </a:lnTo>
                    <a:lnTo>
                      <a:pt x="44" y="82"/>
                    </a:lnTo>
                    <a:lnTo>
                      <a:pt x="40" y="76"/>
                    </a:lnTo>
                    <a:lnTo>
                      <a:pt x="40" y="70"/>
                    </a:lnTo>
                    <a:lnTo>
                      <a:pt x="42" y="68"/>
                    </a:lnTo>
                    <a:lnTo>
                      <a:pt x="42" y="68"/>
                    </a:lnTo>
                    <a:lnTo>
                      <a:pt x="42" y="62"/>
                    </a:lnTo>
                    <a:lnTo>
                      <a:pt x="42" y="58"/>
                    </a:lnTo>
                    <a:lnTo>
                      <a:pt x="42" y="58"/>
                    </a:lnTo>
                    <a:lnTo>
                      <a:pt x="46" y="56"/>
                    </a:lnTo>
                    <a:lnTo>
                      <a:pt x="50" y="54"/>
                    </a:lnTo>
                    <a:lnTo>
                      <a:pt x="60" y="42"/>
                    </a:lnTo>
                    <a:lnTo>
                      <a:pt x="60" y="42"/>
                    </a:lnTo>
                    <a:lnTo>
                      <a:pt x="60" y="38"/>
                    </a:lnTo>
                    <a:lnTo>
                      <a:pt x="60" y="38"/>
                    </a:lnTo>
                    <a:lnTo>
                      <a:pt x="62" y="38"/>
                    </a:lnTo>
                    <a:lnTo>
                      <a:pt x="66" y="36"/>
                    </a:lnTo>
                    <a:lnTo>
                      <a:pt x="66" y="36"/>
                    </a:lnTo>
                    <a:lnTo>
                      <a:pt x="70" y="32"/>
                    </a:lnTo>
                    <a:lnTo>
                      <a:pt x="70" y="32"/>
                    </a:lnTo>
                    <a:lnTo>
                      <a:pt x="76" y="30"/>
                    </a:lnTo>
                    <a:lnTo>
                      <a:pt x="76" y="30"/>
                    </a:lnTo>
                    <a:lnTo>
                      <a:pt x="76" y="28"/>
                    </a:lnTo>
                    <a:lnTo>
                      <a:pt x="76" y="2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3" name="Freeform 30">
                <a:extLst>
                  <a:ext uri="{FF2B5EF4-FFF2-40B4-BE49-F238E27FC236}">
                    <a16:creationId xmlns:a16="http://schemas.microsoft.com/office/drawing/2014/main" id="{50815787-F339-D448-986E-80FED7BA134E}"/>
                  </a:ext>
                </a:extLst>
              </p:cNvPr>
              <p:cNvSpPr>
                <a:spLocks/>
              </p:cNvSpPr>
              <p:nvPr/>
            </p:nvSpPr>
            <p:spPr bwMode="auto">
              <a:xfrm>
                <a:off x="8462971" y="3714849"/>
                <a:ext cx="191776" cy="492579"/>
              </a:xfrm>
              <a:custGeom>
                <a:avLst/>
                <a:gdLst>
                  <a:gd name="T0" fmla="*/ 38 w 98"/>
                  <a:gd name="T1" fmla="*/ 6 h 246"/>
                  <a:gd name="T2" fmla="*/ 40 w 98"/>
                  <a:gd name="T3" fmla="*/ 18 h 246"/>
                  <a:gd name="T4" fmla="*/ 44 w 98"/>
                  <a:gd name="T5" fmla="*/ 26 h 246"/>
                  <a:gd name="T6" fmla="*/ 48 w 98"/>
                  <a:gd name="T7" fmla="*/ 38 h 246"/>
                  <a:gd name="T8" fmla="*/ 62 w 98"/>
                  <a:gd name="T9" fmla="*/ 26 h 246"/>
                  <a:gd name="T10" fmla="*/ 68 w 98"/>
                  <a:gd name="T11" fmla="*/ 32 h 246"/>
                  <a:gd name="T12" fmla="*/ 86 w 98"/>
                  <a:gd name="T13" fmla="*/ 44 h 246"/>
                  <a:gd name="T14" fmla="*/ 90 w 98"/>
                  <a:gd name="T15" fmla="*/ 62 h 246"/>
                  <a:gd name="T16" fmla="*/ 96 w 98"/>
                  <a:gd name="T17" fmla="*/ 76 h 246"/>
                  <a:gd name="T18" fmla="*/ 94 w 98"/>
                  <a:gd name="T19" fmla="*/ 88 h 246"/>
                  <a:gd name="T20" fmla="*/ 80 w 98"/>
                  <a:gd name="T21" fmla="*/ 100 h 246"/>
                  <a:gd name="T22" fmla="*/ 64 w 98"/>
                  <a:gd name="T23" fmla="*/ 104 h 246"/>
                  <a:gd name="T24" fmla="*/ 60 w 98"/>
                  <a:gd name="T25" fmla="*/ 124 h 246"/>
                  <a:gd name="T26" fmla="*/ 66 w 98"/>
                  <a:gd name="T27" fmla="*/ 148 h 246"/>
                  <a:gd name="T28" fmla="*/ 64 w 98"/>
                  <a:gd name="T29" fmla="*/ 144 h 246"/>
                  <a:gd name="T30" fmla="*/ 60 w 98"/>
                  <a:gd name="T31" fmla="*/ 138 h 246"/>
                  <a:gd name="T32" fmla="*/ 56 w 98"/>
                  <a:gd name="T33" fmla="*/ 132 h 246"/>
                  <a:gd name="T34" fmla="*/ 46 w 98"/>
                  <a:gd name="T35" fmla="*/ 126 h 246"/>
                  <a:gd name="T36" fmla="*/ 42 w 98"/>
                  <a:gd name="T37" fmla="*/ 118 h 246"/>
                  <a:gd name="T38" fmla="*/ 32 w 98"/>
                  <a:gd name="T39" fmla="*/ 114 h 246"/>
                  <a:gd name="T40" fmla="*/ 30 w 98"/>
                  <a:gd name="T41" fmla="*/ 116 h 246"/>
                  <a:gd name="T42" fmla="*/ 30 w 98"/>
                  <a:gd name="T43" fmla="*/ 130 h 246"/>
                  <a:gd name="T44" fmla="*/ 30 w 98"/>
                  <a:gd name="T45" fmla="*/ 140 h 246"/>
                  <a:gd name="T46" fmla="*/ 28 w 98"/>
                  <a:gd name="T47" fmla="*/ 144 h 246"/>
                  <a:gd name="T48" fmla="*/ 24 w 98"/>
                  <a:gd name="T49" fmla="*/ 162 h 246"/>
                  <a:gd name="T50" fmla="*/ 20 w 98"/>
                  <a:gd name="T51" fmla="*/ 180 h 246"/>
                  <a:gd name="T52" fmla="*/ 24 w 98"/>
                  <a:gd name="T53" fmla="*/ 186 h 246"/>
                  <a:gd name="T54" fmla="*/ 28 w 98"/>
                  <a:gd name="T55" fmla="*/ 198 h 246"/>
                  <a:gd name="T56" fmla="*/ 32 w 98"/>
                  <a:gd name="T57" fmla="*/ 196 h 246"/>
                  <a:gd name="T58" fmla="*/ 36 w 98"/>
                  <a:gd name="T59" fmla="*/ 214 h 246"/>
                  <a:gd name="T60" fmla="*/ 44 w 98"/>
                  <a:gd name="T61" fmla="*/ 216 h 246"/>
                  <a:gd name="T62" fmla="*/ 48 w 98"/>
                  <a:gd name="T63" fmla="*/ 220 h 246"/>
                  <a:gd name="T64" fmla="*/ 52 w 98"/>
                  <a:gd name="T65" fmla="*/ 226 h 246"/>
                  <a:gd name="T66" fmla="*/ 56 w 98"/>
                  <a:gd name="T67" fmla="*/ 234 h 246"/>
                  <a:gd name="T68" fmla="*/ 48 w 98"/>
                  <a:gd name="T69" fmla="*/ 242 h 246"/>
                  <a:gd name="T70" fmla="*/ 44 w 98"/>
                  <a:gd name="T71" fmla="*/ 240 h 246"/>
                  <a:gd name="T72" fmla="*/ 32 w 98"/>
                  <a:gd name="T73" fmla="*/ 238 h 246"/>
                  <a:gd name="T74" fmla="*/ 30 w 98"/>
                  <a:gd name="T75" fmla="*/ 222 h 246"/>
                  <a:gd name="T76" fmla="*/ 28 w 98"/>
                  <a:gd name="T77" fmla="*/ 218 h 246"/>
                  <a:gd name="T78" fmla="*/ 22 w 98"/>
                  <a:gd name="T79" fmla="*/ 212 h 246"/>
                  <a:gd name="T80" fmla="*/ 10 w 98"/>
                  <a:gd name="T81" fmla="*/ 196 h 246"/>
                  <a:gd name="T82" fmla="*/ 10 w 98"/>
                  <a:gd name="T83" fmla="*/ 182 h 246"/>
                  <a:gd name="T84" fmla="*/ 16 w 98"/>
                  <a:gd name="T85" fmla="*/ 174 h 246"/>
                  <a:gd name="T86" fmla="*/ 14 w 98"/>
                  <a:gd name="T87" fmla="*/ 168 h 246"/>
                  <a:gd name="T88" fmla="*/ 12 w 98"/>
                  <a:gd name="T89" fmla="*/ 162 h 246"/>
                  <a:gd name="T90" fmla="*/ 16 w 98"/>
                  <a:gd name="T91" fmla="*/ 152 h 246"/>
                  <a:gd name="T92" fmla="*/ 20 w 98"/>
                  <a:gd name="T93" fmla="*/ 138 h 246"/>
                  <a:gd name="T94" fmla="*/ 22 w 98"/>
                  <a:gd name="T95" fmla="*/ 112 h 246"/>
                  <a:gd name="T96" fmla="*/ 6 w 98"/>
                  <a:gd name="T97" fmla="*/ 80 h 246"/>
                  <a:gd name="T98" fmla="*/ 8 w 98"/>
                  <a:gd name="T99" fmla="*/ 64 h 246"/>
                  <a:gd name="T100" fmla="*/ 2 w 98"/>
                  <a:gd name="T101" fmla="*/ 36 h 246"/>
                  <a:gd name="T102" fmla="*/ 2 w 98"/>
                  <a:gd name="T103" fmla="*/ 16 h 246"/>
                  <a:gd name="T104" fmla="*/ 14 w 98"/>
                  <a:gd name="T105" fmla="*/ 10 h 246"/>
                  <a:gd name="T106" fmla="*/ 20 w 98"/>
                  <a:gd name="T10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246">
                    <a:moveTo>
                      <a:pt x="34" y="2"/>
                    </a:moveTo>
                    <a:lnTo>
                      <a:pt x="34" y="6"/>
                    </a:lnTo>
                    <a:lnTo>
                      <a:pt x="38" y="6"/>
                    </a:lnTo>
                    <a:lnTo>
                      <a:pt x="42" y="6"/>
                    </a:lnTo>
                    <a:lnTo>
                      <a:pt x="44" y="10"/>
                    </a:lnTo>
                    <a:lnTo>
                      <a:pt x="40" y="18"/>
                    </a:lnTo>
                    <a:lnTo>
                      <a:pt x="42" y="20"/>
                    </a:lnTo>
                    <a:lnTo>
                      <a:pt x="42" y="24"/>
                    </a:lnTo>
                    <a:lnTo>
                      <a:pt x="44" y="26"/>
                    </a:lnTo>
                    <a:lnTo>
                      <a:pt x="46" y="32"/>
                    </a:lnTo>
                    <a:lnTo>
                      <a:pt x="44" y="36"/>
                    </a:lnTo>
                    <a:lnTo>
                      <a:pt x="48" y="38"/>
                    </a:lnTo>
                    <a:lnTo>
                      <a:pt x="52" y="36"/>
                    </a:lnTo>
                    <a:lnTo>
                      <a:pt x="54" y="32"/>
                    </a:lnTo>
                    <a:lnTo>
                      <a:pt x="62" y="26"/>
                    </a:lnTo>
                    <a:lnTo>
                      <a:pt x="66" y="28"/>
                    </a:lnTo>
                    <a:lnTo>
                      <a:pt x="66" y="30"/>
                    </a:lnTo>
                    <a:lnTo>
                      <a:pt x="68" y="32"/>
                    </a:lnTo>
                    <a:lnTo>
                      <a:pt x="74" y="36"/>
                    </a:lnTo>
                    <a:lnTo>
                      <a:pt x="80" y="36"/>
                    </a:lnTo>
                    <a:lnTo>
                      <a:pt x="86" y="44"/>
                    </a:lnTo>
                    <a:lnTo>
                      <a:pt x="86" y="50"/>
                    </a:lnTo>
                    <a:lnTo>
                      <a:pt x="86" y="58"/>
                    </a:lnTo>
                    <a:lnTo>
                      <a:pt x="90" y="62"/>
                    </a:lnTo>
                    <a:lnTo>
                      <a:pt x="94" y="66"/>
                    </a:lnTo>
                    <a:lnTo>
                      <a:pt x="96" y="70"/>
                    </a:lnTo>
                    <a:lnTo>
                      <a:pt x="96" y="76"/>
                    </a:lnTo>
                    <a:lnTo>
                      <a:pt x="98" y="78"/>
                    </a:lnTo>
                    <a:lnTo>
                      <a:pt x="96" y="84"/>
                    </a:lnTo>
                    <a:lnTo>
                      <a:pt x="94" y="88"/>
                    </a:lnTo>
                    <a:lnTo>
                      <a:pt x="90" y="92"/>
                    </a:lnTo>
                    <a:lnTo>
                      <a:pt x="86" y="96"/>
                    </a:lnTo>
                    <a:lnTo>
                      <a:pt x="80" y="100"/>
                    </a:lnTo>
                    <a:lnTo>
                      <a:pt x="76" y="100"/>
                    </a:lnTo>
                    <a:lnTo>
                      <a:pt x="70" y="100"/>
                    </a:lnTo>
                    <a:lnTo>
                      <a:pt x="64" y="104"/>
                    </a:lnTo>
                    <a:lnTo>
                      <a:pt x="60" y="106"/>
                    </a:lnTo>
                    <a:lnTo>
                      <a:pt x="60" y="114"/>
                    </a:lnTo>
                    <a:lnTo>
                      <a:pt x="60" y="124"/>
                    </a:lnTo>
                    <a:lnTo>
                      <a:pt x="64" y="130"/>
                    </a:lnTo>
                    <a:lnTo>
                      <a:pt x="66" y="138"/>
                    </a:lnTo>
                    <a:lnTo>
                      <a:pt x="66" y="148"/>
                    </a:lnTo>
                    <a:lnTo>
                      <a:pt x="66" y="148"/>
                    </a:lnTo>
                    <a:lnTo>
                      <a:pt x="64" y="144"/>
                    </a:lnTo>
                    <a:lnTo>
                      <a:pt x="64" y="144"/>
                    </a:lnTo>
                    <a:lnTo>
                      <a:pt x="62" y="140"/>
                    </a:lnTo>
                    <a:lnTo>
                      <a:pt x="62" y="140"/>
                    </a:lnTo>
                    <a:lnTo>
                      <a:pt x="60" y="138"/>
                    </a:lnTo>
                    <a:lnTo>
                      <a:pt x="58" y="138"/>
                    </a:lnTo>
                    <a:lnTo>
                      <a:pt x="58" y="138"/>
                    </a:lnTo>
                    <a:lnTo>
                      <a:pt x="56" y="132"/>
                    </a:lnTo>
                    <a:lnTo>
                      <a:pt x="52" y="126"/>
                    </a:lnTo>
                    <a:lnTo>
                      <a:pt x="52" y="126"/>
                    </a:lnTo>
                    <a:lnTo>
                      <a:pt x="46" y="126"/>
                    </a:lnTo>
                    <a:lnTo>
                      <a:pt x="46" y="126"/>
                    </a:lnTo>
                    <a:lnTo>
                      <a:pt x="44" y="120"/>
                    </a:lnTo>
                    <a:lnTo>
                      <a:pt x="42" y="118"/>
                    </a:lnTo>
                    <a:lnTo>
                      <a:pt x="38" y="116"/>
                    </a:lnTo>
                    <a:lnTo>
                      <a:pt x="32" y="114"/>
                    </a:lnTo>
                    <a:lnTo>
                      <a:pt x="32" y="114"/>
                    </a:lnTo>
                    <a:lnTo>
                      <a:pt x="32" y="116"/>
                    </a:lnTo>
                    <a:lnTo>
                      <a:pt x="30" y="116"/>
                    </a:lnTo>
                    <a:lnTo>
                      <a:pt x="30" y="116"/>
                    </a:lnTo>
                    <a:lnTo>
                      <a:pt x="30" y="122"/>
                    </a:lnTo>
                    <a:lnTo>
                      <a:pt x="30" y="126"/>
                    </a:lnTo>
                    <a:lnTo>
                      <a:pt x="30" y="130"/>
                    </a:lnTo>
                    <a:lnTo>
                      <a:pt x="30" y="136"/>
                    </a:lnTo>
                    <a:lnTo>
                      <a:pt x="30" y="136"/>
                    </a:lnTo>
                    <a:lnTo>
                      <a:pt x="30" y="140"/>
                    </a:lnTo>
                    <a:lnTo>
                      <a:pt x="30" y="140"/>
                    </a:lnTo>
                    <a:lnTo>
                      <a:pt x="28" y="144"/>
                    </a:lnTo>
                    <a:lnTo>
                      <a:pt x="28" y="144"/>
                    </a:lnTo>
                    <a:lnTo>
                      <a:pt x="26" y="152"/>
                    </a:lnTo>
                    <a:lnTo>
                      <a:pt x="26" y="160"/>
                    </a:lnTo>
                    <a:lnTo>
                      <a:pt x="24" y="162"/>
                    </a:lnTo>
                    <a:lnTo>
                      <a:pt x="24" y="162"/>
                    </a:lnTo>
                    <a:lnTo>
                      <a:pt x="22" y="172"/>
                    </a:lnTo>
                    <a:lnTo>
                      <a:pt x="20" y="180"/>
                    </a:lnTo>
                    <a:lnTo>
                      <a:pt x="22" y="184"/>
                    </a:lnTo>
                    <a:lnTo>
                      <a:pt x="22" y="184"/>
                    </a:lnTo>
                    <a:lnTo>
                      <a:pt x="24" y="186"/>
                    </a:lnTo>
                    <a:lnTo>
                      <a:pt x="26" y="188"/>
                    </a:lnTo>
                    <a:lnTo>
                      <a:pt x="26" y="188"/>
                    </a:lnTo>
                    <a:lnTo>
                      <a:pt x="28" y="198"/>
                    </a:lnTo>
                    <a:lnTo>
                      <a:pt x="28" y="198"/>
                    </a:lnTo>
                    <a:lnTo>
                      <a:pt x="30" y="198"/>
                    </a:lnTo>
                    <a:lnTo>
                      <a:pt x="32" y="196"/>
                    </a:lnTo>
                    <a:lnTo>
                      <a:pt x="32" y="196"/>
                    </a:lnTo>
                    <a:lnTo>
                      <a:pt x="34" y="208"/>
                    </a:lnTo>
                    <a:lnTo>
                      <a:pt x="36" y="214"/>
                    </a:lnTo>
                    <a:lnTo>
                      <a:pt x="40" y="216"/>
                    </a:lnTo>
                    <a:lnTo>
                      <a:pt x="40" y="216"/>
                    </a:lnTo>
                    <a:lnTo>
                      <a:pt x="44" y="216"/>
                    </a:lnTo>
                    <a:lnTo>
                      <a:pt x="48" y="218"/>
                    </a:lnTo>
                    <a:lnTo>
                      <a:pt x="48" y="218"/>
                    </a:lnTo>
                    <a:lnTo>
                      <a:pt x="48" y="220"/>
                    </a:lnTo>
                    <a:lnTo>
                      <a:pt x="48" y="222"/>
                    </a:lnTo>
                    <a:lnTo>
                      <a:pt x="48" y="222"/>
                    </a:lnTo>
                    <a:lnTo>
                      <a:pt x="52" y="226"/>
                    </a:lnTo>
                    <a:lnTo>
                      <a:pt x="54" y="228"/>
                    </a:lnTo>
                    <a:lnTo>
                      <a:pt x="54" y="228"/>
                    </a:lnTo>
                    <a:lnTo>
                      <a:pt x="56" y="234"/>
                    </a:lnTo>
                    <a:lnTo>
                      <a:pt x="54" y="236"/>
                    </a:lnTo>
                    <a:lnTo>
                      <a:pt x="54" y="244"/>
                    </a:lnTo>
                    <a:lnTo>
                      <a:pt x="48" y="242"/>
                    </a:lnTo>
                    <a:lnTo>
                      <a:pt x="48" y="246"/>
                    </a:lnTo>
                    <a:lnTo>
                      <a:pt x="44" y="246"/>
                    </a:lnTo>
                    <a:lnTo>
                      <a:pt x="44" y="240"/>
                    </a:lnTo>
                    <a:lnTo>
                      <a:pt x="38" y="236"/>
                    </a:lnTo>
                    <a:lnTo>
                      <a:pt x="32" y="238"/>
                    </a:lnTo>
                    <a:lnTo>
                      <a:pt x="32" y="238"/>
                    </a:lnTo>
                    <a:lnTo>
                      <a:pt x="32" y="230"/>
                    </a:lnTo>
                    <a:lnTo>
                      <a:pt x="30" y="222"/>
                    </a:lnTo>
                    <a:lnTo>
                      <a:pt x="30" y="222"/>
                    </a:lnTo>
                    <a:lnTo>
                      <a:pt x="28" y="220"/>
                    </a:lnTo>
                    <a:lnTo>
                      <a:pt x="28" y="220"/>
                    </a:lnTo>
                    <a:lnTo>
                      <a:pt x="28" y="218"/>
                    </a:lnTo>
                    <a:lnTo>
                      <a:pt x="26" y="214"/>
                    </a:lnTo>
                    <a:lnTo>
                      <a:pt x="26" y="214"/>
                    </a:lnTo>
                    <a:lnTo>
                      <a:pt x="22" y="212"/>
                    </a:lnTo>
                    <a:lnTo>
                      <a:pt x="22" y="212"/>
                    </a:lnTo>
                    <a:lnTo>
                      <a:pt x="14" y="202"/>
                    </a:lnTo>
                    <a:lnTo>
                      <a:pt x="10" y="196"/>
                    </a:lnTo>
                    <a:lnTo>
                      <a:pt x="10" y="190"/>
                    </a:lnTo>
                    <a:lnTo>
                      <a:pt x="10" y="190"/>
                    </a:lnTo>
                    <a:lnTo>
                      <a:pt x="10" y="182"/>
                    </a:lnTo>
                    <a:lnTo>
                      <a:pt x="12" y="176"/>
                    </a:lnTo>
                    <a:lnTo>
                      <a:pt x="12" y="176"/>
                    </a:lnTo>
                    <a:lnTo>
                      <a:pt x="16" y="174"/>
                    </a:lnTo>
                    <a:lnTo>
                      <a:pt x="16" y="174"/>
                    </a:lnTo>
                    <a:lnTo>
                      <a:pt x="14" y="172"/>
                    </a:lnTo>
                    <a:lnTo>
                      <a:pt x="14" y="168"/>
                    </a:lnTo>
                    <a:lnTo>
                      <a:pt x="12" y="166"/>
                    </a:lnTo>
                    <a:lnTo>
                      <a:pt x="12" y="162"/>
                    </a:lnTo>
                    <a:lnTo>
                      <a:pt x="12" y="162"/>
                    </a:lnTo>
                    <a:lnTo>
                      <a:pt x="16" y="156"/>
                    </a:lnTo>
                    <a:lnTo>
                      <a:pt x="16" y="156"/>
                    </a:lnTo>
                    <a:lnTo>
                      <a:pt x="16" y="152"/>
                    </a:lnTo>
                    <a:lnTo>
                      <a:pt x="18" y="152"/>
                    </a:lnTo>
                    <a:lnTo>
                      <a:pt x="18" y="146"/>
                    </a:lnTo>
                    <a:lnTo>
                      <a:pt x="20" y="138"/>
                    </a:lnTo>
                    <a:lnTo>
                      <a:pt x="26" y="130"/>
                    </a:lnTo>
                    <a:lnTo>
                      <a:pt x="26" y="122"/>
                    </a:lnTo>
                    <a:lnTo>
                      <a:pt x="22" y="112"/>
                    </a:lnTo>
                    <a:lnTo>
                      <a:pt x="14" y="104"/>
                    </a:lnTo>
                    <a:lnTo>
                      <a:pt x="10" y="92"/>
                    </a:lnTo>
                    <a:lnTo>
                      <a:pt x="6" y="80"/>
                    </a:lnTo>
                    <a:lnTo>
                      <a:pt x="14" y="76"/>
                    </a:lnTo>
                    <a:lnTo>
                      <a:pt x="14" y="70"/>
                    </a:lnTo>
                    <a:lnTo>
                      <a:pt x="8" y="64"/>
                    </a:lnTo>
                    <a:lnTo>
                      <a:pt x="2" y="56"/>
                    </a:lnTo>
                    <a:lnTo>
                      <a:pt x="0" y="44"/>
                    </a:lnTo>
                    <a:lnTo>
                      <a:pt x="2" y="36"/>
                    </a:lnTo>
                    <a:lnTo>
                      <a:pt x="2" y="30"/>
                    </a:lnTo>
                    <a:lnTo>
                      <a:pt x="0" y="22"/>
                    </a:lnTo>
                    <a:lnTo>
                      <a:pt x="2" y="16"/>
                    </a:lnTo>
                    <a:lnTo>
                      <a:pt x="6" y="16"/>
                    </a:lnTo>
                    <a:lnTo>
                      <a:pt x="10" y="10"/>
                    </a:lnTo>
                    <a:lnTo>
                      <a:pt x="14" y="10"/>
                    </a:lnTo>
                    <a:lnTo>
                      <a:pt x="14" y="6"/>
                    </a:lnTo>
                    <a:lnTo>
                      <a:pt x="16" y="0"/>
                    </a:lnTo>
                    <a:lnTo>
                      <a:pt x="20" y="0"/>
                    </a:lnTo>
                    <a:lnTo>
                      <a:pt x="24" y="2"/>
                    </a:lnTo>
                    <a:lnTo>
                      <a:pt x="34"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4" name="Freeform 32">
                <a:extLst>
                  <a:ext uri="{FF2B5EF4-FFF2-40B4-BE49-F238E27FC236}">
                    <a16:creationId xmlns:a16="http://schemas.microsoft.com/office/drawing/2014/main" id="{6F3E82F9-E104-6D4B-BE5F-1B011D701764}"/>
                  </a:ext>
                </a:extLst>
              </p:cNvPr>
              <p:cNvSpPr>
                <a:spLocks/>
              </p:cNvSpPr>
              <p:nvPr/>
            </p:nvSpPr>
            <p:spPr bwMode="auto">
              <a:xfrm>
                <a:off x="7656728" y="2969974"/>
                <a:ext cx="195691" cy="184215"/>
              </a:xfrm>
              <a:custGeom>
                <a:avLst/>
                <a:gdLst>
                  <a:gd name="T0" fmla="*/ 42 w 100"/>
                  <a:gd name="T1" fmla="*/ 8 h 92"/>
                  <a:gd name="T2" fmla="*/ 46 w 100"/>
                  <a:gd name="T3" fmla="*/ 0 h 92"/>
                  <a:gd name="T4" fmla="*/ 42 w 100"/>
                  <a:gd name="T5" fmla="*/ 0 h 92"/>
                  <a:gd name="T6" fmla="*/ 38 w 100"/>
                  <a:gd name="T7" fmla="*/ 2 h 92"/>
                  <a:gd name="T8" fmla="*/ 36 w 100"/>
                  <a:gd name="T9" fmla="*/ 6 h 92"/>
                  <a:gd name="T10" fmla="*/ 34 w 100"/>
                  <a:gd name="T11" fmla="*/ 6 h 92"/>
                  <a:gd name="T12" fmla="*/ 28 w 100"/>
                  <a:gd name="T13" fmla="*/ 0 h 92"/>
                  <a:gd name="T14" fmla="*/ 26 w 100"/>
                  <a:gd name="T15" fmla="*/ 0 h 92"/>
                  <a:gd name="T16" fmla="*/ 22 w 100"/>
                  <a:gd name="T17" fmla="*/ 2 h 92"/>
                  <a:gd name="T18" fmla="*/ 24 w 100"/>
                  <a:gd name="T19" fmla="*/ 8 h 92"/>
                  <a:gd name="T20" fmla="*/ 26 w 100"/>
                  <a:gd name="T21" fmla="*/ 10 h 92"/>
                  <a:gd name="T22" fmla="*/ 26 w 100"/>
                  <a:gd name="T23" fmla="*/ 12 h 92"/>
                  <a:gd name="T24" fmla="*/ 24 w 100"/>
                  <a:gd name="T25" fmla="*/ 14 h 92"/>
                  <a:gd name="T26" fmla="*/ 20 w 100"/>
                  <a:gd name="T27" fmla="*/ 18 h 92"/>
                  <a:gd name="T28" fmla="*/ 20 w 100"/>
                  <a:gd name="T29" fmla="*/ 22 h 92"/>
                  <a:gd name="T30" fmla="*/ 22 w 100"/>
                  <a:gd name="T31" fmla="*/ 20 h 92"/>
                  <a:gd name="T32" fmla="*/ 20 w 100"/>
                  <a:gd name="T33" fmla="*/ 24 h 92"/>
                  <a:gd name="T34" fmla="*/ 20 w 100"/>
                  <a:gd name="T35" fmla="*/ 24 h 92"/>
                  <a:gd name="T36" fmla="*/ 12 w 100"/>
                  <a:gd name="T37" fmla="*/ 30 h 92"/>
                  <a:gd name="T38" fmla="*/ 10 w 100"/>
                  <a:gd name="T39" fmla="*/ 30 h 92"/>
                  <a:gd name="T40" fmla="*/ 8 w 100"/>
                  <a:gd name="T41" fmla="*/ 28 h 92"/>
                  <a:gd name="T42" fmla="*/ 4 w 100"/>
                  <a:gd name="T43" fmla="*/ 28 h 92"/>
                  <a:gd name="T44" fmla="*/ 0 w 100"/>
                  <a:gd name="T45" fmla="*/ 34 h 92"/>
                  <a:gd name="T46" fmla="*/ 2 w 100"/>
                  <a:gd name="T47" fmla="*/ 36 h 92"/>
                  <a:gd name="T48" fmla="*/ 8 w 100"/>
                  <a:gd name="T49" fmla="*/ 40 h 92"/>
                  <a:gd name="T50" fmla="*/ 14 w 100"/>
                  <a:gd name="T51" fmla="*/ 40 h 92"/>
                  <a:gd name="T52" fmla="*/ 16 w 100"/>
                  <a:gd name="T53" fmla="*/ 42 h 92"/>
                  <a:gd name="T54" fmla="*/ 12 w 100"/>
                  <a:gd name="T55" fmla="*/ 48 h 92"/>
                  <a:gd name="T56" fmla="*/ 14 w 100"/>
                  <a:gd name="T57" fmla="*/ 52 h 92"/>
                  <a:gd name="T58" fmla="*/ 16 w 100"/>
                  <a:gd name="T59" fmla="*/ 54 h 92"/>
                  <a:gd name="T60" fmla="*/ 14 w 100"/>
                  <a:gd name="T61" fmla="*/ 58 h 92"/>
                  <a:gd name="T62" fmla="*/ 10 w 100"/>
                  <a:gd name="T63" fmla="*/ 62 h 92"/>
                  <a:gd name="T64" fmla="*/ 6 w 100"/>
                  <a:gd name="T65" fmla="*/ 70 h 92"/>
                  <a:gd name="T66" fmla="*/ 16 w 100"/>
                  <a:gd name="T67" fmla="*/ 70 h 92"/>
                  <a:gd name="T68" fmla="*/ 24 w 100"/>
                  <a:gd name="T69" fmla="*/ 64 h 92"/>
                  <a:gd name="T70" fmla="*/ 32 w 100"/>
                  <a:gd name="T71" fmla="*/ 62 h 92"/>
                  <a:gd name="T72" fmla="*/ 38 w 100"/>
                  <a:gd name="T73" fmla="*/ 72 h 92"/>
                  <a:gd name="T74" fmla="*/ 34 w 100"/>
                  <a:gd name="T75" fmla="*/ 86 h 92"/>
                  <a:gd name="T76" fmla="*/ 46 w 100"/>
                  <a:gd name="T77" fmla="*/ 90 h 92"/>
                  <a:gd name="T78" fmla="*/ 56 w 100"/>
                  <a:gd name="T79" fmla="*/ 80 h 92"/>
                  <a:gd name="T80" fmla="*/ 70 w 100"/>
                  <a:gd name="T81" fmla="*/ 74 h 92"/>
                  <a:gd name="T82" fmla="*/ 84 w 100"/>
                  <a:gd name="T83" fmla="*/ 74 h 92"/>
                  <a:gd name="T84" fmla="*/ 100 w 100"/>
                  <a:gd name="T85" fmla="*/ 72 h 92"/>
                  <a:gd name="T86" fmla="*/ 96 w 100"/>
                  <a:gd name="T87" fmla="*/ 64 h 92"/>
                  <a:gd name="T88" fmla="*/ 92 w 100"/>
                  <a:gd name="T89" fmla="*/ 50 h 92"/>
                  <a:gd name="T90" fmla="*/ 94 w 100"/>
                  <a:gd name="T91" fmla="*/ 40 h 92"/>
                  <a:gd name="T92" fmla="*/ 84 w 100"/>
                  <a:gd name="T93" fmla="*/ 42 h 92"/>
                  <a:gd name="T94" fmla="*/ 80 w 100"/>
                  <a:gd name="T95" fmla="*/ 34 h 92"/>
                  <a:gd name="T96" fmla="*/ 80 w 100"/>
                  <a:gd name="T97" fmla="*/ 28 h 92"/>
                  <a:gd name="T98" fmla="*/ 74 w 100"/>
                  <a:gd name="T99" fmla="*/ 26 h 92"/>
                  <a:gd name="T100" fmla="*/ 68 w 100"/>
                  <a:gd name="T101" fmla="*/ 28 h 92"/>
                  <a:gd name="T102" fmla="*/ 60 w 100"/>
                  <a:gd name="T103" fmla="*/ 28 h 92"/>
                  <a:gd name="T104" fmla="*/ 58 w 100"/>
                  <a:gd name="T105" fmla="*/ 28 h 92"/>
                  <a:gd name="T106" fmla="*/ 54 w 100"/>
                  <a:gd name="T107" fmla="*/ 26 h 92"/>
                  <a:gd name="T108" fmla="*/ 52 w 100"/>
                  <a:gd name="T109" fmla="*/ 24 h 92"/>
                  <a:gd name="T110" fmla="*/ 46 w 100"/>
                  <a:gd name="T111" fmla="*/ 26 h 92"/>
                  <a:gd name="T112" fmla="*/ 44 w 100"/>
                  <a:gd name="T113" fmla="*/ 26 h 92"/>
                  <a:gd name="T114" fmla="*/ 42 w 100"/>
                  <a:gd name="T115" fmla="*/ 22 h 92"/>
                  <a:gd name="T116" fmla="*/ 28 w 100"/>
                  <a:gd name="T117" fmla="*/ 18 h 92"/>
                  <a:gd name="T118" fmla="*/ 42 w 100"/>
                  <a:gd name="T119"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 h="92">
                    <a:moveTo>
                      <a:pt x="42" y="16"/>
                    </a:moveTo>
                    <a:lnTo>
                      <a:pt x="42" y="8"/>
                    </a:lnTo>
                    <a:lnTo>
                      <a:pt x="48" y="6"/>
                    </a:lnTo>
                    <a:lnTo>
                      <a:pt x="46" y="0"/>
                    </a:lnTo>
                    <a:lnTo>
                      <a:pt x="46" y="0"/>
                    </a:lnTo>
                    <a:lnTo>
                      <a:pt x="42" y="0"/>
                    </a:lnTo>
                    <a:lnTo>
                      <a:pt x="38" y="2"/>
                    </a:lnTo>
                    <a:lnTo>
                      <a:pt x="38" y="2"/>
                    </a:lnTo>
                    <a:lnTo>
                      <a:pt x="38" y="4"/>
                    </a:lnTo>
                    <a:lnTo>
                      <a:pt x="36" y="6"/>
                    </a:lnTo>
                    <a:lnTo>
                      <a:pt x="34" y="6"/>
                    </a:lnTo>
                    <a:lnTo>
                      <a:pt x="34" y="6"/>
                    </a:lnTo>
                    <a:lnTo>
                      <a:pt x="30" y="2"/>
                    </a:lnTo>
                    <a:lnTo>
                      <a:pt x="28" y="0"/>
                    </a:lnTo>
                    <a:lnTo>
                      <a:pt x="28" y="0"/>
                    </a:lnTo>
                    <a:lnTo>
                      <a:pt x="26" y="0"/>
                    </a:lnTo>
                    <a:lnTo>
                      <a:pt x="24" y="2"/>
                    </a:lnTo>
                    <a:lnTo>
                      <a:pt x="22" y="2"/>
                    </a:lnTo>
                    <a:lnTo>
                      <a:pt x="22" y="2"/>
                    </a:lnTo>
                    <a:lnTo>
                      <a:pt x="24" y="8"/>
                    </a:lnTo>
                    <a:lnTo>
                      <a:pt x="26" y="10"/>
                    </a:lnTo>
                    <a:lnTo>
                      <a:pt x="26" y="10"/>
                    </a:lnTo>
                    <a:lnTo>
                      <a:pt x="26" y="12"/>
                    </a:lnTo>
                    <a:lnTo>
                      <a:pt x="26" y="12"/>
                    </a:lnTo>
                    <a:lnTo>
                      <a:pt x="24" y="14"/>
                    </a:lnTo>
                    <a:lnTo>
                      <a:pt x="24" y="14"/>
                    </a:lnTo>
                    <a:lnTo>
                      <a:pt x="22" y="16"/>
                    </a:lnTo>
                    <a:lnTo>
                      <a:pt x="20" y="18"/>
                    </a:lnTo>
                    <a:lnTo>
                      <a:pt x="20" y="22"/>
                    </a:lnTo>
                    <a:lnTo>
                      <a:pt x="20" y="22"/>
                    </a:lnTo>
                    <a:lnTo>
                      <a:pt x="20" y="22"/>
                    </a:lnTo>
                    <a:lnTo>
                      <a:pt x="22" y="20"/>
                    </a:lnTo>
                    <a:lnTo>
                      <a:pt x="22" y="22"/>
                    </a:lnTo>
                    <a:lnTo>
                      <a:pt x="20" y="24"/>
                    </a:lnTo>
                    <a:lnTo>
                      <a:pt x="20" y="24"/>
                    </a:lnTo>
                    <a:lnTo>
                      <a:pt x="20" y="24"/>
                    </a:lnTo>
                    <a:lnTo>
                      <a:pt x="14" y="28"/>
                    </a:lnTo>
                    <a:lnTo>
                      <a:pt x="12" y="30"/>
                    </a:lnTo>
                    <a:lnTo>
                      <a:pt x="10" y="30"/>
                    </a:lnTo>
                    <a:lnTo>
                      <a:pt x="10" y="30"/>
                    </a:lnTo>
                    <a:lnTo>
                      <a:pt x="10" y="28"/>
                    </a:lnTo>
                    <a:lnTo>
                      <a:pt x="8" y="28"/>
                    </a:lnTo>
                    <a:lnTo>
                      <a:pt x="4" y="28"/>
                    </a:lnTo>
                    <a:lnTo>
                      <a:pt x="4" y="28"/>
                    </a:lnTo>
                    <a:lnTo>
                      <a:pt x="0" y="32"/>
                    </a:lnTo>
                    <a:lnTo>
                      <a:pt x="0" y="34"/>
                    </a:lnTo>
                    <a:lnTo>
                      <a:pt x="2" y="36"/>
                    </a:lnTo>
                    <a:lnTo>
                      <a:pt x="2" y="36"/>
                    </a:lnTo>
                    <a:lnTo>
                      <a:pt x="6" y="40"/>
                    </a:lnTo>
                    <a:lnTo>
                      <a:pt x="8" y="40"/>
                    </a:lnTo>
                    <a:lnTo>
                      <a:pt x="8" y="40"/>
                    </a:lnTo>
                    <a:lnTo>
                      <a:pt x="14" y="40"/>
                    </a:lnTo>
                    <a:lnTo>
                      <a:pt x="16" y="40"/>
                    </a:lnTo>
                    <a:lnTo>
                      <a:pt x="16" y="42"/>
                    </a:lnTo>
                    <a:lnTo>
                      <a:pt x="16" y="42"/>
                    </a:lnTo>
                    <a:lnTo>
                      <a:pt x="12" y="48"/>
                    </a:lnTo>
                    <a:lnTo>
                      <a:pt x="12" y="50"/>
                    </a:lnTo>
                    <a:lnTo>
                      <a:pt x="14" y="52"/>
                    </a:lnTo>
                    <a:lnTo>
                      <a:pt x="14" y="52"/>
                    </a:lnTo>
                    <a:lnTo>
                      <a:pt x="16" y="54"/>
                    </a:lnTo>
                    <a:lnTo>
                      <a:pt x="14" y="58"/>
                    </a:lnTo>
                    <a:lnTo>
                      <a:pt x="14" y="58"/>
                    </a:lnTo>
                    <a:lnTo>
                      <a:pt x="12" y="60"/>
                    </a:lnTo>
                    <a:lnTo>
                      <a:pt x="10" y="62"/>
                    </a:lnTo>
                    <a:lnTo>
                      <a:pt x="10" y="62"/>
                    </a:lnTo>
                    <a:lnTo>
                      <a:pt x="6" y="70"/>
                    </a:lnTo>
                    <a:lnTo>
                      <a:pt x="12" y="68"/>
                    </a:lnTo>
                    <a:lnTo>
                      <a:pt x="16" y="70"/>
                    </a:lnTo>
                    <a:lnTo>
                      <a:pt x="22" y="66"/>
                    </a:lnTo>
                    <a:lnTo>
                      <a:pt x="24" y="64"/>
                    </a:lnTo>
                    <a:lnTo>
                      <a:pt x="28" y="60"/>
                    </a:lnTo>
                    <a:lnTo>
                      <a:pt x="32" y="62"/>
                    </a:lnTo>
                    <a:lnTo>
                      <a:pt x="34" y="66"/>
                    </a:lnTo>
                    <a:lnTo>
                      <a:pt x="38" y="72"/>
                    </a:lnTo>
                    <a:lnTo>
                      <a:pt x="36" y="76"/>
                    </a:lnTo>
                    <a:lnTo>
                      <a:pt x="34" y="86"/>
                    </a:lnTo>
                    <a:lnTo>
                      <a:pt x="40" y="92"/>
                    </a:lnTo>
                    <a:lnTo>
                      <a:pt x="46" y="90"/>
                    </a:lnTo>
                    <a:lnTo>
                      <a:pt x="52" y="84"/>
                    </a:lnTo>
                    <a:lnTo>
                      <a:pt x="56" y="80"/>
                    </a:lnTo>
                    <a:lnTo>
                      <a:pt x="60" y="78"/>
                    </a:lnTo>
                    <a:lnTo>
                      <a:pt x="70" y="74"/>
                    </a:lnTo>
                    <a:lnTo>
                      <a:pt x="74" y="72"/>
                    </a:lnTo>
                    <a:lnTo>
                      <a:pt x="84" y="74"/>
                    </a:lnTo>
                    <a:lnTo>
                      <a:pt x="94" y="74"/>
                    </a:lnTo>
                    <a:lnTo>
                      <a:pt x="100" y="72"/>
                    </a:lnTo>
                    <a:lnTo>
                      <a:pt x="98" y="68"/>
                    </a:lnTo>
                    <a:lnTo>
                      <a:pt x="96" y="64"/>
                    </a:lnTo>
                    <a:lnTo>
                      <a:pt x="94" y="58"/>
                    </a:lnTo>
                    <a:lnTo>
                      <a:pt x="92" y="50"/>
                    </a:lnTo>
                    <a:lnTo>
                      <a:pt x="94" y="44"/>
                    </a:lnTo>
                    <a:lnTo>
                      <a:pt x="94" y="40"/>
                    </a:lnTo>
                    <a:lnTo>
                      <a:pt x="92" y="38"/>
                    </a:lnTo>
                    <a:lnTo>
                      <a:pt x="84" y="42"/>
                    </a:lnTo>
                    <a:lnTo>
                      <a:pt x="80" y="38"/>
                    </a:lnTo>
                    <a:lnTo>
                      <a:pt x="80" y="34"/>
                    </a:lnTo>
                    <a:lnTo>
                      <a:pt x="80" y="34"/>
                    </a:lnTo>
                    <a:lnTo>
                      <a:pt x="80" y="28"/>
                    </a:lnTo>
                    <a:lnTo>
                      <a:pt x="80" y="28"/>
                    </a:lnTo>
                    <a:lnTo>
                      <a:pt x="74" y="26"/>
                    </a:lnTo>
                    <a:lnTo>
                      <a:pt x="68" y="28"/>
                    </a:lnTo>
                    <a:lnTo>
                      <a:pt x="68" y="28"/>
                    </a:lnTo>
                    <a:lnTo>
                      <a:pt x="64" y="28"/>
                    </a:lnTo>
                    <a:lnTo>
                      <a:pt x="60" y="28"/>
                    </a:lnTo>
                    <a:lnTo>
                      <a:pt x="60" y="28"/>
                    </a:lnTo>
                    <a:lnTo>
                      <a:pt x="58" y="28"/>
                    </a:lnTo>
                    <a:lnTo>
                      <a:pt x="56" y="28"/>
                    </a:lnTo>
                    <a:lnTo>
                      <a:pt x="54" y="26"/>
                    </a:lnTo>
                    <a:lnTo>
                      <a:pt x="54" y="26"/>
                    </a:lnTo>
                    <a:lnTo>
                      <a:pt x="52" y="24"/>
                    </a:lnTo>
                    <a:lnTo>
                      <a:pt x="50" y="24"/>
                    </a:lnTo>
                    <a:lnTo>
                      <a:pt x="46" y="26"/>
                    </a:lnTo>
                    <a:lnTo>
                      <a:pt x="46" y="26"/>
                    </a:lnTo>
                    <a:lnTo>
                      <a:pt x="44" y="26"/>
                    </a:lnTo>
                    <a:lnTo>
                      <a:pt x="42" y="24"/>
                    </a:lnTo>
                    <a:lnTo>
                      <a:pt x="42" y="22"/>
                    </a:lnTo>
                    <a:lnTo>
                      <a:pt x="32" y="24"/>
                    </a:lnTo>
                    <a:lnTo>
                      <a:pt x="28" y="18"/>
                    </a:lnTo>
                    <a:lnTo>
                      <a:pt x="36" y="14"/>
                    </a:lnTo>
                    <a:lnTo>
                      <a:pt x="42" y="18"/>
                    </a:lnTo>
                    <a:lnTo>
                      <a:pt x="42" y="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5" name="Freeform 40">
                <a:extLst>
                  <a:ext uri="{FF2B5EF4-FFF2-40B4-BE49-F238E27FC236}">
                    <a16:creationId xmlns:a16="http://schemas.microsoft.com/office/drawing/2014/main" id="{4DCF834B-92BB-4D4A-AE78-CBBC7CABD6B5}"/>
                  </a:ext>
                </a:extLst>
              </p:cNvPr>
              <p:cNvSpPr>
                <a:spLocks/>
              </p:cNvSpPr>
              <p:nvPr/>
            </p:nvSpPr>
            <p:spPr bwMode="auto">
              <a:xfrm>
                <a:off x="7973745" y="4063257"/>
                <a:ext cx="58707" cy="128150"/>
              </a:xfrm>
              <a:custGeom>
                <a:avLst/>
                <a:gdLst>
                  <a:gd name="T0" fmla="*/ 4 w 30"/>
                  <a:gd name="T1" fmla="*/ 0 h 64"/>
                  <a:gd name="T2" fmla="*/ 4 w 30"/>
                  <a:gd name="T3" fmla="*/ 0 h 64"/>
                  <a:gd name="T4" fmla="*/ 4 w 30"/>
                  <a:gd name="T5" fmla="*/ 2 h 64"/>
                  <a:gd name="T6" fmla="*/ 4 w 30"/>
                  <a:gd name="T7" fmla="*/ 2 h 64"/>
                  <a:gd name="T8" fmla="*/ 4 w 30"/>
                  <a:gd name="T9" fmla="*/ 6 h 64"/>
                  <a:gd name="T10" fmla="*/ 6 w 30"/>
                  <a:gd name="T11" fmla="*/ 8 h 64"/>
                  <a:gd name="T12" fmla="*/ 6 w 30"/>
                  <a:gd name="T13" fmla="*/ 10 h 64"/>
                  <a:gd name="T14" fmla="*/ 6 w 30"/>
                  <a:gd name="T15" fmla="*/ 10 h 64"/>
                  <a:gd name="T16" fmla="*/ 4 w 30"/>
                  <a:gd name="T17" fmla="*/ 12 h 64"/>
                  <a:gd name="T18" fmla="*/ 4 w 30"/>
                  <a:gd name="T19" fmla="*/ 12 h 64"/>
                  <a:gd name="T20" fmla="*/ 4 w 30"/>
                  <a:gd name="T21" fmla="*/ 18 h 64"/>
                  <a:gd name="T22" fmla="*/ 4 w 30"/>
                  <a:gd name="T23" fmla="*/ 18 h 64"/>
                  <a:gd name="T24" fmla="*/ 0 w 30"/>
                  <a:gd name="T25" fmla="*/ 28 h 64"/>
                  <a:gd name="T26" fmla="*/ 0 w 30"/>
                  <a:gd name="T27" fmla="*/ 28 h 64"/>
                  <a:gd name="T28" fmla="*/ 0 w 30"/>
                  <a:gd name="T29" fmla="*/ 28 h 64"/>
                  <a:gd name="T30" fmla="*/ 0 w 30"/>
                  <a:gd name="T31" fmla="*/ 28 h 64"/>
                  <a:gd name="T32" fmla="*/ 0 w 30"/>
                  <a:gd name="T33" fmla="*/ 36 h 64"/>
                  <a:gd name="T34" fmla="*/ 2 w 30"/>
                  <a:gd name="T35" fmla="*/ 44 h 64"/>
                  <a:gd name="T36" fmla="*/ 2 w 30"/>
                  <a:gd name="T37" fmla="*/ 44 h 64"/>
                  <a:gd name="T38" fmla="*/ 2 w 30"/>
                  <a:gd name="T39" fmla="*/ 50 h 64"/>
                  <a:gd name="T40" fmla="*/ 4 w 30"/>
                  <a:gd name="T41" fmla="*/ 56 h 64"/>
                  <a:gd name="T42" fmla="*/ 6 w 30"/>
                  <a:gd name="T43" fmla="*/ 58 h 64"/>
                  <a:gd name="T44" fmla="*/ 6 w 30"/>
                  <a:gd name="T45" fmla="*/ 58 h 64"/>
                  <a:gd name="T46" fmla="*/ 8 w 30"/>
                  <a:gd name="T47" fmla="*/ 62 h 64"/>
                  <a:gd name="T48" fmla="*/ 8 w 30"/>
                  <a:gd name="T49" fmla="*/ 62 h 64"/>
                  <a:gd name="T50" fmla="*/ 14 w 30"/>
                  <a:gd name="T51" fmla="*/ 64 h 64"/>
                  <a:gd name="T52" fmla="*/ 14 w 30"/>
                  <a:gd name="T53" fmla="*/ 64 h 64"/>
                  <a:gd name="T54" fmla="*/ 20 w 30"/>
                  <a:gd name="T55" fmla="*/ 60 h 64"/>
                  <a:gd name="T56" fmla="*/ 26 w 30"/>
                  <a:gd name="T57" fmla="*/ 56 h 64"/>
                  <a:gd name="T58" fmla="*/ 26 w 30"/>
                  <a:gd name="T59" fmla="*/ 56 h 64"/>
                  <a:gd name="T60" fmla="*/ 28 w 30"/>
                  <a:gd name="T61" fmla="*/ 52 h 64"/>
                  <a:gd name="T62" fmla="*/ 30 w 30"/>
                  <a:gd name="T63" fmla="*/ 48 h 64"/>
                  <a:gd name="T64" fmla="*/ 30 w 30"/>
                  <a:gd name="T65" fmla="*/ 38 h 64"/>
                  <a:gd name="T66" fmla="*/ 30 w 30"/>
                  <a:gd name="T67" fmla="*/ 38 h 64"/>
                  <a:gd name="T68" fmla="*/ 28 w 30"/>
                  <a:gd name="T69" fmla="*/ 38 h 64"/>
                  <a:gd name="T70" fmla="*/ 28 w 30"/>
                  <a:gd name="T71" fmla="*/ 38 h 64"/>
                  <a:gd name="T72" fmla="*/ 28 w 30"/>
                  <a:gd name="T73" fmla="*/ 30 h 64"/>
                  <a:gd name="T74" fmla="*/ 28 w 30"/>
                  <a:gd name="T75" fmla="*/ 30 h 64"/>
                  <a:gd name="T76" fmla="*/ 24 w 30"/>
                  <a:gd name="T77" fmla="*/ 26 h 64"/>
                  <a:gd name="T78" fmla="*/ 24 w 30"/>
                  <a:gd name="T79" fmla="*/ 26 h 64"/>
                  <a:gd name="T80" fmla="*/ 22 w 30"/>
                  <a:gd name="T81" fmla="*/ 20 h 64"/>
                  <a:gd name="T82" fmla="*/ 22 w 30"/>
                  <a:gd name="T83" fmla="*/ 20 h 64"/>
                  <a:gd name="T84" fmla="*/ 20 w 30"/>
                  <a:gd name="T85" fmla="*/ 20 h 64"/>
                  <a:gd name="T86" fmla="*/ 16 w 30"/>
                  <a:gd name="T87" fmla="*/ 16 h 64"/>
                  <a:gd name="T88" fmla="*/ 16 w 30"/>
                  <a:gd name="T89" fmla="*/ 16 h 64"/>
                  <a:gd name="T90" fmla="*/ 16 w 30"/>
                  <a:gd name="T91" fmla="*/ 14 h 64"/>
                  <a:gd name="T92" fmla="*/ 16 w 30"/>
                  <a:gd name="T93" fmla="*/ 14 h 64"/>
                  <a:gd name="T94" fmla="*/ 12 w 30"/>
                  <a:gd name="T95" fmla="*/ 12 h 64"/>
                  <a:gd name="T96" fmla="*/ 12 w 30"/>
                  <a:gd name="T97" fmla="*/ 12 h 64"/>
                  <a:gd name="T98" fmla="*/ 10 w 30"/>
                  <a:gd name="T99" fmla="*/ 6 h 64"/>
                  <a:gd name="T100" fmla="*/ 8 w 30"/>
                  <a:gd name="T101" fmla="*/ 0 h 64"/>
                  <a:gd name="T102" fmla="*/ 8 w 30"/>
                  <a:gd name="T103" fmla="*/ 0 h 64"/>
                  <a:gd name="T104" fmla="*/ 4 w 30"/>
                  <a:gd name="T105" fmla="*/ 0 h 64"/>
                  <a:gd name="T106" fmla="*/ 4 w 30"/>
                  <a:gd name="T10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 h="64">
                    <a:moveTo>
                      <a:pt x="4" y="0"/>
                    </a:moveTo>
                    <a:lnTo>
                      <a:pt x="4" y="0"/>
                    </a:lnTo>
                    <a:lnTo>
                      <a:pt x="4" y="2"/>
                    </a:lnTo>
                    <a:lnTo>
                      <a:pt x="4" y="2"/>
                    </a:lnTo>
                    <a:lnTo>
                      <a:pt x="4" y="6"/>
                    </a:lnTo>
                    <a:lnTo>
                      <a:pt x="6" y="8"/>
                    </a:lnTo>
                    <a:lnTo>
                      <a:pt x="6" y="10"/>
                    </a:lnTo>
                    <a:lnTo>
                      <a:pt x="6" y="10"/>
                    </a:lnTo>
                    <a:lnTo>
                      <a:pt x="4" y="12"/>
                    </a:lnTo>
                    <a:lnTo>
                      <a:pt x="4" y="12"/>
                    </a:lnTo>
                    <a:lnTo>
                      <a:pt x="4" y="18"/>
                    </a:lnTo>
                    <a:lnTo>
                      <a:pt x="4" y="18"/>
                    </a:lnTo>
                    <a:lnTo>
                      <a:pt x="0" y="28"/>
                    </a:lnTo>
                    <a:lnTo>
                      <a:pt x="0" y="28"/>
                    </a:lnTo>
                    <a:lnTo>
                      <a:pt x="0" y="28"/>
                    </a:lnTo>
                    <a:lnTo>
                      <a:pt x="0" y="28"/>
                    </a:lnTo>
                    <a:lnTo>
                      <a:pt x="0" y="36"/>
                    </a:lnTo>
                    <a:lnTo>
                      <a:pt x="2" y="44"/>
                    </a:lnTo>
                    <a:lnTo>
                      <a:pt x="2" y="44"/>
                    </a:lnTo>
                    <a:lnTo>
                      <a:pt x="2" y="50"/>
                    </a:lnTo>
                    <a:lnTo>
                      <a:pt x="4" y="56"/>
                    </a:lnTo>
                    <a:lnTo>
                      <a:pt x="6" y="58"/>
                    </a:lnTo>
                    <a:lnTo>
                      <a:pt x="6" y="58"/>
                    </a:lnTo>
                    <a:lnTo>
                      <a:pt x="8" y="62"/>
                    </a:lnTo>
                    <a:lnTo>
                      <a:pt x="8" y="62"/>
                    </a:lnTo>
                    <a:lnTo>
                      <a:pt x="14" y="64"/>
                    </a:lnTo>
                    <a:lnTo>
                      <a:pt x="14" y="64"/>
                    </a:lnTo>
                    <a:lnTo>
                      <a:pt x="20" y="60"/>
                    </a:lnTo>
                    <a:lnTo>
                      <a:pt x="26" y="56"/>
                    </a:lnTo>
                    <a:lnTo>
                      <a:pt x="26" y="56"/>
                    </a:lnTo>
                    <a:lnTo>
                      <a:pt x="28" y="52"/>
                    </a:lnTo>
                    <a:lnTo>
                      <a:pt x="30" y="48"/>
                    </a:lnTo>
                    <a:lnTo>
                      <a:pt x="30" y="38"/>
                    </a:lnTo>
                    <a:lnTo>
                      <a:pt x="30" y="38"/>
                    </a:lnTo>
                    <a:lnTo>
                      <a:pt x="28" y="38"/>
                    </a:lnTo>
                    <a:lnTo>
                      <a:pt x="28" y="38"/>
                    </a:lnTo>
                    <a:lnTo>
                      <a:pt x="28" y="30"/>
                    </a:lnTo>
                    <a:lnTo>
                      <a:pt x="28" y="30"/>
                    </a:lnTo>
                    <a:lnTo>
                      <a:pt x="24" y="26"/>
                    </a:lnTo>
                    <a:lnTo>
                      <a:pt x="24" y="26"/>
                    </a:lnTo>
                    <a:lnTo>
                      <a:pt x="22" y="20"/>
                    </a:lnTo>
                    <a:lnTo>
                      <a:pt x="22" y="20"/>
                    </a:lnTo>
                    <a:lnTo>
                      <a:pt x="20" y="20"/>
                    </a:lnTo>
                    <a:lnTo>
                      <a:pt x="16" y="16"/>
                    </a:lnTo>
                    <a:lnTo>
                      <a:pt x="16" y="16"/>
                    </a:lnTo>
                    <a:lnTo>
                      <a:pt x="16" y="14"/>
                    </a:lnTo>
                    <a:lnTo>
                      <a:pt x="16" y="14"/>
                    </a:lnTo>
                    <a:lnTo>
                      <a:pt x="12" y="12"/>
                    </a:lnTo>
                    <a:lnTo>
                      <a:pt x="12" y="12"/>
                    </a:lnTo>
                    <a:lnTo>
                      <a:pt x="10" y="6"/>
                    </a:lnTo>
                    <a:lnTo>
                      <a:pt x="8" y="0"/>
                    </a:lnTo>
                    <a:lnTo>
                      <a:pt x="8" y="0"/>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6" name="Freeform 42">
                <a:extLst>
                  <a:ext uri="{FF2B5EF4-FFF2-40B4-BE49-F238E27FC236}">
                    <a16:creationId xmlns:a16="http://schemas.microsoft.com/office/drawing/2014/main" id="{45D2D24D-650A-C54A-9C51-53E2FA37F0B5}"/>
                  </a:ext>
                </a:extLst>
              </p:cNvPr>
              <p:cNvSpPr>
                <a:spLocks/>
              </p:cNvSpPr>
              <p:nvPr/>
            </p:nvSpPr>
            <p:spPr bwMode="auto">
              <a:xfrm>
                <a:off x="9202680" y="3070091"/>
                <a:ext cx="78277" cy="148174"/>
              </a:xfrm>
              <a:custGeom>
                <a:avLst/>
                <a:gdLst>
                  <a:gd name="T0" fmla="*/ 6 w 40"/>
                  <a:gd name="T1" fmla="*/ 10 h 74"/>
                  <a:gd name="T2" fmla="*/ 10 w 40"/>
                  <a:gd name="T3" fmla="*/ 20 h 74"/>
                  <a:gd name="T4" fmla="*/ 10 w 40"/>
                  <a:gd name="T5" fmla="*/ 22 h 74"/>
                  <a:gd name="T6" fmla="*/ 10 w 40"/>
                  <a:gd name="T7" fmla="*/ 24 h 74"/>
                  <a:gd name="T8" fmla="*/ 4 w 40"/>
                  <a:gd name="T9" fmla="*/ 24 h 74"/>
                  <a:gd name="T10" fmla="*/ 4 w 40"/>
                  <a:gd name="T11" fmla="*/ 28 h 74"/>
                  <a:gd name="T12" fmla="*/ 10 w 40"/>
                  <a:gd name="T13" fmla="*/ 32 h 74"/>
                  <a:gd name="T14" fmla="*/ 6 w 40"/>
                  <a:gd name="T15" fmla="*/ 36 h 74"/>
                  <a:gd name="T16" fmla="*/ 6 w 40"/>
                  <a:gd name="T17" fmla="*/ 38 h 74"/>
                  <a:gd name="T18" fmla="*/ 10 w 40"/>
                  <a:gd name="T19" fmla="*/ 44 h 74"/>
                  <a:gd name="T20" fmla="*/ 4 w 40"/>
                  <a:gd name="T21" fmla="*/ 52 h 74"/>
                  <a:gd name="T22" fmla="*/ 4 w 40"/>
                  <a:gd name="T23" fmla="*/ 56 h 74"/>
                  <a:gd name="T24" fmla="*/ 4 w 40"/>
                  <a:gd name="T25" fmla="*/ 60 h 74"/>
                  <a:gd name="T26" fmla="*/ 2 w 40"/>
                  <a:gd name="T27" fmla="*/ 64 h 74"/>
                  <a:gd name="T28" fmla="*/ 2 w 40"/>
                  <a:gd name="T29" fmla="*/ 70 h 74"/>
                  <a:gd name="T30" fmla="*/ 2 w 40"/>
                  <a:gd name="T31" fmla="*/ 70 h 74"/>
                  <a:gd name="T32" fmla="*/ 0 w 40"/>
                  <a:gd name="T33" fmla="*/ 72 h 74"/>
                  <a:gd name="T34" fmla="*/ 6 w 40"/>
                  <a:gd name="T35" fmla="*/ 74 h 74"/>
                  <a:gd name="T36" fmla="*/ 6 w 40"/>
                  <a:gd name="T37" fmla="*/ 74 h 74"/>
                  <a:gd name="T38" fmla="*/ 14 w 40"/>
                  <a:gd name="T39" fmla="*/ 70 h 74"/>
                  <a:gd name="T40" fmla="*/ 14 w 40"/>
                  <a:gd name="T41" fmla="*/ 66 h 74"/>
                  <a:gd name="T42" fmla="*/ 30 w 40"/>
                  <a:gd name="T43" fmla="*/ 64 h 74"/>
                  <a:gd name="T44" fmla="*/ 30 w 40"/>
                  <a:gd name="T45" fmla="*/ 60 h 74"/>
                  <a:gd name="T46" fmla="*/ 30 w 40"/>
                  <a:gd name="T47" fmla="*/ 58 h 74"/>
                  <a:gd name="T48" fmla="*/ 38 w 40"/>
                  <a:gd name="T49" fmla="*/ 56 h 74"/>
                  <a:gd name="T50" fmla="*/ 40 w 40"/>
                  <a:gd name="T51" fmla="*/ 52 h 74"/>
                  <a:gd name="T52" fmla="*/ 40 w 40"/>
                  <a:gd name="T53" fmla="*/ 24 h 74"/>
                  <a:gd name="T54" fmla="*/ 38 w 40"/>
                  <a:gd name="T55" fmla="*/ 20 h 74"/>
                  <a:gd name="T56" fmla="*/ 34 w 40"/>
                  <a:gd name="T57" fmla="*/ 16 h 74"/>
                  <a:gd name="T58" fmla="*/ 34 w 40"/>
                  <a:gd name="T59" fmla="*/ 12 h 74"/>
                  <a:gd name="T60" fmla="*/ 30 w 40"/>
                  <a:gd name="T61" fmla="*/ 10 h 74"/>
                  <a:gd name="T62" fmla="*/ 30 w 40"/>
                  <a:gd name="T63" fmla="*/ 6 h 74"/>
                  <a:gd name="T64" fmla="*/ 30 w 40"/>
                  <a:gd name="T65" fmla="*/ 4 h 74"/>
                  <a:gd name="T66" fmla="*/ 30 w 40"/>
                  <a:gd name="T67" fmla="*/ 2 h 74"/>
                  <a:gd name="T68" fmla="*/ 22 w 40"/>
                  <a:gd name="T69" fmla="*/ 4 h 74"/>
                  <a:gd name="T70" fmla="*/ 12 w 40"/>
                  <a:gd name="T71" fmla="*/ 2 h 74"/>
                  <a:gd name="T72" fmla="*/ 6 w 40"/>
                  <a:gd name="T73" fmla="*/ 1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74">
                    <a:moveTo>
                      <a:pt x="6" y="10"/>
                    </a:moveTo>
                    <a:lnTo>
                      <a:pt x="6" y="10"/>
                    </a:lnTo>
                    <a:lnTo>
                      <a:pt x="8" y="20"/>
                    </a:lnTo>
                    <a:lnTo>
                      <a:pt x="10" y="20"/>
                    </a:lnTo>
                    <a:lnTo>
                      <a:pt x="10" y="20"/>
                    </a:lnTo>
                    <a:lnTo>
                      <a:pt x="10" y="22"/>
                    </a:lnTo>
                    <a:lnTo>
                      <a:pt x="10" y="24"/>
                    </a:lnTo>
                    <a:lnTo>
                      <a:pt x="10" y="24"/>
                    </a:lnTo>
                    <a:lnTo>
                      <a:pt x="4" y="24"/>
                    </a:lnTo>
                    <a:lnTo>
                      <a:pt x="4" y="24"/>
                    </a:lnTo>
                    <a:lnTo>
                      <a:pt x="4" y="28"/>
                    </a:lnTo>
                    <a:lnTo>
                      <a:pt x="4" y="28"/>
                    </a:lnTo>
                    <a:lnTo>
                      <a:pt x="10" y="32"/>
                    </a:lnTo>
                    <a:lnTo>
                      <a:pt x="10" y="32"/>
                    </a:lnTo>
                    <a:lnTo>
                      <a:pt x="6" y="34"/>
                    </a:lnTo>
                    <a:lnTo>
                      <a:pt x="6" y="36"/>
                    </a:lnTo>
                    <a:lnTo>
                      <a:pt x="6" y="38"/>
                    </a:lnTo>
                    <a:lnTo>
                      <a:pt x="6" y="38"/>
                    </a:lnTo>
                    <a:lnTo>
                      <a:pt x="10" y="44"/>
                    </a:lnTo>
                    <a:lnTo>
                      <a:pt x="10" y="44"/>
                    </a:lnTo>
                    <a:lnTo>
                      <a:pt x="8" y="48"/>
                    </a:lnTo>
                    <a:lnTo>
                      <a:pt x="4" y="52"/>
                    </a:lnTo>
                    <a:lnTo>
                      <a:pt x="4" y="52"/>
                    </a:lnTo>
                    <a:lnTo>
                      <a:pt x="4" y="56"/>
                    </a:lnTo>
                    <a:lnTo>
                      <a:pt x="4" y="60"/>
                    </a:lnTo>
                    <a:lnTo>
                      <a:pt x="4" y="60"/>
                    </a:lnTo>
                    <a:lnTo>
                      <a:pt x="2" y="64"/>
                    </a:lnTo>
                    <a:lnTo>
                      <a:pt x="2" y="64"/>
                    </a:lnTo>
                    <a:lnTo>
                      <a:pt x="2" y="68"/>
                    </a:lnTo>
                    <a:lnTo>
                      <a:pt x="2" y="70"/>
                    </a:lnTo>
                    <a:lnTo>
                      <a:pt x="2" y="70"/>
                    </a:lnTo>
                    <a:lnTo>
                      <a:pt x="2" y="70"/>
                    </a:lnTo>
                    <a:lnTo>
                      <a:pt x="0" y="72"/>
                    </a:lnTo>
                    <a:lnTo>
                      <a:pt x="0" y="72"/>
                    </a:lnTo>
                    <a:lnTo>
                      <a:pt x="4" y="74"/>
                    </a:lnTo>
                    <a:lnTo>
                      <a:pt x="6" y="74"/>
                    </a:lnTo>
                    <a:lnTo>
                      <a:pt x="6" y="74"/>
                    </a:lnTo>
                    <a:lnTo>
                      <a:pt x="6" y="74"/>
                    </a:lnTo>
                    <a:lnTo>
                      <a:pt x="14" y="70"/>
                    </a:lnTo>
                    <a:lnTo>
                      <a:pt x="14" y="70"/>
                    </a:lnTo>
                    <a:lnTo>
                      <a:pt x="14" y="66"/>
                    </a:lnTo>
                    <a:lnTo>
                      <a:pt x="14" y="66"/>
                    </a:lnTo>
                    <a:lnTo>
                      <a:pt x="22" y="64"/>
                    </a:lnTo>
                    <a:lnTo>
                      <a:pt x="30" y="64"/>
                    </a:lnTo>
                    <a:lnTo>
                      <a:pt x="30" y="64"/>
                    </a:lnTo>
                    <a:lnTo>
                      <a:pt x="30" y="60"/>
                    </a:lnTo>
                    <a:lnTo>
                      <a:pt x="30" y="58"/>
                    </a:lnTo>
                    <a:lnTo>
                      <a:pt x="30" y="58"/>
                    </a:lnTo>
                    <a:lnTo>
                      <a:pt x="36" y="58"/>
                    </a:lnTo>
                    <a:lnTo>
                      <a:pt x="38" y="56"/>
                    </a:lnTo>
                    <a:lnTo>
                      <a:pt x="38" y="56"/>
                    </a:lnTo>
                    <a:lnTo>
                      <a:pt x="40" y="52"/>
                    </a:lnTo>
                    <a:lnTo>
                      <a:pt x="40" y="40"/>
                    </a:lnTo>
                    <a:lnTo>
                      <a:pt x="40" y="24"/>
                    </a:lnTo>
                    <a:lnTo>
                      <a:pt x="40" y="24"/>
                    </a:lnTo>
                    <a:lnTo>
                      <a:pt x="38" y="20"/>
                    </a:lnTo>
                    <a:lnTo>
                      <a:pt x="34" y="16"/>
                    </a:lnTo>
                    <a:lnTo>
                      <a:pt x="34" y="16"/>
                    </a:lnTo>
                    <a:lnTo>
                      <a:pt x="34" y="12"/>
                    </a:lnTo>
                    <a:lnTo>
                      <a:pt x="34" y="12"/>
                    </a:lnTo>
                    <a:lnTo>
                      <a:pt x="32" y="10"/>
                    </a:lnTo>
                    <a:lnTo>
                      <a:pt x="30" y="10"/>
                    </a:lnTo>
                    <a:lnTo>
                      <a:pt x="30" y="10"/>
                    </a:lnTo>
                    <a:lnTo>
                      <a:pt x="30" y="6"/>
                    </a:lnTo>
                    <a:lnTo>
                      <a:pt x="30" y="4"/>
                    </a:lnTo>
                    <a:lnTo>
                      <a:pt x="30" y="4"/>
                    </a:lnTo>
                    <a:lnTo>
                      <a:pt x="30" y="2"/>
                    </a:lnTo>
                    <a:lnTo>
                      <a:pt x="30" y="2"/>
                    </a:lnTo>
                    <a:lnTo>
                      <a:pt x="22" y="4"/>
                    </a:lnTo>
                    <a:lnTo>
                      <a:pt x="22" y="4"/>
                    </a:lnTo>
                    <a:lnTo>
                      <a:pt x="16" y="0"/>
                    </a:lnTo>
                    <a:lnTo>
                      <a:pt x="12" y="2"/>
                    </a:lnTo>
                    <a:lnTo>
                      <a:pt x="4" y="10"/>
                    </a:lnTo>
                    <a:lnTo>
                      <a:pt x="6" y="1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7" name="Freeform 46">
                <a:extLst>
                  <a:ext uri="{FF2B5EF4-FFF2-40B4-BE49-F238E27FC236}">
                    <a16:creationId xmlns:a16="http://schemas.microsoft.com/office/drawing/2014/main" id="{20FA36DB-A6DF-E743-910C-922C3813925C}"/>
                  </a:ext>
                </a:extLst>
              </p:cNvPr>
              <p:cNvSpPr>
                <a:spLocks noEditPoints="1"/>
              </p:cNvSpPr>
              <p:nvPr/>
            </p:nvSpPr>
            <p:spPr bwMode="auto">
              <a:xfrm>
                <a:off x="9977614" y="4623917"/>
                <a:ext cx="152639" cy="140165"/>
              </a:xfrm>
              <a:custGeom>
                <a:avLst/>
                <a:gdLst>
                  <a:gd name="T0" fmla="*/ 66 w 78"/>
                  <a:gd name="T1" fmla="*/ 60 h 70"/>
                  <a:gd name="T2" fmla="*/ 66 w 78"/>
                  <a:gd name="T3" fmla="*/ 64 h 70"/>
                  <a:gd name="T4" fmla="*/ 70 w 78"/>
                  <a:gd name="T5" fmla="*/ 66 h 70"/>
                  <a:gd name="T6" fmla="*/ 78 w 78"/>
                  <a:gd name="T7" fmla="*/ 70 h 70"/>
                  <a:gd name="T8" fmla="*/ 78 w 78"/>
                  <a:gd name="T9" fmla="*/ 68 h 70"/>
                  <a:gd name="T10" fmla="*/ 76 w 78"/>
                  <a:gd name="T11" fmla="*/ 68 h 70"/>
                  <a:gd name="T12" fmla="*/ 66 w 78"/>
                  <a:gd name="T13" fmla="*/ 60 h 70"/>
                  <a:gd name="T14" fmla="*/ 42 w 78"/>
                  <a:gd name="T15" fmla="*/ 44 h 70"/>
                  <a:gd name="T16" fmla="*/ 42 w 78"/>
                  <a:gd name="T17" fmla="*/ 46 h 70"/>
                  <a:gd name="T18" fmla="*/ 42 w 78"/>
                  <a:gd name="T19" fmla="*/ 50 h 70"/>
                  <a:gd name="T20" fmla="*/ 50 w 78"/>
                  <a:gd name="T21" fmla="*/ 52 h 70"/>
                  <a:gd name="T22" fmla="*/ 58 w 78"/>
                  <a:gd name="T23" fmla="*/ 52 h 70"/>
                  <a:gd name="T24" fmla="*/ 56 w 78"/>
                  <a:gd name="T25" fmla="*/ 48 h 70"/>
                  <a:gd name="T26" fmla="*/ 42 w 78"/>
                  <a:gd name="T27" fmla="*/ 44 h 70"/>
                  <a:gd name="T28" fmla="*/ 54 w 78"/>
                  <a:gd name="T29" fmla="*/ 30 h 70"/>
                  <a:gd name="T30" fmla="*/ 58 w 78"/>
                  <a:gd name="T31" fmla="*/ 40 h 70"/>
                  <a:gd name="T32" fmla="*/ 62 w 78"/>
                  <a:gd name="T33" fmla="*/ 44 h 70"/>
                  <a:gd name="T34" fmla="*/ 62 w 78"/>
                  <a:gd name="T35" fmla="*/ 46 h 70"/>
                  <a:gd name="T36" fmla="*/ 66 w 78"/>
                  <a:gd name="T37" fmla="*/ 46 h 70"/>
                  <a:gd name="T38" fmla="*/ 56 w 78"/>
                  <a:gd name="T39" fmla="*/ 30 h 70"/>
                  <a:gd name="T40" fmla="*/ 12 w 78"/>
                  <a:gd name="T41" fmla="*/ 20 h 70"/>
                  <a:gd name="T42" fmla="*/ 10 w 78"/>
                  <a:gd name="T43" fmla="*/ 26 h 70"/>
                  <a:gd name="T44" fmla="*/ 14 w 78"/>
                  <a:gd name="T45" fmla="*/ 30 h 70"/>
                  <a:gd name="T46" fmla="*/ 16 w 78"/>
                  <a:gd name="T47" fmla="*/ 30 h 70"/>
                  <a:gd name="T48" fmla="*/ 18 w 78"/>
                  <a:gd name="T49" fmla="*/ 30 h 70"/>
                  <a:gd name="T50" fmla="*/ 16 w 78"/>
                  <a:gd name="T51" fmla="*/ 22 h 70"/>
                  <a:gd name="T52" fmla="*/ 12 w 78"/>
                  <a:gd name="T53" fmla="*/ 20 h 70"/>
                  <a:gd name="T54" fmla="*/ 28 w 78"/>
                  <a:gd name="T55" fmla="*/ 12 h 70"/>
                  <a:gd name="T56" fmla="*/ 26 w 78"/>
                  <a:gd name="T57" fmla="*/ 16 h 70"/>
                  <a:gd name="T58" fmla="*/ 42 w 78"/>
                  <a:gd name="T59" fmla="*/ 28 h 70"/>
                  <a:gd name="T60" fmla="*/ 42 w 78"/>
                  <a:gd name="T61" fmla="*/ 26 h 70"/>
                  <a:gd name="T62" fmla="*/ 38 w 78"/>
                  <a:gd name="T63" fmla="*/ 22 h 70"/>
                  <a:gd name="T64" fmla="*/ 36 w 78"/>
                  <a:gd name="T65" fmla="*/ 16 h 70"/>
                  <a:gd name="T66" fmla="*/ 28 w 78"/>
                  <a:gd name="T67" fmla="*/ 12 h 70"/>
                  <a:gd name="T68" fmla="*/ 0 w 78"/>
                  <a:gd name="T69" fmla="*/ 0 h 70"/>
                  <a:gd name="T70" fmla="*/ 2 w 78"/>
                  <a:gd name="T71" fmla="*/ 4 h 70"/>
                  <a:gd name="T72" fmla="*/ 6 w 78"/>
                  <a:gd name="T73" fmla="*/ 10 h 70"/>
                  <a:gd name="T74" fmla="*/ 12 w 78"/>
                  <a:gd name="T75" fmla="*/ 10 h 70"/>
                  <a:gd name="T76" fmla="*/ 10 w 78"/>
                  <a:gd name="T77" fmla="*/ 8 h 70"/>
                  <a:gd name="T78" fmla="*/ 0 w 78"/>
                  <a:gd name="T7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 h="70">
                    <a:moveTo>
                      <a:pt x="66" y="60"/>
                    </a:moveTo>
                    <a:lnTo>
                      <a:pt x="66" y="60"/>
                    </a:lnTo>
                    <a:lnTo>
                      <a:pt x="66" y="62"/>
                    </a:lnTo>
                    <a:lnTo>
                      <a:pt x="66" y="64"/>
                    </a:lnTo>
                    <a:lnTo>
                      <a:pt x="66" y="64"/>
                    </a:lnTo>
                    <a:lnTo>
                      <a:pt x="70" y="66"/>
                    </a:lnTo>
                    <a:lnTo>
                      <a:pt x="74" y="68"/>
                    </a:lnTo>
                    <a:lnTo>
                      <a:pt x="78" y="70"/>
                    </a:lnTo>
                    <a:lnTo>
                      <a:pt x="78" y="68"/>
                    </a:lnTo>
                    <a:lnTo>
                      <a:pt x="78" y="68"/>
                    </a:lnTo>
                    <a:lnTo>
                      <a:pt x="76" y="68"/>
                    </a:lnTo>
                    <a:lnTo>
                      <a:pt x="76" y="68"/>
                    </a:lnTo>
                    <a:lnTo>
                      <a:pt x="72" y="64"/>
                    </a:lnTo>
                    <a:lnTo>
                      <a:pt x="66" y="60"/>
                    </a:lnTo>
                    <a:lnTo>
                      <a:pt x="66" y="60"/>
                    </a:lnTo>
                    <a:close/>
                    <a:moveTo>
                      <a:pt x="42" y="44"/>
                    </a:moveTo>
                    <a:lnTo>
                      <a:pt x="42" y="44"/>
                    </a:lnTo>
                    <a:lnTo>
                      <a:pt x="42" y="46"/>
                    </a:lnTo>
                    <a:lnTo>
                      <a:pt x="42" y="50"/>
                    </a:lnTo>
                    <a:lnTo>
                      <a:pt x="42" y="50"/>
                    </a:lnTo>
                    <a:lnTo>
                      <a:pt x="46" y="52"/>
                    </a:lnTo>
                    <a:lnTo>
                      <a:pt x="50" y="52"/>
                    </a:lnTo>
                    <a:lnTo>
                      <a:pt x="58" y="52"/>
                    </a:lnTo>
                    <a:lnTo>
                      <a:pt x="58" y="52"/>
                    </a:lnTo>
                    <a:lnTo>
                      <a:pt x="56" y="48"/>
                    </a:lnTo>
                    <a:lnTo>
                      <a:pt x="56" y="48"/>
                    </a:lnTo>
                    <a:lnTo>
                      <a:pt x="42" y="44"/>
                    </a:lnTo>
                    <a:lnTo>
                      <a:pt x="42" y="44"/>
                    </a:lnTo>
                    <a:close/>
                    <a:moveTo>
                      <a:pt x="54" y="30"/>
                    </a:moveTo>
                    <a:lnTo>
                      <a:pt x="54" y="30"/>
                    </a:lnTo>
                    <a:lnTo>
                      <a:pt x="56" y="36"/>
                    </a:lnTo>
                    <a:lnTo>
                      <a:pt x="58" y="40"/>
                    </a:lnTo>
                    <a:lnTo>
                      <a:pt x="58" y="40"/>
                    </a:lnTo>
                    <a:lnTo>
                      <a:pt x="62" y="44"/>
                    </a:lnTo>
                    <a:lnTo>
                      <a:pt x="62" y="46"/>
                    </a:lnTo>
                    <a:lnTo>
                      <a:pt x="62" y="46"/>
                    </a:lnTo>
                    <a:lnTo>
                      <a:pt x="66" y="46"/>
                    </a:lnTo>
                    <a:lnTo>
                      <a:pt x="66" y="46"/>
                    </a:lnTo>
                    <a:lnTo>
                      <a:pt x="62" y="38"/>
                    </a:lnTo>
                    <a:lnTo>
                      <a:pt x="56" y="30"/>
                    </a:lnTo>
                    <a:lnTo>
                      <a:pt x="54" y="30"/>
                    </a:lnTo>
                    <a:close/>
                    <a:moveTo>
                      <a:pt x="12" y="20"/>
                    </a:moveTo>
                    <a:lnTo>
                      <a:pt x="12" y="20"/>
                    </a:lnTo>
                    <a:lnTo>
                      <a:pt x="10" y="26"/>
                    </a:lnTo>
                    <a:lnTo>
                      <a:pt x="14" y="30"/>
                    </a:lnTo>
                    <a:lnTo>
                      <a:pt x="14" y="30"/>
                    </a:lnTo>
                    <a:lnTo>
                      <a:pt x="14" y="30"/>
                    </a:lnTo>
                    <a:lnTo>
                      <a:pt x="16" y="30"/>
                    </a:lnTo>
                    <a:lnTo>
                      <a:pt x="18" y="30"/>
                    </a:lnTo>
                    <a:lnTo>
                      <a:pt x="18" y="30"/>
                    </a:lnTo>
                    <a:lnTo>
                      <a:pt x="18" y="26"/>
                    </a:lnTo>
                    <a:lnTo>
                      <a:pt x="16" y="22"/>
                    </a:lnTo>
                    <a:lnTo>
                      <a:pt x="16" y="22"/>
                    </a:lnTo>
                    <a:lnTo>
                      <a:pt x="12" y="20"/>
                    </a:lnTo>
                    <a:lnTo>
                      <a:pt x="12" y="20"/>
                    </a:lnTo>
                    <a:close/>
                    <a:moveTo>
                      <a:pt x="28" y="12"/>
                    </a:moveTo>
                    <a:lnTo>
                      <a:pt x="28" y="12"/>
                    </a:lnTo>
                    <a:lnTo>
                      <a:pt x="26" y="16"/>
                    </a:lnTo>
                    <a:lnTo>
                      <a:pt x="26" y="16"/>
                    </a:lnTo>
                    <a:lnTo>
                      <a:pt x="42" y="28"/>
                    </a:lnTo>
                    <a:lnTo>
                      <a:pt x="42" y="28"/>
                    </a:lnTo>
                    <a:lnTo>
                      <a:pt x="42" y="26"/>
                    </a:lnTo>
                    <a:lnTo>
                      <a:pt x="42" y="26"/>
                    </a:lnTo>
                    <a:lnTo>
                      <a:pt x="38" y="22"/>
                    </a:lnTo>
                    <a:lnTo>
                      <a:pt x="38" y="22"/>
                    </a:lnTo>
                    <a:lnTo>
                      <a:pt x="36" y="16"/>
                    </a:lnTo>
                    <a:lnTo>
                      <a:pt x="36" y="16"/>
                    </a:lnTo>
                    <a:lnTo>
                      <a:pt x="28" y="12"/>
                    </a:lnTo>
                    <a:lnTo>
                      <a:pt x="28" y="12"/>
                    </a:lnTo>
                    <a:close/>
                    <a:moveTo>
                      <a:pt x="0" y="0"/>
                    </a:moveTo>
                    <a:lnTo>
                      <a:pt x="0" y="0"/>
                    </a:lnTo>
                    <a:lnTo>
                      <a:pt x="2" y="4"/>
                    </a:lnTo>
                    <a:lnTo>
                      <a:pt x="4" y="8"/>
                    </a:lnTo>
                    <a:lnTo>
                      <a:pt x="6" y="10"/>
                    </a:lnTo>
                    <a:lnTo>
                      <a:pt x="12" y="10"/>
                    </a:lnTo>
                    <a:lnTo>
                      <a:pt x="12" y="10"/>
                    </a:lnTo>
                    <a:lnTo>
                      <a:pt x="10" y="8"/>
                    </a:lnTo>
                    <a:lnTo>
                      <a:pt x="10" y="8"/>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8" name="Freeform 89">
                <a:extLst>
                  <a:ext uri="{FF2B5EF4-FFF2-40B4-BE49-F238E27FC236}">
                    <a16:creationId xmlns:a16="http://schemas.microsoft.com/office/drawing/2014/main" id="{1891D105-3CFC-F94F-886A-39C93736CE07}"/>
                  </a:ext>
                </a:extLst>
              </p:cNvPr>
              <p:cNvSpPr>
                <a:spLocks/>
              </p:cNvSpPr>
              <p:nvPr/>
            </p:nvSpPr>
            <p:spPr bwMode="auto">
              <a:xfrm>
                <a:off x="8701713" y="2489409"/>
                <a:ext cx="3914" cy="4005"/>
              </a:xfrm>
              <a:custGeom>
                <a:avLst/>
                <a:gdLst>
                  <a:gd name="T0" fmla="*/ 0 w 2"/>
                  <a:gd name="T1" fmla="*/ 0 h 2"/>
                  <a:gd name="T2" fmla="*/ 0 w 2"/>
                  <a:gd name="T3" fmla="*/ 0 h 2"/>
                  <a:gd name="T4" fmla="*/ 0 w 2"/>
                  <a:gd name="T5" fmla="*/ 2 h 2"/>
                  <a:gd name="T6" fmla="*/ 2 w 2"/>
                  <a:gd name="T7" fmla="*/ 2 h 2"/>
                  <a:gd name="T8" fmla="*/ 2 w 2"/>
                  <a:gd name="T9" fmla="*/ 2 h 2"/>
                  <a:gd name="T10" fmla="*/ 2 w 2"/>
                  <a:gd name="T11" fmla="*/ 0 h 2"/>
                  <a:gd name="T12" fmla="*/ 2 w 2"/>
                  <a:gd name="T13" fmla="*/ 0 h 2"/>
                  <a:gd name="T14" fmla="*/ 0 w 2"/>
                  <a:gd name="T15" fmla="*/ 0 h 2"/>
                  <a:gd name="T16" fmla="*/ 0 w 2"/>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2">
                    <a:moveTo>
                      <a:pt x="0" y="0"/>
                    </a:moveTo>
                    <a:lnTo>
                      <a:pt x="0" y="0"/>
                    </a:lnTo>
                    <a:lnTo>
                      <a:pt x="0" y="2"/>
                    </a:lnTo>
                    <a:lnTo>
                      <a:pt x="2" y="2"/>
                    </a:lnTo>
                    <a:lnTo>
                      <a:pt x="2" y="2"/>
                    </a:lnTo>
                    <a:lnTo>
                      <a:pt x="2" y="0"/>
                    </a:lnTo>
                    <a:lnTo>
                      <a:pt x="2" y="0"/>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59" name="Freeform 110">
                <a:extLst>
                  <a:ext uri="{FF2B5EF4-FFF2-40B4-BE49-F238E27FC236}">
                    <a16:creationId xmlns:a16="http://schemas.microsoft.com/office/drawing/2014/main" id="{DE2BAF43-C21F-1441-BEB0-F4701AA10489}"/>
                  </a:ext>
                </a:extLst>
              </p:cNvPr>
              <p:cNvSpPr>
                <a:spLocks noEditPoints="1"/>
              </p:cNvSpPr>
              <p:nvPr/>
            </p:nvSpPr>
            <p:spPr bwMode="auto">
              <a:xfrm>
                <a:off x="8952196" y="3758901"/>
                <a:ext cx="246569" cy="444522"/>
              </a:xfrm>
              <a:custGeom>
                <a:avLst/>
                <a:gdLst>
                  <a:gd name="T0" fmla="*/ 112 w 126"/>
                  <a:gd name="T1" fmla="*/ 168 h 222"/>
                  <a:gd name="T2" fmla="*/ 96 w 126"/>
                  <a:gd name="T3" fmla="*/ 172 h 222"/>
                  <a:gd name="T4" fmla="*/ 86 w 126"/>
                  <a:gd name="T5" fmla="*/ 174 h 222"/>
                  <a:gd name="T6" fmla="*/ 76 w 126"/>
                  <a:gd name="T7" fmla="*/ 174 h 222"/>
                  <a:gd name="T8" fmla="*/ 66 w 126"/>
                  <a:gd name="T9" fmla="*/ 190 h 222"/>
                  <a:gd name="T10" fmla="*/ 70 w 126"/>
                  <a:gd name="T11" fmla="*/ 192 h 222"/>
                  <a:gd name="T12" fmla="*/ 86 w 126"/>
                  <a:gd name="T13" fmla="*/ 192 h 222"/>
                  <a:gd name="T14" fmla="*/ 92 w 126"/>
                  <a:gd name="T15" fmla="*/ 196 h 222"/>
                  <a:gd name="T16" fmla="*/ 100 w 126"/>
                  <a:gd name="T17" fmla="*/ 216 h 222"/>
                  <a:gd name="T18" fmla="*/ 114 w 126"/>
                  <a:gd name="T19" fmla="*/ 216 h 222"/>
                  <a:gd name="T20" fmla="*/ 118 w 126"/>
                  <a:gd name="T21" fmla="*/ 208 h 222"/>
                  <a:gd name="T22" fmla="*/ 126 w 126"/>
                  <a:gd name="T23" fmla="*/ 186 h 222"/>
                  <a:gd name="T24" fmla="*/ 96 w 126"/>
                  <a:gd name="T25" fmla="*/ 144 h 222"/>
                  <a:gd name="T26" fmla="*/ 104 w 126"/>
                  <a:gd name="T27" fmla="*/ 148 h 222"/>
                  <a:gd name="T28" fmla="*/ 78 w 126"/>
                  <a:gd name="T29" fmla="*/ 142 h 222"/>
                  <a:gd name="T30" fmla="*/ 78 w 126"/>
                  <a:gd name="T31" fmla="*/ 156 h 222"/>
                  <a:gd name="T32" fmla="*/ 86 w 126"/>
                  <a:gd name="T33" fmla="*/ 134 h 222"/>
                  <a:gd name="T34" fmla="*/ 92 w 126"/>
                  <a:gd name="T35" fmla="*/ 134 h 222"/>
                  <a:gd name="T36" fmla="*/ 88 w 126"/>
                  <a:gd name="T37" fmla="*/ 150 h 222"/>
                  <a:gd name="T38" fmla="*/ 94 w 126"/>
                  <a:gd name="T39" fmla="*/ 130 h 222"/>
                  <a:gd name="T40" fmla="*/ 24 w 126"/>
                  <a:gd name="T41" fmla="*/ 140 h 222"/>
                  <a:gd name="T42" fmla="*/ 18 w 126"/>
                  <a:gd name="T43" fmla="*/ 154 h 222"/>
                  <a:gd name="T44" fmla="*/ 8 w 126"/>
                  <a:gd name="T45" fmla="*/ 164 h 222"/>
                  <a:gd name="T46" fmla="*/ 18 w 126"/>
                  <a:gd name="T47" fmla="*/ 158 h 222"/>
                  <a:gd name="T48" fmla="*/ 30 w 126"/>
                  <a:gd name="T49" fmla="*/ 146 h 222"/>
                  <a:gd name="T50" fmla="*/ 34 w 126"/>
                  <a:gd name="T51" fmla="*/ 126 h 222"/>
                  <a:gd name="T52" fmla="*/ 106 w 126"/>
                  <a:gd name="T53" fmla="*/ 130 h 222"/>
                  <a:gd name="T54" fmla="*/ 106 w 126"/>
                  <a:gd name="T55" fmla="*/ 138 h 222"/>
                  <a:gd name="T56" fmla="*/ 114 w 126"/>
                  <a:gd name="T57" fmla="*/ 146 h 222"/>
                  <a:gd name="T58" fmla="*/ 110 w 126"/>
                  <a:gd name="T59" fmla="*/ 130 h 222"/>
                  <a:gd name="T60" fmla="*/ 66 w 126"/>
                  <a:gd name="T61" fmla="*/ 120 h 222"/>
                  <a:gd name="T62" fmla="*/ 76 w 126"/>
                  <a:gd name="T63" fmla="*/ 130 h 222"/>
                  <a:gd name="T64" fmla="*/ 82 w 126"/>
                  <a:gd name="T65" fmla="*/ 110 h 222"/>
                  <a:gd name="T66" fmla="*/ 90 w 126"/>
                  <a:gd name="T67" fmla="*/ 118 h 222"/>
                  <a:gd name="T68" fmla="*/ 98 w 126"/>
                  <a:gd name="T69" fmla="*/ 106 h 222"/>
                  <a:gd name="T70" fmla="*/ 106 w 126"/>
                  <a:gd name="T71" fmla="*/ 122 h 222"/>
                  <a:gd name="T72" fmla="*/ 112 w 126"/>
                  <a:gd name="T73" fmla="*/ 120 h 222"/>
                  <a:gd name="T74" fmla="*/ 108 w 126"/>
                  <a:gd name="T75" fmla="*/ 102 h 222"/>
                  <a:gd name="T76" fmla="*/ 42 w 126"/>
                  <a:gd name="T77" fmla="*/ 90 h 222"/>
                  <a:gd name="T78" fmla="*/ 56 w 126"/>
                  <a:gd name="T79" fmla="*/ 102 h 222"/>
                  <a:gd name="T80" fmla="*/ 50 w 126"/>
                  <a:gd name="T81" fmla="*/ 88 h 222"/>
                  <a:gd name="T82" fmla="*/ 48 w 126"/>
                  <a:gd name="T83" fmla="*/ 12 h 222"/>
                  <a:gd name="T84" fmla="*/ 44 w 126"/>
                  <a:gd name="T85" fmla="*/ 34 h 222"/>
                  <a:gd name="T86" fmla="*/ 38 w 126"/>
                  <a:gd name="T87" fmla="*/ 42 h 222"/>
                  <a:gd name="T88" fmla="*/ 36 w 126"/>
                  <a:gd name="T89" fmla="*/ 50 h 222"/>
                  <a:gd name="T90" fmla="*/ 48 w 126"/>
                  <a:gd name="T91" fmla="*/ 64 h 222"/>
                  <a:gd name="T92" fmla="*/ 58 w 126"/>
                  <a:gd name="T93" fmla="*/ 86 h 222"/>
                  <a:gd name="T94" fmla="*/ 72 w 126"/>
                  <a:gd name="T95" fmla="*/ 84 h 222"/>
                  <a:gd name="T96" fmla="*/ 78 w 126"/>
                  <a:gd name="T97" fmla="*/ 82 h 222"/>
                  <a:gd name="T98" fmla="*/ 88 w 126"/>
                  <a:gd name="T99" fmla="*/ 96 h 222"/>
                  <a:gd name="T100" fmla="*/ 88 w 126"/>
                  <a:gd name="T101" fmla="*/ 86 h 222"/>
                  <a:gd name="T102" fmla="*/ 80 w 126"/>
                  <a:gd name="T103" fmla="*/ 78 h 222"/>
                  <a:gd name="T104" fmla="*/ 76 w 126"/>
                  <a:gd name="T105" fmla="*/ 74 h 222"/>
                  <a:gd name="T106" fmla="*/ 58 w 126"/>
                  <a:gd name="T107" fmla="*/ 66 h 222"/>
                  <a:gd name="T108" fmla="*/ 64 w 126"/>
                  <a:gd name="T109" fmla="*/ 46 h 222"/>
                  <a:gd name="T110" fmla="*/ 74 w 126"/>
                  <a:gd name="T111" fmla="*/ 30 h 222"/>
                  <a:gd name="T112" fmla="*/ 70 w 126"/>
                  <a:gd name="T113" fmla="*/ 0 h 222"/>
                  <a:gd name="T114" fmla="*/ 54 w 126"/>
                  <a:gd name="T115"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6" h="222">
                    <a:moveTo>
                      <a:pt x="114" y="158"/>
                    </a:moveTo>
                    <a:lnTo>
                      <a:pt x="114" y="158"/>
                    </a:lnTo>
                    <a:lnTo>
                      <a:pt x="112" y="158"/>
                    </a:lnTo>
                    <a:lnTo>
                      <a:pt x="112" y="158"/>
                    </a:lnTo>
                    <a:lnTo>
                      <a:pt x="112" y="158"/>
                    </a:lnTo>
                    <a:lnTo>
                      <a:pt x="112" y="164"/>
                    </a:lnTo>
                    <a:lnTo>
                      <a:pt x="112" y="168"/>
                    </a:lnTo>
                    <a:lnTo>
                      <a:pt x="112" y="168"/>
                    </a:lnTo>
                    <a:lnTo>
                      <a:pt x="108" y="168"/>
                    </a:lnTo>
                    <a:lnTo>
                      <a:pt x="106" y="166"/>
                    </a:lnTo>
                    <a:lnTo>
                      <a:pt x="106" y="166"/>
                    </a:lnTo>
                    <a:lnTo>
                      <a:pt x="104" y="168"/>
                    </a:lnTo>
                    <a:lnTo>
                      <a:pt x="104" y="168"/>
                    </a:lnTo>
                    <a:lnTo>
                      <a:pt x="102" y="174"/>
                    </a:lnTo>
                    <a:lnTo>
                      <a:pt x="102" y="174"/>
                    </a:lnTo>
                    <a:lnTo>
                      <a:pt x="96" y="172"/>
                    </a:lnTo>
                    <a:lnTo>
                      <a:pt x="96" y="172"/>
                    </a:lnTo>
                    <a:lnTo>
                      <a:pt x="94" y="174"/>
                    </a:lnTo>
                    <a:lnTo>
                      <a:pt x="94" y="176"/>
                    </a:lnTo>
                    <a:lnTo>
                      <a:pt x="94" y="176"/>
                    </a:lnTo>
                    <a:lnTo>
                      <a:pt x="86" y="178"/>
                    </a:lnTo>
                    <a:lnTo>
                      <a:pt x="86" y="178"/>
                    </a:lnTo>
                    <a:lnTo>
                      <a:pt x="86" y="176"/>
                    </a:lnTo>
                    <a:lnTo>
                      <a:pt x="86" y="174"/>
                    </a:lnTo>
                    <a:lnTo>
                      <a:pt x="86" y="174"/>
                    </a:lnTo>
                    <a:lnTo>
                      <a:pt x="86" y="172"/>
                    </a:lnTo>
                    <a:lnTo>
                      <a:pt x="86" y="172"/>
                    </a:lnTo>
                    <a:lnTo>
                      <a:pt x="84" y="170"/>
                    </a:lnTo>
                    <a:lnTo>
                      <a:pt x="84" y="172"/>
                    </a:lnTo>
                    <a:lnTo>
                      <a:pt x="80" y="172"/>
                    </a:lnTo>
                    <a:lnTo>
                      <a:pt x="80" y="172"/>
                    </a:lnTo>
                    <a:lnTo>
                      <a:pt x="76" y="174"/>
                    </a:lnTo>
                    <a:lnTo>
                      <a:pt x="76" y="174"/>
                    </a:lnTo>
                    <a:lnTo>
                      <a:pt x="76" y="178"/>
                    </a:lnTo>
                    <a:lnTo>
                      <a:pt x="76" y="178"/>
                    </a:lnTo>
                    <a:lnTo>
                      <a:pt x="66" y="180"/>
                    </a:lnTo>
                    <a:lnTo>
                      <a:pt x="66" y="180"/>
                    </a:lnTo>
                    <a:lnTo>
                      <a:pt x="66" y="186"/>
                    </a:lnTo>
                    <a:lnTo>
                      <a:pt x="66" y="190"/>
                    </a:lnTo>
                    <a:lnTo>
                      <a:pt x="66" y="190"/>
                    </a:lnTo>
                    <a:lnTo>
                      <a:pt x="62" y="194"/>
                    </a:lnTo>
                    <a:lnTo>
                      <a:pt x="62" y="194"/>
                    </a:lnTo>
                    <a:lnTo>
                      <a:pt x="64" y="194"/>
                    </a:lnTo>
                    <a:lnTo>
                      <a:pt x="64" y="196"/>
                    </a:lnTo>
                    <a:lnTo>
                      <a:pt x="64" y="196"/>
                    </a:lnTo>
                    <a:lnTo>
                      <a:pt x="68" y="196"/>
                    </a:lnTo>
                    <a:lnTo>
                      <a:pt x="68" y="196"/>
                    </a:lnTo>
                    <a:lnTo>
                      <a:pt x="70" y="192"/>
                    </a:lnTo>
                    <a:lnTo>
                      <a:pt x="70" y="192"/>
                    </a:lnTo>
                    <a:lnTo>
                      <a:pt x="74" y="188"/>
                    </a:lnTo>
                    <a:lnTo>
                      <a:pt x="74" y="188"/>
                    </a:lnTo>
                    <a:lnTo>
                      <a:pt x="74" y="188"/>
                    </a:lnTo>
                    <a:lnTo>
                      <a:pt x="76" y="192"/>
                    </a:lnTo>
                    <a:lnTo>
                      <a:pt x="76" y="192"/>
                    </a:lnTo>
                    <a:lnTo>
                      <a:pt x="86" y="192"/>
                    </a:lnTo>
                    <a:lnTo>
                      <a:pt x="86" y="192"/>
                    </a:lnTo>
                    <a:lnTo>
                      <a:pt x="86" y="190"/>
                    </a:lnTo>
                    <a:lnTo>
                      <a:pt x="88" y="190"/>
                    </a:lnTo>
                    <a:lnTo>
                      <a:pt x="88" y="190"/>
                    </a:lnTo>
                    <a:lnTo>
                      <a:pt x="92" y="192"/>
                    </a:lnTo>
                    <a:lnTo>
                      <a:pt x="92" y="192"/>
                    </a:lnTo>
                    <a:lnTo>
                      <a:pt x="94" y="194"/>
                    </a:lnTo>
                    <a:lnTo>
                      <a:pt x="94" y="196"/>
                    </a:lnTo>
                    <a:lnTo>
                      <a:pt x="92" y="196"/>
                    </a:lnTo>
                    <a:lnTo>
                      <a:pt x="92" y="196"/>
                    </a:lnTo>
                    <a:lnTo>
                      <a:pt x="90" y="202"/>
                    </a:lnTo>
                    <a:lnTo>
                      <a:pt x="90" y="206"/>
                    </a:lnTo>
                    <a:lnTo>
                      <a:pt x="90" y="210"/>
                    </a:lnTo>
                    <a:lnTo>
                      <a:pt x="90" y="210"/>
                    </a:lnTo>
                    <a:lnTo>
                      <a:pt x="96" y="212"/>
                    </a:lnTo>
                    <a:lnTo>
                      <a:pt x="96" y="212"/>
                    </a:lnTo>
                    <a:lnTo>
                      <a:pt x="100" y="216"/>
                    </a:lnTo>
                    <a:lnTo>
                      <a:pt x="108" y="216"/>
                    </a:lnTo>
                    <a:lnTo>
                      <a:pt x="108" y="216"/>
                    </a:lnTo>
                    <a:lnTo>
                      <a:pt x="108" y="218"/>
                    </a:lnTo>
                    <a:lnTo>
                      <a:pt x="108" y="222"/>
                    </a:lnTo>
                    <a:lnTo>
                      <a:pt x="108" y="222"/>
                    </a:lnTo>
                    <a:lnTo>
                      <a:pt x="112" y="220"/>
                    </a:lnTo>
                    <a:lnTo>
                      <a:pt x="112" y="220"/>
                    </a:lnTo>
                    <a:lnTo>
                      <a:pt x="114" y="216"/>
                    </a:lnTo>
                    <a:lnTo>
                      <a:pt x="114" y="212"/>
                    </a:lnTo>
                    <a:lnTo>
                      <a:pt x="112" y="204"/>
                    </a:lnTo>
                    <a:lnTo>
                      <a:pt x="112" y="204"/>
                    </a:lnTo>
                    <a:lnTo>
                      <a:pt x="114" y="204"/>
                    </a:lnTo>
                    <a:lnTo>
                      <a:pt x="116" y="204"/>
                    </a:lnTo>
                    <a:lnTo>
                      <a:pt x="116" y="208"/>
                    </a:lnTo>
                    <a:lnTo>
                      <a:pt x="118" y="208"/>
                    </a:lnTo>
                    <a:lnTo>
                      <a:pt x="118" y="208"/>
                    </a:lnTo>
                    <a:lnTo>
                      <a:pt x="116" y="196"/>
                    </a:lnTo>
                    <a:lnTo>
                      <a:pt x="116" y="196"/>
                    </a:lnTo>
                    <a:lnTo>
                      <a:pt x="120" y="192"/>
                    </a:lnTo>
                    <a:lnTo>
                      <a:pt x="120" y="192"/>
                    </a:lnTo>
                    <a:lnTo>
                      <a:pt x="122" y="188"/>
                    </a:lnTo>
                    <a:lnTo>
                      <a:pt x="124" y="186"/>
                    </a:lnTo>
                    <a:lnTo>
                      <a:pt x="126" y="186"/>
                    </a:lnTo>
                    <a:lnTo>
                      <a:pt x="126" y="186"/>
                    </a:lnTo>
                    <a:lnTo>
                      <a:pt x="126" y="180"/>
                    </a:lnTo>
                    <a:lnTo>
                      <a:pt x="124" y="174"/>
                    </a:lnTo>
                    <a:lnTo>
                      <a:pt x="124" y="174"/>
                    </a:lnTo>
                    <a:lnTo>
                      <a:pt x="120" y="158"/>
                    </a:lnTo>
                    <a:lnTo>
                      <a:pt x="120" y="158"/>
                    </a:lnTo>
                    <a:lnTo>
                      <a:pt x="114" y="158"/>
                    </a:lnTo>
                    <a:lnTo>
                      <a:pt x="114" y="158"/>
                    </a:lnTo>
                    <a:close/>
                    <a:moveTo>
                      <a:pt x="96" y="144"/>
                    </a:moveTo>
                    <a:lnTo>
                      <a:pt x="96" y="144"/>
                    </a:lnTo>
                    <a:lnTo>
                      <a:pt x="92" y="148"/>
                    </a:lnTo>
                    <a:lnTo>
                      <a:pt x="92" y="148"/>
                    </a:lnTo>
                    <a:lnTo>
                      <a:pt x="92" y="150"/>
                    </a:lnTo>
                    <a:lnTo>
                      <a:pt x="92" y="150"/>
                    </a:lnTo>
                    <a:lnTo>
                      <a:pt x="98" y="152"/>
                    </a:lnTo>
                    <a:lnTo>
                      <a:pt x="102" y="152"/>
                    </a:lnTo>
                    <a:lnTo>
                      <a:pt x="104" y="148"/>
                    </a:lnTo>
                    <a:lnTo>
                      <a:pt x="104" y="148"/>
                    </a:lnTo>
                    <a:lnTo>
                      <a:pt x="100" y="144"/>
                    </a:lnTo>
                    <a:lnTo>
                      <a:pt x="100" y="144"/>
                    </a:lnTo>
                    <a:lnTo>
                      <a:pt x="96" y="144"/>
                    </a:lnTo>
                    <a:lnTo>
                      <a:pt x="96" y="144"/>
                    </a:lnTo>
                    <a:close/>
                    <a:moveTo>
                      <a:pt x="80" y="132"/>
                    </a:moveTo>
                    <a:lnTo>
                      <a:pt x="80" y="132"/>
                    </a:lnTo>
                    <a:lnTo>
                      <a:pt x="78" y="142"/>
                    </a:lnTo>
                    <a:lnTo>
                      <a:pt x="78" y="142"/>
                    </a:lnTo>
                    <a:lnTo>
                      <a:pt x="70" y="144"/>
                    </a:lnTo>
                    <a:lnTo>
                      <a:pt x="68" y="148"/>
                    </a:lnTo>
                    <a:lnTo>
                      <a:pt x="70" y="152"/>
                    </a:lnTo>
                    <a:lnTo>
                      <a:pt x="70" y="152"/>
                    </a:lnTo>
                    <a:lnTo>
                      <a:pt x="74" y="154"/>
                    </a:lnTo>
                    <a:lnTo>
                      <a:pt x="78" y="156"/>
                    </a:lnTo>
                    <a:lnTo>
                      <a:pt x="78" y="156"/>
                    </a:lnTo>
                    <a:lnTo>
                      <a:pt x="82" y="160"/>
                    </a:lnTo>
                    <a:lnTo>
                      <a:pt x="82" y="160"/>
                    </a:lnTo>
                    <a:lnTo>
                      <a:pt x="82" y="154"/>
                    </a:lnTo>
                    <a:lnTo>
                      <a:pt x="82" y="146"/>
                    </a:lnTo>
                    <a:lnTo>
                      <a:pt x="82" y="146"/>
                    </a:lnTo>
                    <a:lnTo>
                      <a:pt x="86" y="138"/>
                    </a:lnTo>
                    <a:lnTo>
                      <a:pt x="86" y="138"/>
                    </a:lnTo>
                    <a:lnTo>
                      <a:pt x="86" y="134"/>
                    </a:lnTo>
                    <a:lnTo>
                      <a:pt x="86" y="134"/>
                    </a:lnTo>
                    <a:lnTo>
                      <a:pt x="84" y="132"/>
                    </a:lnTo>
                    <a:lnTo>
                      <a:pt x="84" y="132"/>
                    </a:lnTo>
                    <a:lnTo>
                      <a:pt x="80" y="132"/>
                    </a:lnTo>
                    <a:lnTo>
                      <a:pt x="80" y="132"/>
                    </a:lnTo>
                    <a:close/>
                    <a:moveTo>
                      <a:pt x="92" y="128"/>
                    </a:moveTo>
                    <a:lnTo>
                      <a:pt x="92" y="128"/>
                    </a:lnTo>
                    <a:lnTo>
                      <a:pt x="92" y="134"/>
                    </a:lnTo>
                    <a:lnTo>
                      <a:pt x="92" y="134"/>
                    </a:lnTo>
                    <a:lnTo>
                      <a:pt x="86" y="142"/>
                    </a:lnTo>
                    <a:lnTo>
                      <a:pt x="84" y="148"/>
                    </a:lnTo>
                    <a:lnTo>
                      <a:pt x="84" y="150"/>
                    </a:lnTo>
                    <a:lnTo>
                      <a:pt x="86" y="152"/>
                    </a:lnTo>
                    <a:lnTo>
                      <a:pt x="86" y="152"/>
                    </a:lnTo>
                    <a:lnTo>
                      <a:pt x="88" y="150"/>
                    </a:lnTo>
                    <a:lnTo>
                      <a:pt x="88" y="150"/>
                    </a:lnTo>
                    <a:lnTo>
                      <a:pt x="88" y="146"/>
                    </a:lnTo>
                    <a:lnTo>
                      <a:pt x="88" y="144"/>
                    </a:lnTo>
                    <a:lnTo>
                      <a:pt x="88" y="144"/>
                    </a:lnTo>
                    <a:lnTo>
                      <a:pt x="92" y="142"/>
                    </a:lnTo>
                    <a:lnTo>
                      <a:pt x="92" y="142"/>
                    </a:lnTo>
                    <a:lnTo>
                      <a:pt x="94" y="140"/>
                    </a:lnTo>
                    <a:lnTo>
                      <a:pt x="94" y="138"/>
                    </a:lnTo>
                    <a:lnTo>
                      <a:pt x="94" y="130"/>
                    </a:lnTo>
                    <a:lnTo>
                      <a:pt x="92" y="128"/>
                    </a:lnTo>
                    <a:close/>
                    <a:moveTo>
                      <a:pt x="30" y="126"/>
                    </a:moveTo>
                    <a:lnTo>
                      <a:pt x="30" y="126"/>
                    </a:lnTo>
                    <a:lnTo>
                      <a:pt x="30" y="132"/>
                    </a:lnTo>
                    <a:lnTo>
                      <a:pt x="30" y="132"/>
                    </a:lnTo>
                    <a:lnTo>
                      <a:pt x="24" y="138"/>
                    </a:lnTo>
                    <a:lnTo>
                      <a:pt x="24" y="138"/>
                    </a:lnTo>
                    <a:lnTo>
                      <a:pt x="24" y="140"/>
                    </a:lnTo>
                    <a:lnTo>
                      <a:pt x="24" y="142"/>
                    </a:lnTo>
                    <a:lnTo>
                      <a:pt x="24" y="142"/>
                    </a:lnTo>
                    <a:lnTo>
                      <a:pt x="22" y="144"/>
                    </a:lnTo>
                    <a:lnTo>
                      <a:pt x="20" y="146"/>
                    </a:lnTo>
                    <a:lnTo>
                      <a:pt x="20" y="146"/>
                    </a:lnTo>
                    <a:lnTo>
                      <a:pt x="20" y="150"/>
                    </a:lnTo>
                    <a:lnTo>
                      <a:pt x="18" y="154"/>
                    </a:lnTo>
                    <a:lnTo>
                      <a:pt x="18" y="154"/>
                    </a:lnTo>
                    <a:lnTo>
                      <a:pt x="14" y="156"/>
                    </a:lnTo>
                    <a:lnTo>
                      <a:pt x="14" y="156"/>
                    </a:lnTo>
                    <a:lnTo>
                      <a:pt x="14" y="160"/>
                    </a:lnTo>
                    <a:lnTo>
                      <a:pt x="14" y="160"/>
                    </a:lnTo>
                    <a:lnTo>
                      <a:pt x="8" y="160"/>
                    </a:lnTo>
                    <a:lnTo>
                      <a:pt x="8" y="160"/>
                    </a:lnTo>
                    <a:lnTo>
                      <a:pt x="8" y="164"/>
                    </a:lnTo>
                    <a:lnTo>
                      <a:pt x="8" y="164"/>
                    </a:lnTo>
                    <a:lnTo>
                      <a:pt x="4" y="164"/>
                    </a:lnTo>
                    <a:lnTo>
                      <a:pt x="4" y="164"/>
                    </a:lnTo>
                    <a:lnTo>
                      <a:pt x="0" y="174"/>
                    </a:lnTo>
                    <a:lnTo>
                      <a:pt x="0" y="174"/>
                    </a:lnTo>
                    <a:lnTo>
                      <a:pt x="10" y="168"/>
                    </a:lnTo>
                    <a:lnTo>
                      <a:pt x="18" y="162"/>
                    </a:lnTo>
                    <a:lnTo>
                      <a:pt x="18" y="162"/>
                    </a:lnTo>
                    <a:lnTo>
                      <a:pt x="18" y="158"/>
                    </a:lnTo>
                    <a:lnTo>
                      <a:pt x="18" y="158"/>
                    </a:lnTo>
                    <a:lnTo>
                      <a:pt x="22" y="152"/>
                    </a:lnTo>
                    <a:lnTo>
                      <a:pt x="24" y="152"/>
                    </a:lnTo>
                    <a:lnTo>
                      <a:pt x="24" y="152"/>
                    </a:lnTo>
                    <a:lnTo>
                      <a:pt x="24" y="150"/>
                    </a:lnTo>
                    <a:lnTo>
                      <a:pt x="24" y="150"/>
                    </a:lnTo>
                    <a:lnTo>
                      <a:pt x="26" y="148"/>
                    </a:lnTo>
                    <a:lnTo>
                      <a:pt x="30" y="146"/>
                    </a:lnTo>
                    <a:lnTo>
                      <a:pt x="30" y="146"/>
                    </a:lnTo>
                    <a:lnTo>
                      <a:pt x="30" y="142"/>
                    </a:lnTo>
                    <a:lnTo>
                      <a:pt x="30" y="142"/>
                    </a:lnTo>
                    <a:lnTo>
                      <a:pt x="34" y="140"/>
                    </a:lnTo>
                    <a:lnTo>
                      <a:pt x="34" y="140"/>
                    </a:lnTo>
                    <a:lnTo>
                      <a:pt x="34" y="128"/>
                    </a:lnTo>
                    <a:lnTo>
                      <a:pt x="34" y="128"/>
                    </a:lnTo>
                    <a:lnTo>
                      <a:pt x="34" y="126"/>
                    </a:lnTo>
                    <a:lnTo>
                      <a:pt x="30" y="126"/>
                    </a:lnTo>
                    <a:close/>
                    <a:moveTo>
                      <a:pt x="100" y="124"/>
                    </a:moveTo>
                    <a:lnTo>
                      <a:pt x="100" y="124"/>
                    </a:lnTo>
                    <a:lnTo>
                      <a:pt x="100" y="128"/>
                    </a:lnTo>
                    <a:lnTo>
                      <a:pt x="100" y="128"/>
                    </a:lnTo>
                    <a:lnTo>
                      <a:pt x="106" y="128"/>
                    </a:lnTo>
                    <a:lnTo>
                      <a:pt x="106" y="130"/>
                    </a:lnTo>
                    <a:lnTo>
                      <a:pt x="106" y="130"/>
                    </a:lnTo>
                    <a:lnTo>
                      <a:pt x="106" y="130"/>
                    </a:lnTo>
                    <a:lnTo>
                      <a:pt x="106" y="130"/>
                    </a:lnTo>
                    <a:lnTo>
                      <a:pt x="106" y="132"/>
                    </a:lnTo>
                    <a:lnTo>
                      <a:pt x="106" y="132"/>
                    </a:lnTo>
                    <a:lnTo>
                      <a:pt x="104" y="132"/>
                    </a:lnTo>
                    <a:lnTo>
                      <a:pt x="104" y="134"/>
                    </a:lnTo>
                    <a:lnTo>
                      <a:pt x="106" y="136"/>
                    </a:lnTo>
                    <a:lnTo>
                      <a:pt x="106" y="138"/>
                    </a:lnTo>
                    <a:lnTo>
                      <a:pt x="106" y="138"/>
                    </a:lnTo>
                    <a:lnTo>
                      <a:pt x="108" y="140"/>
                    </a:lnTo>
                    <a:lnTo>
                      <a:pt x="108" y="140"/>
                    </a:lnTo>
                    <a:lnTo>
                      <a:pt x="108" y="142"/>
                    </a:lnTo>
                    <a:lnTo>
                      <a:pt x="110" y="144"/>
                    </a:lnTo>
                    <a:lnTo>
                      <a:pt x="110" y="144"/>
                    </a:lnTo>
                    <a:lnTo>
                      <a:pt x="114" y="146"/>
                    </a:lnTo>
                    <a:lnTo>
                      <a:pt x="114" y="146"/>
                    </a:lnTo>
                    <a:lnTo>
                      <a:pt x="112" y="142"/>
                    </a:lnTo>
                    <a:lnTo>
                      <a:pt x="112" y="142"/>
                    </a:lnTo>
                    <a:lnTo>
                      <a:pt x="112" y="140"/>
                    </a:lnTo>
                    <a:lnTo>
                      <a:pt x="112" y="136"/>
                    </a:lnTo>
                    <a:lnTo>
                      <a:pt x="112" y="136"/>
                    </a:lnTo>
                    <a:lnTo>
                      <a:pt x="110" y="132"/>
                    </a:lnTo>
                    <a:lnTo>
                      <a:pt x="110" y="132"/>
                    </a:lnTo>
                    <a:lnTo>
                      <a:pt x="110" y="130"/>
                    </a:lnTo>
                    <a:lnTo>
                      <a:pt x="112" y="128"/>
                    </a:lnTo>
                    <a:lnTo>
                      <a:pt x="112" y="128"/>
                    </a:lnTo>
                    <a:lnTo>
                      <a:pt x="110" y="126"/>
                    </a:lnTo>
                    <a:lnTo>
                      <a:pt x="110" y="126"/>
                    </a:lnTo>
                    <a:lnTo>
                      <a:pt x="106" y="124"/>
                    </a:lnTo>
                    <a:lnTo>
                      <a:pt x="100" y="124"/>
                    </a:lnTo>
                    <a:lnTo>
                      <a:pt x="100" y="124"/>
                    </a:lnTo>
                    <a:close/>
                    <a:moveTo>
                      <a:pt x="66" y="120"/>
                    </a:moveTo>
                    <a:lnTo>
                      <a:pt x="66" y="120"/>
                    </a:lnTo>
                    <a:lnTo>
                      <a:pt x="62" y="140"/>
                    </a:lnTo>
                    <a:lnTo>
                      <a:pt x="62" y="140"/>
                    </a:lnTo>
                    <a:lnTo>
                      <a:pt x="72" y="134"/>
                    </a:lnTo>
                    <a:lnTo>
                      <a:pt x="72" y="134"/>
                    </a:lnTo>
                    <a:lnTo>
                      <a:pt x="76" y="134"/>
                    </a:lnTo>
                    <a:lnTo>
                      <a:pt x="76" y="134"/>
                    </a:lnTo>
                    <a:lnTo>
                      <a:pt x="76" y="130"/>
                    </a:lnTo>
                    <a:lnTo>
                      <a:pt x="76" y="130"/>
                    </a:lnTo>
                    <a:lnTo>
                      <a:pt x="78" y="130"/>
                    </a:lnTo>
                    <a:lnTo>
                      <a:pt x="78" y="130"/>
                    </a:lnTo>
                    <a:lnTo>
                      <a:pt x="78" y="124"/>
                    </a:lnTo>
                    <a:lnTo>
                      <a:pt x="78" y="124"/>
                    </a:lnTo>
                    <a:lnTo>
                      <a:pt x="66" y="120"/>
                    </a:lnTo>
                    <a:lnTo>
                      <a:pt x="66" y="120"/>
                    </a:lnTo>
                    <a:close/>
                    <a:moveTo>
                      <a:pt x="82" y="110"/>
                    </a:moveTo>
                    <a:lnTo>
                      <a:pt x="82" y="112"/>
                    </a:lnTo>
                    <a:lnTo>
                      <a:pt x="82" y="112"/>
                    </a:lnTo>
                    <a:lnTo>
                      <a:pt x="82" y="112"/>
                    </a:lnTo>
                    <a:lnTo>
                      <a:pt x="82" y="114"/>
                    </a:lnTo>
                    <a:lnTo>
                      <a:pt x="82" y="116"/>
                    </a:lnTo>
                    <a:lnTo>
                      <a:pt x="82" y="116"/>
                    </a:lnTo>
                    <a:lnTo>
                      <a:pt x="90" y="118"/>
                    </a:lnTo>
                    <a:lnTo>
                      <a:pt x="90" y="118"/>
                    </a:lnTo>
                    <a:lnTo>
                      <a:pt x="94" y="118"/>
                    </a:lnTo>
                    <a:lnTo>
                      <a:pt x="94" y="118"/>
                    </a:lnTo>
                    <a:lnTo>
                      <a:pt x="92" y="114"/>
                    </a:lnTo>
                    <a:lnTo>
                      <a:pt x="82" y="110"/>
                    </a:lnTo>
                    <a:lnTo>
                      <a:pt x="82" y="110"/>
                    </a:lnTo>
                    <a:close/>
                    <a:moveTo>
                      <a:pt x="102" y="102"/>
                    </a:moveTo>
                    <a:lnTo>
                      <a:pt x="102" y="102"/>
                    </a:lnTo>
                    <a:lnTo>
                      <a:pt x="98" y="106"/>
                    </a:lnTo>
                    <a:lnTo>
                      <a:pt x="98" y="106"/>
                    </a:lnTo>
                    <a:lnTo>
                      <a:pt x="98" y="110"/>
                    </a:lnTo>
                    <a:lnTo>
                      <a:pt x="98" y="110"/>
                    </a:lnTo>
                    <a:lnTo>
                      <a:pt x="102" y="114"/>
                    </a:lnTo>
                    <a:lnTo>
                      <a:pt x="106" y="118"/>
                    </a:lnTo>
                    <a:lnTo>
                      <a:pt x="106" y="118"/>
                    </a:lnTo>
                    <a:lnTo>
                      <a:pt x="106" y="120"/>
                    </a:lnTo>
                    <a:lnTo>
                      <a:pt x="106" y="122"/>
                    </a:lnTo>
                    <a:lnTo>
                      <a:pt x="106" y="122"/>
                    </a:lnTo>
                    <a:lnTo>
                      <a:pt x="110" y="124"/>
                    </a:lnTo>
                    <a:lnTo>
                      <a:pt x="112" y="124"/>
                    </a:lnTo>
                    <a:lnTo>
                      <a:pt x="114" y="124"/>
                    </a:lnTo>
                    <a:lnTo>
                      <a:pt x="114" y="124"/>
                    </a:lnTo>
                    <a:lnTo>
                      <a:pt x="116" y="128"/>
                    </a:lnTo>
                    <a:lnTo>
                      <a:pt x="116" y="128"/>
                    </a:lnTo>
                    <a:lnTo>
                      <a:pt x="112" y="120"/>
                    </a:lnTo>
                    <a:lnTo>
                      <a:pt x="112" y="120"/>
                    </a:lnTo>
                    <a:lnTo>
                      <a:pt x="110" y="118"/>
                    </a:lnTo>
                    <a:lnTo>
                      <a:pt x="110" y="118"/>
                    </a:lnTo>
                    <a:lnTo>
                      <a:pt x="110" y="112"/>
                    </a:lnTo>
                    <a:lnTo>
                      <a:pt x="112" y="106"/>
                    </a:lnTo>
                    <a:lnTo>
                      <a:pt x="110" y="106"/>
                    </a:lnTo>
                    <a:lnTo>
                      <a:pt x="110" y="106"/>
                    </a:lnTo>
                    <a:lnTo>
                      <a:pt x="108" y="102"/>
                    </a:lnTo>
                    <a:lnTo>
                      <a:pt x="108" y="102"/>
                    </a:lnTo>
                    <a:lnTo>
                      <a:pt x="102" y="102"/>
                    </a:lnTo>
                    <a:lnTo>
                      <a:pt x="102" y="102"/>
                    </a:lnTo>
                    <a:close/>
                    <a:moveTo>
                      <a:pt x="46" y="88"/>
                    </a:moveTo>
                    <a:lnTo>
                      <a:pt x="46" y="88"/>
                    </a:lnTo>
                    <a:lnTo>
                      <a:pt x="44" y="88"/>
                    </a:lnTo>
                    <a:lnTo>
                      <a:pt x="44" y="88"/>
                    </a:lnTo>
                    <a:lnTo>
                      <a:pt x="42" y="90"/>
                    </a:lnTo>
                    <a:lnTo>
                      <a:pt x="44" y="90"/>
                    </a:lnTo>
                    <a:lnTo>
                      <a:pt x="48" y="92"/>
                    </a:lnTo>
                    <a:lnTo>
                      <a:pt x="48" y="92"/>
                    </a:lnTo>
                    <a:lnTo>
                      <a:pt x="50" y="96"/>
                    </a:lnTo>
                    <a:lnTo>
                      <a:pt x="52" y="100"/>
                    </a:lnTo>
                    <a:lnTo>
                      <a:pt x="52" y="100"/>
                    </a:lnTo>
                    <a:lnTo>
                      <a:pt x="56" y="102"/>
                    </a:lnTo>
                    <a:lnTo>
                      <a:pt x="56" y="102"/>
                    </a:lnTo>
                    <a:lnTo>
                      <a:pt x="56" y="106"/>
                    </a:lnTo>
                    <a:lnTo>
                      <a:pt x="58" y="110"/>
                    </a:lnTo>
                    <a:lnTo>
                      <a:pt x="58" y="110"/>
                    </a:lnTo>
                    <a:lnTo>
                      <a:pt x="60" y="106"/>
                    </a:lnTo>
                    <a:lnTo>
                      <a:pt x="60" y="104"/>
                    </a:lnTo>
                    <a:lnTo>
                      <a:pt x="58" y="96"/>
                    </a:lnTo>
                    <a:lnTo>
                      <a:pt x="54" y="90"/>
                    </a:lnTo>
                    <a:lnTo>
                      <a:pt x="50" y="88"/>
                    </a:lnTo>
                    <a:lnTo>
                      <a:pt x="46" y="88"/>
                    </a:lnTo>
                    <a:lnTo>
                      <a:pt x="46" y="88"/>
                    </a:lnTo>
                    <a:close/>
                    <a:moveTo>
                      <a:pt x="50" y="0"/>
                    </a:moveTo>
                    <a:lnTo>
                      <a:pt x="50" y="0"/>
                    </a:lnTo>
                    <a:lnTo>
                      <a:pt x="48" y="8"/>
                    </a:lnTo>
                    <a:lnTo>
                      <a:pt x="48" y="8"/>
                    </a:lnTo>
                    <a:lnTo>
                      <a:pt x="48" y="12"/>
                    </a:lnTo>
                    <a:lnTo>
                      <a:pt x="48" y="12"/>
                    </a:lnTo>
                    <a:lnTo>
                      <a:pt x="44" y="20"/>
                    </a:lnTo>
                    <a:lnTo>
                      <a:pt x="44" y="20"/>
                    </a:lnTo>
                    <a:lnTo>
                      <a:pt x="44" y="24"/>
                    </a:lnTo>
                    <a:lnTo>
                      <a:pt x="46" y="26"/>
                    </a:lnTo>
                    <a:lnTo>
                      <a:pt x="46" y="28"/>
                    </a:lnTo>
                    <a:lnTo>
                      <a:pt x="46" y="32"/>
                    </a:lnTo>
                    <a:lnTo>
                      <a:pt x="46" y="32"/>
                    </a:lnTo>
                    <a:lnTo>
                      <a:pt x="44" y="34"/>
                    </a:lnTo>
                    <a:lnTo>
                      <a:pt x="44" y="34"/>
                    </a:lnTo>
                    <a:lnTo>
                      <a:pt x="44" y="38"/>
                    </a:lnTo>
                    <a:lnTo>
                      <a:pt x="44" y="44"/>
                    </a:lnTo>
                    <a:lnTo>
                      <a:pt x="44" y="44"/>
                    </a:lnTo>
                    <a:lnTo>
                      <a:pt x="42" y="44"/>
                    </a:lnTo>
                    <a:lnTo>
                      <a:pt x="40" y="46"/>
                    </a:lnTo>
                    <a:lnTo>
                      <a:pt x="40" y="46"/>
                    </a:lnTo>
                    <a:lnTo>
                      <a:pt x="38" y="42"/>
                    </a:lnTo>
                    <a:lnTo>
                      <a:pt x="38" y="42"/>
                    </a:lnTo>
                    <a:lnTo>
                      <a:pt x="36" y="42"/>
                    </a:lnTo>
                    <a:lnTo>
                      <a:pt x="36" y="42"/>
                    </a:lnTo>
                    <a:lnTo>
                      <a:pt x="36" y="44"/>
                    </a:lnTo>
                    <a:lnTo>
                      <a:pt x="36" y="44"/>
                    </a:lnTo>
                    <a:lnTo>
                      <a:pt x="36" y="44"/>
                    </a:lnTo>
                    <a:lnTo>
                      <a:pt x="36" y="50"/>
                    </a:lnTo>
                    <a:lnTo>
                      <a:pt x="36" y="50"/>
                    </a:lnTo>
                    <a:lnTo>
                      <a:pt x="40" y="52"/>
                    </a:lnTo>
                    <a:lnTo>
                      <a:pt x="40" y="52"/>
                    </a:lnTo>
                    <a:lnTo>
                      <a:pt x="40" y="60"/>
                    </a:lnTo>
                    <a:lnTo>
                      <a:pt x="40" y="60"/>
                    </a:lnTo>
                    <a:lnTo>
                      <a:pt x="46" y="68"/>
                    </a:lnTo>
                    <a:lnTo>
                      <a:pt x="46" y="68"/>
                    </a:lnTo>
                    <a:lnTo>
                      <a:pt x="46" y="68"/>
                    </a:lnTo>
                    <a:lnTo>
                      <a:pt x="48" y="64"/>
                    </a:lnTo>
                    <a:lnTo>
                      <a:pt x="48" y="64"/>
                    </a:lnTo>
                    <a:lnTo>
                      <a:pt x="50" y="64"/>
                    </a:lnTo>
                    <a:lnTo>
                      <a:pt x="50" y="64"/>
                    </a:lnTo>
                    <a:lnTo>
                      <a:pt x="48" y="72"/>
                    </a:lnTo>
                    <a:lnTo>
                      <a:pt x="48" y="78"/>
                    </a:lnTo>
                    <a:lnTo>
                      <a:pt x="54" y="88"/>
                    </a:lnTo>
                    <a:lnTo>
                      <a:pt x="54" y="88"/>
                    </a:lnTo>
                    <a:lnTo>
                      <a:pt x="58" y="86"/>
                    </a:lnTo>
                    <a:lnTo>
                      <a:pt x="58" y="86"/>
                    </a:lnTo>
                    <a:lnTo>
                      <a:pt x="60" y="84"/>
                    </a:lnTo>
                    <a:lnTo>
                      <a:pt x="62" y="82"/>
                    </a:lnTo>
                    <a:lnTo>
                      <a:pt x="66" y="82"/>
                    </a:lnTo>
                    <a:lnTo>
                      <a:pt x="68" y="84"/>
                    </a:lnTo>
                    <a:lnTo>
                      <a:pt x="68" y="84"/>
                    </a:lnTo>
                    <a:lnTo>
                      <a:pt x="72" y="84"/>
                    </a:lnTo>
                    <a:lnTo>
                      <a:pt x="72" y="84"/>
                    </a:lnTo>
                    <a:lnTo>
                      <a:pt x="72" y="88"/>
                    </a:lnTo>
                    <a:lnTo>
                      <a:pt x="74" y="90"/>
                    </a:lnTo>
                    <a:lnTo>
                      <a:pt x="74" y="90"/>
                    </a:lnTo>
                    <a:lnTo>
                      <a:pt x="76" y="90"/>
                    </a:lnTo>
                    <a:lnTo>
                      <a:pt x="76" y="86"/>
                    </a:lnTo>
                    <a:lnTo>
                      <a:pt x="74" y="84"/>
                    </a:lnTo>
                    <a:lnTo>
                      <a:pt x="78" y="82"/>
                    </a:lnTo>
                    <a:lnTo>
                      <a:pt x="78" y="82"/>
                    </a:lnTo>
                    <a:lnTo>
                      <a:pt x="78" y="86"/>
                    </a:lnTo>
                    <a:lnTo>
                      <a:pt x="78" y="86"/>
                    </a:lnTo>
                    <a:lnTo>
                      <a:pt x="82" y="90"/>
                    </a:lnTo>
                    <a:lnTo>
                      <a:pt x="82" y="90"/>
                    </a:lnTo>
                    <a:lnTo>
                      <a:pt x="84" y="96"/>
                    </a:lnTo>
                    <a:lnTo>
                      <a:pt x="84" y="96"/>
                    </a:lnTo>
                    <a:lnTo>
                      <a:pt x="88" y="96"/>
                    </a:lnTo>
                    <a:lnTo>
                      <a:pt x="88" y="96"/>
                    </a:lnTo>
                    <a:lnTo>
                      <a:pt x="90" y="98"/>
                    </a:lnTo>
                    <a:lnTo>
                      <a:pt x="90" y="100"/>
                    </a:lnTo>
                    <a:lnTo>
                      <a:pt x="92" y="100"/>
                    </a:lnTo>
                    <a:lnTo>
                      <a:pt x="92" y="100"/>
                    </a:lnTo>
                    <a:lnTo>
                      <a:pt x="94" y="94"/>
                    </a:lnTo>
                    <a:lnTo>
                      <a:pt x="92" y="92"/>
                    </a:lnTo>
                    <a:lnTo>
                      <a:pt x="90" y="90"/>
                    </a:lnTo>
                    <a:lnTo>
                      <a:pt x="88" y="86"/>
                    </a:lnTo>
                    <a:lnTo>
                      <a:pt x="88" y="86"/>
                    </a:lnTo>
                    <a:lnTo>
                      <a:pt x="90" y="82"/>
                    </a:lnTo>
                    <a:lnTo>
                      <a:pt x="90" y="80"/>
                    </a:lnTo>
                    <a:lnTo>
                      <a:pt x="90" y="80"/>
                    </a:lnTo>
                    <a:lnTo>
                      <a:pt x="86" y="76"/>
                    </a:lnTo>
                    <a:lnTo>
                      <a:pt x="86" y="76"/>
                    </a:lnTo>
                    <a:lnTo>
                      <a:pt x="82" y="80"/>
                    </a:lnTo>
                    <a:lnTo>
                      <a:pt x="80" y="78"/>
                    </a:lnTo>
                    <a:lnTo>
                      <a:pt x="80" y="78"/>
                    </a:lnTo>
                    <a:lnTo>
                      <a:pt x="80" y="74"/>
                    </a:lnTo>
                    <a:lnTo>
                      <a:pt x="80" y="74"/>
                    </a:lnTo>
                    <a:lnTo>
                      <a:pt x="78" y="72"/>
                    </a:lnTo>
                    <a:lnTo>
                      <a:pt x="78" y="72"/>
                    </a:lnTo>
                    <a:lnTo>
                      <a:pt x="78" y="72"/>
                    </a:lnTo>
                    <a:lnTo>
                      <a:pt x="76" y="74"/>
                    </a:lnTo>
                    <a:lnTo>
                      <a:pt x="76" y="74"/>
                    </a:lnTo>
                    <a:lnTo>
                      <a:pt x="70" y="74"/>
                    </a:lnTo>
                    <a:lnTo>
                      <a:pt x="70" y="74"/>
                    </a:lnTo>
                    <a:lnTo>
                      <a:pt x="64" y="78"/>
                    </a:lnTo>
                    <a:lnTo>
                      <a:pt x="64" y="78"/>
                    </a:lnTo>
                    <a:lnTo>
                      <a:pt x="60" y="76"/>
                    </a:lnTo>
                    <a:lnTo>
                      <a:pt x="60" y="76"/>
                    </a:lnTo>
                    <a:lnTo>
                      <a:pt x="60" y="66"/>
                    </a:lnTo>
                    <a:lnTo>
                      <a:pt x="58" y="66"/>
                    </a:lnTo>
                    <a:lnTo>
                      <a:pt x="58" y="66"/>
                    </a:lnTo>
                    <a:lnTo>
                      <a:pt x="58" y="56"/>
                    </a:lnTo>
                    <a:lnTo>
                      <a:pt x="58" y="56"/>
                    </a:lnTo>
                    <a:lnTo>
                      <a:pt x="60" y="50"/>
                    </a:lnTo>
                    <a:lnTo>
                      <a:pt x="60" y="46"/>
                    </a:lnTo>
                    <a:lnTo>
                      <a:pt x="62" y="46"/>
                    </a:lnTo>
                    <a:lnTo>
                      <a:pt x="64" y="46"/>
                    </a:lnTo>
                    <a:lnTo>
                      <a:pt x="64" y="46"/>
                    </a:lnTo>
                    <a:lnTo>
                      <a:pt x="66" y="40"/>
                    </a:lnTo>
                    <a:lnTo>
                      <a:pt x="66" y="34"/>
                    </a:lnTo>
                    <a:lnTo>
                      <a:pt x="66" y="34"/>
                    </a:lnTo>
                    <a:lnTo>
                      <a:pt x="70" y="34"/>
                    </a:lnTo>
                    <a:lnTo>
                      <a:pt x="72" y="34"/>
                    </a:lnTo>
                    <a:lnTo>
                      <a:pt x="72" y="34"/>
                    </a:lnTo>
                    <a:lnTo>
                      <a:pt x="74" y="30"/>
                    </a:lnTo>
                    <a:lnTo>
                      <a:pt x="74" y="30"/>
                    </a:lnTo>
                    <a:lnTo>
                      <a:pt x="72" y="20"/>
                    </a:lnTo>
                    <a:lnTo>
                      <a:pt x="72" y="20"/>
                    </a:lnTo>
                    <a:lnTo>
                      <a:pt x="68" y="18"/>
                    </a:lnTo>
                    <a:lnTo>
                      <a:pt x="68" y="18"/>
                    </a:lnTo>
                    <a:lnTo>
                      <a:pt x="68" y="10"/>
                    </a:lnTo>
                    <a:lnTo>
                      <a:pt x="70" y="4"/>
                    </a:lnTo>
                    <a:lnTo>
                      <a:pt x="70" y="4"/>
                    </a:lnTo>
                    <a:lnTo>
                      <a:pt x="70" y="0"/>
                    </a:lnTo>
                    <a:lnTo>
                      <a:pt x="70" y="0"/>
                    </a:lnTo>
                    <a:lnTo>
                      <a:pt x="62" y="4"/>
                    </a:lnTo>
                    <a:lnTo>
                      <a:pt x="58" y="6"/>
                    </a:lnTo>
                    <a:lnTo>
                      <a:pt x="56" y="2"/>
                    </a:lnTo>
                    <a:lnTo>
                      <a:pt x="56" y="2"/>
                    </a:lnTo>
                    <a:lnTo>
                      <a:pt x="56" y="2"/>
                    </a:lnTo>
                    <a:lnTo>
                      <a:pt x="54" y="0"/>
                    </a:lnTo>
                    <a:lnTo>
                      <a:pt x="54" y="0"/>
                    </a:lnTo>
                    <a:lnTo>
                      <a:pt x="50" y="0"/>
                    </a:lnTo>
                    <a:lnTo>
                      <a:pt x="5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0" name="Freeform 113">
                <a:extLst>
                  <a:ext uri="{FF2B5EF4-FFF2-40B4-BE49-F238E27FC236}">
                    <a16:creationId xmlns:a16="http://schemas.microsoft.com/office/drawing/2014/main" id="{A8F38331-2012-CA4E-8836-35ACC0539498}"/>
                  </a:ext>
                </a:extLst>
              </p:cNvPr>
              <p:cNvSpPr>
                <a:spLocks noEditPoints="1"/>
              </p:cNvSpPr>
              <p:nvPr/>
            </p:nvSpPr>
            <p:spPr bwMode="auto">
              <a:xfrm>
                <a:off x="9566664" y="4479748"/>
                <a:ext cx="399208" cy="272320"/>
              </a:xfrm>
              <a:custGeom>
                <a:avLst/>
                <a:gdLst>
                  <a:gd name="T0" fmla="*/ 184 w 204"/>
                  <a:gd name="T1" fmla="*/ 58 h 136"/>
                  <a:gd name="T2" fmla="*/ 190 w 204"/>
                  <a:gd name="T3" fmla="*/ 66 h 136"/>
                  <a:gd name="T4" fmla="*/ 200 w 204"/>
                  <a:gd name="T5" fmla="*/ 74 h 136"/>
                  <a:gd name="T6" fmla="*/ 200 w 204"/>
                  <a:gd name="T7" fmla="*/ 62 h 136"/>
                  <a:gd name="T8" fmla="*/ 190 w 204"/>
                  <a:gd name="T9" fmla="*/ 50 h 136"/>
                  <a:gd name="T10" fmla="*/ 184 w 204"/>
                  <a:gd name="T11" fmla="*/ 44 h 136"/>
                  <a:gd name="T12" fmla="*/ 0 w 204"/>
                  <a:gd name="T13" fmla="*/ 68 h 136"/>
                  <a:gd name="T14" fmla="*/ 16 w 204"/>
                  <a:gd name="T15" fmla="*/ 108 h 136"/>
                  <a:gd name="T16" fmla="*/ 22 w 204"/>
                  <a:gd name="T17" fmla="*/ 108 h 136"/>
                  <a:gd name="T18" fmla="*/ 36 w 204"/>
                  <a:gd name="T19" fmla="*/ 102 h 136"/>
                  <a:gd name="T20" fmla="*/ 38 w 204"/>
                  <a:gd name="T21" fmla="*/ 94 h 136"/>
                  <a:gd name="T22" fmla="*/ 42 w 204"/>
                  <a:gd name="T23" fmla="*/ 90 h 136"/>
                  <a:gd name="T24" fmla="*/ 48 w 204"/>
                  <a:gd name="T25" fmla="*/ 88 h 136"/>
                  <a:gd name="T26" fmla="*/ 68 w 204"/>
                  <a:gd name="T27" fmla="*/ 94 h 136"/>
                  <a:gd name="T28" fmla="*/ 78 w 204"/>
                  <a:gd name="T29" fmla="*/ 108 h 136"/>
                  <a:gd name="T30" fmla="*/ 84 w 204"/>
                  <a:gd name="T31" fmla="*/ 114 h 136"/>
                  <a:gd name="T32" fmla="*/ 90 w 204"/>
                  <a:gd name="T33" fmla="*/ 120 h 136"/>
                  <a:gd name="T34" fmla="*/ 96 w 204"/>
                  <a:gd name="T35" fmla="*/ 126 h 136"/>
                  <a:gd name="T36" fmla="*/ 104 w 204"/>
                  <a:gd name="T37" fmla="*/ 128 h 136"/>
                  <a:gd name="T38" fmla="*/ 118 w 204"/>
                  <a:gd name="T39" fmla="*/ 132 h 136"/>
                  <a:gd name="T40" fmla="*/ 128 w 204"/>
                  <a:gd name="T41" fmla="*/ 136 h 136"/>
                  <a:gd name="T42" fmla="*/ 122 w 204"/>
                  <a:gd name="T43" fmla="*/ 128 h 136"/>
                  <a:gd name="T44" fmla="*/ 122 w 204"/>
                  <a:gd name="T45" fmla="*/ 120 h 136"/>
                  <a:gd name="T46" fmla="*/ 114 w 204"/>
                  <a:gd name="T47" fmla="*/ 120 h 136"/>
                  <a:gd name="T48" fmla="*/ 104 w 204"/>
                  <a:gd name="T49" fmla="*/ 108 h 136"/>
                  <a:gd name="T50" fmla="*/ 100 w 204"/>
                  <a:gd name="T51" fmla="*/ 96 h 136"/>
                  <a:gd name="T52" fmla="*/ 90 w 204"/>
                  <a:gd name="T53" fmla="*/ 90 h 136"/>
                  <a:gd name="T54" fmla="*/ 86 w 204"/>
                  <a:gd name="T55" fmla="*/ 74 h 136"/>
                  <a:gd name="T56" fmla="*/ 94 w 204"/>
                  <a:gd name="T57" fmla="*/ 70 h 136"/>
                  <a:gd name="T58" fmla="*/ 94 w 204"/>
                  <a:gd name="T59" fmla="*/ 62 h 136"/>
                  <a:gd name="T60" fmla="*/ 88 w 204"/>
                  <a:gd name="T61" fmla="*/ 56 h 136"/>
                  <a:gd name="T62" fmla="*/ 82 w 204"/>
                  <a:gd name="T63" fmla="*/ 52 h 136"/>
                  <a:gd name="T64" fmla="*/ 72 w 204"/>
                  <a:gd name="T65" fmla="*/ 48 h 136"/>
                  <a:gd name="T66" fmla="*/ 68 w 204"/>
                  <a:gd name="T67" fmla="*/ 40 h 136"/>
                  <a:gd name="T68" fmla="*/ 56 w 204"/>
                  <a:gd name="T69" fmla="*/ 28 h 136"/>
                  <a:gd name="T70" fmla="*/ 46 w 204"/>
                  <a:gd name="T71" fmla="*/ 20 h 136"/>
                  <a:gd name="T72" fmla="*/ 30 w 204"/>
                  <a:gd name="T73" fmla="*/ 16 h 136"/>
                  <a:gd name="T74" fmla="*/ 14 w 204"/>
                  <a:gd name="T75" fmla="*/ 10 h 136"/>
                  <a:gd name="T76" fmla="*/ 2 w 204"/>
                  <a:gd name="T77" fmla="*/ 0 h 136"/>
                  <a:gd name="T78" fmla="*/ 146 w 204"/>
                  <a:gd name="T79" fmla="*/ 32 h 136"/>
                  <a:gd name="T80" fmla="*/ 144 w 204"/>
                  <a:gd name="T81" fmla="*/ 38 h 136"/>
                  <a:gd name="T82" fmla="*/ 140 w 204"/>
                  <a:gd name="T83" fmla="*/ 46 h 136"/>
                  <a:gd name="T84" fmla="*/ 128 w 204"/>
                  <a:gd name="T85" fmla="*/ 44 h 136"/>
                  <a:gd name="T86" fmla="*/ 112 w 204"/>
                  <a:gd name="T87" fmla="*/ 52 h 136"/>
                  <a:gd name="T88" fmla="*/ 112 w 204"/>
                  <a:gd name="T89" fmla="*/ 58 h 136"/>
                  <a:gd name="T90" fmla="*/ 126 w 204"/>
                  <a:gd name="T91" fmla="*/ 60 h 136"/>
                  <a:gd name="T92" fmla="*/ 142 w 204"/>
                  <a:gd name="T93" fmla="*/ 54 h 136"/>
                  <a:gd name="T94" fmla="*/ 146 w 204"/>
                  <a:gd name="T95" fmla="*/ 50 h 136"/>
                  <a:gd name="T96" fmla="*/ 152 w 204"/>
                  <a:gd name="T97" fmla="*/ 46 h 136"/>
                  <a:gd name="T98" fmla="*/ 156 w 204"/>
                  <a:gd name="T99" fmla="*/ 40 h 136"/>
                  <a:gd name="T100" fmla="*/ 154 w 204"/>
                  <a:gd name="T101" fmla="*/ 32 h 136"/>
                  <a:gd name="T102" fmla="*/ 150 w 204"/>
                  <a:gd name="T103" fmla="*/ 30 h 136"/>
                  <a:gd name="T104" fmla="*/ 156 w 204"/>
                  <a:gd name="T105" fmla="*/ 24 h 136"/>
                  <a:gd name="T106" fmla="*/ 158 w 204"/>
                  <a:gd name="T107" fmla="*/ 34 h 136"/>
                  <a:gd name="T108" fmla="*/ 162 w 204"/>
                  <a:gd name="T109" fmla="*/ 34 h 136"/>
                  <a:gd name="T110" fmla="*/ 136 w 204"/>
                  <a:gd name="T111" fmla="*/ 6 h 136"/>
                  <a:gd name="T112" fmla="*/ 146 w 204"/>
                  <a:gd name="T113" fmla="*/ 14 h 136"/>
                  <a:gd name="T114" fmla="*/ 150 w 204"/>
                  <a:gd name="T115" fmla="*/ 1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4" h="136">
                    <a:moveTo>
                      <a:pt x="182" y="42"/>
                    </a:moveTo>
                    <a:lnTo>
                      <a:pt x="182" y="42"/>
                    </a:lnTo>
                    <a:lnTo>
                      <a:pt x="182" y="54"/>
                    </a:lnTo>
                    <a:lnTo>
                      <a:pt x="182" y="54"/>
                    </a:lnTo>
                    <a:lnTo>
                      <a:pt x="184" y="58"/>
                    </a:lnTo>
                    <a:lnTo>
                      <a:pt x="186" y="60"/>
                    </a:lnTo>
                    <a:lnTo>
                      <a:pt x="186" y="60"/>
                    </a:lnTo>
                    <a:lnTo>
                      <a:pt x="186" y="64"/>
                    </a:lnTo>
                    <a:lnTo>
                      <a:pt x="186" y="64"/>
                    </a:lnTo>
                    <a:lnTo>
                      <a:pt x="190" y="66"/>
                    </a:lnTo>
                    <a:lnTo>
                      <a:pt x="190" y="66"/>
                    </a:lnTo>
                    <a:lnTo>
                      <a:pt x="190" y="70"/>
                    </a:lnTo>
                    <a:lnTo>
                      <a:pt x="190" y="70"/>
                    </a:lnTo>
                    <a:lnTo>
                      <a:pt x="200" y="74"/>
                    </a:lnTo>
                    <a:lnTo>
                      <a:pt x="200" y="74"/>
                    </a:lnTo>
                    <a:lnTo>
                      <a:pt x="204" y="70"/>
                    </a:lnTo>
                    <a:lnTo>
                      <a:pt x="204" y="70"/>
                    </a:lnTo>
                    <a:lnTo>
                      <a:pt x="202" y="66"/>
                    </a:lnTo>
                    <a:lnTo>
                      <a:pt x="200" y="62"/>
                    </a:lnTo>
                    <a:lnTo>
                      <a:pt x="200" y="62"/>
                    </a:lnTo>
                    <a:lnTo>
                      <a:pt x="196" y="62"/>
                    </a:lnTo>
                    <a:lnTo>
                      <a:pt x="196" y="62"/>
                    </a:lnTo>
                    <a:lnTo>
                      <a:pt x="190" y="54"/>
                    </a:lnTo>
                    <a:lnTo>
                      <a:pt x="190" y="54"/>
                    </a:lnTo>
                    <a:lnTo>
                      <a:pt x="190" y="50"/>
                    </a:lnTo>
                    <a:lnTo>
                      <a:pt x="190" y="50"/>
                    </a:lnTo>
                    <a:lnTo>
                      <a:pt x="188" y="50"/>
                    </a:lnTo>
                    <a:lnTo>
                      <a:pt x="186" y="48"/>
                    </a:lnTo>
                    <a:lnTo>
                      <a:pt x="186" y="48"/>
                    </a:lnTo>
                    <a:lnTo>
                      <a:pt x="184" y="44"/>
                    </a:lnTo>
                    <a:lnTo>
                      <a:pt x="184" y="42"/>
                    </a:lnTo>
                    <a:lnTo>
                      <a:pt x="182" y="42"/>
                    </a:lnTo>
                    <a:close/>
                    <a:moveTo>
                      <a:pt x="2" y="2"/>
                    </a:moveTo>
                    <a:lnTo>
                      <a:pt x="2" y="62"/>
                    </a:lnTo>
                    <a:lnTo>
                      <a:pt x="0" y="68"/>
                    </a:lnTo>
                    <a:lnTo>
                      <a:pt x="2" y="74"/>
                    </a:lnTo>
                    <a:lnTo>
                      <a:pt x="2" y="108"/>
                    </a:lnTo>
                    <a:lnTo>
                      <a:pt x="2" y="108"/>
                    </a:lnTo>
                    <a:lnTo>
                      <a:pt x="16" y="108"/>
                    </a:lnTo>
                    <a:lnTo>
                      <a:pt x="16" y="108"/>
                    </a:lnTo>
                    <a:lnTo>
                      <a:pt x="20" y="106"/>
                    </a:lnTo>
                    <a:lnTo>
                      <a:pt x="20" y="106"/>
                    </a:lnTo>
                    <a:lnTo>
                      <a:pt x="22" y="106"/>
                    </a:lnTo>
                    <a:lnTo>
                      <a:pt x="22" y="108"/>
                    </a:lnTo>
                    <a:lnTo>
                      <a:pt x="22" y="108"/>
                    </a:lnTo>
                    <a:lnTo>
                      <a:pt x="26" y="108"/>
                    </a:lnTo>
                    <a:lnTo>
                      <a:pt x="30" y="108"/>
                    </a:lnTo>
                    <a:lnTo>
                      <a:pt x="36" y="104"/>
                    </a:lnTo>
                    <a:lnTo>
                      <a:pt x="36" y="102"/>
                    </a:lnTo>
                    <a:lnTo>
                      <a:pt x="36" y="102"/>
                    </a:lnTo>
                    <a:lnTo>
                      <a:pt x="38" y="100"/>
                    </a:lnTo>
                    <a:lnTo>
                      <a:pt x="38" y="100"/>
                    </a:lnTo>
                    <a:lnTo>
                      <a:pt x="38" y="98"/>
                    </a:lnTo>
                    <a:lnTo>
                      <a:pt x="38" y="94"/>
                    </a:lnTo>
                    <a:lnTo>
                      <a:pt x="38" y="94"/>
                    </a:lnTo>
                    <a:lnTo>
                      <a:pt x="40" y="88"/>
                    </a:lnTo>
                    <a:lnTo>
                      <a:pt x="40" y="88"/>
                    </a:lnTo>
                    <a:lnTo>
                      <a:pt x="42" y="88"/>
                    </a:lnTo>
                    <a:lnTo>
                      <a:pt x="42" y="90"/>
                    </a:lnTo>
                    <a:lnTo>
                      <a:pt x="42" y="90"/>
                    </a:lnTo>
                    <a:lnTo>
                      <a:pt x="44" y="90"/>
                    </a:lnTo>
                    <a:lnTo>
                      <a:pt x="44" y="90"/>
                    </a:lnTo>
                    <a:lnTo>
                      <a:pt x="46" y="90"/>
                    </a:lnTo>
                    <a:lnTo>
                      <a:pt x="48" y="88"/>
                    </a:lnTo>
                    <a:lnTo>
                      <a:pt x="48" y="88"/>
                    </a:lnTo>
                    <a:lnTo>
                      <a:pt x="54" y="92"/>
                    </a:lnTo>
                    <a:lnTo>
                      <a:pt x="54" y="92"/>
                    </a:lnTo>
                    <a:lnTo>
                      <a:pt x="60" y="92"/>
                    </a:lnTo>
                    <a:lnTo>
                      <a:pt x="68" y="94"/>
                    </a:lnTo>
                    <a:lnTo>
                      <a:pt x="68" y="94"/>
                    </a:lnTo>
                    <a:lnTo>
                      <a:pt x="76" y="102"/>
                    </a:lnTo>
                    <a:lnTo>
                      <a:pt x="76" y="102"/>
                    </a:lnTo>
                    <a:lnTo>
                      <a:pt x="76" y="106"/>
                    </a:lnTo>
                    <a:lnTo>
                      <a:pt x="76" y="108"/>
                    </a:lnTo>
                    <a:lnTo>
                      <a:pt x="78" y="108"/>
                    </a:lnTo>
                    <a:lnTo>
                      <a:pt x="80" y="110"/>
                    </a:lnTo>
                    <a:lnTo>
                      <a:pt x="80" y="110"/>
                    </a:lnTo>
                    <a:lnTo>
                      <a:pt x="82" y="112"/>
                    </a:lnTo>
                    <a:lnTo>
                      <a:pt x="82" y="114"/>
                    </a:lnTo>
                    <a:lnTo>
                      <a:pt x="84" y="114"/>
                    </a:lnTo>
                    <a:lnTo>
                      <a:pt x="86" y="114"/>
                    </a:lnTo>
                    <a:lnTo>
                      <a:pt x="86" y="114"/>
                    </a:lnTo>
                    <a:lnTo>
                      <a:pt x="86" y="118"/>
                    </a:lnTo>
                    <a:lnTo>
                      <a:pt x="86" y="118"/>
                    </a:lnTo>
                    <a:lnTo>
                      <a:pt x="90" y="120"/>
                    </a:lnTo>
                    <a:lnTo>
                      <a:pt x="92" y="122"/>
                    </a:lnTo>
                    <a:lnTo>
                      <a:pt x="92" y="122"/>
                    </a:lnTo>
                    <a:lnTo>
                      <a:pt x="92" y="126"/>
                    </a:lnTo>
                    <a:lnTo>
                      <a:pt x="92" y="126"/>
                    </a:lnTo>
                    <a:lnTo>
                      <a:pt x="96" y="126"/>
                    </a:lnTo>
                    <a:lnTo>
                      <a:pt x="98" y="126"/>
                    </a:lnTo>
                    <a:lnTo>
                      <a:pt x="98" y="126"/>
                    </a:lnTo>
                    <a:lnTo>
                      <a:pt x="102" y="130"/>
                    </a:lnTo>
                    <a:lnTo>
                      <a:pt x="102" y="130"/>
                    </a:lnTo>
                    <a:lnTo>
                      <a:pt x="104" y="128"/>
                    </a:lnTo>
                    <a:lnTo>
                      <a:pt x="106" y="128"/>
                    </a:lnTo>
                    <a:lnTo>
                      <a:pt x="108" y="130"/>
                    </a:lnTo>
                    <a:lnTo>
                      <a:pt x="108" y="130"/>
                    </a:lnTo>
                    <a:lnTo>
                      <a:pt x="112" y="130"/>
                    </a:lnTo>
                    <a:lnTo>
                      <a:pt x="118" y="132"/>
                    </a:lnTo>
                    <a:lnTo>
                      <a:pt x="118" y="132"/>
                    </a:lnTo>
                    <a:lnTo>
                      <a:pt x="120" y="134"/>
                    </a:lnTo>
                    <a:lnTo>
                      <a:pt x="120" y="134"/>
                    </a:lnTo>
                    <a:lnTo>
                      <a:pt x="124" y="136"/>
                    </a:lnTo>
                    <a:lnTo>
                      <a:pt x="128" y="136"/>
                    </a:lnTo>
                    <a:lnTo>
                      <a:pt x="128" y="136"/>
                    </a:lnTo>
                    <a:lnTo>
                      <a:pt x="128" y="130"/>
                    </a:lnTo>
                    <a:lnTo>
                      <a:pt x="128" y="130"/>
                    </a:lnTo>
                    <a:lnTo>
                      <a:pt x="126" y="128"/>
                    </a:lnTo>
                    <a:lnTo>
                      <a:pt x="122" y="128"/>
                    </a:lnTo>
                    <a:lnTo>
                      <a:pt x="122" y="128"/>
                    </a:lnTo>
                    <a:lnTo>
                      <a:pt x="120" y="126"/>
                    </a:lnTo>
                    <a:lnTo>
                      <a:pt x="120" y="126"/>
                    </a:lnTo>
                    <a:lnTo>
                      <a:pt x="122" y="120"/>
                    </a:lnTo>
                    <a:lnTo>
                      <a:pt x="122" y="120"/>
                    </a:lnTo>
                    <a:lnTo>
                      <a:pt x="118" y="118"/>
                    </a:lnTo>
                    <a:lnTo>
                      <a:pt x="118" y="118"/>
                    </a:lnTo>
                    <a:lnTo>
                      <a:pt x="116" y="120"/>
                    </a:lnTo>
                    <a:lnTo>
                      <a:pt x="114" y="120"/>
                    </a:lnTo>
                    <a:lnTo>
                      <a:pt x="114" y="120"/>
                    </a:lnTo>
                    <a:lnTo>
                      <a:pt x="112" y="114"/>
                    </a:lnTo>
                    <a:lnTo>
                      <a:pt x="112" y="110"/>
                    </a:lnTo>
                    <a:lnTo>
                      <a:pt x="112" y="110"/>
                    </a:lnTo>
                    <a:lnTo>
                      <a:pt x="104" y="108"/>
                    </a:lnTo>
                    <a:lnTo>
                      <a:pt x="104" y="108"/>
                    </a:lnTo>
                    <a:lnTo>
                      <a:pt x="104" y="102"/>
                    </a:lnTo>
                    <a:lnTo>
                      <a:pt x="104" y="102"/>
                    </a:lnTo>
                    <a:lnTo>
                      <a:pt x="100" y="100"/>
                    </a:lnTo>
                    <a:lnTo>
                      <a:pt x="100" y="100"/>
                    </a:lnTo>
                    <a:lnTo>
                      <a:pt x="100" y="96"/>
                    </a:lnTo>
                    <a:lnTo>
                      <a:pt x="100" y="96"/>
                    </a:lnTo>
                    <a:lnTo>
                      <a:pt x="98" y="94"/>
                    </a:lnTo>
                    <a:lnTo>
                      <a:pt x="94" y="94"/>
                    </a:lnTo>
                    <a:lnTo>
                      <a:pt x="94" y="94"/>
                    </a:lnTo>
                    <a:lnTo>
                      <a:pt x="90" y="90"/>
                    </a:lnTo>
                    <a:lnTo>
                      <a:pt x="88" y="86"/>
                    </a:lnTo>
                    <a:lnTo>
                      <a:pt x="88" y="76"/>
                    </a:lnTo>
                    <a:lnTo>
                      <a:pt x="88" y="76"/>
                    </a:lnTo>
                    <a:lnTo>
                      <a:pt x="86" y="76"/>
                    </a:lnTo>
                    <a:lnTo>
                      <a:pt x="86" y="74"/>
                    </a:lnTo>
                    <a:lnTo>
                      <a:pt x="86" y="72"/>
                    </a:lnTo>
                    <a:lnTo>
                      <a:pt x="86" y="72"/>
                    </a:lnTo>
                    <a:lnTo>
                      <a:pt x="88" y="72"/>
                    </a:lnTo>
                    <a:lnTo>
                      <a:pt x="92" y="72"/>
                    </a:lnTo>
                    <a:lnTo>
                      <a:pt x="94" y="70"/>
                    </a:lnTo>
                    <a:lnTo>
                      <a:pt x="96" y="68"/>
                    </a:lnTo>
                    <a:lnTo>
                      <a:pt x="96" y="68"/>
                    </a:lnTo>
                    <a:lnTo>
                      <a:pt x="96" y="62"/>
                    </a:lnTo>
                    <a:lnTo>
                      <a:pt x="96" y="62"/>
                    </a:lnTo>
                    <a:lnTo>
                      <a:pt x="94" y="62"/>
                    </a:lnTo>
                    <a:lnTo>
                      <a:pt x="94" y="62"/>
                    </a:lnTo>
                    <a:lnTo>
                      <a:pt x="92" y="58"/>
                    </a:lnTo>
                    <a:lnTo>
                      <a:pt x="92" y="58"/>
                    </a:lnTo>
                    <a:lnTo>
                      <a:pt x="88" y="56"/>
                    </a:lnTo>
                    <a:lnTo>
                      <a:pt x="88" y="56"/>
                    </a:lnTo>
                    <a:lnTo>
                      <a:pt x="86" y="58"/>
                    </a:lnTo>
                    <a:lnTo>
                      <a:pt x="86" y="58"/>
                    </a:lnTo>
                    <a:lnTo>
                      <a:pt x="84" y="58"/>
                    </a:lnTo>
                    <a:lnTo>
                      <a:pt x="84" y="58"/>
                    </a:lnTo>
                    <a:lnTo>
                      <a:pt x="82" y="52"/>
                    </a:lnTo>
                    <a:lnTo>
                      <a:pt x="80" y="52"/>
                    </a:lnTo>
                    <a:lnTo>
                      <a:pt x="80" y="52"/>
                    </a:lnTo>
                    <a:lnTo>
                      <a:pt x="80" y="48"/>
                    </a:lnTo>
                    <a:lnTo>
                      <a:pt x="80" y="48"/>
                    </a:lnTo>
                    <a:lnTo>
                      <a:pt x="72" y="48"/>
                    </a:lnTo>
                    <a:lnTo>
                      <a:pt x="70" y="48"/>
                    </a:lnTo>
                    <a:lnTo>
                      <a:pt x="66" y="46"/>
                    </a:lnTo>
                    <a:lnTo>
                      <a:pt x="66" y="46"/>
                    </a:lnTo>
                    <a:lnTo>
                      <a:pt x="66" y="44"/>
                    </a:lnTo>
                    <a:lnTo>
                      <a:pt x="68" y="40"/>
                    </a:lnTo>
                    <a:lnTo>
                      <a:pt x="68" y="40"/>
                    </a:lnTo>
                    <a:lnTo>
                      <a:pt x="64" y="34"/>
                    </a:lnTo>
                    <a:lnTo>
                      <a:pt x="58" y="28"/>
                    </a:lnTo>
                    <a:lnTo>
                      <a:pt x="58" y="28"/>
                    </a:lnTo>
                    <a:lnTo>
                      <a:pt x="56" y="28"/>
                    </a:lnTo>
                    <a:lnTo>
                      <a:pt x="52" y="28"/>
                    </a:lnTo>
                    <a:lnTo>
                      <a:pt x="52" y="28"/>
                    </a:lnTo>
                    <a:lnTo>
                      <a:pt x="50" y="24"/>
                    </a:lnTo>
                    <a:lnTo>
                      <a:pt x="46" y="20"/>
                    </a:lnTo>
                    <a:lnTo>
                      <a:pt x="46" y="20"/>
                    </a:lnTo>
                    <a:lnTo>
                      <a:pt x="40" y="20"/>
                    </a:lnTo>
                    <a:lnTo>
                      <a:pt x="40" y="20"/>
                    </a:lnTo>
                    <a:lnTo>
                      <a:pt x="36" y="16"/>
                    </a:lnTo>
                    <a:lnTo>
                      <a:pt x="36" y="16"/>
                    </a:lnTo>
                    <a:lnTo>
                      <a:pt x="30" y="16"/>
                    </a:lnTo>
                    <a:lnTo>
                      <a:pt x="30" y="16"/>
                    </a:lnTo>
                    <a:lnTo>
                      <a:pt x="26" y="12"/>
                    </a:lnTo>
                    <a:lnTo>
                      <a:pt x="26" y="12"/>
                    </a:lnTo>
                    <a:lnTo>
                      <a:pt x="20" y="12"/>
                    </a:lnTo>
                    <a:lnTo>
                      <a:pt x="14" y="10"/>
                    </a:lnTo>
                    <a:lnTo>
                      <a:pt x="14" y="10"/>
                    </a:lnTo>
                    <a:lnTo>
                      <a:pt x="4" y="2"/>
                    </a:lnTo>
                    <a:lnTo>
                      <a:pt x="4" y="0"/>
                    </a:lnTo>
                    <a:lnTo>
                      <a:pt x="4" y="0"/>
                    </a:lnTo>
                    <a:lnTo>
                      <a:pt x="2" y="0"/>
                    </a:lnTo>
                    <a:lnTo>
                      <a:pt x="2" y="2"/>
                    </a:lnTo>
                    <a:lnTo>
                      <a:pt x="2" y="2"/>
                    </a:lnTo>
                    <a:close/>
                    <a:moveTo>
                      <a:pt x="150" y="30"/>
                    </a:moveTo>
                    <a:lnTo>
                      <a:pt x="150" y="30"/>
                    </a:lnTo>
                    <a:lnTo>
                      <a:pt x="146" y="32"/>
                    </a:lnTo>
                    <a:lnTo>
                      <a:pt x="146" y="34"/>
                    </a:lnTo>
                    <a:lnTo>
                      <a:pt x="148" y="34"/>
                    </a:lnTo>
                    <a:lnTo>
                      <a:pt x="148" y="38"/>
                    </a:lnTo>
                    <a:lnTo>
                      <a:pt x="148" y="38"/>
                    </a:lnTo>
                    <a:lnTo>
                      <a:pt x="144" y="38"/>
                    </a:lnTo>
                    <a:lnTo>
                      <a:pt x="142" y="40"/>
                    </a:lnTo>
                    <a:lnTo>
                      <a:pt x="142" y="40"/>
                    </a:lnTo>
                    <a:lnTo>
                      <a:pt x="142" y="42"/>
                    </a:lnTo>
                    <a:lnTo>
                      <a:pt x="142" y="42"/>
                    </a:lnTo>
                    <a:lnTo>
                      <a:pt x="140" y="46"/>
                    </a:lnTo>
                    <a:lnTo>
                      <a:pt x="138" y="48"/>
                    </a:lnTo>
                    <a:lnTo>
                      <a:pt x="130" y="48"/>
                    </a:lnTo>
                    <a:lnTo>
                      <a:pt x="130" y="48"/>
                    </a:lnTo>
                    <a:lnTo>
                      <a:pt x="128" y="44"/>
                    </a:lnTo>
                    <a:lnTo>
                      <a:pt x="128" y="44"/>
                    </a:lnTo>
                    <a:lnTo>
                      <a:pt x="122" y="50"/>
                    </a:lnTo>
                    <a:lnTo>
                      <a:pt x="120" y="52"/>
                    </a:lnTo>
                    <a:lnTo>
                      <a:pt x="114" y="52"/>
                    </a:lnTo>
                    <a:lnTo>
                      <a:pt x="114" y="52"/>
                    </a:lnTo>
                    <a:lnTo>
                      <a:pt x="112" y="52"/>
                    </a:lnTo>
                    <a:lnTo>
                      <a:pt x="108" y="50"/>
                    </a:lnTo>
                    <a:lnTo>
                      <a:pt x="108" y="50"/>
                    </a:lnTo>
                    <a:lnTo>
                      <a:pt x="106" y="54"/>
                    </a:lnTo>
                    <a:lnTo>
                      <a:pt x="106" y="54"/>
                    </a:lnTo>
                    <a:lnTo>
                      <a:pt x="112" y="58"/>
                    </a:lnTo>
                    <a:lnTo>
                      <a:pt x="112" y="58"/>
                    </a:lnTo>
                    <a:lnTo>
                      <a:pt x="114" y="60"/>
                    </a:lnTo>
                    <a:lnTo>
                      <a:pt x="114" y="60"/>
                    </a:lnTo>
                    <a:lnTo>
                      <a:pt x="120" y="60"/>
                    </a:lnTo>
                    <a:lnTo>
                      <a:pt x="126" y="60"/>
                    </a:lnTo>
                    <a:lnTo>
                      <a:pt x="126" y="60"/>
                    </a:lnTo>
                    <a:lnTo>
                      <a:pt x="132" y="60"/>
                    </a:lnTo>
                    <a:lnTo>
                      <a:pt x="138" y="58"/>
                    </a:lnTo>
                    <a:lnTo>
                      <a:pt x="138" y="58"/>
                    </a:lnTo>
                    <a:lnTo>
                      <a:pt x="142" y="54"/>
                    </a:lnTo>
                    <a:lnTo>
                      <a:pt x="142" y="54"/>
                    </a:lnTo>
                    <a:lnTo>
                      <a:pt x="144" y="54"/>
                    </a:lnTo>
                    <a:lnTo>
                      <a:pt x="146" y="52"/>
                    </a:lnTo>
                    <a:lnTo>
                      <a:pt x="146" y="52"/>
                    </a:lnTo>
                    <a:lnTo>
                      <a:pt x="146" y="50"/>
                    </a:lnTo>
                    <a:lnTo>
                      <a:pt x="146" y="48"/>
                    </a:lnTo>
                    <a:lnTo>
                      <a:pt x="146" y="48"/>
                    </a:lnTo>
                    <a:lnTo>
                      <a:pt x="150" y="48"/>
                    </a:lnTo>
                    <a:lnTo>
                      <a:pt x="152" y="46"/>
                    </a:lnTo>
                    <a:lnTo>
                      <a:pt x="152" y="46"/>
                    </a:lnTo>
                    <a:lnTo>
                      <a:pt x="154" y="44"/>
                    </a:lnTo>
                    <a:lnTo>
                      <a:pt x="152" y="40"/>
                    </a:lnTo>
                    <a:lnTo>
                      <a:pt x="152" y="40"/>
                    </a:lnTo>
                    <a:lnTo>
                      <a:pt x="156" y="40"/>
                    </a:lnTo>
                    <a:lnTo>
                      <a:pt x="156" y="40"/>
                    </a:lnTo>
                    <a:lnTo>
                      <a:pt x="156" y="38"/>
                    </a:lnTo>
                    <a:lnTo>
                      <a:pt x="156" y="36"/>
                    </a:lnTo>
                    <a:lnTo>
                      <a:pt x="156" y="36"/>
                    </a:lnTo>
                    <a:lnTo>
                      <a:pt x="156" y="32"/>
                    </a:lnTo>
                    <a:lnTo>
                      <a:pt x="154" y="32"/>
                    </a:lnTo>
                    <a:lnTo>
                      <a:pt x="154" y="32"/>
                    </a:lnTo>
                    <a:lnTo>
                      <a:pt x="154" y="30"/>
                    </a:lnTo>
                    <a:lnTo>
                      <a:pt x="154" y="30"/>
                    </a:lnTo>
                    <a:lnTo>
                      <a:pt x="150" y="30"/>
                    </a:lnTo>
                    <a:lnTo>
                      <a:pt x="150" y="30"/>
                    </a:lnTo>
                    <a:close/>
                    <a:moveTo>
                      <a:pt x="152" y="16"/>
                    </a:moveTo>
                    <a:lnTo>
                      <a:pt x="152" y="16"/>
                    </a:lnTo>
                    <a:lnTo>
                      <a:pt x="152" y="20"/>
                    </a:lnTo>
                    <a:lnTo>
                      <a:pt x="152" y="20"/>
                    </a:lnTo>
                    <a:lnTo>
                      <a:pt x="156" y="24"/>
                    </a:lnTo>
                    <a:lnTo>
                      <a:pt x="158" y="26"/>
                    </a:lnTo>
                    <a:lnTo>
                      <a:pt x="158" y="26"/>
                    </a:lnTo>
                    <a:lnTo>
                      <a:pt x="158" y="30"/>
                    </a:lnTo>
                    <a:lnTo>
                      <a:pt x="158" y="32"/>
                    </a:lnTo>
                    <a:lnTo>
                      <a:pt x="158" y="34"/>
                    </a:lnTo>
                    <a:lnTo>
                      <a:pt x="160" y="36"/>
                    </a:lnTo>
                    <a:lnTo>
                      <a:pt x="162" y="36"/>
                    </a:lnTo>
                    <a:lnTo>
                      <a:pt x="162" y="36"/>
                    </a:lnTo>
                    <a:lnTo>
                      <a:pt x="162" y="34"/>
                    </a:lnTo>
                    <a:lnTo>
                      <a:pt x="162" y="34"/>
                    </a:lnTo>
                    <a:lnTo>
                      <a:pt x="164" y="28"/>
                    </a:lnTo>
                    <a:lnTo>
                      <a:pt x="160" y="22"/>
                    </a:lnTo>
                    <a:lnTo>
                      <a:pt x="152" y="16"/>
                    </a:lnTo>
                    <a:lnTo>
                      <a:pt x="152" y="16"/>
                    </a:lnTo>
                    <a:close/>
                    <a:moveTo>
                      <a:pt x="136" y="6"/>
                    </a:moveTo>
                    <a:lnTo>
                      <a:pt x="136" y="6"/>
                    </a:lnTo>
                    <a:lnTo>
                      <a:pt x="136" y="10"/>
                    </a:lnTo>
                    <a:lnTo>
                      <a:pt x="136" y="10"/>
                    </a:lnTo>
                    <a:lnTo>
                      <a:pt x="146" y="14"/>
                    </a:lnTo>
                    <a:lnTo>
                      <a:pt x="146" y="14"/>
                    </a:lnTo>
                    <a:lnTo>
                      <a:pt x="148" y="16"/>
                    </a:lnTo>
                    <a:lnTo>
                      <a:pt x="150" y="16"/>
                    </a:lnTo>
                    <a:lnTo>
                      <a:pt x="150" y="16"/>
                    </a:lnTo>
                    <a:lnTo>
                      <a:pt x="150" y="12"/>
                    </a:lnTo>
                    <a:lnTo>
                      <a:pt x="150" y="12"/>
                    </a:lnTo>
                    <a:lnTo>
                      <a:pt x="136" y="6"/>
                    </a:lnTo>
                    <a:lnTo>
                      <a:pt x="136" y="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1" name="Freeform 115">
                <a:extLst>
                  <a:ext uri="{FF2B5EF4-FFF2-40B4-BE49-F238E27FC236}">
                    <a16:creationId xmlns:a16="http://schemas.microsoft.com/office/drawing/2014/main" id="{5853E9E9-9E57-4F48-9310-ACEB9BF965CC}"/>
                  </a:ext>
                </a:extLst>
              </p:cNvPr>
              <p:cNvSpPr>
                <a:spLocks/>
              </p:cNvSpPr>
              <p:nvPr/>
            </p:nvSpPr>
            <p:spPr bwMode="auto">
              <a:xfrm>
                <a:off x="7504090" y="3126158"/>
                <a:ext cx="403122" cy="460541"/>
              </a:xfrm>
              <a:custGeom>
                <a:avLst/>
                <a:gdLst>
                  <a:gd name="T0" fmla="*/ 198 w 206"/>
                  <a:gd name="T1" fmla="*/ 32 h 230"/>
                  <a:gd name="T2" fmla="*/ 178 w 206"/>
                  <a:gd name="T3" fmla="*/ 42 h 230"/>
                  <a:gd name="T4" fmla="*/ 168 w 206"/>
                  <a:gd name="T5" fmla="*/ 52 h 230"/>
                  <a:gd name="T6" fmla="*/ 152 w 206"/>
                  <a:gd name="T7" fmla="*/ 54 h 230"/>
                  <a:gd name="T8" fmla="*/ 160 w 206"/>
                  <a:gd name="T9" fmla="*/ 78 h 230"/>
                  <a:gd name="T10" fmla="*/ 172 w 206"/>
                  <a:gd name="T11" fmla="*/ 90 h 230"/>
                  <a:gd name="T12" fmla="*/ 164 w 206"/>
                  <a:gd name="T13" fmla="*/ 110 h 230"/>
                  <a:gd name="T14" fmla="*/ 156 w 206"/>
                  <a:gd name="T15" fmla="*/ 132 h 230"/>
                  <a:gd name="T16" fmla="*/ 140 w 206"/>
                  <a:gd name="T17" fmla="*/ 146 h 230"/>
                  <a:gd name="T18" fmla="*/ 122 w 206"/>
                  <a:gd name="T19" fmla="*/ 164 h 230"/>
                  <a:gd name="T20" fmla="*/ 112 w 206"/>
                  <a:gd name="T21" fmla="*/ 172 h 230"/>
                  <a:gd name="T22" fmla="*/ 114 w 206"/>
                  <a:gd name="T23" fmla="*/ 186 h 230"/>
                  <a:gd name="T24" fmla="*/ 118 w 206"/>
                  <a:gd name="T25" fmla="*/ 200 h 230"/>
                  <a:gd name="T26" fmla="*/ 116 w 206"/>
                  <a:gd name="T27" fmla="*/ 220 h 230"/>
                  <a:gd name="T28" fmla="*/ 98 w 206"/>
                  <a:gd name="T29" fmla="*/ 224 h 230"/>
                  <a:gd name="T30" fmla="*/ 90 w 206"/>
                  <a:gd name="T31" fmla="*/ 226 h 230"/>
                  <a:gd name="T32" fmla="*/ 88 w 206"/>
                  <a:gd name="T33" fmla="*/ 226 h 230"/>
                  <a:gd name="T34" fmla="*/ 82 w 206"/>
                  <a:gd name="T35" fmla="*/ 222 h 230"/>
                  <a:gd name="T36" fmla="*/ 80 w 206"/>
                  <a:gd name="T37" fmla="*/ 216 h 230"/>
                  <a:gd name="T38" fmla="*/ 70 w 206"/>
                  <a:gd name="T39" fmla="*/ 212 h 230"/>
                  <a:gd name="T40" fmla="*/ 68 w 206"/>
                  <a:gd name="T41" fmla="*/ 204 h 230"/>
                  <a:gd name="T42" fmla="*/ 68 w 206"/>
                  <a:gd name="T43" fmla="*/ 198 h 230"/>
                  <a:gd name="T44" fmla="*/ 56 w 206"/>
                  <a:gd name="T45" fmla="*/ 200 h 230"/>
                  <a:gd name="T46" fmla="*/ 44 w 206"/>
                  <a:gd name="T47" fmla="*/ 204 h 230"/>
                  <a:gd name="T48" fmla="*/ 28 w 206"/>
                  <a:gd name="T49" fmla="*/ 204 h 230"/>
                  <a:gd name="T50" fmla="*/ 20 w 206"/>
                  <a:gd name="T51" fmla="*/ 206 h 230"/>
                  <a:gd name="T52" fmla="*/ 12 w 206"/>
                  <a:gd name="T53" fmla="*/ 206 h 230"/>
                  <a:gd name="T54" fmla="*/ 6 w 206"/>
                  <a:gd name="T55" fmla="*/ 206 h 230"/>
                  <a:gd name="T56" fmla="*/ 0 w 206"/>
                  <a:gd name="T57" fmla="*/ 208 h 230"/>
                  <a:gd name="T58" fmla="*/ 18 w 206"/>
                  <a:gd name="T59" fmla="*/ 178 h 230"/>
                  <a:gd name="T60" fmla="*/ 32 w 206"/>
                  <a:gd name="T61" fmla="*/ 166 h 230"/>
                  <a:gd name="T62" fmla="*/ 22 w 206"/>
                  <a:gd name="T63" fmla="*/ 150 h 230"/>
                  <a:gd name="T64" fmla="*/ 8 w 206"/>
                  <a:gd name="T65" fmla="*/ 134 h 230"/>
                  <a:gd name="T66" fmla="*/ 18 w 206"/>
                  <a:gd name="T67" fmla="*/ 124 h 230"/>
                  <a:gd name="T68" fmla="*/ 40 w 206"/>
                  <a:gd name="T69" fmla="*/ 122 h 230"/>
                  <a:gd name="T70" fmla="*/ 56 w 206"/>
                  <a:gd name="T71" fmla="*/ 118 h 230"/>
                  <a:gd name="T72" fmla="*/ 66 w 206"/>
                  <a:gd name="T73" fmla="*/ 102 h 230"/>
                  <a:gd name="T74" fmla="*/ 82 w 206"/>
                  <a:gd name="T75" fmla="*/ 90 h 230"/>
                  <a:gd name="T76" fmla="*/ 86 w 206"/>
                  <a:gd name="T77" fmla="*/ 76 h 230"/>
                  <a:gd name="T78" fmla="*/ 98 w 206"/>
                  <a:gd name="T79" fmla="*/ 78 h 230"/>
                  <a:gd name="T80" fmla="*/ 104 w 206"/>
                  <a:gd name="T81" fmla="*/ 64 h 230"/>
                  <a:gd name="T82" fmla="*/ 106 w 206"/>
                  <a:gd name="T83" fmla="*/ 48 h 230"/>
                  <a:gd name="T84" fmla="*/ 120 w 206"/>
                  <a:gd name="T85" fmla="*/ 42 h 230"/>
                  <a:gd name="T86" fmla="*/ 124 w 206"/>
                  <a:gd name="T87" fmla="*/ 26 h 230"/>
                  <a:gd name="T88" fmla="*/ 148 w 206"/>
                  <a:gd name="T89" fmla="*/ 6 h 230"/>
                  <a:gd name="T90" fmla="*/ 170 w 206"/>
                  <a:gd name="T91" fmla="*/ 4 h 230"/>
                  <a:gd name="T92" fmla="*/ 196 w 206"/>
                  <a:gd name="T93" fmla="*/ 1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6" h="230">
                    <a:moveTo>
                      <a:pt x="206" y="20"/>
                    </a:moveTo>
                    <a:lnTo>
                      <a:pt x="202" y="26"/>
                    </a:lnTo>
                    <a:lnTo>
                      <a:pt x="198" y="32"/>
                    </a:lnTo>
                    <a:lnTo>
                      <a:pt x="194" y="34"/>
                    </a:lnTo>
                    <a:lnTo>
                      <a:pt x="188" y="40"/>
                    </a:lnTo>
                    <a:lnTo>
                      <a:pt x="178" y="42"/>
                    </a:lnTo>
                    <a:lnTo>
                      <a:pt x="172" y="46"/>
                    </a:lnTo>
                    <a:lnTo>
                      <a:pt x="172" y="48"/>
                    </a:lnTo>
                    <a:lnTo>
                      <a:pt x="168" y="52"/>
                    </a:lnTo>
                    <a:lnTo>
                      <a:pt x="164" y="48"/>
                    </a:lnTo>
                    <a:lnTo>
                      <a:pt x="158" y="52"/>
                    </a:lnTo>
                    <a:lnTo>
                      <a:pt x="152" y="54"/>
                    </a:lnTo>
                    <a:lnTo>
                      <a:pt x="152" y="58"/>
                    </a:lnTo>
                    <a:lnTo>
                      <a:pt x="158" y="64"/>
                    </a:lnTo>
                    <a:lnTo>
                      <a:pt x="160" y="78"/>
                    </a:lnTo>
                    <a:lnTo>
                      <a:pt x="162" y="80"/>
                    </a:lnTo>
                    <a:lnTo>
                      <a:pt x="166" y="84"/>
                    </a:lnTo>
                    <a:lnTo>
                      <a:pt x="172" y="90"/>
                    </a:lnTo>
                    <a:lnTo>
                      <a:pt x="172" y="98"/>
                    </a:lnTo>
                    <a:lnTo>
                      <a:pt x="168" y="104"/>
                    </a:lnTo>
                    <a:lnTo>
                      <a:pt x="164" y="110"/>
                    </a:lnTo>
                    <a:lnTo>
                      <a:pt x="164" y="120"/>
                    </a:lnTo>
                    <a:lnTo>
                      <a:pt x="162" y="128"/>
                    </a:lnTo>
                    <a:lnTo>
                      <a:pt x="156" y="132"/>
                    </a:lnTo>
                    <a:lnTo>
                      <a:pt x="152" y="136"/>
                    </a:lnTo>
                    <a:lnTo>
                      <a:pt x="148" y="142"/>
                    </a:lnTo>
                    <a:lnTo>
                      <a:pt x="140" y="146"/>
                    </a:lnTo>
                    <a:lnTo>
                      <a:pt x="134" y="156"/>
                    </a:lnTo>
                    <a:lnTo>
                      <a:pt x="128" y="162"/>
                    </a:lnTo>
                    <a:lnTo>
                      <a:pt x="122" y="164"/>
                    </a:lnTo>
                    <a:lnTo>
                      <a:pt x="120" y="160"/>
                    </a:lnTo>
                    <a:lnTo>
                      <a:pt x="116" y="168"/>
                    </a:lnTo>
                    <a:lnTo>
                      <a:pt x="112" y="172"/>
                    </a:lnTo>
                    <a:lnTo>
                      <a:pt x="108" y="180"/>
                    </a:lnTo>
                    <a:lnTo>
                      <a:pt x="112" y="184"/>
                    </a:lnTo>
                    <a:lnTo>
                      <a:pt x="114" y="186"/>
                    </a:lnTo>
                    <a:lnTo>
                      <a:pt x="112" y="192"/>
                    </a:lnTo>
                    <a:lnTo>
                      <a:pt x="112" y="198"/>
                    </a:lnTo>
                    <a:lnTo>
                      <a:pt x="118" y="200"/>
                    </a:lnTo>
                    <a:lnTo>
                      <a:pt x="120" y="206"/>
                    </a:lnTo>
                    <a:lnTo>
                      <a:pt x="120" y="222"/>
                    </a:lnTo>
                    <a:lnTo>
                      <a:pt x="116" y="220"/>
                    </a:lnTo>
                    <a:lnTo>
                      <a:pt x="108" y="220"/>
                    </a:lnTo>
                    <a:lnTo>
                      <a:pt x="104" y="220"/>
                    </a:lnTo>
                    <a:lnTo>
                      <a:pt x="98" y="224"/>
                    </a:lnTo>
                    <a:lnTo>
                      <a:pt x="96" y="230"/>
                    </a:lnTo>
                    <a:lnTo>
                      <a:pt x="90" y="230"/>
                    </a:lnTo>
                    <a:lnTo>
                      <a:pt x="90" y="226"/>
                    </a:lnTo>
                    <a:lnTo>
                      <a:pt x="90" y="226"/>
                    </a:lnTo>
                    <a:lnTo>
                      <a:pt x="88" y="226"/>
                    </a:lnTo>
                    <a:lnTo>
                      <a:pt x="88" y="226"/>
                    </a:lnTo>
                    <a:lnTo>
                      <a:pt x="84" y="226"/>
                    </a:lnTo>
                    <a:lnTo>
                      <a:pt x="84" y="226"/>
                    </a:lnTo>
                    <a:lnTo>
                      <a:pt x="82" y="222"/>
                    </a:lnTo>
                    <a:lnTo>
                      <a:pt x="82" y="222"/>
                    </a:lnTo>
                    <a:lnTo>
                      <a:pt x="80" y="216"/>
                    </a:lnTo>
                    <a:lnTo>
                      <a:pt x="80" y="216"/>
                    </a:lnTo>
                    <a:lnTo>
                      <a:pt x="76" y="214"/>
                    </a:lnTo>
                    <a:lnTo>
                      <a:pt x="70" y="212"/>
                    </a:lnTo>
                    <a:lnTo>
                      <a:pt x="70" y="212"/>
                    </a:lnTo>
                    <a:lnTo>
                      <a:pt x="70" y="208"/>
                    </a:lnTo>
                    <a:lnTo>
                      <a:pt x="70" y="204"/>
                    </a:lnTo>
                    <a:lnTo>
                      <a:pt x="68" y="204"/>
                    </a:lnTo>
                    <a:lnTo>
                      <a:pt x="68" y="204"/>
                    </a:lnTo>
                    <a:lnTo>
                      <a:pt x="68" y="198"/>
                    </a:lnTo>
                    <a:lnTo>
                      <a:pt x="68" y="198"/>
                    </a:lnTo>
                    <a:lnTo>
                      <a:pt x="58" y="200"/>
                    </a:lnTo>
                    <a:lnTo>
                      <a:pt x="58" y="200"/>
                    </a:lnTo>
                    <a:lnTo>
                      <a:pt x="56" y="200"/>
                    </a:lnTo>
                    <a:lnTo>
                      <a:pt x="52" y="200"/>
                    </a:lnTo>
                    <a:lnTo>
                      <a:pt x="52" y="200"/>
                    </a:lnTo>
                    <a:lnTo>
                      <a:pt x="44" y="204"/>
                    </a:lnTo>
                    <a:lnTo>
                      <a:pt x="44" y="204"/>
                    </a:lnTo>
                    <a:lnTo>
                      <a:pt x="36" y="204"/>
                    </a:lnTo>
                    <a:lnTo>
                      <a:pt x="28" y="204"/>
                    </a:lnTo>
                    <a:lnTo>
                      <a:pt x="26" y="206"/>
                    </a:lnTo>
                    <a:lnTo>
                      <a:pt x="26" y="206"/>
                    </a:lnTo>
                    <a:lnTo>
                      <a:pt x="20" y="206"/>
                    </a:lnTo>
                    <a:lnTo>
                      <a:pt x="14" y="204"/>
                    </a:lnTo>
                    <a:lnTo>
                      <a:pt x="12" y="206"/>
                    </a:lnTo>
                    <a:lnTo>
                      <a:pt x="12" y="206"/>
                    </a:lnTo>
                    <a:lnTo>
                      <a:pt x="10" y="206"/>
                    </a:lnTo>
                    <a:lnTo>
                      <a:pt x="6" y="206"/>
                    </a:lnTo>
                    <a:lnTo>
                      <a:pt x="6" y="206"/>
                    </a:lnTo>
                    <a:lnTo>
                      <a:pt x="6" y="208"/>
                    </a:lnTo>
                    <a:lnTo>
                      <a:pt x="6" y="208"/>
                    </a:lnTo>
                    <a:lnTo>
                      <a:pt x="0" y="208"/>
                    </a:lnTo>
                    <a:lnTo>
                      <a:pt x="2" y="192"/>
                    </a:lnTo>
                    <a:lnTo>
                      <a:pt x="10" y="180"/>
                    </a:lnTo>
                    <a:lnTo>
                      <a:pt x="18" y="178"/>
                    </a:lnTo>
                    <a:lnTo>
                      <a:pt x="26" y="176"/>
                    </a:lnTo>
                    <a:lnTo>
                      <a:pt x="32" y="172"/>
                    </a:lnTo>
                    <a:lnTo>
                      <a:pt x="32" y="166"/>
                    </a:lnTo>
                    <a:lnTo>
                      <a:pt x="26" y="164"/>
                    </a:lnTo>
                    <a:lnTo>
                      <a:pt x="26" y="156"/>
                    </a:lnTo>
                    <a:lnTo>
                      <a:pt x="22" y="150"/>
                    </a:lnTo>
                    <a:lnTo>
                      <a:pt x="16" y="148"/>
                    </a:lnTo>
                    <a:lnTo>
                      <a:pt x="10" y="138"/>
                    </a:lnTo>
                    <a:lnTo>
                      <a:pt x="8" y="134"/>
                    </a:lnTo>
                    <a:lnTo>
                      <a:pt x="10" y="130"/>
                    </a:lnTo>
                    <a:lnTo>
                      <a:pt x="4" y="116"/>
                    </a:lnTo>
                    <a:lnTo>
                      <a:pt x="18" y="124"/>
                    </a:lnTo>
                    <a:lnTo>
                      <a:pt x="22" y="122"/>
                    </a:lnTo>
                    <a:lnTo>
                      <a:pt x="28" y="122"/>
                    </a:lnTo>
                    <a:lnTo>
                      <a:pt x="40" y="122"/>
                    </a:lnTo>
                    <a:lnTo>
                      <a:pt x="46" y="124"/>
                    </a:lnTo>
                    <a:lnTo>
                      <a:pt x="48" y="120"/>
                    </a:lnTo>
                    <a:lnTo>
                      <a:pt x="56" y="118"/>
                    </a:lnTo>
                    <a:lnTo>
                      <a:pt x="58" y="112"/>
                    </a:lnTo>
                    <a:lnTo>
                      <a:pt x="58" y="106"/>
                    </a:lnTo>
                    <a:lnTo>
                      <a:pt x="66" y="102"/>
                    </a:lnTo>
                    <a:lnTo>
                      <a:pt x="74" y="90"/>
                    </a:lnTo>
                    <a:lnTo>
                      <a:pt x="78" y="92"/>
                    </a:lnTo>
                    <a:lnTo>
                      <a:pt x="82" y="90"/>
                    </a:lnTo>
                    <a:lnTo>
                      <a:pt x="84" y="86"/>
                    </a:lnTo>
                    <a:lnTo>
                      <a:pt x="80" y="80"/>
                    </a:lnTo>
                    <a:lnTo>
                      <a:pt x="86" y="76"/>
                    </a:lnTo>
                    <a:lnTo>
                      <a:pt x="90" y="72"/>
                    </a:lnTo>
                    <a:lnTo>
                      <a:pt x="92" y="76"/>
                    </a:lnTo>
                    <a:lnTo>
                      <a:pt x="98" y="78"/>
                    </a:lnTo>
                    <a:lnTo>
                      <a:pt x="102" y="76"/>
                    </a:lnTo>
                    <a:lnTo>
                      <a:pt x="104" y="70"/>
                    </a:lnTo>
                    <a:lnTo>
                      <a:pt x="104" y="64"/>
                    </a:lnTo>
                    <a:lnTo>
                      <a:pt x="110" y="60"/>
                    </a:lnTo>
                    <a:lnTo>
                      <a:pt x="110" y="52"/>
                    </a:lnTo>
                    <a:lnTo>
                      <a:pt x="106" y="48"/>
                    </a:lnTo>
                    <a:lnTo>
                      <a:pt x="108" y="42"/>
                    </a:lnTo>
                    <a:lnTo>
                      <a:pt x="114" y="44"/>
                    </a:lnTo>
                    <a:lnTo>
                      <a:pt x="120" y="42"/>
                    </a:lnTo>
                    <a:lnTo>
                      <a:pt x="122" y="34"/>
                    </a:lnTo>
                    <a:lnTo>
                      <a:pt x="120" y="28"/>
                    </a:lnTo>
                    <a:lnTo>
                      <a:pt x="124" y="26"/>
                    </a:lnTo>
                    <a:lnTo>
                      <a:pt x="124" y="18"/>
                    </a:lnTo>
                    <a:lnTo>
                      <a:pt x="138" y="8"/>
                    </a:lnTo>
                    <a:lnTo>
                      <a:pt x="148" y="6"/>
                    </a:lnTo>
                    <a:lnTo>
                      <a:pt x="156" y="4"/>
                    </a:lnTo>
                    <a:lnTo>
                      <a:pt x="164" y="4"/>
                    </a:lnTo>
                    <a:lnTo>
                      <a:pt x="170" y="4"/>
                    </a:lnTo>
                    <a:lnTo>
                      <a:pt x="172" y="0"/>
                    </a:lnTo>
                    <a:lnTo>
                      <a:pt x="182" y="0"/>
                    </a:lnTo>
                    <a:lnTo>
                      <a:pt x="196" y="10"/>
                    </a:lnTo>
                    <a:lnTo>
                      <a:pt x="200" y="14"/>
                    </a:lnTo>
                    <a:lnTo>
                      <a:pt x="206" y="2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2" name="Freeform 123">
                <a:extLst>
                  <a:ext uri="{FF2B5EF4-FFF2-40B4-BE49-F238E27FC236}">
                    <a16:creationId xmlns:a16="http://schemas.microsoft.com/office/drawing/2014/main" id="{8A20693B-5953-C548-AEF0-223C86CDFBBB}"/>
                  </a:ext>
                </a:extLst>
              </p:cNvPr>
              <p:cNvSpPr>
                <a:spLocks/>
              </p:cNvSpPr>
              <p:nvPr/>
            </p:nvSpPr>
            <p:spPr bwMode="auto">
              <a:xfrm>
                <a:off x="9163543" y="2873862"/>
                <a:ext cx="156552" cy="224263"/>
              </a:xfrm>
              <a:custGeom>
                <a:avLst/>
                <a:gdLst>
                  <a:gd name="T0" fmla="*/ 50 w 80"/>
                  <a:gd name="T1" fmla="*/ 100 h 112"/>
                  <a:gd name="T2" fmla="*/ 46 w 80"/>
                  <a:gd name="T3" fmla="*/ 96 h 112"/>
                  <a:gd name="T4" fmla="*/ 46 w 80"/>
                  <a:gd name="T5" fmla="*/ 88 h 112"/>
                  <a:gd name="T6" fmla="*/ 32 w 80"/>
                  <a:gd name="T7" fmla="*/ 82 h 112"/>
                  <a:gd name="T8" fmla="*/ 34 w 80"/>
                  <a:gd name="T9" fmla="*/ 78 h 112"/>
                  <a:gd name="T10" fmla="*/ 36 w 80"/>
                  <a:gd name="T11" fmla="*/ 76 h 112"/>
                  <a:gd name="T12" fmla="*/ 36 w 80"/>
                  <a:gd name="T13" fmla="*/ 68 h 112"/>
                  <a:gd name="T14" fmla="*/ 40 w 80"/>
                  <a:gd name="T15" fmla="*/ 66 h 112"/>
                  <a:gd name="T16" fmla="*/ 46 w 80"/>
                  <a:gd name="T17" fmla="*/ 64 h 112"/>
                  <a:gd name="T18" fmla="*/ 52 w 80"/>
                  <a:gd name="T19" fmla="*/ 54 h 112"/>
                  <a:gd name="T20" fmla="*/ 56 w 80"/>
                  <a:gd name="T21" fmla="*/ 54 h 112"/>
                  <a:gd name="T22" fmla="*/ 58 w 80"/>
                  <a:gd name="T23" fmla="*/ 54 h 112"/>
                  <a:gd name="T24" fmla="*/ 62 w 80"/>
                  <a:gd name="T25" fmla="*/ 48 h 112"/>
                  <a:gd name="T26" fmla="*/ 66 w 80"/>
                  <a:gd name="T27" fmla="*/ 48 h 112"/>
                  <a:gd name="T28" fmla="*/ 66 w 80"/>
                  <a:gd name="T29" fmla="*/ 44 h 112"/>
                  <a:gd name="T30" fmla="*/ 62 w 80"/>
                  <a:gd name="T31" fmla="*/ 34 h 112"/>
                  <a:gd name="T32" fmla="*/ 64 w 80"/>
                  <a:gd name="T33" fmla="*/ 30 h 112"/>
                  <a:gd name="T34" fmla="*/ 66 w 80"/>
                  <a:gd name="T35" fmla="*/ 28 h 112"/>
                  <a:gd name="T36" fmla="*/ 68 w 80"/>
                  <a:gd name="T37" fmla="*/ 24 h 112"/>
                  <a:gd name="T38" fmla="*/ 70 w 80"/>
                  <a:gd name="T39" fmla="*/ 24 h 112"/>
                  <a:gd name="T40" fmla="*/ 72 w 80"/>
                  <a:gd name="T41" fmla="*/ 24 h 112"/>
                  <a:gd name="T42" fmla="*/ 80 w 80"/>
                  <a:gd name="T43" fmla="*/ 14 h 112"/>
                  <a:gd name="T44" fmla="*/ 70 w 80"/>
                  <a:gd name="T45" fmla="*/ 10 h 112"/>
                  <a:gd name="T46" fmla="*/ 64 w 80"/>
                  <a:gd name="T47" fmla="*/ 16 h 112"/>
                  <a:gd name="T48" fmla="*/ 54 w 80"/>
                  <a:gd name="T49" fmla="*/ 18 h 112"/>
                  <a:gd name="T50" fmla="*/ 50 w 80"/>
                  <a:gd name="T51" fmla="*/ 26 h 112"/>
                  <a:gd name="T52" fmla="*/ 42 w 80"/>
                  <a:gd name="T53" fmla="*/ 30 h 112"/>
                  <a:gd name="T54" fmla="*/ 34 w 80"/>
                  <a:gd name="T55" fmla="*/ 22 h 112"/>
                  <a:gd name="T56" fmla="*/ 28 w 80"/>
                  <a:gd name="T57" fmla="*/ 32 h 112"/>
                  <a:gd name="T58" fmla="*/ 16 w 80"/>
                  <a:gd name="T59" fmla="*/ 46 h 112"/>
                  <a:gd name="T60" fmla="*/ 6 w 80"/>
                  <a:gd name="T61" fmla="*/ 60 h 112"/>
                  <a:gd name="T62" fmla="*/ 0 w 80"/>
                  <a:gd name="T63" fmla="*/ 70 h 112"/>
                  <a:gd name="T64" fmla="*/ 2 w 80"/>
                  <a:gd name="T65" fmla="*/ 72 h 112"/>
                  <a:gd name="T66" fmla="*/ 8 w 80"/>
                  <a:gd name="T67" fmla="*/ 76 h 112"/>
                  <a:gd name="T68" fmla="*/ 10 w 80"/>
                  <a:gd name="T69" fmla="*/ 88 h 112"/>
                  <a:gd name="T70" fmla="*/ 6 w 80"/>
                  <a:gd name="T71" fmla="*/ 90 h 112"/>
                  <a:gd name="T72" fmla="*/ 0 w 80"/>
                  <a:gd name="T73" fmla="*/ 100 h 112"/>
                  <a:gd name="T74" fmla="*/ 8 w 80"/>
                  <a:gd name="T75" fmla="*/ 102 h 112"/>
                  <a:gd name="T76" fmla="*/ 6 w 80"/>
                  <a:gd name="T77" fmla="*/ 106 h 112"/>
                  <a:gd name="T78" fmla="*/ 10 w 80"/>
                  <a:gd name="T79" fmla="*/ 112 h 112"/>
                  <a:gd name="T80" fmla="*/ 14 w 80"/>
                  <a:gd name="T81" fmla="*/ 110 h 112"/>
                  <a:gd name="T82" fmla="*/ 16 w 80"/>
                  <a:gd name="T83" fmla="*/ 108 h 112"/>
                  <a:gd name="T84" fmla="*/ 24 w 80"/>
                  <a:gd name="T85" fmla="*/ 108 h 112"/>
                  <a:gd name="T86" fmla="*/ 36 w 80"/>
                  <a:gd name="T87" fmla="*/ 98 h 112"/>
                  <a:gd name="T88" fmla="*/ 42 w 80"/>
                  <a:gd name="T89" fmla="*/ 102 h 112"/>
                  <a:gd name="T90" fmla="*/ 50 w 80"/>
                  <a:gd name="T91"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 h="112">
                    <a:moveTo>
                      <a:pt x="50" y="100"/>
                    </a:moveTo>
                    <a:lnTo>
                      <a:pt x="50" y="100"/>
                    </a:lnTo>
                    <a:lnTo>
                      <a:pt x="46" y="96"/>
                    </a:lnTo>
                    <a:lnTo>
                      <a:pt x="46" y="96"/>
                    </a:lnTo>
                    <a:lnTo>
                      <a:pt x="46" y="88"/>
                    </a:lnTo>
                    <a:lnTo>
                      <a:pt x="46" y="88"/>
                    </a:lnTo>
                    <a:lnTo>
                      <a:pt x="40" y="84"/>
                    </a:lnTo>
                    <a:lnTo>
                      <a:pt x="32" y="82"/>
                    </a:lnTo>
                    <a:lnTo>
                      <a:pt x="32" y="82"/>
                    </a:lnTo>
                    <a:lnTo>
                      <a:pt x="34" y="78"/>
                    </a:lnTo>
                    <a:lnTo>
                      <a:pt x="36" y="76"/>
                    </a:lnTo>
                    <a:lnTo>
                      <a:pt x="36" y="76"/>
                    </a:lnTo>
                    <a:lnTo>
                      <a:pt x="36" y="72"/>
                    </a:lnTo>
                    <a:lnTo>
                      <a:pt x="36" y="68"/>
                    </a:lnTo>
                    <a:lnTo>
                      <a:pt x="36" y="68"/>
                    </a:lnTo>
                    <a:lnTo>
                      <a:pt x="40" y="66"/>
                    </a:lnTo>
                    <a:lnTo>
                      <a:pt x="46" y="64"/>
                    </a:lnTo>
                    <a:lnTo>
                      <a:pt x="46" y="64"/>
                    </a:lnTo>
                    <a:lnTo>
                      <a:pt x="50" y="60"/>
                    </a:lnTo>
                    <a:lnTo>
                      <a:pt x="52" y="54"/>
                    </a:lnTo>
                    <a:lnTo>
                      <a:pt x="52" y="54"/>
                    </a:lnTo>
                    <a:lnTo>
                      <a:pt x="56" y="54"/>
                    </a:lnTo>
                    <a:lnTo>
                      <a:pt x="58" y="54"/>
                    </a:lnTo>
                    <a:lnTo>
                      <a:pt x="58" y="54"/>
                    </a:lnTo>
                    <a:lnTo>
                      <a:pt x="60" y="50"/>
                    </a:lnTo>
                    <a:lnTo>
                      <a:pt x="62" y="48"/>
                    </a:lnTo>
                    <a:lnTo>
                      <a:pt x="62" y="48"/>
                    </a:lnTo>
                    <a:lnTo>
                      <a:pt x="66" y="48"/>
                    </a:lnTo>
                    <a:lnTo>
                      <a:pt x="66" y="48"/>
                    </a:lnTo>
                    <a:lnTo>
                      <a:pt x="66" y="44"/>
                    </a:lnTo>
                    <a:lnTo>
                      <a:pt x="64" y="38"/>
                    </a:lnTo>
                    <a:lnTo>
                      <a:pt x="62" y="34"/>
                    </a:lnTo>
                    <a:lnTo>
                      <a:pt x="64" y="30"/>
                    </a:lnTo>
                    <a:lnTo>
                      <a:pt x="64" y="30"/>
                    </a:lnTo>
                    <a:lnTo>
                      <a:pt x="64" y="30"/>
                    </a:lnTo>
                    <a:lnTo>
                      <a:pt x="66" y="28"/>
                    </a:lnTo>
                    <a:lnTo>
                      <a:pt x="66" y="28"/>
                    </a:lnTo>
                    <a:lnTo>
                      <a:pt x="68" y="24"/>
                    </a:lnTo>
                    <a:lnTo>
                      <a:pt x="68" y="24"/>
                    </a:lnTo>
                    <a:lnTo>
                      <a:pt x="70" y="24"/>
                    </a:lnTo>
                    <a:lnTo>
                      <a:pt x="72" y="24"/>
                    </a:lnTo>
                    <a:lnTo>
                      <a:pt x="72" y="24"/>
                    </a:lnTo>
                    <a:lnTo>
                      <a:pt x="80" y="14"/>
                    </a:lnTo>
                    <a:lnTo>
                      <a:pt x="80" y="14"/>
                    </a:lnTo>
                    <a:lnTo>
                      <a:pt x="70" y="0"/>
                    </a:lnTo>
                    <a:lnTo>
                      <a:pt x="70" y="10"/>
                    </a:lnTo>
                    <a:lnTo>
                      <a:pt x="64" y="12"/>
                    </a:lnTo>
                    <a:lnTo>
                      <a:pt x="64" y="16"/>
                    </a:lnTo>
                    <a:lnTo>
                      <a:pt x="60" y="18"/>
                    </a:lnTo>
                    <a:lnTo>
                      <a:pt x="54" y="18"/>
                    </a:lnTo>
                    <a:lnTo>
                      <a:pt x="50" y="22"/>
                    </a:lnTo>
                    <a:lnTo>
                      <a:pt x="50" y="26"/>
                    </a:lnTo>
                    <a:lnTo>
                      <a:pt x="50" y="32"/>
                    </a:lnTo>
                    <a:lnTo>
                      <a:pt x="42" y="30"/>
                    </a:lnTo>
                    <a:lnTo>
                      <a:pt x="38" y="28"/>
                    </a:lnTo>
                    <a:lnTo>
                      <a:pt x="34" y="22"/>
                    </a:lnTo>
                    <a:lnTo>
                      <a:pt x="28" y="24"/>
                    </a:lnTo>
                    <a:lnTo>
                      <a:pt x="28" y="32"/>
                    </a:lnTo>
                    <a:lnTo>
                      <a:pt x="20" y="40"/>
                    </a:lnTo>
                    <a:lnTo>
                      <a:pt x="16" y="46"/>
                    </a:lnTo>
                    <a:lnTo>
                      <a:pt x="10" y="54"/>
                    </a:lnTo>
                    <a:lnTo>
                      <a:pt x="6" y="60"/>
                    </a:lnTo>
                    <a:lnTo>
                      <a:pt x="0" y="70"/>
                    </a:lnTo>
                    <a:lnTo>
                      <a:pt x="0" y="70"/>
                    </a:lnTo>
                    <a:lnTo>
                      <a:pt x="2" y="72"/>
                    </a:lnTo>
                    <a:lnTo>
                      <a:pt x="2" y="72"/>
                    </a:lnTo>
                    <a:lnTo>
                      <a:pt x="8" y="76"/>
                    </a:lnTo>
                    <a:lnTo>
                      <a:pt x="8" y="76"/>
                    </a:lnTo>
                    <a:lnTo>
                      <a:pt x="6" y="82"/>
                    </a:lnTo>
                    <a:lnTo>
                      <a:pt x="10" y="88"/>
                    </a:lnTo>
                    <a:lnTo>
                      <a:pt x="10" y="88"/>
                    </a:lnTo>
                    <a:lnTo>
                      <a:pt x="6" y="90"/>
                    </a:lnTo>
                    <a:lnTo>
                      <a:pt x="2" y="92"/>
                    </a:lnTo>
                    <a:lnTo>
                      <a:pt x="0" y="100"/>
                    </a:lnTo>
                    <a:lnTo>
                      <a:pt x="0" y="100"/>
                    </a:lnTo>
                    <a:lnTo>
                      <a:pt x="8" y="102"/>
                    </a:lnTo>
                    <a:lnTo>
                      <a:pt x="8" y="102"/>
                    </a:lnTo>
                    <a:lnTo>
                      <a:pt x="6" y="106"/>
                    </a:lnTo>
                    <a:lnTo>
                      <a:pt x="8" y="110"/>
                    </a:lnTo>
                    <a:lnTo>
                      <a:pt x="10" y="112"/>
                    </a:lnTo>
                    <a:lnTo>
                      <a:pt x="10" y="112"/>
                    </a:lnTo>
                    <a:lnTo>
                      <a:pt x="14" y="110"/>
                    </a:lnTo>
                    <a:lnTo>
                      <a:pt x="16" y="108"/>
                    </a:lnTo>
                    <a:lnTo>
                      <a:pt x="16" y="108"/>
                    </a:lnTo>
                    <a:lnTo>
                      <a:pt x="20" y="108"/>
                    </a:lnTo>
                    <a:lnTo>
                      <a:pt x="24" y="108"/>
                    </a:lnTo>
                    <a:lnTo>
                      <a:pt x="32" y="100"/>
                    </a:lnTo>
                    <a:lnTo>
                      <a:pt x="36" y="98"/>
                    </a:lnTo>
                    <a:lnTo>
                      <a:pt x="36" y="98"/>
                    </a:lnTo>
                    <a:lnTo>
                      <a:pt x="42" y="102"/>
                    </a:lnTo>
                    <a:lnTo>
                      <a:pt x="42" y="102"/>
                    </a:lnTo>
                    <a:lnTo>
                      <a:pt x="50" y="100"/>
                    </a:lnTo>
                    <a:lnTo>
                      <a:pt x="50" y="10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3" name="Freeform 130">
                <a:extLst>
                  <a:ext uri="{FF2B5EF4-FFF2-40B4-BE49-F238E27FC236}">
                    <a16:creationId xmlns:a16="http://schemas.microsoft.com/office/drawing/2014/main" id="{D6C17F8C-DF97-7147-9570-217800F75F5B}"/>
                  </a:ext>
                </a:extLst>
              </p:cNvPr>
              <p:cNvSpPr>
                <a:spLocks/>
              </p:cNvSpPr>
              <p:nvPr/>
            </p:nvSpPr>
            <p:spPr bwMode="auto">
              <a:xfrm>
                <a:off x="7997229" y="3370444"/>
                <a:ext cx="215259" cy="132155"/>
              </a:xfrm>
              <a:custGeom>
                <a:avLst/>
                <a:gdLst>
                  <a:gd name="T0" fmla="*/ 108 w 110"/>
                  <a:gd name="T1" fmla="*/ 42 h 66"/>
                  <a:gd name="T2" fmla="*/ 98 w 110"/>
                  <a:gd name="T3" fmla="*/ 40 h 66"/>
                  <a:gd name="T4" fmla="*/ 86 w 110"/>
                  <a:gd name="T5" fmla="*/ 38 h 66"/>
                  <a:gd name="T6" fmla="*/ 80 w 110"/>
                  <a:gd name="T7" fmla="*/ 34 h 66"/>
                  <a:gd name="T8" fmla="*/ 74 w 110"/>
                  <a:gd name="T9" fmla="*/ 34 h 66"/>
                  <a:gd name="T10" fmla="*/ 70 w 110"/>
                  <a:gd name="T11" fmla="*/ 30 h 66"/>
                  <a:gd name="T12" fmla="*/ 64 w 110"/>
                  <a:gd name="T13" fmla="*/ 24 h 66"/>
                  <a:gd name="T14" fmla="*/ 58 w 110"/>
                  <a:gd name="T15" fmla="*/ 20 h 66"/>
                  <a:gd name="T16" fmla="*/ 58 w 110"/>
                  <a:gd name="T17" fmla="*/ 14 h 66"/>
                  <a:gd name="T18" fmla="*/ 52 w 110"/>
                  <a:gd name="T19" fmla="*/ 10 h 66"/>
                  <a:gd name="T20" fmla="*/ 46 w 110"/>
                  <a:gd name="T21" fmla="*/ 12 h 66"/>
                  <a:gd name="T22" fmla="*/ 40 w 110"/>
                  <a:gd name="T23" fmla="*/ 12 h 66"/>
                  <a:gd name="T24" fmla="*/ 34 w 110"/>
                  <a:gd name="T25" fmla="*/ 2 h 66"/>
                  <a:gd name="T26" fmla="*/ 28 w 110"/>
                  <a:gd name="T27" fmla="*/ 0 h 66"/>
                  <a:gd name="T28" fmla="*/ 22 w 110"/>
                  <a:gd name="T29" fmla="*/ 0 h 66"/>
                  <a:gd name="T30" fmla="*/ 16 w 110"/>
                  <a:gd name="T31" fmla="*/ 0 h 66"/>
                  <a:gd name="T32" fmla="*/ 12 w 110"/>
                  <a:gd name="T33" fmla="*/ 0 h 66"/>
                  <a:gd name="T34" fmla="*/ 4 w 110"/>
                  <a:gd name="T35" fmla="*/ 6 h 66"/>
                  <a:gd name="T36" fmla="*/ 0 w 110"/>
                  <a:gd name="T37" fmla="*/ 14 h 66"/>
                  <a:gd name="T38" fmla="*/ 2 w 110"/>
                  <a:gd name="T39" fmla="*/ 22 h 66"/>
                  <a:gd name="T40" fmla="*/ 10 w 110"/>
                  <a:gd name="T41" fmla="*/ 26 h 66"/>
                  <a:gd name="T42" fmla="*/ 10 w 110"/>
                  <a:gd name="T43" fmla="*/ 30 h 66"/>
                  <a:gd name="T44" fmla="*/ 18 w 110"/>
                  <a:gd name="T45" fmla="*/ 34 h 66"/>
                  <a:gd name="T46" fmla="*/ 26 w 110"/>
                  <a:gd name="T47" fmla="*/ 36 h 66"/>
                  <a:gd name="T48" fmla="*/ 34 w 110"/>
                  <a:gd name="T49" fmla="*/ 42 h 66"/>
                  <a:gd name="T50" fmla="*/ 42 w 110"/>
                  <a:gd name="T51" fmla="*/ 42 h 66"/>
                  <a:gd name="T52" fmla="*/ 48 w 110"/>
                  <a:gd name="T53" fmla="*/ 46 h 66"/>
                  <a:gd name="T54" fmla="*/ 52 w 110"/>
                  <a:gd name="T55" fmla="*/ 50 h 66"/>
                  <a:gd name="T56" fmla="*/ 58 w 110"/>
                  <a:gd name="T57" fmla="*/ 52 h 66"/>
                  <a:gd name="T58" fmla="*/ 64 w 110"/>
                  <a:gd name="T59" fmla="*/ 58 h 66"/>
                  <a:gd name="T60" fmla="*/ 74 w 110"/>
                  <a:gd name="T61" fmla="*/ 58 h 66"/>
                  <a:gd name="T62" fmla="*/ 86 w 110"/>
                  <a:gd name="T63" fmla="*/ 64 h 66"/>
                  <a:gd name="T64" fmla="*/ 94 w 110"/>
                  <a:gd name="T65" fmla="*/ 64 h 66"/>
                  <a:gd name="T66" fmla="*/ 100 w 110"/>
                  <a:gd name="T67" fmla="*/ 66 h 66"/>
                  <a:gd name="T68" fmla="*/ 106 w 110"/>
                  <a:gd name="T69" fmla="*/ 64 h 66"/>
                  <a:gd name="T70" fmla="*/ 108 w 110"/>
                  <a:gd name="T71" fmla="*/ 62 h 66"/>
                  <a:gd name="T72" fmla="*/ 110 w 110"/>
                  <a:gd name="T73" fmla="*/ 58 h 66"/>
                  <a:gd name="T74" fmla="*/ 106 w 110"/>
                  <a:gd name="T75" fmla="*/ 54 h 66"/>
                  <a:gd name="T76" fmla="*/ 108 w 110"/>
                  <a:gd name="T77" fmla="*/ 50 h 66"/>
                  <a:gd name="T78" fmla="*/ 108 w 110"/>
                  <a:gd name="T79" fmla="*/ 4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0" h="66">
                    <a:moveTo>
                      <a:pt x="108" y="42"/>
                    </a:moveTo>
                    <a:lnTo>
                      <a:pt x="98" y="40"/>
                    </a:lnTo>
                    <a:lnTo>
                      <a:pt x="86" y="38"/>
                    </a:lnTo>
                    <a:lnTo>
                      <a:pt x="80" y="34"/>
                    </a:lnTo>
                    <a:lnTo>
                      <a:pt x="74" y="34"/>
                    </a:lnTo>
                    <a:lnTo>
                      <a:pt x="70" y="30"/>
                    </a:lnTo>
                    <a:lnTo>
                      <a:pt x="64" y="24"/>
                    </a:lnTo>
                    <a:lnTo>
                      <a:pt x="58" y="20"/>
                    </a:lnTo>
                    <a:lnTo>
                      <a:pt x="58" y="14"/>
                    </a:lnTo>
                    <a:lnTo>
                      <a:pt x="52" y="10"/>
                    </a:lnTo>
                    <a:lnTo>
                      <a:pt x="46" y="12"/>
                    </a:lnTo>
                    <a:lnTo>
                      <a:pt x="40" y="12"/>
                    </a:lnTo>
                    <a:lnTo>
                      <a:pt x="34" y="2"/>
                    </a:lnTo>
                    <a:lnTo>
                      <a:pt x="28" y="0"/>
                    </a:lnTo>
                    <a:lnTo>
                      <a:pt x="22" y="0"/>
                    </a:lnTo>
                    <a:lnTo>
                      <a:pt x="16" y="0"/>
                    </a:lnTo>
                    <a:lnTo>
                      <a:pt x="12" y="0"/>
                    </a:lnTo>
                    <a:lnTo>
                      <a:pt x="4" y="6"/>
                    </a:lnTo>
                    <a:lnTo>
                      <a:pt x="0" y="14"/>
                    </a:lnTo>
                    <a:lnTo>
                      <a:pt x="2" y="22"/>
                    </a:lnTo>
                    <a:lnTo>
                      <a:pt x="10" y="26"/>
                    </a:lnTo>
                    <a:lnTo>
                      <a:pt x="10" y="30"/>
                    </a:lnTo>
                    <a:lnTo>
                      <a:pt x="18" y="34"/>
                    </a:lnTo>
                    <a:lnTo>
                      <a:pt x="26" y="36"/>
                    </a:lnTo>
                    <a:lnTo>
                      <a:pt x="34" y="42"/>
                    </a:lnTo>
                    <a:lnTo>
                      <a:pt x="42" y="42"/>
                    </a:lnTo>
                    <a:lnTo>
                      <a:pt x="48" y="46"/>
                    </a:lnTo>
                    <a:lnTo>
                      <a:pt x="52" y="50"/>
                    </a:lnTo>
                    <a:lnTo>
                      <a:pt x="58" y="52"/>
                    </a:lnTo>
                    <a:lnTo>
                      <a:pt x="64" y="58"/>
                    </a:lnTo>
                    <a:lnTo>
                      <a:pt x="74" y="58"/>
                    </a:lnTo>
                    <a:lnTo>
                      <a:pt x="86" y="64"/>
                    </a:lnTo>
                    <a:lnTo>
                      <a:pt x="94" y="64"/>
                    </a:lnTo>
                    <a:lnTo>
                      <a:pt x="100" y="66"/>
                    </a:lnTo>
                    <a:lnTo>
                      <a:pt x="106" y="64"/>
                    </a:lnTo>
                    <a:lnTo>
                      <a:pt x="108" y="62"/>
                    </a:lnTo>
                    <a:lnTo>
                      <a:pt x="110" y="58"/>
                    </a:lnTo>
                    <a:lnTo>
                      <a:pt x="106" y="54"/>
                    </a:lnTo>
                    <a:lnTo>
                      <a:pt x="108" y="50"/>
                    </a:lnTo>
                    <a:lnTo>
                      <a:pt x="108" y="4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4" name="Freeform 141">
                <a:extLst>
                  <a:ext uri="{FF2B5EF4-FFF2-40B4-BE49-F238E27FC236}">
                    <a16:creationId xmlns:a16="http://schemas.microsoft.com/office/drawing/2014/main" id="{506109E6-33B8-C042-B7CB-04F77109A40F}"/>
                  </a:ext>
                </a:extLst>
              </p:cNvPr>
              <p:cNvSpPr>
                <a:spLocks noEditPoints="1"/>
              </p:cNvSpPr>
              <p:nvPr/>
            </p:nvSpPr>
            <p:spPr bwMode="auto">
              <a:xfrm>
                <a:off x="8525593" y="4155366"/>
                <a:ext cx="485312" cy="204239"/>
              </a:xfrm>
              <a:custGeom>
                <a:avLst/>
                <a:gdLst>
                  <a:gd name="T0" fmla="*/ 126 w 248"/>
                  <a:gd name="T1" fmla="*/ 96 h 102"/>
                  <a:gd name="T2" fmla="*/ 142 w 248"/>
                  <a:gd name="T3" fmla="*/ 102 h 102"/>
                  <a:gd name="T4" fmla="*/ 158 w 248"/>
                  <a:gd name="T5" fmla="*/ 96 h 102"/>
                  <a:gd name="T6" fmla="*/ 178 w 248"/>
                  <a:gd name="T7" fmla="*/ 96 h 102"/>
                  <a:gd name="T8" fmla="*/ 188 w 248"/>
                  <a:gd name="T9" fmla="*/ 82 h 102"/>
                  <a:gd name="T10" fmla="*/ 196 w 248"/>
                  <a:gd name="T11" fmla="*/ 72 h 102"/>
                  <a:gd name="T12" fmla="*/ 204 w 248"/>
                  <a:gd name="T13" fmla="*/ 54 h 102"/>
                  <a:gd name="T14" fmla="*/ 224 w 248"/>
                  <a:gd name="T15" fmla="*/ 50 h 102"/>
                  <a:gd name="T16" fmla="*/ 226 w 248"/>
                  <a:gd name="T17" fmla="*/ 46 h 102"/>
                  <a:gd name="T18" fmla="*/ 236 w 248"/>
                  <a:gd name="T19" fmla="*/ 44 h 102"/>
                  <a:gd name="T20" fmla="*/ 238 w 248"/>
                  <a:gd name="T21" fmla="*/ 44 h 102"/>
                  <a:gd name="T22" fmla="*/ 238 w 248"/>
                  <a:gd name="T23" fmla="*/ 40 h 102"/>
                  <a:gd name="T24" fmla="*/ 236 w 248"/>
                  <a:gd name="T25" fmla="*/ 36 h 102"/>
                  <a:gd name="T26" fmla="*/ 244 w 248"/>
                  <a:gd name="T27" fmla="*/ 34 h 102"/>
                  <a:gd name="T28" fmla="*/ 248 w 248"/>
                  <a:gd name="T29" fmla="*/ 28 h 102"/>
                  <a:gd name="T30" fmla="*/ 242 w 248"/>
                  <a:gd name="T31" fmla="*/ 20 h 102"/>
                  <a:gd name="T32" fmla="*/ 236 w 248"/>
                  <a:gd name="T33" fmla="*/ 22 h 102"/>
                  <a:gd name="T34" fmla="*/ 232 w 248"/>
                  <a:gd name="T35" fmla="*/ 16 h 102"/>
                  <a:gd name="T36" fmla="*/ 234 w 248"/>
                  <a:gd name="T37" fmla="*/ 10 h 102"/>
                  <a:gd name="T38" fmla="*/ 228 w 248"/>
                  <a:gd name="T39" fmla="*/ 6 h 102"/>
                  <a:gd name="T40" fmla="*/ 228 w 248"/>
                  <a:gd name="T41" fmla="*/ 2 h 102"/>
                  <a:gd name="T42" fmla="*/ 226 w 248"/>
                  <a:gd name="T43" fmla="*/ 4 h 102"/>
                  <a:gd name="T44" fmla="*/ 222 w 248"/>
                  <a:gd name="T45" fmla="*/ 4 h 102"/>
                  <a:gd name="T46" fmla="*/ 218 w 248"/>
                  <a:gd name="T47" fmla="*/ 0 h 102"/>
                  <a:gd name="T48" fmla="*/ 212 w 248"/>
                  <a:gd name="T49" fmla="*/ 14 h 102"/>
                  <a:gd name="T50" fmla="*/ 202 w 248"/>
                  <a:gd name="T51" fmla="*/ 26 h 102"/>
                  <a:gd name="T52" fmla="*/ 204 w 248"/>
                  <a:gd name="T53" fmla="*/ 30 h 102"/>
                  <a:gd name="T54" fmla="*/ 202 w 248"/>
                  <a:gd name="T55" fmla="*/ 36 h 102"/>
                  <a:gd name="T56" fmla="*/ 200 w 248"/>
                  <a:gd name="T57" fmla="*/ 46 h 102"/>
                  <a:gd name="T58" fmla="*/ 192 w 248"/>
                  <a:gd name="T59" fmla="*/ 50 h 102"/>
                  <a:gd name="T60" fmla="*/ 182 w 248"/>
                  <a:gd name="T61" fmla="*/ 44 h 102"/>
                  <a:gd name="T62" fmla="*/ 170 w 248"/>
                  <a:gd name="T63" fmla="*/ 66 h 102"/>
                  <a:gd name="T64" fmla="*/ 162 w 248"/>
                  <a:gd name="T65" fmla="*/ 66 h 102"/>
                  <a:gd name="T66" fmla="*/ 146 w 248"/>
                  <a:gd name="T67" fmla="*/ 72 h 102"/>
                  <a:gd name="T68" fmla="*/ 146 w 248"/>
                  <a:gd name="T69" fmla="*/ 78 h 102"/>
                  <a:gd name="T70" fmla="*/ 144 w 248"/>
                  <a:gd name="T71" fmla="*/ 86 h 102"/>
                  <a:gd name="T72" fmla="*/ 142 w 248"/>
                  <a:gd name="T73" fmla="*/ 90 h 102"/>
                  <a:gd name="T74" fmla="*/ 136 w 248"/>
                  <a:gd name="T75" fmla="*/ 88 h 102"/>
                  <a:gd name="T76" fmla="*/ 132 w 248"/>
                  <a:gd name="T77" fmla="*/ 84 h 102"/>
                  <a:gd name="T78" fmla="*/ 128 w 248"/>
                  <a:gd name="T79" fmla="*/ 86 h 102"/>
                  <a:gd name="T80" fmla="*/ 124 w 248"/>
                  <a:gd name="T81" fmla="*/ 82 h 102"/>
                  <a:gd name="T82" fmla="*/ 2 w 248"/>
                  <a:gd name="T83" fmla="*/ 24 h 102"/>
                  <a:gd name="T84" fmla="*/ 4 w 248"/>
                  <a:gd name="T85" fmla="*/ 32 h 102"/>
                  <a:gd name="T86" fmla="*/ 8 w 248"/>
                  <a:gd name="T87" fmla="*/ 50 h 102"/>
                  <a:gd name="T88" fmla="*/ 8 w 248"/>
                  <a:gd name="T89" fmla="*/ 56 h 102"/>
                  <a:gd name="T90" fmla="*/ 14 w 248"/>
                  <a:gd name="T91" fmla="*/ 62 h 102"/>
                  <a:gd name="T92" fmla="*/ 16 w 248"/>
                  <a:gd name="T93" fmla="*/ 72 h 102"/>
                  <a:gd name="T94" fmla="*/ 26 w 248"/>
                  <a:gd name="T95" fmla="*/ 80 h 102"/>
                  <a:gd name="T96" fmla="*/ 28 w 248"/>
                  <a:gd name="T97" fmla="*/ 84 h 102"/>
                  <a:gd name="T98" fmla="*/ 42 w 248"/>
                  <a:gd name="T99" fmla="*/ 90 h 102"/>
                  <a:gd name="T100" fmla="*/ 52 w 248"/>
                  <a:gd name="T101" fmla="*/ 88 h 102"/>
                  <a:gd name="T102" fmla="*/ 52 w 248"/>
                  <a:gd name="T103" fmla="*/ 82 h 102"/>
                  <a:gd name="T104" fmla="*/ 48 w 248"/>
                  <a:gd name="T105" fmla="*/ 74 h 102"/>
                  <a:gd name="T106" fmla="*/ 44 w 248"/>
                  <a:gd name="T107" fmla="*/ 68 h 102"/>
                  <a:gd name="T108" fmla="*/ 42 w 248"/>
                  <a:gd name="T109" fmla="*/ 58 h 102"/>
                  <a:gd name="T110" fmla="*/ 44 w 248"/>
                  <a:gd name="T111" fmla="*/ 42 h 102"/>
                  <a:gd name="T112" fmla="*/ 38 w 248"/>
                  <a:gd name="T113" fmla="*/ 32 h 102"/>
                  <a:gd name="T114" fmla="*/ 32 w 248"/>
                  <a:gd name="T115" fmla="*/ 20 h 102"/>
                  <a:gd name="T116" fmla="*/ 24 w 248"/>
                  <a:gd name="T117" fmla="*/ 14 h 102"/>
                  <a:gd name="T118" fmla="*/ 16 w 248"/>
                  <a:gd name="T119" fmla="*/ 22 h 102"/>
                  <a:gd name="T120" fmla="*/ 12 w 248"/>
                  <a:gd name="T121" fmla="*/ 20 h 102"/>
                  <a:gd name="T122" fmla="*/ 0 w 248"/>
                  <a:gd name="T123" fmla="*/ 1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8" h="102">
                    <a:moveTo>
                      <a:pt x="124" y="82"/>
                    </a:moveTo>
                    <a:lnTo>
                      <a:pt x="124" y="90"/>
                    </a:lnTo>
                    <a:lnTo>
                      <a:pt x="126" y="96"/>
                    </a:lnTo>
                    <a:lnTo>
                      <a:pt x="132" y="98"/>
                    </a:lnTo>
                    <a:lnTo>
                      <a:pt x="136" y="100"/>
                    </a:lnTo>
                    <a:lnTo>
                      <a:pt x="142" y="102"/>
                    </a:lnTo>
                    <a:lnTo>
                      <a:pt x="148" y="100"/>
                    </a:lnTo>
                    <a:lnTo>
                      <a:pt x="156" y="98"/>
                    </a:lnTo>
                    <a:lnTo>
                      <a:pt x="158" y="96"/>
                    </a:lnTo>
                    <a:lnTo>
                      <a:pt x="166" y="94"/>
                    </a:lnTo>
                    <a:lnTo>
                      <a:pt x="170" y="96"/>
                    </a:lnTo>
                    <a:lnTo>
                      <a:pt x="178" y="96"/>
                    </a:lnTo>
                    <a:lnTo>
                      <a:pt x="184" y="92"/>
                    </a:lnTo>
                    <a:lnTo>
                      <a:pt x="186" y="90"/>
                    </a:lnTo>
                    <a:lnTo>
                      <a:pt x="188" y="82"/>
                    </a:lnTo>
                    <a:lnTo>
                      <a:pt x="188" y="78"/>
                    </a:lnTo>
                    <a:lnTo>
                      <a:pt x="192" y="76"/>
                    </a:lnTo>
                    <a:lnTo>
                      <a:pt x="196" y="72"/>
                    </a:lnTo>
                    <a:lnTo>
                      <a:pt x="198" y="68"/>
                    </a:lnTo>
                    <a:lnTo>
                      <a:pt x="202" y="64"/>
                    </a:lnTo>
                    <a:lnTo>
                      <a:pt x="204" y="54"/>
                    </a:lnTo>
                    <a:lnTo>
                      <a:pt x="206" y="50"/>
                    </a:lnTo>
                    <a:lnTo>
                      <a:pt x="214" y="52"/>
                    </a:lnTo>
                    <a:lnTo>
                      <a:pt x="224" y="50"/>
                    </a:lnTo>
                    <a:lnTo>
                      <a:pt x="224" y="50"/>
                    </a:lnTo>
                    <a:lnTo>
                      <a:pt x="226" y="46"/>
                    </a:lnTo>
                    <a:lnTo>
                      <a:pt x="226" y="46"/>
                    </a:lnTo>
                    <a:lnTo>
                      <a:pt x="234" y="48"/>
                    </a:lnTo>
                    <a:lnTo>
                      <a:pt x="234" y="48"/>
                    </a:lnTo>
                    <a:lnTo>
                      <a:pt x="236" y="44"/>
                    </a:lnTo>
                    <a:lnTo>
                      <a:pt x="236" y="44"/>
                    </a:lnTo>
                    <a:lnTo>
                      <a:pt x="238" y="44"/>
                    </a:lnTo>
                    <a:lnTo>
                      <a:pt x="238" y="44"/>
                    </a:lnTo>
                    <a:lnTo>
                      <a:pt x="238" y="44"/>
                    </a:lnTo>
                    <a:lnTo>
                      <a:pt x="238" y="40"/>
                    </a:lnTo>
                    <a:lnTo>
                      <a:pt x="238" y="40"/>
                    </a:lnTo>
                    <a:lnTo>
                      <a:pt x="236" y="38"/>
                    </a:lnTo>
                    <a:lnTo>
                      <a:pt x="236" y="38"/>
                    </a:lnTo>
                    <a:lnTo>
                      <a:pt x="236" y="36"/>
                    </a:lnTo>
                    <a:lnTo>
                      <a:pt x="236" y="34"/>
                    </a:lnTo>
                    <a:lnTo>
                      <a:pt x="236" y="34"/>
                    </a:lnTo>
                    <a:lnTo>
                      <a:pt x="244" y="34"/>
                    </a:lnTo>
                    <a:lnTo>
                      <a:pt x="246" y="32"/>
                    </a:lnTo>
                    <a:lnTo>
                      <a:pt x="248" y="30"/>
                    </a:lnTo>
                    <a:lnTo>
                      <a:pt x="248" y="28"/>
                    </a:lnTo>
                    <a:lnTo>
                      <a:pt x="248" y="28"/>
                    </a:lnTo>
                    <a:lnTo>
                      <a:pt x="244" y="24"/>
                    </a:lnTo>
                    <a:lnTo>
                      <a:pt x="242" y="20"/>
                    </a:lnTo>
                    <a:lnTo>
                      <a:pt x="242" y="20"/>
                    </a:lnTo>
                    <a:lnTo>
                      <a:pt x="236" y="22"/>
                    </a:lnTo>
                    <a:lnTo>
                      <a:pt x="236" y="22"/>
                    </a:lnTo>
                    <a:lnTo>
                      <a:pt x="236" y="18"/>
                    </a:lnTo>
                    <a:lnTo>
                      <a:pt x="236" y="18"/>
                    </a:lnTo>
                    <a:lnTo>
                      <a:pt x="232" y="16"/>
                    </a:lnTo>
                    <a:lnTo>
                      <a:pt x="232" y="16"/>
                    </a:lnTo>
                    <a:lnTo>
                      <a:pt x="234" y="10"/>
                    </a:lnTo>
                    <a:lnTo>
                      <a:pt x="234" y="10"/>
                    </a:lnTo>
                    <a:lnTo>
                      <a:pt x="230" y="6"/>
                    </a:lnTo>
                    <a:lnTo>
                      <a:pt x="230" y="6"/>
                    </a:lnTo>
                    <a:lnTo>
                      <a:pt x="228" y="6"/>
                    </a:lnTo>
                    <a:lnTo>
                      <a:pt x="228" y="6"/>
                    </a:lnTo>
                    <a:lnTo>
                      <a:pt x="228" y="2"/>
                    </a:lnTo>
                    <a:lnTo>
                      <a:pt x="228" y="2"/>
                    </a:lnTo>
                    <a:lnTo>
                      <a:pt x="226" y="4"/>
                    </a:lnTo>
                    <a:lnTo>
                      <a:pt x="226" y="4"/>
                    </a:lnTo>
                    <a:lnTo>
                      <a:pt x="226" y="4"/>
                    </a:lnTo>
                    <a:lnTo>
                      <a:pt x="226" y="4"/>
                    </a:lnTo>
                    <a:lnTo>
                      <a:pt x="222" y="4"/>
                    </a:lnTo>
                    <a:lnTo>
                      <a:pt x="222" y="4"/>
                    </a:lnTo>
                    <a:lnTo>
                      <a:pt x="220" y="2"/>
                    </a:lnTo>
                    <a:lnTo>
                      <a:pt x="220" y="0"/>
                    </a:lnTo>
                    <a:lnTo>
                      <a:pt x="218" y="0"/>
                    </a:lnTo>
                    <a:lnTo>
                      <a:pt x="218" y="0"/>
                    </a:lnTo>
                    <a:lnTo>
                      <a:pt x="214" y="8"/>
                    </a:lnTo>
                    <a:lnTo>
                      <a:pt x="212" y="14"/>
                    </a:lnTo>
                    <a:lnTo>
                      <a:pt x="200" y="24"/>
                    </a:lnTo>
                    <a:lnTo>
                      <a:pt x="200" y="24"/>
                    </a:lnTo>
                    <a:lnTo>
                      <a:pt x="202" y="26"/>
                    </a:lnTo>
                    <a:lnTo>
                      <a:pt x="204" y="26"/>
                    </a:lnTo>
                    <a:lnTo>
                      <a:pt x="204" y="26"/>
                    </a:lnTo>
                    <a:lnTo>
                      <a:pt x="204" y="30"/>
                    </a:lnTo>
                    <a:lnTo>
                      <a:pt x="204" y="30"/>
                    </a:lnTo>
                    <a:lnTo>
                      <a:pt x="202" y="32"/>
                    </a:lnTo>
                    <a:lnTo>
                      <a:pt x="202" y="36"/>
                    </a:lnTo>
                    <a:lnTo>
                      <a:pt x="198" y="36"/>
                    </a:lnTo>
                    <a:lnTo>
                      <a:pt x="202" y="46"/>
                    </a:lnTo>
                    <a:lnTo>
                      <a:pt x="200" y="46"/>
                    </a:lnTo>
                    <a:lnTo>
                      <a:pt x="196" y="44"/>
                    </a:lnTo>
                    <a:lnTo>
                      <a:pt x="194" y="48"/>
                    </a:lnTo>
                    <a:lnTo>
                      <a:pt x="192" y="50"/>
                    </a:lnTo>
                    <a:lnTo>
                      <a:pt x="188" y="50"/>
                    </a:lnTo>
                    <a:lnTo>
                      <a:pt x="182" y="44"/>
                    </a:lnTo>
                    <a:lnTo>
                      <a:pt x="182" y="44"/>
                    </a:lnTo>
                    <a:lnTo>
                      <a:pt x="182" y="46"/>
                    </a:lnTo>
                    <a:lnTo>
                      <a:pt x="170" y="66"/>
                    </a:lnTo>
                    <a:lnTo>
                      <a:pt x="170" y="66"/>
                    </a:lnTo>
                    <a:lnTo>
                      <a:pt x="166" y="66"/>
                    </a:lnTo>
                    <a:lnTo>
                      <a:pt x="162" y="66"/>
                    </a:lnTo>
                    <a:lnTo>
                      <a:pt x="162" y="66"/>
                    </a:lnTo>
                    <a:lnTo>
                      <a:pt x="154" y="68"/>
                    </a:lnTo>
                    <a:lnTo>
                      <a:pt x="146" y="72"/>
                    </a:lnTo>
                    <a:lnTo>
                      <a:pt x="146" y="72"/>
                    </a:lnTo>
                    <a:lnTo>
                      <a:pt x="146" y="76"/>
                    </a:lnTo>
                    <a:lnTo>
                      <a:pt x="146" y="78"/>
                    </a:lnTo>
                    <a:lnTo>
                      <a:pt x="146" y="78"/>
                    </a:lnTo>
                    <a:lnTo>
                      <a:pt x="146" y="78"/>
                    </a:lnTo>
                    <a:lnTo>
                      <a:pt x="144" y="86"/>
                    </a:lnTo>
                    <a:lnTo>
                      <a:pt x="144" y="86"/>
                    </a:lnTo>
                    <a:lnTo>
                      <a:pt x="142" y="86"/>
                    </a:lnTo>
                    <a:lnTo>
                      <a:pt x="142" y="86"/>
                    </a:lnTo>
                    <a:lnTo>
                      <a:pt x="142" y="90"/>
                    </a:lnTo>
                    <a:lnTo>
                      <a:pt x="142" y="90"/>
                    </a:lnTo>
                    <a:lnTo>
                      <a:pt x="138" y="90"/>
                    </a:lnTo>
                    <a:lnTo>
                      <a:pt x="136" y="88"/>
                    </a:lnTo>
                    <a:lnTo>
                      <a:pt x="134" y="86"/>
                    </a:lnTo>
                    <a:lnTo>
                      <a:pt x="134" y="86"/>
                    </a:lnTo>
                    <a:lnTo>
                      <a:pt x="132" y="84"/>
                    </a:lnTo>
                    <a:lnTo>
                      <a:pt x="130" y="86"/>
                    </a:lnTo>
                    <a:lnTo>
                      <a:pt x="130" y="86"/>
                    </a:lnTo>
                    <a:lnTo>
                      <a:pt x="128" y="86"/>
                    </a:lnTo>
                    <a:lnTo>
                      <a:pt x="128" y="86"/>
                    </a:lnTo>
                    <a:lnTo>
                      <a:pt x="124" y="82"/>
                    </a:lnTo>
                    <a:lnTo>
                      <a:pt x="124" y="82"/>
                    </a:lnTo>
                    <a:close/>
                    <a:moveTo>
                      <a:pt x="0" y="18"/>
                    </a:moveTo>
                    <a:lnTo>
                      <a:pt x="0" y="18"/>
                    </a:lnTo>
                    <a:lnTo>
                      <a:pt x="2" y="24"/>
                    </a:lnTo>
                    <a:lnTo>
                      <a:pt x="4" y="28"/>
                    </a:lnTo>
                    <a:lnTo>
                      <a:pt x="4" y="28"/>
                    </a:lnTo>
                    <a:lnTo>
                      <a:pt x="4" y="32"/>
                    </a:lnTo>
                    <a:lnTo>
                      <a:pt x="2" y="36"/>
                    </a:lnTo>
                    <a:lnTo>
                      <a:pt x="2" y="36"/>
                    </a:lnTo>
                    <a:lnTo>
                      <a:pt x="8" y="50"/>
                    </a:lnTo>
                    <a:lnTo>
                      <a:pt x="8" y="50"/>
                    </a:lnTo>
                    <a:lnTo>
                      <a:pt x="8" y="54"/>
                    </a:lnTo>
                    <a:lnTo>
                      <a:pt x="8" y="56"/>
                    </a:lnTo>
                    <a:lnTo>
                      <a:pt x="8" y="56"/>
                    </a:lnTo>
                    <a:lnTo>
                      <a:pt x="10" y="58"/>
                    </a:lnTo>
                    <a:lnTo>
                      <a:pt x="14" y="62"/>
                    </a:lnTo>
                    <a:lnTo>
                      <a:pt x="14" y="62"/>
                    </a:lnTo>
                    <a:lnTo>
                      <a:pt x="14" y="68"/>
                    </a:lnTo>
                    <a:lnTo>
                      <a:pt x="16" y="72"/>
                    </a:lnTo>
                    <a:lnTo>
                      <a:pt x="16" y="72"/>
                    </a:lnTo>
                    <a:lnTo>
                      <a:pt x="20" y="76"/>
                    </a:lnTo>
                    <a:lnTo>
                      <a:pt x="26" y="80"/>
                    </a:lnTo>
                    <a:lnTo>
                      <a:pt x="26" y="80"/>
                    </a:lnTo>
                    <a:lnTo>
                      <a:pt x="28" y="84"/>
                    </a:lnTo>
                    <a:lnTo>
                      <a:pt x="28" y="84"/>
                    </a:lnTo>
                    <a:lnTo>
                      <a:pt x="42" y="92"/>
                    </a:lnTo>
                    <a:lnTo>
                      <a:pt x="42" y="90"/>
                    </a:lnTo>
                    <a:lnTo>
                      <a:pt x="42" y="90"/>
                    </a:lnTo>
                    <a:lnTo>
                      <a:pt x="46" y="88"/>
                    </a:lnTo>
                    <a:lnTo>
                      <a:pt x="46" y="88"/>
                    </a:lnTo>
                    <a:lnTo>
                      <a:pt x="52" y="88"/>
                    </a:lnTo>
                    <a:lnTo>
                      <a:pt x="52" y="88"/>
                    </a:lnTo>
                    <a:lnTo>
                      <a:pt x="52" y="82"/>
                    </a:lnTo>
                    <a:lnTo>
                      <a:pt x="52" y="82"/>
                    </a:lnTo>
                    <a:lnTo>
                      <a:pt x="50" y="78"/>
                    </a:lnTo>
                    <a:lnTo>
                      <a:pt x="48" y="74"/>
                    </a:lnTo>
                    <a:lnTo>
                      <a:pt x="48" y="74"/>
                    </a:lnTo>
                    <a:lnTo>
                      <a:pt x="48" y="70"/>
                    </a:lnTo>
                    <a:lnTo>
                      <a:pt x="48" y="70"/>
                    </a:lnTo>
                    <a:lnTo>
                      <a:pt x="44" y="68"/>
                    </a:lnTo>
                    <a:lnTo>
                      <a:pt x="42" y="66"/>
                    </a:lnTo>
                    <a:lnTo>
                      <a:pt x="42" y="66"/>
                    </a:lnTo>
                    <a:lnTo>
                      <a:pt x="42" y="58"/>
                    </a:lnTo>
                    <a:lnTo>
                      <a:pt x="42" y="54"/>
                    </a:lnTo>
                    <a:lnTo>
                      <a:pt x="42" y="54"/>
                    </a:lnTo>
                    <a:lnTo>
                      <a:pt x="44" y="42"/>
                    </a:lnTo>
                    <a:lnTo>
                      <a:pt x="40" y="34"/>
                    </a:lnTo>
                    <a:lnTo>
                      <a:pt x="40" y="34"/>
                    </a:lnTo>
                    <a:lnTo>
                      <a:pt x="38" y="32"/>
                    </a:lnTo>
                    <a:lnTo>
                      <a:pt x="38" y="32"/>
                    </a:lnTo>
                    <a:lnTo>
                      <a:pt x="36" y="24"/>
                    </a:lnTo>
                    <a:lnTo>
                      <a:pt x="32" y="20"/>
                    </a:lnTo>
                    <a:lnTo>
                      <a:pt x="32" y="20"/>
                    </a:lnTo>
                    <a:lnTo>
                      <a:pt x="28" y="16"/>
                    </a:lnTo>
                    <a:lnTo>
                      <a:pt x="24" y="14"/>
                    </a:lnTo>
                    <a:lnTo>
                      <a:pt x="22" y="16"/>
                    </a:lnTo>
                    <a:lnTo>
                      <a:pt x="22" y="24"/>
                    </a:lnTo>
                    <a:lnTo>
                      <a:pt x="16" y="22"/>
                    </a:lnTo>
                    <a:lnTo>
                      <a:pt x="16" y="26"/>
                    </a:lnTo>
                    <a:lnTo>
                      <a:pt x="12" y="26"/>
                    </a:lnTo>
                    <a:lnTo>
                      <a:pt x="12" y="20"/>
                    </a:lnTo>
                    <a:lnTo>
                      <a:pt x="6" y="16"/>
                    </a:lnTo>
                    <a:lnTo>
                      <a:pt x="0" y="18"/>
                    </a:lnTo>
                    <a:lnTo>
                      <a:pt x="0" y="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5" name="Freeform 152">
                <a:extLst>
                  <a:ext uri="{FF2B5EF4-FFF2-40B4-BE49-F238E27FC236}">
                    <a16:creationId xmlns:a16="http://schemas.microsoft.com/office/drawing/2014/main" id="{75D1937C-687F-8941-A12E-BEAEEC5D87DF}"/>
                  </a:ext>
                </a:extLst>
              </p:cNvPr>
              <p:cNvSpPr>
                <a:spLocks/>
              </p:cNvSpPr>
              <p:nvPr/>
            </p:nvSpPr>
            <p:spPr bwMode="auto">
              <a:xfrm>
                <a:off x="8529506" y="3630750"/>
                <a:ext cx="180035" cy="284334"/>
              </a:xfrm>
              <a:custGeom>
                <a:avLst/>
                <a:gdLst>
                  <a:gd name="T0" fmla="*/ 2 w 92"/>
                  <a:gd name="T1" fmla="*/ 36 h 142"/>
                  <a:gd name="T2" fmla="*/ 0 w 92"/>
                  <a:gd name="T3" fmla="*/ 44 h 142"/>
                  <a:gd name="T4" fmla="*/ 4 w 92"/>
                  <a:gd name="T5" fmla="*/ 48 h 142"/>
                  <a:gd name="T6" fmla="*/ 10 w 92"/>
                  <a:gd name="T7" fmla="*/ 52 h 142"/>
                  <a:gd name="T8" fmla="*/ 8 w 92"/>
                  <a:gd name="T9" fmla="*/ 62 h 142"/>
                  <a:gd name="T10" fmla="*/ 10 w 92"/>
                  <a:gd name="T11" fmla="*/ 68 h 142"/>
                  <a:gd name="T12" fmla="*/ 10 w 92"/>
                  <a:gd name="T13" fmla="*/ 78 h 142"/>
                  <a:gd name="T14" fmla="*/ 18 w 92"/>
                  <a:gd name="T15" fmla="*/ 78 h 142"/>
                  <a:gd name="T16" fmla="*/ 28 w 92"/>
                  <a:gd name="T17" fmla="*/ 68 h 142"/>
                  <a:gd name="T18" fmla="*/ 32 w 92"/>
                  <a:gd name="T19" fmla="*/ 72 h 142"/>
                  <a:gd name="T20" fmla="*/ 40 w 92"/>
                  <a:gd name="T21" fmla="*/ 78 h 142"/>
                  <a:gd name="T22" fmla="*/ 52 w 92"/>
                  <a:gd name="T23" fmla="*/ 86 h 142"/>
                  <a:gd name="T24" fmla="*/ 52 w 92"/>
                  <a:gd name="T25" fmla="*/ 100 h 142"/>
                  <a:gd name="T26" fmla="*/ 60 w 92"/>
                  <a:gd name="T27" fmla="*/ 108 h 142"/>
                  <a:gd name="T28" fmla="*/ 62 w 92"/>
                  <a:gd name="T29" fmla="*/ 118 h 142"/>
                  <a:gd name="T30" fmla="*/ 62 w 92"/>
                  <a:gd name="T31" fmla="*/ 126 h 142"/>
                  <a:gd name="T32" fmla="*/ 56 w 92"/>
                  <a:gd name="T33" fmla="*/ 134 h 142"/>
                  <a:gd name="T34" fmla="*/ 66 w 92"/>
                  <a:gd name="T35" fmla="*/ 138 h 142"/>
                  <a:gd name="T36" fmla="*/ 74 w 92"/>
                  <a:gd name="T37" fmla="*/ 140 h 142"/>
                  <a:gd name="T38" fmla="*/ 78 w 92"/>
                  <a:gd name="T39" fmla="*/ 128 h 142"/>
                  <a:gd name="T40" fmla="*/ 86 w 92"/>
                  <a:gd name="T41" fmla="*/ 134 h 142"/>
                  <a:gd name="T42" fmla="*/ 92 w 92"/>
                  <a:gd name="T43" fmla="*/ 128 h 142"/>
                  <a:gd name="T44" fmla="*/ 90 w 92"/>
                  <a:gd name="T45" fmla="*/ 112 h 142"/>
                  <a:gd name="T46" fmla="*/ 82 w 92"/>
                  <a:gd name="T47" fmla="*/ 102 h 142"/>
                  <a:gd name="T48" fmla="*/ 74 w 92"/>
                  <a:gd name="T49" fmla="*/ 92 h 142"/>
                  <a:gd name="T50" fmla="*/ 68 w 92"/>
                  <a:gd name="T51" fmla="*/ 82 h 142"/>
                  <a:gd name="T52" fmla="*/ 58 w 92"/>
                  <a:gd name="T53" fmla="*/ 70 h 142"/>
                  <a:gd name="T54" fmla="*/ 48 w 92"/>
                  <a:gd name="T55" fmla="*/ 56 h 142"/>
                  <a:gd name="T56" fmla="*/ 52 w 92"/>
                  <a:gd name="T57" fmla="*/ 46 h 142"/>
                  <a:gd name="T58" fmla="*/ 62 w 92"/>
                  <a:gd name="T59" fmla="*/ 40 h 142"/>
                  <a:gd name="T60" fmla="*/ 56 w 92"/>
                  <a:gd name="T61" fmla="*/ 28 h 142"/>
                  <a:gd name="T62" fmla="*/ 46 w 92"/>
                  <a:gd name="T63" fmla="*/ 30 h 142"/>
                  <a:gd name="T64" fmla="*/ 40 w 92"/>
                  <a:gd name="T65" fmla="*/ 24 h 142"/>
                  <a:gd name="T66" fmla="*/ 30 w 92"/>
                  <a:gd name="T67" fmla="*/ 16 h 142"/>
                  <a:gd name="T68" fmla="*/ 24 w 92"/>
                  <a:gd name="T69" fmla="*/ 2 h 142"/>
                  <a:gd name="T70" fmla="*/ 16 w 92"/>
                  <a:gd name="T71" fmla="*/ 6 h 142"/>
                  <a:gd name="T72" fmla="*/ 20 w 92"/>
                  <a:gd name="T73" fmla="*/ 24 h 142"/>
                  <a:gd name="T74" fmla="*/ 16 w 92"/>
                  <a:gd name="T75" fmla="*/ 30 h 142"/>
                  <a:gd name="T76" fmla="*/ 8 w 92"/>
                  <a:gd name="T77" fmla="*/ 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 h="142">
                    <a:moveTo>
                      <a:pt x="8" y="30"/>
                    </a:moveTo>
                    <a:lnTo>
                      <a:pt x="2" y="36"/>
                    </a:lnTo>
                    <a:lnTo>
                      <a:pt x="2" y="42"/>
                    </a:lnTo>
                    <a:lnTo>
                      <a:pt x="0" y="44"/>
                    </a:lnTo>
                    <a:lnTo>
                      <a:pt x="0" y="48"/>
                    </a:lnTo>
                    <a:lnTo>
                      <a:pt x="4" y="48"/>
                    </a:lnTo>
                    <a:lnTo>
                      <a:pt x="8" y="48"/>
                    </a:lnTo>
                    <a:lnTo>
                      <a:pt x="10" y="52"/>
                    </a:lnTo>
                    <a:lnTo>
                      <a:pt x="6" y="60"/>
                    </a:lnTo>
                    <a:lnTo>
                      <a:pt x="8" y="62"/>
                    </a:lnTo>
                    <a:lnTo>
                      <a:pt x="8" y="66"/>
                    </a:lnTo>
                    <a:lnTo>
                      <a:pt x="10" y="68"/>
                    </a:lnTo>
                    <a:lnTo>
                      <a:pt x="12" y="74"/>
                    </a:lnTo>
                    <a:lnTo>
                      <a:pt x="10" y="78"/>
                    </a:lnTo>
                    <a:lnTo>
                      <a:pt x="14" y="80"/>
                    </a:lnTo>
                    <a:lnTo>
                      <a:pt x="18" y="78"/>
                    </a:lnTo>
                    <a:lnTo>
                      <a:pt x="20" y="74"/>
                    </a:lnTo>
                    <a:lnTo>
                      <a:pt x="28" y="68"/>
                    </a:lnTo>
                    <a:lnTo>
                      <a:pt x="32" y="70"/>
                    </a:lnTo>
                    <a:lnTo>
                      <a:pt x="32" y="72"/>
                    </a:lnTo>
                    <a:lnTo>
                      <a:pt x="34" y="74"/>
                    </a:lnTo>
                    <a:lnTo>
                      <a:pt x="40" y="78"/>
                    </a:lnTo>
                    <a:lnTo>
                      <a:pt x="46" y="78"/>
                    </a:lnTo>
                    <a:lnTo>
                      <a:pt x="52" y="86"/>
                    </a:lnTo>
                    <a:lnTo>
                      <a:pt x="52" y="92"/>
                    </a:lnTo>
                    <a:lnTo>
                      <a:pt x="52" y="100"/>
                    </a:lnTo>
                    <a:lnTo>
                      <a:pt x="56" y="104"/>
                    </a:lnTo>
                    <a:lnTo>
                      <a:pt x="60" y="108"/>
                    </a:lnTo>
                    <a:lnTo>
                      <a:pt x="62" y="112"/>
                    </a:lnTo>
                    <a:lnTo>
                      <a:pt x="62" y="118"/>
                    </a:lnTo>
                    <a:lnTo>
                      <a:pt x="64" y="120"/>
                    </a:lnTo>
                    <a:lnTo>
                      <a:pt x="62" y="126"/>
                    </a:lnTo>
                    <a:lnTo>
                      <a:pt x="60" y="130"/>
                    </a:lnTo>
                    <a:lnTo>
                      <a:pt x="56" y="134"/>
                    </a:lnTo>
                    <a:lnTo>
                      <a:pt x="64" y="136"/>
                    </a:lnTo>
                    <a:lnTo>
                      <a:pt x="66" y="138"/>
                    </a:lnTo>
                    <a:lnTo>
                      <a:pt x="70" y="142"/>
                    </a:lnTo>
                    <a:lnTo>
                      <a:pt x="74" y="140"/>
                    </a:lnTo>
                    <a:lnTo>
                      <a:pt x="74" y="134"/>
                    </a:lnTo>
                    <a:lnTo>
                      <a:pt x="78" y="128"/>
                    </a:lnTo>
                    <a:lnTo>
                      <a:pt x="82" y="130"/>
                    </a:lnTo>
                    <a:lnTo>
                      <a:pt x="86" y="134"/>
                    </a:lnTo>
                    <a:lnTo>
                      <a:pt x="92" y="132"/>
                    </a:lnTo>
                    <a:lnTo>
                      <a:pt x="92" y="128"/>
                    </a:lnTo>
                    <a:lnTo>
                      <a:pt x="92" y="118"/>
                    </a:lnTo>
                    <a:lnTo>
                      <a:pt x="90" y="112"/>
                    </a:lnTo>
                    <a:lnTo>
                      <a:pt x="86" y="110"/>
                    </a:lnTo>
                    <a:lnTo>
                      <a:pt x="82" y="102"/>
                    </a:lnTo>
                    <a:lnTo>
                      <a:pt x="80" y="96"/>
                    </a:lnTo>
                    <a:lnTo>
                      <a:pt x="74" y="92"/>
                    </a:lnTo>
                    <a:lnTo>
                      <a:pt x="70" y="88"/>
                    </a:lnTo>
                    <a:lnTo>
                      <a:pt x="68" y="82"/>
                    </a:lnTo>
                    <a:lnTo>
                      <a:pt x="64" y="78"/>
                    </a:lnTo>
                    <a:lnTo>
                      <a:pt x="58" y="70"/>
                    </a:lnTo>
                    <a:lnTo>
                      <a:pt x="56" y="60"/>
                    </a:lnTo>
                    <a:lnTo>
                      <a:pt x="48" y="56"/>
                    </a:lnTo>
                    <a:lnTo>
                      <a:pt x="48" y="48"/>
                    </a:lnTo>
                    <a:lnTo>
                      <a:pt x="52" y="46"/>
                    </a:lnTo>
                    <a:lnTo>
                      <a:pt x="58" y="42"/>
                    </a:lnTo>
                    <a:lnTo>
                      <a:pt x="62" y="40"/>
                    </a:lnTo>
                    <a:lnTo>
                      <a:pt x="62" y="32"/>
                    </a:lnTo>
                    <a:lnTo>
                      <a:pt x="56" y="28"/>
                    </a:lnTo>
                    <a:lnTo>
                      <a:pt x="50" y="26"/>
                    </a:lnTo>
                    <a:lnTo>
                      <a:pt x="46" y="30"/>
                    </a:lnTo>
                    <a:lnTo>
                      <a:pt x="40" y="28"/>
                    </a:lnTo>
                    <a:lnTo>
                      <a:pt x="40" y="24"/>
                    </a:lnTo>
                    <a:lnTo>
                      <a:pt x="34" y="22"/>
                    </a:lnTo>
                    <a:lnTo>
                      <a:pt x="30" y="16"/>
                    </a:lnTo>
                    <a:lnTo>
                      <a:pt x="30" y="12"/>
                    </a:lnTo>
                    <a:lnTo>
                      <a:pt x="24" y="2"/>
                    </a:lnTo>
                    <a:lnTo>
                      <a:pt x="20" y="0"/>
                    </a:lnTo>
                    <a:lnTo>
                      <a:pt x="16" y="6"/>
                    </a:lnTo>
                    <a:lnTo>
                      <a:pt x="20" y="14"/>
                    </a:lnTo>
                    <a:lnTo>
                      <a:pt x="20" y="24"/>
                    </a:lnTo>
                    <a:lnTo>
                      <a:pt x="16" y="30"/>
                    </a:lnTo>
                    <a:lnTo>
                      <a:pt x="16" y="30"/>
                    </a:lnTo>
                    <a:lnTo>
                      <a:pt x="8" y="30"/>
                    </a:lnTo>
                    <a:lnTo>
                      <a:pt x="8" y="3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6" name="Freeform 153">
                <a:extLst>
                  <a:ext uri="{FF2B5EF4-FFF2-40B4-BE49-F238E27FC236}">
                    <a16:creationId xmlns:a16="http://schemas.microsoft.com/office/drawing/2014/main" id="{610DED0A-4BD3-134D-96A6-19EBCD8418CB}"/>
                  </a:ext>
                </a:extLst>
              </p:cNvPr>
              <p:cNvSpPr>
                <a:spLocks/>
              </p:cNvSpPr>
              <p:nvPr/>
            </p:nvSpPr>
            <p:spPr bwMode="auto">
              <a:xfrm>
                <a:off x="7711521" y="2885876"/>
                <a:ext cx="289621" cy="140165"/>
              </a:xfrm>
              <a:custGeom>
                <a:avLst/>
                <a:gdLst>
                  <a:gd name="T0" fmla="*/ 54 w 148"/>
                  <a:gd name="T1" fmla="*/ 64 h 70"/>
                  <a:gd name="T2" fmla="*/ 60 w 148"/>
                  <a:gd name="T3" fmla="*/ 62 h 70"/>
                  <a:gd name="T4" fmla="*/ 68 w 148"/>
                  <a:gd name="T5" fmla="*/ 52 h 70"/>
                  <a:gd name="T6" fmla="*/ 74 w 148"/>
                  <a:gd name="T7" fmla="*/ 54 h 70"/>
                  <a:gd name="T8" fmla="*/ 78 w 148"/>
                  <a:gd name="T9" fmla="*/ 58 h 70"/>
                  <a:gd name="T10" fmla="*/ 84 w 148"/>
                  <a:gd name="T11" fmla="*/ 56 h 70"/>
                  <a:gd name="T12" fmla="*/ 92 w 148"/>
                  <a:gd name="T13" fmla="*/ 54 h 70"/>
                  <a:gd name="T14" fmla="*/ 96 w 148"/>
                  <a:gd name="T15" fmla="*/ 50 h 70"/>
                  <a:gd name="T16" fmla="*/ 98 w 148"/>
                  <a:gd name="T17" fmla="*/ 40 h 70"/>
                  <a:gd name="T18" fmla="*/ 104 w 148"/>
                  <a:gd name="T19" fmla="*/ 36 h 70"/>
                  <a:gd name="T20" fmla="*/ 120 w 148"/>
                  <a:gd name="T21" fmla="*/ 34 h 70"/>
                  <a:gd name="T22" fmla="*/ 120 w 148"/>
                  <a:gd name="T23" fmla="*/ 30 h 70"/>
                  <a:gd name="T24" fmla="*/ 126 w 148"/>
                  <a:gd name="T25" fmla="*/ 24 h 70"/>
                  <a:gd name="T26" fmla="*/ 136 w 148"/>
                  <a:gd name="T27" fmla="*/ 18 h 70"/>
                  <a:gd name="T28" fmla="*/ 148 w 148"/>
                  <a:gd name="T29" fmla="*/ 12 h 70"/>
                  <a:gd name="T30" fmla="*/ 136 w 148"/>
                  <a:gd name="T31" fmla="*/ 8 h 70"/>
                  <a:gd name="T32" fmla="*/ 130 w 148"/>
                  <a:gd name="T33" fmla="*/ 2 h 70"/>
                  <a:gd name="T34" fmla="*/ 118 w 148"/>
                  <a:gd name="T35" fmla="*/ 0 h 70"/>
                  <a:gd name="T36" fmla="*/ 96 w 148"/>
                  <a:gd name="T37" fmla="*/ 0 h 70"/>
                  <a:gd name="T38" fmla="*/ 82 w 148"/>
                  <a:gd name="T39" fmla="*/ 8 h 70"/>
                  <a:gd name="T40" fmla="*/ 78 w 148"/>
                  <a:gd name="T41" fmla="*/ 6 h 70"/>
                  <a:gd name="T42" fmla="*/ 76 w 148"/>
                  <a:gd name="T43" fmla="*/ 4 h 70"/>
                  <a:gd name="T44" fmla="*/ 70 w 148"/>
                  <a:gd name="T45" fmla="*/ 0 h 70"/>
                  <a:gd name="T46" fmla="*/ 64 w 148"/>
                  <a:gd name="T47" fmla="*/ 4 h 70"/>
                  <a:gd name="T48" fmla="*/ 58 w 148"/>
                  <a:gd name="T49" fmla="*/ 6 h 70"/>
                  <a:gd name="T50" fmla="*/ 54 w 148"/>
                  <a:gd name="T51" fmla="*/ 10 h 70"/>
                  <a:gd name="T52" fmla="*/ 50 w 148"/>
                  <a:gd name="T53" fmla="*/ 14 h 70"/>
                  <a:gd name="T54" fmla="*/ 38 w 148"/>
                  <a:gd name="T55" fmla="*/ 6 h 70"/>
                  <a:gd name="T56" fmla="*/ 24 w 148"/>
                  <a:gd name="T57" fmla="*/ 6 h 70"/>
                  <a:gd name="T58" fmla="*/ 18 w 148"/>
                  <a:gd name="T59" fmla="*/ 14 h 70"/>
                  <a:gd name="T60" fmla="*/ 22 w 148"/>
                  <a:gd name="T61" fmla="*/ 12 h 70"/>
                  <a:gd name="T62" fmla="*/ 24 w 148"/>
                  <a:gd name="T63" fmla="*/ 18 h 70"/>
                  <a:gd name="T64" fmla="*/ 18 w 148"/>
                  <a:gd name="T65" fmla="*/ 24 h 70"/>
                  <a:gd name="T66" fmla="*/ 14 w 148"/>
                  <a:gd name="T67" fmla="*/ 26 h 70"/>
                  <a:gd name="T68" fmla="*/ 18 w 148"/>
                  <a:gd name="T69" fmla="*/ 30 h 70"/>
                  <a:gd name="T70" fmla="*/ 22 w 148"/>
                  <a:gd name="T71" fmla="*/ 30 h 70"/>
                  <a:gd name="T72" fmla="*/ 28 w 148"/>
                  <a:gd name="T73" fmla="*/ 32 h 70"/>
                  <a:gd name="T74" fmla="*/ 30 w 148"/>
                  <a:gd name="T75" fmla="*/ 36 h 70"/>
                  <a:gd name="T76" fmla="*/ 40 w 148"/>
                  <a:gd name="T77" fmla="*/ 38 h 70"/>
                  <a:gd name="T78" fmla="*/ 46 w 148"/>
                  <a:gd name="T79" fmla="*/ 40 h 70"/>
                  <a:gd name="T80" fmla="*/ 44 w 148"/>
                  <a:gd name="T81" fmla="*/ 42 h 70"/>
                  <a:gd name="T82" fmla="*/ 32 w 148"/>
                  <a:gd name="T83" fmla="*/ 54 h 70"/>
                  <a:gd name="T84" fmla="*/ 26 w 148"/>
                  <a:gd name="T85" fmla="*/ 54 h 70"/>
                  <a:gd name="T86" fmla="*/ 18 w 148"/>
                  <a:gd name="T87" fmla="*/ 58 h 70"/>
                  <a:gd name="T88" fmla="*/ 16 w 148"/>
                  <a:gd name="T89" fmla="*/ 56 h 70"/>
                  <a:gd name="T90" fmla="*/ 8 w 148"/>
                  <a:gd name="T91" fmla="*/ 56 h 70"/>
                  <a:gd name="T92" fmla="*/ 14 w 148"/>
                  <a:gd name="T93" fmla="*/ 64 h 70"/>
                  <a:gd name="T94" fmla="*/ 16 w 148"/>
                  <a:gd name="T95" fmla="*/ 68 h 70"/>
                  <a:gd name="T96" fmla="*/ 22 w 148"/>
                  <a:gd name="T97" fmla="*/ 66 h 70"/>
                  <a:gd name="T98" fmla="*/ 26 w 148"/>
                  <a:gd name="T99" fmla="*/ 68 h 70"/>
                  <a:gd name="T100" fmla="*/ 32 w 148"/>
                  <a:gd name="T101" fmla="*/ 70 h 70"/>
                  <a:gd name="T102" fmla="*/ 40 w 148"/>
                  <a:gd name="T103" fmla="*/ 70 h 70"/>
                  <a:gd name="T104" fmla="*/ 50 w 148"/>
                  <a:gd name="T105" fmla="*/ 6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8" h="70">
                    <a:moveTo>
                      <a:pt x="50" y="68"/>
                    </a:moveTo>
                    <a:lnTo>
                      <a:pt x="50" y="68"/>
                    </a:lnTo>
                    <a:lnTo>
                      <a:pt x="54" y="64"/>
                    </a:lnTo>
                    <a:lnTo>
                      <a:pt x="54" y="64"/>
                    </a:lnTo>
                    <a:lnTo>
                      <a:pt x="60" y="62"/>
                    </a:lnTo>
                    <a:lnTo>
                      <a:pt x="60" y="62"/>
                    </a:lnTo>
                    <a:lnTo>
                      <a:pt x="64" y="56"/>
                    </a:lnTo>
                    <a:lnTo>
                      <a:pt x="64" y="56"/>
                    </a:lnTo>
                    <a:lnTo>
                      <a:pt x="68" y="52"/>
                    </a:lnTo>
                    <a:lnTo>
                      <a:pt x="72" y="52"/>
                    </a:lnTo>
                    <a:lnTo>
                      <a:pt x="72" y="52"/>
                    </a:lnTo>
                    <a:lnTo>
                      <a:pt x="74" y="54"/>
                    </a:lnTo>
                    <a:lnTo>
                      <a:pt x="74" y="56"/>
                    </a:lnTo>
                    <a:lnTo>
                      <a:pt x="76" y="58"/>
                    </a:lnTo>
                    <a:lnTo>
                      <a:pt x="78" y="58"/>
                    </a:lnTo>
                    <a:lnTo>
                      <a:pt x="78" y="58"/>
                    </a:lnTo>
                    <a:lnTo>
                      <a:pt x="80" y="58"/>
                    </a:lnTo>
                    <a:lnTo>
                      <a:pt x="84" y="56"/>
                    </a:lnTo>
                    <a:lnTo>
                      <a:pt x="84" y="56"/>
                    </a:lnTo>
                    <a:lnTo>
                      <a:pt x="90" y="54"/>
                    </a:lnTo>
                    <a:lnTo>
                      <a:pt x="92" y="54"/>
                    </a:lnTo>
                    <a:lnTo>
                      <a:pt x="96" y="52"/>
                    </a:lnTo>
                    <a:lnTo>
                      <a:pt x="96" y="52"/>
                    </a:lnTo>
                    <a:lnTo>
                      <a:pt x="96" y="50"/>
                    </a:lnTo>
                    <a:lnTo>
                      <a:pt x="98" y="46"/>
                    </a:lnTo>
                    <a:lnTo>
                      <a:pt x="98" y="44"/>
                    </a:lnTo>
                    <a:lnTo>
                      <a:pt x="98" y="40"/>
                    </a:lnTo>
                    <a:lnTo>
                      <a:pt x="98" y="40"/>
                    </a:lnTo>
                    <a:lnTo>
                      <a:pt x="100" y="38"/>
                    </a:lnTo>
                    <a:lnTo>
                      <a:pt x="104" y="36"/>
                    </a:lnTo>
                    <a:lnTo>
                      <a:pt x="112" y="34"/>
                    </a:lnTo>
                    <a:lnTo>
                      <a:pt x="118" y="34"/>
                    </a:lnTo>
                    <a:lnTo>
                      <a:pt x="120" y="34"/>
                    </a:lnTo>
                    <a:lnTo>
                      <a:pt x="120" y="32"/>
                    </a:lnTo>
                    <a:lnTo>
                      <a:pt x="120" y="32"/>
                    </a:lnTo>
                    <a:lnTo>
                      <a:pt x="120" y="30"/>
                    </a:lnTo>
                    <a:lnTo>
                      <a:pt x="122" y="26"/>
                    </a:lnTo>
                    <a:lnTo>
                      <a:pt x="122" y="26"/>
                    </a:lnTo>
                    <a:lnTo>
                      <a:pt x="126" y="24"/>
                    </a:lnTo>
                    <a:lnTo>
                      <a:pt x="130" y="24"/>
                    </a:lnTo>
                    <a:lnTo>
                      <a:pt x="130" y="24"/>
                    </a:lnTo>
                    <a:lnTo>
                      <a:pt x="136" y="18"/>
                    </a:lnTo>
                    <a:lnTo>
                      <a:pt x="136" y="18"/>
                    </a:lnTo>
                    <a:lnTo>
                      <a:pt x="142" y="14"/>
                    </a:lnTo>
                    <a:lnTo>
                      <a:pt x="148" y="12"/>
                    </a:lnTo>
                    <a:lnTo>
                      <a:pt x="140" y="8"/>
                    </a:lnTo>
                    <a:lnTo>
                      <a:pt x="140" y="8"/>
                    </a:lnTo>
                    <a:lnTo>
                      <a:pt x="136" y="8"/>
                    </a:lnTo>
                    <a:lnTo>
                      <a:pt x="132" y="6"/>
                    </a:lnTo>
                    <a:lnTo>
                      <a:pt x="132" y="6"/>
                    </a:lnTo>
                    <a:lnTo>
                      <a:pt x="130" y="2"/>
                    </a:lnTo>
                    <a:lnTo>
                      <a:pt x="124" y="0"/>
                    </a:lnTo>
                    <a:lnTo>
                      <a:pt x="124" y="0"/>
                    </a:lnTo>
                    <a:lnTo>
                      <a:pt x="118" y="0"/>
                    </a:lnTo>
                    <a:lnTo>
                      <a:pt x="112" y="0"/>
                    </a:lnTo>
                    <a:lnTo>
                      <a:pt x="112" y="0"/>
                    </a:lnTo>
                    <a:lnTo>
                      <a:pt x="96" y="0"/>
                    </a:lnTo>
                    <a:lnTo>
                      <a:pt x="96" y="0"/>
                    </a:lnTo>
                    <a:lnTo>
                      <a:pt x="90" y="4"/>
                    </a:lnTo>
                    <a:lnTo>
                      <a:pt x="82" y="8"/>
                    </a:lnTo>
                    <a:lnTo>
                      <a:pt x="82" y="8"/>
                    </a:lnTo>
                    <a:lnTo>
                      <a:pt x="80" y="8"/>
                    </a:lnTo>
                    <a:lnTo>
                      <a:pt x="78" y="6"/>
                    </a:lnTo>
                    <a:lnTo>
                      <a:pt x="78" y="6"/>
                    </a:lnTo>
                    <a:lnTo>
                      <a:pt x="76" y="4"/>
                    </a:lnTo>
                    <a:lnTo>
                      <a:pt x="76" y="4"/>
                    </a:lnTo>
                    <a:lnTo>
                      <a:pt x="72" y="4"/>
                    </a:lnTo>
                    <a:lnTo>
                      <a:pt x="72" y="2"/>
                    </a:lnTo>
                    <a:lnTo>
                      <a:pt x="70" y="0"/>
                    </a:lnTo>
                    <a:lnTo>
                      <a:pt x="68" y="0"/>
                    </a:lnTo>
                    <a:lnTo>
                      <a:pt x="68" y="0"/>
                    </a:lnTo>
                    <a:lnTo>
                      <a:pt x="64" y="4"/>
                    </a:lnTo>
                    <a:lnTo>
                      <a:pt x="62" y="4"/>
                    </a:lnTo>
                    <a:lnTo>
                      <a:pt x="62" y="4"/>
                    </a:lnTo>
                    <a:lnTo>
                      <a:pt x="58" y="6"/>
                    </a:lnTo>
                    <a:lnTo>
                      <a:pt x="56" y="8"/>
                    </a:lnTo>
                    <a:lnTo>
                      <a:pt x="56" y="8"/>
                    </a:lnTo>
                    <a:lnTo>
                      <a:pt x="54" y="10"/>
                    </a:lnTo>
                    <a:lnTo>
                      <a:pt x="52" y="14"/>
                    </a:lnTo>
                    <a:lnTo>
                      <a:pt x="52" y="14"/>
                    </a:lnTo>
                    <a:lnTo>
                      <a:pt x="50" y="14"/>
                    </a:lnTo>
                    <a:lnTo>
                      <a:pt x="48" y="10"/>
                    </a:lnTo>
                    <a:lnTo>
                      <a:pt x="42" y="6"/>
                    </a:lnTo>
                    <a:lnTo>
                      <a:pt x="38" y="6"/>
                    </a:lnTo>
                    <a:lnTo>
                      <a:pt x="28" y="6"/>
                    </a:lnTo>
                    <a:lnTo>
                      <a:pt x="28" y="6"/>
                    </a:lnTo>
                    <a:lnTo>
                      <a:pt x="24" y="6"/>
                    </a:lnTo>
                    <a:lnTo>
                      <a:pt x="22" y="10"/>
                    </a:lnTo>
                    <a:lnTo>
                      <a:pt x="18" y="14"/>
                    </a:lnTo>
                    <a:lnTo>
                      <a:pt x="18" y="14"/>
                    </a:lnTo>
                    <a:lnTo>
                      <a:pt x="22" y="12"/>
                    </a:lnTo>
                    <a:lnTo>
                      <a:pt x="22" y="12"/>
                    </a:lnTo>
                    <a:lnTo>
                      <a:pt x="22" y="12"/>
                    </a:lnTo>
                    <a:lnTo>
                      <a:pt x="24" y="14"/>
                    </a:lnTo>
                    <a:lnTo>
                      <a:pt x="26" y="16"/>
                    </a:lnTo>
                    <a:lnTo>
                      <a:pt x="24" y="18"/>
                    </a:lnTo>
                    <a:lnTo>
                      <a:pt x="24" y="18"/>
                    </a:lnTo>
                    <a:lnTo>
                      <a:pt x="18" y="24"/>
                    </a:lnTo>
                    <a:lnTo>
                      <a:pt x="18" y="24"/>
                    </a:lnTo>
                    <a:lnTo>
                      <a:pt x="14" y="26"/>
                    </a:lnTo>
                    <a:lnTo>
                      <a:pt x="12" y="26"/>
                    </a:lnTo>
                    <a:lnTo>
                      <a:pt x="14" y="26"/>
                    </a:lnTo>
                    <a:lnTo>
                      <a:pt x="14" y="26"/>
                    </a:lnTo>
                    <a:lnTo>
                      <a:pt x="16" y="28"/>
                    </a:lnTo>
                    <a:lnTo>
                      <a:pt x="18" y="30"/>
                    </a:lnTo>
                    <a:lnTo>
                      <a:pt x="20" y="32"/>
                    </a:lnTo>
                    <a:lnTo>
                      <a:pt x="22" y="30"/>
                    </a:lnTo>
                    <a:lnTo>
                      <a:pt x="22" y="30"/>
                    </a:lnTo>
                    <a:lnTo>
                      <a:pt x="26" y="30"/>
                    </a:lnTo>
                    <a:lnTo>
                      <a:pt x="28" y="30"/>
                    </a:lnTo>
                    <a:lnTo>
                      <a:pt x="28" y="32"/>
                    </a:lnTo>
                    <a:lnTo>
                      <a:pt x="28" y="32"/>
                    </a:lnTo>
                    <a:lnTo>
                      <a:pt x="26" y="34"/>
                    </a:lnTo>
                    <a:lnTo>
                      <a:pt x="30" y="36"/>
                    </a:lnTo>
                    <a:lnTo>
                      <a:pt x="30" y="36"/>
                    </a:lnTo>
                    <a:lnTo>
                      <a:pt x="34" y="36"/>
                    </a:lnTo>
                    <a:lnTo>
                      <a:pt x="40" y="38"/>
                    </a:lnTo>
                    <a:lnTo>
                      <a:pt x="40" y="38"/>
                    </a:lnTo>
                    <a:lnTo>
                      <a:pt x="44" y="40"/>
                    </a:lnTo>
                    <a:lnTo>
                      <a:pt x="46" y="40"/>
                    </a:lnTo>
                    <a:lnTo>
                      <a:pt x="46" y="40"/>
                    </a:lnTo>
                    <a:lnTo>
                      <a:pt x="44" y="42"/>
                    </a:lnTo>
                    <a:lnTo>
                      <a:pt x="44" y="42"/>
                    </a:lnTo>
                    <a:lnTo>
                      <a:pt x="38" y="50"/>
                    </a:lnTo>
                    <a:lnTo>
                      <a:pt x="36" y="52"/>
                    </a:lnTo>
                    <a:lnTo>
                      <a:pt x="32" y="54"/>
                    </a:lnTo>
                    <a:lnTo>
                      <a:pt x="32" y="54"/>
                    </a:lnTo>
                    <a:lnTo>
                      <a:pt x="26" y="54"/>
                    </a:lnTo>
                    <a:lnTo>
                      <a:pt x="26" y="54"/>
                    </a:lnTo>
                    <a:lnTo>
                      <a:pt x="22" y="58"/>
                    </a:lnTo>
                    <a:lnTo>
                      <a:pt x="20" y="58"/>
                    </a:lnTo>
                    <a:lnTo>
                      <a:pt x="18" y="58"/>
                    </a:lnTo>
                    <a:lnTo>
                      <a:pt x="18" y="58"/>
                    </a:lnTo>
                    <a:lnTo>
                      <a:pt x="18" y="56"/>
                    </a:lnTo>
                    <a:lnTo>
                      <a:pt x="16" y="56"/>
                    </a:lnTo>
                    <a:lnTo>
                      <a:pt x="14" y="56"/>
                    </a:lnTo>
                    <a:lnTo>
                      <a:pt x="14" y="60"/>
                    </a:lnTo>
                    <a:lnTo>
                      <a:pt x="8" y="56"/>
                    </a:lnTo>
                    <a:lnTo>
                      <a:pt x="0" y="60"/>
                    </a:lnTo>
                    <a:lnTo>
                      <a:pt x="4" y="66"/>
                    </a:lnTo>
                    <a:lnTo>
                      <a:pt x="14" y="64"/>
                    </a:lnTo>
                    <a:lnTo>
                      <a:pt x="14" y="64"/>
                    </a:lnTo>
                    <a:lnTo>
                      <a:pt x="14" y="66"/>
                    </a:lnTo>
                    <a:lnTo>
                      <a:pt x="16" y="68"/>
                    </a:lnTo>
                    <a:lnTo>
                      <a:pt x="18" y="68"/>
                    </a:lnTo>
                    <a:lnTo>
                      <a:pt x="18" y="68"/>
                    </a:lnTo>
                    <a:lnTo>
                      <a:pt x="22" y="66"/>
                    </a:lnTo>
                    <a:lnTo>
                      <a:pt x="24" y="66"/>
                    </a:lnTo>
                    <a:lnTo>
                      <a:pt x="26" y="68"/>
                    </a:lnTo>
                    <a:lnTo>
                      <a:pt x="26" y="68"/>
                    </a:lnTo>
                    <a:lnTo>
                      <a:pt x="28" y="70"/>
                    </a:lnTo>
                    <a:lnTo>
                      <a:pt x="30" y="70"/>
                    </a:lnTo>
                    <a:lnTo>
                      <a:pt x="32" y="70"/>
                    </a:lnTo>
                    <a:lnTo>
                      <a:pt x="32" y="70"/>
                    </a:lnTo>
                    <a:lnTo>
                      <a:pt x="36" y="70"/>
                    </a:lnTo>
                    <a:lnTo>
                      <a:pt x="40" y="70"/>
                    </a:lnTo>
                    <a:lnTo>
                      <a:pt x="40" y="70"/>
                    </a:lnTo>
                    <a:lnTo>
                      <a:pt x="46" y="68"/>
                    </a:lnTo>
                    <a:lnTo>
                      <a:pt x="50" y="68"/>
                    </a:lnTo>
                    <a:lnTo>
                      <a:pt x="50" y="6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7" name="Freeform 158">
                <a:extLst>
                  <a:ext uri="{FF2B5EF4-FFF2-40B4-BE49-F238E27FC236}">
                    <a16:creationId xmlns:a16="http://schemas.microsoft.com/office/drawing/2014/main" id="{9CE2A46A-A67F-7D40-AAA7-0C07BB758E63}"/>
                  </a:ext>
                </a:extLst>
              </p:cNvPr>
              <p:cNvSpPr>
                <a:spLocks/>
              </p:cNvSpPr>
              <p:nvPr/>
            </p:nvSpPr>
            <p:spPr bwMode="auto">
              <a:xfrm>
                <a:off x="9378802" y="3190232"/>
                <a:ext cx="7827" cy="8009"/>
              </a:xfrm>
              <a:custGeom>
                <a:avLst/>
                <a:gdLst>
                  <a:gd name="T0" fmla="*/ 2 w 4"/>
                  <a:gd name="T1" fmla="*/ 0 h 4"/>
                  <a:gd name="T2" fmla="*/ 2 w 4"/>
                  <a:gd name="T3" fmla="*/ 0 h 4"/>
                  <a:gd name="T4" fmla="*/ 4 w 4"/>
                  <a:gd name="T5" fmla="*/ 0 h 4"/>
                  <a:gd name="T6" fmla="*/ 4 w 4"/>
                  <a:gd name="T7" fmla="*/ 2 h 4"/>
                  <a:gd name="T8" fmla="*/ 4 w 4"/>
                  <a:gd name="T9" fmla="*/ 4 h 4"/>
                  <a:gd name="T10" fmla="*/ 4 w 4"/>
                  <a:gd name="T11" fmla="*/ 4 h 4"/>
                  <a:gd name="T12" fmla="*/ 0 w 4"/>
                  <a:gd name="T13" fmla="*/ 4 h 4"/>
                  <a:gd name="T14" fmla="*/ 0 w 4"/>
                  <a:gd name="T15" fmla="*/ 4 h 4"/>
                  <a:gd name="T16" fmla="*/ 0 w 4"/>
                  <a:gd name="T17" fmla="*/ 2 h 4"/>
                  <a:gd name="T18" fmla="*/ 0 w 4"/>
                  <a:gd name="T19" fmla="*/ 0 h 4"/>
                  <a:gd name="T20" fmla="*/ 0 w 4"/>
                  <a:gd name="T21" fmla="*/ 0 h 4"/>
                  <a:gd name="T22" fmla="*/ 2 w 4"/>
                  <a:gd name="T2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4">
                    <a:moveTo>
                      <a:pt x="2" y="0"/>
                    </a:moveTo>
                    <a:lnTo>
                      <a:pt x="2" y="0"/>
                    </a:lnTo>
                    <a:lnTo>
                      <a:pt x="4" y="0"/>
                    </a:lnTo>
                    <a:lnTo>
                      <a:pt x="4" y="2"/>
                    </a:lnTo>
                    <a:lnTo>
                      <a:pt x="4" y="4"/>
                    </a:lnTo>
                    <a:lnTo>
                      <a:pt x="4" y="4"/>
                    </a:lnTo>
                    <a:lnTo>
                      <a:pt x="0" y="4"/>
                    </a:lnTo>
                    <a:lnTo>
                      <a:pt x="0" y="4"/>
                    </a:lnTo>
                    <a:lnTo>
                      <a:pt x="0" y="2"/>
                    </a:lnTo>
                    <a:lnTo>
                      <a:pt x="0" y="0"/>
                    </a:lnTo>
                    <a:lnTo>
                      <a:pt x="0" y="0"/>
                    </a:lnTo>
                    <a:lnTo>
                      <a:pt x="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8" name="Freeform 159">
                <a:extLst>
                  <a:ext uri="{FF2B5EF4-FFF2-40B4-BE49-F238E27FC236}">
                    <a16:creationId xmlns:a16="http://schemas.microsoft.com/office/drawing/2014/main" id="{8B672711-36EE-C04E-A3D4-9085AA485505}"/>
                  </a:ext>
                </a:extLst>
              </p:cNvPr>
              <p:cNvSpPr>
                <a:spLocks noEditPoints="1"/>
              </p:cNvSpPr>
              <p:nvPr/>
            </p:nvSpPr>
            <p:spPr bwMode="auto">
              <a:xfrm>
                <a:off x="9284870" y="2789762"/>
                <a:ext cx="418776" cy="540635"/>
              </a:xfrm>
              <a:custGeom>
                <a:avLst/>
                <a:gdLst>
                  <a:gd name="T0" fmla="*/ 10 w 214"/>
                  <a:gd name="T1" fmla="*/ 222 h 270"/>
                  <a:gd name="T2" fmla="*/ 2 w 214"/>
                  <a:gd name="T3" fmla="*/ 226 h 270"/>
                  <a:gd name="T4" fmla="*/ 4 w 214"/>
                  <a:gd name="T5" fmla="*/ 242 h 270"/>
                  <a:gd name="T6" fmla="*/ 6 w 214"/>
                  <a:gd name="T7" fmla="*/ 246 h 270"/>
                  <a:gd name="T8" fmla="*/ 14 w 214"/>
                  <a:gd name="T9" fmla="*/ 244 h 270"/>
                  <a:gd name="T10" fmla="*/ 14 w 214"/>
                  <a:gd name="T11" fmla="*/ 244 h 270"/>
                  <a:gd name="T12" fmla="*/ 6 w 214"/>
                  <a:gd name="T13" fmla="*/ 262 h 270"/>
                  <a:gd name="T14" fmla="*/ 14 w 214"/>
                  <a:gd name="T15" fmla="*/ 260 h 270"/>
                  <a:gd name="T16" fmla="*/ 20 w 214"/>
                  <a:gd name="T17" fmla="*/ 266 h 270"/>
                  <a:gd name="T18" fmla="*/ 24 w 214"/>
                  <a:gd name="T19" fmla="*/ 250 h 270"/>
                  <a:gd name="T20" fmla="*/ 26 w 214"/>
                  <a:gd name="T21" fmla="*/ 230 h 270"/>
                  <a:gd name="T22" fmla="*/ 14 w 214"/>
                  <a:gd name="T23" fmla="*/ 218 h 270"/>
                  <a:gd name="T24" fmla="*/ 44 w 214"/>
                  <a:gd name="T25" fmla="*/ 218 h 270"/>
                  <a:gd name="T26" fmla="*/ 34 w 214"/>
                  <a:gd name="T27" fmla="*/ 228 h 270"/>
                  <a:gd name="T28" fmla="*/ 44 w 214"/>
                  <a:gd name="T29" fmla="*/ 242 h 270"/>
                  <a:gd name="T30" fmla="*/ 50 w 214"/>
                  <a:gd name="T31" fmla="*/ 232 h 270"/>
                  <a:gd name="T32" fmla="*/ 62 w 214"/>
                  <a:gd name="T33" fmla="*/ 230 h 270"/>
                  <a:gd name="T34" fmla="*/ 62 w 214"/>
                  <a:gd name="T35" fmla="*/ 212 h 270"/>
                  <a:gd name="T36" fmla="*/ 136 w 214"/>
                  <a:gd name="T37" fmla="*/ 96 h 270"/>
                  <a:gd name="T38" fmla="*/ 134 w 214"/>
                  <a:gd name="T39" fmla="*/ 112 h 270"/>
                  <a:gd name="T40" fmla="*/ 134 w 214"/>
                  <a:gd name="T41" fmla="*/ 132 h 270"/>
                  <a:gd name="T42" fmla="*/ 116 w 214"/>
                  <a:gd name="T43" fmla="*/ 154 h 270"/>
                  <a:gd name="T44" fmla="*/ 102 w 214"/>
                  <a:gd name="T45" fmla="*/ 166 h 270"/>
                  <a:gd name="T46" fmla="*/ 92 w 214"/>
                  <a:gd name="T47" fmla="*/ 162 h 270"/>
                  <a:gd name="T48" fmla="*/ 96 w 214"/>
                  <a:gd name="T49" fmla="*/ 156 h 270"/>
                  <a:gd name="T50" fmla="*/ 84 w 214"/>
                  <a:gd name="T51" fmla="*/ 188 h 270"/>
                  <a:gd name="T52" fmla="*/ 68 w 214"/>
                  <a:gd name="T53" fmla="*/ 190 h 270"/>
                  <a:gd name="T54" fmla="*/ 52 w 214"/>
                  <a:gd name="T55" fmla="*/ 196 h 270"/>
                  <a:gd name="T56" fmla="*/ 44 w 214"/>
                  <a:gd name="T57" fmla="*/ 196 h 270"/>
                  <a:gd name="T58" fmla="*/ 34 w 214"/>
                  <a:gd name="T59" fmla="*/ 208 h 270"/>
                  <a:gd name="T60" fmla="*/ 16 w 214"/>
                  <a:gd name="T61" fmla="*/ 216 h 270"/>
                  <a:gd name="T62" fmla="*/ 52 w 214"/>
                  <a:gd name="T63" fmla="*/ 212 h 270"/>
                  <a:gd name="T64" fmla="*/ 76 w 214"/>
                  <a:gd name="T65" fmla="*/ 208 h 270"/>
                  <a:gd name="T66" fmla="*/ 74 w 214"/>
                  <a:gd name="T67" fmla="*/ 226 h 270"/>
                  <a:gd name="T68" fmla="*/ 94 w 214"/>
                  <a:gd name="T69" fmla="*/ 216 h 270"/>
                  <a:gd name="T70" fmla="*/ 102 w 214"/>
                  <a:gd name="T71" fmla="*/ 210 h 270"/>
                  <a:gd name="T72" fmla="*/ 108 w 214"/>
                  <a:gd name="T73" fmla="*/ 208 h 270"/>
                  <a:gd name="T74" fmla="*/ 124 w 214"/>
                  <a:gd name="T75" fmla="*/ 204 h 270"/>
                  <a:gd name="T76" fmla="*/ 134 w 214"/>
                  <a:gd name="T77" fmla="*/ 202 h 270"/>
                  <a:gd name="T78" fmla="*/ 142 w 214"/>
                  <a:gd name="T79" fmla="*/ 192 h 270"/>
                  <a:gd name="T80" fmla="*/ 150 w 214"/>
                  <a:gd name="T81" fmla="*/ 190 h 270"/>
                  <a:gd name="T82" fmla="*/ 148 w 214"/>
                  <a:gd name="T83" fmla="*/ 166 h 270"/>
                  <a:gd name="T84" fmla="*/ 156 w 214"/>
                  <a:gd name="T85" fmla="*/ 130 h 270"/>
                  <a:gd name="T86" fmla="*/ 160 w 214"/>
                  <a:gd name="T87" fmla="*/ 102 h 270"/>
                  <a:gd name="T88" fmla="*/ 148 w 214"/>
                  <a:gd name="T89" fmla="*/ 86 h 270"/>
                  <a:gd name="T90" fmla="*/ 160 w 214"/>
                  <a:gd name="T91" fmla="*/ 14 h 270"/>
                  <a:gd name="T92" fmla="*/ 158 w 214"/>
                  <a:gd name="T93" fmla="*/ 34 h 270"/>
                  <a:gd name="T94" fmla="*/ 148 w 214"/>
                  <a:gd name="T95" fmla="*/ 46 h 270"/>
                  <a:gd name="T96" fmla="*/ 136 w 214"/>
                  <a:gd name="T97" fmla="*/ 62 h 270"/>
                  <a:gd name="T98" fmla="*/ 148 w 214"/>
                  <a:gd name="T99" fmla="*/ 72 h 270"/>
                  <a:gd name="T100" fmla="*/ 152 w 214"/>
                  <a:gd name="T101" fmla="*/ 58 h 270"/>
                  <a:gd name="T102" fmla="*/ 164 w 214"/>
                  <a:gd name="T103" fmla="*/ 58 h 270"/>
                  <a:gd name="T104" fmla="*/ 192 w 214"/>
                  <a:gd name="T105" fmla="*/ 52 h 270"/>
                  <a:gd name="T106" fmla="*/ 210 w 214"/>
                  <a:gd name="T107" fmla="*/ 50 h 270"/>
                  <a:gd name="T108" fmla="*/ 210 w 214"/>
                  <a:gd name="T109" fmla="*/ 34 h 270"/>
                  <a:gd name="T110" fmla="*/ 182 w 214"/>
                  <a:gd name="T111" fmla="*/ 30 h 270"/>
                  <a:gd name="T112" fmla="*/ 162 w 214"/>
                  <a:gd name="T113"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4" h="270">
                    <a:moveTo>
                      <a:pt x="14" y="218"/>
                    </a:moveTo>
                    <a:lnTo>
                      <a:pt x="14" y="218"/>
                    </a:lnTo>
                    <a:lnTo>
                      <a:pt x="12" y="218"/>
                    </a:lnTo>
                    <a:lnTo>
                      <a:pt x="12" y="220"/>
                    </a:lnTo>
                    <a:lnTo>
                      <a:pt x="12" y="224"/>
                    </a:lnTo>
                    <a:lnTo>
                      <a:pt x="12" y="224"/>
                    </a:lnTo>
                    <a:lnTo>
                      <a:pt x="12" y="224"/>
                    </a:lnTo>
                    <a:lnTo>
                      <a:pt x="10" y="222"/>
                    </a:lnTo>
                    <a:lnTo>
                      <a:pt x="10" y="222"/>
                    </a:lnTo>
                    <a:lnTo>
                      <a:pt x="8" y="222"/>
                    </a:lnTo>
                    <a:lnTo>
                      <a:pt x="8" y="222"/>
                    </a:lnTo>
                    <a:lnTo>
                      <a:pt x="8" y="226"/>
                    </a:lnTo>
                    <a:lnTo>
                      <a:pt x="8" y="226"/>
                    </a:lnTo>
                    <a:lnTo>
                      <a:pt x="6" y="226"/>
                    </a:lnTo>
                    <a:lnTo>
                      <a:pt x="4" y="228"/>
                    </a:lnTo>
                    <a:lnTo>
                      <a:pt x="4" y="228"/>
                    </a:lnTo>
                    <a:lnTo>
                      <a:pt x="4" y="226"/>
                    </a:lnTo>
                    <a:lnTo>
                      <a:pt x="2" y="226"/>
                    </a:lnTo>
                    <a:lnTo>
                      <a:pt x="2" y="226"/>
                    </a:lnTo>
                    <a:lnTo>
                      <a:pt x="0" y="228"/>
                    </a:lnTo>
                    <a:lnTo>
                      <a:pt x="2" y="234"/>
                    </a:lnTo>
                    <a:lnTo>
                      <a:pt x="2" y="234"/>
                    </a:lnTo>
                    <a:lnTo>
                      <a:pt x="4" y="236"/>
                    </a:lnTo>
                    <a:lnTo>
                      <a:pt x="6" y="238"/>
                    </a:lnTo>
                    <a:lnTo>
                      <a:pt x="6" y="238"/>
                    </a:lnTo>
                    <a:lnTo>
                      <a:pt x="6" y="242"/>
                    </a:lnTo>
                    <a:lnTo>
                      <a:pt x="4" y="242"/>
                    </a:lnTo>
                    <a:lnTo>
                      <a:pt x="4" y="240"/>
                    </a:lnTo>
                    <a:lnTo>
                      <a:pt x="4" y="238"/>
                    </a:lnTo>
                    <a:lnTo>
                      <a:pt x="4" y="238"/>
                    </a:lnTo>
                    <a:lnTo>
                      <a:pt x="2" y="240"/>
                    </a:lnTo>
                    <a:lnTo>
                      <a:pt x="2" y="242"/>
                    </a:lnTo>
                    <a:lnTo>
                      <a:pt x="4" y="244"/>
                    </a:lnTo>
                    <a:lnTo>
                      <a:pt x="4" y="244"/>
                    </a:lnTo>
                    <a:lnTo>
                      <a:pt x="6" y="246"/>
                    </a:lnTo>
                    <a:lnTo>
                      <a:pt x="6" y="246"/>
                    </a:lnTo>
                    <a:lnTo>
                      <a:pt x="8" y="246"/>
                    </a:lnTo>
                    <a:lnTo>
                      <a:pt x="8" y="244"/>
                    </a:lnTo>
                    <a:lnTo>
                      <a:pt x="8" y="244"/>
                    </a:lnTo>
                    <a:lnTo>
                      <a:pt x="10" y="246"/>
                    </a:lnTo>
                    <a:lnTo>
                      <a:pt x="12" y="246"/>
                    </a:lnTo>
                    <a:lnTo>
                      <a:pt x="12" y="246"/>
                    </a:lnTo>
                    <a:lnTo>
                      <a:pt x="12" y="246"/>
                    </a:lnTo>
                    <a:lnTo>
                      <a:pt x="14" y="244"/>
                    </a:lnTo>
                    <a:lnTo>
                      <a:pt x="14" y="244"/>
                    </a:lnTo>
                    <a:lnTo>
                      <a:pt x="10" y="236"/>
                    </a:lnTo>
                    <a:lnTo>
                      <a:pt x="10" y="236"/>
                    </a:lnTo>
                    <a:lnTo>
                      <a:pt x="14" y="236"/>
                    </a:lnTo>
                    <a:lnTo>
                      <a:pt x="14" y="236"/>
                    </a:lnTo>
                    <a:lnTo>
                      <a:pt x="14" y="238"/>
                    </a:lnTo>
                    <a:lnTo>
                      <a:pt x="16" y="242"/>
                    </a:lnTo>
                    <a:lnTo>
                      <a:pt x="16" y="242"/>
                    </a:lnTo>
                    <a:lnTo>
                      <a:pt x="16" y="244"/>
                    </a:lnTo>
                    <a:lnTo>
                      <a:pt x="14" y="244"/>
                    </a:lnTo>
                    <a:lnTo>
                      <a:pt x="14" y="244"/>
                    </a:lnTo>
                    <a:lnTo>
                      <a:pt x="12" y="248"/>
                    </a:lnTo>
                    <a:lnTo>
                      <a:pt x="8" y="252"/>
                    </a:lnTo>
                    <a:lnTo>
                      <a:pt x="8" y="252"/>
                    </a:lnTo>
                    <a:lnTo>
                      <a:pt x="6" y="258"/>
                    </a:lnTo>
                    <a:lnTo>
                      <a:pt x="6" y="258"/>
                    </a:lnTo>
                    <a:lnTo>
                      <a:pt x="8" y="260"/>
                    </a:lnTo>
                    <a:lnTo>
                      <a:pt x="8" y="260"/>
                    </a:lnTo>
                    <a:lnTo>
                      <a:pt x="6" y="262"/>
                    </a:lnTo>
                    <a:lnTo>
                      <a:pt x="6" y="264"/>
                    </a:lnTo>
                    <a:lnTo>
                      <a:pt x="6" y="264"/>
                    </a:lnTo>
                    <a:lnTo>
                      <a:pt x="10" y="266"/>
                    </a:lnTo>
                    <a:lnTo>
                      <a:pt x="10" y="266"/>
                    </a:lnTo>
                    <a:lnTo>
                      <a:pt x="10" y="266"/>
                    </a:lnTo>
                    <a:lnTo>
                      <a:pt x="12" y="260"/>
                    </a:lnTo>
                    <a:lnTo>
                      <a:pt x="12" y="260"/>
                    </a:lnTo>
                    <a:lnTo>
                      <a:pt x="12" y="258"/>
                    </a:lnTo>
                    <a:lnTo>
                      <a:pt x="14" y="260"/>
                    </a:lnTo>
                    <a:lnTo>
                      <a:pt x="14" y="262"/>
                    </a:lnTo>
                    <a:lnTo>
                      <a:pt x="14" y="262"/>
                    </a:lnTo>
                    <a:lnTo>
                      <a:pt x="14" y="262"/>
                    </a:lnTo>
                    <a:lnTo>
                      <a:pt x="14" y="266"/>
                    </a:lnTo>
                    <a:lnTo>
                      <a:pt x="14" y="270"/>
                    </a:lnTo>
                    <a:lnTo>
                      <a:pt x="14" y="270"/>
                    </a:lnTo>
                    <a:lnTo>
                      <a:pt x="16" y="270"/>
                    </a:lnTo>
                    <a:lnTo>
                      <a:pt x="16" y="270"/>
                    </a:lnTo>
                    <a:lnTo>
                      <a:pt x="20" y="266"/>
                    </a:lnTo>
                    <a:lnTo>
                      <a:pt x="20" y="266"/>
                    </a:lnTo>
                    <a:lnTo>
                      <a:pt x="20" y="266"/>
                    </a:lnTo>
                    <a:lnTo>
                      <a:pt x="20" y="264"/>
                    </a:lnTo>
                    <a:lnTo>
                      <a:pt x="20" y="264"/>
                    </a:lnTo>
                    <a:lnTo>
                      <a:pt x="24" y="262"/>
                    </a:lnTo>
                    <a:lnTo>
                      <a:pt x="24" y="262"/>
                    </a:lnTo>
                    <a:lnTo>
                      <a:pt x="24" y="256"/>
                    </a:lnTo>
                    <a:lnTo>
                      <a:pt x="24" y="250"/>
                    </a:lnTo>
                    <a:lnTo>
                      <a:pt x="24" y="250"/>
                    </a:lnTo>
                    <a:lnTo>
                      <a:pt x="28" y="244"/>
                    </a:lnTo>
                    <a:lnTo>
                      <a:pt x="32" y="238"/>
                    </a:lnTo>
                    <a:lnTo>
                      <a:pt x="32" y="238"/>
                    </a:lnTo>
                    <a:lnTo>
                      <a:pt x="28" y="236"/>
                    </a:lnTo>
                    <a:lnTo>
                      <a:pt x="28" y="236"/>
                    </a:lnTo>
                    <a:lnTo>
                      <a:pt x="28" y="232"/>
                    </a:lnTo>
                    <a:lnTo>
                      <a:pt x="28" y="232"/>
                    </a:lnTo>
                    <a:lnTo>
                      <a:pt x="26" y="232"/>
                    </a:lnTo>
                    <a:lnTo>
                      <a:pt x="26" y="230"/>
                    </a:lnTo>
                    <a:lnTo>
                      <a:pt x="26" y="224"/>
                    </a:lnTo>
                    <a:lnTo>
                      <a:pt x="26" y="224"/>
                    </a:lnTo>
                    <a:lnTo>
                      <a:pt x="20" y="224"/>
                    </a:lnTo>
                    <a:lnTo>
                      <a:pt x="20" y="224"/>
                    </a:lnTo>
                    <a:lnTo>
                      <a:pt x="20" y="222"/>
                    </a:lnTo>
                    <a:lnTo>
                      <a:pt x="20" y="220"/>
                    </a:lnTo>
                    <a:lnTo>
                      <a:pt x="20" y="220"/>
                    </a:lnTo>
                    <a:lnTo>
                      <a:pt x="14" y="218"/>
                    </a:lnTo>
                    <a:lnTo>
                      <a:pt x="14" y="218"/>
                    </a:lnTo>
                    <a:close/>
                    <a:moveTo>
                      <a:pt x="58" y="212"/>
                    </a:moveTo>
                    <a:lnTo>
                      <a:pt x="58" y="212"/>
                    </a:lnTo>
                    <a:lnTo>
                      <a:pt x="54" y="212"/>
                    </a:lnTo>
                    <a:lnTo>
                      <a:pt x="54" y="212"/>
                    </a:lnTo>
                    <a:lnTo>
                      <a:pt x="54" y="216"/>
                    </a:lnTo>
                    <a:lnTo>
                      <a:pt x="52" y="218"/>
                    </a:lnTo>
                    <a:lnTo>
                      <a:pt x="52" y="218"/>
                    </a:lnTo>
                    <a:lnTo>
                      <a:pt x="48" y="218"/>
                    </a:lnTo>
                    <a:lnTo>
                      <a:pt x="44" y="218"/>
                    </a:lnTo>
                    <a:lnTo>
                      <a:pt x="44" y="218"/>
                    </a:lnTo>
                    <a:lnTo>
                      <a:pt x="42" y="222"/>
                    </a:lnTo>
                    <a:lnTo>
                      <a:pt x="42" y="222"/>
                    </a:lnTo>
                    <a:lnTo>
                      <a:pt x="38" y="228"/>
                    </a:lnTo>
                    <a:lnTo>
                      <a:pt x="38" y="228"/>
                    </a:lnTo>
                    <a:lnTo>
                      <a:pt x="36" y="228"/>
                    </a:lnTo>
                    <a:lnTo>
                      <a:pt x="36" y="228"/>
                    </a:lnTo>
                    <a:lnTo>
                      <a:pt x="36" y="228"/>
                    </a:lnTo>
                    <a:lnTo>
                      <a:pt x="34" y="228"/>
                    </a:lnTo>
                    <a:lnTo>
                      <a:pt x="36" y="230"/>
                    </a:lnTo>
                    <a:lnTo>
                      <a:pt x="40" y="234"/>
                    </a:lnTo>
                    <a:lnTo>
                      <a:pt x="40" y="234"/>
                    </a:lnTo>
                    <a:lnTo>
                      <a:pt x="40" y="234"/>
                    </a:lnTo>
                    <a:lnTo>
                      <a:pt x="40" y="236"/>
                    </a:lnTo>
                    <a:lnTo>
                      <a:pt x="42" y="240"/>
                    </a:lnTo>
                    <a:lnTo>
                      <a:pt x="42" y="240"/>
                    </a:lnTo>
                    <a:lnTo>
                      <a:pt x="44" y="242"/>
                    </a:lnTo>
                    <a:lnTo>
                      <a:pt x="44" y="242"/>
                    </a:lnTo>
                    <a:lnTo>
                      <a:pt x="44" y="244"/>
                    </a:lnTo>
                    <a:lnTo>
                      <a:pt x="44" y="244"/>
                    </a:lnTo>
                    <a:lnTo>
                      <a:pt x="46" y="244"/>
                    </a:lnTo>
                    <a:lnTo>
                      <a:pt x="46" y="244"/>
                    </a:lnTo>
                    <a:lnTo>
                      <a:pt x="48" y="240"/>
                    </a:lnTo>
                    <a:lnTo>
                      <a:pt x="48" y="240"/>
                    </a:lnTo>
                    <a:lnTo>
                      <a:pt x="48" y="236"/>
                    </a:lnTo>
                    <a:lnTo>
                      <a:pt x="50" y="232"/>
                    </a:lnTo>
                    <a:lnTo>
                      <a:pt x="50" y="232"/>
                    </a:lnTo>
                    <a:lnTo>
                      <a:pt x="54" y="232"/>
                    </a:lnTo>
                    <a:lnTo>
                      <a:pt x="54" y="232"/>
                    </a:lnTo>
                    <a:lnTo>
                      <a:pt x="56" y="230"/>
                    </a:lnTo>
                    <a:lnTo>
                      <a:pt x="58" y="228"/>
                    </a:lnTo>
                    <a:lnTo>
                      <a:pt x="58" y="228"/>
                    </a:lnTo>
                    <a:lnTo>
                      <a:pt x="58" y="232"/>
                    </a:lnTo>
                    <a:lnTo>
                      <a:pt x="58" y="232"/>
                    </a:lnTo>
                    <a:lnTo>
                      <a:pt x="62" y="230"/>
                    </a:lnTo>
                    <a:lnTo>
                      <a:pt x="62" y="230"/>
                    </a:lnTo>
                    <a:lnTo>
                      <a:pt x="62" y="228"/>
                    </a:lnTo>
                    <a:lnTo>
                      <a:pt x="62" y="228"/>
                    </a:lnTo>
                    <a:lnTo>
                      <a:pt x="66" y="224"/>
                    </a:lnTo>
                    <a:lnTo>
                      <a:pt x="66" y="224"/>
                    </a:lnTo>
                    <a:lnTo>
                      <a:pt x="66" y="220"/>
                    </a:lnTo>
                    <a:lnTo>
                      <a:pt x="66" y="220"/>
                    </a:lnTo>
                    <a:lnTo>
                      <a:pt x="62" y="218"/>
                    </a:lnTo>
                    <a:lnTo>
                      <a:pt x="62" y="218"/>
                    </a:lnTo>
                    <a:lnTo>
                      <a:pt x="62" y="212"/>
                    </a:lnTo>
                    <a:lnTo>
                      <a:pt x="62" y="212"/>
                    </a:lnTo>
                    <a:lnTo>
                      <a:pt x="58" y="212"/>
                    </a:lnTo>
                    <a:lnTo>
                      <a:pt x="58" y="212"/>
                    </a:lnTo>
                    <a:close/>
                    <a:moveTo>
                      <a:pt x="146" y="84"/>
                    </a:moveTo>
                    <a:lnTo>
                      <a:pt x="146" y="84"/>
                    </a:lnTo>
                    <a:lnTo>
                      <a:pt x="142" y="84"/>
                    </a:lnTo>
                    <a:lnTo>
                      <a:pt x="142" y="84"/>
                    </a:lnTo>
                    <a:lnTo>
                      <a:pt x="142" y="92"/>
                    </a:lnTo>
                    <a:lnTo>
                      <a:pt x="136" y="96"/>
                    </a:lnTo>
                    <a:lnTo>
                      <a:pt x="136" y="96"/>
                    </a:lnTo>
                    <a:lnTo>
                      <a:pt x="136" y="98"/>
                    </a:lnTo>
                    <a:lnTo>
                      <a:pt x="138" y="98"/>
                    </a:lnTo>
                    <a:lnTo>
                      <a:pt x="138" y="98"/>
                    </a:lnTo>
                    <a:lnTo>
                      <a:pt x="138" y="106"/>
                    </a:lnTo>
                    <a:lnTo>
                      <a:pt x="132" y="112"/>
                    </a:lnTo>
                    <a:lnTo>
                      <a:pt x="132" y="112"/>
                    </a:lnTo>
                    <a:lnTo>
                      <a:pt x="134" y="112"/>
                    </a:lnTo>
                    <a:lnTo>
                      <a:pt x="134" y="112"/>
                    </a:lnTo>
                    <a:lnTo>
                      <a:pt x="134" y="112"/>
                    </a:lnTo>
                    <a:lnTo>
                      <a:pt x="140" y="110"/>
                    </a:lnTo>
                    <a:lnTo>
                      <a:pt x="140" y="110"/>
                    </a:lnTo>
                    <a:lnTo>
                      <a:pt x="138" y="116"/>
                    </a:lnTo>
                    <a:lnTo>
                      <a:pt x="138" y="120"/>
                    </a:lnTo>
                    <a:lnTo>
                      <a:pt x="138" y="120"/>
                    </a:lnTo>
                    <a:lnTo>
                      <a:pt x="134" y="124"/>
                    </a:lnTo>
                    <a:lnTo>
                      <a:pt x="134" y="124"/>
                    </a:lnTo>
                    <a:lnTo>
                      <a:pt x="134" y="132"/>
                    </a:lnTo>
                    <a:lnTo>
                      <a:pt x="134" y="132"/>
                    </a:lnTo>
                    <a:lnTo>
                      <a:pt x="130" y="134"/>
                    </a:lnTo>
                    <a:lnTo>
                      <a:pt x="130" y="134"/>
                    </a:lnTo>
                    <a:lnTo>
                      <a:pt x="128" y="140"/>
                    </a:lnTo>
                    <a:lnTo>
                      <a:pt x="128" y="140"/>
                    </a:lnTo>
                    <a:lnTo>
                      <a:pt x="120" y="150"/>
                    </a:lnTo>
                    <a:lnTo>
                      <a:pt x="120" y="150"/>
                    </a:lnTo>
                    <a:lnTo>
                      <a:pt x="118" y="152"/>
                    </a:lnTo>
                    <a:lnTo>
                      <a:pt x="116" y="154"/>
                    </a:lnTo>
                    <a:lnTo>
                      <a:pt x="116" y="154"/>
                    </a:lnTo>
                    <a:lnTo>
                      <a:pt x="114" y="158"/>
                    </a:lnTo>
                    <a:lnTo>
                      <a:pt x="114" y="160"/>
                    </a:lnTo>
                    <a:lnTo>
                      <a:pt x="112" y="162"/>
                    </a:lnTo>
                    <a:lnTo>
                      <a:pt x="112" y="164"/>
                    </a:lnTo>
                    <a:lnTo>
                      <a:pt x="112" y="164"/>
                    </a:lnTo>
                    <a:lnTo>
                      <a:pt x="108" y="164"/>
                    </a:lnTo>
                    <a:lnTo>
                      <a:pt x="108" y="164"/>
                    </a:lnTo>
                    <a:lnTo>
                      <a:pt x="102" y="166"/>
                    </a:lnTo>
                    <a:lnTo>
                      <a:pt x="98" y="170"/>
                    </a:lnTo>
                    <a:lnTo>
                      <a:pt x="98" y="170"/>
                    </a:lnTo>
                    <a:lnTo>
                      <a:pt x="94" y="168"/>
                    </a:lnTo>
                    <a:lnTo>
                      <a:pt x="94" y="168"/>
                    </a:lnTo>
                    <a:lnTo>
                      <a:pt x="94" y="166"/>
                    </a:lnTo>
                    <a:lnTo>
                      <a:pt x="94" y="166"/>
                    </a:lnTo>
                    <a:lnTo>
                      <a:pt x="92" y="166"/>
                    </a:lnTo>
                    <a:lnTo>
                      <a:pt x="92" y="164"/>
                    </a:lnTo>
                    <a:lnTo>
                      <a:pt x="92" y="162"/>
                    </a:lnTo>
                    <a:lnTo>
                      <a:pt x="92" y="162"/>
                    </a:lnTo>
                    <a:lnTo>
                      <a:pt x="96" y="160"/>
                    </a:lnTo>
                    <a:lnTo>
                      <a:pt x="98" y="158"/>
                    </a:lnTo>
                    <a:lnTo>
                      <a:pt x="98" y="158"/>
                    </a:lnTo>
                    <a:lnTo>
                      <a:pt x="98" y="156"/>
                    </a:lnTo>
                    <a:lnTo>
                      <a:pt x="98" y="156"/>
                    </a:lnTo>
                    <a:lnTo>
                      <a:pt x="98" y="154"/>
                    </a:lnTo>
                    <a:lnTo>
                      <a:pt x="96" y="156"/>
                    </a:lnTo>
                    <a:lnTo>
                      <a:pt x="96" y="156"/>
                    </a:lnTo>
                    <a:lnTo>
                      <a:pt x="92" y="158"/>
                    </a:lnTo>
                    <a:lnTo>
                      <a:pt x="90" y="162"/>
                    </a:lnTo>
                    <a:lnTo>
                      <a:pt x="90" y="162"/>
                    </a:lnTo>
                    <a:lnTo>
                      <a:pt x="90" y="166"/>
                    </a:lnTo>
                    <a:lnTo>
                      <a:pt x="90" y="170"/>
                    </a:lnTo>
                    <a:lnTo>
                      <a:pt x="90" y="170"/>
                    </a:lnTo>
                    <a:lnTo>
                      <a:pt x="84" y="180"/>
                    </a:lnTo>
                    <a:lnTo>
                      <a:pt x="84" y="180"/>
                    </a:lnTo>
                    <a:lnTo>
                      <a:pt x="84" y="188"/>
                    </a:lnTo>
                    <a:lnTo>
                      <a:pt x="84" y="188"/>
                    </a:lnTo>
                    <a:lnTo>
                      <a:pt x="84" y="190"/>
                    </a:lnTo>
                    <a:lnTo>
                      <a:pt x="84" y="190"/>
                    </a:lnTo>
                    <a:lnTo>
                      <a:pt x="80" y="192"/>
                    </a:lnTo>
                    <a:lnTo>
                      <a:pt x="78" y="194"/>
                    </a:lnTo>
                    <a:lnTo>
                      <a:pt x="72" y="192"/>
                    </a:lnTo>
                    <a:lnTo>
                      <a:pt x="72" y="190"/>
                    </a:lnTo>
                    <a:lnTo>
                      <a:pt x="72" y="190"/>
                    </a:lnTo>
                    <a:lnTo>
                      <a:pt x="68" y="190"/>
                    </a:lnTo>
                    <a:lnTo>
                      <a:pt x="64" y="190"/>
                    </a:lnTo>
                    <a:lnTo>
                      <a:pt x="60" y="194"/>
                    </a:lnTo>
                    <a:lnTo>
                      <a:pt x="60" y="194"/>
                    </a:lnTo>
                    <a:lnTo>
                      <a:pt x="54" y="194"/>
                    </a:lnTo>
                    <a:lnTo>
                      <a:pt x="50" y="192"/>
                    </a:lnTo>
                    <a:lnTo>
                      <a:pt x="50" y="192"/>
                    </a:lnTo>
                    <a:lnTo>
                      <a:pt x="50" y="194"/>
                    </a:lnTo>
                    <a:lnTo>
                      <a:pt x="50" y="196"/>
                    </a:lnTo>
                    <a:lnTo>
                      <a:pt x="52" y="196"/>
                    </a:lnTo>
                    <a:lnTo>
                      <a:pt x="52" y="196"/>
                    </a:lnTo>
                    <a:lnTo>
                      <a:pt x="52" y="198"/>
                    </a:lnTo>
                    <a:lnTo>
                      <a:pt x="50" y="198"/>
                    </a:lnTo>
                    <a:lnTo>
                      <a:pt x="48" y="198"/>
                    </a:lnTo>
                    <a:lnTo>
                      <a:pt x="48" y="198"/>
                    </a:lnTo>
                    <a:lnTo>
                      <a:pt x="48" y="194"/>
                    </a:lnTo>
                    <a:lnTo>
                      <a:pt x="46" y="194"/>
                    </a:lnTo>
                    <a:lnTo>
                      <a:pt x="46" y="194"/>
                    </a:lnTo>
                    <a:lnTo>
                      <a:pt x="44" y="196"/>
                    </a:lnTo>
                    <a:lnTo>
                      <a:pt x="44" y="196"/>
                    </a:lnTo>
                    <a:lnTo>
                      <a:pt x="42" y="198"/>
                    </a:lnTo>
                    <a:lnTo>
                      <a:pt x="42" y="200"/>
                    </a:lnTo>
                    <a:lnTo>
                      <a:pt x="42" y="200"/>
                    </a:lnTo>
                    <a:lnTo>
                      <a:pt x="38" y="202"/>
                    </a:lnTo>
                    <a:lnTo>
                      <a:pt x="36" y="202"/>
                    </a:lnTo>
                    <a:lnTo>
                      <a:pt x="36" y="202"/>
                    </a:lnTo>
                    <a:lnTo>
                      <a:pt x="36" y="206"/>
                    </a:lnTo>
                    <a:lnTo>
                      <a:pt x="34" y="208"/>
                    </a:lnTo>
                    <a:lnTo>
                      <a:pt x="34" y="208"/>
                    </a:lnTo>
                    <a:lnTo>
                      <a:pt x="28" y="212"/>
                    </a:lnTo>
                    <a:lnTo>
                      <a:pt x="22" y="212"/>
                    </a:lnTo>
                    <a:lnTo>
                      <a:pt x="22" y="212"/>
                    </a:lnTo>
                    <a:lnTo>
                      <a:pt x="20" y="212"/>
                    </a:lnTo>
                    <a:lnTo>
                      <a:pt x="20" y="210"/>
                    </a:lnTo>
                    <a:lnTo>
                      <a:pt x="20" y="210"/>
                    </a:lnTo>
                    <a:lnTo>
                      <a:pt x="16" y="216"/>
                    </a:lnTo>
                    <a:lnTo>
                      <a:pt x="16" y="216"/>
                    </a:lnTo>
                    <a:lnTo>
                      <a:pt x="26" y="218"/>
                    </a:lnTo>
                    <a:lnTo>
                      <a:pt x="36" y="218"/>
                    </a:lnTo>
                    <a:lnTo>
                      <a:pt x="36" y="218"/>
                    </a:lnTo>
                    <a:lnTo>
                      <a:pt x="36" y="216"/>
                    </a:lnTo>
                    <a:lnTo>
                      <a:pt x="38" y="212"/>
                    </a:lnTo>
                    <a:lnTo>
                      <a:pt x="38" y="212"/>
                    </a:lnTo>
                    <a:lnTo>
                      <a:pt x="44" y="214"/>
                    </a:lnTo>
                    <a:lnTo>
                      <a:pt x="52" y="212"/>
                    </a:lnTo>
                    <a:lnTo>
                      <a:pt x="52" y="212"/>
                    </a:lnTo>
                    <a:lnTo>
                      <a:pt x="56" y="208"/>
                    </a:lnTo>
                    <a:lnTo>
                      <a:pt x="56" y="208"/>
                    </a:lnTo>
                    <a:lnTo>
                      <a:pt x="58" y="210"/>
                    </a:lnTo>
                    <a:lnTo>
                      <a:pt x="60" y="210"/>
                    </a:lnTo>
                    <a:lnTo>
                      <a:pt x="60" y="210"/>
                    </a:lnTo>
                    <a:lnTo>
                      <a:pt x="64" y="206"/>
                    </a:lnTo>
                    <a:lnTo>
                      <a:pt x="64" y="206"/>
                    </a:lnTo>
                    <a:lnTo>
                      <a:pt x="76" y="208"/>
                    </a:lnTo>
                    <a:lnTo>
                      <a:pt x="76" y="208"/>
                    </a:lnTo>
                    <a:lnTo>
                      <a:pt x="74" y="212"/>
                    </a:lnTo>
                    <a:lnTo>
                      <a:pt x="74" y="212"/>
                    </a:lnTo>
                    <a:lnTo>
                      <a:pt x="72" y="214"/>
                    </a:lnTo>
                    <a:lnTo>
                      <a:pt x="72" y="220"/>
                    </a:lnTo>
                    <a:lnTo>
                      <a:pt x="72" y="220"/>
                    </a:lnTo>
                    <a:lnTo>
                      <a:pt x="70" y="220"/>
                    </a:lnTo>
                    <a:lnTo>
                      <a:pt x="70" y="220"/>
                    </a:lnTo>
                    <a:lnTo>
                      <a:pt x="70" y="220"/>
                    </a:lnTo>
                    <a:lnTo>
                      <a:pt x="74" y="226"/>
                    </a:lnTo>
                    <a:lnTo>
                      <a:pt x="76" y="228"/>
                    </a:lnTo>
                    <a:lnTo>
                      <a:pt x="80" y="228"/>
                    </a:lnTo>
                    <a:lnTo>
                      <a:pt x="80" y="228"/>
                    </a:lnTo>
                    <a:lnTo>
                      <a:pt x="82" y="228"/>
                    </a:lnTo>
                    <a:lnTo>
                      <a:pt x="84" y="224"/>
                    </a:lnTo>
                    <a:lnTo>
                      <a:pt x="88" y="220"/>
                    </a:lnTo>
                    <a:lnTo>
                      <a:pt x="88" y="220"/>
                    </a:lnTo>
                    <a:lnTo>
                      <a:pt x="94" y="216"/>
                    </a:lnTo>
                    <a:lnTo>
                      <a:pt x="94" y="216"/>
                    </a:lnTo>
                    <a:lnTo>
                      <a:pt x="92" y="210"/>
                    </a:lnTo>
                    <a:lnTo>
                      <a:pt x="92" y="210"/>
                    </a:lnTo>
                    <a:lnTo>
                      <a:pt x="92" y="210"/>
                    </a:lnTo>
                    <a:lnTo>
                      <a:pt x="92" y="208"/>
                    </a:lnTo>
                    <a:lnTo>
                      <a:pt x="92" y="208"/>
                    </a:lnTo>
                    <a:lnTo>
                      <a:pt x="96" y="208"/>
                    </a:lnTo>
                    <a:lnTo>
                      <a:pt x="96" y="208"/>
                    </a:lnTo>
                    <a:lnTo>
                      <a:pt x="102" y="208"/>
                    </a:lnTo>
                    <a:lnTo>
                      <a:pt x="102" y="210"/>
                    </a:lnTo>
                    <a:lnTo>
                      <a:pt x="102" y="210"/>
                    </a:lnTo>
                    <a:lnTo>
                      <a:pt x="102" y="210"/>
                    </a:lnTo>
                    <a:lnTo>
                      <a:pt x="100" y="212"/>
                    </a:lnTo>
                    <a:lnTo>
                      <a:pt x="100" y="212"/>
                    </a:lnTo>
                    <a:lnTo>
                      <a:pt x="100" y="212"/>
                    </a:lnTo>
                    <a:lnTo>
                      <a:pt x="106" y="212"/>
                    </a:lnTo>
                    <a:lnTo>
                      <a:pt x="106" y="212"/>
                    </a:lnTo>
                    <a:lnTo>
                      <a:pt x="108" y="208"/>
                    </a:lnTo>
                    <a:lnTo>
                      <a:pt x="108" y="208"/>
                    </a:lnTo>
                    <a:lnTo>
                      <a:pt x="110" y="210"/>
                    </a:lnTo>
                    <a:lnTo>
                      <a:pt x="116" y="210"/>
                    </a:lnTo>
                    <a:lnTo>
                      <a:pt x="116" y="210"/>
                    </a:lnTo>
                    <a:lnTo>
                      <a:pt x="116" y="208"/>
                    </a:lnTo>
                    <a:lnTo>
                      <a:pt x="116" y="208"/>
                    </a:lnTo>
                    <a:lnTo>
                      <a:pt x="120" y="208"/>
                    </a:lnTo>
                    <a:lnTo>
                      <a:pt x="120" y="208"/>
                    </a:lnTo>
                    <a:lnTo>
                      <a:pt x="124" y="204"/>
                    </a:lnTo>
                    <a:lnTo>
                      <a:pt x="124" y="204"/>
                    </a:lnTo>
                    <a:lnTo>
                      <a:pt x="124" y="212"/>
                    </a:lnTo>
                    <a:lnTo>
                      <a:pt x="126" y="212"/>
                    </a:lnTo>
                    <a:lnTo>
                      <a:pt x="126" y="212"/>
                    </a:lnTo>
                    <a:lnTo>
                      <a:pt x="128" y="202"/>
                    </a:lnTo>
                    <a:lnTo>
                      <a:pt x="132" y="200"/>
                    </a:lnTo>
                    <a:lnTo>
                      <a:pt x="132" y="200"/>
                    </a:lnTo>
                    <a:lnTo>
                      <a:pt x="134" y="202"/>
                    </a:lnTo>
                    <a:lnTo>
                      <a:pt x="134" y="202"/>
                    </a:lnTo>
                    <a:lnTo>
                      <a:pt x="134" y="202"/>
                    </a:lnTo>
                    <a:lnTo>
                      <a:pt x="136" y="200"/>
                    </a:lnTo>
                    <a:lnTo>
                      <a:pt x="134" y="200"/>
                    </a:lnTo>
                    <a:lnTo>
                      <a:pt x="134" y="200"/>
                    </a:lnTo>
                    <a:lnTo>
                      <a:pt x="136" y="190"/>
                    </a:lnTo>
                    <a:lnTo>
                      <a:pt x="136" y="190"/>
                    </a:lnTo>
                    <a:lnTo>
                      <a:pt x="142" y="188"/>
                    </a:lnTo>
                    <a:lnTo>
                      <a:pt x="142" y="188"/>
                    </a:lnTo>
                    <a:lnTo>
                      <a:pt x="142" y="190"/>
                    </a:lnTo>
                    <a:lnTo>
                      <a:pt x="142" y="192"/>
                    </a:lnTo>
                    <a:lnTo>
                      <a:pt x="142" y="192"/>
                    </a:lnTo>
                    <a:lnTo>
                      <a:pt x="140" y="194"/>
                    </a:lnTo>
                    <a:lnTo>
                      <a:pt x="140" y="194"/>
                    </a:lnTo>
                    <a:lnTo>
                      <a:pt x="138" y="198"/>
                    </a:lnTo>
                    <a:lnTo>
                      <a:pt x="138" y="202"/>
                    </a:lnTo>
                    <a:lnTo>
                      <a:pt x="142" y="204"/>
                    </a:lnTo>
                    <a:lnTo>
                      <a:pt x="142" y="204"/>
                    </a:lnTo>
                    <a:lnTo>
                      <a:pt x="150" y="190"/>
                    </a:lnTo>
                    <a:lnTo>
                      <a:pt x="150" y="190"/>
                    </a:lnTo>
                    <a:lnTo>
                      <a:pt x="150" y="188"/>
                    </a:lnTo>
                    <a:lnTo>
                      <a:pt x="150" y="188"/>
                    </a:lnTo>
                    <a:lnTo>
                      <a:pt x="144" y="186"/>
                    </a:lnTo>
                    <a:lnTo>
                      <a:pt x="144" y="186"/>
                    </a:lnTo>
                    <a:lnTo>
                      <a:pt x="148" y="184"/>
                    </a:lnTo>
                    <a:lnTo>
                      <a:pt x="148" y="184"/>
                    </a:lnTo>
                    <a:lnTo>
                      <a:pt x="146" y="172"/>
                    </a:lnTo>
                    <a:lnTo>
                      <a:pt x="146" y="172"/>
                    </a:lnTo>
                    <a:lnTo>
                      <a:pt x="148" y="166"/>
                    </a:lnTo>
                    <a:lnTo>
                      <a:pt x="150" y="158"/>
                    </a:lnTo>
                    <a:lnTo>
                      <a:pt x="150" y="158"/>
                    </a:lnTo>
                    <a:lnTo>
                      <a:pt x="150" y="148"/>
                    </a:lnTo>
                    <a:lnTo>
                      <a:pt x="150" y="136"/>
                    </a:lnTo>
                    <a:lnTo>
                      <a:pt x="150" y="136"/>
                    </a:lnTo>
                    <a:lnTo>
                      <a:pt x="156" y="136"/>
                    </a:lnTo>
                    <a:lnTo>
                      <a:pt x="156" y="136"/>
                    </a:lnTo>
                    <a:lnTo>
                      <a:pt x="156" y="132"/>
                    </a:lnTo>
                    <a:lnTo>
                      <a:pt x="156" y="130"/>
                    </a:lnTo>
                    <a:lnTo>
                      <a:pt x="156" y="130"/>
                    </a:lnTo>
                    <a:lnTo>
                      <a:pt x="160" y="130"/>
                    </a:lnTo>
                    <a:lnTo>
                      <a:pt x="160" y="130"/>
                    </a:lnTo>
                    <a:lnTo>
                      <a:pt x="160" y="126"/>
                    </a:lnTo>
                    <a:lnTo>
                      <a:pt x="160" y="126"/>
                    </a:lnTo>
                    <a:lnTo>
                      <a:pt x="164" y="120"/>
                    </a:lnTo>
                    <a:lnTo>
                      <a:pt x="164" y="120"/>
                    </a:lnTo>
                    <a:lnTo>
                      <a:pt x="162" y="104"/>
                    </a:lnTo>
                    <a:lnTo>
                      <a:pt x="160" y="102"/>
                    </a:lnTo>
                    <a:lnTo>
                      <a:pt x="160" y="102"/>
                    </a:lnTo>
                    <a:lnTo>
                      <a:pt x="158" y="96"/>
                    </a:lnTo>
                    <a:lnTo>
                      <a:pt x="158" y="92"/>
                    </a:lnTo>
                    <a:lnTo>
                      <a:pt x="156" y="90"/>
                    </a:lnTo>
                    <a:lnTo>
                      <a:pt x="156" y="90"/>
                    </a:lnTo>
                    <a:lnTo>
                      <a:pt x="148" y="88"/>
                    </a:lnTo>
                    <a:lnTo>
                      <a:pt x="148" y="88"/>
                    </a:lnTo>
                    <a:lnTo>
                      <a:pt x="148" y="86"/>
                    </a:lnTo>
                    <a:lnTo>
                      <a:pt x="148" y="86"/>
                    </a:lnTo>
                    <a:lnTo>
                      <a:pt x="148" y="86"/>
                    </a:lnTo>
                    <a:lnTo>
                      <a:pt x="146" y="84"/>
                    </a:lnTo>
                    <a:lnTo>
                      <a:pt x="146" y="84"/>
                    </a:lnTo>
                    <a:close/>
                    <a:moveTo>
                      <a:pt x="162" y="0"/>
                    </a:moveTo>
                    <a:lnTo>
                      <a:pt x="162" y="0"/>
                    </a:lnTo>
                    <a:lnTo>
                      <a:pt x="158" y="4"/>
                    </a:lnTo>
                    <a:lnTo>
                      <a:pt x="158" y="6"/>
                    </a:lnTo>
                    <a:lnTo>
                      <a:pt x="158" y="10"/>
                    </a:lnTo>
                    <a:lnTo>
                      <a:pt x="160" y="14"/>
                    </a:lnTo>
                    <a:lnTo>
                      <a:pt x="160" y="14"/>
                    </a:lnTo>
                    <a:lnTo>
                      <a:pt x="164" y="16"/>
                    </a:lnTo>
                    <a:lnTo>
                      <a:pt x="164" y="16"/>
                    </a:lnTo>
                    <a:lnTo>
                      <a:pt x="162" y="20"/>
                    </a:lnTo>
                    <a:lnTo>
                      <a:pt x="160" y="24"/>
                    </a:lnTo>
                    <a:lnTo>
                      <a:pt x="160" y="24"/>
                    </a:lnTo>
                    <a:lnTo>
                      <a:pt x="160" y="32"/>
                    </a:lnTo>
                    <a:lnTo>
                      <a:pt x="160" y="32"/>
                    </a:lnTo>
                    <a:lnTo>
                      <a:pt x="158" y="34"/>
                    </a:lnTo>
                    <a:lnTo>
                      <a:pt x="156" y="36"/>
                    </a:lnTo>
                    <a:lnTo>
                      <a:pt x="156" y="36"/>
                    </a:lnTo>
                    <a:lnTo>
                      <a:pt x="156" y="40"/>
                    </a:lnTo>
                    <a:lnTo>
                      <a:pt x="158" y="46"/>
                    </a:lnTo>
                    <a:lnTo>
                      <a:pt x="158" y="48"/>
                    </a:lnTo>
                    <a:lnTo>
                      <a:pt x="156" y="48"/>
                    </a:lnTo>
                    <a:lnTo>
                      <a:pt x="150" y="48"/>
                    </a:lnTo>
                    <a:lnTo>
                      <a:pt x="150" y="48"/>
                    </a:lnTo>
                    <a:lnTo>
                      <a:pt x="148" y="46"/>
                    </a:lnTo>
                    <a:lnTo>
                      <a:pt x="144" y="44"/>
                    </a:lnTo>
                    <a:lnTo>
                      <a:pt x="144" y="44"/>
                    </a:lnTo>
                    <a:lnTo>
                      <a:pt x="142" y="46"/>
                    </a:lnTo>
                    <a:lnTo>
                      <a:pt x="144" y="48"/>
                    </a:lnTo>
                    <a:lnTo>
                      <a:pt x="144" y="48"/>
                    </a:lnTo>
                    <a:lnTo>
                      <a:pt x="142" y="52"/>
                    </a:lnTo>
                    <a:lnTo>
                      <a:pt x="136" y="56"/>
                    </a:lnTo>
                    <a:lnTo>
                      <a:pt x="136" y="56"/>
                    </a:lnTo>
                    <a:lnTo>
                      <a:pt x="136" y="62"/>
                    </a:lnTo>
                    <a:lnTo>
                      <a:pt x="136" y="62"/>
                    </a:lnTo>
                    <a:lnTo>
                      <a:pt x="140" y="66"/>
                    </a:lnTo>
                    <a:lnTo>
                      <a:pt x="140" y="66"/>
                    </a:lnTo>
                    <a:lnTo>
                      <a:pt x="140" y="76"/>
                    </a:lnTo>
                    <a:lnTo>
                      <a:pt x="140" y="76"/>
                    </a:lnTo>
                    <a:lnTo>
                      <a:pt x="142" y="76"/>
                    </a:lnTo>
                    <a:lnTo>
                      <a:pt x="144" y="76"/>
                    </a:lnTo>
                    <a:lnTo>
                      <a:pt x="144" y="76"/>
                    </a:lnTo>
                    <a:lnTo>
                      <a:pt x="148" y="72"/>
                    </a:lnTo>
                    <a:lnTo>
                      <a:pt x="148" y="72"/>
                    </a:lnTo>
                    <a:lnTo>
                      <a:pt x="156" y="72"/>
                    </a:lnTo>
                    <a:lnTo>
                      <a:pt x="156" y="72"/>
                    </a:lnTo>
                    <a:lnTo>
                      <a:pt x="146" y="66"/>
                    </a:lnTo>
                    <a:lnTo>
                      <a:pt x="146" y="66"/>
                    </a:lnTo>
                    <a:lnTo>
                      <a:pt x="146" y="60"/>
                    </a:lnTo>
                    <a:lnTo>
                      <a:pt x="146" y="60"/>
                    </a:lnTo>
                    <a:lnTo>
                      <a:pt x="148" y="58"/>
                    </a:lnTo>
                    <a:lnTo>
                      <a:pt x="152" y="58"/>
                    </a:lnTo>
                    <a:lnTo>
                      <a:pt x="152" y="58"/>
                    </a:lnTo>
                    <a:lnTo>
                      <a:pt x="154" y="60"/>
                    </a:lnTo>
                    <a:lnTo>
                      <a:pt x="156" y="60"/>
                    </a:lnTo>
                    <a:lnTo>
                      <a:pt x="156" y="60"/>
                    </a:lnTo>
                    <a:lnTo>
                      <a:pt x="158" y="58"/>
                    </a:lnTo>
                    <a:lnTo>
                      <a:pt x="158" y="58"/>
                    </a:lnTo>
                    <a:lnTo>
                      <a:pt x="160" y="58"/>
                    </a:lnTo>
                    <a:lnTo>
                      <a:pt x="162" y="58"/>
                    </a:lnTo>
                    <a:lnTo>
                      <a:pt x="164" y="58"/>
                    </a:lnTo>
                    <a:lnTo>
                      <a:pt x="164" y="58"/>
                    </a:lnTo>
                    <a:lnTo>
                      <a:pt x="166" y="62"/>
                    </a:lnTo>
                    <a:lnTo>
                      <a:pt x="166" y="62"/>
                    </a:lnTo>
                    <a:lnTo>
                      <a:pt x="166" y="66"/>
                    </a:lnTo>
                    <a:lnTo>
                      <a:pt x="166" y="66"/>
                    </a:lnTo>
                    <a:lnTo>
                      <a:pt x="182" y="66"/>
                    </a:lnTo>
                    <a:lnTo>
                      <a:pt x="182" y="66"/>
                    </a:lnTo>
                    <a:lnTo>
                      <a:pt x="186" y="54"/>
                    </a:lnTo>
                    <a:lnTo>
                      <a:pt x="192" y="52"/>
                    </a:lnTo>
                    <a:lnTo>
                      <a:pt x="198" y="50"/>
                    </a:lnTo>
                    <a:lnTo>
                      <a:pt x="198" y="50"/>
                    </a:lnTo>
                    <a:lnTo>
                      <a:pt x="200" y="54"/>
                    </a:lnTo>
                    <a:lnTo>
                      <a:pt x="200" y="54"/>
                    </a:lnTo>
                    <a:lnTo>
                      <a:pt x="202" y="52"/>
                    </a:lnTo>
                    <a:lnTo>
                      <a:pt x="202" y="50"/>
                    </a:lnTo>
                    <a:lnTo>
                      <a:pt x="202" y="50"/>
                    </a:lnTo>
                    <a:lnTo>
                      <a:pt x="210" y="50"/>
                    </a:lnTo>
                    <a:lnTo>
                      <a:pt x="210" y="50"/>
                    </a:lnTo>
                    <a:lnTo>
                      <a:pt x="214" y="48"/>
                    </a:lnTo>
                    <a:lnTo>
                      <a:pt x="214" y="46"/>
                    </a:lnTo>
                    <a:lnTo>
                      <a:pt x="212" y="44"/>
                    </a:lnTo>
                    <a:lnTo>
                      <a:pt x="212" y="44"/>
                    </a:lnTo>
                    <a:lnTo>
                      <a:pt x="212" y="42"/>
                    </a:lnTo>
                    <a:lnTo>
                      <a:pt x="212" y="42"/>
                    </a:lnTo>
                    <a:lnTo>
                      <a:pt x="208" y="42"/>
                    </a:lnTo>
                    <a:lnTo>
                      <a:pt x="208" y="40"/>
                    </a:lnTo>
                    <a:lnTo>
                      <a:pt x="210" y="34"/>
                    </a:lnTo>
                    <a:lnTo>
                      <a:pt x="210" y="34"/>
                    </a:lnTo>
                    <a:lnTo>
                      <a:pt x="202" y="34"/>
                    </a:lnTo>
                    <a:lnTo>
                      <a:pt x="200" y="32"/>
                    </a:lnTo>
                    <a:lnTo>
                      <a:pt x="196" y="28"/>
                    </a:lnTo>
                    <a:lnTo>
                      <a:pt x="196" y="28"/>
                    </a:lnTo>
                    <a:lnTo>
                      <a:pt x="190" y="30"/>
                    </a:lnTo>
                    <a:lnTo>
                      <a:pt x="184" y="30"/>
                    </a:lnTo>
                    <a:lnTo>
                      <a:pt x="182" y="30"/>
                    </a:lnTo>
                    <a:lnTo>
                      <a:pt x="182" y="30"/>
                    </a:lnTo>
                    <a:lnTo>
                      <a:pt x="178" y="22"/>
                    </a:lnTo>
                    <a:lnTo>
                      <a:pt x="174" y="12"/>
                    </a:lnTo>
                    <a:lnTo>
                      <a:pt x="174" y="12"/>
                    </a:lnTo>
                    <a:lnTo>
                      <a:pt x="168" y="10"/>
                    </a:lnTo>
                    <a:lnTo>
                      <a:pt x="168" y="10"/>
                    </a:lnTo>
                    <a:lnTo>
                      <a:pt x="166" y="4"/>
                    </a:lnTo>
                    <a:lnTo>
                      <a:pt x="166" y="4"/>
                    </a:lnTo>
                    <a:lnTo>
                      <a:pt x="162" y="0"/>
                    </a:lnTo>
                    <a:lnTo>
                      <a:pt x="162"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69" name="Line 167">
                <a:extLst>
                  <a:ext uri="{FF2B5EF4-FFF2-40B4-BE49-F238E27FC236}">
                    <a16:creationId xmlns:a16="http://schemas.microsoft.com/office/drawing/2014/main" id="{2525096B-87C5-2B46-B2F0-79569A428658}"/>
                  </a:ext>
                </a:extLst>
              </p:cNvPr>
              <p:cNvSpPr>
                <a:spLocks noChangeShapeType="1"/>
              </p:cNvSpPr>
              <p:nvPr/>
            </p:nvSpPr>
            <p:spPr bwMode="auto">
              <a:xfrm>
                <a:off x="9140059" y="444771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0" name="Line 168">
                <a:extLst>
                  <a:ext uri="{FF2B5EF4-FFF2-40B4-BE49-F238E27FC236}">
                    <a16:creationId xmlns:a16="http://schemas.microsoft.com/office/drawing/2014/main" id="{3C239F52-8C03-A04C-A2AD-7CAA48C19C48}"/>
                  </a:ext>
                </a:extLst>
              </p:cNvPr>
              <p:cNvSpPr>
                <a:spLocks noChangeShapeType="1"/>
              </p:cNvSpPr>
              <p:nvPr/>
            </p:nvSpPr>
            <p:spPr bwMode="auto">
              <a:xfrm>
                <a:off x="9140059" y="4447710"/>
                <a:ext cx="1957" cy="2002"/>
              </a:xfrm>
              <a:prstGeom prst="line">
                <a:avLst/>
              </a:prstGeom>
              <a:grpFill/>
              <a:ln w="317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1" name="Freeform 169">
                <a:extLst>
                  <a:ext uri="{FF2B5EF4-FFF2-40B4-BE49-F238E27FC236}">
                    <a16:creationId xmlns:a16="http://schemas.microsoft.com/office/drawing/2014/main" id="{BB0A1404-7A33-3942-90CA-65E4858FD6E5}"/>
                  </a:ext>
                </a:extLst>
              </p:cNvPr>
              <p:cNvSpPr>
                <a:spLocks/>
              </p:cNvSpPr>
              <p:nvPr/>
            </p:nvSpPr>
            <p:spPr bwMode="auto">
              <a:xfrm>
                <a:off x="8611697" y="4399653"/>
                <a:ext cx="3914" cy="8009"/>
              </a:xfrm>
              <a:custGeom>
                <a:avLst/>
                <a:gdLst>
                  <a:gd name="T0" fmla="*/ 0 w 2"/>
                  <a:gd name="T1" fmla="*/ 0 h 4"/>
                  <a:gd name="T2" fmla="*/ 0 w 2"/>
                  <a:gd name="T3" fmla="*/ 4 h 4"/>
                  <a:gd name="T4" fmla="*/ 0 w 2"/>
                  <a:gd name="T5" fmla="*/ 4 h 4"/>
                  <a:gd name="T6" fmla="*/ 2 w 2"/>
                  <a:gd name="T7" fmla="*/ 2 h 4"/>
                  <a:gd name="T8" fmla="*/ 0 w 2"/>
                  <a:gd name="T9" fmla="*/ 0 h 4"/>
                  <a:gd name="T10" fmla="*/ 0 w 2"/>
                  <a:gd name="T11" fmla="*/ 0 h 4"/>
                </a:gdLst>
                <a:ahLst/>
                <a:cxnLst>
                  <a:cxn ang="0">
                    <a:pos x="T0" y="T1"/>
                  </a:cxn>
                  <a:cxn ang="0">
                    <a:pos x="T2" y="T3"/>
                  </a:cxn>
                  <a:cxn ang="0">
                    <a:pos x="T4" y="T5"/>
                  </a:cxn>
                  <a:cxn ang="0">
                    <a:pos x="T6" y="T7"/>
                  </a:cxn>
                  <a:cxn ang="0">
                    <a:pos x="T8" y="T9"/>
                  </a:cxn>
                  <a:cxn ang="0">
                    <a:pos x="T10" y="T11"/>
                  </a:cxn>
                </a:cxnLst>
                <a:rect l="0" t="0" r="r" b="b"/>
                <a:pathLst>
                  <a:path w="2" h="4">
                    <a:moveTo>
                      <a:pt x="0" y="0"/>
                    </a:moveTo>
                    <a:lnTo>
                      <a:pt x="0" y="4"/>
                    </a:lnTo>
                    <a:lnTo>
                      <a:pt x="0" y="4"/>
                    </a:lnTo>
                    <a:lnTo>
                      <a:pt x="2" y="2"/>
                    </a:lnTo>
                    <a:lnTo>
                      <a:pt x="0" y="0"/>
                    </a:lnTo>
                    <a:lnTo>
                      <a:pt x="0"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2" name="Freeform 170">
                <a:extLst>
                  <a:ext uri="{FF2B5EF4-FFF2-40B4-BE49-F238E27FC236}">
                    <a16:creationId xmlns:a16="http://schemas.microsoft.com/office/drawing/2014/main" id="{03BD9977-CFED-A64C-8F6D-43CAE760F3CD}"/>
                  </a:ext>
                </a:extLst>
              </p:cNvPr>
              <p:cNvSpPr>
                <a:spLocks noEditPoints="1"/>
              </p:cNvSpPr>
              <p:nvPr/>
            </p:nvSpPr>
            <p:spPr bwMode="auto">
              <a:xfrm>
                <a:off x="8384696" y="4191409"/>
                <a:ext cx="1185883" cy="568668"/>
              </a:xfrm>
              <a:custGeom>
                <a:avLst/>
                <a:gdLst>
                  <a:gd name="T0" fmla="*/ 18 w 606"/>
                  <a:gd name="T1" fmla="*/ 34 h 284"/>
                  <a:gd name="T2" fmla="*/ 50 w 606"/>
                  <a:gd name="T3" fmla="*/ 66 h 284"/>
                  <a:gd name="T4" fmla="*/ 80 w 606"/>
                  <a:gd name="T5" fmla="*/ 126 h 284"/>
                  <a:gd name="T6" fmla="*/ 112 w 606"/>
                  <a:gd name="T7" fmla="*/ 178 h 284"/>
                  <a:gd name="T8" fmla="*/ 140 w 606"/>
                  <a:gd name="T9" fmla="*/ 184 h 284"/>
                  <a:gd name="T10" fmla="*/ 128 w 606"/>
                  <a:gd name="T11" fmla="*/ 116 h 284"/>
                  <a:gd name="T12" fmla="*/ 112 w 606"/>
                  <a:gd name="T13" fmla="*/ 86 h 284"/>
                  <a:gd name="T14" fmla="*/ 90 w 606"/>
                  <a:gd name="T15" fmla="*/ 70 h 284"/>
                  <a:gd name="T16" fmla="*/ 72 w 606"/>
                  <a:gd name="T17" fmla="*/ 46 h 284"/>
                  <a:gd name="T18" fmla="*/ 34 w 606"/>
                  <a:gd name="T19" fmla="*/ 6 h 284"/>
                  <a:gd name="T20" fmla="*/ 434 w 606"/>
                  <a:gd name="T21" fmla="*/ 58 h 284"/>
                  <a:gd name="T22" fmla="*/ 438 w 606"/>
                  <a:gd name="T23" fmla="*/ 106 h 284"/>
                  <a:gd name="T24" fmla="*/ 446 w 606"/>
                  <a:gd name="T25" fmla="*/ 78 h 284"/>
                  <a:gd name="T26" fmla="*/ 434 w 606"/>
                  <a:gd name="T27" fmla="*/ 58 h 284"/>
                  <a:gd name="T28" fmla="*/ 340 w 606"/>
                  <a:gd name="T29" fmla="*/ 78 h 284"/>
                  <a:gd name="T30" fmla="*/ 320 w 606"/>
                  <a:gd name="T31" fmla="*/ 132 h 284"/>
                  <a:gd name="T32" fmla="*/ 336 w 606"/>
                  <a:gd name="T33" fmla="*/ 188 h 284"/>
                  <a:gd name="T34" fmla="*/ 348 w 606"/>
                  <a:gd name="T35" fmla="*/ 168 h 284"/>
                  <a:gd name="T36" fmla="*/ 364 w 606"/>
                  <a:gd name="T37" fmla="*/ 160 h 284"/>
                  <a:gd name="T38" fmla="*/ 368 w 606"/>
                  <a:gd name="T39" fmla="*/ 122 h 284"/>
                  <a:gd name="T40" fmla="*/ 336 w 606"/>
                  <a:gd name="T41" fmla="*/ 100 h 284"/>
                  <a:gd name="T42" fmla="*/ 388 w 606"/>
                  <a:gd name="T43" fmla="*/ 92 h 284"/>
                  <a:gd name="T44" fmla="*/ 478 w 606"/>
                  <a:gd name="T45" fmla="*/ 106 h 284"/>
                  <a:gd name="T46" fmla="*/ 154 w 606"/>
                  <a:gd name="T47" fmla="*/ 148 h 284"/>
                  <a:gd name="T48" fmla="*/ 444 w 606"/>
                  <a:gd name="T49" fmla="*/ 156 h 284"/>
                  <a:gd name="T50" fmla="*/ 450 w 606"/>
                  <a:gd name="T51" fmla="*/ 148 h 284"/>
                  <a:gd name="T52" fmla="*/ 424 w 606"/>
                  <a:gd name="T53" fmla="*/ 150 h 284"/>
                  <a:gd name="T54" fmla="*/ 364 w 606"/>
                  <a:gd name="T55" fmla="*/ 186 h 284"/>
                  <a:gd name="T56" fmla="*/ 140 w 606"/>
                  <a:gd name="T57" fmla="*/ 190 h 284"/>
                  <a:gd name="T58" fmla="*/ 194 w 606"/>
                  <a:gd name="T59" fmla="*/ 222 h 284"/>
                  <a:gd name="T60" fmla="*/ 258 w 606"/>
                  <a:gd name="T61" fmla="*/ 238 h 284"/>
                  <a:gd name="T62" fmla="*/ 226 w 606"/>
                  <a:gd name="T63" fmla="*/ 204 h 284"/>
                  <a:gd name="T64" fmla="*/ 158 w 606"/>
                  <a:gd name="T65" fmla="*/ 190 h 284"/>
                  <a:gd name="T66" fmla="*/ 526 w 606"/>
                  <a:gd name="T67" fmla="*/ 210 h 284"/>
                  <a:gd name="T68" fmla="*/ 266 w 606"/>
                  <a:gd name="T69" fmla="*/ 244 h 284"/>
                  <a:gd name="T70" fmla="*/ 408 w 606"/>
                  <a:gd name="T71" fmla="*/ 234 h 284"/>
                  <a:gd name="T72" fmla="*/ 298 w 606"/>
                  <a:gd name="T73" fmla="*/ 248 h 284"/>
                  <a:gd name="T74" fmla="*/ 316 w 606"/>
                  <a:gd name="T75" fmla="*/ 244 h 284"/>
                  <a:gd name="T76" fmla="*/ 368 w 606"/>
                  <a:gd name="T77" fmla="*/ 250 h 284"/>
                  <a:gd name="T78" fmla="*/ 416 w 606"/>
                  <a:gd name="T79" fmla="*/ 246 h 284"/>
                  <a:gd name="T80" fmla="*/ 376 w 606"/>
                  <a:gd name="T81" fmla="*/ 274 h 284"/>
                  <a:gd name="T82" fmla="*/ 398 w 606"/>
                  <a:gd name="T83" fmla="*/ 264 h 284"/>
                  <a:gd name="T84" fmla="*/ 420 w 606"/>
                  <a:gd name="T85" fmla="*/ 244 h 284"/>
                  <a:gd name="T86" fmla="*/ 192 w 606"/>
                  <a:gd name="T87" fmla="*/ 62 h 284"/>
                  <a:gd name="T88" fmla="*/ 188 w 606"/>
                  <a:gd name="T89" fmla="*/ 114 h 284"/>
                  <a:gd name="T90" fmla="*/ 216 w 606"/>
                  <a:gd name="T91" fmla="*/ 150 h 284"/>
                  <a:gd name="T92" fmla="*/ 250 w 606"/>
                  <a:gd name="T93" fmla="*/ 154 h 284"/>
                  <a:gd name="T94" fmla="*/ 294 w 606"/>
                  <a:gd name="T95" fmla="*/ 136 h 284"/>
                  <a:gd name="T96" fmla="*/ 316 w 606"/>
                  <a:gd name="T97" fmla="*/ 82 h 284"/>
                  <a:gd name="T98" fmla="*/ 300 w 606"/>
                  <a:gd name="T99" fmla="*/ 38 h 284"/>
                  <a:gd name="T100" fmla="*/ 242 w 606"/>
                  <a:gd name="T101" fmla="*/ 78 h 284"/>
                  <a:gd name="T102" fmla="*/ 478 w 606"/>
                  <a:gd name="T103" fmla="*/ 128 h 284"/>
                  <a:gd name="T104" fmla="*/ 504 w 606"/>
                  <a:gd name="T105" fmla="*/ 142 h 284"/>
                  <a:gd name="T106" fmla="*/ 508 w 606"/>
                  <a:gd name="T107" fmla="*/ 154 h 284"/>
                  <a:gd name="T108" fmla="*/ 542 w 606"/>
                  <a:gd name="T109" fmla="*/ 174 h 284"/>
                  <a:gd name="T110" fmla="*/ 576 w 606"/>
                  <a:gd name="T111" fmla="*/ 216 h 284"/>
                  <a:gd name="T112" fmla="*/ 584 w 606"/>
                  <a:gd name="T113" fmla="*/ 236 h 284"/>
                  <a:gd name="T114" fmla="*/ 602 w 606"/>
                  <a:gd name="T115" fmla="*/ 142 h 284"/>
                  <a:gd name="T116" fmla="*/ 542 w 606"/>
                  <a:gd name="T117" fmla="*/ 146 h 284"/>
                  <a:gd name="T118" fmla="*/ 518 w 606"/>
                  <a:gd name="T119" fmla="*/ 126 h 284"/>
                  <a:gd name="T120" fmla="*/ 490 w 606"/>
                  <a:gd name="T121" fmla="*/ 11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6" h="284">
                    <a:moveTo>
                      <a:pt x="18" y="6"/>
                    </a:moveTo>
                    <a:lnTo>
                      <a:pt x="18" y="6"/>
                    </a:lnTo>
                    <a:lnTo>
                      <a:pt x="14" y="2"/>
                    </a:lnTo>
                    <a:lnTo>
                      <a:pt x="12" y="0"/>
                    </a:lnTo>
                    <a:lnTo>
                      <a:pt x="12" y="0"/>
                    </a:lnTo>
                    <a:lnTo>
                      <a:pt x="6" y="0"/>
                    </a:lnTo>
                    <a:lnTo>
                      <a:pt x="0" y="0"/>
                    </a:lnTo>
                    <a:lnTo>
                      <a:pt x="0" y="0"/>
                    </a:lnTo>
                    <a:lnTo>
                      <a:pt x="0" y="10"/>
                    </a:lnTo>
                    <a:lnTo>
                      <a:pt x="2" y="10"/>
                    </a:lnTo>
                    <a:lnTo>
                      <a:pt x="2" y="10"/>
                    </a:lnTo>
                    <a:lnTo>
                      <a:pt x="6" y="18"/>
                    </a:lnTo>
                    <a:lnTo>
                      <a:pt x="8" y="22"/>
                    </a:lnTo>
                    <a:lnTo>
                      <a:pt x="10" y="24"/>
                    </a:lnTo>
                    <a:lnTo>
                      <a:pt x="10" y="24"/>
                    </a:lnTo>
                    <a:lnTo>
                      <a:pt x="14" y="26"/>
                    </a:lnTo>
                    <a:lnTo>
                      <a:pt x="14" y="26"/>
                    </a:lnTo>
                    <a:lnTo>
                      <a:pt x="16" y="30"/>
                    </a:lnTo>
                    <a:lnTo>
                      <a:pt x="18" y="34"/>
                    </a:lnTo>
                    <a:lnTo>
                      <a:pt x="18" y="34"/>
                    </a:lnTo>
                    <a:lnTo>
                      <a:pt x="22" y="34"/>
                    </a:lnTo>
                    <a:lnTo>
                      <a:pt x="24" y="36"/>
                    </a:lnTo>
                    <a:lnTo>
                      <a:pt x="24" y="36"/>
                    </a:lnTo>
                    <a:lnTo>
                      <a:pt x="26" y="40"/>
                    </a:lnTo>
                    <a:lnTo>
                      <a:pt x="26" y="40"/>
                    </a:lnTo>
                    <a:lnTo>
                      <a:pt x="32" y="46"/>
                    </a:lnTo>
                    <a:lnTo>
                      <a:pt x="32" y="46"/>
                    </a:lnTo>
                    <a:lnTo>
                      <a:pt x="32" y="50"/>
                    </a:lnTo>
                    <a:lnTo>
                      <a:pt x="32" y="50"/>
                    </a:lnTo>
                    <a:lnTo>
                      <a:pt x="36" y="52"/>
                    </a:lnTo>
                    <a:lnTo>
                      <a:pt x="36" y="52"/>
                    </a:lnTo>
                    <a:lnTo>
                      <a:pt x="36" y="56"/>
                    </a:lnTo>
                    <a:lnTo>
                      <a:pt x="36" y="60"/>
                    </a:lnTo>
                    <a:lnTo>
                      <a:pt x="36" y="60"/>
                    </a:lnTo>
                    <a:lnTo>
                      <a:pt x="42" y="60"/>
                    </a:lnTo>
                    <a:lnTo>
                      <a:pt x="44" y="62"/>
                    </a:lnTo>
                    <a:lnTo>
                      <a:pt x="44" y="62"/>
                    </a:lnTo>
                    <a:lnTo>
                      <a:pt x="48" y="66"/>
                    </a:lnTo>
                    <a:lnTo>
                      <a:pt x="48" y="66"/>
                    </a:lnTo>
                    <a:lnTo>
                      <a:pt x="50" y="66"/>
                    </a:lnTo>
                    <a:lnTo>
                      <a:pt x="52" y="68"/>
                    </a:lnTo>
                    <a:lnTo>
                      <a:pt x="52" y="68"/>
                    </a:lnTo>
                    <a:lnTo>
                      <a:pt x="52" y="72"/>
                    </a:lnTo>
                    <a:lnTo>
                      <a:pt x="52" y="78"/>
                    </a:lnTo>
                    <a:lnTo>
                      <a:pt x="52" y="78"/>
                    </a:lnTo>
                    <a:lnTo>
                      <a:pt x="56" y="86"/>
                    </a:lnTo>
                    <a:lnTo>
                      <a:pt x="56" y="86"/>
                    </a:lnTo>
                    <a:lnTo>
                      <a:pt x="56" y="90"/>
                    </a:lnTo>
                    <a:lnTo>
                      <a:pt x="56" y="90"/>
                    </a:lnTo>
                    <a:lnTo>
                      <a:pt x="58" y="92"/>
                    </a:lnTo>
                    <a:lnTo>
                      <a:pt x="60" y="94"/>
                    </a:lnTo>
                    <a:lnTo>
                      <a:pt x="60" y="94"/>
                    </a:lnTo>
                    <a:lnTo>
                      <a:pt x="64" y="102"/>
                    </a:lnTo>
                    <a:lnTo>
                      <a:pt x="64" y="102"/>
                    </a:lnTo>
                    <a:lnTo>
                      <a:pt x="68" y="104"/>
                    </a:lnTo>
                    <a:lnTo>
                      <a:pt x="72" y="108"/>
                    </a:lnTo>
                    <a:lnTo>
                      <a:pt x="72" y="108"/>
                    </a:lnTo>
                    <a:lnTo>
                      <a:pt x="76" y="118"/>
                    </a:lnTo>
                    <a:lnTo>
                      <a:pt x="78" y="122"/>
                    </a:lnTo>
                    <a:lnTo>
                      <a:pt x="80" y="126"/>
                    </a:lnTo>
                    <a:lnTo>
                      <a:pt x="82" y="126"/>
                    </a:lnTo>
                    <a:lnTo>
                      <a:pt x="82" y="126"/>
                    </a:lnTo>
                    <a:lnTo>
                      <a:pt x="82" y="130"/>
                    </a:lnTo>
                    <a:lnTo>
                      <a:pt x="82" y="134"/>
                    </a:lnTo>
                    <a:lnTo>
                      <a:pt x="82" y="134"/>
                    </a:lnTo>
                    <a:lnTo>
                      <a:pt x="86" y="136"/>
                    </a:lnTo>
                    <a:lnTo>
                      <a:pt x="86" y="136"/>
                    </a:lnTo>
                    <a:lnTo>
                      <a:pt x="88" y="144"/>
                    </a:lnTo>
                    <a:lnTo>
                      <a:pt x="92" y="150"/>
                    </a:lnTo>
                    <a:lnTo>
                      <a:pt x="92" y="150"/>
                    </a:lnTo>
                    <a:lnTo>
                      <a:pt x="94" y="152"/>
                    </a:lnTo>
                    <a:lnTo>
                      <a:pt x="94" y="152"/>
                    </a:lnTo>
                    <a:lnTo>
                      <a:pt x="96" y="158"/>
                    </a:lnTo>
                    <a:lnTo>
                      <a:pt x="98" y="166"/>
                    </a:lnTo>
                    <a:lnTo>
                      <a:pt x="98" y="166"/>
                    </a:lnTo>
                    <a:lnTo>
                      <a:pt x="102" y="172"/>
                    </a:lnTo>
                    <a:lnTo>
                      <a:pt x="102" y="174"/>
                    </a:lnTo>
                    <a:lnTo>
                      <a:pt x="102" y="174"/>
                    </a:lnTo>
                    <a:lnTo>
                      <a:pt x="112" y="178"/>
                    </a:lnTo>
                    <a:lnTo>
                      <a:pt x="112" y="178"/>
                    </a:lnTo>
                    <a:lnTo>
                      <a:pt x="116" y="180"/>
                    </a:lnTo>
                    <a:lnTo>
                      <a:pt x="116" y="180"/>
                    </a:lnTo>
                    <a:lnTo>
                      <a:pt x="124" y="188"/>
                    </a:lnTo>
                    <a:lnTo>
                      <a:pt x="124" y="188"/>
                    </a:lnTo>
                    <a:lnTo>
                      <a:pt x="130" y="190"/>
                    </a:lnTo>
                    <a:lnTo>
                      <a:pt x="130" y="190"/>
                    </a:lnTo>
                    <a:lnTo>
                      <a:pt x="130" y="186"/>
                    </a:lnTo>
                    <a:lnTo>
                      <a:pt x="128" y="184"/>
                    </a:lnTo>
                    <a:lnTo>
                      <a:pt x="128" y="184"/>
                    </a:lnTo>
                    <a:lnTo>
                      <a:pt x="128" y="184"/>
                    </a:lnTo>
                    <a:lnTo>
                      <a:pt x="130" y="184"/>
                    </a:lnTo>
                    <a:lnTo>
                      <a:pt x="130" y="184"/>
                    </a:lnTo>
                    <a:lnTo>
                      <a:pt x="134" y="186"/>
                    </a:lnTo>
                    <a:lnTo>
                      <a:pt x="136" y="186"/>
                    </a:lnTo>
                    <a:lnTo>
                      <a:pt x="138" y="186"/>
                    </a:lnTo>
                    <a:lnTo>
                      <a:pt x="138" y="186"/>
                    </a:lnTo>
                    <a:lnTo>
                      <a:pt x="138" y="184"/>
                    </a:lnTo>
                    <a:lnTo>
                      <a:pt x="140" y="184"/>
                    </a:lnTo>
                    <a:lnTo>
                      <a:pt x="140" y="184"/>
                    </a:lnTo>
                    <a:lnTo>
                      <a:pt x="140" y="184"/>
                    </a:lnTo>
                    <a:lnTo>
                      <a:pt x="144" y="184"/>
                    </a:lnTo>
                    <a:lnTo>
                      <a:pt x="144" y="184"/>
                    </a:lnTo>
                    <a:lnTo>
                      <a:pt x="144" y="180"/>
                    </a:lnTo>
                    <a:lnTo>
                      <a:pt x="144" y="168"/>
                    </a:lnTo>
                    <a:lnTo>
                      <a:pt x="148" y="150"/>
                    </a:lnTo>
                    <a:lnTo>
                      <a:pt x="148" y="150"/>
                    </a:lnTo>
                    <a:lnTo>
                      <a:pt x="144" y="148"/>
                    </a:lnTo>
                    <a:lnTo>
                      <a:pt x="144" y="148"/>
                    </a:lnTo>
                    <a:lnTo>
                      <a:pt x="140" y="138"/>
                    </a:lnTo>
                    <a:lnTo>
                      <a:pt x="140" y="138"/>
                    </a:lnTo>
                    <a:lnTo>
                      <a:pt x="134" y="138"/>
                    </a:lnTo>
                    <a:lnTo>
                      <a:pt x="134" y="138"/>
                    </a:lnTo>
                    <a:lnTo>
                      <a:pt x="130" y="136"/>
                    </a:lnTo>
                    <a:lnTo>
                      <a:pt x="130" y="136"/>
                    </a:lnTo>
                    <a:lnTo>
                      <a:pt x="132" y="134"/>
                    </a:lnTo>
                    <a:lnTo>
                      <a:pt x="132" y="130"/>
                    </a:lnTo>
                    <a:lnTo>
                      <a:pt x="132" y="130"/>
                    </a:lnTo>
                    <a:lnTo>
                      <a:pt x="126" y="128"/>
                    </a:lnTo>
                    <a:lnTo>
                      <a:pt x="126" y="128"/>
                    </a:lnTo>
                    <a:lnTo>
                      <a:pt x="128" y="116"/>
                    </a:lnTo>
                    <a:lnTo>
                      <a:pt x="128" y="116"/>
                    </a:lnTo>
                    <a:lnTo>
                      <a:pt x="122" y="116"/>
                    </a:lnTo>
                    <a:lnTo>
                      <a:pt x="122" y="114"/>
                    </a:lnTo>
                    <a:lnTo>
                      <a:pt x="120" y="114"/>
                    </a:lnTo>
                    <a:lnTo>
                      <a:pt x="120" y="114"/>
                    </a:lnTo>
                    <a:lnTo>
                      <a:pt x="118" y="116"/>
                    </a:lnTo>
                    <a:lnTo>
                      <a:pt x="118" y="116"/>
                    </a:lnTo>
                    <a:lnTo>
                      <a:pt x="118" y="116"/>
                    </a:lnTo>
                    <a:lnTo>
                      <a:pt x="112" y="114"/>
                    </a:lnTo>
                    <a:lnTo>
                      <a:pt x="112" y="114"/>
                    </a:lnTo>
                    <a:lnTo>
                      <a:pt x="112" y="106"/>
                    </a:lnTo>
                    <a:lnTo>
                      <a:pt x="112" y="106"/>
                    </a:lnTo>
                    <a:lnTo>
                      <a:pt x="118" y="102"/>
                    </a:lnTo>
                    <a:lnTo>
                      <a:pt x="118" y="102"/>
                    </a:lnTo>
                    <a:lnTo>
                      <a:pt x="118" y="98"/>
                    </a:lnTo>
                    <a:lnTo>
                      <a:pt x="118" y="98"/>
                    </a:lnTo>
                    <a:lnTo>
                      <a:pt x="112" y="90"/>
                    </a:lnTo>
                    <a:lnTo>
                      <a:pt x="112" y="90"/>
                    </a:lnTo>
                    <a:lnTo>
                      <a:pt x="112" y="86"/>
                    </a:lnTo>
                    <a:lnTo>
                      <a:pt x="112" y="86"/>
                    </a:lnTo>
                    <a:lnTo>
                      <a:pt x="110" y="84"/>
                    </a:lnTo>
                    <a:lnTo>
                      <a:pt x="106" y="84"/>
                    </a:lnTo>
                    <a:lnTo>
                      <a:pt x="106" y="84"/>
                    </a:lnTo>
                    <a:lnTo>
                      <a:pt x="108" y="78"/>
                    </a:lnTo>
                    <a:lnTo>
                      <a:pt x="108" y="78"/>
                    </a:lnTo>
                    <a:lnTo>
                      <a:pt x="106" y="78"/>
                    </a:lnTo>
                    <a:lnTo>
                      <a:pt x="106" y="78"/>
                    </a:lnTo>
                    <a:lnTo>
                      <a:pt x="104" y="84"/>
                    </a:lnTo>
                    <a:lnTo>
                      <a:pt x="104" y="84"/>
                    </a:lnTo>
                    <a:lnTo>
                      <a:pt x="100" y="84"/>
                    </a:lnTo>
                    <a:lnTo>
                      <a:pt x="100" y="84"/>
                    </a:lnTo>
                    <a:lnTo>
                      <a:pt x="100" y="82"/>
                    </a:lnTo>
                    <a:lnTo>
                      <a:pt x="100" y="82"/>
                    </a:lnTo>
                    <a:lnTo>
                      <a:pt x="96" y="82"/>
                    </a:lnTo>
                    <a:lnTo>
                      <a:pt x="96" y="82"/>
                    </a:lnTo>
                    <a:lnTo>
                      <a:pt x="96" y="80"/>
                    </a:lnTo>
                    <a:lnTo>
                      <a:pt x="96" y="78"/>
                    </a:lnTo>
                    <a:lnTo>
                      <a:pt x="94" y="74"/>
                    </a:lnTo>
                    <a:lnTo>
                      <a:pt x="94" y="74"/>
                    </a:lnTo>
                    <a:lnTo>
                      <a:pt x="90" y="70"/>
                    </a:lnTo>
                    <a:lnTo>
                      <a:pt x="88" y="68"/>
                    </a:lnTo>
                    <a:lnTo>
                      <a:pt x="88" y="68"/>
                    </a:lnTo>
                    <a:lnTo>
                      <a:pt x="86" y="64"/>
                    </a:lnTo>
                    <a:lnTo>
                      <a:pt x="84" y="60"/>
                    </a:lnTo>
                    <a:lnTo>
                      <a:pt x="80" y="60"/>
                    </a:lnTo>
                    <a:lnTo>
                      <a:pt x="80" y="60"/>
                    </a:lnTo>
                    <a:lnTo>
                      <a:pt x="80" y="60"/>
                    </a:lnTo>
                    <a:lnTo>
                      <a:pt x="80" y="62"/>
                    </a:lnTo>
                    <a:lnTo>
                      <a:pt x="80" y="62"/>
                    </a:lnTo>
                    <a:lnTo>
                      <a:pt x="78" y="62"/>
                    </a:lnTo>
                    <a:lnTo>
                      <a:pt x="78" y="62"/>
                    </a:lnTo>
                    <a:lnTo>
                      <a:pt x="78" y="62"/>
                    </a:lnTo>
                    <a:lnTo>
                      <a:pt x="76" y="60"/>
                    </a:lnTo>
                    <a:lnTo>
                      <a:pt x="76" y="60"/>
                    </a:lnTo>
                    <a:lnTo>
                      <a:pt x="74" y="58"/>
                    </a:lnTo>
                    <a:lnTo>
                      <a:pt x="72" y="54"/>
                    </a:lnTo>
                    <a:lnTo>
                      <a:pt x="72" y="54"/>
                    </a:lnTo>
                    <a:lnTo>
                      <a:pt x="72" y="54"/>
                    </a:lnTo>
                    <a:lnTo>
                      <a:pt x="72" y="50"/>
                    </a:lnTo>
                    <a:lnTo>
                      <a:pt x="72" y="46"/>
                    </a:lnTo>
                    <a:lnTo>
                      <a:pt x="66" y="46"/>
                    </a:lnTo>
                    <a:lnTo>
                      <a:pt x="66" y="46"/>
                    </a:lnTo>
                    <a:lnTo>
                      <a:pt x="66" y="40"/>
                    </a:lnTo>
                    <a:lnTo>
                      <a:pt x="66" y="40"/>
                    </a:lnTo>
                    <a:lnTo>
                      <a:pt x="60" y="36"/>
                    </a:lnTo>
                    <a:lnTo>
                      <a:pt x="54" y="32"/>
                    </a:lnTo>
                    <a:lnTo>
                      <a:pt x="54" y="32"/>
                    </a:lnTo>
                    <a:lnTo>
                      <a:pt x="52" y="30"/>
                    </a:lnTo>
                    <a:lnTo>
                      <a:pt x="52" y="26"/>
                    </a:lnTo>
                    <a:lnTo>
                      <a:pt x="52" y="26"/>
                    </a:lnTo>
                    <a:lnTo>
                      <a:pt x="48" y="24"/>
                    </a:lnTo>
                    <a:lnTo>
                      <a:pt x="48" y="24"/>
                    </a:lnTo>
                    <a:lnTo>
                      <a:pt x="46" y="22"/>
                    </a:lnTo>
                    <a:lnTo>
                      <a:pt x="44" y="18"/>
                    </a:lnTo>
                    <a:lnTo>
                      <a:pt x="44" y="18"/>
                    </a:lnTo>
                    <a:lnTo>
                      <a:pt x="40" y="18"/>
                    </a:lnTo>
                    <a:lnTo>
                      <a:pt x="40" y="18"/>
                    </a:lnTo>
                    <a:lnTo>
                      <a:pt x="40" y="14"/>
                    </a:lnTo>
                    <a:lnTo>
                      <a:pt x="34" y="6"/>
                    </a:lnTo>
                    <a:lnTo>
                      <a:pt x="34" y="6"/>
                    </a:lnTo>
                    <a:lnTo>
                      <a:pt x="30" y="4"/>
                    </a:lnTo>
                    <a:lnTo>
                      <a:pt x="26" y="4"/>
                    </a:lnTo>
                    <a:lnTo>
                      <a:pt x="20" y="6"/>
                    </a:lnTo>
                    <a:lnTo>
                      <a:pt x="18" y="6"/>
                    </a:lnTo>
                    <a:lnTo>
                      <a:pt x="18" y="6"/>
                    </a:lnTo>
                    <a:close/>
                    <a:moveTo>
                      <a:pt x="440" y="52"/>
                    </a:moveTo>
                    <a:lnTo>
                      <a:pt x="440" y="52"/>
                    </a:lnTo>
                    <a:lnTo>
                      <a:pt x="442" y="64"/>
                    </a:lnTo>
                    <a:lnTo>
                      <a:pt x="442" y="64"/>
                    </a:lnTo>
                    <a:lnTo>
                      <a:pt x="446" y="64"/>
                    </a:lnTo>
                    <a:lnTo>
                      <a:pt x="446" y="64"/>
                    </a:lnTo>
                    <a:lnTo>
                      <a:pt x="448" y="62"/>
                    </a:lnTo>
                    <a:lnTo>
                      <a:pt x="446" y="62"/>
                    </a:lnTo>
                    <a:lnTo>
                      <a:pt x="446" y="62"/>
                    </a:lnTo>
                    <a:lnTo>
                      <a:pt x="446" y="56"/>
                    </a:lnTo>
                    <a:lnTo>
                      <a:pt x="446" y="56"/>
                    </a:lnTo>
                    <a:lnTo>
                      <a:pt x="440" y="52"/>
                    </a:lnTo>
                    <a:lnTo>
                      <a:pt x="440" y="52"/>
                    </a:lnTo>
                    <a:close/>
                    <a:moveTo>
                      <a:pt x="434" y="58"/>
                    </a:moveTo>
                    <a:lnTo>
                      <a:pt x="434" y="58"/>
                    </a:lnTo>
                    <a:lnTo>
                      <a:pt x="428" y="68"/>
                    </a:lnTo>
                    <a:lnTo>
                      <a:pt x="426" y="80"/>
                    </a:lnTo>
                    <a:lnTo>
                      <a:pt x="426" y="80"/>
                    </a:lnTo>
                    <a:lnTo>
                      <a:pt x="432" y="84"/>
                    </a:lnTo>
                    <a:lnTo>
                      <a:pt x="432" y="84"/>
                    </a:lnTo>
                    <a:lnTo>
                      <a:pt x="430" y="86"/>
                    </a:lnTo>
                    <a:lnTo>
                      <a:pt x="430" y="86"/>
                    </a:lnTo>
                    <a:lnTo>
                      <a:pt x="430" y="88"/>
                    </a:lnTo>
                    <a:lnTo>
                      <a:pt x="430" y="88"/>
                    </a:lnTo>
                    <a:lnTo>
                      <a:pt x="430" y="92"/>
                    </a:lnTo>
                    <a:lnTo>
                      <a:pt x="430" y="94"/>
                    </a:lnTo>
                    <a:lnTo>
                      <a:pt x="428" y="96"/>
                    </a:lnTo>
                    <a:lnTo>
                      <a:pt x="428" y="96"/>
                    </a:lnTo>
                    <a:lnTo>
                      <a:pt x="428" y="96"/>
                    </a:lnTo>
                    <a:lnTo>
                      <a:pt x="430" y="100"/>
                    </a:lnTo>
                    <a:lnTo>
                      <a:pt x="434" y="104"/>
                    </a:lnTo>
                    <a:lnTo>
                      <a:pt x="434" y="104"/>
                    </a:lnTo>
                    <a:lnTo>
                      <a:pt x="438" y="108"/>
                    </a:lnTo>
                    <a:lnTo>
                      <a:pt x="438" y="108"/>
                    </a:lnTo>
                    <a:lnTo>
                      <a:pt x="438" y="106"/>
                    </a:lnTo>
                    <a:lnTo>
                      <a:pt x="436" y="104"/>
                    </a:lnTo>
                    <a:lnTo>
                      <a:pt x="432" y="100"/>
                    </a:lnTo>
                    <a:lnTo>
                      <a:pt x="432" y="100"/>
                    </a:lnTo>
                    <a:lnTo>
                      <a:pt x="432" y="92"/>
                    </a:lnTo>
                    <a:lnTo>
                      <a:pt x="432" y="92"/>
                    </a:lnTo>
                    <a:lnTo>
                      <a:pt x="436" y="90"/>
                    </a:lnTo>
                    <a:lnTo>
                      <a:pt x="436" y="90"/>
                    </a:lnTo>
                    <a:lnTo>
                      <a:pt x="440" y="90"/>
                    </a:lnTo>
                    <a:lnTo>
                      <a:pt x="440" y="90"/>
                    </a:lnTo>
                    <a:lnTo>
                      <a:pt x="442" y="94"/>
                    </a:lnTo>
                    <a:lnTo>
                      <a:pt x="442" y="94"/>
                    </a:lnTo>
                    <a:lnTo>
                      <a:pt x="446" y="94"/>
                    </a:lnTo>
                    <a:lnTo>
                      <a:pt x="446" y="94"/>
                    </a:lnTo>
                    <a:lnTo>
                      <a:pt x="444" y="86"/>
                    </a:lnTo>
                    <a:lnTo>
                      <a:pt x="444" y="86"/>
                    </a:lnTo>
                    <a:lnTo>
                      <a:pt x="438" y="86"/>
                    </a:lnTo>
                    <a:lnTo>
                      <a:pt x="438" y="86"/>
                    </a:lnTo>
                    <a:lnTo>
                      <a:pt x="446" y="80"/>
                    </a:lnTo>
                    <a:lnTo>
                      <a:pt x="446" y="80"/>
                    </a:lnTo>
                    <a:lnTo>
                      <a:pt x="446" y="78"/>
                    </a:lnTo>
                    <a:lnTo>
                      <a:pt x="442" y="76"/>
                    </a:lnTo>
                    <a:lnTo>
                      <a:pt x="442" y="74"/>
                    </a:lnTo>
                    <a:lnTo>
                      <a:pt x="442" y="74"/>
                    </a:lnTo>
                    <a:lnTo>
                      <a:pt x="438" y="78"/>
                    </a:lnTo>
                    <a:lnTo>
                      <a:pt x="438" y="78"/>
                    </a:lnTo>
                    <a:lnTo>
                      <a:pt x="438" y="82"/>
                    </a:lnTo>
                    <a:lnTo>
                      <a:pt x="436" y="82"/>
                    </a:lnTo>
                    <a:lnTo>
                      <a:pt x="436" y="82"/>
                    </a:lnTo>
                    <a:lnTo>
                      <a:pt x="436" y="74"/>
                    </a:lnTo>
                    <a:lnTo>
                      <a:pt x="436" y="70"/>
                    </a:lnTo>
                    <a:lnTo>
                      <a:pt x="436" y="68"/>
                    </a:lnTo>
                    <a:lnTo>
                      <a:pt x="436" y="68"/>
                    </a:lnTo>
                    <a:lnTo>
                      <a:pt x="436" y="66"/>
                    </a:lnTo>
                    <a:lnTo>
                      <a:pt x="436" y="66"/>
                    </a:lnTo>
                    <a:lnTo>
                      <a:pt x="436" y="66"/>
                    </a:lnTo>
                    <a:lnTo>
                      <a:pt x="438" y="64"/>
                    </a:lnTo>
                    <a:lnTo>
                      <a:pt x="438" y="64"/>
                    </a:lnTo>
                    <a:lnTo>
                      <a:pt x="436" y="62"/>
                    </a:lnTo>
                    <a:lnTo>
                      <a:pt x="436" y="60"/>
                    </a:lnTo>
                    <a:lnTo>
                      <a:pt x="434" y="58"/>
                    </a:lnTo>
                    <a:close/>
                    <a:moveTo>
                      <a:pt x="394" y="72"/>
                    </a:moveTo>
                    <a:lnTo>
                      <a:pt x="394" y="72"/>
                    </a:lnTo>
                    <a:lnTo>
                      <a:pt x="392" y="76"/>
                    </a:lnTo>
                    <a:lnTo>
                      <a:pt x="392" y="76"/>
                    </a:lnTo>
                    <a:lnTo>
                      <a:pt x="388" y="76"/>
                    </a:lnTo>
                    <a:lnTo>
                      <a:pt x="388" y="76"/>
                    </a:lnTo>
                    <a:lnTo>
                      <a:pt x="388" y="80"/>
                    </a:lnTo>
                    <a:lnTo>
                      <a:pt x="388" y="80"/>
                    </a:lnTo>
                    <a:lnTo>
                      <a:pt x="380" y="84"/>
                    </a:lnTo>
                    <a:lnTo>
                      <a:pt x="380" y="84"/>
                    </a:lnTo>
                    <a:lnTo>
                      <a:pt x="366" y="84"/>
                    </a:lnTo>
                    <a:lnTo>
                      <a:pt x="352" y="84"/>
                    </a:lnTo>
                    <a:lnTo>
                      <a:pt x="352" y="82"/>
                    </a:lnTo>
                    <a:lnTo>
                      <a:pt x="352" y="82"/>
                    </a:lnTo>
                    <a:lnTo>
                      <a:pt x="350" y="82"/>
                    </a:lnTo>
                    <a:lnTo>
                      <a:pt x="348" y="82"/>
                    </a:lnTo>
                    <a:lnTo>
                      <a:pt x="348" y="78"/>
                    </a:lnTo>
                    <a:lnTo>
                      <a:pt x="348" y="78"/>
                    </a:lnTo>
                    <a:lnTo>
                      <a:pt x="344" y="78"/>
                    </a:lnTo>
                    <a:lnTo>
                      <a:pt x="340" y="78"/>
                    </a:lnTo>
                    <a:lnTo>
                      <a:pt x="334" y="82"/>
                    </a:lnTo>
                    <a:lnTo>
                      <a:pt x="334" y="84"/>
                    </a:lnTo>
                    <a:lnTo>
                      <a:pt x="334" y="84"/>
                    </a:lnTo>
                    <a:lnTo>
                      <a:pt x="332" y="84"/>
                    </a:lnTo>
                    <a:lnTo>
                      <a:pt x="332" y="82"/>
                    </a:lnTo>
                    <a:lnTo>
                      <a:pt x="332" y="82"/>
                    </a:lnTo>
                    <a:lnTo>
                      <a:pt x="326" y="88"/>
                    </a:lnTo>
                    <a:lnTo>
                      <a:pt x="326" y="88"/>
                    </a:lnTo>
                    <a:lnTo>
                      <a:pt x="326" y="90"/>
                    </a:lnTo>
                    <a:lnTo>
                      <a:pt x="326" y="90"/>
                    </a:lnTo>
                    <a:lnTo>
                      <a:pt x="326" y="90"/>
                    </a:lnTo>
                    <a:lnTo>
                      <a:pt x="326" y="94"/>
                    </a:lnTo>
                    <a:lnTo>
                      <a:pt x="326" y="94"/>
                    </a:lnTo>
                    <a:lnTo>
                      <a:pt x="326" y="94"/>
                    </a:lnTo>
                    <a:lnTo>
                      <a:pt x="326" y="106"/>
                    </a:lnTo>
                    <a:lnTo>
                      <a:pt x="324" y="114"/>
                    </a:lnTo>
                    <a:lnTo>
                      <a:pt x="322" y="114"/>
                    </a:lnTo>
                    <a:lnTo>
                      <a:pt x="322" y="114"/>
                    </a:lnTo>
                    <a:lnTo>
                      <a:pt x="320" y="122"/>
                    </a:lnTo>
                    <a:lnTo>
                      <a:pt x="320" y="132"/>
                    </a:lnTo>
                    <a:lnTo>
                      <a:pt x="320" y="132"/>
                    </a:lnTo>
                    <a:lnTo>
                      <a:pt x="318" y="140"/>
                    </a:lnTo>
                    <a:lnTo>
                      <a:pt x="316" y="142"/>
                    </a:lnTo>
                    <a:lnTo>
                      <a:pt x="316" y="142"/>
                    </a:lnTo>
                    <a:lnTo>
                      <a:pt x="314" y="150"/>
                    </a:lnTo>
                    <a:lnTo>
                      <a:pt x="316" y="158"/>
                    </a:lnTo>
                    <a:lnTo>
                      <a:pt x="316" y="158"/>
                    </a:lnTo>
                    <a:lnTo>
                      <a:pt x="322" y="158"/>
                    </a:lnTo>
                    <a:lnTo>
                      <a:pt x="324" y="160"/>
                    </a:lnTo>
                    <a:lnTo>
                      <a:pt x="324" y="160"/>
                    </a:lnTo>
                    <a:lnTo>
                      <a:pt x="322" y="164"/>
                    </a:lnTo>
                    <a:lnTo>
                      <a:pt x="324" y="168"/>
                    </a:lnTo>
                    <a:lnTo>
                      <a:pt x="324" y="168"/>
                    </a:lnTo>
                    <a:lnTo>
                      <a:pt x="322" y="172"/>
                    </a:lnTo>
                    <a:lnTo>
                      <a:pt x="318" y="176"/>
                    </a:lnTo>
                    <a:lnTo>
                      <a:pt x="318" y="176"/>
                    </a:lnTo>
                    <a:lnTo>
                      <a:pt x="318" y="182"/>
                    </a:lnTo>
                    <a:lnTo>
                      <a:pt x="318" y="190"/>
                    </a:lnTo>
                    <a:lnTo>
                      <a:pt x="318" y="190"/>
                    </a:lnTo>
                    <a:lnTo>
                      <a:pt x="336" y="188"/>
                    </a:lnTo>
                    <a:lnTo>
                      <a:pt x="336" y="188"/>
                    </a:lnTo>
                    <a:lnTo>
                      <a:pt x="336" y="184"/>
                    </a:lnTo>
                    <a:lnTo>
                      <a:pt x="336" y="184"/>
                    </a:lnTo>
                    <a:lnTo>
                      <a:pt x="334" y="182"/>
                    </a:lnTo>
                    <a:lnTo>
                      <a:pt x="334" y="182"/>
                    </a:lnTo>
                    <a:lnTo>
                      <a:pt x="334" y="182"/>
                    </a:lnTo>
                    <a:lnTo>
                      <a:pt x="336" y="180"/>
                    </a:lnTo>
                    <a:lnTo>
                      <a:pt x="336" y="178"/>
                    </a:lnTo>
                    <a:lnTo>
                      <a:pt x="336" y="176"/>
                    </a:lnTo>
                    <a:lnTo>
                      <a:pt x="336" y="176"/>
                    </a:lnTo>
                    <a:lnTo>
                      <a:pt x="334" y="168"/>
                    </a:lnTo>
                    <a:lnTo>
                      <a:pt x="334" y="168"/>
                    </a:lnTo>
                    <a:lnTo>
                      <a:pt x="338" y="164"/>
                    </a:lnTo>
                    <a:lnTo>
                      <a:pt x="338" y="164"/>
                    </a:lnTo>
                    <a:lnTo>
                      <a:pt x="338" y="158"/>
                    </a:lnTo>
                    <a:lnTo>
                      <a:pt x="336" y="154"/>
                    </a:lnTo>
                    <a:lnTo>
                      <a:pt x="336" y="154"/>
                    </a:lnTo>
                    <a:lnTo>
                      <a:pt x="346" y="152"/>
                    </a:lnTo>
                    <a:lnTo>
                      <a:pt x="346" y="152"/>
                    </a:lnTo>
                    <a:lnTo>
                      <a:pt x="348" y="168"/>
                    </a:lnTo>
                    <a:lnTo>
                      <a:pt x="348" y="168"/>
                    </a:lnTo>
                    <a:lnTo>
                      <a:pt x="350" y="174"/>
                    </a:lnTo>
                    <a:lnTo>
                      <a:pt x="350" y="182"/>
                    </a:lnTo>
                    <a:lnTo>
                      <a:pt x="350" y="182"/>
                    </a:lnTo>
                    <a:lnTo>
                      <a:pt x="360" y="184"/>
                    </a:lnTo>
                    <a:lnTo>
                      <a:pt x="360" y="182"/>
                    </a:lnTo>
                    <a:lnTo>
                      <a:pt x="360" y="182"/>
                    </a:lnTo>
                    <a:lnTo>
                      <a:pt x="360" y="182"/>
                    </a:lnTo>
                    <a:lnTo>
                      <a:pt x="360" y="180"/>
                    </a:lnTo>
                    <a:lnTo>
                      <a:pt x="360" y="176"/>
                    </a:lnTo>
                    <a:lnTo>
                      <a:pt x="360" y="176"/>
                    </a:lnTo>
                    <a:lnTo>
                      <a:pt x="360" y="176"/>
                    </a:lnTo>
                    <a:lnTo>
                      <a:pt x="364" y="174"/>
                    </a:lnTo>
                    <a:lnTo>
                      <a:pt x="370" y="174"/>
                    </a:lnTo>
                    <a:lnTo>
                      <a:pt x="372" y="170"/>
                    </a:lnTo>
                    <a:lnTo>
                      <a:pt x="370" y="170"/>
                    </a:lnTo>
                    <a:lnTo>
                      <a:pt x="370" y="170"/>
                    </a:lnTo>
                    <a:lnTo>
                      <a:pt x="366" y="164"/>
                    </a:lnTo>
                    <a:lnTo>
                      <a:pt x="366" y="164"/>
                    </a:lnTo>
                    <a:lnTo>
                      <a:pt x="364" y="160"/>
                    </a:lnTo>
                    <a:lnTo>
                      <a:pt x="364" y="154"/>
                    </a:lnTo>
                    <a:lnTo>
                      <a:pt x="362" y="154"/>
                    </a:lnTo>
                    <a:lnTo>
                      <a:pt x="362" y="154"/>
                    </a:lnTo>
                    <a:lnTo>
                      <a:pt x="362" y="152"/>
                    </a:lnTo>
                    <a:lnTo>
                      <a:pt x="362" y="152"/>
                    </a:lnTo>
                    <a:lnTo>
                      <a:pt x="358" y="150"/>
                    </a:lnTo>
                    <a:lnTo>
                      <a:pt x="356" y="150"/>
                    </a:lnTo>
                    <a:lnTo>
                      <a:pt x="356" y="150"/>
                    </a:lnTo>
                    <a:lnTo>
                      <a:pt x="356" y="144"/>
                    </a:lnTo>
                    <a:lnTo>
                      <a:pt x="354" y="140"/>
                    </a:lnTo>
                    <a:lnTo>
                      <a:pt x="354" y="140"/>
                    </a:lnTo>
                    <a:lnTo>
                      <a:pt x="344" y="136"/>
                    </a:lnTo>
                    <a:lnTo>
                      <a:pt x="344" y="136"/>
                    </a:lnTo>
                    <a:lnTo>
                      <a:pt x="348" y="134"/>
                    </a:lnTo>
                    <a:lnTo>
                      <a:pt x="348" y="134"/>
                    </a:lnTo>
                    <a:lnTo>
                      <a:pt x="354" y="134"/>
                    </a:lnTo>
                    <a:lnTo>
                      <a:pt x="354" y="134"/>
                    </a:lnTo>
                    <a:lnTo>
                      <a:pt x="360" y="130"/>
                    </a:lnTo>
                    <a:lnTo>
                      <a:pt x="364" y="126"/>
                    </a:lnTo>
                    <a:lnTo>
                      <a:pt x="368" y="122"/>
                    </a:lnTo>
                    <a:lnTo>
                      <a:pt x="374" y="120"/>
                    </a:lnTo>
                    <a:lnTo>
                      <a:pt x="374" y="120"/>
                    </a:lnTo>
                    <a:lnTo>
                      <a:pt x="374" y="114"/>
                    </a:lnTo>
                    <a:lnTo>
                      <a:pt x="374" y="114"/>
                    </a:lnTo>
                    <a:lnTo>
                      <a:pt x="362" y="114"/>
                    </a:lnTo>
                    <a:lnTo>
                      <a:pt x="350" y="114"/>
                    </a:lnTo>
                    <a:lnTo>
                      <a:pt x="350" y="114"/>
                    </a:lnTo>
                    <a:lnTo>
                      <a:pt x="348" y="118"/>
                    </a:lnTo>
                    <a:lnTo>
                      <a:pt x="348" y="118"/>
                    </a:lnTo>
                    <a:lnTo>
                      <a:pt x="346" y="118"/>
                    </a:lnTo>
                    <a:lnTo>
                      <a:pt x="344" y="120"/>
                    </a:lnTo>
                    <a:lnTo>
                      <a:pt x="344" y="120"/>
                    </a:lnTo>
                    <a:lnTo>
                      <a:pt x="342" y="114"/>
                    </a:lnTo>
                    <a:lnTo>
                      <a:pt x="342" y="114"/>
                    </a:lnTo>
                    <a:lnTo>
                      <a:pt x="336" y="114"/>
                    </a:lnTo>
                    <a:lnTo>
                      <a:pt x="336" y="114"/>
                    </a:lnTo>
                    <a:lnTo>
                      <a:pt x="334" y="110"/>
                    </a:lnTo>
                    <a:lnTo>
                      <a:pt x="334" y="110"/>
                    </a:lnTo>
                    <a:lnTo>
                      <a:pt x="334" y="104"/>
                    </a:lnTo>
                    <a:lnTo>
                      <a:pt x="336" y="100"/>
                    </a:lnTo>
                    <a:lnTo>
                      <a:pt x="336" y="100"/>
                    </a:lnTo>
                    <a:lnTo>
                      <a:pt x="336" y="92"/>
                    </a:lnTo>
                    <a:lnTo>
                      <a:pt x="336" y="92"/>
                    </a:lnTo>
                    <a:lnTo>
                      <a:pt x="340" y="92"/>
                    </a:lnTo>
                    <a:lnTo>
                      <a:pt x="340" y="92"/>
                    </a:lnTo>
                    <a:lnTo>
                      <a:pt x="348" y="90"/>
                    </a:lnTo>
                    <a:lnTo>
                      <a:pt x="348" y="90"/>
                    </a:lnTo>
                    <a:lnTo>
                      <a:pt x="350" y="92"/>
                    </a:lnTo>
                    <a:lnTo>
                      <a:pt x="354" y="92"/>
                    </a:lnTo>
                    <a:lnTo>
                      <a:pt x="354" y="92"/>
                    </a:lnTo>
                    <a:lnTo>
                      <a:pt x="360" y="92"/>
                    </a:lnTo>
                    <a:lnTo>
                      <a:pt x="368" y="92"/>
                    </a:lnTo>
                    <a:lnTo>
                      <a:pt x="368" y="92"/>
                    </a:lnTo>
                    <a:lnTo>
                      <a:pt x="374" y="94"/>
                    </a:lnTo>
                    <a:lnTo>
                      <a:pt x="380" y="96"/>
                    </a:lnTo>
                    <a:lnTo>
                      <a:pt x="384" y="94"/>
                    </a:lnTo>
                    <a:lnTo>
                      <a:pt x="384" y="92"/>
                    </a:lnTo>
                    <a:lnTo>
                      <a:pt x="384" y="92"/>
                    </a:lnTo>
                    <a:lnTo>
                      <a:pt x="386" y="92"/>
                    </a:lnTo>
                    <a:lnTo>
                      <a:pt x="388" y="92"/>
                    </a:lnTo>
                    <a:lnTo>
                      <a:pt x="388" y="92"/>
                    </a:lnTo>
                    <a:lnTo>
                      <a:pt x="390" y="88"/>
                    </a:lnTo>
                    <a:lnTo>
                      <a:pt x="392" y="84"/>
                    </a:lnTo>
                    <a:lnTo>
                      <a:pt x="392" y="84"/>
                    </a:lnTo>
                    <a:lnTo>
                      <a:pt x="396" y="82"/>
                    </a:lnTo>
                    <a:lnTo>
                      <a:pt x="398" y="80"/>
                    </a:lnTo>
                    <a:lnTo>
                      <a:pt x="398" y="80"/>
                    </a:lnTo>
                    <a:lnTo>
                      <a:pt x="398" y="74"/>
                    </a:lnTo>
                    <a:lnTo>
                      <a:pt x="398" y="74"/>
                    </a:lnTo>
                    <a:lnTo>
                      <a:pt x="396" y="72"/>
                    </a:lnTo>
                    <a:lnTo>
                      <a:pt x="396" y="72"/>
                    </a:lnTo>
                    <a:lnTo>
                      <a:pt x="396" y="72"/>
                    </a:lnTo>
                    <a:lnTo>
                      <a:pt x="394" y="72"/>
                    </a:lnTo>
                    <a:lnTo>
                      <a:pt x="394" y="72"/>
                    </a:lnTo>
                    <a:close/>
                    <a:moveTo>
                      <a:pt x="470" y="100"/>
                    </a:moveTo>
                    <a:lnTo>
                      <a:pt x="468" y="102"/>
                    </a:lnTo>
                    <a:lnTo>
                      <a:pt x="468" y="102"/>
                    </a:lnTo>
                    <a:lnTo>
                      <a:pt x="464" y="104"/>
                    </a:lnTo>
                    <a:lnTo>
                      <a:pt x="466" y="106"/>
                    </a:lnTo>
                    <a:lnTo>
                      <a:pt x="478" y="106"/>
                    </a:lnTo>
                    <a:lnTo>
                      <a:pt x="478" y="106"/>
                    </a:lnTo>
                    <a:lnTo>
                      <a:pt x="480" y="104"/>
                    </a:lnTo>
                    <a:lnTo>
                      <a:pt x="480" y="104"/>
                    </a:lnTo>
                    <a:lnTo>
                      <a:pt x="470" y="100"/>
                    </a:lnTo>
                    <a:lnTo>
                      <a:pt x="470" y="100"/>
                    </a:lnTo>
                    <a:close/>
                    <a:moveTo>
                      <a:pt x="142" y="126"/>
                    </a:moveTo>
                    <a:lnTo>
                      <a:pt x="142" y="126"/>
                    </a:lnTo>
                    <a:lnTo>
                      <a:pt x="140" y="130"/>
                    </a:lnTo>
                    <a:lnTo>
                      <a:pt x="138" y="134"/>
                    </a:lnTo>
                    <a:lnTo>
                      <a:pt x="138" y="134"/>
                    </a:lnTo>
                    <a:lnTo>
                      <a:pt x="144" y="136"/>
                    </a:lnTo>
                    <a:lnTo>
                      <a:pt x="144" y="136"/>
                    </a:lnTo>
                    <a:lnTo>
                      <a:pt x="144" y="138"/>
                    </a:lnTo>
                    <a:lnTo>
                      <a:pt x="144" y="142"/>
                    </a:lnTo>
                    <a:lnTo>
                      <a:pt x="144" y="142"/>
                    </a:lnTo>
                    <a:lnTo>
                      <a:pt x="146" y="144"/>
                    </a:lnTo>
                    <a:lnTo>
                      <a:pt x="150" y="146"/>
                    </a:lnTo>
                    <a:lnTo>
                      <a:pt x="150" y="146"/>
                    </a:lnTo>
                    <a:lnTo>
                      <a:pt x="152" y="150"/>
                    </a:lnTo>
                    <a:lnTo>
                      <a:pt x="154" y="148"/>
                    </a:lnTo>
                    <a:lnTo>
                      <a:pt x="154" y="148"/>
                    </a:lnTo>
                    <a:lnTo>
                      <a:pt x="152" y="138"/>
                    </a:lnTo>
                    <a:lnTo>
                      <a:pt x="148" y="132"/>
                    </a:lnTo>
                    <a:lnTo>
                      <a:pt x="148" y="132"/>
                    </a:lnTo>
                    <a:lnTo>
                      <a:pt x="146" y="128"/>
                    </a:lnTo>
                    <a:lnTo>
                      <a:pt x="142" y="126"/>
                    </a:lnTo>
                    <a:lnTo>
                      <a:pt x="142" y="126"/>
                    </a:lnTo>
                    <a:close/>
                    <a:moveTo>
                      <a:pt x="440" y="148"/>
                    </a:moveTo>
                    <a:lnTo>
                      <a:pt x="440" y="148"/>
                    </a:lnTo>
                    <a:lnTo>
                      <a:pt x="440" y="150"/>
                    </a:lnTo>
                    <a:lnTo>
                      <a:pt x="440" y="150"/>
                    </a:lnTo>
                    <a:lnTo>
                      <a:pt x="436" y="150"/>
                    </a:lnTo>
                    <a:lnTo>
                      <a:pt x="436" y="154"/>
                    </a:lnTo>
                    <a:lnTo>
                      <a:pt x="436" y="154"/>
                    </a:lnTo>
                    <a:lnTo>
                      <a:pt x="440" y="154"/>
                    </a:lnTo>
                    <a:lnTo>
                      <a:pt x="440" y="154"/>
                    </a:lnTo>
                    <a:lnTo>
                      <a:pt x="442" y="156"/>
                    </a:lnTo>
                    <a:lnTo>
                      <a:pt x="442" y="156"/>
                    </a:lnTo>
                    <a:lnTo>
                      <a:pt x="444" y="156"/>
                    </a:lnTo>
                    <a:lnTo>
                      <a:pt x="444" y="156"/>
                    </a:lnTo>
                    <a:lnTo>
                      <a:pt x="446" y="154"/>
                    </a:lnTo>
                    <a:lnTo>
                      <a:pt x="446" y="154"/>
                    </a:lnTo>
                    <a:lnTo>
                      <a:pt x="448" y="154"/>
                    </a:lnTo>
                    <a:lnTo>
                      <a:pt x="450" y="154"/>
                    </a:lnTo>
                    <a:lnTo>
                      <a:pt x="454" y="156"/>
                    </a:lnTo>
                    <a:lnTo>
                      <a:pt x="454" y="156"/>
                    </a:lnTo>
                    <a:lnTo>
                      <a:pt x="458" y="154"/>
                    </a:lnTo>
                    <a:lnTo>
                      <a:pt x="458" y="154"/>
                    </a:lnTo>
                    <a:lnTo>
                      <a:pt x="464" y="156"/>
                    </a:lnTo>
                    <a:lnTo>
                      <a:pt x="470" y="158"/>
                    </a:lnTo>
                    <a:lnTo>
                      <a:pt x="470" y="158"/>
                    </a:lnTo>
                    <a:lnTo>
                      <a:pt x="470" y="158"/>
                    </a:lnTo>
                    <a:lnTo>
                      <a:pt x="472" y="154"/>
                    </a:lnTo>
                    <a:lnTo>
                      <a:pt x="472" y="154"/>
                    </a:lnTo>
                    <a:lnTo>
                      <a:pt x="470" y="152"/>
                    </a:lnTo>
                    <a:lnTo>
                      <a:pt x="470" y="152"/>
                    </a:lnTo>
                    <a:lnTo>
                      <a:pt x="460" y="150"/>
                    </a:lnTo>
                    <a:lnTo>
                      <a:pt x="452" y="150"/>
                    </a:lnTo>
                    <a:lnTo>
                      <a:pt x="450" y="148"/>
                    </a:lnTo>
                    <a:lnTo>
                      <a:pt x="450" y="148"/>
                    </a:lnTo>
                    <a:lnTo>
                      <a:pt x="440" y="148"/>
                    </a:lnTo>
                    <a:lnTo>
                      <a:pt x="440" y="148"/>
                    </a:lnTo>
                    <a:close/>
                    <a:moveTo>
                      <a:pt x="422" y="150"/>
                    </a:moveTo>
                    <a:lnTo>
                      <a:pt x="422" y="150"/>
                    </a:lnTo>
                    <a:lnTo>
                      <a:pt x="408" y="152"/>
                    </a:lnTo>
                    <a:lnTo>
                      <a:pt x="408" y="152"/>
                    </a:lnTo>
                    <a:lnTo>
                      <a:pt x="408" y="154"/>
                    </a:lnTo>
                    <a:lnTo>
                      <a:pt x="408" y="154"/>
                    </a:lnTo>
                    <a:lnTo>
                      <a:pt x="414" y="156"/>
                    </a:lnTo>
                    <a:lnTo>
                      <a:pt x="414" y="156"/>
                    </a:lnTo>
                    <a:lnTo>
                      <a:pt x="416" y="160"/>
                    </a:lnTo>
                    <a:lnTo>
                      <a:pt x="416" y="160"/>
                    </a:lnTo>
                    <a:lnTo>
                      <a:pt x="422" y="160"/>
                    </a:lnTo>
                    <a:lnTo>
                      <a:pt x="428" y="158"/>
                    </a:lnTo>
                    <a:lnTo>
                      <a:pt x="428" y="158"/>
                    </a:lnTo>
                    <a:lnTo>
                      <a:pt x="428" y="154"/>
                    </a:lnTo>
                    <a:lnTo>
                      <a:pt x="428" y="154"/>
                    </a:lnTo>
                    <a:lnTo>
                      <a:pt x="424" y="154"/>
                    </a:lnTo>
                    <a:lnTo>
                      <a:pt x="424" y="154"/>
                    </a:lnTo>
                    <a:lnTo>
                      <a:pt x="424" y="150"/>
                    </a:lnTo>
                    <a:lnTo>
                      <a:pt x="422" y="150"/>
                    </a:lnTo>
                    <a:lnTo>
                      <a:pt x="422" y="150"/>
                    </a:lnTo>
                    <a:close/>
                    <a:moveTo>
                      <a:pt x="374" y="174"/>
                    </a:moveTo>
                    <a:lnTo>
                      <a:pt x="374" y="174"/>
                    </a:lnTo>
                    <a:lnTo>
                      <a:pt x="372" y="176"/>
                    </a:lnTo>
                    <a:lnTo>
                      <a:pt x="372" y="176"/>
                    </a:lnTo>
                    <a:lnTo>
                      <a:pt x="372" y="176"/>
                    </a:lnTo>
                    <a:lnTo>
                      <a:pt x="372" y="182"/>
                    </a:lnTo>
                    <a:lnTo>
                      <a:pt x="372" y="182"/>
                    </a:lnTo>
                    <a:lnTo>
                      <a:pt x="370" y="184"/>
                    </a:lnTo>
                    <a:lnTo>
                      <a:pt x="370" y="184"/>
                    </a:lnTo>
                    <a:lnTo>
                      <a:pt x="370" y="182"/>
                    </a:lnTo>
                    <a:lnTo>
                      <a:pt x="370" y="182"/>
                    </a:lnTo>
                    <a:lnTo>
                      <a:pt x="368" y="180"/>
                    </a:lnTo>
                    <a:lnTo>
                      <a:pt x="368" y="180"/>
                    </a:lnTo>
                    <a:lnTo>
                      <a:pt x="368" y="180"/>
                    </a:lnTo>
                    <a:lnTo>
                      <a:pt x="366" y="180"/>
                    </a:lnTo>
                    <a:lnTo>
                      <a:pt x="366" y="180"/>
                    </a:lnTo>
                    <a:lnTo>
                      <a:pt x="364" y="184"/>
                    </a:lnTo>
                    <a:lnTo>
                      <a:pt x="364" y="186"/>
                    </a:lnTo>
                    <a:lnTo>
                      <a:pt x="364" y="186"/>
                    </a:lnTo>
                    <a:lnTo>
                      <a:pt x="368" y="188"/>
                    </a:lnTo>
                    <a:lnTo>
                      <a:pt x="370" y="192"/>
                    </a:lnTo>
                    <a:lnTo>
                      <a:pt x="370" y="192"/>
                    </a:lnTo>
                    <a:lnTo>
                      <a:pt x="374" y="192"/>
                    </a:lnTo>
                    <a:lnTo>
                      <a:pt x="374" y="192"/>
                    </a:lnTo>
                    <a:lnTo>
                      <a:pt x="378" y="188"/>
                    </a:lnTo>
                    <a:lnTo>
                      <a:pt x="378" y="188"/>
                    </a:lnTo>
                    <a:lnTo>
                      <a:pt x="374" y="184"/>
                    </a:lnTo>
                    <a:lnTo>
                      <a:pt x="374" y="184"/>
                    </a:lnTo>
                    <a:lnTo>
                      <a:pt x="374" y="180"/>
                    </a:lnTo>
                    <a:lnTo>
                      <a:pt x="376" y="178"/>
                    </a:lnTo>
                    <a:lnTo>
                      <a:pt x="376" y="176"/>
                    </a:lnTo>
                    <a:lnTo>
                      <a:pt x="374" y="174"/>
                    </a:lnTo>
                    <a:lnTo>
                      <a:pt x="374" y="174"/>
                    </a:lnTo>
                    <a:close/>
                    <a:moveTo>
                      <a:pt x="158" y="190"/>
                    </a:moveTo>
                    <a:lnTo>
                      <a:pt x="156" y="192"/>
                    </a:lnTo>
                    <a:lnTo>
                      <a:pt x="156" y="192"/>
                    </a:lnTo>
                    <a:lnTo>
                      <a:pt x="140" y="190"/>
                    </a:lnTo>
                    <a:lnTo>
                      <a:pt x="140" y="190"/>
                    </a:lnTo>
                    <a:lnTo>
                      <a:pt x="138" y="200"/>
                    </a:lnTo>
                    <a:lnTo>
                      <a:pt x="134" y="206"/>
                    </a:lnTo>
                    <a:lnTo>
                      <a:pt x="134" y="206"/>
                    </a:lnTo>
                    <a:lnTo>
                      <a:pt x="134" y="208"/>
                    </a:lnTo>
                    <a:lnTo>
                      <a:pt x="134" y="208"/>
                    </a:lnTo>
                    <a:lnTo>
                      <a:pt x="148" y="208"/>
                    </a:lnTo>
                    <a:lnTo>
                      <a:pt x="148" y="208"/>
                    </a:lnTo>
                    <a:lnTo>
                      <a:pt x="148" y="210"/>
                    </a:lnTo>
                    <a:lnTo>
                      <a:pt x="146" y="212"/>
                    </a:lnTo>
                    <a:lnTo>
                      <a:pt x="146" y="212"/>
                    </a:lnTo>
                    <a:lnTo>
                      <a:pt x="146" y="216"/>
                    </a:lnTo>
                    <a:lnTo>
                      <a:pt x="146" y="216"/>
                    </a:lnTo>
                    <a:lnTo>
                      <a:pt x="156" y="216"/>
                    </a:lnTo>
                    <a:lnTo>
                      <a:pt x="164" y="218"/>
                    </a:lnTo>
                    <a:lnTo>
                      <a:pt x="164" y="218"/>
                    </a:lnTo>
                    <a:lnTo>
                      <a:pt x="168" y="222"/>
                    </a:lnTo>
                    <a:lnTo>
                      <a:pt x="188" y="222"/>
                    </a:lnTo>
                    <a:lnTo>
                      <a:pt x="188" y="222"/>
                    </a:lnTo>
                    <a:lnTo>
                      <a:pt x="190" y="220"/>
                    </a:lnTo>
                    <a:lnTo>
                      <a:pt x="194" y="222"/>
                    </a:lnTo>
                    <a:lnTo>
                      <a:pt x="194" y="222"/>
                    </a:lnTo>
                    <a:lnTo>
                      <a:pt x="208" y="226"/>
                    </a:lnTo>
                    <a:lnTo>
                      <a:pt x="208" y="226"/>
                    </a:lnTo>
                    <a:lnTo>
                      <a:pt x="214" y="230"/>
                    </a:lnTo>
                    <a:lnTo>
                      <a:pt x="214" y="230"/>
                    </a:lnTo>
                    <a:lnTo>
                      <a:pt x="218" y="230"/>
                    </a:lnTo>
                    <a:lnTo>
                      <a:pt x="224" y="228"/>
                    </a:lnTo>
                    <a:lnTo>
                      <a:pt x="224" y="228"/>
                    </a:lnTo>
                    <a:lnTo>
                      <a:pt x="228" y="232"/>
                    </a:lnTo>
                    <a:lnTo>
                      <a:pt x="232" y="232"/>
                    </a:lnTo>
                    <a:lnTo>
                      <a:pt x="236" y="232"/>
                    </a:lnTo>
                    <a:lnTo>
                      <a:pt x="236" y="232"/>
                    </a:lnTo>
                    <a:lnTo>
                      <a:pt x="238" y="232"/>
                    </a:lnTo>
                    <a:lnTo>
                      <a:pt x="242" y="230"/>
                    </a:lnTo>
                    <a:lnTo>
                      <a:pt x="242" y="230"/>
                    </a:lnTo>
                    <a:lnTo>
                      <a:pt x="246" y="234"/>
                    </a:lnTo>
                    <a:lnTo>
                      <a:pt x="246" y="236"/>
                    </a:lnTo>
                    <a:lnTo>
                      <a:pt x="246" y="236"/>
                    </a:lnTo>
                    <a:lnTo>
                      <a:pt x="252" y="238"/>
                    </a:lnTo>
                    <a:lnTo>
                      <a:pt x="258" y="238"/>
                    </a:lnTo>
                    <a:lnTo>
                      <a:pt x="258" y="238"/>
                    </a:lnTo>
                    <a:lnTo>
                      <a:pt x="262" y="242"/>
                    </a:lnTo>
                    <a:lnTo>
                      <a:pt x="262" y="242"/>
                    </a:lnTo>
                    <a:lnTo>
                      <a:pt x="260" y="232"/>
                    </a:lnTo>
                    <a:lnTo>
                      <a:pt x="260" y="232"/>
                    </a:lnTo>
                    <a:lnTo>
                      <a:pt x="256" y="230"/>
                    </a:lnTo>
                    <a:lnTo>
                      <a:pt x="256" y="230"/>
                    </a:lnTo>
                    <a:lnTo>
                      <a:pt x="258" y="222"/>
                    </a:lnTo>
                    <a:lnTo>
                      <a:pt x="258" y="222"/>
                    </a:lnTo>
                    <a:lnTo>
                      <a:pt x="248" y="218"/>
                    </a:lnTo>
                    <a:lnTo>
                      <a:pt x="236" y="218"/>
                    </a:lnTo>
                    <a:lnTo>
                      <a:pt x="236" y="218"/>
                    </a:lnTo>
                    <a:lnTo>
                      <a:pt x="236" y="210"/>
                    </a:lnTo>
                    <a:lnTo>
                      <a:pt x="236" y="210"/>
                    </a:lnTo>
                    <a:lnTo>
                      <a:pt x="234" y="208"/>
                    </a:lnTo>
                    <a:lnTo>
                      <a:pt x="234" y="208"/>
                    </a:lnTo>
                    <a:lnTo>
                      <a:pt x="234" y="202"/>
                    </a:lnTo>
                    <a:lnTo>
                      <a:pt x="234" y="202"/>
                    </a:lnTo>
                    <a:lnTo>
                      <a:pt x="226" y="204"/>
                    </a:lnTo>
                    <a:lnTo>
                      <a:pt x="226" y="204"/>
                    </a:lnTo>
                    <a:lnTo>
                      <a:pt x="226" y="202"/>
                    </a:lnTo>
                    <a:lnTo>
                      <a:pt x="226" y="202"/>
                    </a:lnTo>
                    <a:lnTo>
                      <a:pt x="222" y="202"/>
                    </a:lnTo>
                    <a:lnTo>
                      <a:pt x="218" y="198"/>
                    </a:lnTo>
                    <a:lnTo>
                      <a:pt x="218" y="198"/>
                    </a:lnTo>
                    <a:lnTo>
                      <a:pt x="214" y="198"/>
                    </a:lnTo>
                    <a:lnTo>
                      <a:pt x="208" y="196"/>
                    </a:lnTo>
                    <a:lnTo>
                      <a:pt x="208" y="196"/>
                    </a:lnTo>
                    <a:lnTo>
                      <a:pt x="206" y="202"/>
                    </a:lnTo>
                    <a:lnTo>
                      <a:pt x="206" y="202"/>
                    </a:lnTo>
                    <a:lnTo>
                      <a:pt x="192" y="202"/>
                    </a:lnTo>
                    <a:lnTo>
                      <a:pt x="188" y="200"/>
                    </a:lnTo>
                    <a:lnTo>
                      <a:pt x="188" y="200"/>
                    </a:lnTo>
                    <a:lnTo>
                      <a:pt x="180" y="198"/>
                    </a:lnTo>
                    <a:lnTo>
                      <a:pt x="176" y="192"/>
                    </a:lnTo>
                    <a:lnTo>
                      <a:pt x="176" y="192"/>
                    </a:lnTo>
                    <a:lnTo>
                      <a:pt x="166" y="192"/>
                    </a:lnTo>
                    <a:lnTo>
                      <a:pt x="166" y="190"/>
                    </a:lnTo>
                    <a:lnTo>
                      <a:pt x="166" y="190"/>
                    </a:lnTo>
                    <a:lnTo>
                      <a:pt x="158" y="190"/>
                    </a:lnTo>
                    <a:lnTo>
                      <a:pt x="158" y="190"/>
                    </a:lnTo>
                    <a:close/>
                    <a:moveTo>
                      <a:pt x="518" y="196"/>
                    </a:moveTo>
                    <a:lnTo>
                      <a:pt x="518" y="196"/>
                    </a:lnTo>
                    <a:lnTo>
                      <a:pt x="518" y="198"/>
                    </a:lnTo>
                    <a:lnTo>
                      <a:pt x="518" y="198"/>
                    </a:lnTo>
                    <a:lnTo>
                      <a:pt x="518" y="198"/>
                    </a:lnTo>
                    <a:lnTo>
                      <a:pt x="520" y="200"/>
                    </a:lnTo>
                    <a:lnTo>
                      <a:pt x="520" y="202"/>
                    </a:lnTo>
                    <a:lnTo>
                      <a:pt x="520" y="210"/>
                    </a:lnTo>
                    <a:lnTo>
                      <a:pt x="520" y="210"/>
                    </a:lnTo>
                    <a:lnTo>
                      <a:pt x="516" y="212"/>
                    </a:lnTo>
                    <a:lnTo>
                      <a:pt x="516" y="212"/>
                    </a:lnTo>
                    <a:lnTo>
                      <a:pt x="518" y="216"/>
                    </a:lnTo>
                    <a:lnTo>
                      <a:pt x="518" y="216"/>
                    </a:lnTo>
                    <a:lnTo>
                      <a:pt x="518" y="218"/>
                    </a:lnTo>
                    <a:lnTo>
                      <a:pt x="518" y="218"/>
                    </a:lnTo>
                    <a:lnTo>
                      <a:pt x="520" y="220"/>
                    </a:lnTo>
                    <a:lnTo>
                      <a:pt x="520" y="220"/>
                    </a:lnTo>
                    <a:lnTo>
                      <a:pt x="522" y="212"/>
                    </a:lnTo>
                    <a:lnTo>
                      <a:pt x="526" y="210"/>
                    </a:lnTo>
                    <a:lnTo>
                      <a:pt x="526" y="210"/>
                    </a:lnTo>
                    <a:lnTo>
                      <a:pt x="526" y="206"/>
                    </a:lnTo>
                    <a:lnTo>
                      <a:pt x="526" y="206"/>
                    </a:lnTo>
                    <a:lnTo>
                      <a:pt x="524" y="206"/>
                    </a:lnTo>
                    <a:lnTo>
                      <a:pt x="526" y="204"/>
                    </a:lnTo>
                    <a:lnTo>
                      <a:pt x="526" y="200"/>
                    </a:lnTo>
                    <a:lnTo>
                      <a:pt x="524" y="198"/>
                    </a:lnTo>
                    <a:lnTo>
                      <a:pt x="524" y="198"/>
                    </a:lnTo>
                    <a:lnTo>
                      <a:pt x="522" y="196"/>
                    </a:lnTo>
                    <a:lnTo>
                      <a:pt x="518" y="196"/>
                    </a:lnTo>
                    <a:lnTo>
                      <a:pt x="518" y="196"/>
                    </a:lnTo>
                    <a:close/>
                    <a:moveTo>
                      <a:pt x="262" y="230"/>
                    </a:moveTo>
                    <a:lnTo>
                      <a:pt x="262" y="230"/>
                    </a:lnTo>
                    <a:lnTo>
                      <a:pt x="262" y="236"/>
                    </a:lnTo>
                    <a:lnTo>
                      <a:pt x="262" y="236"/>
                    </a:lnTo>
                    <a:lnTo>
                      <a:pt x="262" y="236"/>
                    </a:lnTo>
                    <a:lnTo>
                      <a:pt x="264" y="236"/>
                    </a:lnTo>
                    <a:lnTo>
                      <a:pt x="264" y="236"/>
                    </a:lnTo>
                    <a:lnTo>
                      <a:pt x="266" y="240"/>
                    </a:lnTo>
                    <a:lnTo>
                      <a:pt x="266" y="244"/>
                    </a:lnTo>
                    <a:lnTo>
                      <a:pt x="266" y="244"/>
                    </a:lnTo>
                    <a:lnTo>
                      <a:pt x="268" y="242"/>
                    </a:lnTo>
                    <a:lnTo>
                      <a:pt x="268" y="242"/>
                    </a:lnTo>
                    <a:lnTo>
                      <a:pt x="268" y="242"/>
                    </a:lnTo>
                    <a:lnTo>
                      <a:pt x="272" y="236"/>
                    </a:lnTo>
                    <a:lnTo>
                      <a:pt x="272" y="236"/>
                    </a:lnTo>
                    <a:lnTo>
                      <a:pt x="272" y="234"/>
                    </a:lnTo>
                    <a:lnTo>
                      <a:pt x="272" y="232"/>
                    </a:lnTo>
                    <a:lnTo>
                      <a:pt x="272" y="232"/>
                    </a:lnTo>
                    <a:lnTo>
                      <a:pt x="266" y="232"/>
                    </a:lnTo>
                    <a:lnTo>
                      <a:pt x="262" y="230"/>
                    </a:lnTo>
                    <a:lnTo>
                      <a:pt x="262" y="230"/>
                    </a:lnTo>
                    <a:close/>
                    <a:moveTo>
                      <a:pt x="408" y="234"/>
                    </a:moveTo>
                    <a:lnTo>
                      <a:pt x="408" y="234"/>
                    </a:lnTo>
                    <a:lnTo>
                      <a:pt x="406" y="238"/>
                    </a:lnTo>
                    <a:lnTo>
                      <a:pt x="420" y="238"/>
                    </a:lnTo>
                    <a:lnTo>
                      <a:pt x="420" y="238"/>
                    </a:lnTo>
                    <a:lnTo>
                      <a:pt x="418" y="234"/>
                    </a:lnTo>
                    <a:lnTo>
                      <a:pt x="418" y="234"/>
                    </a:lnTo>
                    <a:lnTo>
                      <a:pt x="408" y="234"/>
                    </a:lnTo>
                    <a:lnTo>
                      <a:pt x="408" y="234"/>
                    </a:lnTo>
                    <a:close/>
                    <a:moveTo>
                      <a:pt x="282" y="238"/>
                    </a:moveTo>
                    <a:lnTo>
                      <a:pt x="282" y="238"/>
                    </a:lnTo>
                    <a:lnTo>
                      <a:pt x="278" y="246"/>
                    </a:lnTo>
                    <a:lnTo>
                      <a:pt x="278" y="246"/>
                    </a:lnTo>
                    <a:lnTo>
                      <a:pt x="286" y="246"/>
                    </a:lnTo>
                    <a:lnTo>
                      <a:pt x="286" y="238"/>
                    </a:lnTo>
                    <a:lnTo>
                      <a:pt x="286" y="238"/>
                    </a:lnTo>
                    <a:lnTo>
                      <a:pt x="282" y="238"/>
                    </a:lnTo>
                    <a:lnTo>
                      <a:pt x="282" y="238"/>
                    </a:lnTo>
                    <a:close/>
                    <a:moveTo>
                      <a:pt x="300" y="238"/>
                    </a:moveTo>
                    <a:lnTo>
                      <a:pt x="300" y="238"/>
                    </a:lnTo>
                    <a:lnTo>
                      <a:pt x="300" y="244"/>
                    </a:lnTo>
                    <a:lnTo>
                      <a:pt x="300" y="244"/>
                    </a:lnTo>
                    <a:lnTo>
                      <a:pt x="304" y="244"/>
                    </a:lnTo>
                    <a:lnTo>
                      <a:pt x="304" y="244"/>
                    </a:lnTo>
                    <a:lnTo>
                      <a:pt x="302" y="244"/>
                    </a:lnTo>
                    <a:lnTo>
                      <a:pt x="304" y="246"/>
                    </a:lnTo>
                    <a:lnTo>
                      <a:pt x="302" y="248"/>
                    </a:lnTo>
                    <a:lnTo>
                      <a:pt x="298" y="248"/>
                    </a:lnTo>
                    <a:lnTo>
                      <a:pt x="298" y="248"/>
                    </a:lnTo>
                    <a:lnTo>
                      <a:pt x="294" y="246"/>
                    </a:lnTo>
                    <a:lnTo>
                      <a:pt x="292" y="244"/>
                    </a:lnTo>
                    <a:lnTo>
                      <a:pt x="292" y="244"/>
                    </a:lnTo>
                    <a:lnTo>
                      <a:pt x="290" y="244"/>
                    </a:lnTo>
                    <a:lnTo>
                      <a:pt x="290" y="244"/>
                    </a:lnTo>
                    <a:lnTo>
                      <a:pt x="290" y="244"/>
                    </a:lnTo>
                    <a:lnTo>
                      <a:pt x="286" y="254"/>
                    </a:lnTo>
                    <a:lnTo>
                      <a:pt x="286" y="254"/>
                    </a:lnTo>
                    <a:lnTo>
                      <a:pt x="294" y="252"/>
                    </a:lnTo>
                    <a:lnTo>
                      <a:pt x="294" y="252"/>
                    </a:lnTo>
                    <a:lnTo>
                      <a:pt x="294" y="254"/>
                    </a:lnTo>
                    <a:lnTo>
                      <a:pt x="298" y="254"/>
                    </a:lnTo>
                    <a:lnTo>
                      <a:pt x="300" y="252"/>
                    </a:lnTo>
                    <a:lnTo>
                      <a:pt x="300" y="252"/>
                    </a:lnTo>
                    <a:lnTo>
                      <a:pt x="310" y="250"/>
                    </a:lnTo>
                    <a:lnTo>
                      <a:pt x="318" y="250"/>
                    </a:lnTo>
                    <a:lnTo>
                      <a:pt x="318" y="250"/>
                    </a:lnTo>
                    <a:lnTo>
                      <a:pt x="316" y="244"/>
                    </a:lnTo>
                    <a:lnTo>
                      <a:pt x="316" y="244"/>
                    </a:lnTo>
                    <a:lnTo>
                      <a:pt x="308" y="242"/>
                    </a:lnTo>
                    <a:lnTo>
                      <a:pt x="300" y="238"/>
                    </a:lnTo>
                    <a:lnTo>
                      <a:pt x="300" y="238"/>
                    </a:lnTo>
                    <a:close/>
                    <a:moveTo>
                      <a:pt x="332" y="242"/>
                    </a:moveTo>
                    <a:lnTo>
                      <a:pt x="332" y="242"/>
                    </a:lnTo>
                    <a:lnTo>
                      <a:pt x="326" y="244"/>
                    </a:lnTo>
                    <a:lnTo>
                      <a:pt x="326" y="244"/>
                    </a:lnTo>
                    <a:lnTo>
                      <a:pt x="326" y="246"/>
                    </a:lnTo>
                    <a:lnTo>
                      <a:pt x="328" y="248"/>
                    </a:lnTo>
                    <a:lnTo>
                      <a:pt x="328" y="248"/>
                    </a:lnTo>
                    <a:lnTo>
                      <a:pt x="338" y="250"/>
                    </a:lnTo>
                    <a:lnTo>
                      <a:pt x="348" y="250"/>
                    </a:lnTo>
                    <a:lnTo>
                      <a:pt x="348" y="252"/>
                    </a:lnTo>
                    <a:lnTo>
                      <a:pt x="348" y="252"/>
                    </a:lnTo>
                    <a:lnTo>
                      <a:pt x="352" y="252"/>
                    </a:lnTo>
                    <a:lnTo>
                      <a:pt x="358" y="250"/>
                    </a:lnTo>
                    <a:lnTo>
                      <a:pt x="362" y="248"/>
                    </a:lnTo>
                    <a:lnTo>
                      <a:pt x="366" y="248"/>
                    </a:lnTo>
                    <a:lnTo>
                      <a:pt x="366" y="248"/>
                    </a:lnTo>
                    <a:lnTo>
                      <a:pt x="368" y="250"/>
                    </a:lnTo>
                    <a:lnTo>
                      <a:pt x="368" y="250"/>
                    </a:lnTo>
                    <a:lnTo>
                      <a:pt x="370" y="246"/>
                    </a:lnTo>
                    <a:lnTo>
                      <a:pt x="370" y="246"/>
                    </a:lnTo>
                    <a:lnTo>
                      <a:pt x="368" y="244"/>
                    </a:lnTo>
                    <a:lnTo>
                      <a:pt x="364" y="244"/>
                    </a:lnTo>
                    <a:lnTo>
                      <a:pt x="364" y="244"/>
                    </a:lnTo>
                    <a:lnTo>
                      <a:pt x="360" y="244"/>
                    </a:lnTo>
                    <a:lnTo>
                      <a:pt x="356" y="246"/>
                    </a:lnTo>
                    <a:lnTo>
                      <a:pt x="356" y="246"/>
                    </a:lnTo>
                    <a:lnTo>
                      <a:pt x="352" y="242"/>
                    </a:lnTo>
                    <a:lnTo>
                      <a:pt x="352" y="242"/>
                    </a:lnTo>
                    <a:lnTo>
                      <a:pt x="348" y="242"/>
                    </a:lnTo>
                    <a:lnTo>
                      <a:pt x="344" y="244"/>
                    </a:lnTo>
                    <a:lnTo>
                      <a:pt x="344" y="244"/>
                    </a:lnTo>
                    <a:lnTo>
                      <a:pt x="338" y="242"/>
                    </a:lnTo>
                    <a:lnTo>
                      <a:pt x="332" y="242"/>
                    </a:lnTo>
                    <a:lnTo>
                      <a:pt x="332" y="242"/>
                    </a:lnTo>
                    <a:close/>
                    <a:moveTo>
                      <a:pt x="420" y="244"/>
                    </a:moveTo>
                    <a:lnTo>
                      <a:pt x="416" y="246"/>
                    </a:lnTo>
                    <a:lnTo>
                      <a:pt x="416" y="246"/>
                    </a:lnTo>
                    <a:lnTo>
                      <a:pt x="410" y="246"/>
                    </a:lnTo>
                    <a:lnTo>
                      <a:pt x="410" y="246"/>
                    </a:lnTo>
                    <a:lnTo>
                      <a:pt x="408" y="250"/>
                    </a:lnTo>
                    <a:lnTo>
                      <a:pt x="408" y="250"/>
                    </a:lnTo>
                    <a:lnTo>
                      <a:pt x="400" y="250"/>
                    </a:lnTo>
                    <a:lnTo>
                      <a:pt x="398" y="250"/>
                    </a:lnTo>
                    <a:lnTo>
                      <a:pt x="394" y="250"/>
                    </a:lnTo>
                    <a:lnTo>
                      <a:pt x="394" y="250"/>
                    </a:lnTo>
                    <a:lnTo>
                      <a:pt x="394" y="252"/>
                    </a:lnTo>
                    <a:lnTo>
                      <a:pt x="394" y="256"/>
                    </a:lnTo>
                    <a:lnTo>
                      <a:pt x="394" y="256"/>
                    </a:lnTo>
                    <a:lnTo>
                      <a:pt x="390" y="256"/>
                    </a:lnTo>
                    <a:lnTo>
                      <a:pt x="386" y="258"/>
                    </a:lnTo>
                    <a:lnTo>
                      <a:pt x="386" y="258"/>
                    </a:lnTo>
                    <a:lnTo>
                      <a:pt x="386" y="262"/>
                    </a:lnTo>
                    <a:lnTo>
                      <a:pt x="386" y="262"/>
                    </a:lnTo>
                    <a:lnTo>
                      <a:pt x="374" y="268"/>
                    </a:lnTo>
                    <a:lnTo>
                      <a:pt x="374" y="268"/>
                    </a:lnTo>
                    <a:lnTo>
                      <a:pt x="376" y="274"/>
                    </a:lnTo>
                    <a:lnTo>
                      <a:pt x="376" y="274"/>
                    </a:lnTo>
                    <a:lnTo>
                      <a:pt x="370" y="276"/>
                    </a:lnTo>
                    <a:lnTo>
                      <a:pt x="364" y="278"/>
                    </a:lnTo>
                    <a:lnTo>
                      <a:pt x="364" y="278"/>
                    </a:lnTo>
                    <a:lnTo>
                      <a:pt x="362" y="280"/>
                    </a:lnTo>
                    <a:lnTo>
                      <a:pt x="362" y="282"/>
                    </a:lnTo>
                    <a:lnTo>
                      <a:pt x="362" y="282"/>
                    </a:lnTo>
                    <a:lnTo>
                      <a:pt x="364" y="284"/>
                    </a:lnTo>
                    <a:lnTo>
                      <a:pt x="364" y="284"/>
                    </a:lnTo>
                    <a:lnTo>
                      <a:pt x="370" y="284"/>
                    </a:lnTo>
                    <a:lnTo>
                      <a:pt x="374" y="282"/>
                    </a:lnTo>
                    <a:lnTo>
                      <a:pt x="374" y="282"/>
                    </a:lnTo>
                    <a:lnTo>
                      <a:pt x="374" y="280"/>
                    </a:lnTo>
                    <a:lnTo>
                      <a:pt x="374" y="280"/>
                    </a:lnTo>
                    <a:lnTo>
                      <a:pt x="380" y="274"/>
                    </a:lnTo>
                    <a:lnTo>
                      <a:pt x="380" y="274"/>
                    </a:lnTo>
                    <a:lnTo>
                      <a:pt x="386" y="274"/>
                    </a:lnTo>
                    <a:lnTo>
                      <a:pt x="392" y="272"/>
                    </a:lnTo>
                    <a:lnTo>
                      <a:pt x="392" y="272"/>
                    </a:lnTo>
                    <a:lnTo>
                      <a:pt x="396" y="268"/>
                    </a:lnTo>
                    <a:lnTo>
                      <a:pt x="398" y="264"/>
                    </a:lnTo>
                    <a:lnTo>
                      <a:pt x="398" y="264"/>
                    </a:lnTo>
                    <a:lnTo>
                      <a:pt x="402" y="264"/>
                    </a:lnTo>
                    <a:lnTo>
                      <a:pt x="402" y="264"/>
                    </a:lnTo>
                    <a:lnTo>
                      <a:pt x="402" y="262"/>
                    </a:lnTo>
                    <a:lnTo>
                      <a:pt x="402" y="260"/>
                    </a:lnTo>
                    <a:lnTo>
                      <a:pt x="402" y="260"/>
                    </a:lnTo>
                    <a:lnTo>
                      <a:pt x="406" y="260"/>
                    </a:lnTo>
                    <a:lnTo>
                      <a:pt x="408" y="258"/>
                    </a:lnTo>
                    <a:lnTo>
                      <a:pt x="408" y="258"/>
                    </a:lnTo>
                    <a:lnTo>
                      <a:pt x="410" y="254"/>
                    </a:lnTo>
                    <a:lnTo>
                      <a:pt x="410" y="254"/>
                    </a:lnTo>
                    <a:lnTo>
                      <a:pt x="414" y="254"/>
                    </a:lnTo>
                    <a:lnTo>
                      <a:pt x="418" y="252"/>
                    </a:lnTo>
                    <a:lnTo>
                      <a:pt x="418" y="252"/>
                    </a:lnTo>
                    <a:lnTo>
                      <a:pt x="420" y="250"/>
                    </a:lnTo>
                    <a:lnTo>
                      <a:pt x="420" y="250"/>
                    </a:lnTo>
                    <a:lnTo>
                      <a:pt x="424" y="246"/>
                    </a:lnTo>
                    <a:lnTo>
                      <a:pt x="424" y="244"/>
                    </a:lnTo>
                    <a:lnTo>
                      <a:pt x="420" y="244"/>
                    </a:lnTo>
                    <a:lnTo>
                      <a:pt x="420" y="244"/>
                    </a:lnTo>
                    <a:close/>
                    <a:moveTo>
                      <a:pt x="320" y="262"/>
                    </a:moveTo>
                    <a:lnTo>
                      <a:pt x="318" y="268"/>
                    </a:lnTo>
                    <a:lnTo>
                      <a:pt x="318" y="268"/>
                    </a:lnTo>
                    <a:lnTo>
                      <a:pt x="328" y="272"/>
                    </a:lnTo>
                    <a:lnTo>
                      <a:pt x="334" y="274"/>
                    </a:lnTo>
                    <a:lnTo>
                      <a:pt x="340" y="276"/>
                    </a:lnTo>
                    <a:lnTo>
                      <a:pt x="340" y="276"/>
                    </a:lnTo>
                    <a:lnTo>
                      <a:pt x="340" y="272"/>
                    </a:lnTo>
                    <a:lnTo>
                      <a:pt x="340" y="270"/>
                    </a:lnTo>
                    <a:lnTo>
                      <a:pt x="340" y="270"/>
                    </a:lnTo>
                    <a:lnTo>
                      <a:pt x="338" y="268"/>
                    </a:lnTo>
                    <a:lnTo>
                      <a:pt x="338" y="268"/>
                    </a:lnTo>
                    <a:lnTo>
                      <a:pt x="320" y="262"/>
                    </a:lnTo>
                    <a:lnTo>
                      <a:pt x="320" y="262"/>
                    </a:lnTo>
                    <a:close/>
                    <a:moveTo>
                      <a:pt x="196" y="64"/>
                    </a:moveTo>
                    <a:lnTo>
                      <a:pt x="196" y="64"/>
                    </a:lnTo>
                    <a:lnTo>
                      <a:pt x="196" y="62"/>
                    </a:lnTo>
                    <a:lnTo>
                      <a:pt x="196" y="62"/>
                    </a:lnTo>
                    <a:lnTo>
                      <a:pt x="192" y="62"/>
                    </a:lnTo>
                    <a:lnTo>
                      <a:pt x="192" y="62"/>
                    </a:lnTo>
                    <a:lnTo>
                      <a:pt x="192" y="68"/>
                    </a:lnTo>
                    <a:lnTo>
                      <a:pt x="192" y="68"/>
                    </a:lnTo>
                    <a:lnTo>
                      <a:pt x="188" y="70"/>
                    </a:lnTo>
                    <a:lnTo>
                      <a:pt x="188" y="70"/>
                    </a:lnTo>
                    <a:lnTo>
                      <a:pt x="186" y="74"/>
                    </a:lnTo>
                    <a:lnTo>
                      <a:pt x="184" y="78"/>
                    </a:lnTo>
                    <a:lnTo>
                      <a:pt x="182" y="80"/>
                    </a:lnTo>
                    <a:lnTo>
                      <a:pt x="182" y="80"/>
                    </a:lnTo>
                    <a:lnTo>
                      <a:pt x="182" y="94"/>
                    </a:lnTo>
                    <a:lnTo>
                      <a:pt x="182" y="94"/>
                    </a:lnTo>
                    <a:lnTo>
                      <a:pt x="186" y="96"/>
                    </a:lnTo>
                    <a:lnTo>
                      <a:pt x="188" y="100"/>
                    </a:lnTo>
                    <a:lnTo>
                      <a:pt x="188" y="100"/>
                    </a:lnTo>
                    <a:lnTo>
                      <a:pt x="186" y="102"/>
                    </a:lnTo>
                    <a:lnTo>
                      <a:pt x="186" y="106"/>
                    </a:lnTo>
                    <a:lnTo>
                      <a:pt x="186" y="106"/>
                    </a:lnTo>
                    <a:lnTo>
                      <a:pt x="190" y="108"/>
                    </a:lnTo>
                    <a:lnTo>
                      <a:pt x="190" y="108"/>
                    </a:lnTo>
                    <a:lnTo>
                      <a:pt x="188" y="112"/>
                    </a:lnTo>
                    <a:lnTo>
                      <a:pt x="188" y="114"/>
                    </a:lnTo>
                    <a:lnTo>
                      <a:pt x="188" y="114"/>
                    </a:lnTo>
                    <a:lnTo>
                      <a:pt x="192" y="114"/>
                    </a:lnTo>
                    <a:lnTo>
                      <a:pt x="192" y="114"/>
                    </a:lnTo>
                    <a:lnTo>
                      <a:pt x="190" y="120"/>
                    </a:lnTo>
                    <a:lnTo>
                      <a:pt x="190" y="120"/>
                    </a:lnTo>
                    <a:lnTo>
                      <a:pt x="192" y="120"/>
                    </a:lnTo>
                    <a:lnTo>
                      <a:pt x="192" y="120"/>
                    </a:lnTo>
                    <a:lnTo>
                      <a:pt x="196" y="118"/>
                    </a:lnTo>
                    <a:lnTo>
                      <a:pt x="196" y="118"/>
                    </a:lnTo>
                    <a:lnTo>
                      <a:pt x="198" y="118"/>
                    </a:lnTo>
                    <a:lnTo>
                      <a:pt x="198" y="118"/>
                    </a:lnTo>
                    <a:lnTo>
                      <a:pt x="198" y="118"/>
                    </a:lnTo>
                    <a:lnTo>
                      <a:pt x="202" y="136"/>
                    </a:lnTo>
                    <a:lnTo>
                      <a:pt x="202" y="136"/>
                    </a:lnTo>
                    <a:lnTo>
                      <a:pt x="204" y="140"/>
                    </a:lnTo>
                    <a:lnTo>
                      <a:pt x="204" y="140"/>
                    </a:lnTo>
                    <a:lnTo>
                      <a:pt x="206" y="148"/>
                    </a:lnTo>
                    <a:lnTo>
                      <a:pt x="206" y="148"/>
                    </a:lnTo>
                    <a:lnTo>
                      <a:pt x="210" y="148"/>
                    </a:lnTo>
                    <a:lnTo>
                      <a:pt x="216" y="150"/>
                    </a:lnTo>
                    <a:lnTo>
                      <a:pt x="216" y="150"/>
                    </a:lnTo>
                    <a:lnTo>
                      <a:pt x="218" y="148"/>
                    </a:lnTo>
                    <a:lnTo>
                      <a:pt x="218" y="146"/>
                    </a:lnTo>
                    <a:lnTo>
                      <a:pt x="222" y="146"/>
                    </a:lnTo>
                    <a:lnTo>
                      <a:pt x="222" y="148"/>
                    </a:lnTo>
                    <a:lnTo>
                      <a:pt x="222" y="148"/>
                    </a:lnTo>
                    <a:lnTo>
                      <a:pt x="226" y="148"/>
                    </a:lnTo>
                    <a:lnTo>
                      <a:pt x="226" y="148"/>
                    </a:lnTo>
                    <a:lnTo>
                      <a:pt x="226" y="154"/>
                    </a:lnTo>
                    <a:lnTo>
                      <a:pt x="226" y="154"/>
                    </a:lnTo>
                    <a:lnTo>
                      <a:pt x="228" y="154"/>
                    </a:lnTo>
                    <a:lnTo>
                      <a:pt x="230" y="154"/>
                    </a:lnTo>
                    <a:lnTo>
                      <a:pt x="230" y="154"/>
                    </a:lnTo>
                    <a:lnTo>
                      <a:pt x="240" y="154"/>
                    </a:lnTo>
                    <a:lnTo>
                      <a:pt x="242" y="150"/>
                    </a:lnTo>
                    <a:lnTo>
                      <a:pt x="242" y="150"/>
                    </a:lnTo>
                    <a:lnTo>
                      <a:pt x="244" y="150"/>
                    </a:lnTo>
                    <a:lnTo>
                      <a:pt x="244" y="150"/>
                    </a:lnTo>
                    <a:lnTo>
                      <a:pt x="248" y="154"/>
                    </a:lnTo>
                    <a:lnTo>
                      <a:pt x="250" y="154"/>
                    </a:lnTo>
                    <a:lnTo>
                      <a:pt x="252" y="154"/>
                    </a:lnTo>
                    <a:lnTo>
                      <a:pt x="252" y="154"/>
                    </a:lnTo>
                    <a:lnTo>
                      <a:pt x="254" y="152"/>
                    </a:lnTo>
                    <a:lnTo>
                      <a:pt x="256" y="152"/>
                    </a:lnTo>
                    <a:lnTo>
                      <a:pt x="258" y="154"/>
                    </a:lnTo>
                    <a:lnTo>
                      <a:pt x="258" y="154"/>
                    </a:lnTo>
                    <a:lnTo>
                      <a:pt x="262" y="156"/>
                    </a:lnTo>
                    <a:lnTo>
                      <a:pt x="264" y="156"/>
                    </a:lnTo>
                    <a:lnTo>
                      <a:pt x="264" y="158"/>
                    </a:lnTo>
                    <a:lnTo>
                      <a:pt x="264" y="158"/>
                    </a:lnTo>
                    <a:lnTo>
                      <a:pt x="266" y="158"/>
                    </a:lnTo>
                    <a:lnTo>
                      <a:pt x="266" y="158"/>
                    </a:lnTo>
                    <a:lnTo>
                      <a:pt x="270" y="156"/>
                    </a:lnTo>
                    <a:lnTo>
                      <a:pt x="270" y="156"/>
                    </a:lnTo>
                    <a:lnTo>
                      <a:pt x="274" y="154"/>
                    </a:lnTo>
                    <a:lnTo>
                      <a:pt x="280" y="152"/>
                    </a:lnTo>
                    <a:lnTo>
                      <a:pt x="280" y="152"/>
                    </a:lnTo>
                    <a:lnTo>
                      <a:pt x="286" y="142"/>
                    </a:lnTo>
                    <a:lnTo>
                      <a:pt x="290" y="138"/>
                    </a:lnTo>
                    <a:lnTo>
                      <a:pt x="294" y="136"/>
                    </a:lnTo>
                    <a:lnTo>
                      <a:pt x="294" y="136"/>
                    </a:lnTo>
                    <a:lnTo>
                      <a:pt x="290" y="128"/>
                    </a:lnTo>
                    <a:lnTo>
                      <a:pt x="290" y="128"/>
                    </a:lnTo>
                    <a:lnTo>
                      <a:pt x="298" y="116"/>
                    </a:lnTo>
                    <a:lnTo>
                      <a:pt x="298" y="116"/>
                    </a:lnTo>
                    <a:lnTo>
                      <a:pt x="298" y="112"/>
                    </a:lnTo>
                    <a:lnTo>
                      <a:pt x="298" y="112"/>
                    </a:lnTo>
                    <a:lnTo>
                      <a:pt x="296" y="112"/>
                    </a:lnTo>
                    <a:lnTo>
                      <a:pt x="296" y="110"/>
                    </a:lnTo>
                    <a:lnTo>
                      <a:pt x="296" y="110"/>
                    </a:lnTo>
                    <a:lnTo>
                      <a:pt x="296" y="108"/>
                    </a:lnTo>
                    <a:lnTo>
                      <a:pt x="298" y="108"/>
                    </a:lnTo>
                    <a:lnTo>
                      <a:pt x="298" y="108"/>
                    </a:lnTo>
                    <a:lnTo>
                      <a:pt x="300" y="104"/>
                    </a:lnTo>
                    <a:lnTo>
                      <a:pt x="300" y="100"/>
                    </a:lnTo>
                    <a:lnTo>
                      <a:pt x="300" y="88"/>
                    </a:lnTo>
                    <a:lnTo>
                      <a:pt x="300" y="88"/>
                    </a:lnTo>
                    <a:lnTo>
                      <a:pt x="306" y="84"/>
                    </a:lnTo>
                    <a:lnTo>
                      <a:pt x="316" y="82"/>
                    </a:lnTo>
                    <a:lnTo>
                      <a:pt x="316" y="82"/>
                    </a:lnTo>
                    <a:lnTo>
                      <a:pt x="314" y="78"/>
                    </a:lnTo>
                    <a:lnTo>
                      <a:pt x="314" y="78"/>
                    </a:lnTo>
                    <a:lnTo>
                      <a:pt x="306" y="74"/>
                    </a:lnTo>
                    <a:lnTo>
                      <a:pt x="304" y="72"/>
                    </a:lnTo>
                    <a:lnTo>
                      <a:pt x="302" y="70"/>
                    </a:lnTo>
                    <a:lnTo>
                      <a:pt x="302" y="70"/>
                    </a:lnTo>
                    <a:lnTo>
                      <a:pt x="302" y="66"/>
                    </a:lnTo>
                    <a:lnTo>
                      <a:pt x="304" y="62"/>
                    </a:lnTo>
                    <a:lnTo>
                      <a:pt x="304" y="62"/>
                    </a:lnTo>
                    <a:lnTo>
                      <a:pt x="304" y="58"/>
                    </a:lnTo>
                    <a:lnTo>
                      <a:pt x="302" y="54"/>
                    </a:lnTo>
                    <a:lnTo>
                      <a:pt x="296" y="46"/>
                    </a:lnTo>
                    <a:lnTo>
                      <a:pt x="296" y="46"/>
                    </a:lnTo>
                    <a:lnTo>
                      <a:pt x="296" y="42"/>
                    </a:lnTo>
                    <a:lnTo>
                      <a:pt x="296" y="42"/>
                    </a:lnTo>
                    <a:lnTo>
                      <a:pt x="298" y="40"/>
                    </a:lnTo>
                    <a:lnTo>
                      <a:pt x="298" y="40"/>
                    </a:lnTo>
                    <a:lnTo>
                      <a:pt x="300" y="40"/>
                    </a:lnTo>
                    <a:lnTo>
                      <a:pt x="300" y="38"/>
                    </a:lnTo>
                    <a:lnTo>
                      <a:pt x="300" y="38"/>
                    </a:lnTo>
                    <a:lnTo>
                      <a:pt x="300" y="38"/>
                    </a:lnTo>
                    <a:lnTo>
                      <a:pt x="300" y="38"/>
                    </a:lnTo>
                    <a:lnTo>
                      <a:pt x="300" y="36"/>
                    </a:lnTo>
                    <a:lnTo>
                      <a:pt x="300" y="36"/>
                    </a:lnTo>
                    <a:lnTo>
                      <a:pt x="296" y="34"/>
                    </a:lnTo>
                    <a:lnTo>
                      <a:pt x="296" y="34"/>
                    </a:lnTo>
                    <a:lnTo>
                      <a:pt x="296" y="32"/>
                    </a:lnTo>
                    <a:lnTo>
                      <a:pt x="286" y="34"/>
                    </a:lnTo>
                    <a:lnTo>
                      <a:pt x="278" y="32"/>
                    </a:lnTo>
                    <a:lnTo>
                      <a:pt x="276" y="36"/>
                    </a:lnTo>
                    <a:lnTo>
                      <a:pt x="274" y="46"/>
                    </a:lnTo>
                    <a:lnTo>
                      <a:pt x="270" y="50"/>
                    </a:lnTo>
                    <a:lnTo>
                      <a:pt x="268" y="54"/>
                    </a:lnTo>
                    <a:lnTo>
                      <a:pt x="264" y="58"/>
                    </a:lnTo>
                    <a:lnTo>
                      <a:pt x="260" y="60"/>
                    </a:lnTo>
                    <a:lnTo>
                      <a:pt x="260" y="64"/>
                    </a:lnTo>
                    <a:lnTo>
                      <a:pt x="258" y="72"/>
                    </a:lnTo>
                    <a:lnTo>
                      <a:pt x="256" y="74"/>
                    </a:lnTo>
                    <a:lnTo>
                      <a:pt x="250" y="78"/>
                    </a:lnTo>
                    <a:lnTo>
                      <a:pt x="242" y="78"/>
                    </a:lnTo>
                    <a:lnTo>
                      <a:pt x="238" y="76"/>
                    </a:lnTo>
                    <a:lnTo>
                      <a:pt x="230" y="78"/>
                    </a:lnTo>
                    <a:lnTo>
                      <a:pt x="228" y="80"/>
                    </a:lnTo>
                    <a:lnTo>
                      <a:pt x="220" y="82"/>
                    </a:lnTo>
                    <a:lnTo>
                      <a:pt x="214" y="84"/>
                    </a:lnTo>
                    <a:lnTo>
                      <a:pt x="208" y="82"/>
                    </a:lnTo>
                    <a:lnTo>
                      <a:pt x="204" y="80"/>
                    </a:lnTo>
                    <a:lnTo>
                      <a:pt x="198" y="78"/>
                    </a:lnTo>
                    <a:lnTo>
                      <a:pt x="196" y="72"/>
                    </a:lnTo>
                    <a:lnTo>
                      <a:pt x="196" y="64"/>
                    </a:lnTo>
                    <a:close/>
                    <a:moveTo>
                      <a:pt x="486" y="116"/>
                    </a:moveTo>
                    <a:lnTo>
                      <a:pt x="486" y="116"/>
                    </a:lnTo>
                    <a:lnTo>
                      <a:pt x="478" y="116"/>
                    </a:lnTo>
                    <a:lnTo>
                      <a:pt x="478" y="116"/>
                    </a:lnTo>
                    <a:lnTo>
                      <a:pt x="478" y="124"/>
                    </a:lnTo>
                    <a:lnTo>
                      <a:pt x="478" y="124"/>
                    </a:lnTo>
                    <a:lnTo>
                      <a:pt x="476" y="124"/>
                    </a:lnTo>
                    <a:lnTo>
                      <a:pt x="476" y="126"/>
                    </a:lnTo>
                    <a:lnTo>
                      <a:pt x="478" y="128"/>
                    </a:lnTo>
                    <a:lnTo>
                      <a:pt x="478" y="128"/>
                    </a:lnTo>
                    <a:lnTo>
                      <a:pt x="482" y="128"/>
                    </a:lnTo>
                    <a:lnTo>
                      <a:pt x="486" y="128"/>
                    </a:lnTo>
                    <a:lnTo>
                      <a:pt x="486" y="128"/>
                    </a:lnTo>
                    <a:lnTo>
                      <a:pt x="490" y="130"/>
                    </a:lnTo>
                    <a:lnTo>
                      <a:pt x="490" y="130"/>
                    </a:lnTo>
                    <a:lnTo>
                      <a:pt x="490" y="132"/>
                    </a:lnTo>
                    <a:lnTo>
                      <a:pt x="490" y="136"/>
                    </a:lnTo>
                    <a:lnTo>
                      <a:pt x="490" y="136"/>
                    </a:lnTo>
                    <a:lnTo>
                      <a:pt x="490" y="136"/>
                    </a:lnTo>
                    <a:lnTo>
                      <a:pt x="488" y="136"/>
                    </a:lnTo>
                    <a:lnTo>
                      <a:pt x="488" y="136"/>
                    </a:lnTo>
                    <a:lnTo>
                      <a:pt x="488" y="136"/>
                    </a:lnTo>
                    <a:lnTo>
                      <a:pt x="492" y="136"/>
                    </a:lnTo>
                    <a:lnTo>
                      <a:pt x="496" y="136"/>
                    </a:lnTo>
                    <a:lnTo>
                      <a:pt x="504" y="136"/>
                    </a:lnTo>
                    <a:lnTo>
                      <a:pt x="504" y="136"/>
                    </a:lnTo>
                    <a:lnTo>
                      <a:pt x="514" y="138"/>
                    </a:lnTo>
                    <a:lnTo>
                      <a:pt x="514" y="140"/>
                    </a:lnTo>
                    <a:lnTo>
                      <a:pt x="514" y="140"/>
                    </a:lnTo>
                    <a:lnTo>
                      <a:pt x="504" y="142"/>
                    </a:lnTo>
                    <a:lnTo>
                      <a:pt x="502" y="144"/>
                    </a:lnTo>
                    <a:lnTo>
                      <a:pt x="502" y="144"/>
                    </a:lnTo>
                    <a:lnTo>
                      <a:pt x="494" y="144"/>
                    </a:lnTo>
                    <a:lnTo>
                      <a:pt x="486" y="144"/>
                    </a:lnTo>
                    <a:lnTo>
                      <a:pt x="488" y="148"/>
                    </a:lnTo>
                    <a:lnTo>
                      <a:pt x="488" y="148"/>
                    </a:lnTo>
                    <a:lnTo>
                      <a:pt x="494" y="146"/>
                    </a:lnTo>
                    <a:lnTo>
                      <a:pt x="494" y="146"/>
                    </a:lnTo>
                    <a:lnTo>
                      <a:pt x="496" y="152"/>
                    </a:lnTo>
                    <a:lnTo>
                      <a:pt x="500" y="154"/>
                    </a:lnTo>
                    <a:lnTo>
                      <a:pt x="500" y="154"/>
                    </a:lnTo>
                    <a:lnTo>
                      <a:pt x="500" y="156"/>
                    </a:lnTo>
                    <a:lnTo>
                      <a:pt x="500" y="160"/>
                    </a:lnTo>
                    <a:lnTo>
                      <a:pt x="500" y="160"/>
                    </a:lnTo>
                    <a:lnTo>
                      <a:pt x="502" y="162"/>
                    </a:lnTo>
                    <a:lnTo>
                      <a:pt x="502" y="162"/>
                    </a:lnTo>
                    <a:lnTo>
                      <a:pt x="504" y="162"/>
                    </a:lnTo>
                    <a:lnTo>
                      <a:pt x="504" y="162"/>
                    </a:lnTo>
                    <a:lnTo>
                      <a:pt x="508" y="154"/>
                    </a:lnTo>
                    <a:lnTo>
                      <a:pt x="508" y="154"/>
                    </a:lnTo>
                    <a:lnTo>
                      <a:pt x="510" y="154"/>
                    </a:lnTo>
                    <a:lnTo>
                      <a:pt x="510" y="154"/>
                    </a:lnTo>
                    <a:lnTo>
                      <a:pt x="510" y="156"/>
                    </a:lnTo>
                    <a:lnTo>
                      <a:pt x="516" y="160"/>
                    </a:lnTo>
                    <a:lnTo>
                      <a:pt x="516" y="160"/>
                    </a:lnTo>
                    <a:lnTo>
                      <a:pt x="516" y="160"/>
                    </a:lnTo>
                    <a:lnTo>
                      <a:pt x="522" y="162"/>
                    </a:lnTo>
                    <a:lnTo>
                      <a:pt x="522" y="162"/>
                    </a:lnTo>
                    <a:lnTo>
                      <a:pt x="522" y="162"/>
                    </a:lnTo>
                    <a:lnTo>
                      <a:pt x="522" y="166"/>
                    </a:lnTo>
                    <a:lnTo>
                      <a:pt x="524" y="170"/>
                    </a:lnTo>
                    <a:lnTo>
                      <a:pt x="526" y="172"/>
                    </a:lnTo>
                    <a:lnTo>
                      <a:pt x="526" y="172"/>
                    </a:lnTo>
                    <a:lnTo>
                      <a:pt x="530" y="172"/>
                    </a:lnTo>
                    <a:lnTo>
                      <a:pt x="534" y="172"/>
                    </a:lnTo>
                    <a:lnTo>
                      <a:pt x="536" y="174"/>
                    </a:lnTo>
                    <a:lnTo>
                      <a:pt x="536" y="174"/>
                    </a:lnTo>
                    <a:lnTo>
                      <a:pt x="538" y="172"/>
                    </a:lnTo>
                    <a:lnTo>
                      <a:pt x="542" y="172"/>
                    </a:lnTo>
                    <a:lnTo>
                      <a:pt x="542" y="174"/>
                    </a:lnTo>
                    <a:lnTo>
                      <a:pt x="542" y="174"/>
                    </a:lnTo>
                    <a:lnTo>
                      <a:pt x="548" y="178"/>
                    </a:lnTo>
                    <a:lnTo>
                      <a:pt x="552" y="184"/>
                    </a:lnTo>
                    <a:lnTo>
                      <a:pt x="552" y="184"/>
                    </a:lnTo>
                    <a:lnTo>
                      <a:pt x="560" y="184"/>
                    </a:lnTo>
                    <a:lnTo>
                      <a:pt x="564" y="186"/>
                    </a:lnTo>
                    <a:lnTo>
                      <a:pt x="564" y="186"/>
                    </a:lnTo>
                    <a:lnTo>
                      <a:pt x="566" y="186"/>
                    </a:lnTo>
                    <a:lnTo>
                      <a:pt x="570" y="188"/>
                    </a:lnTo>
                    <a:lnTo>
                      <a:pt x="574" y="194"/>
                    </a:lnTo>
                    <a:lnTo>
                      <a:pt x="574" y="206"/>
                    </a:lnTo>
                    <a:lnTo>
                      <a:pt x="574" y="206"/>
                    </a:lnTo>
                    <a:lnTo>
                      <a:pt x="572" y="206"/>
                    </a:lnTo>
                    <a:lnTo>
                      <a:pt x="572" y="208"/>
                    </a:lnTo>
                    <a:lnTo>
                      <a:pt x="572" y="208"/>
                    </a:lnTo>
                    <a:lnTo>
                      <a:pt x="576" y="210"/>
                    </a:lnTo>
                    <a:lnTo>
                      <a:pt x="576" y="210"/>
                    </a:lnTo>
                    <a:lnTo>
                      <a:pt x="576" y="214"/>
                    </a:lnTo>
                    <a:lnTo>
                      <a:pt x="576" y="216"/>
                    </a:lnTo>
                    <a:lnTo>
                      <a:pt x="576" y="216"/>
                    </a:lnTo>
                    <a:lnTo>
                      <a:pt x="580" y="220"/>
                    </a:lnTo>
                    <a:lnTo>
                      <a:pt x="580" y="220"/>
                    </a:lnTo>
                    <a:lnTo>
                      <a:pt x="580" y="226"/>
                    </a:lnTo>
                    <a:lnTo>
                      <a:pt x="580" y="232"/>
                    </a:lnTo>
                    <a:lnTo>
                      <a:pt x="580" y="232"/>
                    </a:lnTo>
                    <a:lnTo>
                      <a:pt x="576" y="228"/>
                    </a:lnTo>
                    <a:lnTo>
                      <a:pt x="576" y="228"/>
                    </a:lnTo>
                    <a:lnTo>
                      <a:pt x="574" y="230"/>
                    </a:lnTo>
                    <a:lnTo>
                      <a:pt x="570" y="230"/>
                    </a:lnTo>
                    <a:lnTo>
                      <a:pt x="570" y="230"/>
                    </a:lnTo>
                    <a:lnTo>
                      <a:pt x="562" y="240"/>
                    </a:lnTo>
                    <a:lnTo>
                      <a:pt x="562" y="240"/>
                    </a:lnTo>
                    <a:lnTo>
                      <a:pt x="578" y="238"/>
                    </a:lnTo>
                    <a:lnTo>
                      <a:pt x="578" y="238"/>
                    </a:lnTo>
                    <a:lnTo>
                      <a:pt x="578" y="234"/>
                    </a:lnTo>
                    <a:lnTo>
                      <a:pt x="578" y="234"/>
                    </a:lnTo>
                    <a:lnTo>
                      <a:pt x="580" y="234"/>
                    </a:lnTo>
                    <a:lnTo>
                      <a:pt x="580" y="236"/>
                    </a:lnTo>
                    <a:lnTo>
                      <a:pt x="580" y="236"/>
                    </a:lnTo>
                    <a:lnTo>
                      <a:pt x="584" y="236"/>
                    </a:lnTo>
                    <a:lnTo>
                      <a:pt x="586" y="236"/>
                    </a:lnTo>
                    <a:lnTo>
                      <a:pt x="592" y="236"/>
                    </a:lnTo>
                    <a:lnTo>
                      <a:pt x="592" y="236"/>
                    </a:lnTo>
                    <a:lnTo>
                      <a:pt x="596" y="240"/>
                    </a:lnTo>
                    <a:lnTo>
                      <a:pt x="600" y="244"/>
                    </a:lnTo>
                    <a:lnTo>
                      <a:pt x="600" y="244"/>
                    </a:lnTo>
                    <a:lnTo>
                      <a:pt x="600" y="248"/>
                    </a:lnTo>
                    <a:lnTo>
                      <a:pt x="602" y="248"/>
                    </a:lnTo>
                    <a:lnTo>
                      <a:pt x="602" y="248"/>
                    </a:lnTo>
                    <a:lnTo>
                      <a:pt x="604" y="252"/>
                    </a:lnTo>
                    <a:lnTo>
                      <a:pt x="604" y="252"/>
                    </a:lnTo>
                    <a:lnTo>
                      <a:pt x="606" y="252"/>
                    </a:lnTo>
                    <a:lnTo>
                      <a:pt x="606" y="218"/>
                    </a:lnTo>
                    <a:lnTo>
                      <a:pt x="604" y="212"/>
                    </a:lnTo>
                    <a:lnTo>
                      <a:pt x="606" y="206"/>
                    </a:lnTo>
                    <a:lnTo>
                      <a:pt x="606" y="146"/>
                    </a:lnTo>
                    <a:lnTo>
                      <a:pt x="606" y="146"/>
                    </a:lnTo>
                    <a:lnTo>
                      <a:pt x="604" y="146"/>
                    </a:lnTo>
                    <a:lnTo>
                      <a:pt x="604" y="146"/>
                    </a:lnTo>
                    <a:lnTo>
                      <a:pt x="602" y="142"/>
                    </a:lnTo>
                    <a:lnTo>
                      <a:pt x="600" y="140"/>
                    </a:lnTo>
                    <a:lnTo>
                      <a:pt x="600" y="140"/>
                    </a:lnTo>
                    <a:lnTo>
                      <a:pt x="598" y="140"/>
                    </a:lnTo>
                    <a:lnTo>
                      <a:pt x="594" y="142"/>
                    </a:lnTo>
                    <a:lnTo>
                      <a:pt x="594" y="142"/>
                    </a:lnTo>
                    <a:lnTo>
                      <a:pt x="586" y="140"/>
                    </a:lnTo>
                    <a:lnTo>
                      <a:pt x="580" y="138"/>
                    </a:lnTo>
                    <a:lnTo>
                      <a:pt x="580" y="138"/>
                    </a:lnTo>
                    <a:lnTo>
                      <a:pt x="572" y="132"/>
                    </a:lnTo>
                    <a:lnTo>
                      <a:pt x="566" y="128"/>
                    </a:lnTo>
                    <a:lnTo>
                      <a:pt x="562" y="128"/>
                    </a:lnTo>
                    <a:lnTo>
                      <a:pt x="562" y="130"/>
                    </a:lnTo>
                    <a:lnTo>
                      <a:pt x="562" y="130"/>
                    </a:lnTo>
                    <a:lnTo>
                      <a:pt x="558" y="130"/>
                    </a:lnTo>
                    <a:lnTo>
                      <a:pt x="558" y="130"/>
                    </a:lnTo>
                    <a:lnTo>
                      <a:pt x="552" y="138"/>
                    </a:lnTo>
                    <a:lnTo>
                      <a:pt x="552" y="138"/>
                    </a:lnTo>
                    <a:lnTo>
                      <a:pt x="546" y="140"/>
                    </a:lnTo>
                    <a:lnTo>
                      <a:pt x="546" y="140"/>
                    </a:lnTo>
                    <a:lnTo>
                      <a:pt x="542" y="146"/>
                    </a:lnTo>
                    <a:lnTo>
                      <a:pt x="540" y="152"/>
                    </a:lnTo>
                    <a:lnTo>
                      <a:pt x="540" y="152"/>
                    </a:lnTo>
                    <a:lnTo>
                      <a:pt x="532" y="156"/>
                    </a:lnTo>
                    <a:lnTo>
                      <a:pt x="532" y="156"/>
                    </a:lnTo>
                    <a:lnTo>
                      <a:pt x="530" y="154"/>
                    </a:lnTo>
                    <a:lnTo>
                      <a:pt x="530" y="154"/>
                    </a:lnTo>
                    <a:lnTo>
                      <a:pt x="530" y="154"/>
                    </a:lnTo>
                    <a:lnTo>
                      <a:pt x="528" y="150"/>
                    </a:lnTo>
                    <a:lnTo>
                      <a:pt x="524" y="150"/>
                    </a:lnTo>
                    <a:lnTo>
                      <a:pt x="524" y="150"/>
                    </a:lnTo>
                    <a:lnTo>
                      <a:pt x="524" y="144"/>
                    </a:lnTo>
                    <a:lnTo>
                      <a:pt x="522" y="142"/>
                    </a:lnTo>
                    <a:lnTo>
                      <a:pt x="522" y="142"/>
                    </a:lnTo>
                    <a:lnTo>
                      <a:pt x="522" y="144"/>
                    </a:lnTo>
                    <a:lnTo>
                      <a:pt x="520" y="146"/>
                    </a:lnTo>
                    <a:lnTo>
                      <a:pt x="520" y="146"/>
                    </a:lnTo>
                    <a:lnTo>
                      <a:pt x="518" y="136"/>
                    </a:lnTo>
                    <a:lnTo>
                      <a:pt x="518" y="132"/>
                    </a:lnTo>
                    <a:lnTo>
                      <a:pt x="518" y="126"/>
                    </a:lnTo>
                    <a:lnTo>
                      <a:pt x="518" y="126"/>
                    </a:lnTo>
                    <a:lnTo>
                      <a:pt x="518" y="124"/>
                    </a:lnTo>
                    <a:lnTo>
                      <a:pt x="520" y="120"/>
                    </a:lnTo>
                    <a:lnTo>
                      <a:pt x="520" y="120"/>
                    </a:lnTo>
                    <a:lnTo>
                      <a:pt x="518" y="116"/>
                    </a:lnTo>
                    <a:lnTo>
                      <a:pt x="514" y="112"/>
                    </a:lnTo>
                    <a:lnTo>
                      <a:pt x="512" y="112"/>
                    </a:lnTo>
                    <a:lnTo>
                      <a:pt x="512" y="112"/>
                    </a:lnTo>
                    <a:lnTo>
                      <a:pt x="510" y="114"/>
                    </a:lnTo>
                    <a:lnTo>
                      <a:pt x="510" y="114"/>
                    </a:lnTo>
                    <a:lnTo>
                      <a:pt x="508" y="112"/>
                    </a:lnTo>
                    <a:lnTo>
                      <a:pt x="508" y="112"/>
                    </a:lnTo>
                    <a:lnTo>
                      <a:pt x="506" y="112"/>
                    </a:lnTo>
                    <a:lnTo>
                      <a:pt x="506" y="112"/>
                    </a:lnTo>
                    <a:lnTo>
                      <a:pt x="506" y="112"/>
                    </a:lnTo>
                    <a:lnTo>
                      <a:pt x="504" y="114"/>
                    </a:lnTo>
                    <a:lnTo>
                      <a:pt x="504" y="114"/>
                    </a:lnTo>
                    <a:lnTo>
                      <a:pt x="500" y="112"/>
                    </a:lnTo>
                    <a:lnTo>
                      <a:pt x="494" y="110"/>
                    </a:lnTo>
                    <a:lnTo>
                      <a:pt x="494" y="110"/>
                    </a:lnTo>
                    <a:lnTo>
                      <a:pt x="490" y="110"/>
                    </a:lnTo>
                    <a:lnTo>
                      <a:pt x="488" y="112"/>
                    </a:lnTo>
                    <a:lnTo>
                      <a:pt x="486" y="116"/>
                    </a:lnTo>
                    <a:lnTo>
                      <a:pt x="486" y="116"/>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3" name="Freeform 171">
                <a:extLst>
                  <a:ext uri="{FF2B5EF4-FFF2-40B4-BE49-F238E27FC236}">
                    <a16:creationId xmlns:a16="http://schemas.microsoft.com/office/drawing/2014/main" id="{2E23E546-E774-584F-84BE-A1513EE3CFED}"/>
                  </a:ext>
                </a:extLst>
              </p:cNvPr>
              <p:cNvSpPr>
                <a:spLocks/>
              </p:cNvSpPr>
              <p:nvPr/>
            </p:nvSpPr>
            <p:spPr bwMode="auto">
              <a:xfrm>
                <a:off x="7691952" y="3150185"/>
                <a:ext cx="763192" cy="965133"/>
              </a:xfrm>
              <a:custGeom>
                <a:avLst/>
                <a:gdLst>
                  <a:gd name="T0" fmla="*/ 2 w 390"/>
                  <a:gd name="T1" fmla="*/ 226 h 482"/>
                  <a:gd name="T2" fmla="*/ 28 w 390"/>
                  <a:gd name="T3" fmla="*/ 232 h 482"/>
                  <a:gd name="T4" fmla="*/ 26 w 390"/>
                  <a:gd name="T5" fmla="*/ 238 h 482"/>
                  <a:gd name="T6" fmla="*/ 14 w 390"/>
                  <a:gd name="T7" fmla="*/ 246 h 482"/>
                  <a:gd name="T8" fmla="*/ 12 w 390"/>
                  <a:gd name="T9" fmla="*/ 254 h 482"/>
                  <a:gd name="T10" fmla="*/ 36 w 390"/>
                  <a:gd name="T11" fmla="*/ 270 h 482"/>
                  <a:gd name="T12" fmla="*/ 50 w 390"/>
                  <a:gd name="T13" fmla="*/ 244 h 482"/>
                  <a:gd name="T14" fmla="*/ 54 w 390"/>
                  <a:gd name="T15" fmla="*/ 248 h 482"/>
                  <a:gd name="T16" fmla="*/ 56 w 390"/>
                  <a:gd name="T17" fmla="*/ 256 h 482"/>
                  <a:gd name="T18" fmla="*/ 56 w 390"/>
                  <a:gd name="T19" fmla="*/ 260 h 482"/>
                  <a:gd name="T20" fmla="*/ 58 w 390"/>
                  <a:gd name="T21" fmla="*/ 272 h 482"/>
                  <a:gd name="T22" fmla="*/ 56 w 390"/>
                  <a:gd name="T23" fmla="*/ 298 h 482"/>
                  <a:gd name="T24" fmla="*/ 58 w 390"/>
                  <a:gd name="T25" fmla="*/ 318 h 482"/>
                  <a:gd name="T26" fmla="*/ 64 w 390"/>
                  <a:gd name="T27" fmla="*/ 332 h 482"/>
                  <a:gd name="T28" fmla="*/ 76 w 390"/>
                  <a:gd name="T29" fmla="*/ 378 h 482"/>
                  <a:gd name="T30" fmla="*/ 84 w 390"/>
                  <a:gd name="T31" fmla="*/ 414 h 482"/>
                  <a:gd name="T32" fmla="*/ 90 w 390"/>
                  <a:gd name="T33" fmla="*/ 424 h 482"/>
                  <a:gd name="T34" fmla="*/ 104 w 390"/>
                  <a:gd name="T35" fmla="*/ 452 h 482"/>
                  <a:gd name="T36" fmla="*/ 122 w 390"/>
                  <a:gd name="T37" fmla="*/ 480 h 482"/>
                  <a:gd name="T38" fmla="*/ 132 w 390"/>
                  <a:gd name="T39" fmla="*/ 468 h 482"/>
                  <a:gd name="T40" fmla="*/ 148 w 390"/>
                  <a:gd name="T41" fmla="*/ 450 h 482"/>
                  <a:gd name="T42" fmla="*/ 152 w 390"/>
                  <a:gd name="T43" fmla="*/ 420 h 482"/>
                  <a:gd name="T44" fmla="*/ 152 w 390"/>
                  <a:gd name="T45" fmla="*/ 402 h 482"/>
                  <a:gd name="T46" fmla="*/ 154 w 390"/>
                  <a:gd name="T47" fmla="*/ 368 h 482"/>
                  <a:gd name="T48" fmla="*/ 160 w 390"/>
                  <a:gd name="T49" fmla="*/ 354 h 482"/>
                  <a:gd name="T50" fmla="*/ 178 w 390"/>
                  <a:gd name="T51" fmla="*/ 344 h 482"/>
                  <a:gd name="T52" fmla="*/ 190 w 390"/>
                  <a:gd name="T53" fmla="*/ 328 h 482"/>
                  <a:gd name="T54" fmla="*/ 208 w 390"/>
                  <a:gd name="T55" fmla="*/ 320 h 482"/>
                  <a:gd name="T56" fmla="*/ 216 w 390"/>
                  <a:gd name="T57" fmla="*/ 304 h 482"/>
                  <a:gd name="T58" fmla="*/ 226 w 390"/>
                  <a:gd name="T59" fmla="*/ 292 h 482"/>
                  <a:gd name="T60" fmla="*/ 248 w 390"/>
                  <a:gd name="T61" fmla="*/ 282 h 482"/>
                  <a:gd name="T62" fmla="*/ 252 w 390"/>
                  <a:gd name="T63" fmla="*/ 262 h 482"/>
                  <a:gd name="T64" fmla="*/ 262 w 390"/>
                  <a:gd name="T65" fmla="*/ 258 h 482"/>
                  <a:gd name="T66" fmla="*/ 270 w 390"/>
                  <a:gd name="T67" fmla="*/ 224 h 482"/>
                  <a:gd name="T68" fmla="*/ 270 w 390"/>
                  <a:gd name="T69" fmla="*/ 190 h 482"/>
                  <a:gd name="T70" fmla="*/ 288 w 390"/>
                  <a:gd name="T71" fmla="*/ 204 h 482"/>
                  <a:gd name="T72" fmla="*/ 320 w 390"/>
                  <a:gd name="T73" fmla="*/ 212 h 482"/>
                  <a:gd name="T74" fmla="*/ 318 w 390"/>
                  <a:gd name="T75" fmla="*/ 240 h 482"/>
                  <a:gd name="T76" fmla="*/ 338 w 390"/>
                  <a:gd name="T77" fmla="*/ 256 h 482"/>
                  <a:gd name="T78" fmla="*/ 348 w 390"/>
                  <a:gd name="T79" fmla="*/ 220 h 482"/>
                  <a:gd name="T80" fmla="*/ 368 w 390"/>
                  <a:gd name="T81" fmla="*/ 190 h 482"/>
                  <a:gd name="T82" fmla="*/ 388 w 390"/>
                  <a:gd name="T83" fmla="*/ 156 h 482"/>
                  <a:gd name="T84" fmla="*/ 366 w 390"/>
                  <a:gd name="T85" fmla="*/ 138 h 482"/>
                  <a:gd name="T86" fmla="*/ 324 w 390"/>
                  <a:gd name="T87" fmla="*/ 144 h 482"/>
                  <a:gd name="T88" fmla="*/ 290 w 390"/>
                  <a:gd name="T89" fmla="*/ 164 h 482"/>
                  <a:gd name="T90" fmla="*/ 264 w 390"/>
                  <a:gd name="T91" fmla="*/ 150 h 482"/>
                  <a:gd name="T92" fmla="*/ 256 w 390"/>
                  <a:gd name="T93" fmla="*/ 176 h 482"/>
                  <a:gd name="T94" fmla="*/ 204 w 390"/>
                  <a:gd name="T95" fmla="*/ 156 h 482"/>
                  <a:gd name="T96" fmla="*/ 158 w 390"/>
                  <a:gd name="T97" fmla="*/ 132 h 482"/>
                  <a:gd name="T98" fmla="*/ 146 w 390"/>
                  <a:gd name="T99" fmla="*/ 96 h 482"/>
                  <a:gd name="T100" fmla="*/ 138 w 390"/>
                  <a:gd name="T101" fmla="*/ 68 h 482"/>
                  <a:gd name="T102" fmla="*/ 134 w 390"/>
                  <a:gd name="T103" fmla="*/ 34 h 482"/>
                  <a:gd name="T104" fmla="*/ 136 w 390"/>
                  <a:gd name="T105" fmla="*/ 2 h 482"/>
                  <a:gd name="T106" fmla="*/ 102 w 390"/>
                  <a:gd name="T107" fmla="*/ 20 h 482"/>
                  <a:gd name="T108" fmla="*/ 68 w 390"/>
                  <a:gd name="T109" fmla="*/ 36 h 482"/>
                  <a:gd name="T110" fmla="*/ 70 w 390"/>
                  <a:gd name="T111" fmla="*/ 72 h 482"/>
                  <a:gd name="T112" fmla="*/ 60 w 390"/>
                  <a:gd name="T113" fmla="*/ 120 h 482"/>
                  <a:gd name="T114" fmla="*/ 24 w 390"/>
                  <a:gd name="T115" fmla="*/ 148 h 482"/>
                  <a:gd name="T116" fmla="*/ 16 w 390"/>
                  <a:gd name="T117" fmla="*/ 186 h 482"/>
                  <a:gd name="T118" fmla="*/ 2 w 390"/>
                  <a:gd name="T119" fmla="*/ 21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0" h="482">
                    <a:moveTo>
                      <a:pt x="0" y="218"/>
                    </a:moveTo>
                    <a:lnTo>
                      <a:pt x="2" y="218"/>
                    </a:lnTo>
                    <a:lnTo>
                      <a:pt x="2" y="218"/>
                    </a:lnTo>
                    <a:lnTo>
                      <a:pt x="2" y="218"/>
                    </a:lnTo>
                    <a:lnTo>
                      <a:pt x="0" y="220"/>
                    </a:lnTo>
                    <a:lnTo>
                      <a:pt x="0" y="220"/>
                    </a:lnTo>
                    <a:lnTo>
                      <a:pt x="2" y="226"/>
                    </a:lnTo>
                    <a:lnTo>
                      <a:pt x="2" y="230"/>
                    </a:lnTo>
                    <a:lnTo>
                      <a:pt x="2" y="230"/>
                    </a:lnTo>
                    <a:lnTo>
                      <a:pt x="12" y="234"/>
                    </a:lnTo>
                    <a:lnTo>
                      <a:pt x="18" y="236"/>
                    </a:lnTo>
                    <a:lnTo>
                      <a:pt x="26" y="234"/>
                    </a:lnTo>
                    <a:lnTo>
                      <a:pt x="26" y="234"/>
                    </a:lnTo>
                    <a:lnTo>
                      <a:pt x="28" y="232"/>
                    </a:lnTo>
                    <a:lnTo>
                      <a:pt x="30" y="228"/>
                    </a:lnTo>
                    <a:lnTo>
                      <a:pt x="30" y="228"/>
                    </a:lnTo>
                    <a:lnTo>
                      <a:pt x="34" y="228"/>
                    </a:lnTo>
                    <a:lnTo>
                      <a:pt x="34" y="228"/>
                    </a:lnTo>
                    <a:lnTo>
                      <a:pt x="30" y="236"/>
                    </a:lnTo>
                    <a:lnTo>
                      <a:pt x="30" y="236"/>
                    </a:lnTo>
                    <a:lnTo>
                      <a:pt x="26" y="238"/>
                    </a:lnTo>
                    <a:lnTo>
                      <a:pt x="26" y="238"/>
                    </a:lnTo>
                    <a:lnTo>
                      <a:pt x="24" y="240"/>
                    </a:lnTo>
                    <a:lnTo>
                      <a:pt x="22" y="244"/>
                    </a:lnTo>
                    <a:lnTo>
                      <a:pt x="22" y="244"/>
                    </a:lnTo>
                    <a:lnTo>
                      <a:pt x="18" y="244"/>
                    </a:lnTo>
                    <a:lnTo>
                      <a:pt x="18" y="244"/>
                    </a:lnTo>
                    <a:lnTo>
                      <a:pt x="14" y="246"/>
                    </a:lnTo>
                    <a:lnTo>
                      <a:pt x="14" y="246"/>
                    </a:lnTo>
                    <a:lnTo>
                      <a:pt x="12" y="246"/>
                    </a:lnTo>
                    <a:lnTo>
                      <a:pt x="10" y="246"/>
                    </a:lnTo>
                    <a:lnTo>
                      <a:pt x="10" y="246"/>
                    </a:lnTo>
                    <a:lnTo>
                      <a:pt x="8" y="248"/>
                    </a:lnTo>
                    <a:lnTo>
                      <a:pt x="8" y="248"/>
                    </a:lnTo>
                    <a:lnTo>
                      <a:pt x="12" y="254"/>
                    </a:lnTo>
                    <a:lnTo>
                      <a:pt x="12" y="254"/>
                    </a:lnTo>
                    <a:lnTo>
                      <a:pt x="20" y="264"/>
                    </a:lnTo>
                    <a:lnTo>
                      <a:pt x="28" y="274"/>
                    </a:lnTo>
                    <a:lnTo>
                      <a:pt x="28" y="274"/>
                    </a:lnTo>
                    <a:lnTo>
                      <a:pt x="34" y="274"/>
                    </a:lnTo>
                    <a:lnTo>
                      <a:pt x="34" y="274"/>
                    </a:lnTo>
                    <a:lnTo>
                      <a:pt x="36" y="270"/>
                    </a:lnTo>
                    <a:lnTo>
                      <a:pt x="36" y="270"/>
                    </a:lnTo>
                    <a:lnTo>
                      <a:pt x="44" y="266"/>
                    </a:lnTo>
                    <a:lnTo>
                      <a:pt x="48" y="264"/>
                    </a:lnTo>
                    <a:lnTo>
                      <a:pt x="50" y="258"/>
                    </a:lnTo>
                    <a:lnTo>
                      <a:pt x="50" y="258"/>
                    </a:lnTo>
                    <a:lnTo>
                      <a:pt x="50" y="250"/>
                    </a:lnTo>
                    <a:lnTo>
                      <a:pt x="50" y="244"/>
                    </a:lnTo>
                    <a:lnTo>
                      <a:pt x="52" y="244"/>
                    </a:lnTo>
                    <a:lnTo>
                      <a:pt x="52" y="244"/>
                    </a:lnTo>
                    <a:lnTo>
                      <a:pt x="54" y="244"/>
                    </a:lnTo>
                    <a:lnTo>
                      <a:pt x="54" y="244"/>
                    </a:lnTo>
                    <a:lnTo>
                      <a:pt x="54" y="244"/>
                    </a:lnTo>
                    <a:lnTo>
                      <a:pt x="54" y="246"/>
                    </a:lnTo>
                    <a:lnTo>
                      <a:pt x="54" y="248"/>
                    </a:lnTo>
                    <a:lnTo>
                      <a:pt x="54" y="248"/>
                    </a:lnTo>
                    <a:lnTo>
                      <a:pt x="56" y="250"/>
                    </a:lnTo>
                    <a:lnTo>
                      <a:pt x="56" y="250"/>
                    </a:lnTo>
                    <a:lnTo>
                      <a:pt x="54" y="254"/>
                    </a:lnTo>
                    <a:lnTo>
                      <a:pt x="54" y="254"/>
                    </a:lnTo>
                    <a:lnTo>
                      <a:pt x="56" y="256"/>
                    </a:lnTo>
                    <a:lnTo>
                      <a:pt x="56" y="256"/>
                    </a:lnTo>
                    <a:lnTo>
                      <a:pt x="56" y="256"/>
                    </a:lnTo>
                    <a:lnTo>
                      <a:pt x="56" y="258"/>
                    </a:lnTo>
                    <a:lnTo>
                      <a:pt x="54" y="258"/>
                    </a:lnTo>
                    <a:lnTo>
                      <a:pt x="54" y="258"/>
                    </a:lnTo>
                    <a:lnTo>
                      <a:pt x="54" y="260"/>
                    </a:lnTo>
                    <a:lnTo>
                      <a:pt x="56" y="260"/>
                    </a:lnTo>
                    <a:lnTo>
                      <a:pt x="56" y="260"/>
                    </a:lnTo>
                    <a:lnTo>
                      <a:pt x="56" y="264"/>
                    </a:lnTo>
                    <a:lnTo>
                      <a:pt x="56" y="264"/>
                    </a:lnTo>
                    <a:lnTo>
                      <a:pt x="58" y="266"/>
                    </a:lnTo>
                    <a:lnTo>
                      <a:pt x="60" y="268"/>
                    </a:lnTo>
                    <a:lnTo>
                      <a:pt x="60" y="270"/>
                    </a:lnTo>
                    <a:lnTo>
                      <a:pt x="58" y="272"/>
                    </a:lnTo>
                    <a:lnTo>
                      <a:pt x="58" y="272"/>
                    </a:lnTo>
                    <a:lnTo>
                      <a:pt x="52" y="290"/>
                    </a:lnTo>
                    <a:lnTo>
                      <a:pt x="52" y="290"/>
                    </a:lnTo>
                    <a:lnTo>
                      <a:pt x="56" y="292"/>
                    </a:lnTo>
                    <a:lnTo>
                      <a:pt x="58" y="296"/>
                    </a:lnTo>
                    <a:lnTo>
                      <a:pt x="58" y="296"/>
                    </a:lnTo>
                    <a:lnTo>
                      <a:pt x="58" y="298"/>
                    </a:lnTo>
                    <a:lnTo>
                      <a:pt x="56" y="298"/>
                    </a:lnTo>
                    <a:lnTo>
                      <a:pt x="56" y="298"/>
                    </a:lnTo>
                    <a:lnTo>
                      <a:pt x="58" y="300"/>
                    </a:lnTo>
                    <a:lnTo>
                      <a:pt x="58" y="304"/>
                    </a:lnTo>
                    <a:lnTo>
                      <a:pt x="56" y="308"/>
                    </a:lnTo>
                    <a:lnTo>
                      <a:pt x="60" y="308"/>
                    </a:lnTo>
                    <a:lnTo>
                      <a:pt x="60" y="308"/>
                    </a:lnTo>
                    <a:lnTo>
                      <a:pt x="58" y="318"/>
                    </a:lnTo>
                    <a:lnTo>
                      <a:pt x="60" y="322"/>
                    </a:lnTo>
                    <a:lnTo>
                      <a:pt x="62" y="324"/>
                    </a:lnTo>
                    <a:lnTo>
                      <a:pt x="62" y="324"/>
                    </a:lnTo>
                    <a:lnTo>
                      <a:pt x="60" y="328"/>
                    </a:lnTo>
                    <a:lnTo>
                      <a:pt x="60" y="328"/>
                    </a:lnTo>
                    <a:lnTo>
                      <a:pt x="64" y="332"/>
                    </a:lnTo>
                    <a:lnTo>
                      <a:pt x="64" y="332"/>
                    </a:lnTo>
                    <a:lnTo>
                      <a:pt x="64" y="340"/>
                    </a:lnTo>
                    <a:lnTo>
                      <a:pt x="64" y="346"/>
                    </a:lnTo>
                    <a:lnTo>
                      <a:pt x="64" y="346"/>
                    </a:lnTo>
                    <a:lnTo>
                      <a:pt x="66" y="354"/>
                    </a:lnTo>
                    <a:lnTo>
                      <a:pt x="70" y="362"/>
                    </a:lnTo>
                    <a:lnTo>
                      <a:pt x="76" y="378"/>
                    </a:lnTo>
                    <a:lnTo>
                      <a:pt x="76" y="378"/>
                    </a:lnTo>
                    <a:lnTo>
                      <a:pt x="78" y="390"/>
                    </a:lnTo>
                    <a:lnTo>
                      <a:pt x="80" y="402"/>
                    </a:lnTo>
                    <a:lnTo>
                      <a:pt x="80" y="402"/>
                    </a:lnTo>
                    <a:lnTo>
                      <a:pt x="82" y="406"/>
                    </a:lnTo>
                    <a:lnTo>
                      <a:pt x="82" y="406"/>
                    </a:lnTo>
                    <a:lnTo>
                      <a:pt x="84" y="410"/>
                    </a:lnTo>
                    <a:lnTo>
                      <a:pt x="84" y="414"/>
                    </a:lnTo>
                    <a:lnTo>
                      <a:pt x="84" y="414"/>
                    </a:lnTo>
                    <a:lnTo>
                      <a:pt x="86" y="416"/>
                    </a:lnTo>
                    <a:lnTo>
                      <a:pt x="88" y="418"/>
                    </a:lnTo>
                    <a:lnTo>
                      <a:pt x="88" y="418"/>
                    </a:lnTo>
                    <a:lnTo>
                      <a:pt x="90" y="422"/>
                    </a:lnTo>
                    <a:lnTo>
                      <a:pt x="90" y="424"/>
                    </a:lnTo>
                    <a:lnTo>
                      <a:pt x="90" y="424"/>
                    </a:lnTo>
                    <a:lnTo>
                      <a:pt x="96" y="432"/>
                    </a:lnTo>
                    <a:lnTo>
                      <a:pt x="96" y="432"/>
                    </a:lnTo>
                    <a:lnTo>
                      <a:pt x="98" y="440"/>
                    </a:lnTo>
                    <a:lnTo>
                      <a:pt x="98" y="440"/>
                    </a:lnTo>
                    <a:lnTo>
                      <a:pt x="102" y="446"/>
                    </a:lnTo>
                    <a:lnTo>
                      <a:pt x="104" y="452"/>
                    </a:lnTo>
                    <a:lnTo>
                      <a:pt x="104" y="452"/>
                    </a:lnTo>
                    <a:lnTo>
                      <a:pt x="104" y="454"/>
                    </a:lnTo>
                    <a:lnTo>
                      <a:pt x="102" y="456"/>
                    </a:lnTo>
                    <a:lnTo>
                      <a:pt x="102" y="456"/>
                    </a:lnTo>
                    <a:lnTo>
                      <a:pt x="116" y="482"/>
                    </a:lnTo>
                    <a:lnTo>
                      <a:pt x="116" y="482"/>
                    </a:lnTo>
                    <a:lnTo>
                      <a:pt x="120" y="482"/>
                    </a:lnTo>
                    <a:lnTo>
                      <a:pt x="122" y="480"/>
                    </a:lnTo>
                    <a:lnTo>
                      <a:pt x="122" y="480"/>
                    </a:lnTo>
                    <a:lnTo>
                      <a:pt x="124" y="478"/>
                    </a:lnTo>
                    <a:lnTo>
                      <a:pt x="126" y="476"/>
                    </a:lnTo>
                    <a:lnTo>
                      <a:pt x="128" y="472"/>
                    </a:lnTo>
                    <a:lnTo>
                      <a:pt x="130" y="470"/>
                    </a:lnTo>
                    <a:lnTo>
                      <a:pt x="130" y="470"/>
                    </a:lnTo>
                    <a:lnTo>
                      <a:pt x="132" y="468"/>
                    </a:lnTo>
                    <a:lnTo>
                      <a:pt x="134" y="468"/>
                    </a:lnTo>
                    <a:lnTo>
                      <a:pt x="134" y="468"/>
                    </a:lnTo>
                    <a:lnTo>
                      <a:pt x="134" y="464"/>
                    </a:lnTo>
                    <a:lnTo>
                      <a:pt x="134" y="464"/>
                    </a:lnTo>
                    <a:lnTo>
                      <a:pt x="142" y="452"/>
                    </a:lnTo>
                    <a:lnTo>
                      <a:pt x="142" y="452"/>
                    </a:lnTo>
                    <a:lnTo>
                      <a:pt x="148" y="450"/>
                    </a:lnTo>
                    <a:lnTo>
                      <a:pt x="148" y="450"/>
                    </a:lnTo>
                    <a:lnTo>
                      <a:pt x="146" y="438"/>
                    </a:lnTo>
                    <a:lnTo>
                      <a:pt x="146" y="432"/>
                    </a:lnTo>
                    <a:lnTo>
                      <a:pt x="146" y="426"/>
                    </a:lnTo>
                    <a:lnTo>
                      <a:pt x="146" y="426"/>
                    </a:lnTo>
                    <a:lnTo>
                      <a:pt x="150" y="424"/>
                    </a:lnTo>
                    <a:lnTo>
                      <a:pt x="152" y="420"/>
                    </a:lnTo>
                    <a:lnTo>
                      <a:pt x="152" y="420"/>
                    </a:lnTo>
                    <a:lnTo>
                      <a:pt x="152" y="416"/>
                    </a:lnTo>
                    <a:lnTo>
                      <a:pt x="152" y="412"/>
                    </a:lnTo>
                    <a:lnTo>
                      <a:pt x="154" y="410"/>
                    </a:lnTo>
                    <a:lnTo>
                      <a:pt x="154" y="410"/>
                    </a:lnTo>
                    <a:lnTo>
                      <a:pt x="154" y="406"/>
                    </a:lnTo>
                    <a:lnTo>
                      <a:pt x="152" y="402"/>
                    </a:lnTo>
                    <a:lnTo>
                      <a:pt x="152" y="402"/>
                    </a:lnTo>
                    <a:lnTo>
                      <a:pt x="152" y="390"/>
                    </a:lnTo>
                    <a:lnTo>
                      <a:pt x="152" y="378"/>
                    </a:lnTo>
                    <a:lnTo>
                      <a:pt x="152" y="378"/>
                    </a:lnTo>
                    <a:lnTo>
                      <a:pt x="154" y="374"/>
                    </a:lnTo>
                    <a:lnTo>
                      <a:pt x="154" y="368"/>
                    </a:lnTo>
                    <a:lnTo>
                      <a:pt x="154" y="368"/>
                    </a:lnTo>
                    <a:lnTo>
                      <a:pt x="154" y="368"/>
                    </a:lnTo>
                    <a:lnTo>
                      <a:pt x="152" y="364"/>
                    </a:lnTo>
                    <a:lnTo>
                      <a:pt x="152" y="358"/>
                    </a:lnTo>
                    <a:lnTo>
                      <a:pt x="152" y="358"/>
                    </a:lnTo>
                    <a:lnTo>
                      <a:pt x="156" y="356"/>
                    </a:lnTo>
                    <a:lnTo>
                      <a:pt x="156" y="356"/>
                    </a:lnTo>
                    <a:lnTo>
                      <a:pt x="160" y="354"/>
                    </a:lnTo>
                    <a:lnTo>
                      <a:pt x="164" y="354"/>
                    </a:lnTo>
                    <a:lnTo>
                      <a:pt x="164" y="354"/>
                    </a:lnTo>
                    <a:lnTo>
                      <a:pt x="166" y="350"/>
                    </a:lnTo>
                    <a:lnTo>
                      <a:pt x="170" y="348"/>
                    </a:lnTo>
                    <a:lnTo>
                      <a:pt x="170" y="348"/>
                    </a:lnTo>
                    <a:lnTo>
                      <a:pt x="174" y="346"/>
                    </a:lnTo>
                    <a:lnTo>
                      <a:pt x="178" y="344"/>
                    </a:lnTo>
                    <a:lnTo>
                      <a:pt x="178" y="344"/>
                    </a:lnTo>
                    <a:lnTo>
                      <a:pt x="180" y="340"/>
                    </a:lnTo>
                    <a:lnTo>
                      <a:pt x="182" y="336"/>
                    </a:lnTo>
                    <a:lnTo>
                      <a:pt x="182" y="332"/>
                    </a:lnTo>
                    <a:lnTo>
                      <a:pt x="184" y="330"/>
                    </a:lnTo>
                    <a:lnTo>
                      <a:pt x="184" y="330"/>
                    </a:lnTo>
                    <a:lnTo>
                      <a:pt x="190" y="328"/>
                    </a:lnTo>
                    <a:lnTo>
                      <a:pt x="194" y="328"/>
                    </a:lnTo>
                    <a:lnTo>
                      <a:pt x="194" y="326"/>
                    </a:lnTo>
                    <a:lnTo>
                      <a:pt x="194" y="326"/>
                    </a:lnTo>
                    <a:lnTo>
                      <a:pt x="200" y="322"/>
                    </a:lnTo>
                    <a:lnTo>
                      <a:pt x="200" y="322"/>
                    </a:lnTo>
                    <a:lnTo>
                      <a:pt x="204" y="322"/>
                    </a:lnTo>
                    <a:lnTo>
                      <a:pt x="208" y="320"/>
                    </a:lnTo>
                    <a:lnTo>
                      <a:pt x="208" y="320"/>
                    </a:lnTo>
                    <a:lnTo>
                      <a:pt x="208" y="318"/>
                    </a:lnTo>
                    <a:lnTo>
                      <a:pt x="210" y="314"/>
                    </a:lnTo>
                    <a:lnTo>
                      <a:pt x="210" y="314"/>
                    </a:lnTo>
                    <a:lnTo>
                      <a:pt x="214" y="310"/>
                    </a:lnTo>
                    <a:lnTo>
                      <a:pt x="214" y="310"/>
                    </a:lnTo>
                    <a:lnTo>
                      <a:pt x="216" y="304"/>
                    </a:lnTo>
                    <a:lnTo>
                      <a:pt x="218" y="304"/>
                    </a:lnTo>
                    <a:lnTo>
                      <a:pt x="218" y="302"/>
                    </a:lnTo>
                    <a:lnTo>
                      <a:pt x="218" y="302"/>
                    </a:lnTo>
                    <a:lnTo>
                      <a:pt x="222" y="300"/>
                    </a:lnTo>
                    <a:lnTo>
                      <a:pt x="224" y="298"/>
                    </a:lnTo>
                    <a:lnTo>
                      <a:pt x="226" y="292"/>
                    </a:lnTo>
                    <a:lnTo>
                      <a:pt x="226" y="292"/>
                    </a:lnTo>
                    <a:lnTo>
                      <a:pt x="234" y="292"/>
                    </a:lnTo>
                    <a:lnTo>
                      <a:pt x="234" y="292"/>
                    </a:lnTo>
                    <a:lnTo>
                      <a:pt x="240" y="288"/>
                    </a:lnTo>
                    <a:lnTo>
                      <a:pt x="240" y="288"/>
                    </a:lnTo>
                    <a:lnTo>
                      <a:pt x="244" y="286"/>
                    </a:lnTo>
                    <a:lnTo>
                      <a:pt x="244" y="286"/>
                    </a:lnTo>
                    <a:lnTo>
                      <a:pt x="248" y="282"/>
                    </a:lnTo>
                    <a:lnTo>
                      <a:pt x="248" y="278"/>
                    </a:lnTo>
                    <a:lnTo>
                      <a:pt x="248" y="270"/>
                    </a:lnTo>
                    <a:lnTo>
                      <a:pt x="248" y="270"/>
                    </a:lnTo>
                    <a:lnTo>
                      <a:pt x="252" y="264"/>
                    </a:lnTo>
                    <a:lnTo>
                      <a:pt x="252" y="264"/>
                    </a:lnTo>
                    <a:lnTo>
                      <a:pt x="252" y="262"/>
                    </a:lnTo>
                    <a:lnTo>
                      <a:pt x="252" y="262"/>
                    </a:lnTo>
                    <a:lnTo>
                      <a:pt x="256" y="260"/>
                    </a:lnTo>
                    <a:lnTo>
                      <a:pt x="258" y="260"/>
                    </a:lnTo>
                    <a:lnTo>
                      <a:pt x="258" y="260"/>
                    </a:lnTo>
                    <a:lnTo>
                      <a:pt x="262" y="256"/>
                    </a:lnTo>
                    <a:lnTo>
                      <a:pt x="262" y="256"/>
                    </a:lnTo>
                    <a:lnTo>
                      <a:pt x="264" y="256"/>
                    </a:lnTo>
                    <a:lnTo>
                      <a:pt x="262" y="258"/>
                    </a:lnTo>
                    <a:lnTo>
                      <a:pt x="262" y="258"/>
                    </a:lnTo>
                    <a:lnTo>
                      <a:pt x="270" y="258"/>
                    </a:lnTo>
                    <a:lnTo>
                      <a:pt x="270" y="254"/>
                    </a:lnTo>
                    <a:lnTo>
                      <a:pt x="272" y="248"/>
                    </a:lnTo>
                    <a:lnTo>
                      <a:pt x="272" y="238"/>
                    </a:lnTo>
                    <a:lnTo>
                      <a:pt x="268" y="234"/>
                    </a:lnTo>
                    <a:lnTo>
                      <a:pt x="270" y="224"/>
                    </a:lnTo>
                    <a:lnTo>
                      <a:pt x="268" y="218"/>
                    </a:lnTo>
                    <a:lnTo>
                      <a:pt x="260" y="214"/>
                    </a:lnTo>
                    <a:lnTo>
                      <a:pt x="258" y="212"/>
                    </a:lnTo>
                    <a:lnTo>
                      <a:pt x="256" y="202"/>
                    </a:lnTo>
                    <a:lnTo>
                      <a:pt x="262" y="198"/>
                    </a:lnTo>
                    <a:lnTo>
                      <a:pt x="268" y="196"/>
                    </a:lnTo>
                    <a:lnTo>
                      <a:pt x="270" y="190"/>
                    </a:lnTo>
                    <a:lnTo>
                      <a:pt x="264" y="182"/>
                    </a:lnTo>
                    <a:lnTo>
                      <a:pt x="268" y="176"/>
                    </a:lnTo>
                    <a:lnTo>
                      <a:pt x="276" y="182"/>
                    </a:lnTo>
                    <a:lnTo>
                      <a:pt x="282" y="182"/>
                    </a:lnTo>
                    <a:lnTo>
                      <a:pt x="288" y="184"/>
                    </a:lnTo>
                    <a:lnTo>
                      <a:pt x="286" y="192"/>
                    </a:lnTo>
                    <a:lnTo>
                      <a:pt x="288" y="204"/>
                    </a:lnTo>
                    <a:lnTo>
                      <a:pt x="292" y="204"/>
                    </a:lnTo>
                    <a:lnTo>
                      <a:pt x="300" y="204"/>
                    </a:lnTo>
                    <a:lnTo>
                      <a:pt x="308" y="202"/>
                    </a:lnTo>
                    <a:lnTo>
                      <a:pt x="316" y="200"/>
                    </a:lnTo>
                    <a:lnTo>
                      <a:pt x="326" y="200"/>
                    </a:lnTo>
                    <a:lnTo>
                      <a:pt x="318" y="206"/>
                    </a:lnTo>
                    <a:lnTo>
                      <a:pt x="320" y="212"/>
                    </a:lnTo>
                    <a:lnTo>
                      <a:pt x="320" y="212"/>
                    </a:lnTo>
                    <a:lnTo>
                      <a:pt x="318" y="216"/>
                    </a:lnTo>
                    <a:lnTo>
                      <a:pt x="316" y="218"/>
                    </a:lnTo>
                    <a:lnTo>
                      <a:pt x="312" y="226"/>
                    </a:lnTo>
                    <a:lnTo>
                      <a:pt x="310" y="236"/>
                    </a:lnTo>
                    <a:lnTo>
                      <a:pt x="312" y="240"/>
                    </a:lnTo>
                    <a:lnTo>
                      <a:pt x="318" y="240"/>
                    </a:lnTo>
                    <a:lnTo>
                      <a:pt x="320" y="234"/>
                    </a:lnTo>
                    <a:lnTo>
                      <a:pt x="326" y="244"/>
                    </a:lnTo>
                    <a:lnTo>
                      <a:pt x="326" y="250"/>
                    </a:lnTo>
                    <a:lnTo>
                      <a:pt x="326" y="256"/>
                    </a:lnTo>
                    <a:lnTo>
                      <a:pt x="330" y="256"/>
                    </a:lnTo>
                    <a:lnTo>
                      <a:pt x="334" y="258"/>
                    </a:lnTo>
                    <a:lnTo>
                      <a:pt x="338" y="256"/>
                    </a:lnTo>
                    <a:lnTo>
                      <a:pt x="340" y="252"/>
                    </a:lnTo>
                    <a:lnTo>
                      <a:pt x="340" y="248"/>
                    </a:lnTo>
                    <a:lnTo>
                      <a:pt x="340" y="242"/>
                    </a:lnTo>
                    <a:lnTo>
                      <a:pt x="338" y="236"/>
                    </a:lnTo>
                    <a:lnTo>
                      <a:pt x="338" y="224"/>
                    </a:lnTo>
                    <a:lnTo>
                      <a:pt x="346" y="228"/>
                    </a:lnTo>
                    <a:lnTo>
                      <a:pt x="348" y="220"/>
                    </a:lnTo>
                    <a:lnTo>
                      <a:pt x="354" y="212"/>
                    </a:lnTo>
                    <a:lnTo>
                      <a:pt x="354" y="208"/>
                    </a:lnTo>
                    <a:lnTo>
                      <a:pt x="350" y="206"/>
                    </a:lnTo>
                    <a:lnTo>
                      <a:pt x="352" y="204"/>
                    </a:lnTo>
                    <a:lnTo>
                      <a:pt x="358" y="200"/>
                    </a:lnTo>
                    <a:lnTo>
                      <a:pt x="362" y="196"/>
                    </a:lnTo>
                    <a:lnTo>
                      <a:pt x="368" y="190"/>
                    </a:lnTo>
                    <a:lnTo>
                      <a:pt x="368" y="186"/>
                    </a:lnTo>
                    <a:lnTo>
                      <a:pt x="372" y="176"/>
                    </a:lnTo>
                    <a:lnTo>
                      <a:pt x="380" y="176"/>
                    </a:lnTo>
                    <a:lnTo>
                      <a:pt x="384" y="178"/>
                    </a:lnTo>
                    <a:lnTo>
                      <a:pt x="390" y="170"/>
                    </a:lnTo>
                    <a:lnTo>
                      <a:pt x="390" y="160"/>
                    </a:lnTo>
                    <a:lnTo>
                      <a:pt x="388" y="156"/>
                    </a:lnTo>
                    <a:lnTo>
                      <a:pt x="386" y="152"/>
                    </a:lnTo>
                    <a:lnTo>
                      <a:pt x="382" y="150"/>
                    </a:lnTo>
                    <a:lnTo>
                      <a:pt x="376" y="148"/>
                    </a:lnTo>
                    <a:lnTo>
                      <a:pt x="374" y="146"/>
                    </a:lnTo>
                    <a:lnTo>
                      <a:pt x="368" y="148"/>
                    </a:lnTo>
                    <a:lnTo>
                      <a:pt x="366" y="144"/>
                    </a:lnTo>
                    <a:lnTo>
                      <a:pt x="366" y="138"/>
                    </a:lnTo>
                    <a:lnTo>
                      <a:pt x="358" y="134"/>
                    </a:lnTo>
                    <a:lnTo>
                      <a:pt x="352" y="134"/>
                    </a:lnTo>
                    <a:lnTo>
                      <a:pt x="348" y="138"/>
                    </a:lnTo>
                    <a:lnTo>
                      <a:pt x="344" y="136"/>
                    </a:lnTo>
                    <a:lnTo>
                      <a:pt x="336" y="138"/>
                    </a:lnTo>
                    <a:lnTo>
                      <a:pt x="332" y="142"/>
                    </a:lnTo>
                    <a:lnTo>
                      <a:pt x="324" y="144"/>
                    </a:lnTo>
                    <a:lnTo>
                      <a:pt x="318" y="146"/>
                    </a:lnTo>
                    <a:lnTo>
                      <a:pt x="320" y="156"/>
                    </a:lnTo>
                    <a:lnTo>
                      <a:pt x="320" y="162"/>
                    </a:lnTo>
                    <a:lnTo>
                      <a:pt x="316" y="164"/>
                    </a:lnTo>
                    <a:lnTo>
                      <a:pt x="304" y="164"/>
                    </a:lnTo>
                    <a:lnTo>
                      <a:pt x="296" y="162"/>
                    </a:lnTo>
                    <a:lnTo>
                      <a:pt x="290" y="164"/>
                    </a:lnTo>
                    <a:lnTo>
                      <a:pt x="284" y="164"/>
                    </a:lnTo>
                    <a:lnTo>
                      <a:pt x="280" y="160"/>
                    </a:lnTo>
                    <a:lnTo>
                      <a:pt x="280" y="154"/>
                    </a:lnTo>
                    <a:lnTo>
                      <a:pt x="278" y="156"/>
                    </a:lnTo>
                    <a:lnTo>
                      <a:pt x="274" y="150"/>
                    </a:lnTo>
                    <a:lnTo>
                      <a:pt x="268" y="148"/>
                    </a:lnTo>
                    <a:lnTo>
                      <a:pt x="264" y="150"/>
                    </a:lnTo>
                    <a:lnTo>
                      <a:pt x="264" y="152"/>
                    </a:lnTo>
                    <a:lnTo>
                      <a:pt x="264" y="160"/>
                    </a:lnTo>
                    <a:lnTo>
                      <a:pt x="262" y="164"/>
                    </a:lnTo>
                    <a:lnTo>
                      <a:pt x="266" y="168"/>
                    </a:lnTo>
                    <a:lnTo>
                      <a:pt x="264" y="172"/>
                    </a:lnTo>
                    <a:lnTo>
                      <a:pt x="262" y="174"/>
                    </a:lnTo>
                    <a:lnTo>
                      <a:pt x="256" y="176"/>
                    </a:lnTo>
                    <a:lnTo>
                      <a:pt x="250" y="174"/>
                    </a:lnTo>
                    <a:lnTo>
                      <a:pt x="242" y="174"/>
                    </a:lnTo>
                    <a:lnTo>
                      <a:pt x="230" y="168"/>
                    </a:lnTo>
                    <a:lnTo>
                      <a:pt x="220" y="168"/>
                    </a:lnTo>
                    <a:lnTo>
                      <a:pt x="214" y="162"/>
                    </a:lnTo>
                    <a:lnTo>
                      <a:pt x="208" y="160"/>
                    </a:lnTo>
                    <a:lnTo>
                      <a:pt x="204" y="156"/>
                    </a:lnTo>
                    <a:lnTo>
                      <a:pt x="198" y="152"/>
                    </a:lnTo>
                    <a:lnTo>
                      <a:pt x="190" y="152"/>
                    </a:lnTo>
                    <a:lnTo>
                      <a:pt x="182" y="146"/>
                    </a:lnTo>
                    <a:lnTo>
                      <a:pt x="174" y="144"/>
                    </a:lnTo>
                    <a:lnTo>
                      <a:pt x="166" y="140"/>
                    </a:lnTo>
                    <a:lnTo>
                      <a:pt x="166" y="136"/>
                    </a:lnTo>
                    <a:lnTo>
                      <a:pt x="158" y="132"/>
                    </a:lnTo>
                    <a:lnTo>
                      <a:pt x="156" y="124"/>
                    </a:lnTo>
                    <a:lnTo>
                      <a:pt x="160" y="116"/>
                    </a:lnTo>
                    <a:lnTo>
                      <a:pt x="168" y="110"/>
                    </a:lnTo>
                    <a:lnTo>
                      <a:pt x="164" y="106"/>
                    </a:lnTo>
                    <a:lnTo>
                      <a:pt x="160" y="102"/>
                    </a:lnTo>
                    <a:lnTo>
                      <a:pt x="152" y="100"/>
                    </a:lnTo>
                    <a:lnTo>
                      <a:pt x="146" y="96"/>
                    </a:lnTo>
                    <a:lnTo>
                      <a:pt x="140" y="94"/>
                    </a:lnTo>
                    <a:lnTo>
                      <a:pt x="138" y="88"/>
                    </a:lnTo>
                    <a:lnTo>
                      <a:pt x="140" y="86"/>
                    </a:lnTo>
                    <a:lnTo>
                      <a:pt x="140" y="82"/>
                    </a:lnTo>
                    <a:lnTo>
                      <a:pt x="142" y="74"/>
                    </a:lnTo>
                    <a:lnTo>
                      <a:pt x="142" y="70"/>
                    </a:lnTo>
                    <a:lnTo>
                      <a:pt x="138" y="68"/>
                    </a:lnTo>
                    <a:lnTo>
                      <a:pt x="134" y="66"/>
                    </a:lnTo>
                    <a:lnTo>
                      <a:pt x="134" y="58"/>
                    </a:lnTo>
                    <a:lnTo>
                      <a:pt x="132" y="52"/>
                    </a:lnTo>
                    <a:lnTo>
                      <a:pt x="126" y="48"/>
                    </a:lnTo>
                    <a:lnTo>
                      <a:pt x="128" y="44"/>
                    </a:lnTo>
                    <a:lnTo>
                      <a:pt x="132" y="40"/>
                    </a:lnTo>
                    <a:lnTo>
                      <a:pt x="134" y="34"/>
                    </a:lnTo>
                    <a:lnTo>
                      <a:pt x="138" y="30"/>
                    </a:lnTo>
                    <a:lnTo>
                      <a:pt x="140" y="26"/>
                    </a:lnTo>
                    <a:lnTo>
                      <a:pt x="142" y="22"/>
                    </a:lnTo>
                    <a:lnTo>
                      <a:pt x="146" y="18"/>
                    </a:lnTo>
                    <a:lnTo>
                      <a:pt x="142" y="12"/>
                    </a:lnTo>
                    <a:lnTo>
                      <a:pt x="140" y="8"/>
                    </a:lnTo>
                    <a:lnTo>
                      <a:pt x="136" y="2"/>
                    </a:lnTo>
                    <a:lnTo>
                      <a:pt x="130" y="2"/>
                    </a:lnTo>
                    <a:lnTo>
                      <a:pt x="124" y="0"/>
                    </a:lnTo>
                    <a:lnTo>
                      <a:pt x="118" y="0"/>
                    </a:lnTo>
                    <a:lnTo>
                      <a:pt x="116" y="2"/>
                    </a:lnTo>
                    <a:lnTo>
                      <a:pt x="108" y="8"/>
                    </a:lnTo>
                    <a:lnTo>
                      <a:pt x="106" y="14"/>
                    </a:lnTo>
                    <a:lnTo>
                      <a:pt x="102" y="20"/>
                    </a:lnTo>
                    <a:lnTo>
                      <a:pt x="98" y="22"/>
                    </a:lnTo>
                    <a:lnTo>
                      <a:pt x="92" y="28"/>
                    </a:lnTo>
                    <a:lnTo>
                      <a:pt x="82" y="30"/>
                    </a:lnTo>
                    <a:lnTo>
                      <a:pt x="76" y="34"/>
                    </a:lnTo>
                    <a:lnTo>
                      <a:pt x="76" y="36"/>
                    </a:lnTo>
                    <a:lnTo>
                      <a:pt x="72" y="40"/>
                    </a:lnTo>
                    <a:lnTo>
                      <a:pt x="68" y="36"/>
                    </a:lnTo>
                    <a:lnTo>
                      <a:pt x="62" y="40"/>
                    </a:lnTo>
                    <a:lnTo>
                      <a:pt x="56" y="42"/>
                    </a:lnTo>
                    <a:lnTo>
                      <a:pt x="56" y="46"/>
                    </a:lnTo>
                    <a:lnTo>
                      <a:pt x="62" y="52"/>
                    </a:lnTo>
                    <a:lnTo>
                      <a:pt x="64" y="66"/>
                    </a:lnTo>
                    <a:lnTo>
                      <a:pt x="66" y="68"/>
                    </a:lnTo>
                    <a:lnTo>
                      <a:pt x="70" y="72"/>
                    </a:lnTo>
                    <a:lnTo>
                      <a:pt x="76" y="78"/>
                    </a:lnTo>
                    <a:lnTo>
                      <a:pt x="76" y="86"/>
                    </a:lnTo>
                    <a:lnTo>
                      <a:pt x="72" y="92"/>
                    </a:lnTo>
                    <a:lnTo>
                      <a:pt x="68" y="98"/>
                    </a:lnTo>
                    <a:lnTo>
                      <a:pt x="68" y="108"/>
                    </a:lnTo>
                    <a:lnTo>
                      <a:pt x="66" y="116"/>
                    </a:lnTo>
                    <a:lnTo>
                      <a:pt x="60" y="120"/>
                    </a:lnTo>
                    <a:lnTo>
                      <a:pt x="56" y="124"/>
                    </a:lnTo>
                    <a:lnTo>
                      <a:pt x="52" y="130"/>
                    </a:lnTo>
                    <a:lnTo>
                      <a:pt x="44" y="134"/>
                    </a:lnTo>
                    <a:lnTo>
                      <a:pt x="38" y="144"/>
                    </a:lnTo>
                    <a:lnTo>
                      <a:pt x="32" y="150"/>
                    </a:lnTo>
                    <a:lnTo>
                      <a:pt x="26" y="152"/>
                    </a:lnTo>
                    <a:lnTo>
                      <a:pt x="24" y="148"/>
                    </a:lnTo>
                    <a:lnTo>
                      <a:pt x="20" y="156"/>
                    </a:lnTo>
                    <a:lnTo>
                      <a:pt x="16" y="160"/>
                    </a:lnTo>
                    <a:lnTo>
                      <a:pt x="12" y="168"/>
                    </a:lnTo>
                    <a:lnTo>
                      <a:pt x="16" y="172"/>
                    </a:lnTo>
                    <a:lnTo>
                      <a:pt x="18" y="174"/>
                    </a:lnTo>
                    <a:lnTo>
                      <a:pt x="16" y="180"/>
                    </a:lnTo>
                    <a:lnTo>
                      <a:pt x="16" y="186"/>
                    </a:lnTo>
                    <a:lnTo>
                      <a:pt x="22" y="188"/>
                    </a:lnTo>
                    <a:lnTo>
                      <a:pt x="24" y="194"/>
                    </a:lnTo>
                    <a:lnTo>
                      <a:pt x="24" y="210"/>
                    </a:lnTo>
                    <a:lnTo>
                      <a:pt x="20" y="208"/>
                    </a:lnTo>
                    <a:lnTo>
                      <a:pt x="12" y="208"/>
                    </a:lnTo>
                    <a:lnTo>
                      <a:pt x="8" y="208"/>
                    </a:lnTo>
                    <a:lnTo>
                      <a:pt x="2" y="212"/>
                    </a:lnTo>
                    <a:lnTo>
                      <a:pt x="0" y="21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4" name="Freeform 174">
                <a:extLst>
                  <a:ext uri="{FF2B5EF4-FFF2-40B4-BE49-F238E27FC236}">
                    <a16:creationId xmlns:a16="http://schemas.microsoft.com/office/drawing/2014/main" id="{55AA2643-07AD-BD40-B7B1-18708F5A7A41}"/>
                  </a:ext>
                </a:extLst>
              </p:cNvPr>
              <p:cNvSpPr>
                <a:spLocks/>
              </p:cNvSpPr>
              <p:nvPr/>
            </p:nvSpPr>
            <p:spPr bwMode="auto">
              <a:xfrm>
                <a:off x="8889577" y="3630750"/>
                <a:ext cx="11741" cy="8009"/>
              </a:xfrm>
              <a:custGeom>
                <a:avLst/>
                <a:gdLst>
                  <a:gd name="T0" fmla="*/ 6 w 6"/>
                  <a:gd name="T1" fmla="*/ 2 h 4"/>
                  <a:gd name="T2" fmla="*/ 6 w 6"/>
                  <a:gd name="T3" fmla="*/ 2 h 4"/>
                  <a:gd name="T4" fmla="*/ 6 w 6"/>
                  <a:gd name="T5" fmla="*/ 2 h 4"/>
                  <a:gd name="T6" fmla="*/ 2 w 6"/>
                  <a:gd name="T7" fmla="*/ 4 h 4"/>
                  <a:gd name="T8" fmla="*/ 2 w 6"/>
                  <a:gd name="T9" fmla="*/ 4 h 4"/>
                  <a:gd name="T10" fmla="*/ 0 w 6"/>
                  <a:gd name="T11" fmla="*/ 0 h 4"/>
                  <a:gd name="T12" fmla="*/ 0 w 6"/>
                  <a:gd name="T13" fmla="*/ 0 h 4"/>
                  <a:gd name="T14" fmla="*/ 4 w 6"/>
                  <a:gd name="T15" fmla="*/ 0 h 4"/>
                  <a:gd name="T16" fmla="*/ 4 w 6"/>
                  <a:gd name="T17" fmla="*/ 0 h 4"/>
                  <a:gd name="T18" fmla="*/ 6 w 6"/>
                  <a:gd name="T19" fmla="*/ 0 h 4"/>
                  <a:gd name="T20" fmla="*/ 6 w 6"/>
                  <a:gd name="T21"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4">
                    <a:moveTo>
                      <a:pt x="6" y="2"/>
                    </a:moveTo>
                    <a:lnTo>
                      <a:pt x="6" y="2"/>
                    </a:lnTo>
                    <a:lnTo>
                      <a:pt x="6" y="2"/>
                    </a:lnTo>
                    <a:lnTo>
                      <a:pt x="2" y="4"/>
                    </a:lnTo>
                    <a:lnTo>
                      <a:pt x="2" y="4"/>
                    </a:lnTo>
                    <a:lnTo>
                      <a:pt x="0" y="0"/>
                    </a:lnTo>
                    <a:lnTo>
                      <a:pt x="0" y="0"/>
                    </a:lnTo>
                    <a:lnTo>
                      <a:pt x="4" y="0"/>
                    </a:lnTo>
                    <a:lnTo>
                      <a:pt x="4" y="0"/>
                    </a:lnTo>
                    <a:lnTo>
                      <a:pt x="6" y="0"/>
                    </a:lnTo>
                    <a:lnTo>
                      <a:pt x="6" y="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5" name="Freeform 211">
                <a:extLst>
                  <a:ext uri="{FF2B5EF4-FFF2-40B4-BE49-F238E27FC236}">
                    <a16:creationId xmlns:a16="http://schemas.microsoft.com/office/drawing/2014/main" id="{FE161EEB-6DE3-DC48-995C-B78DA0D96A48}"/>
                  </a:ext>
                </a:extLst>
              </p:cNvPr>
              <p:cNvSpPr>
                <a:spLocks/>
              </p:cNvSpPr>
              <p:nvPr/>
            </p:nvSpPr>
            <p:spPr bwMode="auto">
              <a:xfrm>
                <a:off x="9038168" y="3318384"/>
                <a:ext cx="10837" cy="16019"/>
              </a:xfrm>
              <a:custGeom>
                <a:avLst/>
                <a:gdLst>
                  <a:gd name="T0" fmla="*/ 4 w 6"/>
                  <a:gd name="T1" fmla="*/ 0 h 8"/>
                  <a:gd name="T2" fmla="*/ 6 w 6"/>
                  <a:gd name="T3" fmla="*/ 0 h 8"/>
                  <a:gd name="T4" fmla="*/ 6 w 6"/>
                  <a:gd name="T5" fmla="*/ 0 h 8"/>
                  <a:gd name="T6" fmla="*/ 6 w 6"/>
                  <a:gd name="T7" fmla="*/ 4 h 8"/>
                  <a:gd name="T8" fmla="*/ 6 w 6"/>
                  <a:gd name="T9" fmla="*/ 8 h 8"/>
                  <a:gd name="T10" fmla="*/ 6 w 6"/>
                  <a:gd name="T11" fmla="*/ 8 h 8"/>
                  <a:gd name="T12" fmla="*/ 4 w 6"/>
                  <a:gd name="T13" fmla="*/ 8 h 8"/>
                  <a:gd name="T14" fmla="*/ 2 w 6"/>
                  <a:gd name="T15" fmla="*/ 8 h 8"/>
                  <a:gd name="T16" fmla="*/ 2 w 6"/>
                  <a:gd name="T17" fmla="*/ 6 h 8"/>
                  <a:gd name="T18" fmla="*/ 2 w 6"/>
                  <a:gd name="T19" fmla="*/ 6 h 8"/>
                  <a:gd name="T20" fmla="*/ 2 w 6"/>
                  <a:gd name="T21" fmla="*/ 6 h 8"/>
                  <a:gd name="T22" fmla="*/ 0 w 6"/>
                  <a:gd name="T23" fmla="*/ 6 h 8"/>
                  <a:gd name="T24" fmla="*/ 0 w 6"/>
                  <a:gd name="T25" fmla="*/ 6 h 8"/>
                  <a:gd name="T26" fmla="*/ 0 w 6"/>
                  <a:gd name="T27" fmla="*/ 2 h 8"/>
                  <a:gd name="T28" fmla="*/ 0 w 6"/>
                  <a:gd name="T29" fmla="*/ 2 h 8"/>
                  <a:gd name="T30" fmla="*/ 4 w 6"/>
                  <a:gd name="T31" fmla="*/ 0 h 8"/>
                  <a:gd name="T32" fmla="*/ 4 w 6"/>
                  <a:gd name="T3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 h="8">
                    <a:moveTo>
                      <a:pt x="4" y="0"/>
                    </a:moveTo>
                    <a:lnTo>
                      <a:pt x="6" y="0"/>
                    </a:lnTo>
                    <a:lnTo>
                      <a:pt x="6" y="0"/>
                    </a:lnTo>
                    <a:lnTo>
                      <a:pt x="6" y="4"/>
                    </a:lnTo>
                    <a:lnTo>
                      <a:pt x="6" y="8"/>
                    </a:lnTo>
                    <a:lnTo>
                      <a:pt x="6" y="8"/>
                    </a:lnTo>
                    <a:lnTo>
                      <a:pt x="4" y="8"/>
                    </a:lnTo>
                    <a:lnTo>
                      <a:pt x="2" y="8"/>
                    </a:lnTo>
                    <a:lnTo>
                      <a:pt x="2" y="6"/>
                    </a:lnTo>
                    <a:lnTo>
                      <a:pt x="2" y="6"/>
                    </a:lnTo>
                    <a:lnTo>
                      <a:pt x="2" y="6"/>
                    </a:lnTo>
                    <a:lnTo>
                      <a:pt x="0" y="6"/>
                    </a:lnTo>
                    <a:lnTo>
                      <a:pt x="0" y="6"/>
                    </a:lnTo>
                    <a:lnTo>
                      <a:pt x="0" y="2"/>
                    </a:lnTo>
                    <a:lnTo>
                      <a:pt x="0" y="2"/>
                    </a:lnTo>
                    <a:lnTo>
                      <a:pt x="4" y="0"/>
                    </a:lnTo>
                    <a:lnTo>
                      <a:pt x="4" y="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6" name="Freeform 239">
                <a:extLst>
                  <a:ext uri="{FF2B5EF4-FFF2-40B4-BE49-F238E27FC236}">
                    <a16:creationId xmlns:a16="http://schemas.microsoft.com/office/drawing/2014/main" id="{BEE3DC09-5CA8-9C40-AA04-82879D0D8026}"/>
                  </a:ext>
                </a:extLst>
              </p:cNvPr>
              <p:cNvSpPr>
                <a:spLocks/>
              </p:cNvSpPr>
              <p:nvPr/>
            </p:nvSpPr>
            <p:spPr bwMode="auto">
              <a:xfrm>
                <a:off x="8579392" y="3887051"/>
                <a:ext cx="137272" cy="160188"/>
              </a:xfrm>
              <a:custGeom>
                <a:avLst/>
                <a:gdLst>
                  <a:gd name="T0" fmla="*/ 6 w 70"/>
                  <a:gd name="T1" fmla="*/ 60 h 80"/>
                  <a:gd name="T2" fmla="*/ 6 w 70"/>
                  <a:gd name="T3" fmla="*/ 60 h 80"/>
                  <a:gd name="T4" fmla="*/ 8 w 70"/>
                  <a:gd name="T5" fmla="*/ 66 h 80"/>
                  <a:gd name="T6" fmla="*/ 10 w 70"/>
                  <a:gd name="T7" fmla="*/ 66 h 80"/>
                  <a:gd name="T8" fmla="*/ 10 w 70"/>
                  <a:gd name="T9" fmla="*/ 66 h 80"/>
                  <a:gd name="T10" fmla="*/ 12 w 70"/>
                  <a:gd name="T11" fmla="*/ 74 h 80"/>
                  <a:gd name="T12" fmla="*/ 12 w 70"/>
                  <a:gd name="T13" fmla="*/ 74 h 80"/>
                  <a:gd name="T14" fmla="*/ 18 w 70"/>
                  <a:gd name="T15" fmla="*/ 72 h 80"/>
                  <a:gd name="T16" fmla="*/ 18 w 70"/>
                  <a:gd name="T17" fmla="*/ 72 h 80"/>
                  <a:gd name="T18" fmla="*/ 18 w 70"/>
                  <a:gd name="T19" fmla="*/ 78 h 80"/>
                  <a:gd name="T20" fmla="*/ 18 w 70"/>
                  <a:gd name="T21" fmla="*/ 78 h 80"/>
                  <a:gd name="T22" fmla="*/ 24 w 70"/>
                  <a:gd name="T23" fmla="*/ 78 h 80"/>
                  <a:gd name="T24" fmla="*/ 26 w 70"/>
                  <a:gd name="T25" fmla="*/ 80 h 80"/>
                  <a:gd name="T26" fmla="*/ 32 w 70"/>
                  <a:gd name="T27" fmla="*/ 72 h 80"/>
                  <a:gd name="T28" fmla="*/ 36 w 70"/>
                  <a:gd name="T29" fmla="*/ 70 h 80"/>
                  <a:gd name="T30" fmla="*/ 38 w 70"/>
                  <a:gd name="T31" fmla="*/ 66 h 80"/>
                  <a:gd name="T32" fmla="*/ 46 w 70"/>
                  <a:gd name="T33" fmla="*/ 66 h 80"/>
                  <a:gd name="T34" fmla="*/ 52 w 70"/>
                  <a:gd name="T35" fmla="*/ 68 h 80"/>
                  <a:gd name="T36" fmla="*/ 54 w 70"/>
                  <a:gd name="T37" fmla="*/ 62 h 80"/>
                  <a:gd name="T38" fmla="*/ 56 w 70"/>
                  <a:gd name="T39" fmla="*/ 60 h 80"/>
                  <a:gd name="T40" fmla="*/ 62 w 70"/>
                  <a:gd name="T41" fmla="*/ 58 h 80"/>
                  <a:gd name="T42" fmla="*/ 66 w 70"/>
                  <a:gd name="T43" fmla="*/ 54 h 80"/>
                  <a:gd name="T44" fmla="*/ 68 w 70"/>
                  <a:gd name="T45" fmla="*/ 48 h 80"/>
                  <a:gd name="T46" fmla="*/ 68 w 70"/>
                  <a:gd name="T47" fmla="*/ 40 h 80"/>
                  <a:gd name="T48" fmla="*/ 70 w 70"/>
                  <a:gd name="T49" fmla="*/ 34 h 80"/>
                  <a:gd name="T50" fmla="*/ 70 w 70"/>
                  <a:gd name="T51" fmla="*/ 26 h 80"/>
                  <a:gd name="T52" fmla="*/ 68 w 70"/>
                  <a:gd name="T53" fmla="*/ 18 h 80"/>
                  <a:gd name="T54" fmla="*/ 66 w 70"/>
                  <a:gd name="T55" fmla="*/ 12 h 80"/>
                  <a:gd name="T56" fmla="*/ 66 w 70"/>
                  <a:gd name="T57" fmla="*/ 4 h 80"/>
                  <a:gd name="T58" fmla="*/ 60 w 70"/>
                  <a:gd name="T59" fmla="*/ 6 h 80"/>
                  <a:gd name="T60" fmla="*/ 56 w 70"/>
                  <a:gd name="T61" fmla="*/ 2 h 80"/>
                  <a:gd name="T62" fmla="*/ 52 w 70"/>
                  <a:gd name="T63" fmla="*/ 0 h 80"/>
                  <a:gd name="T64" fmla="*/ 48 w 70"/>
                  <a:gd name="T65" fmla="*/ 6 h 80"/>
                  <a:gd name="T66" fmla="*/ 48 w 70"/>
                  <a:gd name="T67" fmla="*/ 12 h 80"/>
                  <a:gd name="T68" fmla="*/ 44 w 70"/>
                  <a:gd name="T69" fmla="*/ 14 h 80"/>
                  <a:gd name="T70" fmla="*/ 40 w 70"/>
                  <a:gd name="T71" fmla="*/ 10 h 80"/>
                  <a:gd name="T72" fmla="*/ 38 w 70"/>
                  <a:gd name="T73" fmla="*/ 8 h 80"/>
                  <a:gd name="T74" fmla="*/ 30 w 70"/>
                  <a:gd name="T75" fmla="*/ 6 h 80"/>
                  <a:gd name="T76" fmla="*/ 26 w 70"/>
                  <a:gd name="T77" fmla="*/ 10 h 80"/>
                  <a:gd name="T78" fmla="*/ 20 w 70"/>
                  <a:gd name="T79" fmla="*/ 14 h 80"/>
                  <a:gd name="T80" fmla="*/ 16 w 70"/>
                  <a:gd name="T81" fmla="*/ 14 h 80"/>
                  <a:gd name="T82" fmla="*/ 10 w 70"/>
                  <a:gd name="T83" fmla="*/ 14 h 80"/>
                  <a:gd name="T84" fmla="*/ 4 w 70"/>
                  <a:gd name="T85" fmla="*/ 18 h 80"/>
                  <a:gd name="T86" fmla="*/ 0 w 70"/>
                  <a:gd name="T87" fmla="*/ 20 h 80"/>
                  <a:gd name="T88" fmla="*/ 0 w 70"/>
                  <a:gd name="T89" fmla="*/ 28 h 80"/>
                  <a:gd name="T90" fmla="*/ 0 w 70"/>
                  <a:gd name="T91" fmla="*/ 38 h 80"/>
                  <a:gd name="T92" fmla="*/ 4 w 70"/>
                  <a:gd name="T93" fmla="*/ 44 h 80"/>
                  <a:gd name="T94" fmla="*/ 6 w 70"/>
                  <a:gd name="T95" fmla="*/ 52 h 80"/>
                  <a:gd name="T96" fmla="*/ 6 w 70"/>
                  <a:gd name="T97"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0" h="80">
                    <a:moveTo>
                      <a:pt x="6" y="60"/>
                    </a:moveTo>
                    <a:lnTo>
                      <a:pt x="6" y="60"/>
                    </a:lnTo>
                    <a:lnTo>
                      <a:pt x="8" y="66"/>
                    </a:lnTo>
                    <a:lnTo>
                      <a:pt x="10" y="66"/>
                    </a:lnTo>
                    <a:lnTo>
                      <a:pt x="10" y="66"/>
                    </a:lnTo>
                    <a:lnTo>
                      <a:pt x="12" y="74"/>
                    </a:lnTo>
                    <a:lnTo>
                      <a:pt x="12" y="74"/>
                    </a:lnTo>
                    <a:lnTo>
                      <a:pt x="18" y="72"/>
                    </a:lnTo>
                    <a:lnTo>
                      <a:pt x="18" y="72"/>
                    </a:lnTo>
                    <a:lnTo>
                      <a:pt x="18" y="78"/>
                    </a:lnTo>
                    <a:lnTo>
                      <a:pt x="18" y="78"/>
                    </a:lnTo>
                    <a:lnTo>
                      <a:pt x="24" y="78"/>
                    </a:lnTo>
                    <a:lnTo>
                      <a:pt x="26" y="80"/>
                    </a:lnTo>
                    <a:lnTo>
                      <a:pt x="32" y="72"/>
                    </a:lnTo>
                    <a:lnTo>
                      <a:pt x="36" y="70"/>
                    </a:lnTo>
                    <a:lnTo>
                      <a:pt x="38" y="66"/>
                    </a:lnTo>
                    <a:lnTo>
                      <a:pt x="46" y="66"/>
                    </a:lnTo>
                    <a:lnTo>
                      <a:pt x="52" y="68"/>
                    </a:lnTo>
                    <a:lnTo>
                      <a:pt x="54" y="62"/>
                    </a:lnTo>
                    <a:lnTo>
                      <a:pt x="56" y="60"/>
                    </a:lnTo>
                    <a:lnTo>
                      <a:pt x="62" y="58"/>
                    </a:lnTo>
                    <a:lnTo>
                      <a:pt x="66" y="54"/>
                    </a:lnTo>
                    <a:lnTo>
                      <a:pt x="68" y="48"/>
                    </a:lnTo>
                    <a:lnTo>
                      <a:pt x="68" y="40"/>
                    </a:lnTo>
                    <a:lnTo>
                      <a:pt x="70" y="34"/>
                    </a:lnTo>
                    <a:lnTo>
                      <a:pt x="70" y="26"/>
                    </a:lnTo>
                    <a:lnTo>
                      <a:pt x="68" y="18"/>
                    </a:lnTo>
                    <a:lnTo>
                      <a:pt x="66" y="12"/>
                    </a:lnTo>
                    <a:lnTo>
                      <a:pt x="66" y="4"/>
                    </a:lnTo>
                    <a:lnTo>
                      <a:pt x="60" y="6"/>
                    </a:lnTo>
                    <a:lnTo>
                      <a:pt x="56" y="2"/>
                    </a:lnTo>
                    <a:lnTo>
                      <a:pt x="52" y="0"/>
                    </a:lnTo>
                    <a:lnTo>
                      <a:pt x="48" y="6"/>
                    </a:lnTo>
                    <a:lnTo>
                      <a:pt x="48" y="12"/>
                    </a:lnTo>
                    <a:lnTo>
                      <a:pt x="44" y="14"/>
                    </a:lnTo>
                    <a:lnTo>
                      <a:pt x="40" y="10"/>
                    </a:lnTo>
                    <a:lnTo>
                      <a:pt x="38" y="8"/>
                    </a:lnTo>
                    <a:lnTo>
                      <a:pt x="30" y="6"/>
                    </a:lnTo>
                    <a:lnTo>
                      <a:pt x="26" y="10"/>
                    </a:lnTo>
                    <a:lnTo>
                      <a:pt x="20" y="14"/>
                    </a:lnTo>
                    <a:lnTo>
                      <a:pt x="16" y="14"/>
                    </a:lnTo>
                    <a:lnTo>
                      <a:pt x="10" y="14"/>
                    </a:lnTo>
                    <a:lnTo>
                      <a:pt x="4" y="18"/>
                    </a:lnTo>
                    <a:lnTo>
                      <a:pt x="0" y="20"/>
                    </a:lnTo>
                    <a:lnTo>
                      <a:pt x="0" y="28"/>
                    </a:lnTo>
                    <a:lnTo>
                      <a:pt x="0" y="38"/>
                    </a:lnTo>
                    <a:lnTo>
                      <a:pt x="4" y="44"/>
                    </a:lnTo>
                    <a:lnTo>
                      <a:pt x="6" y="52"/>
                    </a:lnTo>
                    <a:lnTo>
                      <a:pt x="6" y="60"/>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7" name="Freeform 241">
                <a:extLst>
                  <a:ext uri="{FF2B5EF4-FFF2-40B4-BE49-F238E27FC236}">
                    <a16:creationId xmlns:a16="http://schemas.microsoft.com/office/drawing/2014/main" id="{8E88E8BF-93E1-1646-B325-CDBD0E2268D1}"/>
                  </a:ext>
                </a:extLst>
              </p:cNvPr>
              <p:cNvSpPr>
                <a:spLocks/>
              </p:cNvSpPr>
              <p:nvPr/>
            </p:nvSpPr>
            <p:spPr bwMode="auto">
              <a:xfrm>
                <a:off x="8324716" y="3470561"/>
                <a:ext cx="223969" cy="548645"/>
              </a:xfrm>
              <a:custGeom>
                <a:avLst/>
                <a:gdLst>
                  <a:gd name="T0" fmla="*/ 90 w 114"/>
                  <a:gd name="T1" fmla="*/ 260 h 274"/>
                  <a:gd name="T2" fmla="*/ 92 w 114"/>
                  <a:gd name="T3" fmla="*/ 234 h 274"/>
                  <a:gd name="T4" fmla="*/ 76 w 114"/>
                  <a:gd name="T5" fmla="*/ 202 h 274"/>
                  <a:gd name="T6" fmla="*/ 78 w 114"/>
                  <a:gd name="T7" fmla="*/ 186 h 274"/>
                  <a:gd name="T8" fmla="*/ 72 w 114"/>
                  <a:gd name="T9" fmla="*/ 158 h 274"/>
                  <a:gd name="T10" fmla="*/ 72 w 114"/>
                  <a:gd name="T11" fmla="*/ 138 h 274"/>
                  <a:gd name="T12" fmla="*/ 84 w 114"/>
                  <a:gd name="T13" fmla="*/ 132 h 274"/>
                  <a:gd name="T14" fmla="*/ 90 w 114"/>
                  <a:gd name="T15" fmla="*/ 122 h 274"/>
                  <a:gd name="T16" fmla="*/ 106 w 114"/>
                  <a:gd name="T17" fmla="*/ 122 h 274"/>
                  <a:gd name="T18" fmla="*/ 114 w 114"/>
                  <a:gd name="T19" fmla="*/ 104 h 274"/>
                  <a:gd name="T20" fmla="*/ 100 w 114"/>
                  <a:gd name="T21" fmla="*/ 88 h 274"/>
                  <a:gd name="T22" fmla="*/ 90 w 114"/>
                  <a:gd name="T23" fmla="*/ 82 h 274"/>
                  <a:gd name="T24" fmla="*/ 90 w 114"/>
                  <a:gd name="T25" fmla="*/ 72 h 274"/>
                  <a:gd name="T26" fmla="*/ 86 w 114"/>
                  <a:gd name="T27" fmla="*/ 58 h 274"/>
                  <a:gd name="T28" fmla="*/ 74 w 114"/>
                  <a:gd name="T29" fmla="*/ 64 h 274"/>
                  <a:gd name="T30" fmla="*/ 70 w 114"/>
                  <a:gd name="T31" fmla="*/ 56 h 274"/>
                  <a:gd name="T32" fmla="*/ 72 w 114"/>
                  <a:gd name="T33" fmla="*/ 42 h 274"/>
                  <a:gd name="T34" fmla="*/ 78 w 114"/>
                  <a:gd name="T35" fmla="*/ 22 h 274"/>
                  <a:gd name="T36" fmla="*/ 76 w 114"/>
                  <a:gd name="T37" fmla="*/ 6 h 274"/>
                  <a:gd name="T38" fmla="*/ 66 w 114"/>
                  <a:gd name="T39" fmla="*/ 0 h 274"/>
                  <a:gd name="T40" fmla="*/ 56 w 114"/>
                  <a:gd name="T41" fmla="*/ 16 h 274"/>
                  <a:gd name="T42" fmla="*/ 44 w 114"/>
                  <a:gd name="T43" fmla="*/ 30 h 274"/>
                  <a:gd name="T44" fmla="*/ 28 w 114"/>
                  <a:gd name="T45" fmla="*/ 44 h 274"/>
                  <a:gd name="T46" fmla="*/ 30 w 114"/>
                  <a:gd name="T47" fmla="*/ 52 h 274"/>
                  <a:gd name="T48" fmla="*/ 14 w 114"/>
                  <a:gd name="T49" fmla="*/ 64 h 274"/>
                  <a:gd name="T50" fmla="*/ 16 w 114"/>
                  <a:gd name="T51" fmla="*/ 88 h 274"/>
                  <a:gd name="T52" fmla="*/ 10 w 114"/>
                  <a:gd name="T53" fmla="*/ 98 h 274"/>
                  <a:gd name="T54" fmla="*/ 4 w 114"/>
                  <a:gd name="T55" fmla="*/ 104 h 274"/>
                  <a:gd name="T56" fmla="*/ 6 w 114"/>
                  <a:gd name="T57" fmla="*/ 114 h 274"/>
                  <a:gd name="T58" fmla="*/ 0 w 114"/>
                  <a:gd name="T59" fmla="*/ 120 h 274"/>
                  <a:gd name="T60" fmla="*/ 4 w 114"/>
                  <a:gd name="T61" fmla="*/ 128 h 274"/>
                  <a:gd name="T62" fmla="*/ 6 w 114"/>
                  <a:gd name="T63" fmla="*/ 124 h 274"/>
                  <a:gd name="T64" fmla="*/ 8 w 114"/>
                  <a:gd name="T65" fmla="*/ 122 h 274"/>
                  <a:gd name="T66" fmla="*/ 14 w 114"/>
                  <a:gd name="T67" fmla="*/ 122 h 274"/>
                  <a:gd name="T68" fmla="*/ 16 w 114"/>
                  <a:gd name="T69" fmla="*/ 132 h 274"/>
                  <a:gd name="T70" fmla="*/ 20 w 114"/>
                  <a:gd name="T71" fmla="*/ 140 h 274"/>
                  <a:gd name="T72" fmla="*/ 18 w 114"/>
                  <a:gd name="T73" fmla="*/ 148 h 274"/>
                  <a:gd name="T74" fmla="*/ 24 w 114"/>
                  <a:gd name="T75" fmla="*/ 154 h 274"/>
                  <a:gd name="T76" fmla="*/ 26 w 114"/>
                  <a:gd name="T77" fmla="*/ 162 h 274"/>
                  <a:gd name="T78" fmla="*/ 20 w 114"/>
                  <a:gd name="T79" fmla="*/ 190 h 274"/>
                  <a:gd name="T80" fmla="*/ 22 w 114"/>
                  <a:gd name="T81" fmla="*/ 192 h 274"/>
                  <a:gd name="T82" fmla="*/ 26 w 114"/>
                  <a:gd name="T83" fmla="*/ 192 h 274"/>
                  <a:gd name="T84" fmla="*/ 38 w 114"/>
                  <a:gd name="T85" fmla="*/ 194 h 274"/>
                  <a:gd name="T86" fmla="*/ 40 w 114"/>
                  <a:gd name="T87" fmla="*/ 188 h 274"/>
                  <a:gd name="T88" fmla="*/ 42 w 114"/>
                  <a:gd name="T89" fmla="*/ 188 h 274"/>
                  <a:gd name="T90" fmla="*/ 50 w 114"/>
                  <a:gd name="T91" fmla="*/ 176 h 274"/>
                  <a:gd name="T92" fmla="*/ 60 w 114"/>
                  <a:gd name="T93" fmla="*/ 180 h 274"/>
                  <a:gd name="T94" fmla="*/ 60 w 114"/>
                  <a:gd name="T95" fmla="*/ 184 h 274"/>
                  <a:gd name="T96" fmla="*/ 66 w 114"/>
                  <a:gd name="T97" fmla="*/ 186 h 274"/>
                  <a:gd name="T98" fmla="*/ 68 w 114"/>
                  <a:gd name="T99" fmla="*/ 200 h 274"/>
                  <a:gd name="T100" fmla="*/ 74 w 114"/>
                  <a:gd name="T101" fmla="*/ 224 h 274"/>
                  <a:gd name="T102" fmla="*/ 78 w 114"/>
                  <a:gd name="T103" fmla="*/ 230 h 274"/>
                  <a:gd name="T104" fmla="*/ 82 w 114"/>
                  <a:gd name="T105" fmla="*/ 258 h 274"/>
                  <a:gd name="T106" fmla="*/ 80 w 114"/>
                  <a:gd name="T107" fmla="*/ 260 h 274"/>
                  <a:gd name="T108" fmla="*/ 86 w 114"/>
                  <a:gd name="T109"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274">
                    <a:moveTo>
                      <a:pt x="86" y="274"/>
                    </a:moveTo>
                    <a:lnTo>
                      <a:pt x="88" y="268"/>
                    </a:lnTo>
                    <a:lnTo>
                      <a:pt x="90" y="260"/>
                    </a:lnTo>
                    <a:lnTo>
                      <a:pt x="96" y="252"/>
                    </a:lnTo>
                    <a:lnTo>
                      <a:pt x="96" y="244"/>
                    </a:lnTo>
                    <a:lnTo>
                      <a:pt x="92" y="234"/>
                    </a:lnTo>
                    <a:lnTo>
                      <a:pt x="84" y="226"/>
                    </a:lnTo>
                    <a:lnTo>
                      <a:pt x="80" y="214"/>
                    </a:lnTo>
                    <a:lnTo>
                      <a:pt x="76" y="202"/>
                    </a:lnTo>
                    <a:lnTo>
                      <a:pt x="84" y="198"/>
                    </a:lnTo>
                    <a:lnTo>
                      <a:pt x="84" y="192"/>
                    </a:lnTo>
                    <a:lnTo>
                      <a:pt x="78" y="186"/>
                    </a:lnTo>
                    <a:lnTo>
                      <a:pt x="72" y="178"/>
                    </a:lnTo>
                    <a:lnTo>
                      <a:pt x="70" y="166"/>
                    </a:lnTo>
                    <a:lnTo>
                      <a:pt x="72" y="158"/>
                    </a:lnTo>
                    <a:lnTo>
                      <a:pt x="72" y="152"/>
                    </a:lnTo>
                    <a:lnTo>
                      <a:pt x="70" y="144"/>
                    </a:lnTo>
                    <a:lnTo>
                      <a:pt x="72" y="138"/>
                    </a:lnTo>
                    <a:lnTo>
                      <a:pt x="76" y="138"/>
                    </a:lnTo>
                    <a:lnTo>
                      <a:pt x="80" y="132"/>
                    </a:lnTo>
                    <a:lnTo>
                      <a:pt x="84" y="132"/>
                    </a:lnTo>
                    <a:lnTo>
                      <a:pt x="84" y="128"/>
                    </a:lnTo>
                    <a:lnTo>
                      <a:pt x="86" y="122"/>
                    </a:lnTo>
                    <a:lnTo>
                      <a:pt x="90" y="122"/>
                    </a:lnTo>
                    <a:lnTo>
                      <a:pt x="94" y="124"/>
                    </a:lnTo>
                    <a:lnTo>
                      <a:pt x="104" y="124"/>
                    </a:lnTo>
                    <a:lnTo>
                      <a:pt x="106" y="122"/>
                    </a:lnTo>
                    <a:lnTo>
                      <a:pt x="106" y="116"/>
                    </a:lnTo>
                    <a:lnTo>
                      <a:pt x="112" y="108"/>
                    </a:lnTo>
                    <a:lnTo>
                      <a:pt x="114" y="104"/>
                    </a:lnTo>
                    <a:lnTo>
                      <a:pt x="104" y="102"/>
                    </a:lnTo>
                    <a:lnTo>
                      <a:pt x="102" y="96"/>
                    </a:lnTo>
                    <a:lnTo>
                      <a:pt x="100" y="88"/>
                    </a:lnTo>
                    <a:lnTo>
                      <a:pt x="96" y="88"/>
                    </a:lnTo>
                    <a:lnTo>
                      <a:pt x="90" y="86"/>
                    </a:lnTo>
                    <a:lnTo>
                      <a:pt x="90" y="82"/>
                    </a:lnTo>
                    <a:lnTo>
                      <a:pt x="94" y="76"/>
                    </a:lnTo>
                    <a:lnTo>
                      <a:pt x="94" y="72"/>
                    </a:lnTo>
                    <a:lnTo>
                      <a:pt x="90" y="72"/>
                    </a:lnTo>
                    <a:lnTo>
                      <a:pt x="88" y="66"/>
                    </a:lnTo>
                    <a:lnTo>
                      <a:pt x="88" y="62"/>
                    </a:lnTo>
                    <a:lnTo>
                      <a:pt x="86" y="58"/>
                    </a:lnTo>
                    <a:lnTo>
                      <a:pt x="82" y="58"/>
                    </a:lnTo>
                    <a:lnTo>
                      <a:pt x="76" y="60"/>
                    </a:lnTo>
                    <a:lnTo>
                      <a:pt x="74" y="64"/>
                    </a:lnTo>
                    <a:lnTo>
                      <a:pt x="72" y="64"/>
                    </a:lnTo>
                    <a:lnTo>
                      <a:pt x="70" y="62"/>
                    </a:lnTo>
                    <a:lnTo>
                      <a:pt x="70" y="56"/>
                    </a:lnTo>
                    <a:lnTo>
                      <a:pt x="68" y="52"/>
                    </a:lnTo>
                    <a:lnTo>
                      <a:pt x="68" y="48"/>
                    </a:lnTo>
                    <a:lnTo>
                      <a:pt x="72" y="42"/>
                    </a:lnTo>
                    <a:lnTo>
                      <a:pt x="76" y="36"/>
                    </a:lnTo>
                    <a:lnTo>
                      <a:pt x="78" y="26"/>
                    </a:lnTo>
                    <a:lnTo>
                      <a:pt x="78" y="22"/>
                    </a:lnTo>
                    <a:lnTo>
                      <a:pt x="76" y="18"/>
                    </a:lnTo>
                    <a:lnTo>
                      <a:pt x="78" y="10"/>
                    </a:lnTo>
                    <a:lnTo>
                      <a:pt x="76" y="6"/>
                    </a:lnTo>
                    <a:lnTo>
                      <a:pt x="74" y="0"/>
                    </a:lnTo>
                    <a:lnTo>
                      <a:pt x="70" y="0"/>
                    </a:lnTo>
                    <a:lnTo>
                      <a:pt x="66" y="0"/>
                    </a:lnTo>
                    <a:lnTo>
                      <a:pt x="66" y="10"/>
                    </a:lnTo>
                    <a:lnTo>
                      <a:pt x="60" y="18"/>
                    </a:lnTo>
                    <a:lnTo>
                      <a:pt x="56" y="16"/>
                    </a:lnTo>
                    <a:lnTo>
                      <a:pt x="48" y="16"/>
                    </a:lnTo>
                    <a:lnTo>
                      <a:pt x="44" y="26"/>
                    </a:lnTo>
                    <a:lnTo>
                      <a:pt x="44" y="30"/>
                    </a:lnTo>
                    <a:lnTo>
                      <a:pt x="38" y="36"/>
                    </a:lnTo>
                    <a:lnTo>
                      <a:pt x="34" y="40"/>
                    </a:lnTo>
                    <a:lnTo>
                      <a:pt x="28" y="44"/>
                    </a:lnTo>
                    <a:lnTo>
                      <a:pt x="26" y="46"/>
                    </a:lnTo>
                    <a:lnTo>
                      <a:pt x="30" y="48"/>
                    </a:lnTo>
                    <a:lnTo>
                      <a:pt x="30" y="52"/>
                    </a:lnTo>
                    <a:lnTo>
                      <a:pt x="24" y="60"/>
                    </a:lnTo>
                    <a:lnTo>
                      <a:pt x="22" y="68"/>
                    </a:lnTo>
                    <a:lnTo>
                      <a:pt x="14" y="64"/>
                    </a:lnTo>
                    <a:lnTo>
                      <a:pt x="14" y="76"/>
                    </a:lnTo>
                    <a:lnTo>
                      <a:pt x="16" y="82"/>
                    </a:lnTo>
                    <a:lnTo>
                      <a:pt x="16" y="88"/>
                    </a:lnTo>
                    <a:lnTo>
                      <a:pt x="16" y="92"/>
                    </a:lnTo>
                    <a:lnTo>
                      <a:pt x="14" y="96"/>
                    </a:lnTo>
                    <a:lnTo>
                      <a:pt x="10" y="98"/>
                    </a:lnTo>
                    <a:lnTo>
                      <a:pt x="6" y="96"/>
                    </a:lnTo>
                    <a:lnTo>
                      <a:pt x="2" y="96"/>
                    </a:lnTo>
                    <a:lnTo>
                      <a:pt x="4" y="104"/>
                    </a:lnTo>
                    <a:lnTo>
                      <a:pt x="6" y="108"/>
                    </a:lnTo>
                    <a:lnTo>
                      <a:pt x="6" y="114"/>
                    </a:lnTo>
                    <a:lnTo>
                      <a:pt x="6" y="114"/>
                    </a:lnTo>
                    <a:lnTo>
                      <a:pt x="2" y="112"/>
                    </a:lnTo>
                    <a:lnTo>
                      <a:pt x="0" y="116"/>
                    </a:lnTo>
                    <a:lnTo>
                      <a:pt x="0" y="120"/>
                    </a:lnTo>
                    <a:lnTo>
                      <a:pt x="0" y="120"/>
                    </a:lnTo>
                    <a:lnTo>
                      <a:pt x="2" y="128"/>
                    </a:lnTo>
                    <a:lnTo>
                      <a:pt x="4" y="128"/>
                    </a:lnTo>
                    <a:lnTo>
                      <a:pt x="4" y="128"/>
                    </a:lnTo>
                    <a:lnTo>
                      <a:pt x="6" y="126"/>
                    </a:lnTo>
                    <a:lnTo>
                      <a:pt x="6" y="124"/>
                    </a:lnTo>
                    <a:lnTo>
                      <a:pt x="6" y="124"/>
                    </a:lnTo>
                    <a:lnTo>
                      <a:pt x="8" y="124"/>
                    </a:lnTo>
                    <a:lnTo>
                      <a:pt x="8" y="122"/>
                    </a:lnTo>
                    <a:lnTo>
                      <a:pt x="8" y="122"/>
                    </a:lnTo>
                    <a:lnTo>
                      <a:pt x="14" y="122"/>
                    </a:lnTo>
                    <a:lnTo>
                      <a:pt x="14" y="122"/>
                    </a:lnTo>
                    <a:lnTo>
                      <a:pt x="14" y="130"/>
                    </a:lnTo>
                    <a:lnTo>
                      <a:pt x="16" y="132"/>
                    </a:lnTo>
                    <a:lnTo>
                      <a:pt x="16" y="132"/>
                    </a:lnTo>
                    <a:lnTo>
                      <a:pt x="16" y="138"/>
                    </a:lnTo>
                    <a:lnTo>
                      <a:pt x="16" y="138"/>
                    </a:lnTo>
                    <a:lnTo>
                      <a:pt x="20" y="140"/>
                    </a:lnTo>
                    <a:lnTo>
                      <a:pt x="20" y="140"/>
                    </a:lnTo>
                    <a:lnTo>
                      <a:pt x="18" y="146"/>
                    </a:lnTo>
                    <a:lnTo>
                      <a:pt x="18" y="148"/>
                    </a:lnTo>
                    <a:lnTo>
                      <a:pt x="20" y="152"/>
                    </a:lnTo>
                    <a:lnTo>
                      <a:pt x="20" y="152"/>
                    </a:lnTo>
                    <a:lnTo>
                      <a:pt x="24" y="154"/>
                    </a:lnTo>
                    <a:lnTo>
                      <a:pt x="24" y="154"/>
                    </a:lnTo>
                    <a:lnTo>
                      <a:pt x="26" y="162"/>
                    </a:lnTo>
                    <a:lnTo>
                      <a:pt x="26" y="162"/>
                    </a:lnTo>
                    <a:lnTo>
                      <a:pt x="24" y="168"/>
                    </a:lnTo>
                    <a:lnTo>
                      <a:pt x="22" y="174"/>
                    </a:lnTo>
                    <a:lnTo>
                      <a:pt x="20" y="190"/>
                    </a:lnTo>
                    <a:lnTo>
                      <a:pt x="20" y="190"/>
                    </a:lnTo>
                    <a:lnTo>
                      <a:pt x="22" y="192"/>
                    </a:lnTo>
                    <a:lnTo>
                      <a:pt x="22" y="192"/>
                    </a:lnTo>
                    <a:lnTo>
                      <a:pt x="24" y="192"/>
                    </a:lnTo>
                    <a:lnTo>
                      <a:pt x="26" y="192"/>
                    </a:lnTo>
                    <a:lnTo>
                      <a:pt x="26" y="192"/>
                    </a:lnTo>
                    <a:lnTo>
                      <a:pt x="28" y="194"/>
                    </a:lnTo>
                    <a:lnTo>
                      <a:pt x="28" y="194"/>
                    </a:lnTo>
                    <a:lnTo>
                      <a:pt x="38" y="194"/>
                    </a:lnTo>
                    <a:lnTo>
                      <a:pt x="38" y="194"/>
                    </a:lnTo>
                    <a:lnTo>
                      <a:pt x="38" y="190"/>
                    </a:lnTo>
                    <a:lnTo>
                      <a:pt x="40" y="188"/>
                    </a:lnTo>
                    <a:lnTo>
                      <a:pt x="40" y="188"/>
                    </a:lnTo>
                    <a:lnTo>
                      <a:pt x="42" y="188"/>
                    </a:lnTo>
                    <a:lnTo>
                      <a:pt x="42" y="188"/>
                    </a:lnTo>
                    <a:lnTo>
                      <a:pt x="46" y="186"/>
                    </a:lnTo>
                    <a:lnTo>
                      <a:pt x="48" y="184"/>
                    </a:lnTo>
                    <a:lnTo>
                      <a:pt x="50" y="176"/>
                    </a:lnTo>
                    <a:lnTo>
                      <a:pt x="52" y="174"/>
                    </a:lnTo>
                    <a:lnTo>
                      <a:pt x="52" y="174"/>
                    </a:lnTo>
                    <a:lnTo>
                      <a:pt x="60" y="180"/>
                    </a:lnTo>
                    <a:lnTo>
                      <a:pt x="60" y="180"/>
                    </a:lnTo>
                    <a:lnTo>
                      <a:pt x="60" y="182"/>
                    </a:lnTo>
                    <a:lnTo>
                      <a:pt x="60" y="184"/>
                    </a:lnTo>
                    <a:lnTo>
                      <a:pt x="60" y="184"/>
                    </a:lnTo>
                    <a:lnTo>
                      <a:pt x="66" y="186"/>
                    </a:lnTo>
                    <a:lnTo>
                      <a:pt x="66" y="186"/>
                    </a:lnTo>
                    <a:lnTo>
                      <a:pt x="64" y="196"/>
                    </a:lnTo>
                    <a:lnTo>
                      <a:pt x="64" y="196"/>
                    </a:lnTo>
                    <a:lnTo>
                      <a:pt x="68" y="200"/>
                    </a:lnTo>
                    <a:lnTo>
                      <a:pt x="68" y="200"/>
                    </a:lnTo>
                    <a:lnTo>
                      <a:pt x="74" y="224"/>
                    </a:lnTo>
                    <a:lnTo>
                      <a:pt x="74" y="224"/>
                    </a:lnTo>
                    <a:lnTo>
                      <a:pt x="74" y="228"/>
                    </a:lnTo>
                    <a:lnTo>
                      <a:pt x="74" y="228"/>
                    </a:lnTo>
                    <a:lnTo>
                      <a:pt x="78" y="230"/>
                    </a:lnTo>
                    <a:lnTo>
                      <a:pt x="78" y="230"/>
                    </a:lnTo>
                    <a:lnTo>
                      <a:pt x="80" y="244"/>
                    </a:lnTo>
                    <a:lnTo>
                      <a:pt x="82" y="258"/>
                    </a:lnTo>
                    <a:lnTo>
                      <a:pt x="82" y="258"/>
                    </a:lnTo>
                    <a:lnTo>
                      <a:pt x="80" y="260"/>
                    </a:lnTo>
                    <a:lnTo>
                      <a:pt x="80" y="260"/>
                    </a:lnTo>
                    <a:lnTo>
                      <a:pt x="82" y="262"/>
                    </a:lnTo>
                    <a:lnTo>
                      <a:pt x="82" y="262"/>
                    </a:lnTo>
                    <a:lnTo>
                      <a:pt x="86" y="274"/>
                    </a:lnTo>
                    <a:lnTo>
                      <a:pt x="86" y="27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8" name="Freeform 244">
                <a:extLst>
                  <a:ext uri="{FF2B5EF4-FFF2-40B4-BE49-F238E27FC236}">
                    <a16:creationId xmlns:a16="http://schemas.microsoft.com/office/drawing/2014/main" id="{28EE0C77-0CD4-0E45-9F7A-2C433CFDCC1D}"/>
                  </a:ext>
                </a:extLst>
              </p:cNvPr>
              <p:cNvSpPr>
                <a:spLocks/>
              </p:cNvSpPr>
              <p:nvPr/>
            </p:nvSpPr>
            <p:spPr bwMode="auto">
              <a:xfrm>
                <a:off x="8881028" y="4227452"/>
                <a:ext cx="39736" cy="28033"/>
              </a:xfrm>
              <a:custGeom>
                <a:avLst/>
                <a:gdLst>
                  <a:gd name="T0" fmla="*/ 0 w 20"/>
                  <a:gd name="T1" fmla="*/ 8 h 14"/>
                  <a:gd name="T2" fmla="*/ 6 w 20"/>
                  <a:gd name="T3" fmla="*/ 14 h 14"/>
                  <a:gd name="T4" fmla="*/ 10 w 20"/>
                  <a:gd name="T5" fmla="*/ 14 h 14"/>
                  <a:gd name="T6" fmla="*/ 12 w 20"/>
                  <a:gd name="T7" fmla="*/ 12 h 14"/>
                  <a:gd name="T8" fmla="*/ 14 w 20"/>
                  <a:gd name="T9" fmla="*/ 8 h 14"/>
                  <a:gd name="T10" fmla="*/ 18 w 20"/>
                  <a:gd name="T11" fmla="*/ 10 h 14"/>
                  <a:gd name="T12" fmla="*/ 20 w 20"/>
                  <a:gd name="T13" fmla="*/ 10 h 14"/>
                  <a:gd name="T14" fmla="*/ 16 w 20"/>
                  <a:gd name="T15" fmla="*/ 0 h 14"/>
                  <a:gd name="T16" fmla="*/ 16 w 20"/>
                  <a:gd name="T17" fmla="*/ 0 h 14"/>
                  <a:gd name="T18" fmla="*/ 12 w 20"/>
                  <a:gd name="T19" fmla="*/ 0 h 14"/>
                  <a:gd name="T20" fmla="*/ 12 w 20"/>
                  <a:gd name="T21" fmla="*/ 0 h 14"/>
                  <a:gd name="T22" fmla="*/ 10 w 20"/>
                  <a:gd name="T23" fmla="*/ 4 h 14"/>
                  <a:gd name="T24" fmla="*/ 8 w 20"/>
                  <a:gd name="T25" fmla="*/ 8 h 14"/>
                  <a:gd name="T26" fmla="*/ 8 w 20"/>
                  <a:gd name="T27" fmla="*/ 8 h 14"/>
                  <a:gd name="T28" fmla="*/ 0 w 20"/>
                  <a:gd name="T29" fmla="*/ 6 h 14"/>
                  <a:gd name="T30" fmla="*/ 0 w 20"/>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4">
                    <a:moveTo>
                      <a:pt x="0" y="8"/>
                    </a:moveTo>
                    <a:lnTo>
                      <a:pt x="6" y="14"/>
                    </a:lnTo>
                    <a:lnTo>
                      <a:pt x="10" y="14"/>
                    </a:lnTo>
                    <a:lnTo>
                      <a:pt x="12" y="12"/>
                    </a:lnTo>
                    <a:lnTo>
                      <a:pt x="14" y="8"/>
                    </a:lnTo>
                    <a:lnTo>
                      <a:pt x="18" y="10"/>
                    </a:lnTo>
                    <a:lnTo>
                      <a:pt x="20" y="10"/>
                    </a:lnTo>
                    <a:lnTo>
                      <a:pt x="16" y="0"/>
                    </a:lnTo>
                    <a:lnTo>
                      <a:pt x="16" y="0"/>
                    </a:lnTo>
                    <a:lnTo>
                      <a:pt x="12" y="0"/>
                    </a:lnTo>
                    <a:lnTo>
                      <a:pt x="12" y="0"/>
                    </a:lnTo>
                    <a:lnTo>
                      <a:pt x="10" y="4"/>
                    </a:lnTo>
                    <a:lnTo>
                      <a:pt x="8" y="8"/>
                    </a:lnTo>
                    <a:lnTo>
                      <a:pt x="8" y="8"/>
                    </a:lnTo>
                    <a:lnTo>
                      <a:pt x="0" y="6"/>
                    </a:lnTo>
                    <a:lnTo>
                      <a:pt x="0" y="8"/>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79" name="Freeform 252">
                <a:extLst>
                  <a:ext uri="{FF2B5EF4-FFF2-40B4-BE49-F238E27FC236}">
                    <a16:creationId xmlns:a16="http://schemas.microsoft.com/office/drawing/2014/main" id="{498D0689-0EFF-CF4B-812F-15D223513062}"/>
                  </a:ext>
                </a:extLst>
              </p:cNvPr>
              <p:cNvSpPr>
                <a:spLocks/>
              </p:cNvSpPr>
              <p:nvPr/>
            </p:nvSpPr>
            <p:spPr bwMode="auto">
              <a:xfrm>
                <a:off x="8239825" y="3434519"/>
                <a:ext cx="77666" cy="44051"/>
              </a:xfrm>
              <a:custGeom>
                <a:avLst/>
                <a:gdLst>
                  <a:gd name="T0" fmla="*/ 0 w 40"/>
                  <a:gd name="T1" fmla="*/ 12 h 22"/>
                  <a:gd name="T2" fmla="*/ 0 w 40"/>
                  <a:gd name="T3" fmla="*/ 18 h 22"/>
                  <a:gd name="T4" fmla="*/ 4 w 40"/>
                  <a:gd name="T5" fmla="*/ 22 h 22"/>
                  <a:gd name="T6" fmla="*/ 10 w 40"/>
                  <a:gd name="T7" fmla="*/ 22 h 22"/>
                  <a:gd name="T8" fmla="*/ 16 w 40"/>
                  <a:gd name="T9" fmla="*/ 20 h 22"/>
                  <a:gd name="T10" fmla="*/ 24 w 40"/>
                  <a:gd name="T11" fmla="*/ 22 h 22"/>
                  <a:gd name="T12" fmla="*/ 36 w 40"/>
                  <a:gd name="T13" fmla="*/ 22 h 22"/>
                  <a:gd name="T14" fmla="*/ 40 w 40"/>
                  <a:gd name="T15" fmla="*/ 20 h 22"/>
                  <a:gd name="T16" fmla="*/ 40 w 40"/>
                  <a:gd name="T17" fmla="*/ 14 h 22"/>
                  <a:gd name="T18" fmla="*/ 38 w 40"/>
                  <a:gd name="T19" fmla="*/ 4 h 22"/>
                  <a:gd name="T20" fmla="*/ 28 w 40"/>
                  <a:gd name="T21" fmla="*/ 4 h 22"/>
                  <a:gd name="T22" fmla="*/ 22 w 40"/>
                  <a:gd name="T23" fmla="*/ 4 h 22"/>
                  <a:gd name="T24" fmla="*/ 16 w 40"/>
                  <a:gd name="T25" fmla="*/ 0 h 22"/>
                  <a:gd name="T26" fmla="*/ 8 w 40"/>
                  <a:gd name="T27" fmla="*/ 2 h 22"/>
                  <a:gd name="T28" fmla="*/ 4 w 40"/>
                  <a:gd name="T29" fmla="*/ 4 h 22"/>
                  <a:gd name="T30" fmla="*/ 0 w 40"/>
                  <a:gd name="T31"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22">
                    <a:moveTo>
                      <a:pt x="0" y="12"/>
                    </a:moveTo>
                    <a:lnTo>
                      <a:pt x="0" y="18"/>
                    </a:lnTo>
                    <a:lnTo>
                      <a:pt x="4" y="22"/>
                    </a:lnTo>
                    <a:lnTo>
                      <a:pt x="10" y="22"/>
                    </a:lnTo>
                    <a:lnTo>
                      <a:pt x="16" y="20"/>
                    </a:lnTo>
                    <a:lnTo>
                      <a:pt x="24" y="22"/>
                    </a:lnTo>
                    <a:lnTo>
                      <a:pt x="36" y="22"/>
                    </a:lnTo>
                    <a:lnTo>
                      <a:pt x="40" y="20"/>
                    </a:lnTo>
                    <a:lnTo>
                      <a:pt x="40" y="14"/>
                    </a:lnTo>
                    <a:lnTo>
                      <a:pt x="38" y="4"/>
                    </a:lnTo>
                    <a:lnTo>
                      <a:pt x="28" y="4"/>
                    </a:lnTo>
                    <a:lnTo>
                      <a:pt x="22" y="4"/>
                    </a:lnTo>
                    <a:lnTo>
                      <a:pt x="16" y="0"/>
                    </a:lnTo>
                    <a:lnTo>
                      <a:pt x="8" y="2"/>
                    </a:lnTo>
                    <a:lnTo>
                      <a:pt x="4" y="4"/>
                    </a:lnTo>
                    <a:lnTo>
                      <a:pt x="0" y="1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80" name="Freeform 257">
                <a:extLst>
                  <a:ext uri="{FF2B5EF4-FFF2-40B4-BE49-F238E27FC236}">
                    <a16:creationId xmlns:a16="http://schemas.microsoft.com/office/drawing/2014/main" id="{009E20A0-9F35-B74A-A625-0161C867F466}"/>
                  </a:ext>
                </a:extLst>
              </p:cNvPr>
              <p:cNvSpPr>
                <a:spLocks/>
              </p:cNvSpPr>
              <p:nvPr/>
            </p:nvSpPr>
            <p:spPr bwMode="auto">
              <a:xfrm>
                <a:off x="8192865" y="3502599"/>
                <a:ext cx="144497" cy="212249"/>
              </a:xfrm>
              <a:custGeom>
                <a:avLst/>
                <a:gdLst>
                  <a:gd name="T0" fmla="*/ 14 w 74"/>
                  <a:gd name="T1" fmla="*/ 82 h 106"/>
                  <a:gd name="T2" fmla="*/ 14 w 74"/>
                  <a:gd name="T3" fmla="*/ 86 h 106"/>
                  <a:gd name="T4" fmla="*/ 20 w 74"/>
                  <a:gd name="T5" fmla="*/ 84 h 106"/>
                  <a:gd name="T6" fmla="*/ 22 w 74"/>
                  <a:gd name="T7" fmla="*/ 82 h 106"/>
                  <a:gd name="T8" fmla="*/ 26 w 74"/>
                  <a:gd name="T9" fmla="*/ 80 h 106"/>
                  <a:gd name="T10" fmla="*/ 28 w 74"/>
                  <a:gd name="T11" fmla="*/ 80 h 106"/>
                  <a:gd name="T12" fmla="*/ 30 w 74"/>
                  <a:gd name="T13" fmla="*/ 78 h 106"/>
                  <a:gd name="T14" fmla="*/ 32 w 74"/>
                  <a:gd name="T15" fmla="*/ 78 h 106"/>
                  <a:gd name="T16" fmla="*/ 34 w 74"/>
                  <a:gd name="T17" fmla="*/ 80 h 106"/>
                  <a:gd name="T18" fmla="*/ 38 w 74"/>
                  <a:gd name="T19" fmla="*/ 78 h 106"/>
                  <a:gd name="T20" fmla="*/ 40 w 74"/>
                  <a:gd name="T21" fmla="*/ 76 h 106"/>
                  <a:gd name="T22" fmla="*/ 40 w 74"/>
                  <a:gd name="T23" fmla="*/ 74 h 106"/>
                  <a:gd name="T24" fmla="*/ 38 w 74"/>
                  <a:gd name="T25" fmla="*/ 70 h 106"/>
                  <a:gd name="T26" fmla="*/ 38 w 74"/>
                  <a:gd name="T27" fmla="*/ 70 h 106"/>
                  <a:gd name="T28" fmla="*/ 38 w 74"/>
                  <a:gd name="T29" fmla="*/ 68 h 106"/>
                  <a:gd name="T30" fmla="*/ 36 w 74"/>
                  <a:gd name="T31" fmla="*/ 68 h 106"/>
                  <a:gd name="T32" fmla="*/ 36 w 74"/>
                  <a:gd name="T33" fmla="*/ 66 h 106"/>
                  <a:gd name="T34" fmla="*/ 42 w 74"/>
                  <a:gd name="T35" fmla="*/ 64 h 106"/>
                  <a:gd name="T36" fmla="*/ 38 w 74"/>
                  <a:gd name="T37" fmla="*/ 56 h 106"/>
                  <a:gd name="T38" fmla="*/ 38 w 74"/>
                  <a:gd name="T39" fmla="*/ 54 h 106"/>
                  <a:gd name="T40" fmla="*/ 42 w 74"/>
                  <a:gd name="T41" fmla="*/ 58 h 106"/>
                  <a:gd name="T42" fmla="*/ 46 w 74"/>
                  <a:gd name="T43" fmla="*/ 62 h 106"/>
                  <a:gd name="T44" fmla="*/ 52 w 74"/>
                  <a:gd name="T45" fmla="*/ 62 h 106"/>
                  <a:gd name="T46" fmla="*/ 52 w 74"/>
                  <a:gd name="T47" fmla="*/ 64 h 106"/>
                  <a:gd name="T48" fmla="*/ 52 w 74"/>
                  <a:gd name="T49" fmla="*/ 66 h 106"/>
                  <a:gd name="T50" fmla="*/ 58 w 74"/>
                  <a:gd name="T51" fmla="*/ 72 h 106"/>
                  <a:gd name="T52" fmla="*/ 60 w 74"/>
                  <a:gd name="T53" fmla="*/ 78 h 106"/>
                  <a:gd name="T54" fmla="*/ 60 w 74"/>
                  <a:gd name="T55" fmla="*/ 86 h 106"/>
                  <a:gd name="T56" fmla="*/ 62 w 74"/>
                  <a:gd name="T57" fmla="*/ 94 h 106"/>
                  <a:gd name="T58" fmla="*/ 64 w 74"/>
                  <a:gd name="T59" fmla="*/ 96 h 106"/>
                  <a:gd name="T60" fmla="*/ 68 w 74"/>
                  <a:gd name="T61" fmla="*/ 100 h 106"/>
                  <a:gd name="T62" fmla="*/ 74 w 74"/>
                  <a:gd name="T63" fmla="*/ 98 h 106"/>
                  <a:gd name="T64" fmla="*/ 74 w 74"/>
                  <a:gd name="T65" fmla="*/ 92 h 106"/>
                  <a:gd name="T66" fmla="*/ 70 w 74"/>
                  <a:gd name="T67" fmla="*/ 80 h 106"/>
                  <a:gd name="T68" fmla="*/ 70 w 74"/>
                  <a:gd name="T69" fmla="*/ 68 h 106"/>
                  <a:gd name="T70" fmla="*/ 62 w 74"/>
                  <a:gd name="T71" fmla="*/ 64 h 106"/>
                  <a:gd name="T72" fmla="*/ 54 w 74"/>
                  <a:gd name="T73" fmla="*/ 60 h 106"/>
                  <a:gd name="T74" fmla="*/ 60 w 74"/>
                  <a:gd name="T75" fmla="*/ 42 h 106"/>
                  <a:gd name="T76" fmla="*/ 62 w 74"/>
                  <a:gd name="T77" fmla="*/ 40 h 106"/>
                  <a:gd name="T78" fmla="*/ 62 w 74"/>
                  <a:gd name="T79" fmla="*/ 30 h 106"/>
                  <a:gd name="T80" fmla="*/ 60 w 74"/>
                  <a:gd name="T81" fmla="*/ 24 h 106"/>
                  <a:gd name="T82" fmla="*/ 44 w 74"/>
                  <a:gd name="T83" fmla="*/ 28 h 106"/>
                  <a:gd name="T84" fmla="*/ 32 w 74"/>
                  <a:gd name="T85" fmla="*/ 28 h 106"/>
                  <a:gd name="T86" fmla="*/ 32 w 74"/>
                  <a:gd name="T87" fmla="*/ 8 h 106"/>
                  <a:gd name="T88" fmla="*/ 20 w 74"/>
                  <a:gd name="T89" fmla="*/ 6 h 106"/>
                  <a:gd name="T90" fmla="*/ 8 w 74"/>
                  <a:gd name="T91" fmla="*/ 6 h 106"/>
                  <a:gd name="T92" fmla="*/ 12 w 74"/>
                  <a:gd name="T93" fmla="*/ 20 h 106"/>
                  <a:gd name="T94" fmla="*/ 0 w 74"/>
                  <a:gd name="T95" fmla="*/ 26 h 106"/>
                  <a:gd name="T96" fmla="*/ 4 w 74"/>
                  <a:gd name="T97" fmla="*/ 38 h 106"/>
                  <a:gd name="T98" fmla="*/ 14 w 74"/>
                  <a:gd name="T99" fmla="*/ 48 h 106"/>
                  <a:gd name="T100" fmla="*/ 16 w 74"/>
                  <a:gd name="T101" fmla="*/ 62 h 106"/>
                  <a:gd name="T102" fmla="*/ 14 w 74"/>
                  <a:gd name="T103" fmla="*/ 78 h 106"/>
                  <a:gd name="T104" fmla="*/ 14 w 74"/>
                  <a:gd name="T105" fmla="*/ 8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 h="106">
                    <a:moveTo>
                      <a:pt x="14" y="82"/>
                    </a:moveTo>
                    <a:lnTo>
                      <a:pt x="14" y="82"/>
                    </a:lnTo>
                    <a:lnTo>
                      <a:pt x="14" y="86"/>
                    </a:lnTo>
                    <a:lnTo>
                      <a:pt x="14" y="86"/>
                    </a:lnTo>
                    <a:lnTo>
                      <a:pt x="18" y="86"/>
                    </a:lnTo>
                    <a:lnTo>
                      <a:pt x="20" y="84"/>
                    </a:lnTo>
                    <a:lnTo>
                      <a:pt x="22" y="82"/>
                    </a:lnTo>
                    <a:lnTo>
                      <a:pt x="22" y="82"/>
                    </a:lnTo>
                    <a:lnTo>
                      <a:pt x="26" y="82"/>
                    </a:lnTo>
                    <a:lnTo>
                      <a:pt x="26" y="80"/>
                    </a:lnTo>
                    <a:lnTo>
                      <a:pt x="26" y="80"/>
                    </a:lnTo>
                    <a:lnTo>
                      <a:pt x="28" y="80"/>
                    </a:lnTo>
                    <a:lnTo>
                      <a:pt x="30" y="80"/>
                    </a:lnTo>
                    <a:lnTo>
                      <a:pt x="30" y="78"/>
                    </a:lnTo>
                    <a:lnTo>
                      <a:pt x="30" y="78"/>
                    </a:lnTo>
                    <a:lnTo>
                      <a:pt x="32" y="78"/>
                    </a:lnTo>
                    <a:lnTo>
                      <a:pt x="32" y="78"/>
                    </a:lnTo>
                    <a:lnTo>
                      <a:pt x="34" y="80"/>
                    </a:lnTo>
                    <a:lnTo>
                      <a:pt x="34" y="80"/>
                    </a:lnTo>
                    <a:lnTo>
                      <a:pt x="38" y="78"/>
                    </a:lnTo>
                    <a:lnTo>
                      <a:pt x="38" y="78"/>
                    </a:lnTo>
                    <a:lnTo>
                      <a:pt x="40" y="76"/>
                    </a:lnTo>
                    <a:lnTo>
                      <a:pt x="40" y="74"/>
                    </a:lnTo>
                    <a:lnTo>
                      <a:pt x="40" y="74"/>
                    </a:lnTo>
                    <a:lnTo>
                      <a:pt x="38" y="72"/>
                    </a:lnTo>
                    <a:lnTo>
                      <a:pt x="38" y="70"/>
                    </a:lnTo>
                    <a:lnTo>
                      <a:pt x="38" y="70"/>
                    </a:lnTo>
                    <a:lnTo>
                      <a:pt x="38" y="70"/>
                    </a:lnTo>
                    <a:lnTo>
                      <a:pt x="38" y="68"/>
                    </a:lnTo>
                    <a:lnTo>
                      <a:pt x="38" y="68"/>
                    </a:lnTo>
                    <a:lnTo>
                      <a:pt x="36" y="68"/>
                    </a:lnTo>
                    <a:lnTo>
                      <a:pt x="36" y="68"/>
                    </a:lnTo>
                    <a:lnTo>
                      <a:pt x="36" y="66"/>
                    </a:lnTo>
                    <a:lnTo>
                      <a:pt x="36" y="66"/>
                    </a:lnTo>
                    <a:lnTo>
                      <a:pt x="42" y="64"/>
                    </a:lnTo>
                    <a:lnTo>
                      <a:pt x="42" y="64"/>
                    </a:lnTo>
                    <a:lnTo>
                      <a:pt x="38" y="56"/>
                    </a:lnTo>
                    <a:lnTo>
                      <a:pt x="38" y="56"/>
                    </a:lnTo>
                    <a:lnTo>
                      <a:pt x="38" y="56"/>
                    </a:lnTo>
                    <a:lnTo>
                      <a:pt x="38" y="54"/>
                    </a:lnTo>
                    <a:lnTo>
                      <a:pt x="38" y="54"/>
                    </a:lnTo>
                    <a:lnTo>
                      <a:pt x="42" y="58"/>
                    </a:lnTo>
                    <a:lnTo>
                      <a:pt x="46" y="62"/>
                    </a:lnTo>
                    <a:lnTo>
                      <a:pt x="46" y="62"/>
                    </a:lnTo>
                    <a:lnTo>
                      <a:pt x="48" y="64"/>
                    </a:lnTo>
                    <a:lnTo>
                      <a:pt x="52" y="62"/>
                    </a:lnTo>
                    <a:lnTo>
                      <a:pt x="52" y="62"/>
                    </a:lnTo>
                    <a:lnTo>
                      <a:pt x="52" y="64"/>
                    </a:lnTo>
                    <a:lnTo>
                      <a:pt x="52" y="66"/>
                    </a:lnTo>
                    <a:lnTo>
                      <a:pt x="52" y="66"/>
                    </a:lnTo>
                    <a:lnTo>
                      <a:pt x="58" y="72"/>
                    </a:lnTo>
                    <a:lnTo>
                      <a:pt x="58" y="72"/>
                    </a:lnTo>
                    <a:lnTo>
                      <a:pt x="58" y="76"/>
                    </a:lnTo>
                    <a:lnTo>
                      <a:pt x="60" y="78"/>
                    </a:lnTo>
                    <a:lnTo>
                      <a:pt x="60" y="78"/>
                    </a:lnTo>
                    <a:lnTo>
                      <a:pt x="60" y="86"/>
                    </a:lnTo>
                    <a:lnTo>
                      <a:pt x="62" y="94"/>
                    </a:lnTo>
                    <a:lnTo>
                      <a:pt x="62" y="94"/>
                    </a:lnTo>
                    <a:lnTo>
                      <a:pt x="64" y="96"/>
                    </a:lnTo>
                    <a:lnTo>
                      <a:pt x="64" y="96"/>
                    </a:lnTo>
                    <a:lnTo>
                      <a:pt x="68" y="106"/>
                    </a:lnTo>
                    <a:lnTo>
                      <a:pt x="68" y="100"/>
                    </a:lnTo>
                    <a:lnTo>
                      <a:pt x="70" y="96"/>
                    </a:lnTo>
                    <a:lnTo>
                      <a:pt x="74" y="98"/>
                    </a:lnTo>
                    <a:lnTo>
                      <a:pt x="74" y="98"/>
                    </a:lnTo>
                    <a:lnTo>
                      <a:pt x="74" y="92"/>
                    </a:lnTo>
                    <a:lnTo>
                      <a:pt x="72" y="88"/>
                    </a:lnTo>
                    <a:lnTo>
                      <a:pt x="70" y="80"/>
                    </a:lnTo>
                    <a:lnTo>
                      <a:pt x="70" y="74"/>
                    </a:lnTo>
                    <a:lnTo>
                      <a:pt x="70" y="68"/>
                    </a:lnTo>
                    <a:lnTo>
                      <a:pt x="64" y="58"/>
                    </a:lnTo>
                    <a:lnTo>
                      <a:pt x="62" y="64"/>
                    </a:lnTo>
                    <a:lnTo>
                      <a:pt x="56" y="64"/>
                    </a:lnTo>
                    <a:lnTo>
                      <a:pt x="54" y="60"/>
                    </a:lnTo>
                    <a:lnTo>
                      <a:pt x="56" y="50"/>
                    </a:lnTo>
                    <a:lnTo>
                      <a:pt x="60" y="42"/>
                    </a:lnTo>
                    <a:lnTo>
                      <a:pt x="60" y="42"/>
                    </a:lnTo>
                    <a:lnTo>
                      <a:pt x="62" y="40"/>
                    </a:lnTo>
                    <a:lnTo>
                      <a:pt x="64" y="36"/>
                    </a:lnTo>
                    <a:lnTo>
                      <a:pt x="62" y="30"/>
                    </a:lnTo>
                    <a:lnTo>
                      <a:pt x="70" y="24"/>
                    </a:lnTo>
                    <a:lnTo>
                      <a:pt x="60" y="24"/>
                    </a:lnTo>
                    <a:lnTo>
                      <a:pt x="52" y="26"/>
                    </a:lnTo>
                    <a:lnTo>
                      <a:pt x="44" y="28"/>
                    </a:lnTo>
                    <a:lnTo>
                      <a:pt x="36" y="28"/>
                    </a:lnTo>
                    <a:lnTo>
                      <a:pt x="32" y="28"/>
                    </a:lnTo>
                    <a:lnTo>
                      <a:pt x="30" y="16"/>
                    </a:lnTo>
                    <a:lnTo>
                      <a:pt x="32" y="8"/>
                    </a:lnTo>
                    <a:lnTo>
                      <a:pt x="26" y="6"/>
                    </a:lnTo>
                    <a:lnTo>
                      <a:pt x="20" y="6"/>
                    </a:lnTo>
                    <a:lnTo>
                      <a:pt x="12" y="0"/>
                    </a:lnTo>
                    <a:lnTo>
                      <a:pt x="8" y="6"/>
                    </a:lnTo>
                    <a:lnTo>
                      <a:pt x="14" y="14"/>
                    </a:lnTo>
                    <a:lnTo>
                      <a:pt x="12" y="20"/>
                    </a:lnTo>
                    <a:lnTo>
                      <a:pt x="6" y="22"/>
                    </a:lnTo>
                    <a:lnTo>
                      <a:pt x="0" y="26"/>
                    </a:lnTo>
                    <a:lnTo>
                      <a:pt x="2" y="36"/>
                    </a:lnTo>
                    <a:lnTo>
                      <a:pt x="4" y="38"/>
                    </a:lnTo>
                    <a:lnTo>
                      <a:pt x="12" y="42"/>
                    </a:lnTo>
                    <a:lnTo>
                      <a:pt x="14" y="48"/>
                    </a:lnTo>
                    <a:lnTo>
                      <a:pt x="12" y="58"/>
                    </a:lnTo>
                    <a:lnTo>
                      <a:pt x="16" y="62"/>
                    </a:lnTo>
                    <a:lnTo>
                      <a:pt x="16" y="72"/>
                    </a:lnTo>
                    <a:lnTo>
                      <a:pt x="14" y="78"/>
                    </a:lnTo>
                    <a:lnTo>
                      <a:pt x="14" y="82"/>
                    </a:lnTo>
                    <a:lnTo>
                      <a:pt x="14" y="82"/>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sp>
            <p:nvSpPr>
              <p:cNvPr id="781" name="Freeform 268">
                <a:extLst>
                  <a:ext uri="{FF2B5EF4-FFF2-40B4-BE49-F238E27FC236}">
                    <a16:creationId xmlns:a16="http://schemas.microsoft.com/office/drawing/2014/main" id="{C47CE6EB-A753-7944-B90A-FC05637E1BEC}"/>
                  </a:ext>
                </a:extLst>
              </p:cNvPr>
              <p:cNvSpPr>
                <a:spLocks/>
              </p:cNvSpPr>
              <p:nvPr/>
            </p:nvSpPr>
            <p:spPr bwMode="auto">
              <a:xfrm>
                <a:off x="7492057" y="3090115"/>
                <a:ext cx="348598" cy="284334"/>
              </a:xfrm>
              <a:custGeom>
                <a:avLst/>
                <a:gdLst>
                  <a:gd name="T0" fmla="*/ 178 w 178"/>
                  <a:gd name="T1" fmla="*/ 18 h 142"/>
                  <a:gd name="T2" fmla="*/ 170 w 178"/>
                  <a:gd name="T3" fmla="*/ 22 h 142"/>
                  <a:gd name="T4" fmla="*/ 154 w 178"/>
                  <a:gd name="T5" fmla="*/ 24 h 142"/>
                  <a:gd name="T6" fmla="*/ 130 w 178"/>
                  <a:gd name="T7" fmla="*/ 36 h 142"/>
                  <a:gd name="T8" fmla="*/ 126 w 178"/>
                  <a:gd name="T9" fmla="*/ 46 h 142"/>
                  <a:gd name="T10" fmla="*/ 126 w 178"/>
                  <a:gd name="T11" fmla="*/ 60 h 142"/>
                  <a:gd name="T12" fmla="*/ 114 w 178"/>
                  <a:gd name="T13" fmla="*/ 60 h 142"/>
                  <a:gd name="T14" fmla="*/ 116 w 178"/>
                  <a:gd name="T15" fmla="*/ 70 h 142"/>
                  <a:gd name="T16" fmla="*/ 110 w 178"/>
                  <a:gd name="T17" fmla="*/ 82 h 142"/>
                  <a:gd name="T18" fmla="*/ 108 w 178"/>
                  <a:gd name="T19" fmla="*/ 94 h 142"/>
                  <a:gd name="T20" fmla="*/ 98 w 178"/>
                  <a:gd name="T21" fmla="*/ 94 h 142"/>
                  <a:gd name="T22" fmla="*/ 92 w 178"/>
                  <a:gd name="T23" fmla="*/ 94 h 142"/>
                  <a:gd name="T24" fmla="*/ 90 w 178"/>
                  <a:gd name="T25" fmla="*/ 104 h 142"/>
                  <a:gd name="T26" fmla="*/ 84 w 178"/>
                  <a:gd name="T27" fmla="*/ 110 h 142"/>
                  <a:gd name="T28" fmla="*/ 72 w 178"/>
                  <a:gd name="T29" fmla="*/ 120 h 142"/>
                  <a:gd name="T30" fmla="*/ 64 w 178"/>
                  <a:gd name="T31" fmla="*/ 130 h 142"/>
                  <a:gd name="T32" fmla="*/ 54 w 178"/>
                  <a:gd name="T33" fmla="*/ 138 h 142"/>
                  <a:gd name="T34" fmla="*/ 46 w 178"/>
                  <a:gd name="T35" fmla="*/ 140 h 142"/>
                  <a:gd name="T36" fmla="*/ 28 w 178"/>
                  <a:gd name="T37" fmla="*/ 140 h 142"/>
                  <a:gd name="T38" fmla="*/ 10 w 178"/>
                  <a:gd name="T39" fmla="*/ 134 h 142"/>
                  <a:gd name="T40" fmla="*/ 24 w 178"/>
                  <a:gd name="T41" fmla="*/ 114 h 142"/>
                  <a:gd name="T42" fmla="*/ 10 w 178"/>
                  <a:gd name="T43" fmla="*/ 108 h 142"/>
                  <a:gd name="T44" fmla="*/ 8 w 178"/>
                  <a:gd name="T45" fmla="*/ 98 h 142"/>
                  <a:gd name="T46" fmla="*/ 0 w 178"/>
                  <a:gd name="T47" fmla="*/ 84 h 142"/>
                  <a:gd name="T48" fmla="*/ 4 w 178"/>
                  <a:gd name="T49" fmla="*/ 74 h 142"/>
                  <a:gd name="T50" fmla="*/ 0 w 178"/>
                  <a:gd name="T51" fmla="*/ 68 h 142"/>
                  <a:gd name="T52" fmla="*/ 4 w 178"/>
                  <a:gd name="T53" fmla="*/ 52 h 142"/>
                  <a:gd name="T54" fmla="*/ 12 w 178"/>
                  <a:gd name="T55" fmla="*/ 50 h 142"/>
                  <a:gd name="T56" fmla="*/ 16 w 178"/>
                  <a:gd name="T57" fmla="*/ 38 h 142"/>
                  <a:gd name="T58" fmla="*/ 26 w 178"/>
                  <a:gd name="T59" fmla="*/ 38 h 142"/>
                  <a:gd name="T60" fmla="*/ 42 w 178"/>
                  <a:gd name="T61" fmla="*/ 34 h 142"/>
                  <a:gd name="T62" fmla="*/ 48 w 178"/>
                  <a:gd name="T63" fmla="*/ 20 h 142"/>
                  <a:gd name="T64" fmla="*/ 50 w 178"/>
                  <a:gd name="T65" fmla="*/ 8 h 142"/>
                  <a:gd name="T66" fmla="*/ 54 w 178"/>
                  <a:gd name="T67" fmla="*/ 0 h 142"/>
                  <a:gd name="T68" fmla="*/ 64 w 178"/>
                  <a:gd name="T69" fmla="*/ 4 h 142"/>
                  <a:gd name="T70" fmla="*/ 76 w 178"/>
                  <a:gd name="T71" fmla="*/ 6 h 142"/>
                  <a:gd name="T72" fmla="*/ 86 w 178"/>
                  <a:gd name="T73" fmla="*/ 10 h 142"/>
                  <a:gd name="T74" fmla="*/ 100 w 178"/>
                  <a:gd name="T75" fmla="*/ 10 h 142"/>
                  <a:gd name="T76" fmla="*/ 108 w 178"/>
                  <a:gd name="T77" fmla="*/ 4 h 142"/>
                  <a:gd name="T78" fmla="*/ 116 w 178"/>
                  <a:gd name="T79" fmla="*/ 2 h 142"/>
                  <a:gd name="T80" fmla="*/ 122 w 178"/>
                  <a:gd name="T81" fmla="*/ 12 h 142"/>
                  <a:gd name="T82" fmla="*/ 118 w 178"/>
                  <a:gd name="T83" fmla="*/ 26 h 142"/>
                  <a:gd name="T84" fmla="*/ 130 w 178"/>
                  <a:gd name="T85" fmla="*/ 30 h 142"/>
                  <a:gd name="T86" fmla="*/ 140 w 178"/>
                  <a:gd name="T87" fmla="*/ 20 h 142"/>
                  <a:gd name="T88" fmla="*/ 154 w 178"/>
                  <a:gd name="T89" fmla="*/ 14 h 142"/>
                  <a:gd name="T90" fmla="*/ 168 w 178"/>
                  <a:gd name="T91" fmla="*/ 1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8" h="142">
                    <a:moveTo>
                      <a:pt x="178" y="14"/>
                    </a:moveTo>
                    <a:lnTo>
                      <a:pt x="178" y="18"/>
                    </a:lnTo>
                    <a:lnTo>
                      <a:pt x="176" y="22"/>
                    </a:lnTo>
                    <a:lnTo>
                      <a:pt x="170" y="22"/>
                    </a:lnTo>
                    <a:lnTo>
                      <a:pt x="162" y="22"/>
                    </a:lnTo>
                    <a:lnTo>
                      <a:pt x="154" y="24"/>
                    </a:lnTo>
                    <a:lnTo>
                      <a:pt x="144" y="26"/>
                    </a:lnTo>
                    <a:lnTo>
                      <a:pt x="130" y="36"/>
                    </a:lnTo>
                    <a:lnTo>
                      <a:pt x="130" y="44"/>
                    </a:lnTo>
                    <a:lnTo>
                      <a:pt x="126" y="46"/>
                    </a:lnTo>
                    <a:lnTo>
                      <a:pt x="128" y="52"/>
                    </a:lnTo>
                    <a:lnTo>
                      <a:pt x="126" y="60"/>
                    </a:lnTo>
                    <a:lnTo>
                      <a:pt x="120" y="62"/>
                    </a:lnTo>
                    <a:lnTo>
                      <a:pt x="114" y="60"/>
                    </a:lnTo>
                    <a:lnTo>
                      <a:pt x="112" y="66"/>
                    </a:lnTo>
                    <a:lnTo>
                      <a:pt x="116" y="70"/>
                    </a:lnTo>
                    <a:lnTo>
                      <a:pt x="116" y="78"/>
                    </a:lnTo>
                    <a:lnTo>
                      <a:pt x="110" y="82"/>
                    </a:lnTo>
                    <a:lnTo>
                      <a:pt x="110" y="88"/>
                    </a:lnTo>
                    <a:lnTo>
                      <a:pt x="108" y="94"/>
                    </a:lnTo>
                    <a:lnTo>
                      <a:pt x="104" y="96"/>
                    </a:lnTo>
                    <a:lnTo>
                      <a:pt x="98" y="94"/>
                    </a:lnTo>
                    <a:lnTo>
                      <a:pt x="96" y="90"/>
                    </a:lnTo>
                    <a:lnTo>
                      <a:pt x="92" y="94"/>
                    </a:lnTo>
                    <a:lnTo>
                      <a:pt x="86" y="98"/>
                    </a:lnTo>
                    <a:lnTo>
                      <a:pt x="90" y="104"/>
                    </a:lnTo>
                    <a:lnTo>
                      <a:pt x="88" y="108"/>
                    </a:lnTo>
                    <a:lnTo>
                      <a:pt x="84" y="110"/>
                    </a:lnTo>
                    <a:lnTo>
                      <a:pt x="80" y="108"/>
                    </a:lnTo>
                    <a:lnTo>
                      <a:pt x="72" y="120"/>
                    </a:lnTo>
                    <a:lnTo>
                      <a:pt x="64" y="124"/>
                    </a:lnTo>
                    <a:lnTo>
                      <a:pt x="64" y="130"/>
                    </a:lnTo>
                    <a:lnTo>
                      <a:pt x="62" y="136"/>
                    </a:lnTo>
                    <a:lnTo>
                      <a:pt x="54" y="138"/>
                    </a:lnTo>
                    <a:lnTo>
                      <a:pt x="52" y="142"/>
                    </a:lnTo>
                    <a:lnTo>
                      <a:pt x="46" y="140"/>
                    </a:lnTo>
                    <a:lnTo>
                      <a:pt x="34" y="140"/>
                    </a:lnTo>
                    <a:lnTo>
                      <a:pt x="28" y="140"/>
                    </a:lnTo>
                    <a:lnTo>
                      <a:pt x="24" y="142"/>
                    </a:lnTo>
                    <a:lnTo>
                      <a:pt x="10" y="134"/>
                    </a:lnTo>
                    <a:lnTo>
                      <a:pt x="24" y="118"/>
                    </a:lnTo>
                    <a:lnTo>
                      <a:pt x="24" y="114"/>
                    </a:lnTo>
                    <a:lnTo>
                      <a:pt x="22" y="110"/>
                    </a:lnTo>
                    <a:lnTo>
                      <a:pt x="10" y="108"/>
                    </a:lnTo>
                    <a:lnTo>
                      <a:pt x="8" y="106"/>
                    </a:lnTo>
                    <a:lnTo>
                      <a:pt x="8" y="98"/>
                    </a:lnTo>
                    <a:lnTo>
                      <a:pt x="6" y="90"/>
                    </a:lnTo>
                    <a:lnTo>
                      <a:pt x="0" y="84"/>
                    </a:lnTo>
                    <a:lnTo>
                      <a:pt x="0" y="78"/>
                    </a:lnTo>
                    <a:lnTo>
                      <a:pt x="4" y="74"/>
                    </a:lnTo>
                    <a:lnTo>
                      <a:pt x="0" y="72"/>
                    </a:lnTo>
                    <a:lnTo>
                      <a:pt x="0" y="68"/>
                    </a:lnTo>
                    <a:lnTo>
                      <a:pt x="0" y="58"/>
                    </a:lnTo>
                    <a:lnTo>
                      <a:pt x="4" y="52"/>
                    </a:lnTo>
                    <a:lnTo>
                      <a:pt x="6" y="50"/>
                    </a:lnTo>
                    <a:lnTo>
                      <a:pt x="12" y="50"/>
                    </a:lnTo>
                    <a:lnTo>
                      <a:pt x="14" y="44"/>
                    </a:lnTo>
                    <a:lnTo>
                      <a:pt x="16" y="38"/>
                    </a:lnTo>
                    <a:lnTo>
                      <a:pt x="22" y="40"/>
                    </a:lnTo>
                    <a:lnTo>
                      <a:pt x="26" y="38"/>
                    </a:lnTo>
                    <a:lnTo>
                      <a:pt x="30" y="40"/>
                    </a:lnTo>
                    <a:lnTo>
                      <a:pt x="42" y="34"/>
                    </a:lnTo>
                    <a:lnTo>
                      <a:pt x="40" y="28"/>
                    </a:lnTo>
                    <a:lnTo>
                      <a:pt x="48" y="20"/>
                    </a:lnTo>
                    <a:lnTo>
                      <a:pt x="50" y="16"/>
                    </a:lnTo>
                    <a:lnTo>
                      <a:pt x="50" y="8"/>
                    </a:lnTo>
                    <a:lnTo>
                      <a:pt x="52" y="4"/>
                    </a:lnTo>
                    <a:lnTo>
                      <a:pt x="54" y="0"/>
                    </a:lnTo>
                    <a:lnTo>
                      <a:pt x="60" y="2"/>
                    </a:lnTo>
                    <a:lnTo>
                      <a:pt x="64" y="4"/>
                    </a:lnTo>
                    <a:lnTo>
                      <a:pt x="70" y="6"/>
                    </a:lnTo>
                    <a:lnTo>
                      <a:pt x="76" y="6"/>
                    </a:lnTo>
                    <a:lnTo>
                      <a:pt x="80" y="12"/>
                    </a:lnTo>
                    <a:lnTo>
                      <a:pt x="86" y="10"/>
                    </a:lnTo>
                    <a:lnTo>
                      <a:pt x="96" y="8"/>
                    </a:lnTo>
                    <a:lnTo>
                      <a:pt x="100" y="10"/>
                    </a:lnTo>
                    <a:lnTo>
                      <a:pt x="106" y="6"/>
                    </a:lnTo>
                    <a:lnTo>
                      <a:pt x="108" y="4"/>
                    </a:lnTo>
                    <a:lnTo>
                      <a:pt x="112" y="0"/>
                    </a:lnTo>
                    <a:lnTo>
                      <a:pt x="116" y="2"/>
                    </a:lnTo>
                    <a:lnTo>
                      <a:pt x="118" y="6"/>
                    </a:lnTo>
                    <a:lnTo>
                      <a:pt x="122" y="12"/>
                    </a:lnTo>
                    <a:lnTo>
                      <a:pt x="120" y="16"/>
                    </a:lnTo>
                    <a:lnTo>
                      <a:pt x="118" y="26"/>
                    </a:lnTo>
                    <a:lnTo>
                      <a:pt x="124" y="32"/>
                    </a:lnTo>
                    <a:lnTo>
                      <a:pt x="130" y="30"/>
                    </a:lnTo>
                    <a:lnTo>
                      <a:pt x="136" y="24"/>
                    </a:lnTo>
                    <a:lnTo>
                      <a:pt x="140" y="20"/>
                    </a:lnTo>
                    <a:lnTo>
                      <a:pt x="144" y="18"/>
                    </a:lnTo>
                    <a:lnTo>
                      <a:pt x="154" y="14"/>
                    </a:lnTo>
                    <a:lnTo>
                      <a:pt x="158" y="12"/>
                    </a:lnTo>
                    <a:lnTo>
                      <a:pt x="168" y="14"/>
                    </a:lnTo>
                    <a:lnTo>
                      <a:pt x="178" y="14"/>
                    </a:lnTo>
                    <a:close/>
                  </a:path>
                </a:pathLst>
              </a:custGeom>
              <a:grpFill/>
              <a:ln w="3175">
                <a:no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accent1"/>
                  </a:solidFill>
                  <a:effectLst/>
                  <a:uLnTx/>
                  <a:uFillTx/>
                  <a:latin typeface="Calibri"/>
                </a:endParaRPr>
              </a:p>
            </p:txBody>
          </p:sp>
        </p:grpSp>
      </p:grpSp>
      <p:grpSp>
        <p:nvGrpSpPr>
          <p:cNvPr id="33" name="Group 32">
            <a:extLst>
              <a:ext uri="{FF2B5EF4-FFF2-40B4-BE49-F238E27FC236}">
                <a16:creationId xmlns:a16="http://schemas.microsoft.com/office/drawing/2014/main" id="{222281A0-E9FA-46CE-3B70-71EA4D1608E4}"/>
              </a:ext>
            </a:extLst>
          </p:cNvPr>
          <p:cNvGrpSpPr/>
          <p:nvPr/>
        </p:nvGrpSpPr>
        <p:grpSpPr>
          <a:xfrm>
            <a:off x="374904" y="4540336"/>
            <a:ext cx="2094846" cy="241220"/>
            <a:chOff x="1696999" y="5293261"/>
            <a:chExt cx="2094846" cy="241220"/>
          </a:xfrm>
        </p:grpSpPr>
        <p:sp>
          <p:nvSpPr>
            <p:cNvPr id="34" name="Rectangle 398">
              <a:extLst>
                <a:ext uri="{FF2B5EF4-FFF2-40B4-BE49-F238E27FC236}">
                  <a16:creationId xmlns:a16="http://schemas.microsoft.com/office/drawing/2014/main" id="{F96CECAB-CDAF-8291-D203-A8B041AEF833}"/>
                </a:ext>
              </a:extLst>
            </p:cNvPr>
            <p:cNvSpPr>
              <a:spLocks noChangeArrowheads="1"/>
            </p:cNvSpPr>
            <p:nvPr userDrawn="1"/>
          </p:nvSpPr>
          <p:spPr bwMode="auto">
            <a:xfrm>
              <a:off x="1696999" y="5376782"/>
              <a:ext cx="186218" cy="136525"/>
            </a:xfrm>
            <a:prstGeom prst="rect">
              <a:avLst/>
            </a:prstGeom>
            <a:solidFill>
              <a:schemeClr val="tx1"/>
            </a:solidFill>
            <a:ln w="19050">
              <a:noFill/>
              <a:miter lim="800000"/>
              <a:headEnd/>
              <a:tailEnd/>
            </a:ln>
          </p:spPr>
          <p:txBody>
            <a:bodyPr wrap="none" lIns="121899" tIns="0" rIns="121899" bIns="0" anchor="ctr"/>
            <a:lstStyle>
              <a:lvl1pPr eaLnBrk="0" hangingPunct="0">
                <a:defRPr sz="4000">
                  <a:solidFill>
                    <a:schemeClr val="accent2"/>
                  </a:solidFill>
                  <a:latin typeface="Arial" charset="0"/>
                </a:defRPr>
              </a:lvl1pPr>
              <a:lvl2pPr marL="742950" indent="-285750" eaLnBrk="0" hangingPunct="0">
                <a:defRPr sz="4000">
                  <a:solidFill>
                    <a:schemeClr val="accent2"/>
                  </a:solidFill>
                  <a:latin typeface="Arial" charset="0"/>
                </a:defRPr>
              </a:lvl2pPr>
              <a:lvl3pPr marL="1143000" indent="-228600" eaLnBrk="0" hangingPunct="0">
                <a:defRPr sz="4000">
                  <a:solidFill>
                    <a:schemeClr val="accent2"/>
                  </a:solidFill>
                  <a:latin typeface="Arial" charset="0"/>
                </a:defRPr>
              </a:lvl3pPr>
              <a:lvl4pPr marL="1600200" indent="-228600" eaLnBrk="0" hangingPunct="0">
                <a:defRPr sz="4000">
                  <a:solidFill>
                    <a:schemeClr val="accent2"/>
                  </a:solidFill>
                  <a:latin typeface="Arial" charset="0"/>
                </a:defRPr>
              </a:lvl4pPr>
              <a:lvl5pPr marL="2057400" indent="-228600" eaLnBrk="0" hangingPunct="0">
                <a:defRPr sz="4000">
                  <a:solidFill>
                    <a:schemeClr val="accent2"/>
                  </a:solidFill>
                  <a:latin typeface="Arial" charset="0"/>
                </a:defRPr>
              </a:lvl5pPr>
              <a:lvl6pPr marL="2514600" indent="-228600" algn="ctr" eaLnBrk="0" fontAlgn="base" hangingPunct="0">
                <a:lnSpc>
                  <a:spcPct val="80000"/>
                </a:lnSpc>
                <a:spcBef>
                  <a:spcPct val="20000"/>
                </a:spcBef>
                <a:spcAft>
                  <a:spcPct val="0"/>
                </a:spcAft>
                <a:defRPr sz="4000">
                  <a:solidFill>
                    <a:schemeClr val="accent2"/>
                  </a:solidFill>
                  <a:latin typeface="Arial" charset="0"/>
                </a:defRPr>
              </a:lvl6pPr>
              <a:lvl7pPr marL="2971800" indent="-228600" algn="ctr" eaLnBrk="0" fontAlgn="base" hangingPunct="0">
                <a:lnSpc>
                  <a:spcPct val="80000"/>
                </a:lnSpc>
                <a:spcBef>
                  <a:spcPct val="20000"/>
                </a:spcBef>
                <a:spcAft>
                  <a:spcPct val="0"/>
                </a:spcAft>
                <a:defRPr sz="4000">
                  <a:solidFill>
                    <a:schemeClr val="accent2"/>
                  </a:solidFill>
                  <a:latin typeface="Arial" charset="0"/>
                </a:defRPr>
              </a:lvl7pPr>
              <a:lvl8pPr marL="3429000" indent="-228600" algn="ctr" eaLnBrk="0" fontAlgn="base" hangingPunct="0">
                <a:lnSpc>
                  <a:spcPct val="80000"/>
                </a:lnSpc>
                <a:spcBef>
                  <a:spcPct val="20000"/>
                </a:spcBef>
                <a:spcAft>
                  <a:spcPct val="0"/>
                </a:spcAft>
                <a:defRPr sz="4000">
                  <a:solidFill>
                    <a:schemeClr val="accent2"/>
                  </a:solidFill>
                  <a:latin typeface="Arial" charset="0"/>
                </a:defRPr>
              </a:lvl8pPr>
              <a:lvl9pPr marL="3886200" indent="-228600" algn="ctr" eaLnBrk="0" fontAlgn="base" hangingPunct="0">
                <a:lnSpc>
                  <a:spcPct val="80000"/>
                </a:lnSpc>
                <a:spcBef>
                  <a:spcPct val="20000"/>
                </a:spcBef>
                <a:spcAft>
                  <a:spcPct val="0"/>
                </a:spcAft>
                <a:defRPr sz="4000">
                  <a:solidFill>
                    <a:schemeClr val="accent2"/>
                  </a:solidFill>
                  <a:latin typeface="Arial" charset="0"/>
                </a:defRPr>
              </a:lvl9pPr>
            </a:lstStyle>
            <a:p>
              <a:pPr marL="0" marR="0" lvl="0" indent="0" algn="ctr" defTabSz="914400" eaLnBrk="1" fontAlgn="base" latinLnBrk="0" hangingPunct="1">
                <a:lnSpc>
                  <a:spcPct val="80000"/>
                </a:lnSpc>
                <a:spcBef>
                  <a:spcPct val="20000"/>
                </a:spcBef>
                <a:spcAft>
                  <a:spcPct val="0"/>
                </a:spcAft>
                <a:buClrTx/>
                <a:buSzTx/>
                <a:buFontTx/>
                <a:buNone/>
                <a:tabLst/>
                <a:defRPr/>
              </a:pPr>
              <a:endParaRPr kumimoji="0" lang="en-US" altLang="en-US" sz="1200" b="1" i="1" u="none" strike="noStrike" kern="0" cap="none" spc="0" normalizeH="0" baseline="0" noProof="0" dirty="0">
                <a:ln>
                  <a:noFill/>
                </a:ln>
                <a:solidFill>
                  <a:schemeClr val="tx1"/>
                </a:solidFill>
                <a:effectLst/>
                <a:uLnTx/>
                <a:uFillTx/>
                <a:latin typeface="+mn-lt"/>
                <a:ea typeface="ＭＳ Ｐゴシック" pitchFamily="34" charset="-128"/>
              </a:endParaRPr>
            </a:p>
          </p:txBody>
        </p:sp>
        <p:sp>
          <p:nvSpPr>
            <p:cNvPr id="35" name="Text Box 399">
              <a:extLst>
                <a:ext uri="{FF2B5EF4-FFF2-40B4-BE49-F238E27FC236}">
                  <a16:creationId xmlns:a16="http://schemas.microsoft.com/office/drawing/2014/main" id="{F55DF836-67C0-7C70-71F7-F4964E8003BD}"/>
                </a:ext>
              </a:extLst>
            </p:cNvPr>
            <p:cNvSpPr txBox="1">
              <a:spLocks noChangeArrowheads="1"/>
            </p:cNvSpPr>
            <p:nvPr userDrawn="1"/>
          </p:nvSpPr>
          <p:spPr bwMode="auto">
            <a:xfrm>
              <a:off x="1963045" y="5293261"/>
              <a:ext cx="1828800" cy="24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91440" rIns="0" bIns="0" anchor="ctr">
              <a:spAutoFit/>
            </a:bodyPr>
            <a:lstStyle>
              <a:lvl1pPr defTabSz="912813" eaLnBrk="0" hangingPunct="0">
                <a:defRPr sz="4000">
                  <a:solidFill>
                    <a:schemeClr val="accent2"/>
                  </a:solidFill>
                  <a:latin typeface="Arial" charset="0"/>
                </a:defRPr>
              </a:lvl1pPr>
              <a:lvl2pPr marL="742950" indent="-285750" defTabSz="912813" eaLnBrk="0" hangingPunct="0">
                <a:defRPr sz="4000">
                  <a:solidFill>
                    <a:schemeClr val="accent2"/>
                  </a:solidFill>
                  <a:latin typeface="Arial" charset="0"/>
                </a:defRPr>
              </a:lvl2pPr>
              <a:lvl3pPr marL="1143000" indent="-228600" defTabSz="912813" eaLnBrk="0" hangingPunct="0">
                <a:defRPr sz="4000">
                  <a:solidFill>
                    <a:schemeClr val="accent2"/>
                  </a:solidFill>
                  <a:latin typeface="Arial" charset="0"/>
                </a:defRPr>
              </a:lvl3pPr>
              <a:lvl4pPr marL="1600200" indent="-228600" defTabSz="912813" eaLnBrk="0" hangingPunct="0">
                <a:defRPr sz="4000">
                  <a:solidFill>
                    <a:schemeClr val="accent2"/>
                  </a:solidFill>
                  <a:latin typeface="Arial" charset="0"/>
                </a:defRPr>
              </a:lvl4pPr>
              <a:lvl5pPr marL="2057400" indent="-228600" defTabSz="912813" eaLnBrk="0" hangingPunct="0">
                <a:defRPr sz="4000">
                  <a:solidFill>
                    <a:schemeClr val="accent2"/>
                  </a:solidFill>
                  <a:latin typeface="Arial" charset="0"/>
                </a:defRPr>
              </a:lvl5pPr>
              <a:lvl6pPr marL="2514600" indent="-228600" algn="ctr" defTabSz="912813" eaLnBrk="0" fontAlgn="base" hangingPunct="0">
                <a:lnSpc>
                  <a:spcPct val="80000"/>
                </a:lnSpc>
                <a:spcBef>
                  <a:spcPct val="20000"/>
                </a:spcBef>
                <a:spcAft>
                  <a:spcPct val="0"/>
                </a:spcAft>
                <a:defRPr sz="4000">
                  <a:solidFill>
                    <a:schemeClr val="accent2"/>
                  </a:solidFill>
                  <a:latin typeface="Arial" charset="0"/>
                </a:defRPr>
              </a:lvl6pPr>
              <a:lvl7pPr marL="2971800" indent="-228600" algn="ctr" defTabSz="912813" eaLnBrk="0" fontAlgn="base" hangingPunct="0">
                <a:lnSpc>
                  <a:spcPct val="80000"/>
                </a:lnSpc>
                <a:spcBef>
                  <a:spcPct val="20000"/>
                </a:spcBef>
                <a:spcAft>
                  <a:spcPct val="0"/>
                </a:spcAft>
                <a:defRPr sz="4000">
                  <a:solidFill>
                    <a:schemeClr val="accent2"/>
                  </a:solidFill>
                  <a:latin typeface="Arial" charset="0"/>
                </a:defRPr>
              </a:lvl7pPr>
              <a:lvl8pPr marL="3429000" indent="-228600" algn="ctr" defTabSz="912813" eaLnBrk="0" fontAlgn="base" hangingPunct="0">
                <a:lnSpc>
                  <a:spcPct val="80000"/>
                </a:lnSpc>
                <a:spcBef>
                  <a:spcPct val="20000"/>
                </a:spcBef>
                <a:spcAft>
                  <a:spcPct val="0"/>
                </a:spcAft>
                <a:defRPr sz="4000">
                  <a:solidFill>
                    <a:schemeClr val="accent2"/>
                  </a:solidFill>
                  <a:latin typeface="Arial" charset="0"/>
                </a:defRPr>
              </a:lvl8pPr>
              <a:lvl9pPr marL="3886200" indent="-228600" algn="ctr" defTabSz="912813" eaLnBrk="0" fontAlgn="base" hangingPunct="0">
                <a:lnSpc>
                  <a:spcPct val="80000"/>
                </a:lnSpc>
                <a:spcBef>
                  <a:spcPct val="20000"/>
                </a:spcBef>
                <a:spcAft>
                  <a:spcPct val="0"/>
                </a:spcAft>
                <a:defRPr sz="4000">
                  <a:solidFill>
                    <a:schemeClr val="accent2"/>
                  </a:solidFill>
                  <a:latin typeface="Arial" charset="0"/>
                </a:defRPr>
              </a:lvl9pPr>
            </a:lstStyle>
            <a:p>
              <a:pPr eaLnBrk="1" fontAlgn="base" hangingPunct="1">
                <a:lnSpc>
                  <a:spcPct val="80000"/>
                </a:lnSpc>
                <a:spcBef>
                  <a:spcPct val="50000"/>
                </a:spcBef>
                <a:spcAft>
                  <a:spcPct val="0"/>
                </a:spcAft>
              </a:pPr>
              <a:r>
                <a:rPr lang="en-US" altLang="en-US" sz="1200" b="0" spc="0" dirty="0">
                  <a:solidFill>
                    <a:schemeClr val="tx1"/>
                  </a:solidFill>
                  <a:latin typeface="+mn-lt"/>
                  <a:ea typeface="ＭＳ Ｐゴシック" pitchFamily="34" charset="-128"/>
                </a:rPr>
                <a:t>North America</a:t>
              </a:r>
            </a:p>
          </p:txBody>
        </p:sp>
      </p:grpSp>
      <p:grpSp>
        <p:nvGrpSpPr>
          <p:cNvPr id="36" name="Group 35">
            <a:extLst>
              <a:ext uri="{FF2B5EF4-FFF2-40B4-BE49-F238E27FC236}">
                <a16:creationId xmlns:a16="http://schemas.microsoft.com/office/drawing/2014/main" id="{11F99F47-AE8D-4EFD-4630-AEA5343768CC}"/>
              </a:ext>
            </a:extLst>
          </p:cNvPr>
          <p:cNvGrpSpPr/>
          <p:nvPr/>
        </p:nvGrpSpPr>
        <p:grpSpPr>
          <a:xfrm>
            <a:off x="374904" y="5273240"/>
            <a:ext cx="1030426" cy="241220"/>
            <a:chOff x="5694326" y="5293261"/>
            <a:chExt cx="1030426" cy="241220"/>
          </a:xfrm>
        </p:grpSpPr>
        <p:sp>
          <p:nvSpPr>
            <p:cNvPr id="37" name="Text Box 399">
              <a:extLst>
                <a:ext uri="{FF2B5EF4-FFF2-40B4-BE49-F238E27FC236}">
                  <a16:creationId xmlns:a16="http://schemas.microsoft.com/office/drawing/2014/main" id="{47AE695B-9B93-1BD3-5AF4-5AD874E4FBF0}"/>
                </a:ext>
              </a:extLst>
            </p:cNvPr>
            <p:cNvSpPr txBox="1">
              <a:spLocks noChangeArrowheads="1"/>
            </p:cNvSpPr>
            <p:nvPr userDrawn="1"/>
          </p:nvSpPr>
          <p:spPr bwMode="auto">
            <a:xfrm>
              <a:off x="5967993" y="5293261"/>
              <a:ext cx="756759" cy="24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91440" rIns="0" bIns="0" anchor="ctr">
              <a:spAutoFit/>
            </a:bodyPr>
            <a:lstStyle>
              <a:lvl1pPr defTabSz="912813" eaLnBrk="0" hangingPunct="0">
                <a:defRPr sz="4000">
                  <a:solidFill>
                    <a:schemeClr val="accent2"/>
                  </a:solidFill>
                  <a:latin typeface="Arial" charset="0"/>
                </a:defRPr>
              </a:lvl1pPr>
              <a:lvl2pPr marL="742950" indent="-285750" defTabSz="912813" eaLnBrk="0" hangingPunct="0">
                <a:defRPr sz="4000">
                  <a:solidFill>
                    <a:schemeClr val="accent2"/>
                  </a:solidFill>
                  <a:latin typeface="Arial" charset="0"/>
                </a:defRPr>
              </a:lvl2pPr>
              <a:lvl3pPr marL="1143000" indent="-228600" defTabSz="912813" eaLnBrk="0" hangingPunct="0">
                <a:defRPr sz="4000">
                  <a:solidFill>
                    <a:schemeClr val="accent2"/>
                  </a:solidFill>
                  <a:latin typeface="Arial" charset="0"/>
                </a:defRPr>
              </a:lvl3pPr>
              <a:lvl4pPr marL="1600200" indent="-228600" defTabSz="912813" eaLnBrk="0" hangingPunct="0">
                <a:defRPr sz="4000">
                  <a:solidFill>
                    <a:schemeClr val="accent2"/>
                  </a:solidFill>
                  <a:latin typeface="Arial" charset="0"/>
                </a:defRPr>
              </a:lvl4pPr>
              <a:lvl5pPr marL="2057400" indent="-228600" defTabSz="912813" eaLnBrk="0" hangingPunct="0">
                <a:defRPr sz="4000">
                  <a:solidFill>
                    <a:schemeClr val="accent2"/>
                  </a:solidFill>
                  <a:latin typeface="Arial" charset="0"/>
                </a:defRPr>
              </a:lvl5pPr>
              <a:lvl6pPr marL="2514600" indent="-228600" algn="ctr" defTabSz="912813" eaLnBrk="0" fontAlgn="base" hangingPunct="0">
                <a:lnSpc>
                  <a:spcPct val="80000"/>
                </a:lnSpc>
                <a:spcBef>
                  <a:spcPct val="20000"/>
                </a:spcBef>
                <a:spcAft>
                  <a:spcPct val="0"/>
                </a:spcAft>
                <a:defRPr sz="4000">
                  <a:solidFill>
                    <a:schemeClr val="accent2"/>
                  </a:solidFill>
                  <a:latin typeface="Arial" charset="0"/>
                </a:defRPr>
              </a:lvl6pPr>
              <a:lvl7pPr marL="2971800" indent="-228600" algn="ctr" defTabSz="912813" eaLnBrk="0" fontAlgn="base" hangingPunct="0">
                <a:lnSpc>
                  <a:spcPct val="80000"/>
                </a:lnSpc>
                <a:spcBef>
                  <a:spcPct val="20000"/>
                </a:spcBef>
                <a:spcAft>
                  <a:spcPct val="0"/>
                </a:spcAft>
                <a:defRPr sz="4000">
                  <a:solidFill>
                    <a:schemeClr val="accent2"/>
                  </a:solidFill>
                  <a:latin typeface="Arial" charset="0"/>
                </a:defRPr>
              </a:lvl7pPr>
              <a:lvl8pPr marL="3429000" indent="-228600" algn="ctr" defTabSz="912813" eaLnBrk="0" fontAlgn="base" hangingPunct="0">
                <a:lnSpc>
                  <a:spcPct val="80000"/>
                </a:lnSpc>
                <a:spcBef>
                  <a:spcPct val="20000"/>
                </a:spcBef>
                <a:spcAft>
                  <a:spcPct val="0"/>
                </a:spcAft>
                <a:defRPr sz="4000">
                  <a:solidFill>
                    <a:schemeClr val="accent2"/>
                  </a:solidFill>
                  <a:latin typeface="Arial" charset="0"/>
                </a:defRPr>
              </a:lvl8pPr>
              <a:lvl9pPr marL="3886200" indent="-228600" algn="ctr" defTabSz="912813" eaLnBrk="0" fontAlgn="base" hangingPunct="0">
                <a:lnSpc>
                  <a:spcPct val="80000"/>
                </a:lnSpc>
                <a:spcBef>
                  <a:spcPct val="20000"/>
                </a:spcBef>
                <a:spcAft>
                  <a:spcPct val="0"/>
                </a:spcAft>
                <a:defRPr sz="4000">
                  <a:solidFill>
                    <a:schemeClr val="accent2"/>
                  </a:solidFill>
                  <a:latin typeface="Arial" charset="0"/>
                </a:defRPr>
              </a:lvl9pPr>
            </a:lstStyle>
            <a:p>
              <a:pPr eaLnBrk="1" fontAlgn="base" hangingPunct="1">
                <a:lnSpc>
                  <a:spcPct val="80000"/>
                </a:lnSpc>
                <a:spcBef>
                  <a:spcPct val="50000"/>
                </a:spcBef>
                <a:spcAft>
                  <a:spcPct val="0"/>
                </a:spcAft>
              </a:pPr>
              <a:r>
                <a:rPr lang="en-US" altLang="en-US" sz="1200" b="0" spc="0" dirty="0">
                  <a:solidFill>
                    <a:schemeClr val="tx1"/>
                  </a:solidFill>
                  <a:latin typeface="+mn-lt"/>
                  <a:ea typeface="ＭＳ Ｐゴシック" pitchFamily="34" charset="-128"/>
                </a:rPr>
                <a:t>Europe</a:t>
              </a:r>
            </a:p>
          </p:txBody>
        </p:sp>
        <p:sp>
          <p:nvSpPr>
            <p:cNvPr id="38" name="Rectangle 398">
              <a:extLst>
                <a:ext uri="{FF2B5EF4-FFF2-40B4-BE49-F238E27FC236}">
                  <a16:creationId xmlns:a16="http://schemas.microsoft.com/office/drawing/2014/main" id="{A09F24DA-B5FB-B965-DD7F-E8ADB174CC38}"/>
                </a:ext>
              </a:extLst>
            </p:cNvPr>
            <p:cNvSpPr>
              <a:spLocks noChangeArrowheads="1"/>
            </p:cNvSpPr>
            <p:nvPr userDrawn="1"/>
          </p:nvSpPr>
          <p:spPr bwMode="auto">
            <a:xfrm>
              <a:off x="5694326" y="5376782"/>
              <a:ext cx="186218" cy="136525"/>
            </a:xfrm>
            <a:prstGeom prst="rect">
              <a:avLst/>
            </a:prstGeom>
            <a:solidFill>
              <a:schemeClr val="tx2"/>
            </a:solidFill>
            <a:ln w="19050">
              <a:noFill/>
              <a:miter lim="800000"/>
              <a:headEnd/>
              <a:tailEnd/>
            </a:ln>
          </p:spPr>
          <p:txBody>
            <a:bodyPr wrap="none" lIns="121899" tIns="0" rIns="121899" bIns="0" anchor="ctr"/>
            <a:lstStyle>
              <a:lvl1pPr eaLnBrk="0" hangingPunct="0">
                <a:defRPr sz="4000">
                  <a:solidFill>
                    <a:schemeClr val="accent2"/>
                  </a:solidFill>
                  <a:latin typeface="Arial" charset="0"/>
                </a:defRPr>
              </a:lvl1pPr>
              <a:lvl2pPr marL="742950" indent="-285750" eaLnBrk="0" hangingPunct="0">
                <a:defRPr sz="4000">
                  <a:solidFill>
                    <a:schemeClr val="accent2"/>
                  </a:solidFill>
                  <a:latin typeface="Arial" charset="0"/>
                </a:defRPr>
              </a:lvl2pPr>
              <a:lvl3pPr marL="1143000" indent="-228600" eaLnBrk="0" hangingPunct="0">
                <a:defRPr sz="4000">
                  <a:solidFill>
                    <a:schemeClr val="accent2"/>
                  </a:solidFill>
                  <a:latin typeface="Arial" charset="0"/>
                </a:defRPr>
              </a:lvl3pPr>
              <a:lvl4pPr marL="1600200" indent="-228600" eaLnBrk="0" hangingPunct="0">
                <a:defRPr sz="4000">
                  <a:solidFill>
                    <a:schemeClr val="accent2"/>
                  </a:solidFill>
                  <a:latin typeface="Arial" charset="0"/>
                </a:defRPr>
              </a:lvl4pPr>
              <a:lvl5pPr marL="2057400" indent="-228600" eaLnBrk="0" hangingPunct="0">
                <a:defRPr sz="4000">
                  <a:solidFill>
                    <a:schemeClr val="accent2"/>
                  </a:solidFill>
                  <a:latin typeface="Arial" charset="0"/>
                </a:defRPr>
              </a:lvl5pPr>
              <a:lvl6pPr marL="2514600" indent="-228600" algn="ctr" eaLnBrk="0" fontAlgn="base" hangingPunct="0">
                <a:lnSpc>
                  <a:spcPct val="80000"/>
                </a:lnSpc>
                <a:spcBef>
                  <a:spcPct val="20000"/>
                </a:spcBef>
                <a:spcAft>
                  <a:spcPct val="0"/>
                </a:spcAft>
                <a:defRPr sz="4000">
                  <a:solidFill>
                    <a:schemeClr val="accent2"/>
                  </a:solidFill>
                  <a:latin typeface="Arial" charset="0"/>
                </a:defRPr>
              </a:lvl6pPr>
              <a:lvl7pPr marL="2971800" indent="-228600" algn="ctr" eaLnBrk="0" fontAlgn="base" hangingPunct="0">
                <a:lnSpc>
                  <a:spcPct val="80000"/>
                </a:lnSpc>
                <a:spcBef>
                  <a:spcPct val="20000"/>
                </a:spcBef>
                <a:spcAft>
                  <a:spcPct val="0"/>
                </a:spcAft>
                <a:defRPr sz="4000">
                  <a:solidFill>
                    <a:schemeClr val="accent2"/>
                  </a:solidFill>
                  <a:latin typeface="Arial" charset="0"/>
                </a:defRPr>
              </a:lvl7pPr>
              <a:lvl8pPr marL="3429000" indent="-228600" algn="ctr" eaLnBrk="0" fontAlgn="base" hangingPunct="0">
                <a:lnSpc>
                  <a:spcPct val="80000"/>
                </a:lnSpc>
                <a:spcBef>
                  <a:spcPct val="20000"/>
                </a:spcBef>
                <a:spcAft>
                  <a:spcPct val="0"/>
                </a:spcAft>
                <a:defRPr sz="4000">
                  <a:solidFill>
                    <a:schemeClr val="accent2"/>
                  </a:solidFill>
                  <a:latin typeface="Arial" charset="0"/>
                </a:defRPr>
              </a:lvl8pPr>
              <a:lvl9pPr marL="3886200" indent="-228600" algn="ctr" eaLnBrk="0" fontAlgn="base" hangingPunct="0">
                <a:lnSpc>
                  <a:spcPct val="80000"/>
                </a:lnSpc>
                <a:spcBef>
                  <a:spcPct val="20000"/>
                </a:spcBef>
                <a:spcAft>
                  <a:spcPct val="0"/>
                </a:spcAft>
                <a:defRPr sz="4000">
                  <a:solidFill>
                    <a:schemeClr val="accent2"/>
                  </a:solidFill>
                  <a:latin typeface="Arial" charset="0"/>
                </a:defRPr>
              </a:lvl9pPr>
            </a:lstStyle>
            <a:p>
              <a:pPr marL="0" marR="0" lvl="0" indent="0" algn="ctr" defTabSz="914400" eaLnBrk="1" fontAlgn="base" latinLnBrk="0" hangingPunct="1">
                <a:lnSpc>
                  <a:spcPct val="80000"/>
                </a:lnSpc>
                <a:spcBef>
                  <a:spcPct val="20000"/>
                </a:spcBef>
                <a:spcAft>
                  <a:spcPct val="0"/>
                </a:spcAft>
                <a:buClrTx/>
                <a:buSzTx/>
                <a:buFontTx/>
                <a:buNone/>
                <a:tabLst/>
                <a:defRPr/>
              </a:pPr>
              <a:endParaRPr kumimoji="0" lang="en-US" altLang="en-US" sz="1200" b="1" i="1" u="none" strike="noStrike" kern="0" cap="none" spc="0" normalizeH="0" baseline="0" noProof="0" dirty="0">
                <a:ln>
                  <a:noFill/>
                </a:ln>
                <a:solidFill>
                  <a:schemeClr val="tx1"/>
                </a:solidFill>
                <a:effectLst/>
                <a:uLnTx/>
                <a:uFillTx/>
                <a:latin typeface="+mn-lt"/>
                <a:ea typeface="ＭＳ Ｐゴシック" pitchFamily="34" charset="-128"/>
              </a:endParaRPr>
            </a:p>
          </p:txBody>
        </p:sp>
      </p:grpSp>
      <p:grpSp>
        <p:nvGrpSpPr>
          <p:cNvPr id="39" name="Group 38">
            <a:extLst>
              <a:ext uri="{FF2B5EF4-FFF2-40B4-BE49-F238E27FC236}">
                <a16:creationId xmlns:a16="http://schemas.microsoft.com/office/drawing/2014/main" id="{EA0831BD-C4AE-DC8F-0D59-4FA768E9B10B}"/>
              </a:ext>
            </a:extLst>
          </p:cNvPr>
          <p:cNvGrpSpPr/>
          <p:nvPr/>
        </p:nvGrpSpPr>
        <p:grpSpPr>
          <a:xfrm>
            <a:off x="374904" y="6006145"/>
            <a:ext cx="2845868" cy="241220"/>
            <a:chOff x="8231252" y="5293261"/>
            <a:chExt cx="2845868" cy="241220"/>
          </a:xfrm>
        </p:grpSpPr>
        <p:sp>
          <p:nvSpPr>
            <p:cNvPr id="40" name="Rectangle 398">
              <a:extLst>
                <a:ext uri="{FF2B5EF4-FFF2-40B4-BE49-F238E27FC236}">
                  <a16:creationId xmlns:a16="http://schemas.microsoft.com/office/drawing/2014/main" id="{5347AD27-425B-4254-AC45-F2C92BEB1A0A}"/>
                </a:ext>
              </a:extLst>
            </p:cNvPr>
            <p:cNvSpPr>
              <a:spLocks noChangeArrowheads="1"/>
            </p:cNvSpPr>
            <p:nvPr userDrawn="1"/>
          </p:nvSpPr>
          <p:spPr bwMode="auto">
            <a:xfrm>
              <a:off x="8231252" y="5376782"/>
              <a:ext cx="186218" cy="136525"/>
            </a:xfrm>
            <a:prstGeom prst="rect">
              <a:avLst/>
            </a:prstGeom>
            <a:solidFill>
              <a:schemeClr val="bg2"/>
            </a:solidFill>
            <a:ln w="3175">
              <a:solidFill>
                <a:schemeClr val="tx2"/>
              </a:solidFill>
              <a:miter lim="800000"/>
              <a:headEnd/>
              <a:tailEnd/>
            </a:ln>
          </p:spPr>
          <p:txBody>
            <a:bodyPr wrap="none" lIns="121899" tIns="0" rIns="121899" bIns="0" anchor="ctr"/>
            <a:lstStyle>
              <a:lvl1pPr eaLnBrk="0" hangingPunct="0">
                <a:defRPr sz="4000">
                  <a:solidFill>
                    <a:schemeClr val="accent2"/>
                  </a:solidFill>
                  <a:latin typeface="Arial" charset="0"/>
                </a:defRPr>
              </a:lvl1pPr>
              <a:lvl2pPr marL="742950" indent="-285750" eaLnBrk="0" hangingPunct="0">
                <a:defRPr sz="4000">
                  <a:solidFill>
                    <a:schemeClr val="accent2"/>
                  </a:solidFill>
                  <a:latin typeface="Arial" charset="0"/>
                </a:defRPr>
              </a:lvl2pPr>
              <a:lvl3pPr marL="1143000" indent="-228600" eaLnBrk="0" hangingPunct="0">
                <a:defRPr sz="4000">
                  <a:solidFill>
                    <a:schemeClr val="accent2"/>
                  </a:solidFill>
                  <a:latin typeface="Arial" charset="0"/>
                </a:defRPr>
              </a:lvl3pPr>
              <a:lvl4pPr marL="1600200" indent="-228600" eaLnBrk="0" hangingPunct="0">
                <a:defRPr sz="4000">
                  <a:solidFill>
                    <a:schemeClr val="accent2"/>
                  </a:solidFill>
                  <a:latin typeface="Arial" charset="0"/>
                </a:defRPr>
              </a:lvl4pPr>
              <a:lvl5pPr marL="2057400" indent="-228600" eaLnBrk="0" hangingPunct="0">
                <a:defRPr sz="4000">
                  <a:solidFill>
                    <a:schemeClr val="accent2"/>
                  </a:solidFill>
                  <a:latin typeface="Arial" charset="0"/>
                </a:defRPr>
              </a:lvl5pPr>
              <a:lvl6pPr marL="2514600" indent="-228600" algn="ctr" eaLnBrk="0" fontAlgn="base" hangingPunct="0">
                <a:lnSpc>
                  <a:spcPct val="80000"/>
                </a:lnSpc>
                <a:spcBef>
                  <a:spcPct val="20000"/>
                </a:spcBef>
                <a:spcAft>
                  <a:spcPct val="0"/>
                </a:spcAft>
                <a:defRPr sz="4000">
                  <a:solidFill>
                    <a:schemeClr val="accent2"/>
                  </a:solidFill>
                  <a:latin typeface="Arial" charset="0"/>
                </a:defRPr>
              </a:lvl6pPr>
              <a:lvl7pPr marL="2971800" indent="-228600" algn="ctr" eaLnBrk="0" fontAlgn="base" hangingPunct="0">
                <a:lnSpc>
                  <a:spcPct val="80000"/>
                </a:lnSpc>
                <a:spcBef>
                  <a:spcPct val="20000"/>
                </a:spcBef>
                <a:spcAft>
                  <a:spcPct val="0"/>
                </a:spcAft>
                <a:defRPr sz="4000">
                  <a:solidFill>
                    <a:schemeClr val="accent2"/>
                  </a:solidFill>
                  <a:latin typeface="Arial" charset="0"/>
                </a:defRPr>
              </a:lvl7pPr>
              <a:lvl8pPr marL="3429000" indent="-228600" algn="ctr" eaLnBrk="0" fontAlgn="base" hangingPunct="0">
                <a:lnSpc>
                  <a:spcPct val="80000"/>
                </a:lnSpc>
                <a:spcBef>
                  <a:spcPct val="20000"/>
                </a:spcBef>
                <a:spcAft>
                  <a:spcPct val="0"/>
                </a:spcAft>
                <a:defRPr sz="4000">
                  <a:solidFill>
                    <a:schemeClr val="accent2"/>
                  </a:solidFill>
                  <a:latin typeface="Arial" charset="0"/>
                </a:defRPr>
              </a:lvl8pPr>
              <a:lvl9pPr marL="3886200" indent="-228600" algn="ctr" eaLnBrk="0" fontAlgn="base" hangingPunct="0">
                <a:lnSpc>
                  <a:spcPct val="80000"/>
                </a:lnSpc>
                <a:spcBef>
                  <a:spcPct val="20000"/>
                </a:spcBef>
                <a:spcAft>
                  <a:spcPct val="0"/>
                </a:spcAft>
                <a:defRPr sz="4000">
                  <a:solidFill>
                    <a:schemeClr val="accent2"/>
                  </a:solidFill>
                  <a:latin typeface="Arial" charset="0"/>
                </a:defRPr>
              </a:lvl9pPr>
            </a:lstStyle>
            <a:p>
              <a:pPr marL="0" marR="0" lvl="0" indent="0" algn="ctr" defTabSz="914400" eaLnBrk="1" fontAlgn="base" latinLnBrk="0" hangingPunct="1">
                <a:lnSpc>
                  <a:spcPct val="80000"/>
                </a:lnSpc>
                <a:spcBef>
                  <a:spcPct val="20000"/>
                </a:spcBef>
                <a:spcAft>
                  <a:spcPct val="0"/>
                </a:spcAft>
                <a:buClrTx/>
                <a:buSzTx/>
                <a:buFontTx/>
                <a:buNone/>
                <a:tabLst/>
                <a:defRPr/>
              </a:pPr>
              <a:endParaRPr kumimoji="0" lang="en-US" altLang="en-US" sz="1200" b="1" i="1" u="none" strike="noStrike" kern="0" cap="none" spc="0" normalizeH="0" baseline="0" noProof="0" dirty="0">
                <a:ln>
                  <a:noFill/>
                </a:ln>
                <a:solidFill>
                  <a:schemeClr val="tx1"/>
                </a:solidFill>
                <a:effectLst/>
                <a:uLnTx/>
                <a:uFillTx/>
                <a:latin typeface="+mn-lt"/>
                <a:ea typeface="ＭＳ Ｐゴシック" pitchFamily="34" charset="-128"/>
              </a:endParaRPr>
            </a:p>
          </p:txBody>
        </p:sp>
        <p:sp>
          <p:nvSpPr>
            <p:cNvPr id="41" name="Text Box 399">
              <a:extLst>
                <a:ext uri="{FF2B5EF4-FFF2-40B4-BE49-F238E27FC236}">
                  <a16:creationId xmlns:a16="http://schemas.microsoft.com/office/drawing/2014/main" id="{BBC25651-464C-B970-1B22-F54A3BD0E392}"/>
                </a:ext>
              </a:extLst>
            </p:cNvPr>
            <p:cNvSpPr txBox="1">
              <a:spLocks noChangeArrowheads="1"/>
            </p:cNvSpPr>
            <p:nvPr userDrawn="1"/>
          </p:nvSpPr>
          <p:spPr bwMode="auto">
            <a:xfrm>
              <a:off x="8504390" y="5293261"/>
              <a:ext cx="2572730" cy="24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91440" rIns="0" bIns="0" anchor="ctr">
              <a:spAutoFit/>
            </a:bodyPr>
            <a:lstStyle>
              <a:lvl1pPr defTabSz="912813" eaLnBrk="0" hangingPunct="0">
                <a:defRPr sz="4000">
                  <a:solidFill>
                    <a:schemeClr val="accent2"/>
                  </a:solidFill>
                  <a:latin typeface="Arial" charset="0"/>
                </a:defRPr>
              </a:lvl1pPr>
              <a:lvl2pPr marL="742950" indent="-285750" defTabSz="912813" eaLnBrk="0" hangingPunct="0">
                <a:defRPr sz="4000">
                  <a:solidFill>
                    <a:schemeClr val="accent2"/>
                  </a:solidFill>
                  <a:latin typeface="Arial" charset="0"/>
                </a:defRPr>
              </a:lvl2pPr>
              <a:lvl3pPr marL="1143000" indent="-228600" defTabSz="912813" eaLnBrk="0" hangingPunct="0">
                <a:defRPr sz="4000">
                  <a:solidFill>
                    <a:schemeClr val="accent2"/>
                  </a:solidFill>
                  <a:latin typeface="Arial" charset="0"/>
                </a:defRPr>
              </a:lvl3pPr>
              <a:lvl4pPr marL="1600200" indent="-228600" defTabSz="912813" eaLnBrk="0" hangingPunct="0">
                <a:defRPr sz="4000">
                  <a:solidFill>
                    <a:schemeClr val="accent2"/>
                  </a:solidFill>
                  <a:latin typeface="Arial" charset="0"/>
                </a:defRPr>
              </a:lvl4pPr>
              <a:lvl5pPr marL="2057400" indent="-228600" defTabSz="912813" eaLnBrk="0" hangingPunct="0">
                <a:defRPr sz="4000">
                  <a:solidFill>
                    <a:schemeClr val="accent2"/>
                  </a:solidFill>
                  <a:latin typeface="Arial" charset="0"/>
                </a:defRPr>
              </a:lvl5pPr>
              <a:lvl6pPr marL="2514600" indent="-228600" algn="ctr" defTabSz="912813" eaLnBrk="0" fontAlgn="base" hangingPunct="0">
                <a:lnSpc>
                  <a:spcPct val="80000"/>
                </a:lnSpc>
                <a:spcBef>
                  <a:spcPct val="20000"/>
                </a:spcBef>
                <a:spcAft>
                  <a:spcPct val="0"/>
                </a:spcAft>
                <a:defRPr sz="4000">
                  <a:solidFill>
                    <a:schemeClr val="accent2"/>
                  </a:solidFill>
                  <a:latin typeface="Arial" charset="0"/>
                </a:defRPr>
              </a:lvl6pPr>
              <a:lvl7pPr marL="2971800" indent="-228600" algn="ctr" defTabSz="912813" eaLnBrk="0" fontAlgn="base" hangingPunct="0">
                <a:lnSpc>
                  <a:spcPct val="80000"/>
                </a:lnSpc>
                <a:spcBef>
                  <a:spcPct val="20000"/>
                </a:spcBef>
                <a:spcAft>
                  <a:spcPct val="0"/>
                </a:spcAft>
                <a:defRPr sz="4000">
                  <a:solidFill>
                    <a:schemeClr val="accent2"/>
                  </a:solidFill>
                  <a:latin typeface="Arial" charset="0"/>
                </a:defRPr>
              </a:lvl7pPr>
              <a:lvl8pPr marL="3429000" indent="-228600" algn="ctr" defTabSz="912813" eaLnBrk="0" fontAlgn="base" hangingPunct="0">
                <a:lnSpc>
                  <a:spcPct val="80000"/>
                </a:lnSpc>
                <a:spcBef>
                  <a:spcPct val="20000"/>
                </a:spcBef>
                <a:spcAft>
                  <a:spcPct val="0"/>
                </a:spcAft>
                <a:defRPr sz="4000">
                  <a:solidFill>
                    <a:schemeClr val="accent2"/>
                  </a:solidFill>
                  <a:latin typeface="Arial" charset="0"/>
                </a:defRPr>
              </a:lvl8pPr>
              <a:lvl9pPr marL="3886200" indent="-228600" algn="ctr" defTabSz="912813" eaLnBrk="0" fontAlgn="base" hangingPunct="0">
                <a:lnSpc>
                  <a:spcPct val="80000"/>
                </a:lnSpc>
                <a:spcBef>
                  <a:spcPct val="20000"/>
                </a:spcBef>
                <a:spcAft>
                  <a:spcPct val="0"/>
                </a:spcAft>
                <a:defRPr sz="4000">
                  <a:solidFill>
                    <a:schemeClr val="accent2"/>
                  </a:solidFill>
                  <a:latin typeface="Arial" charset="0"/>
                </a:defRPr>
              </a:lvl9pPr>
            </a:lstStyle>
            <a:p>
              <a:pPr eaLnBrk="1" fontAlgn="base" hangingPunct="1">
                <a:lnSpc>
                  <a:spcPct val="80000"/>
                </a:lnSpc>
                <a:spcBef>
                  <a:spcPct val="50000"/>
                </a:spcBef>
                <a:spcAft>
                  <a:spcPct val="0"/>
                </a:spcAft>
              </a:pPr>
              <a:r>
                <a:rPr lang="en-US" altLang="en-US" sz="1200" b="0" spc="0" dirty="0">
                  <a:solidFill>
                    <a:schemeClr val="tx1"/>
                  </a:solidFill>
                  <a:latin typeface="+mn-lt"/>
                  <a:ea typeface="ＭＳ Ｐゴシック" pitchFamily="34" charset="-128"/>
                </a:rPr>
                <a:t>International Markets</a:t>
              </a:r>
              <a:r>
                <a:rPr lang="en-US" altLang="en-US" sz="1200" b="0" spc="0" baseline="0" dirty="0">
                  <a:solidFill>
                    <a:schemeClr val="tx1"/>
                  </a:solidFill>
                  <a:latin typeface="+mn-lt"/>
                  <a:ea typeface="ＭＳ Ｐゴシック" pitchFamily="34" charset="-128"/>
                </a:rPr>
                <a:t> Group</a:t>
              </a:r>
              <a:endParaRPr lang="en-US" altLang="en-US" sz="1200" b="0" spc="0" dirty="0">
                <a:solidFill>
                  <a:schemeClr val="tx1"/>
                </a:solidFill>
                <a:latin typeface="+mn-lt"/>
                <a:ea typeface="ＭＳ Ｐゴシック" pitchFamily="34" charset="-128"/>
              </a:endParaRPr>
            </a:p>
          </p:txBody>
        </p:sp>
      </p:grpSp>
      <p:grpSp>
        <p:nvGrpSpPr>
          <p:cNvPr id="42" name="Group 41">
            <a:extLst>
              <a:ext uri="{FF2B5EF4-FFF2-40B4-BE49-F238E27FC236}">
                <a16:creationId xmlns:a16="http://schemas.microsoft.com/office/drawing/2014/main" id="{303CFC72-5D41-FCB8-712B-FCBEB8C8589E}"/>
              </a:ext>
            </a:extLst>
          </p:cNvPr>
          <p:cNvGrpSpPr/>
          <p:nvPr/>
        </p:nvGrpSpPr>
        <p:grpSpPr>
          <a:xfrm>
            <a:off x="374904" y="5639692"/>
            <a:ext cx="1201581" cy="241220"/>
            <a:chOff x="7011389" y="5293261"/>
            <a:chExt cx="1201581" cy="241220"/>
          </a:xfrm>
        </p:grpSpPr>
        <p:sp>
          <p:nvSpPr>
            <p:cNvPr id="43" name="Text Box 399">
              <a:extLst>
                <a:ext uri="{FF2B5EF4-FFF2-40B4-BE49-F238E27FC236}">
                  <a16:creationId xmlns:a16="http://schemas.microsoft.com/office/drawing/2014/main" id="{133980DF-F01D-5AF4-4D2F-A06768CF956E}"/>
                </a:ext>
              </a:extLst>
            </p:cNvPr>
            <p:cNvSpPr txBox="1">
              <a:spLocks noChangeArrowheads="1"/>
            </p:cNvSpPr>
            <p:nvPr userDrawn="1"/>
          </p:nvSpPr>
          <p:spPr bwMode="auto">
            <a:xfrm>
              <a:off x="7279513" y="5293261"/>
              <a:ext cx="933457" cy="24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91440" rIns="0" bIns="0" anchor="ctr">
              <a:spAutoFit/>
            </a:bodyPr>
            <a:lstStyle>
              <a:lvl1pPr defTabSz="912813" eaLnBrk="0" hangingPunct="0">
                <a:defRPr sz="4000">
                  <a:solidFill>
                    <a:schemeClr val="accent2"/>
                  </a:solidFill>
                  <a:latin typeface="Arial" charset="0"/>
                </a:defRPr>
              </a:lvl1pPr>
              <a:lvl2pPr marL="742950" indent="-285750" defTabSz="912813" eaLnBrk="0" hangingPunct="0">
                <a:defRPr sz="4000">
                  <a:solidFill>
                    <a:schemeClr val="accent2"/>
                  </a:solidFill>
                  <a:latin typeface="Arial" charset="0"/>
                </a:defRPr>
              </a:lvl2pPr>
              <a:lvl3pPr marL="1143000" indent="-228600" defTabSz="912813" eaLnBrk="0" hangingPunct="0">
                <a:defRPr sz="4000">
                  <a:solidFill>
                    <a:schemeClr val="accent2"/>
                  </a:solidFill>
                  <a:latin typeface="Arial" charset="0"/>
                </a:defRPr>
              </a:lvl3pPr>
              <a:lvl4pPr marL="1600200" indent="-228600" defTabSz="912813" eaLnBrk="0" hangingPunct="0">
                <a:defRPr sz="4000">
                  <a:solidFill>
                    <a:schemeClr val="accent2"/>
                  </a:solidFill>
                  <a:latin typeface="Arial" charset="0"/>
                </a:defRPr>
              </a:lvl4pPr>
              <a:lvl5pPr marL="2057400" indent="-228600" defTabSz="912813" eaLnBrk="0" hangingPunct="0">
                <a:defRPr sz="4000">
                  <a:solidFill>
                    <a:schemeClr val="accent2"/>
                  </a:solidFill>
                  <a:latin typeface="Arial" charset="0"/>
                </a:defRPr>
              </a:lvl5pPr>
              <a:lvl6pPr marL="2514600" indent="-228600" algn="ctr" defTabSz="912813" eaLnBrk="0" fontAlgn="base" hangingPunct="0">
                <a:lnSpc>
                  <a:spcPct val="80000"/>
                </a:lnSpc>
                <a:spcBef>
                  <a:spcPct val="20000"/>
                </a:spcBef>
                <a:spcAft>
                  <a:spcPct val="0"/>
                </a:spcAft>
                <a:defRPr sz="4000">
                  <a:solidFill>
                    <a:schemeClr val="accent2"/>
                  </a:solidFill>
                  <a:latin typeface="Arial" charset="0"/>
                </a:defRPr>
              </a:lvl6pPr>
              <a:lvl7pPr marL="2971800" indent="-228600" algn="ctr" defTabSz="912813" eaLnBrk="0" fontAlgn="base" hangingPunct="0">
                <a:lnSpc>
                  <a:spcPct val="80000"/>
                </a:lnSpc>
                <a:spcBef>
                  <a:spcPct val="20000"/>
                </a:spcBef>
                <a:spcAft>
                  <a:spcPct val="0"/>
                </a:spcAft>
                <a:defRPr sz="4000">
                  <a:solidFill>
                    <a:schemeClr val="accent2"/>
                  </a:solidFill>
                  <a:latin typeface="Arial" charset="0"/>
                </a:defRPr>
              </a:lvl7pPr>
              <a:lvl8pPr marL="3429000" indent="-228600" algn="ctr" defTabSz="912813" eaLnBrk="0" fontAlgn="base" hangingPunct="0">
                <a:lnSpc>
                  <a:spcPct val="80000"/>
                </a:lnSpc>
                <a:spcBef>
                  <a:spcPct val="20000"/>
                </a:spcBef>
                <a:spcAft>
                  <a:spcPct val="0"/>
                </a:spcAft>
                <a:defRPr sz="4000">
                  <a:solidFill>
                    <a:schemeClr val="accent2"/>
                  </a:solidFill>
                  <a:latin typeface="Arial" charset="0"/>
                </a:defRPr>
              </a:lvl8pPr>
              <a:lvl9pPr marL="3886200" indent="-228600" algn="ctr" defTabSz="912813" eaLnBrk="0" fontAlgn="base" hangingPunct="0">
                <a:lnSpc>
                  <a:spcPct val="80000"/>
                </a:lnSpc>
                <a:spcBef>
                  <a:spcPct val="20000"/>
                </a:spcBef>
                <a:spcAft>
                  <a:spcPct val="0"/>
                </a:spcAft>
                <a:defRPr sz="4000">
                  <a:solidFill>
                    <a:schemeClr val="accent2"/>
                  </a:solidFill>
                  <a:latin typeface="Arial" charset="0"/>
                </a:defRPr>
              </a:lvl9pPr>
            </a:lstStyle>
            <a:p>
              <a:pPr eaLnBrk="1" fontAlgn="base" hangingPunct="1">
                <a:lnSpc>
                  <a:spcPct val="80000"/>
                </a:lnSpc>
                <a:spcBef>
                  <a:spcPct val="50000"/>
                </a:spcBef>
                <a:spcAft>
                  <a:spcPct val="0"/>
                </a:spcAft>
              </a:pPr>
              <a:r>
                <a:rPr lang="en-US" altLang="en-US" sz="1200" b="0" spc="0" dirty="0">
                  <a:solidFill>
                    <a:schemeClr val="tx1"/>
                  </a:solidFill>
                  <a:latin typeface="+mn-lt"/>
                  <a:ea typeface="ＭＳ Ｐゴシック" pitchFamily="34" charset="-128"/>
                </a:rPr>
                <a:t>China</a:t>
              </a:r>
            </a:p>
          </p:txBody>
        </p:sp>
        <p:sp>
          <p:nvSpPr>
            <p:cNvPr id="44" name="Rectangle 398">
              <a:extLst>
                <a:ext uri="{FF2B5EF4-FFF2-40B4-BE49-F238E27FC236}">
                  <a16:creationId xmlns:a16="http://schemas.microsoft.com/office/drawing/2014/main" id="{084B616B-FC31-D623-EA5A-9FE3E128BA52}"/>
                </a:ext>
              </a:extLst>
            </p:cNvPr>
            <p:cNvSpPr>
              <a:spLocks noChangeArrowheads="1"/>
            </p:cNvSpPr>
            <p:nvPr userDrawn="1"/>
          </p:nvSpPr>
          <p:spPr bwMode="auto">
            <a:xfrm>
              <a:off x="7011389" y="5376782"/>
              <a:ext cx="181065" cy="136525"/>
            </a:xfrm>
            <a:prstGeom prst="rect">
              <a:avLst/>
            </a:prstGeom>
            <a:solidFill>
              <a:schemeClr val="accent6"/>
            </a:solidFill>
            <a:ln w="19050">
              <a:noFill/>
              <a:miter lim="800000"/>
              <a:headEnd/>
              <a:tailEnd/>
            </a:ln>
          </p:spPr>
          <p:txBody>
            <a:bodyPr wrap="none" lIns="121899" tIns="0" rIns="121899" bIns="0" anchor="ctr"/>
            <a:lstStyle>
              <a:lvl1pPr eaLnBrk="0" hangingPunct="0">
                <a:defRPr sz="4000">
                  <a:solidFill>
                    <a:schemeClr val="accent2"/>
                  </a:solidFill>
                  <a:latin typeface="Arial" charset="0"/>
                </a:defRPr>
              </a:lvl1pPr>
              <a:lvl2pPr marL="742950" indent="-285750" eaLnBrk="0" hangingPunct="0">
                <a:defRPr sz="4000">
                  <a:solidFill>
                    <a:schemeClr val="accent2"/>
                  </a:solidFill>
                  <a:latin typeface="Arial" charset="0"/>
                </a:defRPr>
              </a:lvl2pPr>
              <a:lvl3pPr marL="1143000" indent="-228600" eaLnBrk="0" hangingPunct="0">
                <a:defRPr sz="4000">
                  <a:solidFill>
                    <a:schemeClr val="accent2"/>
                  </a:solidFill>
                  <a:latin typeface="Arial" charset="0"/>
                </a:defRPr>
              </a:lvl3pPr>
              <a:lvl4pPr marL="1600200" indent="-228600" eaLnBrk="0" hangingPunct="0">
                <a:defRPr sz="4000">
                  <a:solidFill>
                    <a:schemeClr val="accent2"/>
                  </a:solidFill>
                  <a:latin typeface="Arial" charset="0"/>
                </a:defRPr>
              </a:lvl4pPr>
              <a:lvl5pPr marL="2057400" indent="-228600" eaLnBrk="0" hangingPunct="0">
                <a:defRPr sz="4000">
                  <a:solidFill>
                    <a:schemeClr val="accent2"/>
                  </a:solidFill>
                  <a:latin typeface="Arial" charset="0"/>
                </a:defRPr>
              </a:lvl5pPr>
              <a:lvl6pPr marL="2514600" indent="-228600" algn="ctr" eaLnBrk="0" fontAlgn="base" hangingPunct="0">
                <a:lnSpc>
                  <a:spcPct val="80000"/>
                </a:lnSpc>
                <a:spcBef>
                  <a:spcPct val="20000"/>
                </a:spcBef>
                <a:spcAft>
                  <a:spcPct val="0"/>
                </a:spcAft>
                <a:defRPr sz="4000">
                  <a:solidFill>
                    <a:schemeClr val="accent2"/>
                  </a:solidFill>
                  <a:latin typeface="Arial" charset="0"/>
                </a:defRPr>
              </a:lvl6pPr>
              <a:lvl7pPr marL="2971800" indent="-228600" algn="ctr" eaLnBrk="0" fontAlgn="base" hangingPunct="0">
                <a:lnSpc>
                  <a:spcPct val="80000"/>
                </a:lnSpc>
                <a:spcBef>
                  <a:spcPct val="20000"/>
                </a:spcBef>
                <a:spcAft>
                  <a:spcPct val="0"/>
                </a:spcAft>
                <a:defRPr sz="4000">
                  <a:solidFill>
                    <a:schemeClr val="accent2"/>
                  </a:solidFill>
                  <a:latin typeface="Arial" charset="0"/>
                </a:defRPr>
              </a:lvl7pPr>
              <a:lvl8pPr marL="3429000" indent="-228600" algn="ctr" eaLnBrk="0" fontAlgn="base" hangingPunct="0">
                <a:lnSpc>
                  <a:spcPct val="80000"/>
                </a:lnSpc>
                <a:spcBef>
                  <a:spcPct val="20000"/>
                </a:spcBef>
                <a:spcAft>
                  <a:spcPct val="0"/>
                </a:spcAft>
                <a:defRPr sz="4000">
                  <a:solidFill>
                    <a:schemeClr val="accent2"/>
                  </a:solidFill>
                  <a:latin typeface="Arial" charset="0"/>
                </a:defRPr>
              </a:lvl8pPr>
              <a:lvl9pPr marL="3886200" indent="-228600" algn="ctr" eaLnBrk="0" fontAlgn="base" hangingPunct="0">
                <a:lnSpc>
                  <a:spcPct val="80000"/>
                </a:lnSpc>
                <a:spcBef>
                  <a:spcPct val="20000"/>
                </a:spcBef>
                <a:spcAft>
                  <a:spcPct val="0"/>
                </a:spcAft>
                <a:defRPr sz="4000">
                  <a:solidFill>
                    <a:schemeClr val="accent2"/>
                  </a:solidFill>
                  <a:latin typeface="Arial" charset="0"/>
                </a:defRPr>
              </a:lvl9pPr>
            </a:lstStyle>
            <a:p>
              <a:pPr marL="0" marR="0" lvl="0" indent="0" algn="ctr" defTabSz="914400" eaLnBrk="1" fontAlgn="base" latinLnBrk="0" hangingPunct="1">
                <a:lnSpc>
                  <a:spcPct val="80000"/>
                </a:lnSpc>
                <a:spcBef>
                  <a:spcPct val="20000"/>
                </a:spcBef>
                <a:spcAft>
                  <a:spcPct val="0"/>
                </a:spcAft>
                <a:buClrTx/>
                <a:buSzTx/>
                <a:buFontTx/>
                <a:buNone/>
                <a:tabLst/>
                <a:defRPr/>
              </a:pPr>
              <a:endParaRPr kumimoji="0" lang="en-US" altLang="en-US" sz="1200" b="1" i="1" u="none" strike="noStrike" kern="0" cap="none" spc="0" normalizeH="0" baseline="0" noProof="0" dirty="0">
                <a:ln>
                  <a:noFill/>
                </a:ln>
                <a:solidFill>
                  <a:schemeClr val="tx1"/>
                </a:solidFill>
                <a:effectLst/>
                <a:uLnTx/>
                <a:uFillTx/>
                <a:latin typeface="+mn-lt"/>
                <a:ea typeface="ＭＳ Ｐゴシック" pitchFamily="34" charset="-128"/>
              </a:endParaRPr>
            </a:p>
          </p:txBody>
        </p:sp>
      </p:grpSp>
      <p:grpSp>
        <p:nvGrpSpPr>
          <p:cNvPr id="45" name="Group 44">
            <a:extLst>
              <a:ext uri="{FF2B5EF4-FFF2-40B4-BE49-F238E27FC236}">
                <a16:creationId xmlns:a16="http://schemas.microsoft.com/office/drawing/2014/main" id="{CEC1E0E4-15D8-9701-5CC3-F7DA5E8D1273}"/>
              </a:ext>
            </a:extLst>
          </p:cNvPr>
          <p:cNvGrpSpPr/>
          <p:nvPr/>
        </p:nvGrpSpPr>
        <p:grpSpPr>
          <a:xfrm>
            <a:off x="374904" y="4906788"/>
            <a:ext cx="1647255" cy="241220"/>
            <a:chOff x="3680922" y="5293261"/>
            <a:chExt cx="1647255" cy="241220"/>
          </a:xfrm>
        </p:grpSpPr>
        <p:sp>
          <p:nvSpPr>
            <p:cNvPr id="46" name="Rectangle 398">
              <a:extLst>
                <a:ext uri="{FF2B5EF4-FFF2-40B4-BE49-F238E27FC236}">
                  <a16:creationId xmlns:a16="http://schemas.microsoft.com/office/drawing/2014/main" id="{B7FF1383-323C-CB4B-B00E-0E83F5765095}"/>
                </a:ext>
              </a:extLst>
            </p:cNvPr>
            <p:cNvSpPr>
              <a:spLocks noChangeArrowheads="1"/>
            </p:cNvSpPr>
            <p:nvPr userDrawn="1"/>
          </p:nvSpPr>
          <p:spPr bwMode="auto">
            <a:xfrm>
              <a:off x="3680922" y="5376782"/>
              <a:ext cx="186218" cy="136525"/>
            </a:xfrm>
            <a:prstGeom prst="rect">
              <a:avLst/>
            </a:prstGeom>
            <a:solidFill>
              <a:schemeClr val="accent1"/>
            </a:solidFill>
            <a:ln w="19050">
              <a:noFill/>
              <a:miter lim="800000"/>
              <a:headEnd/>
              <a:tailEnd/>
            </a:ln>
          </p:spPr>
          <p:txBody>
            <a:bodyPr wrap="none" lIns="121899" tIns="0" rIns="121899" bIns="0" anchor="ctr"/>
            <a:lstStyle>
              <a:lvl1pPr eaLnBrk="0" hangingPunct="0">
                <a:defRPr sz="4000">
                  <a:solidFill>
                    <a:schemeClr val="accent2"/>
                  </a:solidFill>
                  <a:latin typeface="Arial" charset="0"/>
                </a:defRPr>
              </a:lvl1pPr>
              <a:lvl2pPr marL="742950" indent="-285750" eaLnBrk="0" hangingPunct="0">
                <a:defRPr sz="4000">
                  <a:solidFill>
                    <a:schemeClr val="accent2"/>
                  </a:solidFill>
                  <a:latin typeface="Arial" charset="0"/>
                </a:defRPr>
              </a:lvl2pPr>
              <a:lvl3pPr marL="1143000" indent="-228600" eaLnBrk="0" hangingPunct="0">
                <a:defRPr sz="4000">
                  <a:solidFill>
                    <a:schemeClr val="accent2"/>
                  </a:solidFill>
                  <a:latin typeface="Arial" charset="0"/>
                </a:defRPr>
              </a:lvl3pPr>
              <a:lvl4pPr marL="1600200" indent="-228600" eaLnBrk="0" hangingPunct="0">
                <a:defRPr sz="4000">
                  <a:solidFill>
                    <a:schemeClr val="accent2"/>
                  </a:solidFill>
                  <a:latin typeface="Arial" charset="0"/>
                </a:defRPr>
              </a:lvl4pPr>
              <a:lvl5pPr marL="2057400" indent="-228600" eaLnBrk="0" hangingPunct="0">
                <a:defRPr sz="4000">
                  <a:solidFill>
                    <a:schemeClr val="accent2"/>
                  </a:solidFill>
                  <a:latin typeface="Arial" charset="0"/>
                </a:defRPr>
              </a:lvl5pPr>
              <a:lvl6pPr marL="2514600" indent="-228600" algn="ctr" eaLnBrk="0" fontAlgn="base" hangingPunct="0">
                <a:lnSpc>
                  <a:spcPct val="80000"/>
                </a:lnSpc>
                <a:spcBef>
                  <a:spcPct val="20000"/>
                </a:spcBef>
                <a:spcAft>
                  <a:spcPct val="0"/>
                </a:spcAft>
                <a:defRPr sz="4000">
                  <a:solidFill>
                    <a:schemeClr val="accent2"/>
                  </a:solidFill>
                  <a:latin typeface="Arial" charset="0"/>
                </a:defRPr>
              </a:lvl6pPr>
              <a:lvl7pPr marL="2971800" indent="-228600" algn="ctr" eaLnBrk="0" fontAlgn="base" hangingPunct="0">
                <a:lnSpc>
                  <a:spcPct val="80000"/>
                </a:lnSpc>
                <a:spcBef>
                  <a:spcPct val="20000"/>
                </a:spcBef>
                <a:spcAft>
                  <a:spcPct val="0"/>
                </a:spcAft>
                <a:defRPr sz="4000">
                  <a:solidFill>
                    <a:schemeClr val="accent2"/>
                  </a:solidFill>
                  <a:latin typeface="Arial" charset="0"/>
                </a:defRPr>
              </a:lvl7pPr>
              <a:lvl8pPr marL="3429000" indent="-228600" algn="ctr" eaLnBrk="0" fontAlgn="base" hangingPunct="0">
                <a:lnSpc>
                  <a:spcPct val="80000"/>
                </a:lnSpc>
                <a:spcBef>
                  <a:spcPct val="20000"/>
                </a:spcBef>
                <a:spcAft>
                  <a:spcPct val="0"/>
                </a:spcAft>
                <a:defRPr sz="4000">
                  <a:solidFill>
                    <a:schemeClr val="accent2"/>
                  </a:solidFill>
                  <a:latin typeface="Arial" charset="0"/>
                </a:defRPr>
              </a:lvl8pPr>
              <a:lvl9pPr marL="3886200" indent="-228600" algn="ctr" eaLnBrk="0" fontAlgn="base" hangingPunct="0">
                <a:lnSpc>
                  <a:spcPct val="80000"/>
                </a:lnSpc>
                <a:spcBef>
                  <a:spcPct val="20000"/>
                </a:spcBef>
                <a:spcAft>
                  <a:spcPct val="0"/>
                </a:spcAft>
                <a:defRPr sz="4000">
                  <a:solidFill>
                    <a:schemeClr val="accent2"/>
                  </a:solidFill>
                  <a:latin typeface="Arial" charset="0"/>
                </a:defRPr>
              </a:lvl9pPr>
            </a:lstStyle>
            <a:p>
              <a:pPr marL="0" marR="0" lvl="0" indent="0" algn="ctr" defTabSz="914400" eaLnBrk="1" fontAlgn="base" latinLnBrk="0" hangingPunct="1">
                <a:lnSpc>
                  <a:spcPct val="80000"/>
                </a:lnSpc>
                <a:spcBef>
                  <a:spcPct val="20000"/>
                </a:spcBef>
                <a:spcAft>
                  <a:spcPct val="0"/>
                </a:spcAft>
                <a:buClrTx/>
                <a:buSzTx/>
                <a:buFontTx/>
                <a:buNone/>
                <a:tabLst/>
                <a:defRPr/>
              </a:pPr>
              <a:endParaRPr kumimoji="0" lang="en-US" altLang="en-US" sz="1200" b="1" i="1" u="none" strike="noStrike" kern="0" cap="none" spc="0" normalizeH="0" baseline="0" noProof="0" dirty="0">
                <a:ln>
                  <a:noFill/>
                </a:ln>
                <a:solidFill>
                  <a:schemeClr val="tx1"/>
                </a:solidFill>
                <a:effectLst/>
                <a:uLnTx/>
                <a:uFillTx/>
                <a:latin typeface="+mn-lt"/>
                <a:ea typeface="ＭＳ Ｐゴシック" pitchFamily="34" charset="-128"/>
              </a:endParaRPr>
            </a:p>
          </p:txBody>
        </p:sp>
        <p:sp>
          <p:nvSpPr>
            <p:cNvPr id="47" name="Text Box 399">
              <a:extLst>
                <a:ext uri="{FF2B5EF4-FFF2-40B4-BE49-F238E27FC236}">
                  <a16:creationId xmlns:a16="http://schemas.microsoft.com/office/drawing/2014/main" id="{4459F7A9-A69E-F22B-AE73-1654F57FFAB6}"/>
                </a:ext>
              </a:extLst>
            </p:cNvPr>
            <p:cNvSpPr txBox="1">
              <a:spLocks noChangeArrowheads="1"/>
            </p:cNvSpPr>
            <p:nvPr userDrawn="1"/>
          </p:nvSpPr>
          <p:spPr bwMode="auto">
            <a:xfrm>
              <a:off x="3958399" y="5293261"/>
              <a:ext cx="1369778" cy="24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91440" rIns="0" bIns="0" anchor="ctr">
              <a:spAutoFit/>
            </a:bodyPr>
            <a:lstStyle>
              <a:lvl1pPr defTabSz="912813" eaLnBrk="0" hangingPunct="0">
                <a:defRPr sz="4000">
                  <a:solidFill>
                    <a:schemeClr val="accent2"/>
                  </a:solidFill>
                  <a:latin typeface="Arial" charset="0"/>
                </a:defRPr>
              </a:lvl1pPr>
              <a:lvl2pPr marL="742950" indent="-285750" defTabSz="912813" eaLnBrk="0" hangingPunct="0">
                <a:defRPr sz="4000">
                  <a:solidFill>
                    <a:schemeClr val="accent2"/>
                  </a:solidFill>
                  <a:latin typeface="Arial" charset="0"/>
                </a:defRPr>
              </a:lvl2pPr>
              <a:lvl3pPr marL="1143000" indent="-228600" defTabSz="912813" eaLnBrk="0" hangingPunct="0">
                <a:defRPr sz="4000">
                  <a:solidFill>
                    <a:schemeClr val="accent2"/>
                  </a:solidFill>
                  <a:latin typeface="Arial" charset="0"/>
                </a:defRPr>
              </a:lvl3pPr>
              <a:lvl4pPr marL="1600200" indent="-228600" defTabSz="912813" eaLnBrk="0" hangingPunct="0">
                <a:defRPr sz="4000">
                  <a:solidFill>
                    <a:schemeClr val="accent2"/>
                  </a:solidFill>
                  <a:latin typeface="Arial" charset="0"/>
                </a:defRPr>
              </a:lvl4pPr>
              <a:lvl5pPr marL="2057400" indent="-228600" defTabSz="912813" eaLnBrk="0" hangingPunct="0">
                <a:defRPr sz="4000">
                  <a:solidFill>
                    <a:schemeClr val="accent2"/>
                  </a:solidFill>
                  <a:latin typeface="Arial" charset="0"/>
                </a:defRPr>
              </a:lvl5pPr>
              <a:lvl6pPr marL="2514600" indent="-228600" algn="ctr" defTabSz="912813" eaLnBrk="0" fontAlgn="base" hangingPunct="0">
                <a:lnSpc>
                  <a:spcPct val="80000"/>
                </a:lnSpc>
                <a:spcBef>
                  <a:spcPct val="20000"/>
                </a:spcBef>
                <a:spcAft>
                  <a:spcPct val="0"/>
                </a:spcAft>
                <a:defRPr sz="4000">
                  <a:solidFill>
                    <a:schemeClr val="accent2"/>
                  </a:solidFill>
                  <a:latin typeface="Arial" charset="0"/>
                </a:defRPr>
              </a:lvl6pPr>
              <a:lvl7pPr marL="2971800" indent="-228600" algn="ctr" defTabSz="912813" eaLnBrk="0" fontAlgn="base" hangingPunct="0">
                <a:lnSpc>
                  <a:spcPct val="80000"/>
                </a:lnSpc>
                <a:spcBef>
                  <a:spcPct val="20000"/>
                </a:spcBef>
                <a:spcAft>
                  <a:spcPct val="0"/>
                </a:spcAft>
                <a:defRPr sz="4000">
                  <a:solidFill>
                    <a:schemeClr val="accent2"/>
                  </a:solidFill>
                  <a:latin typeface="Arial" charset="0"/>
                </a:defRPr>
              </a:lvl7pPr>
              <a:lvl8pPr marL="3429000" indent="-228600" algn="ctr" defTabSz="912813" eaLnBrk="0" fontAlgn="base" hangingPunct="0">
                <a:lnSpc>
                  <a:spcPct val="80000"/>
                </a:lnSpc>
                <a:spcBef>
                  <a:spcPct val="20000"/>
                </a:spcBef>
                <a:spcAft>
                  <a:spcPct val="0"/>
                </a:spcAft>
                <a:defRPr sz="4000">
                  <a:solidFill>
                    <a:schemeClr val="accent2"/>
                  </a:solidFill>
                  <a:latin typeface="Arial" charset="0"/>
                </a:defRPr>
              </a:lvl8pPr>
              <a:lvl9pPr marL="3886200" indent="-228600" algn="ctr" defTabSz="912813" eaLnBrk="0" fontAlgn="base" hangingPunct="0">
                <a:lnSpc>
                  <a:spcPct val="80000"/>
                </a:lnSpc>
                <a:spcBef>
                  <a:spcPct val="20000"/>
                </a:spcBef>
                <a:spcAft>
                  <a:spcPct val="0"/>
                </a:spcAft>
                <a:defRPr sz="4000">
                  <a:solidFill>
                    <a:schemeClr val="accent2"/>
                  </a:solidFill>
                  <a:latin typeface="Arial" charset="0"/>
                </a:defRPr>
              </a:lvl9pPr>
            </a:lstStyle>
            <a:p>
              <a:pPr eaLnBrk="1" fontAlgn="base" hangingPunct="1">
                <a:lnSpc>
                  <a:spcPct val="80000"/>
                </a:lnSpc>
                <a:spcBef>
                  <a:spcPct val="50000"/>
                </a:spcBef>
                <a:spcAft>
                  <a:spcPct val="0"/>
                </a:spcAft>
              </a:pPr>
              <a:r>
                <a:rPr lang="en-US" altLang="en-US" sz="1200" b="0" spc="0" dirty="0">
                  <a:solidFill>
                    <a:schemeClr val="tx1"/>
                  </a:solidFill>
                  <a:latin typeface="+mn-lt"/>
                  <a:ea typeface="ＭＳ Ｐゴシック" pitchFamily="34" charset="-128"/>
                </a:rPr>
                <a:t>South America</a:t>
              </a:r>
            </a:p>
          </p:txBody>
        </p:sp>
      </p:grpSp>
      <p:sp>
        <p:nvSpPr>
          <p:cNvPr id="296" name="Slide Number Placeholder 2">
            <a:extLst>
              <a:ext uri="{FF2B5EF4-FFF2-40B4-BE49-F238E27FC236}">
                <a16:creationId xmlns:a16="http://schemas.microsoft.com/office/drawing/2014/main" id="{8D5331B9-1C53-4476-A6DD-3EE75624F4E6}"/>
              </a:ext>
            </a:extLst>
          </p:cNvPr>
          <p:cNvSpPr>
            <a:spLocks noGrp="1"/>
          </p:cNvSpPr>
          <p:nvPr>
            <p:ph type="sldNum" sz="quarter" idx="4"/>
          </p:nvPr>
        </p:nvSpPr>
        <p:spPr>
          <a:xfrm>
            <a:off x="11521481" y="6486039"/>
            <a:ext cx="320749" cy="365125"/>
          </a:xfrm>
        </p:spPr>
        <p:txBody>
          <a:bodyPr/>
          <a:lstStyle/>
          <a:p>
            <a:fld id="{7196636F-A64E-6C4D-AE26-50A84E19B9C9}" type="slidenum">
              <a:rPr lang="en-US" smtClean="0"/>
              <a:pPr/>
              <a:t>58</a:t>
            </a:fld>
            <a:endParaRPr lang="en-US" dirty="0"/>
          </a:p>
        </p:txBody>
      </p:sp>
    </p:spTree>
    <p:extLst>
      <p:ext uri="{BB962C8B-B14F-4D97-AF65-F5344CB8AC3E}">
        <p14:creationId xmlns:p14="http://schemas.microsoft.com/office/powerpoint/2010/main" val="27443791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10E2F6-3DD4-AAEB-3C04-B8F8EB05CBCC}"/>
              </a:ext>
            </a:extLst>
          </p:cNvPr>
          <p:cNvSpPr>
            <a:spLocks noGrp="1"/>
          </p:cNvSpPr>
          <p:nvPr>
            <p:ph type="sldNum" sz="quarter" idx="4"/>
          </p:nvPr>
        </p:nvSpPr>
        <p:spPr/>
        <p:txBody>
          <a:bodyPr/>
          <a:lstStyle/>
          <a:p>
            <a:fld id="{7196636F-A64E-6C4D-AE26-50A84E19B9C9}" type="slidenum">
              <a:rPr lang="en-US" smtClean="0"/>
              <a:pPr/>
              <a:t>59</a:t>
            </a:fld>
            <a:endParaRPr lang="en-US" dirty="0"/>
          </a:p>
        </p:txBody>
      </p:sp>
    </p:spTree>
    <p:extLst>
      <p:ext uri="{BB962C8B-B14F-4D97-AF65-F5344CB8AC3E}">
        <p14:creationId xmlns:p14="http://schemas.microsoft.com/office/powerpoint/2010/main" val="1848278527"/>
      </p:ext>
    </p:extLst>
  </p:cSld>
  <p:clrMapOvr>
    <a:masterClrMapping/>
  </p:clrMapOvr>
</p:sld>
</file>

<file path=ppt/theme/theme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2"/>
          </a:solidFill>
          <a:tailEnd type="none" w="med" len="sm"/>
        </a:ln>
        <a:effectLst/>
      </a:spPr>
      <a:bodyPr/>
      <a:lstStyle/>
      <a:style>
        <a:lnRef idx="1">
          <a:schemeClr val="accent1"/>
        </a:lnRef>
        <a:fillRef idx="0">
          <a:schemeClr val="accent1"/>
        </a:fillRef>
        <a:effectRef idx="0">
          <a:schemeClr val="accent1"/>
        </a:effectRef>
        <a:fontRef idx="minor">
          <a:schemeClr val="tx1"/>
        </a:fontRef>
      </a:style>
    </a:lnDef>
    <a:txDef>
      <a:spPr/>
      <a:bodyPr vert="horz" wrap="none" lIns="91440" tIns="45720" rIns="91440" bIns="45720" rtlCol="0">
        <a:spAutoFit/>
      </a:bodyPr>
      <a:lstStyle>
        <a:defPPr algn="l">
          <a:defRPr sz="1200" dirty="0" err="1" smtClean="0">
            <a:latin typeface="+mn-lt"/>
          </a:defRPr>
        </a:defPPr>
      </a:lstStyle>
    </a:txDef>
  </a:objectDefaults>
  <a:extraClrSchemeLst/>
  <a:extLst>
    <a:ext uri="{05A4C25C-085E-4340-85A3-A5531E510DB2}">
      <thm15:themeFamily xmlns:thm15="http://schemas.microsoft.com/office/thememl/2012/main" name="Ford_Presentation_Template_C02" id="{006998FE-6719-514F-9980-CF83762D38B5}" vid="{7D1C655B-F034-6E45-83F8-81A637AE78A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98D95B3C7764478220B4640544549A" ma:contentTypeVersion="12" ma:contentTypeDescription="Create a new document." ma:contentTypeScope="" ma:versionID="fdd2da79dca7eceea7526dc50efcfcf0">
  <xsd:schema xmlns:xsd="http://www.w3.org/2001/XMLSchema" xmlns:xs="http://www.w3.org/2001/XMLSchema" xmlns:p="http://schemas.microsoft.com/office/2006/metadata/properties" xmlns:ns2="e207eda7-c60a-4298-ac2b-86dd5bc7ae7a" xmlns:ns3="5af6e66d-d4a6-4409-b3f2-9172cbc29d4b" targetNamespace="http://schemas.microsoft.com/office/2006/metadata/properties" ma:root="true" ma:fieldsID="4881c84358a8dc26e9e0ecb88e466808" ns2:_="" ns3:_="">
    <xsd:import namespace="e207eda7-c60a-4298-ac2b-86dd5bc7ae7a"/>
    <xsd:import namespace="5af6e66d-d4a6-4409-b3f2-9172cbc29d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07eda7-c60a-4298-ac2b-86dd5bc7ae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6f62536-3a25-4b8a-9b5d-7e17d0b0464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af6e66d-d4a6-4409-b3f2-9172cbc29d4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3b6336c-0b27-46de-820e-856c14d1331c}" ma:internalName="TaxCatchAll" ma:showField="CatchAllData" ma:web="5af6e66d-d4a6-4409-b3f2-9172cbc29d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07eda7-c60a-4298-ac2b-86dd5bc7ae7a">
      <Terms xmlns="http://schemas.microsoft.com/office/infopath/2007/PartnerControls"/>
    </lcf76f155ced4ddcb4097134ff3c332f>
    <TaxCatchAll xmlns="5af6e66d-d4a6-4409-b3f2-9172cbc29d4b" xsi:nil="true"/>
  </documentManagement>
</p:properties>
</file>

<file path=customXml/itemProps1.xml><?xml version="1.0" encoding="utf-8"?>
<ds:datastoreItem xmlns:ds="http://schemas.openxmlformats.org/officeDocument/2006/customXml" ds:itemID="{8FEDE938-368F-4BC9-8142-8712182307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07eda7-c60a-4298-ac2b-86dd5bc7ae7a"/>
    <ds:schemaRef ds:uri="5af6e66d-d4a6-4409-b3f2-9172cbc29d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D33F2B-C9B2-440A-B53E-437C3B44AFCE}">
  <ds:schemaRefs>
    <ds:schemaRef ds:uri="http://schemas.microsoft.com/sharepoint/v3/contenttype/forms"/>
  </ds:schemaRefs>
</ds:datastoreItem>
</file>

<file path=customXml/itemProps3.xml><?xml version="1.0" encoding="utf-8"?>
<ds:datastoreItem xmlns:ds="http://schemas.openxmlformats.org/officeDocument/2006/customXml" ds:itemID="{FBB3466F-646B-4C91-A899-EECD87AD0076}">
  <ds:schemaRefs>
    <ds:schemaRef ds:uri="http://schemas.microsoft.com/office/2006/metadata/properties"/>
    <ds:schemaRef ds:uri="http://schemas.microsoft.com/office/infopath/2007/PartnerControls"/>
    <ds:schemaRef ds:uri="09025dea-8cfb-412a-8bf6-3264536aef32"/>
    <ds:schemaRef ds:uri="6290ef22-d553-493d-996d-b074cf516d76"/>
    <ds:schemaRef ds:uri="bd70e923-ab84-4aa7-89d5-263cfb0d7c15"/>
    <ds:schemaRef ds:uri="2fd03a12-6bd2-4804-9bb4-b9172760b8e7"/>
    <ds:schemaRef ds:uri="3e68ea85-e2cf-4a10-960b-7a8b97a39b78"/>
    <ds:schemaRef ds:uri="4e27906e-a302-466b-aa1c-8b3e60c9d72f"/>
    <ds:schemaRef ds:uri="3e3276ed-9db0-4487-8795-b90f09998e0a"/>
    <ds:schemaRef ds:uri="c70d0ce2-6631-4134-8ae5-6a41f222d9a7"/>
    <ds:schemaRef ds:uri="e207eda7-c60a-4298-ac2b-86dd5bc7ae7a"/>
    <ds:schemaRef ds:uri="5af6e66d-d4a6-4409-b3f2-9172cbc29d4b"/>
  </ds:schemaRefs>
</ds:datastoreItem>
</file>

<file path=docMetadata/LabelInfo.xml><?xml version="1.0" encoding="utf-8"?>
<clbl:labelList xmlns:clbl="http://schemas.microsoft.com/office/2020/mipLabelMetadata">
  <clbl:label id="{4287bb64-a677-4999-a7e1-c729498cafc7}" enabled="1" method="Standard" siteId="{c990bb7a-51f4-439b-bd36-9c07fb1041c0}" contentBits="0" removed="0"/>
</clbl:labelList>
</file>

<file path=docProps/app.xml><?xml version="1.0" encoding="utf-8"?>
<Properties xmlns="http://schemas.openxmlformats.org/officeDocument/2006/extended-properties" xmlns:vt="http://schemas.openxmlformats.org/officeDocument/2006/docPropsVTypes">
  <Template>FORD</Template>
  <TotalTime>22850</TotalTime>
  <Words>3605</Words>
  <Application>Microsoft Office PowerPoint</Application>
  <PresentationFormat>Widescreen</PresentationFormat>
  <Paragraphs>634</Paragraphs>
  <Slides>59</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59</vt:i4>
      </vt:variant>
    </vt:vector>
  </HeadingPairs>
  <TitlesOfParts>
    <vt:vector size="70" baseType="lpstr">
      <vt:lpstr>Arial</vt:lpstr>
      <vt:lpstr>Avenir Next</vt:lpstr>
      <vt:lpstr>Avenir Next LT Pro</vt:lpstr>
      <vt:lpstr>Avenir Next LT Pro Demi</vt:lpstr>
      <vt:lpstr>Avenir Next Medium</vt:lpstr>
      <vt:lpstr>Calibri</vt:lpstr>
      <vt:lpstr>Courier New</vt:lpstr>
      <vt:lpstr>Ford Antenna Light</vt:lpstr>
      <vt:lpstr>Ford Antenna Medium</vt:lpstr>
      <vt:lpstr>Ford Antenna Regular</vt:lpstr>
      <vt:lpstr>FORD</vt:lpstr>
      <vt:lpstr>PowerPoint Presentation</vt:lpstr>
      <vt:lpstr>Descripción del desafío</vt:lpstr>
      <vt:lpstr>Descripción de la solución</vt:lpstr>
      <vt:lpstr>Factibilidad económica</vt:lpstr>
      <vt:lpstr>Valor diferencial e Innovación</vt:lpstr>
      <vt:lpstr>Trabajo Futuro</vt:lpstr>
      <vt:lpstr>Conclusiones</vt:lpstr>
      <vt:lpstr>PowerPoint Presentation</vt:lpstr>
      <vt:lpstr>General Content Slides</vt:lpstr>
      <vt:lpstr>Agenda / Table of Contents</vt:lpstr>
      <vt:lpstr>PowerPoint Presentation</vt:lpstr>
      <vt:lpstr>Full-Page Copy Slide</vt:lpstr>
      <vt:lpstr>Full-Page Copy Slide with Bumper</vt:lpstr>
      <vt:lpstr>Full-Page Copy Slide with Bullets and Bumper</vt:lpstr>
      <vt:lpstr>Two-Column Copy Slide</vt:lpstr>
      <vt:lpstr>Two-Column Copy Slide with Bumper</vt:lpstr>
      <vt:lpstr>Two-Column Copy Slide with Bullets and Bumper</vt:lpstr>
      <vt:lpstr>Body Copy with  Image Slide</vt:lpstr>
      <vt:lpstr>Three Statement Slide</vt:lpstr>
      <vt:lpstr>Numbers Slide</vt:lpstr>
      <vt:lpstr>Icon Slide</vt:lpstr>
      <vt:lpstr>Ford+ Icon Slide</vt:lpstr>
      <vt:lpstr>PowerPoint Presentation</vt:lpstr>
      <vt:lpstr>Creative Presentation Page</vt:lpstr>
      <vt:lpstr>Creative  Presentation  Page</vt:lpstr>
      <vt:lpstr>PowerPoint Presentation</vt:lpstr>
      <vt:lpstr>PowerPoint Presentation</vt:lpstr>
      <vt:lpstr>From</vt:lpstr>
      <vt:lpstr>From</vt:lpstr>
      <vt:lpstr>Three Column with Imagery</vt:lpstr>
      <vt:lpstr>Three Column Layout with Images</vt:lpstr>
      <vt:lpstr>PowerPoint Presentation</vt:lpstr>
      <vt:lpstr>Three-column with Data Viz</vt:lpstr>
      <vt:lpstr>PowerPoint Presentation</vt:lpstr>
      <vt:lpstr>PowerPoint Presentation</vt:lpstr>
      <vt:lpstr>PowerPoint Presentation</vt:lpstr>
      <vt:lpstr>Charts and Tables Slides</vt:lpstr>
      <vt:lpstr>Growth Dashboard</vt:lpstr>
      <vt:lpstr>Chart Title</vt:lpstr>
      <vt:lpstr>PowerPoint Presentation</vt:lpstr>
      <vt:lpstr>Three-column with Data Viz</vt:lpstr>
      <vt:lpstr>Four Charts  w/ Copy</vt:lpstr>
      <vt:lpstr>Large Table Slide</vt:lpstr>
      <vt:lpstr>Large Chart Slide</vt:lpstr>
      <vt:lpstr>Large Chart Slide</vt:lpstr>
      <vt:lpstr>Large Chart or  Table Slide</vt:lpstr>
      <vt:lpstr>Large Data Viz Slide</vt:lpstr>
      <vt:lpstr>PowerPoint Presentation</vt:lpstr>
      <vt:lpstr>PowerPoint Presentation</vt:lpstr>
      <vt:lpstr>PowerPoint Presentation</vt:lpstr>
      <vt:lpstr>Large Chart or  Table Slide</vt:lpstr>
      <vt:lpstr>Large Chart or  Table Slide</vt:lpstr>
      <vt:lpstr>Data Viz with Image</vt:lpstr>
      <vt:lpstr>Sample Line Graph – Multiple Lines</vt:lpstr>
      <vt:lpstr>Financial Results Slide</vt:lpstr>
      <vt:lpstr>Editable Map Slide with Data Points</vt:lpstr>
      <vt:lpstr>Editable Map Slide with Data Points</vt:lpstr>
      <vt:lpstr>Editable Map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dc:title>
  <dc:creator>Jacob Woodworth</dc:creator>
  <cp:lastModifiedBy>MONTENEGRO, ULISES (U.)</cp:lastModifiedBy>
  <cp:revision>256</cp:revision>
  <cp:lastPrinted>2018-03-16T18:50:22Z</cp:lastPrinted>
  <dcterms:created xsi:type="dcterms:W3CDTF">2021-11-17T16:17:53Z</dcterms:created>
  <dcterms:modified xsi:type="dcterms:W3CDTF">2026-09-22T16:00:36Z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0x010100DF98D95B3C7764478220B4640544549A</vt:lpwstr>
  </property>
</Properties>
</file>